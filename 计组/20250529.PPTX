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6:22.05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17600 2148 24389,'0'0'3246,"0"0"-2362,0 0-768,0 0-58,27-5 34,213-26 447,95 29-1,301 41-538,-322-11-2544,160-11 2544,-418-17-3761</inkml:trace>
  <inkml:trace contextRef="#ctx0" brushRef="#br0" timeOffset="357.359">19270 1866 2032,'0'0'22033,"0"0"-18406,0 0-2343,0 0-926,0 0 12,28 8-9,191 44 153,-200-48-490,21 1 4,0 2 1,-1 2-1,0 2 1,-1 1 0,0 2-1,-1 1 1,-1 3-1,0 0 1,28 21-29,-60-35 2,1 0 1,-1 1 0,0-1-1,0 1 1,0 0-1,0 0 1,-1 0-1,0 1 1,0-1 0,-1 1-1,0 0 1,1 0-1,-2-1 1,1 1-1,-1 1 1,0-1-1,0 0 1,-1 0 0,1 0-1,-2 0 1,1 1-1,0-1 1,-1 0-1,0 0 1,-1 0-1,0 0 1,1 0 0,-2 0-1,1-1 1,-1 1-1,0-1 1,0 1-1,0-1 1,-1 0-1,0 0 1,0-1 0,-2 3-3,-22 23-161,-2 0 0,-1-3 1,-1 0-1,-34 21 161,25-19-376,-40 28-978</inkml:trace>
  <inkml:trace contextRef="#ctx0" brushRef="#br0" timeOffset="3975.259">22617 14 22645,'0'0'1720,"0"0"1021,0 0-1494,0 0-671,0 0-80,10-2-40,1-1-355,1 0 1,0 1-1,-1 0 0,1 1 0,0 1 1,0-1-1,0 2 0,0 0 0,0 0 1,0 1-1,-1 1 0,1 0 0,5 2-101,-9-1-33,0 0-1,0 0 0,-1 0 1,0 1-1,0 0 1,0 0-1,0 1 0,-1 0 1,0 0-1,0 1 0,-1 0 1,0-1-1,0 2 1,0-1-1,-1 1 0,0-1 1,-1 1-1,1 0 1,0 6 33,-6 4-2148,-11-7-3050</inkml:trace>
  <inkml:trace contextRef="#ctx0" brushRef="#br0" timeOffset="4239.884">22341 284 27846,'0'0'720,"0"0"-388,0 0 55,0 0 208,0 21-6,3 164 433,1-141-961,-2 0 0,-2 1 1,-1-1-1,-3 0 0,-1 0 1,-12 42-62,-45 153-3662,61-221-1323,1-15-10729</inkml:trace>
  <inkml:trace contextRef="#ctx0" brushRef="#br0" timeOffset="4836.554">22376 700 22749,'0'0'2519,"19"-18"-1027,-3 2-1221,126-98 1192,-98 94-1228,1 1 1,1 3-1,1 2 0,0 1 0,1 3 1,0 2-1,0 2 0,1 2 0,0 3 1,26 2-236,-70-2 4,0 0 1,0 1 0,0-1-1,0 1 1,-1 0 0,1 0 0,0 1-1,0-1 1,0 1 0,-1 0-1,1 1 1,0-1 0,-1 1 0,1 0-1,-1 0 1,0 0 0,1 1-1,-1-1 1,0 1 0,0 0 0,-1 0-1,1 0 1,-1 1 0,0 0-1,1-1 1,-1 1 0,-1 0 0,1 0-1,-1 1 1,2 1-5,-5 7-63,0-1 0,0 1 0,-1 0-1,0-1 1,-1 0 0,-1 0 0,0 0 0,-1 0 0,0 0-1,0-1 1,-2 0 0,1 0 0,-1 0 0,-1-1 0,0 0 0,0-1-1,-1 0 1,0 0 0,-1-1 0,1 0 0,-2 0 0,1-1-1,-7 3 65,17-10-4,-46 38-387,-2-3-1,-1-1 1,-2-3 0,-1-2-1,-1-2 1,-49 17 390,44-31 103,69-27 566,212-115 980,-154 104-1067,-62 69-394,-9-23-173,-1 0-1,-1 0 1,-1-1-1,0 1 1,-2-1-1,0 0 1,-5 7-15,-6 19-1,-78 220-405,96-265 407,-1 1 0,0-1 1,1 1-1,-1-1 0,1 0 0,-1 1 0,1-1 0,0 1 0,0-1 1,-1 1-1,1-1 0,0 1 0,0-1 0,1 1 0,-1-1 0,0 1 1,0-1-1,1 1 0,-1-1 0,1 1 0,-1-1 0,1 0 0,0 1 1,-1-1-1,1 0 0,0 0 0,0 1 0,0-1 0,0 0 0,0 0 1,0 0-1,0 0 0,1 0 0,-1 0 0,0 0 0,0-1 1,1 1-1,-1 0 0,0-1 0,1 1 0,-1-1 0,1 1 0,-1-1 1,1 0-1,-1 0 0,1 0 0,-1 1 0,1-1 0,-1-1 0,1 1 1,-1 0-1,1 0 0,-1 0 0,1-1 0,-1 1 0,0-1 0,1 1 1,-1-1-1,1 0-1,13 1 47,8 0-22,-1-1-1,1-1 1,0 0 0,-1-2 0,0-1 0,0-1 0,0 0 0,1-2-26,21-40-1979,-37 29-905</inkml:trace>
  <inkml:trace contextRef="#ctx0" brushRef="#br0" timeOffset="5090.2">22630 1239 25165,'0'0'1633,"0"0"-921,-171 118-456,93-62-144,-1 3 8,2-4-64,9-4-56,9-11-152,13-15-568,15-23 48,13-2 120,12-11-945</inkml:trace>
  <inkml:trace contextRef="#ctx0" brushRef="#br0" timeOffset="5255.905">22249 1355 25766,'0'0'1341,"0"0"-327,26 10-90,-4-2-712,0 0-23,-1 0 0,0 1 0,-1 1 1,0 1-1,0 0 0,-1 2 0,6 5-189,59 54 573,-63-50-537,1-1 1,1-1 0,1-1 0,1-2 0,0 0 0,1-1 0,1-2 0,0-1-1,1-1 1,0-1 0,1-1 0,28 5-37,-8-12-79,0-2 1,1-2-1,-1-2 0,0-2 1,-1-3-1,1-1 0,-1-3 0,-1-2 1,0-1-1,-2-3 0,1-2 1,34-21 78,165-113-5700,-186 107-11002</inkml:trace>
  <inkml:trace contextRef="#ctx0" brushRef="#br0" timeOffset="5555.554">24130 533 28022,'0'0'697,"0"0"-386,0 0-93,-5 20 114,-16 69-30,19-83-283,0 1-1,1-1 1,-1 1-1,1-1 1,1 1-1,-1-1 1,1 1-1,0 0 0,1-1 1,-1 1-1,1 0 1,1-1-1,-1 1 1,1-1-1,0 0 1,1 1-1,-1-1 0,4 5-18,-1-8-42,1 0 0,-1 0 1,0-1-1,1 0 0,-1 0 0,1 0 0,0-1 0,-1 0 0,1 0 0,0 0 0,0-1 0,0 0 0,0 0 0,-1 0 0,1-1 0,0 0 0,0 0 0,-1 0 0,1-1 0,0 0 0,-1 0 0,1 0 0,2-3 42,53-22-261,-39 16 267,1 1 1,-1 1-1,1 0 1,1 2-1,-1 1 1,1 1-1,0 1 1,24-1-7,-47 5-2,0-1-12,1 0 0,0 1-1,0-1 1,-1 1 0,1-1 0,0 1 0,0 0 0,0 0 0,0 0-1,-1 0 1,1 0 0,0 0 0,0 1 0,0-1 0,-1 0 0,1 1-1,0 0 1,0-1 0,-1 1 0,1 0 0,0 0 0,-1 0 0,1 0-1,-1 0 1,1 0 0,-1 0 0,0 1 0,1-1 0,-1 0 0,0 1 0,0-1-1,0 1 1,0-1 0,0 1 0,0 0 0,-1-1 0,1 1 0,0 0-1,-1 0 1,1-1 0,-1 1 0,0 0 0,0 0 0,1 0 0,-1 0-1,-1 0 15,-1 16-1988,-11-2-3439</inkml:trace>
  <inkml:trace contextRef="#ctx0" brushRef="#br0" timeOffset="5838.134">24027 1069 25165,'0'0'1743,"-14"18"-726,-92 143 380,92-61-911,72-93-446,140-87-56,-100 58-427,-100 39-204,-65 45-3147,25-31-2534</inkml:trace>
  <inkml:trace contextRef="#ctx0" brushRef="#br0" timeOffset="6139.278">23746 1578 12355,'0'0'6346,"0"0"-2489,-21 12-1618,-103 58-229,215-131-923,-58 50-876,1 1-1,0 2 1,1 1-1,0 2 1,0 2-1,0 1 1,0 1-1,1 2 1,18 4-211,327 45 1138,-365-50-1135,5 1-13,0-1 0,0 0-1,0-2 1,0 0 0,0-1-1,-1-2 1,1 0 0,12-5 10,166-81-1568,-112 44-1242</inkml:trace>
  <inkml:trace contextRef="#ctx0" brushRef="#br0" timeOffset="6389.05">25322 704 28646,'0'0'1648,"0"0"-1560,0 0-56,0 0 1,0 0 143,158 4-56,-88-25-96,7-5-24,-5-6-248,-4 1-225,4-20-327,-19 7-1176,-16 5-7954</inkml:trace>
  <inkml:trace contextRef="#ctx0" brushRef="#br0" timeOffset="6638.053">25813 243 26622,'0'0'1021,"0"0"-187,-8 18-13,-40 126 418,37-15-669,10-89-569,-1 1 0,-3 0-1,-1-1 1,-2 0 0,-2-1-1,-1 0 1,-8 15-1,18-50-85,0-1 1,0 0-1,0 0 0,-1 0 1,1 0-1,-1 0 1,1 0-1,-1 0 0,0 0 1,0-1-1,0 1 0,-1-1 1,1 1-1,-1-1 1,1 0-1,-1 0 0,0 0 1,0 0-1,1-1 0,-1 1 1,0-1-1,-1 0 1,1 0-1,0 0 0,0 0 1,-1 0-1,1-1 1,0 1-1,0-1 0,-1 0 1,1 0-1,-1 0 0,1-1 1,0 1-1,0-1 1,-1 1-1,1-1 0,0 0 1,0-1-1,0 1 0,0 0 1,0-1-1,0 0 1,0 0 84,-23-26-4850,2-7-8567</inkml:trace>
  <inkml:trace contextRef="#ctx0" brushRef="#br0" timeOffset="7810.266">25451 294 26190,'0'0'1116,"0"0"-657,0 0-303,0 0-90,28 12-36,93 34-158,-108-43-57,0-1 1,0 0 0,-1 0 0,1-1 0,0-1-1,0 0 1,0-1 0,0-1 0,0 0-1,0 0 1,-1-1 0,1-1 0,6-3 184,28-5-590,91-4 2185,-135 18-1465,0 1-1,0 0 1,0 1-1,0-1 1,0 0-1,-1 1 1,1 0-1,-1-1 1,0 1-1,0 0 1,-1 0-1,1 0 1,-1 1 0,0-1-1,0 0 1,0 0-1,-1 1 1,1-1-1,-1 0 1,0 1-1,-1-1 1,1 0-1,0 1 1,-1-1-1,0 0 1,0 0 0,-1 1-1,1-1 1,-1 0-1,-1 2-129,-7 15 103,-1 0-1,-1-1 1,0-1 0,-2 0-1,0 0 1,-2-1-1,1-1 1,-11 7-103,-5 10 42,-170 184-19,161-113-300,23-44 251,-14 17 63,19-52-13,1-1 1,1 2-1,2 0 0,0 0 1,2 0-1,1 1 1,-1 21-25,6-40 0,-2 7 3,1 1-1,0 0 0,1 0 0,1 0 0,1 0 0,0-1 1,1 1-1,1-1 0,0 1 0,1-1 0,1-1 0,1 1 1,0-1-1,4 5-2,-8-19-2,0 0 0,0 0 0,0 0 1,0-1-1,0 1 0,0-1 1,0 0-1,1 0 0,-1 0 0,0 0 1,0 0-1,0-1 0,0 1 1,0-1-1,0 0 0,0 0 0,0 0 1,0 0-1,0-1 0,0 1 0,0-1 1,-1 0-1,1 0 0,-1 0 1,1 0-1,-1 0 0,0 0 0,0-1 1,0 1-1,0-1 0,0 1 0,0-1 1,-1 0-1,1 0 0,-1 0 1,0 0-1,0 0 2,3-2-38,23-31-321,-1-1-1,-3-1 1,0-1-1,-3 0 0,-1-2 1,-3 0-1,0-2 1,2-19 359,-9 49 940,-15 57-267,-3-16-609,-1-1 0,-2 1 0,0-2 0,-2 0 0,-1 0 0,-1-2 0,-1 0 0,-1 0 1,-1-2-1,-1 0 0,-3 0-64,1-3 39,0-1 0,-1-1 0,-1-2 0,0 0 1,-1-1-1,0-2 0,-1 0 0,-1-2 0,0-1 1,0-1-1,-1-1 0,0-2 0,0-1 0,0 0 1,-26-2-40,52-2 4,0 1 0,0-1 0,0 0 0,0 0 0,0 0 0,0 0 0,0 0 0,0 0 0,0 0 0,0-1 0,0 1 0,1-1 0,-1 0 0,0 1 0,0-1 0,0 0 0,1 0 0,-1 0 0,0 0 0,1 0 0,-1 0 0,1-1 0,-1 1 0,1-1 0,0 1 0,-1-1 0,1 1 1,0-1-1,0 0 0,0 1 0,0-1 0,1 0 0,-1 0 0,0 0 0,1 1 0,-1-1 0,1 0 0,0 0 0,0 0 0,-1 0 0,1 0 0,0 0 0,1 0 0,-1 0-4,0-6 0,0-1-1,1 1 1,0 0-1,0-1 1,1 1 0,0 0-1,0 0 1,1 0-1,0 0 1,0 1 0,1-1-1,0 1 1,2-2 0,51-79-122,3 2 0,4 4 0,9-4 122,-22 25-110,40-51-191,4 4 0,4 4 0,6 5 1,64-46 300,-153 131 25,1 1 0,1 1 0,0 0 1,1 2-1,0 0 0,0 0 0,1 2 1,0 1-1,1 0 0,-1 2 0,1 0 0,1 1 1,10 0-26,-29 4 22,-1 0 0,1 1 1,0-1-1,0 0 1,-1 1-1,1 0 0,0 0 1,-1 0-1,1 0 0,-1 0 1,1 0-1,-1 0 1,0 1-1,1-1 0,-1 1 1,0 0-1,0 0 0,0 0 1,0 0-1,-1 0 1,1 0-1,0 0 0,-1 0 1,1 1-1,-1-1 0,0 1 1,0-1-1,0 1 1,0-1-1,0 1 0,-1 0 1,1 0-1,-1-1 0,0 1 1,0 0-1,0-1 1,0 1-1,0 0 0,0 0 1,-1 1-23,-22 207 651,-1-43-478,23-154-169,1 0 1,0 1 0,0-1-1,2 0 1,0 0-1,0 1 1,1-1 0,1-1-1,0 1 1,1 0-1,6 10-4,174 206 24,-182-227-23,0 1-1,0-1 0,0 0 0,-1 1 0,1 0 0,-1-1 0,0 1 0,0 0 0,-1 0 0,1 0 1,-1 0-1,1 1 0,-1-1 0,-1 0 0,1 1 0,-1-1 0,1 0 0,-1 1 0,-1-1 0,1 0 0,0 1 1,-1-1-1,0 0 0,0 1 0,0-1 0,-1 0 0,0 0 0,0 1 0,-8 5 1,0 0 1,-1-1-1,0 0 0,0 0 0,-1-1 0,0-1 0,-1 0 1,1-1-1,-10 3-1,-2 3 2,-37 20-3,-2-3 0,0-3 0,-2-3 0,0-2 0,-1-4 0,-29 3 1,91-18-28,0-1 0,0 1-1,1-1 1,-1 0 0,0 0 0,0 0 0,-1 0 0,1-1 0,0 0 0,0 1 0,0-2 0,0 1-1,0 0 1,0-1 0,0 0 0,0 0 0,0 0 0,0 0 0,0-1 0,0 1 0,1-1-1,-1 0 1,1 0 0,-1-1 0,1 1 0,0-1 0,0 1 0,0-1 0,0 0 0,0 0 0,0-1-1,1 1 1,0 0 0,0-1 0,0 1 0,0-1 0,0 0 0,1 0 0,-1 0 0,1 0 0,0-2 28,-1-12-277,1 1 0,0-1 0,2 1 0,0-1 0,1 1 0,0 0 0,2-1 0,0 1 0,1 0 0,0 1 0,2-1 0,0 1 0,0 1 0,5-7 277,71-55 772,-70 73-603,0 0 1,0 2 0,1-1 0,-1 1 0,0 1 0,1 1 0,-1 0 0,1 0 0,-1 2 0,1-1 0,-1 2 0,0 0 0,0 0 0,0 1 0,0 1 0,-1 0 0,0 1-1,0 0 1,0 1 0,-1 0 0,7 6-170,7 2 57,-1 0-1,-1 2 1,0 1 0,-2 0-1,0 2 1,0 0-1,-2 2 1,-1 0-1,1 3-56,-8-7-304,0-1 0,-2 2-1,0-1 1,-1 1 0,-1 0-1,-1 1 1,0 0 0,0 7 304,1 31-4267</inkml:trace>
  <inkml:trace contextRef="#ctx0" brushRef="#br0" timeOffset="9257.577">22365 2661 21837,'0'0'1253,"-28"0"-202,-1 0-640,7 0-76,0 0 0,1-1 1,-1-1-1,1-1 0,-1-1 1,1-1-1,-9-4-335,-186-73 3481,326 83-2929,-103-2-562,0 0-1,-1 1 1,1 0 0,-1 1-1,1-1 1,-1 1 0,1 0-1,-1 1 1,1 0-1,-1 0 1,0 0 0,0 1-1,0-1 1,0 2 0,0-1-1,-1 0 1,0 1 0,1 0-1,-1 1 1,-1-1 0,1 1-1,-1 0 1,1 0 0,-1 0-1,-1 1 1,1-1 0,-1 1-1,0 0 1,2 4 10,-6 12-50,-1 0 0,-1 0 1,-1 0-1,0-1 0,-2 1 0,0-1 1,-2 0-1,0-1 0,-1 0 0,-1 0 1,-1-1-1,-1-1 0,-1 1 0,0-2 1,-6 6 49,-8 17-26,-16 23-5,11-21 98,2 2-1,2 1 1,2 1 0,2 1-1,2 1 1,2 1 0,-10 42-67,23 81 248,7-170-239,0-1 1,0 1-1,0 0 0,0-1 1,0 1-1,0 0 0,0-1 1,1 1-1,-1 0 0,1-1 1,-1 1-1,1-1 0,0 1 1,-1-1-1,1 1 0,0-1 1,0 1-1,0-1 0,0 0 1,0 0-1,1 1 0,-1-1 1,0 0-1,1 0 0,-1 0 1,0 0-1,1 0 0,-1-1 1,1 1-1,-1 0 0,1-1 1,0 1-1,-1-1 0,1 0 1,-1 1-1,1-1 0,0 0 1,-1 0-1,1 0 0,0 0 1,0 0-1,-1 0 0,1-1 1,0 1-10,56-65 273,104-127-290,90-107-3485,161-258 3502,-342 448-980,29-43-40,-34 54 3321,-124 136-631,7 1-1382,27-22-1224,0 2 0,0 1 0,2 0 1,1 2-1,0 0 0,-14 22 936,-22 47 1321,4 2 1,4 2-1,-20 60-1321,32-11 210,39-143-211,0 0-1,0-1 0,0 1 0,0-1 0,-1 1 0,1-1 0,0 1 0,0-1 0,0 0 1,0 0-1,0 0 0,0 0 0,0 0 0,0 0 0,0-1 0,0 1 0,0-1 1,0 1-1,-1-1 0,1 0 0,0 0 0,0 0 0,-1 0 0,1 0 0,0 0 0,-1 0 1,1 0-1,-1-1 0,1 1 2,190-183-502,-133 123 403,-16 14 44,1 3 1,3 1-1,1 3 1,48-31 54,-49 51 399,-43 39 47,-9-3-347,-1 0 0,-1 0 1,0 0-1,-1-1 0,-1-1 0,0 1 0,0-1 0,-7 5-99,-6 12 144,-13 19 64,24-39-193,1 1 0,0 0 0,1 0 0,1 1 0,0 1 0,0-1-1,1 1 1,1 0 0,1 1 0,0 0 0,0 0 0,2 0-1,0 0 1,0 0 0,2 1 0,0-1 0,0 1 0,2 4-15,2-12 5,0 0 1,1 0 0,0 0-1,0 0 1,1-1-1,0 1 1,1-1 0,-1-1-1,1 1 1,0-1 0,1 0-1,2 2-5,27 30 91,-28-29-80,0 1-1,-1 0 0,0 0 1,-1 1-1,0-1 0,-1 1 0,0 1 1,-1-1-1,0 1 0,-1 0 0,0 0 1,-1 0-1,0 0 0,-1 0 1,-1 0-1,0 1 0,0-1 0,-1 0 1,0 0-1,-1 0 0,-1 0 0,0 0 1,-1 0-1,0-1 0,0 1 1,-2-1-1,-5 10-10,0-4 60,-1-1 0,-1 0 0,-1-1 0,0 0 1,-1-1-1,0 0 0,-1-2 0,-1 0 0,0 0 0,-1-2 0,0 0 1,0-1-1,-1-1 0,0-1 0,0 0 0,-1-2 0,0 0 0,0-1 1,0-1-1,-6 0-60,24-5 7,-1 1-1,1-1 1,0 0 0,0 1 0,0-1 0,0 0-1,1 0 1,-1 0 0,0 0 0,1 0 0,0-1 0,-1 1-1,1 0 1,0-1 0,0 1 0,0-1 0,0 1-1,1-1 1,-1 0 0,1 1 0,0-1 0,-1 1 0,1-1-1,0 0 1,1 1 0,-1-1 0,0 0 0,1 1-1,-1-1 1,1 1 0,0-1 0,0 1 0,0-1-1,0 1 1,0-1 0,1 0-7,76-102-43,102-56-813,-94 87-531</inkml:trace>
  <inkml:trace contextRef="#ctx0" brushRef="#br0" timeOffset="9771.83">24090 2227 24093,'0'0'1110,"0"0"-117,4 23 13,14 164 427,-31 175-718,6-262-1398,26-99-53,107-121-1167,4 18-1440,-111 93-1346</inkml:trace>
  <inkml:trace contextRef="#ctx0" brushRef="#br0" timeOffset="10155.223">23507 3287 25669,'0'0'837,"0"0"-324,22-4-13,146-43 532,-22-27-607,-96 44-535,2 2 0,1 2 0,1 3-1,1 2 1,1 2 0,0 3 0,1 3-1,1 2 1,0 2 0,11 2 110,-68 7-49,0 0-1,1 1 1,-1-1-1,1 0 1,-1 1-1,0-1 1,1 1 0,-1-1-1,0 1 1,1 0-1,-1-1 1,0 1-1,0 0 1,0 0 0,0 0-1,0 0 1,0 0-1,0 0 1,0 0-1,0 0 1,0 0 0,0 1-1,-1-1 1,1 0-1,-1 0 1,1 1-1,-1-1 1,1 0 0,-1 1-1,0-1 1,1 1-1,-1-1 1,0 1-1,0-1 1,0 0 0,0 1-1,0-1 1,-1 1-1,1-1 1,0 0-1,-1 1 1,1-1 0,-1 0-1,1 1 1,-1-1-1,1 0 1,-1 1-1,0-1 1,0 0 49,-10 27-3079</inkml:trace>
  <inkml:trace contextRef="#ctx0" brushRef="#br0" timeOffset="10554.849">23729 3498 26382,'0'0'902,"-22"15"-329,-70 51-205,85-63-316,1 0 1,0 1 0,0 0-1,1 0 1,-1 0 0,1 1-1,0 0 1,0 0-1,1 0 1,-1 0 0,1 1-1,0 0 1,0 0 0,1 0-1,0 0 1,0 0 0,1 1-1,-1-1 1,1 3-53,29-10 379,111-76-75,-118 64-293,1 0 1,1 2 0,0 0-1,0 2 1,1 0-1,0 2 1,0 1 0,1 0-1,0 2 1,0 0 0,0 2-1,0 1 1,1 0-1,12 3-11,59 50 164,55-46-80,-109-10-185,-1-2 0,0-1-1,0-2 1,-1-2 0,0-2-1,28-13 102,-47 18-186,206-91-4000,-190 81 1106,44-22-16481</inkml:trace>
  <inkml:trace contextRef="#ctx0" brushRef="#br0" timeOffset="10804.984">25311 2809 27598,'0'0'2432,"0"0"-2352,0 0-64,0 0 8,0 0 249,147 22-17,-86-22-152,5-14-72,0-6-32,-5-1-433,16-23-319,-18 9-176,-13-1-1920</inkml:trace>
  <inkml:trace contextRef="#ctx0" brushRef="#br0" timeOffset="11054.737">25920 2365 24989,'0'0'1851,"0"0"-957,0 0-218,-4 19 163,-47 284 909,44-257-1712,-3 0-1,-1-1 1,-2 0 0,-3 0-1,-1-2 1,-22 40-36,39-82-57,0 0 1,1 1 0,-1-1-1,0 0 1,0 0-1,-1 0 1,1 0 0,0 1-1,0-1 1,0 0-1,-1 0 1,1 0 0,-1 0-1,1 0 1,-1 0-1,1 0 1,-1 0 0,0 0-1,1 0 1,-1 0 0,0 0-1,0 0 1,0 0-1,1 0 1,-1-1 0,0 1-1,0 0 1,0-1-1,0 1 1,0-1 0,-1 1-1,1-1 1,0 1-1,0-1 1,0 0 0,0 0-1,0 1 1,-1-1 0,1 0-1,0 0 1,0 0-1,0 0 1,-1-1 0,1 1-1,0 0 1,0 0-1,0-1 1,0 1 0,0 0-1,0-1 1,0 1-1,-1-1 1,1 0 0,1 1-1,-1-1 1,0 0 0,0 0-1,0 1 1,0-1-1,0-1 57,-6-22-3782</inkml:trace>
  <inkml:trace contextRef="#ctx0" brushRef="#br0" timeOffset="11454.826">25550 2417 19812,'0'0'5412,"0"0"-3622,-5 23-1221,-20 140 301,24-159-851,1-1 0,0 1 0,0-1 0,1 1 0,-1-1-1,1 1 1,-1-1 0,1 0 0,0 1 0,0-1 0,1 0 0,-1 1 0,1-1 0,-1 0 0,1 0 0,0 0 0,0-1 0,1 1 0,-1 0 0,0-1 0,1 1 0,0-1 0,-1 0 0,1 0 0,0 0 0,0 0 0,0 0-1,0-1 1,1 0 0,-1 1 0,0-1 0,1 0 0,1 0-19,12 0-55,0 0 0,0-1 0,0-1 0,0 0 0,0-2 0,0 0 0,0-1 0,-1 0 0,1-1 0,-1-1 0,0-1 1,-1 0-1,0-1 0,0-1 0,6-5 55,-3 3-27,1 1 0,-1 1 0,1 0-1,1 1 1,0 2 0,0 0 0,0 0 0,1 2 0,-1 1 0,7 0 27,-24 5 27,0 0 0,0 1 0,-1-1 0,1 1 0,-1-1 0,0 1 0,0 0 0,0 0 0,0 0 0,0 0 0,-1 0 0,1 1 0,-1-1 0,0 0 0,0 1 0,0-1 0,-1 1 0,1-1 0,-1 1 0,0 0 0,1-1 0,-2 1 0,1-1 0,0 1 0,-1-1 0,0 1 0,1-1 0,-1 1 0,-1-1 0,1 0 0,-1 2-28,-8 23 36,0-1 0,-2 0 0,-1-1-1,-1 0 1,-1-1 0,-2-1-1,0 0 1,-1-1 0,-2-1-1,0-1 1,-5 3-35,-164 179 559,185-197-553,0 0 0,1 0 1,-1 0-1,1 1 1,1-1-1,-1 1 0,1 0 1,0 0-1,1 0 0,-1 0 1,1 0-1,1 0 0,-1 0 1,1 0-1,1 0 1,-1 0-1,1 0 0,0 0 1,1 0-1,0 0 0,0 0 1,0-1-1,1 1 0,0-1 1,0 1-1,1-1 1,-1 0-1,1 0 0,4 3-6,68 76-1413,6-20-3333,-29-28-5356</inkml:trace>
  <inkml:trace contextRef="#ctx0" brushRef="#br0" timeOffset="12239.431">26168 3154 18316,'0'0'5428,"-1"19"-2945,-23 129-968,15-121-1393,-1 0-1,-1 0 1,-2-1 0,-1-1 0,0 0-1,-2-1 1,-1 0 0,0-2 0,-2 0-1,-1-1 1,-1-1 0,0 0 0,-1-2-1,-19 12-121,16-14 115,-2 0 0,1-2 1,-2-1-1,0-1 0,0-1 0,-1-2 0,0 0 0,-1-2 0,0-2 0,-18 2-115,45-9 6,1 0 1,0 0-1,0 0 0,0-1 0,0 1 0,0 0 0,1-1 1,-1 1-1,1-1 0,-1 0 0,1 1 0,0-1 0,0 0 1,0 0-1,1 0 0,-1 0 0,1 0 0,-1 0 1,1 0-1,0 0 0,0 1 0,0-1 0,1 0 0,-1 0 1,1 0-1,-1 0 0,1 0 0,0 0 0,0 0 0,1 1 1,-1-1-1,0 0 0,1 1 0,-1-1 0,3-1-6,14-36-30,3 2 0,1 0 0,1 1 0,23-26 30,-16 20-53,-28 41 51,45-67-125,3 1 1,4 2-1,2 3 1,40-33 126,-41 47-15,2 4 1,2 1-1,1 4 1,3 2-1,1 2 1,1 4-1,55-18 15,-111 46 18,0 0-1,1 1 1,-1 0 0,1 1-1,0 0 1,0 0-1,0 1 1,0 1-1,0 0 1,-1 0-1,1 1 1,0 0-1,0 0-17,-6 3 19,-1 0-1,0 0 0,0 0 0,-1 0 0,1 0 0,-1 0 0,0 1 0,0-1 0,0 1 1,-1 0-1,1 0 0,-1-1 0,0 1 0,-1 0 0,1 0 0,-1 0 0,0 0 0,0 0 0,-1 0 1,1 0-1,-1-1 0,0 1 0,-1 1-18,2 15 90,-5 65 120,2-68-194,1 1-1,0-1 0,2 1 0,0-1 0,1 1 1,1-1-1,1 0 0,0 0 0,2 0 0,0 0 1,2 4-16,103 110 34,-28-45-22,-80-85-11,-1 1-1,1 0 0,0-1 1,-1 1-1,1 0 0,-1 0 0,0 0 1,0 0-1,0 0 0,0 0 1,0 0-1,-1 0 0,0 0 1,1 0-1,-1 0 0,0 0 0,-1 1 1,1-1-1,0 0 0,-1 0 1,0 0-1,0 0 0,0 0 0,0 0 1,0 0-1,0 0 0,-1-1 1,1 1-1,-1 0 0,0-1 1,0 1-1,0-1 0,0 0 0,-1 1 1,1-1-1,-1 0 0,-104 66 13,94-62-13,-70 35-14,-2-4-1,-1-3 0,-2-4 1,-83 16 14,-19-33-642,187-14 602,-1 1 0,1-1-1,0 0 1,0 0 0,0 0 0,0-1 0,0 1-1,1-1 1,-1 1 0,0-1 0,1 0-1,-1 0 1,1 0 0,0-1 0,-1 1-1,1-1 1,0 1 0,0-1 0,1 1-1,-1-1 1,1 0 0,-1 0 0,1 0 0,0 0-1,0 0 1,0 0 0,0 0 0,1-1-1,-1 1 1,1 0 0,0 0 0,0 0-1,0-1 1,0 1 0,1 0 0,-1 0-1,1 0 1,0 0 0,0-1 0,0 1 0,0 0-1,0 1 1,1-1 0,-1 0 0,1 0-1,0 0 1,0 1 0,0-1 0,0 1-1,0 0 1,1 0 0,-1-1 0,1 1 40,12-5 135,0 1 0,0 1 0,1 0 0,0 1 1,-1 0-1,1 1 0,1 1 0,-1 1 0,0 0 0,0 1 1,0 1-1,1 0 0,-1 2 0,7 1-135,266 72 862,-212-51-802,154 58-1202,-188-66-881</inkml:trace>
  <inkml:trace contextRef="#ctx0" brushRef="#br0" timeOffset="13264.033">21350 107 19340,'0'0'3781,"0"0"-1030,0 0-1351,0 0-537,0 0-265,0 0-159,-18-3-69,-61-3-16,15 32 192,50-14-423,-12 7-76,1 2 0,0 1 0,2 1-1,0 1 1,2 1 0,0 1 0,2 1-1,1 1 1,1 0 0,2 1 0,1 1-1,1 0 1,1 1 0,1 4-47,-8 41 14,3 1 0,4 1 0,4 0 0,2 0 0,4 1 0,5 13-14,40 128 15,-33-189-13,-1 1 0,-2 0 0,-1 0-1,-1 0 1,-1 26-2,-7-40 1,-1-1 1,-1 1-1,-1-1 1,-1 0-1,0-1 1,-1 0-1,-1 0 0,0 0 1,-1-1-1,-1-1 1,0 1-1,-1-2 1,0 0-1,-1 0 0,-1-1 1,-8 5-2,-7 12-3,-103 114-52,130-141 36,1 0 1,1 0-1,-1 0 0,0 0 0,0 0 0,1 1 0,0-1 0,-1 0 0,1 0 0,0 0 0,0 1 1,0-1-1,0 0 0,0 0 0,1 1 0,-1-1 0,1 0 0,-1 0 0,1 0 0,0 0 0,0 0 0,0 0 1,0 0-1,0 0 0,0 0 0,1 0 0,-1 0 0,1-1 0,-1 1 0,1 0 0,-1-1 0,1 0 1,0 1-1,0-1 0,0 0 0,0 0 0,0 0 0,0 0 0,1 0 19,18 17-1,-4 4 4,-2 2 1,0-1 0,-2 2 0,0 0 0,-2 0 0,-1 1 0,0 1 0,-3-1 0,0 1 0,-1 1 0,-2-1-1,-1 1 1,-1 0 0,-1 0 0,-3 22-4,8 135 20,-9 0-1,-21 138-19,-28 284 41,51-594-199,0-1 1,2 0-1,-1 1 0,2-1 0,-1 0 0,2 0 1,-1 0-1,2 0 0,0 0 0,0-1 0,1 1 0,1-1 158,12 19-3706</inkml:trace>
  <inkml:trace contextRef="#ctx0" brushRef="#br0" timeOffset="22615.286">17455 6847 30054,'0'0'626,"0"0"-334,0 0-140,0 0 32,0 0-12,11 0-69,148 0-6,977-44 95,-827 28-343,146-9-155,-154-6-5105,-223 19-10951</inkml:trace>
  <inkml:trace contextRef="#ctx0" brushRef="#br0" timeOffset="22918.519">19237 6194 29486,'0'0'476,"0"0"-285,28 19-111,178 115 475,-165-110-326,-2-2-143,-1 1 0,-1 2 0,-1 1 0,-1 2 0,-2 2 0,7 8-86,-36-34 5,-1 0-1,1 0 0,0 1 0,-1 0 1,0-1-1,0 1 0,-1 0 0,1 0 0,-1 1 1,0-1-1,0 1 0,-1-1 0,0 1 1,0-1-1,0 1 0,0-1 0,-1 1 0,0 0 1,0 0-1,-1-1 0,1 1 0,-1-1 1,-1 1-1,1-1 0,-1 1 0,0-1 0,0 1 1,0-1-1,-1 0 0,0 1-4,-113 95-141,-97 43-1358,113-80-827</inkml:trace>
  <inkml:trace contextRef="#ctx0" brushRef="#br0" timeOffset="37559.504">21335 5756 12355,'0'0'13441,"0"0"-10135,0 0-2871,0 0-160,0 0 243,-20 24 56,-126 151 210,31-44-281,59-70-443,2 2 0,4 3 0,-22 39-60,66-97 11,2 0-1,-1 1 1,1-1 0,0 1-1,1 0 1,0 1 0,0-1-1,1 0 1,0 1 0,1-1-1,0 1 1,1 0 0,-1-1-1,2 1 1,0 0 0,0-1-1,0 1 1,1-1 0,1 1-1,0-1 1,3 7-11,14 15 91,-12-20-83,-1 0 0,0 1 0,0 0 0,-1 0 0,-1 0 1,0 1-1,0-1 0,-1 1 0,-1 1 0,1 6-8,-5 9 0,-1 0 0,-1 0 0,-2 0 0,-1 0 0,-1-1 0,-1 1 0,-2-2 0,-1 0 0,-1 0 0,-1-1 0,-1 0 0,-15 19 0,1 7 0,-160 278 0,184-325-5,1-1-1,0 1 1,1 0 0,-1 0-1,1 0 1,0 0 0,0 0-1,0 0 1,1 1 0,0-1-1,0 0 1,0 1 0,1-1-1,0 1 1,0-1 0,0 1-1,1-1 1,0 1 0,0-1-1,0 1 1,0-1 0,1 0-1,0 0 1,0 0 0,1 0-1,-1 0 1,1 1 5,9 6-20,-2 1 0,1 1 0,-2-1 0,0 1 0,-1 1 0,0 0 0,-1 0 0,-1 1 0,0-1 0,-1 2 0,-1-1 0,0 0 0,-1 1 0,0 9 20,10 410 13,-14-268-10,96 1436 193,-19-600-197,-61 333 6,-53-167 203,39-934-208,-1-236-10,0-1-1,0 0 1,1 1-1,-1-1 1,0 1-1,0-1 1,0 1-1,1-1 1,-1 1-1,0-1 1,1 1-1,-1-1 1,0 1-1,1 0 1,-1-1-1,1 1 1,-1 0-1,0-1 1,1 1-1,-1 0 1,1-1-1,-1 1 1,1 0-1,-1 0 1,1-1-1,0 1 1,-1 0-1,1 0 1,-1 0-1,1 0 1,-1 0-1,1 0 1,-1 0-1,1 0 1,0 0-1,-1 0 1,1 0-1,-1 0 1,1 0-1,-1 1 1,1-1-1,-1 0 1,1 0-1,-1 1 1,1-1-1,-1 0 1,1 1 10,14-198-2578,-18 111-2439,-2-3-10460</inkml:trace>
  <inkml:trace contextRef="#ctx0" brushRef="#br0" timeOffset="53344.005">8683 14418 24061,'0'0'5937,"0"0"-5937,0 0-6153</inkml:trace>
  <inkml:trace contextRef="#ctx0" brushRef="#br0" timeOffset="-16525.25">1202 1040 27902,'0'0'1143,"0"0"-496,-14-17-273,-108-124 765,119 137-1122,1 0 0,-1 1 0,0-1 0,0 1 0,-1-1 0,1 1 0,-1 0 0,0 0 0,0 1 0,0-1 0,0 1 0,0 0 0,0 0 0,-1 0 1,1 0-1,0 1 0,-1 0 0,0 0 0,1 0 0,-1 0 0,0 1 0,1 0 0,-1 0 0,0 0 0,0 0 0,1 1 0,-1 0 0,1 0 0,-1 0 0,1 1 0,-1-1 0,1 1 0,-1 0 0,1 0 0,0 1 0,0-1 0,0 1 0,1 0 0,-1 0 0,1 0 0,-4 4-17,-47 41 5,1 3 0,3 3 1,-38 52-6,-4 6 3,5 5 0,6 3 0,5 4 0,-52 117-3,95-170 31,4 1 0,3 1 0,3 1 0,3 1 0,3 1 0,4 1 0,4 0 0,2 0 0,4 1 1,4 3-32,-3-66 13,1 0 1,1 0-1,0 0 1,1 1 0,1-1-1,0-1 1,2 1 0,-1 0-1,2-1 1,-1 1 0,2-1-1,0 0 1,1-1 0,0 0-1,1 0 1,1 0 0,0-1-1,0 0 1,1-1-1,1 0 1,0-1 0,0 0-1,1-1 1,0 0 0,1 0-1,7 2-13,16 0 10,0-1-1,1-3 0,0-1 1,1-1-1,-1-2 0,38-3-9,-26 1 4,1-3 0,-1-3-1,0-1 1,0-2-1,0-3 1,-2-2 0,1-1-1,-2-3 1,0-2 0,-1-2-1,1-3-3,51-34-31,-3-4 0,-2-4 0,-4-5 0,3-8 31,-24 21-943,-3-3 1,-3-2-1,-3-3 0,41-61 943,-41 32-5096</inkml:trace>
  <inkml:trace contextRef="#ctx0" brushRef="#br0" timeOffset="-16238.174">2009 866 28646,'19'-7'896,"198"-54"-192,-105 48-39,0 6-1,104 5-664,-197 2 37,1 0 0,0 1-1,0 1 1,-1 1 0,1 0 0,-1 2 0,0 0 0,0 1 0,-1 1 0,1 1 0,-1 1 0,-1 0-1,0 1 1,0 1 0,-1 0 0,-1 2 0,0 0 0,0 0 0,-1 1 0,-1 1 0,8 12-37,-14-8 0,-1-1 0,0 2 1,-2-1-1,0 1 1,-1 0-1,-1-1 0,-1 1 1,-1 0-1,0 0 1,-2 0-1,0 0 0,-1 0 1,-2-1-1,1 1 1,-2-1-1,-1 0 0,0-1 1,-1 0-1,-1 0 1,-1-1-1,-1 0 1,0 0-1,-11 11 0,-18 28-69,-3-2-1,-2-2 1,-3-2 0,-2-2-1,-48 35 70,78-66-191,-1-1 1,-1-1-1,-1-1 0,0-1 1,-1-1-1,0-1 0,-1-1 1,0-2-1,-25 7 191,-8-11-1746</inkml:trace>
  <inkml:trace contextRef="#ctx0" brushRef="#br0" timeOffset="-15988.669">2502 1046 26910,'-35'152'2592,"-5"41"-1800,-3 38-287,5-1-41,10-14-8,8-3-160,11-10-192,9-14-88,0-17-16,0-40 0,14-35-48,-1-40-224,6-28-264,8-13-264,23-41-217,-4-21-79,-2-25-4393</inkml:trace>
  <inkml:trace contextRef="#ctx0" brushRef="#br0" timeOffset="-15639.622">3466 1422 23493,'0'0'4045,"3"36"-2741,9 481 689,-35-5-762,22-510-1224,0 0 1,0 1 0,1-1 0,-1 0-1,1 1 1,0-1 0,-1 1 0,1-1-1,0 1 1,1-1 0,-1 1 0,0-1 0,1 0-1,-1 1 1,1-1 0,0 1 0,0-1-1,-1 0 1,2 0 0,-1 0 0,0 1 0,0-1-1,1 0 1,-1-1 0,1 1 0,0 0-1,-1 0 1,1-1 0,0 1 0,0-1 0,0 1-1,0-1 1,0 0 0,1 0 0,-1 0-1,0 0 1,0 0 0,1 0 0,-1-1 0,1 1-1,-1-1 1,0 1 0,1-1 0,-1 0-1,1 0 1,-1 0 0,3-1-8,1 0 12,1 0 0,-1 0-1,0-1 1,0 1 0,0-2 0,0 1 0,-1 0 0,1-1 0,-1 0-1,1-1 1,-1 1 0,0-1 0,0 0 0,0 0 0,-1-1-1,0 1 1,1-2-12,92-99-37,-6-5-1,-4-3 1,32-61 37,-104 152-20,337-529-1077,-271 441 839,-79 108 260,0 1 0,0-1 0,1 0 0,-1 1 0,1 0-1,-1-1 1,1 1 0,0 0 0,-1 0 0,1 1 0,0-1-1,0 1 1,-1-1 0,1 1 0,0 0 0,0 0 0,0 0-1,0 0 1,-1 0 0,1 1 0,0 0 0,0-1 0,-1 1-1,1 0 1,0 0 0,-1 0 0,1 1 0,-1-1 0,1 1-1,-1-1 1,0 1 0,0 0 0,1 0 0,-1 0 0,0 0-1,-1 0 1,1 0 0,0 0 0,-1 1 0,1-1 0,-1 1 0,0-1-1,0 1 1,0 0 0,0-1 0,0 1 0,0 0 0,-1 0-1,1-1 1,-1 1 0,0 0 0,0 0 0,0 0-2,131 643 1509,-126-633-1507,0-1-1,1 0 0,1 0 1,0-1-1,0 0 0,1 0 1,0 0-1,1-1 0,0 0 1,1-1-1,0 0 0,0-1 1,1 0-1,0 0 1,1-1-1,-1-1 0,1 0 1,0 0-1,3-1-1,23 9-129,1-2 1,1-2-1,0-1 0,1-2 1,10-1 128,97 6-3005,-15-11-6249</inkml:trace>
  <inkml:trace contextRef="#ctx0" brushRef="#br0" timeOffset="-14819.104">6715 525 9922,'0'0'14223,"22"10"-10538,149 73-2366,-142-68-1116,-10-6-127,1 1 0,-1 0 0,-1 2-1,0 0 1,0 1 0,-1 1 0,-1 1-1,7 7-75,-20-17-6,0 0-1,0 0 1,0 0-1,0 0 1,-1 0-1,0 0 1,0 1-1,-1-1 1,1 1-1,-1-1 0,0 1 1,-1 0-1,1 0 1,-1-1-1,0 1 1,-1 0-1,1-1 1,-1 1-1,0 0 1,0-1-1,-1 1 1,0-1-1,0 1 0,0-1 1,-1 0-1,0 1 7,-91 118-556,4-41 453,-3-4 1,-4-3 0,-88 50 102,75-51 300,70-39 181,45-33-398,26-4-38,0-1 1,0-1-1,-1-2 1,1-2-1,23-7-45,105-17 26,-157 30-25,0 0-1,0 1 0,0-1 0,0 1 0,0-1 1,0 1-1,0 0 0,0 0 0,0 0 0,0 0 1,0 0-1,0 0 0,0 1 0,0-1 0,0 1 1,-1-1-1,1 1 0,0 0 0,0 0 0,0 0 1,-1 0-1,1 0 0,0 0 0,-1 0 0,1 0 1,-1 1-1,1-1 0,-1 1 0,0-1 0,1 1 1,-1-1-1,0 1 0,0 0 0,0 0 0,-1-1 1,1 1-1,0 0 0,-1 0 0,1 0 0,-1 0 1,1 0-1,-1 0 0,0 0 0,0 0 0,0 0 1,0 0-1,0 0 0,0 0 0,-1 0 0,1 0 1,-1 0-1,1 0 0,-2 1 0,-4 19 32,-1 0 0,-1-1 0,-1 0 0,-1-1 0,-1 0 0,0 0 1,-2-1-1,-13 16-32,-18 30 143,33-48-98,-3 2-8,1 1 0,1 0 1,1 1-1,1 0 0,0 1 1,2 0-1,0 0 0,2 1 0,0 0 1,2 0-1,0 6-37,4-28 0,0 0 0,0 0 0,0 0 0,0 0-1,0 0 1,1 0 0,-1 0 0,0 0 0,1 0 0,-1 0 0,1 0 0,-1 0 0,1 0 0,-1 0-1,1 0 1,0-1 0,-1 1 0,1 0 0,0 0 0,0-1 0,0 1 0,-1 0 0,1-1 0,0 1-1,0-1 1,0 1 0,0-1 0,0 1 0,0-1 0,0 0 0,0 1 0,0-1 0,0 0 0,0 0 0,1 0-1,-1 0 1,0 0 0,0 0 0,0 0 0,0 0 0,0-1 0,0 1 0,0 0 0,0-1 0,0 1-1,0 0 1,0-1 0,0 0 0,56-24-8,315-277-327,-352 287 327,-3 0 15,0 1 0,1 0 1,0 2-1,1 0 0,0 1 0,1 1 0,1 0 0,-1 2 1,1 0-1,1 2 0,-1 0 0,1 1 0,22-1-7,-39 8 25,1 1-1,0 0 0,-1 0 1,0 1-1,0-1 0,0 1 0,0 0 1,0 0-1,-1 1 0,0 0 1,0-1-1,0 1 0,-1 0 1,1 1-1,-1-1 0,0 1 1,-1-1-1,0 1 0,1 0 1,-2 0-1,1 0 0,-1 0 1,0 1-1,0-1 0,-1 0 1,1 1-25,4 13 3,-4-15-40,0-4-13,0 0 1,0 1 0,0-1-1,0 0 1,-1 1-1,1-1 1,0 0 0,-1 1-1,1-1 1,-1 1-1,0-1 1,1 1 0,-1-1-1,0 1 1,0-1-1,0 1 1,0 0 0,0-1-1,0 1 1,-1-1-1,1 1 1,-1-1 0,1 1-1,-1-1 1,1 0-1,-1 1 1,1-1 0,-1 1-1,0-1 1,0 0-1,0 0 1,0 0 0,0 1-1,0-1 1,0 0-1,0 0 1,-1 0 0,1 0-1,0-1 1,-1 1-1,1 0 1,0-1 0,-1 1-1,1 0 50,-26-1-3296</inkml:trace>
  <inkml:trace contextRef="#ctx0" brushRef="#br0" timeOffset="-14355.541">6114 1048 11674,'0'0'13022,"0"0"-9785,0 0-2573,12 26-44,1 2-435,-3-9-67,-1 0 1,-1 0-1,-1 1 0,-1 0 1,-1 1-1,0-1 0,0 12-118,-1 9 55,-2 1-1,-1 0 1,-3-1-1,-1 1 0,-2-1 1,-2 1-1,-1-2 1,-3 1-1,-10 25-54,9-25-2,-2-2 0,-1 0 1,-3 0-1,-1-2 0,-1 0 0,-3-1 0,0-1 1,-2-2-1,-2 0 0,-1-2 0,-2-1 1,-24 20 1,42-43-3,1-1 1,-1 0-1,-1 0 1,1-1 0,-1-1-1,0 0 1,0-1-1,0 0 1,-1-1 0,1 0-1,0-1 1,-1-1-1,1 0 1,-1-1 0,-2-1 2,-19-9-13,36 11-2,18 13 4,68 42 110,2-4 0,2-4 1,2-3-1,1-6 0,3-3 1,0-4-1,2-5 0,2-4 0,4-4-99,-38-7 6,0-3-1,0-3 0,0-2 0,1-4 0,-1-3 0,0-3 1,0-2-1,18-8-5,193-82-1397,-175 44-783</inkml:trace>
  <inkml:trace contextRef="#ctx0" brushRef="#br0" timeOffset="-13772.521">8431 247 28278,'0'0'1558,"0"0"-1048,-10 18-281,-191 318 672,154-215-884,48-119-17,1 1 0,0-1 0,-1 0 0,1 0-1,0 0 1,0 0 0,1-1 0,-1 1 0,0 0-1,0-1 1,1 0 0,-1 1 0,1-1 0,-1 0-1,1 0 1,-1 0 0,1-1 0,0 1 0,0-1-1,-1 1 1,1-1 0,0 0 0,0 0 0,-1 0-1,1-1 1,0 1 0,-1-1 0,1 1 0,0-1-1,-1 0 1,1 0 0,0 0 0,-1 0 0,4 0 0,21-6-22,-1-1 0,1-1 1,-1-1-1,-1-1 1,0-2-1,-1 0 0,0-2 1,11-10 21,-2 5-42,342-236-645,-291 223 690,-79 60 72,-77 132 262,73-157-336,0-1-1,0 1 1,0 0 0,0 0-1,1-1 1,-1 1 0,0-1 0,1 1-1,0-1 1,-1 0 0,1 1-1,0-1 1,-1 0 0,1 0-1,0 0 1,0 0 0,0-1 0,0 1-1,0 0 1,0-1 0,0 1-1,0-1 1,0 0 0,0 0-1,0 0 1,0 0 0,0 0-1,0 0 1,0 0 0,0-1 0,0 1-1,0-1 1,0 1 0,0-1-1,0 0 0,10 0 4,32-4-31,1-2-1,-1-2 1,0-2 0,-1-2-1,0-2 1,-1-2 0,1-2 27,29-10-138,179-61-9,-235 93 247,-162 117-232,70-62-2785,48-45-121</inkml:trace>
  <inkml:trace contextRef="#ctx0" brushRef="#br0" timeOffset="-13050.277">8718 983 27358,'-14'23'1416,"-162"288"293,161-280-1676,2 1 0,2 0 0,1 1 0,1 0 0,2 1 0,1 0 1,0 28-34,8-75-59,1-1-1,0 0 1,1 1 0,1 0 0,0 0 0,1 0 0,0 1 0,1 0 0,0 0 0,1 1 0,2-2 59,4-10-81,94-142-1142,7 5 1,25-16 1222,-122 151-80,1 2 0,1 0-1,1 2 1,1 0 0,1 1-1,0 1 1,1 2 0,2 0-1,-1 2 1,2 0 0,0 2 0,1 1-1,0 1 1,29-6 80,-51 14 86,1 1 0,-1 0-1,1 1 1,0 0 0,0 0 0,0 0-1,0 1 1,0 0 0,0 0 0,0 1-1,-1 0 1,1 0 0,0 1 0,0-1-1,-1 2 1,1-1 0,-1 1 0,0 0-1,1 0 1,-1 0 0,-1 1 0,1 0-1,0 0 1,-1 1 0,0-1 0,3 5-86,2 10 148,0 0 0,-2 0 0,0 1 0,-2 0 0,0 0 1,-1 0-1,-1 1 0,-1 0 0,-1 0 0,-1 0 0,0 0 0,-3 15-148,2-28 30,1 41 41,-2-1-1,-2 1 1,-2-1 0,-3 0-1,-1-1 1,-3 0 0,-2 0-1,-1-1 1,-3-1 0,-2 0-1,-16 25-70,27-56-47,0 0-1,-1-1 1,0-1-1,-1 0 1,0 0 0,-1-1-1,-1 0 1,0-1-1,0-1 1,-1 0-1,0-1 1,0 0-1,-1-1 1,-1 0 47,7-4-52,0 1 1,1-2 0,-1 1 0,0-1 0,0-1-1,-1 0 1,1 0 0,0 0 0,0-1-1,-1-1 1,1 0 0,0 0 0,0 0-1,0-2 1,0 1 0,0-1 0,1 0-1,-1 0 1,1-1 0,0-1 0,0 1-1,0-1 1,0-1 0,1 1 0,0-1 51,-6-8-25,1-1 1,1 0-1,1-1 1,0 0-1,1 0 1,0-1-1,2 0 1,0-1-1,1 1 1,0-2-1,2 1 1,0 0-1,1-1 1,1 1-1,1-1 1,0 0-1,1 0 1,2 0-1,2-15 25,-3 22 34,2 0 0,-1 1 0,2-1-1,-1 1 1,2-1 0,-1 1 0,2 0 0,-1 1 0,1-1-1,1 1 1,0 0 0,0 1 0,1 0 0,1 0-1,-1 1 1,1 0 0,1 0 0,-1 1 0,1 0 0,0 0-1,1 2 1,0-1 0,0 1 0,0 1 0,7-3-34,-17 7 5,0 0 1,0 0-1,0-1 1,0 1 0,0 0-1,0 0 1,0 0 0,0 0-1,0 0 1,0 0-1,0 1 1,0-1 0,0 0-1,0 0 1,0 1-1,0-1 1,0 0 0,0 1-1,0-1 1,-1 1-1,1-1 1,0 1 0,0 0-1,0-1 1,-1 1-1,1 0 1,0 0 0,-1-1-1,1 1 1,0 0-1,-1 0 1,1 0 0,-1 0-1,0 0 1,1 0-1,-1 0 1,0 0 0,1 0-1,-1 0 1,0 0-1,0 0 1,0 0 0,0 0-1,0 0 1,0 0-1,0 0 1,0 0 0,0 0-1,-1 0 1,1 0-1,0 0 1,-1 0 0,1 0-1,-1 0 1,1 0-6,-27 59 146,-5-23-81,-1-1-1,-1-1 1,-2-2-1,-21 14-64,-41 38 60,95-82-58,4-3-2,-1 0 1,1 0-1,-1 0 1,1 0-1,-1 1 1,1-1-1,-1 0 1,0 0-1,1 0 1,-1 1-1,1-1 1,-1 0-1,1 1 1,-1-1-1,0 0 1,1 1-1,-1-1 1,0 1-1,0-1 1,1 0-1,-1 1 1,0-1-1,0 1 1,1-1-1,-1 1 1,0-1-1,0 1 1,0-1-1,0 1 0,0-1 1,0 1-1,0-1 1,0 1-1,0-1 1,0 1-1,0-1 1,0 1-1,0-1 1,0 0-1,0 1 1,0-1-1,-1 1 1,1-1-1,0 1 1,0-1-1,-1 1 1,1-1-1,0 0 1,0 1-1,-1-1 1,1 1-1,-1-1 1,1 0-1,388-78 0,-386 78-7,-2 0 0,-1 0 1,1 1-1,0-1 1,-1 0 0,1 1-1,-1-1 1,1 1 0,0-1-1,-1 0 1,1 1 0,0-1-1,-1 1 1,1-1 0,0 1-1,0-1 1,0 1-1,-1 0 1,1-1 0,0 1-1,0-1 1,0 1 0,0-1-1,0 1 1,0-1 0,0 1-1,0 0 1,0-1 0,0 1-1,0-1 1,0 1-1,1-1 1,-1 1 0,0-1-1,0 1 1,1-1 0,-1 1-1,0-1 1,0 1 0,1-1-1,-1 1 1,1-1 0,-1 0-1,0 1 1,1-1 0,-1 0-1,1 1 1,-1-1-1,1 0 1,-1 1 0,1-1-1,-1 0 1,1 0 0,-1 0-1,1 1 1,-1-1 0,1 0-1,0 0 1,-1 0 0,1 0-1,-1 0 1,1 0-1,-1 0 1,1 0 0,-1 0-1,1-1 1,0 1 6,-105 115-2092,31-52-2104</inkml:trace>
  <inkml:trace contextRef="#ctx0" brushRef="#br0" timeOffset="-12806.525">7892 2310 24989,'0'0'2085,"0"0"-792,0 0-430,0 0-343,49 0 70,198-16-121,55-59-169,88-42-60,908-248 862,-1281 360-1752,-31 5-498,-2 0 899,-291 29-5462,189-18-722</inkml:trace>
  <inkml:trace contextRef="#ctx0" brushRef="#br0" timeOffset="-12556.084">8948 1758 11370,'0'0'4729,"0"0"3737,0 0-6905,0 0-329,-83 136-408,66-73-208,-3 6-192,5 4-264,1 0-104,6-8-56,5-14-24,3-21-616,0-18-664,9-12-2609</inkml:trace>
  <inkml:trace contextRef="#ctx0" brushRef="#br0" timeOffset="-12374.095">9334 1407 28326,'24'122'1088,"-4"52"-63,-9 56-337,-11 31-96,-2 19-104,-20 16-120,0-2-272,2-8-72,-2-18-24,7-13-160,4-31-336,0-44-232,2-62-1001,-8-59-4688</inkml:trace>
  <inkml:trace contextRef="#ctx0" brushRef="#br0" timeOffset="-11317.672">12032 643 19892,'0'0'6934,"-31"5"-5165,31-5-1768,-41 6 77,0 1 0,0 3-1,1 1 1,0 2 0,1 1-1,-3 4-77,-37 21 254,1 3 1,2 3-1,2 4 0,3 3 0,-25 25-254,76-60 33,0 1 0,1 1 1,1 0-1,0 2 0,2 0 0,0 1 0,2 0 0,0 2 0,2-1 1,1 2-1,0-1 0,2 2 0,1-1 0,0 4-33,8-18 1,1-1 1,0 0-1,1 1 0,0-1 0,0 0 1,1 0-1,1 0 0,0-1 0,0 1 0,0-1 1,1 0-1,1 0 0,0 0 0,0-1 1,1 0-1,-1 0 0,2 0 0,-1-1 0,1 0 1,0-1-1,1 0 0,-1 0 0,7 3-1,96 106 20,-105-102-19,0 0 0,-2 1 0,1 0 0,-2 0 0,0 0-1,0 0 1,-1 0 0,-1 1 0,-1-1 0,0 1 0,0-1-1,-2 0 1,0 1 0,0-1 0,-2 0 0,1 0 0,-3 4-1,-9 25 4,-2 0 0,-2-2 0,-1 0 0,-24 35-4,-406 546 27,443-614-36,0 1 0,1-1 1,0 1-1,1 0 1,0 1-1,0-1 1,1 1-1,0 0 0,0 0 1,2 0-1,-1 0 1,1 1-1,0-1 1,1 7 8,1-15-9,1 0 0,0 0 0,-1 0 0,1 0 1,0 0-1,0 0 0,0 0 0,0 0 0,1-1 0,-1 1 1,0 0-1,1-1 0,-1 1 0,1-1 0,0 0 1,-1 1-1,1-1 0,0 0 0,0 0 0,0 0 1,-1 0-1,1-1 0,0 1 0,0 0 0,0-1 1,1 1-1,-1-1 0,0 0 0,0 0 0,0 0 0,0 0 1,2 0 8,81-3-101,-76 3 90,287-65-140,-293 65 152,0 1-1,0 0 0,0-1 0,0 1 0,0 0 0,0 0 0,0 0 0,-1 1 1,1-1-1,0 1 0,-1-1 0,1 1 0,-1 0 0,0 0 0,1 0 0,-1 0 0,0 1 1,0-1-1,0 0 0,-1 1 0,1 0 0,-1-1 0,1 1 0,-1 0 0,0 0 1,0 0-1,0-1 0,0 1 0,-1 0 0,1 0 0,-1 1 0,0-1 0,0 0 0,0 1 0,49 336 199,40 1564 1374,-87-961-1325,-21-583-222,-15 0 1,-16-2 0,-26 49-27,51-276-260,25-117-194,6-30 80,-1 0 11,16-43-1901,1-25-3918</inkml:trace>
  <inkml:trace contextRef="#ctx0" brushRef="#br0" timeOffset="-10677.587">12824 1294 26638,'0'0'1176,"0"0"-536,138 0-264,-64-10-104,12-1-8,4-3-24,6-4-96,-2-2-88,1-3-56,-10-1-24,-8-2-120,-11-1-208,-12-1-288,-10-13-560,-15 7-1425,-14 2-14362</inkml:trace>
  <inkml:trace contextRef="#ctx0" brushRef="#br0" timeOffset="-9584.911">13753 831 19956,'0'0'1137,"0"0"-807,0 0-100,0 0 563,0 0 567,-25 19 351,-87 81-384,37 32-485,-146 461 767,-33 78-1383,247-654-252,6-11-44,0 0 1,-1 1-1,0-1 1,0 0-1,-1 0 1,1-1-1,-1 1 1,-1 0-1,1-1 0,-1 0 1,0 0-1,0 0 1,0 0-1,-1 0 1,1-1-1,-1 0 1,0 0-1,0 0 1,-1-1-1,1 0 1,-1 0-1,0 0 1,0-1-1,0 0 1,-4 1 69,6-5-29,0-1 0,0 0 0,0-1 0,0 1 0,1-1 0,-1 0 0,1 0 0,0 0 0,0 0 0,0 0 0,1-1 0,0 1 0,0-1 0,0 0 0,0 1 0,1-1 0,-1 0 0,1 0 0,0 0 0,1 0 0,-1 0 0,1-5 29,-1 3-33,-4-15 48,0 0-1,2-1 1,0 1 0,1-1 0,2 0-1,0 1 1,2-1 0,0 1 0,2-1 0,0 1-1,1 0 1,2 0 0,0 1 0,1 0 0,1 0-1,1 0 1,1 1 0,1 1 0,0 0 0,2 1-1,0 0 1,1 1 0,14-13-15,-7 16 44,0 0 1,1 2-1,0 1 1,0 0 0,2 2-1,-1 0 1,1 2-1,0 1 1,0 1-1,1 1 1,0 1-1,-1 2 1,1 0-1,0 2 1,22 3-45,-43-5 1,0 0 0,-1 1 1,1 0-1,0 0 0,0 0 0,-1 1 1,1-1-1,0 1 0,-1 0 0,1 0 0,0 1 1,-1-1-1,0 1 0,1 0 0,-1 0 0,0 1 1,0-1-1,0 1 0,0 0 0,-1 0 1,1 0-1,-1 1 0,1-1 0,-1 1 0,0 0 1,-1 0-1,1 0 0,-1 0 0,0 0 1,0 0-1,0 1 0,0-1 0,-1 1 0,0 0 1,0-1-1,0 1 0,0 0 0,-1-1 0,0 1 1,0 0-1,0 0 0,0-1 0,-1 1 1,0 0-1,0 0 0,0 0-1,-7 10 17,-1-1 0,0 0-1,-1 0 1,0-1 0,-1 0 0,-1 0-1,0-2 1,0 1 0,-5 1-17,2 1 14,-265 222 1304,-134 77-1318,359-272 152,5-4 6,12-7 32,-1-2 0,-1-2 1,-2-2-1,-29 13-190,51-29 36,17-12-32,205-160-627,162-91 27,-353 248 608,55-14 108,-66 40-57,-8 3-10,-1 0 0,-1-1 0,0 0 0,-2-1 0,-1 0 1,0-1-1,-5 4-53,-336 464 513,343-474-504,1 1 0,1 1 0,0 0 0,1 0 0,1 1 0,0 0 0,1 0 0,1 0 0,0 1-1,2 0 1,0-1 0,0 2 0,1 8-9,3-24-6,-1-1 0,1 0 0,-1 0 0,1 1 1,-1-1-1,1 0 0,0 0 0,0 0 0,0 0 0,0 0 0,-1 0 0,1 0 0,0 0 0,1-1 0,-1 1 0,0 0 0,0 0 0,0-1 0,0 1 0,1-1 1,-1 1-1,0-1 0,0 0 0,1 1 0,-1-1 0,0 0 0,1 0 0,-1 0 0,0 0 0,1 0 0,-1 0 0,0 0 0,1 0 0,-1-1 0,0 1 0,0 0 0,1-1 1,-1 1-1,0-1 0,0 0 0,0 1 0,1-1 0,-1 0 6,2 0-10,37-13-113,0-1-1,-2-3 1,0-1 0,0-1 0,-2-3 0,-1 0-1,1-4 124,8-3-193,210-131-505,-154 126 797,-98 35-85,0 0 0,0 1 0,-1-1 1,1 0-1,0 1 0,0-1 0,-1 1 0,1 0 1,0 0-1,-1 0 0,1-1 0,-1 1 0,1 1 0,-1-1 1,1 0-1,-1 0 0,0 0 0,0 1 0,0-1 1,0 1-1,1-1 0,-2 1 0,1-1 0,0 1 1,0 0-1,0-1 0,-1 1 0,1 0 0,-1 0 0,0-1 1,1 1-1,-1 0 0,0 0 0,0 0 0,0-1 1,0 1-1,0 0 0,-1 1-14,-5 77 601,6-78-588,-19 97 498,48-97-491,71-78-198,-77 53 64,119-122-361,-6-5-1,76-116 476,-203 254-30,9-7-6,-2-1-1,0 0 0,-1-1 1,-1-1-1,-1 0 0,-1-1 1,-1-1-1,-1 0 1,-1 0-1,-1 0 0,-2-1 1,0-1-1,-1 1 0,0-17 37,-7 39 7,0 1 0,0 0 0,-1 0 0,1 0 0,0 0-1,-1 1 1,1-1 0,-1 1 0,0-1 0,1 1-1,-1 0 1,0 0 0,0 0 0,0 0 0,0 0 0,0 1-1,1 0 1,-1-1 0,0 1 0,0 0 0,0 0-1,0 1 1,0-1 0,0 1 0,0-1 0,0 1 0,0 0-1,0 0 1,0 0 0,1 0 0,-1 1 0,0-1 0,1 1-1,-1 0 1,1 0-7,-24 12 88,2 1 0,0 2 0,0 0-1,2 1 1,0 2 0,2 0 0,0 1-1,1 1 1,1 1 0,1 0 0,-2 7-88,5-9 75,1 0 1,1 0-1,1 2 0,1-1 1,2 1-1,0 1 1,1-1-1,1 1 0,1 1 1,1-1-1,2 1 1,0-1-1,2 9-75,0-25 8,0 0 0,0 0 0,1 0 0,1 0-1,-1 0 1,1-1 0,1 1 0,-1 0 0,1-1 0,1 0 0,-1 1 0,1-1 0,1-1-1,-1 1 1,1 0 0,0-1 0,0 0 0,1-1 0,0 1 0,0-1 0,0 0 0,1 0 0,-1-1-1,1 0 1,1 0-8,14 4-6,0-1-1,1-2 1,0 0-1,0-1 1,1-1-1,-1-2 1,0 0-1,1-1 1,-1-2-1,1 0 1,-1-2-1,0 0 0,0-1 1,-1-2-1,1 0 1,-2-1-1,1-2 1,-1 0-1,5-4 7,26-12-180,0-2 0,-2-2-1,-2-3 1,0-1 0,-3-3 0,14-16 180,64-85-4971,-73 66-10252</inkml:trace>
  <inkml:trace contextRef="#ctx0" brushRef="#br0" timeOffset="-9363.993">14807 1369 24277,'0'0'2545,"0"0"-1913,167-16-408,-88 14-144,-5 2-56,-6 0 136,-13 4-32,-11 16-128,-20 6-208,-24 27-336,-20-6-808,-15 3-1593</inkml:trace>
  <inkml:trace contextRef="#ctx0" brushRef="#br0" timeOffset="-9056.784">14893 1876 22557,'0'0'2798,"0"0"-1413,0 0-837,0 0-214,0 0 46,0 0-84,18 2-149,-6 0-134,-4-1-8,1 0 0,-1 0-1,1 0 1,-1-1-1,1-1 1,-1 1-1,1-1 1,-1-1-1,0 1 1,0-1-1,1-1 1,-1 0 0,0 0-1,0-1-4,6-3 7,-5 1 3,0 1 1,0 0-1,0 0 1,1 1-1,0 0 1,0 1 0,0 0-1,0 1 1,0 0-1,1 1 1,6-1-11,-12 4 28,-1-1-1,0 1 1,1 0 0,-1 0 0,0 1 0,0-1 0,0 1-1,-1 0 1,1 0 0,-1 0 0,1 0 0,-1 0 0,0 1-1,0 0 1,-1-1 0,1 1 0,-1 0 0,0 1 0,0-1-1,0 0 1,0 0 0,-1 1 0,0-1 0,0 1 0,0 1-28,3 4 59,27 92 167,-4 2 1,-5 1-1,-5 0 1,-4 2-1,-5-1 1,-5 1 0,-8 78-227,5-141 41,0-31-40,0-1 0,-1 1 1,0-1-1,-1 1 0,-1-1 1,0 0-1,0 1 0,-1-2 1,-1 1-1,0 0 0,-1 1-1,5-12-13,0 0 0,-1 0 0,1 0 1,0 0-1,0 0 0,-1 0 0,1 0 0,-1-1 0,1 1 0,-1 0 0,1-1 0,-1 1 0,1-1 0,-1 1 0,1-1 0,-1 0 0,0 0 0,1 0 0,-1 0 0,0 0 0,1 0 0,-1 0 0,1 0 1,-1-1-1,0 1 0,1 0 0,-1-1 0,1 0 0,-1 1 0,1-1 0,0 0 0,-1 0 0,1 0 0,0 0 0,-1 0 0,1 0 0,0 0 0,0 0 0,0 0 0,0-1 0,0 1 0,0 0 1,0-1-1,0 1 0,1-1 0,-1 1 0,0-1 0,1 1 0,0-1 0,-1 1 0,1-1 0,0 0 0,0 1 0,-1-1 0,1 1 13,-8-24-449,1 0 0,1 0 0,1 0 0,2-1 0,0 1 0,1-1 0,2-11 449,-3-23-3489,-2-20-7925</inkml:trace>
  <inkml:trace contextRef="#ctx0" brushRef="#br0" timeOffset="-8790.362">15145 2427 19060,'0'0'1056,"0"0"5234,-77 126-5826,51-67-392,6 16-72,11-16-728,7-15-1121</inkml:trace>
  <inkml:trace contextRef="#ctx0" brushRef="#br0" timeOffset="-8789.362">15835 2344 26598,'0'0'1344,"0"0"-704,128 31-256,-87-3-48,-8 3-40,4 33-184,-10-9-112,-10-4-1000</inkml:trace>
  <inkml:trace contextRef="#ctx0" brushRef="#br0" timeOffset="-7657.54">13459 5814 25373,'0'0'2137,"0"0"-1033,143 23-688,-91-11-168,-3-2-128,-10 2-72,-4 2-48,-15 9-224,-9-1-960,-11-2-6490</inkml:trace>
  <inkml:trace contextRef="#ctx0" brushRef="#br0" timeOffset="-7224.154">12727 6615 27334,'0'0'2024,"0"0"-1441,0 0-468,20 14 78,78 43 165,-87-55-333,0 0 0,0-1 0,0 0 0,-1-1 1,1 0-1,0 0 0,0-1 0,0-1 1,0 0-1,-1 0 0,3-2-25,111-34 63,-1-5 0,-2-6 0,11-11-63,-112 50-1,-7 4-55,0 0-1,0 0 1,1 2-1,-1-1 1,1 2-1,0 0 1,0 0-1,0 1 1,9 1 56,-22 1-10,1 0 1,0 0-1,-1 1 1,1-1-1,0 0 1,-1 1-1,1 0 1,-1-1 0,1 1-1,-1 0 1,1 0-1,-1 0 1,0 0-1,1 0 1,-1 0-1,0 0 1,0 0-1,0 1 1,0-1-1,0 0 1,0 1-1,0-1 1,0 1-1,-1-1 1,1 1-1,0-1 1,-1 1-1,1 0 1,-1-1-1,0 1 1,0-1-1,1 1 1,-1 0-1,0-1 1,0 1-1,0 0 1,-1-1-1,1 1 1,0 0-1,-1-1 1,1 1 0,-1 0-1,1-1 1,-1 1-1,0 0 10,0 5-11,-4 39 21,-2-1 0,-3 0 0,-1 0-1,-2-2 1,-2 1 0,-5 6-10,-1 7 39,-1 4-32,-1-4 129,2 2 1,3 0-1,3 1 1,3 1-1,0 11-136,11-70 3,1-1-1,-1 1 0,0 0 1,1 0-1,-1 0 0,1 0 1,0 0-1,-1 0 0,1 0 1,0 0-1,0 0 0,0 0 1,0 0-1,1-1 0,-1 1 1,1 0-1,-1 0 0,1 0 1,-1 0-1,1 0 0,0-1 1,0 1-1,0 0 0,0 0 1,0-1-1,0 1 0,1-1 1,-1 1-1,1-1 0,-1 0 1,1 0-1,-1 1 0,1-1 1,-1 0-1,1 0 0,0 0 1,0-1-1,-1 1 0,1 0 1,0-1-1,0 1 0,0-1 1,0 1-1,0-1 0,0 0 1,0 0-1,0 0 0,2 0-2,12-4 2,0 0 1,1-1-1,-1 0 0,-1-1 0,1-1 0,-1 0 0,-1-2 0,1 1 1,-1-2-1,-1 0 0,0 0 0,0-1 0,-1-1 0,0 0 0,6-11-2,5 1-21,67-69-42,-51 49 66,1 3 0,2 1 0,1 1 0,11-3-3,-49 36-63,1 0 0,-1 1-1,1 0 1,1 0 0,-1 0-1,0 1 1,0-1 0,1 2-1,0-1 1,-1 1 0,1 0-1,0 0 1,-1 1 0,1-1-1,0 2 1,0-1 0,0 1-1,-1 0 1,1 0 0,-1 1 0,1 0-1,-1 0 1,1 0 0,-1 1-1,0 0 1,0 0 0,4 4 63,-7-3-4277,-3-4-10360</inkml:trace>
  <inkml:trace contextRef="#ctx0" brushRef="#br0" timeOffset="-6724.349">12879 6131 26886,'0'0'1165,"12"20"-451,80 134 266,-79-134-929,-1 1 1,-1 0-1,-1 1 1,-1 1-1,-1-1 1,-1 1-1,-1 1 1,-1-1-1,-1 1 1,-1 0-1,-1 0 1,-1 0-1,-1 0 1,-1 0-1,-1 0 1,-2 0-1,0-1 1,-1 1-1,-2-1 1,-8 21-52,-12-4-16,-2-1 1,-2-2 0,-1 0 0,-2-3 0,-2 0 0,-1-3-1,-1-1 1,-1-1 0,-2-3 0,-1-1 0,-4-1 15,-27 21 56,-2-4 0,-2-4 0,-2-2 0,-1-5 0,-1-2 0,-3-4-56,78-23 17,-10 3 154,26-3 0,16-2-178,656 47 455,-440-32-187,1-11 0,-1-11 0,230-37-261,-296 17-46,-1-6 0,167-58 46,-132-6-1044,-133 36-4020,-31 9-13101</inkml:trace>
  <inkml:trace contextRef="#ctx0" brushRef="#br0" timeOffset="-6081.562">14682 5269 29502,'0'0'583,"0"0"-400,0 0-142,0 0-10,18 20 25,96 106 56,-108-120-152,0 0 1,0 0 0,1-1-1,0 1 1,0-2 0,0 1-1,1-1 1,-1 0 0,1 0-1,0-1 1,0 0-1,1-1 1,-1 1 0,0-2-1,1 1 1,-1-1 0,1 0-1,-1-1 1,1 0 0,0-1-1,-1 1 1,1-2-1,-1 1 1,1-1 0,-1 0-1,0-1 1,0 0 0,0 0-1,0-1 1,-1 0 0,4-3 39,21-13-366,-1-2 0,-1-1 0,-1-2 1,-2-1-1,0 0 0,12-18 366,-5 6 422,-34 39-399,0-1 0,0 1 1,0-1-1,0 0 0,0 1 0,-1-1 0,1 1 0,0-1 0,1 0 1,-1 1-1,0-1 0,0 1 0,0-1 0,0 0 0,0 1 0,0-1 1,0 0-1,0 1 0,1-1 0,-1 1 0,0-1 0,0 0 0,1 1 1,-1-1-1,0 0 0,0 0 0,1 1 0,-1-1 0,0 0 0,1 0 0,-1 1 1,0-1-1,1 0 0,-1 0 0,0 0 0,1 0 0,-1 1 0,1-1 1,-1 0-1,0 0 0,1 0 0,-1 0 0,1 0 0,-1 0 0,0 0 1,1 0-1,-1 0 0,1 0 0,-1 0 0,0-1 0,1 1 0,-1 0 1,1 0-1,-1 0 0,0 0 0,1-1 0,-1 1 0,0 0 0,1 0 0,-1 0 1,0-1-1,0 1 0,1 0 0,-1-1 0,0 1 0,0 0 0,1-1 1,-1 1-1,0-1-23,0 44 358,-1-31-266,1-8-81,0 1-1,-1-1 1,1 1-1,1 0 1,-1-1-1,0 1 1,1-1-1,0 1 1,0-1-1,1 0 1,-1 1-1,1-1 1,0 0-1,0 0 1,0 0-1,1 0 0,-1-1 1,1 1-1,0 0 1,0-1-1,0 0 1,1 0-1,-1 0 1,1 0-1,0-1 1,-1 1-1,1-1 1,0 0-1,1 0 1,-1 0-1,0-1 1,0 1-1,1-1 1,-1 0-1,4 0-10,15 0-3,0-2 0,0 0 0,0-2 0,0 0-1,-1-2 1,1 0 0,-1-1 0,0-2 0,-1 0 0,0-1 0,0-2-1,-1 0 1,0-1 0,-1 0 0,0-2 0,11-11 3,62-35-73,-76 52 73,-6 21 58,-13-3-44,1 0 0,-2-1-1,1 1 1,-1 0 0,-1-1 0,0 0 0,0 0 0,0 0 0,-1-1 0,-1 0 0,1 0 0,-6 4-14,-9 15 9,11-16-7,0 1 1,1 0-1,0 1 0,1 0 1,0 0-1,1 0 1,1 1-1,0 0 0,1 1 1,1-1-1,0 1 1,0 0-1,2 0 0,0 0 1,0 10-3,5-21-67,0 0 1,0 0 0,0 0 0,0-1-1,1 1 1,-1-1 0,1 0-1,0 0 1,0-1 0,0 1-1,0-1 1,1 0 0,-1 0 0,1 0-1,-1 0 1,1-1 0,0 0-1,-1 0 1,1 0 0,0 0-1,0-1 1,0 0 0,0 0 0,-1 0-1,1-1 1,0 0 0,0 0-1,-1 0 1,5-1 66,11 1-2142,-5 1-6209</inkml:trace>
  <inkml:trace contextRef="#ctx0" brushRef="#br0" timeOffset="-5374.808">15483 5940 26206,'0'0'1296,"-11"25"-453,-68 182 548,-36 322-402,109-507-1003,13-58-206,12-11-136,2 0 1,2 2 0,1 0 0,16-18 355,-26 41-185,-6 8 180,24-41-874,1 2 0,4 1 0,1 2 0,2 1 0,41-36 879,-79 82 95,0 0 0,0 1 0,0 0 0,0-1-1,0 1 1,1 0 0,-1 0 0,1 1 0,-1-1 0,1 0-1,0 1 1,0-1 0,-1 1 0,1 0 0,0 0-1,0 0 1,0 1 0,0-1 0,0 1 0,1-1 0,-1 1-1,0 0 1,0 0 0,0 0 0,0 1 0,0-1 0,0 1-1,0 0 1,0-1 0,0 1 0,0 1 0,0-1 0,0 0-1,-1 1 1,1-1 0,0 1 0,-1 0 0,2 1-95,1 13 142,0-1 1,-2 1-1,0-1 0,0 1 1,-2 0-1,0 0 1,0 0-1,-2 0 1,0 0-1,-2 8-142,-2 2-81,-1 0-1,-2 0 1,0-1-1,-2 0 1,-1 0-1,-1-1 1,0 0-1,-2-1 1,-1-1-1,-1 0 1,-1-1-1,-9 8 82,20-21-208,1 0 0,-1-1 0,0 0 0,0-1 0,-1 1 0,0-1 0,0 0 0,-1-1-1,0 0 1,1 0 0,-2-1 0,1 0 0,0 0 0,-1-1 0,0 0 0,0 0-1,0-1 1,0 0 0,0-1 208,6-3-53,0 0 1,0-1-1,0 1 0,1-1 0,-1 0 0,1 0 1,0 0-1,0 0 0,0 0 0,0 0 1,0 0-1,1-1 0,0 1 0,-1-1 0,1 1 1,1-1-1,-1 0 0,0 1 0,1-1 0,0 0 1,0 1-1,0-1 0,0 0 0,0 1 0,1-1 1,0 0-1,0 1 0,0-1 0,0 0 53,0-12-134,0 5 190,0 0 0,0 0 0,1 0 0,1 1 0,0-1 0,0 1 0,1-1 0,0 1 0,1 0 0,0 1 0,1-1 0,0 1 0,0 0 0,1 0 0,0 1 0,1 0 0,0 0 0,0 1 0,0 0 0,1 1 0,0-1 0,0 2 0,1-1 0,0 1 0,0 1 0,9-3-56,6-2 624,-81 31 1162,9-1-824,-111 66 1376,157-87-2333,1 0 0,-1 0 0,1 0 0,-1 0 0,0 1 0,1-1 0,-1 0 0,1 0 0,-1 1 0,1-1 0,-1 0 0,1 1 0,-1-1-1,1 1 1,-1-1 0,1 1 0,0-1 0,-1 1 0,1-1 0,0 1 0,-1-1 0,1 1 0,0-1 0,-1 1 0,1 0 0,0-1 0,0 1 0,0-1-1,0 1 1,0 0 0,0-1 0,0 1 0,0-1 0,0 1 0,0 0 0,0-1 0,0 1 0,0 0 0,0-1 0,0 1 0,1-1 0,-1 1-1,0-1 1,1 1 0,-1 0 0,0-1 0,1 1 0,-1-1 0,0 0 0,1 1 0,-1-1 0,1 1 0,-1-1 0,1 1 0,-1-1 0,1 0 0,-1 0-1,1 1 1,-1-1 0,1 0 0,0 0 0,-1 1 0,1-1-5,43 4 80,-42-4-66,228-13-285,-156 10-219,-73 27-203,-65 55-474,17-38-493</inkml:trace>
  <inkml:trace contextRef="#ctx0" brushRef="#br0" timeOffset="-5124.862">14696 7193 26070,'-27'17'1218,"-85"58"-292,68-46-365,-31 35 824,76-62-1374,-1-1 1,1 0-1,0 0 0,-1 0 1,1 0-1,0 1 1,-1-1-1,1 0 1,0 0-1,0 0 0,0 0 1,0-1-1,0 1 1,0 0-1,0 0 1,1-1-1,-1 1 0,0 0 1,0-1-1,0 1 1,1-1-1,-1 0 0,0 1 1,1-1-1,-1 0 1,0 0-1,1 0 1,-1 0-1,0 0 0,1 0 1,-1 0-1,0 0 1,0-1-1,1 1 1,-1 0-1,0-1 0,1 1 1,-1-1-1,0 1 1,0-1-1,0 0 0,0 1 1,0-1-1,0 0 1,0 0-1,1 0-11,336-88 634,-271 68-582,1239-360 816,-933 296-1234,-431 98-2607,9-1-802</inkml:trace>
  <inkml:trace contextRef="#ctx0" brushRef="#br0" timeOffset="-4907.844">15362 6881 28374,'0'0'1232,"0"0"-904,-20 128-232,14-69-64,-1 2 96,3-1 8,2-5-72,-1-6-64,3-13-224,0-23-384,24-32 80,5-27-376,4-13-11483</inkml:trace>
  <inkml:trace contextRef="#ctx0" brushRef="#br0" timeOffset="-4697.018">15901 6808 28614,'11'150'1640,"-4"39"-1007,-7 2-137,0 19 56,-5 13-16,-14 1-304,-1-1-168,-2-8-64,4-23-240,7-29-264,3-30-176,1-47-865,1-34-1655</inkml:trace>
  <inkml:trace contextRef="#ctx0" brushRef="#br0" timeOffset="-627.535">13087 3541 9122,'0'0'13707,"0"0"-12403,127 6 8,-53-6-271,32 0-329,32 0-224,33 6-168,19 4-184,10 2-72,-3-1-40,0-5 0,12 0-24,10-2 0,4-4 0,-49 2-552,-34-2-1208</inkml:trace>
  <inkml:trace contextRef="#ctx0" brushRef="#br0" timeOffset="27015.921">14086 8372 25405,'0'0'4753,"0"0"-4312,0 0 7,0 0-56,0 0-64,0 0-112,-24-35-128,24 35-64,5 8-16,8 9 8,0 9-16,-2 4 0,-5 5-144,-6 12-464,-6-9-1185,-14-7-4136</inkml:trace>
  <inkml:trace contextRef="#ctx0" brushRef="#br0" timeOffset="27283.105">13744 8631 26598,'0'0'1328,"0"0"-688,-8 114-224,3-53 16,1 6-72,-5 2-168,-4 2-112,-7 4-80,-2 0-208,-8 14-696,3-20-488,5-22-9522</inkml:trace>
  <inkml:trace contextRef="#ctx0" brushRef="#br0" timeOffset="27733.913">13731 9067 25950,'21'-10'1290,"342"-147"828,-284 124-1854,216-71 548,-183 94-599,-111 12-214,1-1 0,-1 0 0,1 1 0,-1-1 1,0 1-1,0 0 0,0-1 0,1 1 0,-2 0 1,1 0-1,0-1 0,0 1 0,0 0 0,-1 0 1,1 0-1,-1 0 0,0 0 0,0 0 0,1 0 1,-1 0-1,0 0 0,-1 0 0,1 0 0,0 0 1,-1 0-1,1 0 0,-1 0 0,1 0 0,-1 0 1,0 0-1,0 0 0,0-1 0,0 1 0,0 0 1,-1 1 0,-13 22-146,-1 0 0,-1-1 0,-2-1 0,0-1 0,-1 0 0,-1-2 0,-19 15 146,18-14-68,-224 193-141,217-173 215,34-40-4,16-2 9,0-2 1,-1 0 0,1-2-1,-1 0 1,0-1-1,-1-1 1,0-1 0,4-3-12,-15 8 19,-7 2-13,0 0 0,0 1 1,0-1-1,0 0 0,0 1 1,1-1-1,-1 0 0,0 1 1,0-1-1,0 1 0,1 0 1,-1-1-1,0 1 1,0 0-1,1 0 0,-1 0 1,0 0-1,1 0 0,-1 0 1,0 0-1,0 0 0,1 1 1,-1-1-1,0 0 0,0 1 1,1-1-1,-1 1 0,0-1 1,0 1-1,0 0 0,0 0 1,0-1-1,0 1 1,0 0-1,0 0 0,0 0 1,0 0-1,-1 0 0,1 0 1,0 0-1,0 1-6,-4 59 336,-74 166 203,38-118-470,4 3 1,5 0 0,3 13-70,85-200 97,-53 67-145,8-9-69,-1 0-1,-1-1 1,0 0 0,-2-1-1,0 0 1,-1-1 0,-1 0-1,-1 0 1,0-1 0,-2 1-1,0-1 1,-1-4 117,-3 7-2411</inkml:trace>
  <inkml:trace contextRef="#ctx0" brushRef="#br0" timeOffset="28000.965">13885 9662 20460,'0'0'9018,"0"0"-8378,-149 152-247,81-81-9,4-2-136,5-4-136,8-3-64,8-5-48,8-8-48,8-8-128,5-9-160,9-10-185,7-12-247,6-10-80,0-2-48,0-44-1000,8 5-1473,6-1-14843</inkml:trace>
  <inkml:trace contextRef="#ctx0" brushRef="#br0" timeOffset="28167.154">13437 10027 20140,'0'0'3812,"0"0"-1300,23-12-1183,75-37-383,-89 46-848,0 0 1,0 1-1,1-1 0,-1 2 0,1-1 0,0 2 0,-1-1 0,1 1 0,0 0 0,-1 1 0,1 1 0,-1-1 0,1 1 0,-1 1 0,0 0 0,1 0 0,-1 1 0,1 0-98,319 160 1663,-295-154-1637,-1-2 0,1-2 0,1-1 0,-1-1 0,0-2 0,1-2 0,0-1 0,-1-2 0,1-1 0,-1-1 0,0-2 1,-1-2-1,10-4-26,252-119-1266,-168 64-992</inkml:trace>
  <inkml:trace contextRef="#ctx0" brushRef="#br0" timeOffset="28966.617">15226 9311 21165,'0'0'8209,"0"0"-7785,0 0-288,0 0-88,0 0 192,158-18 57,-95-11-129,1-5-88,0-3-64,-7 1 0,-7 1-16,-6 1-128,-7-11-425,-11 7-1303,-10 7-16684</inkml:trace>
  <inkml:trace contextRef="#ctx0" brushRef="#br0" timeOffset="29204.557">15697 8804 27862,'0'0'1016,"-24"121"-336,11-43-168,2 13 9,2 0-113,3-4-176,1-4-136,3-7-64,0-6-32,0-15-216,0-14-312,-3-17-873,-4-14-1015</inkml:trace>
  <inkml:trace contextRef="#ctx0" brushRef="#br0" timeOffset="29406.428">15430 8692 27406,'0'0'944,"0"0"-584,0 134-48,0-77 104,0-6-168,15-9-152,7-11-96,7-13-168,6-12-304,28-14-368,-10-17-1104,0-9-20317</inkml:trace>
  <inkml:trace contextRef="#ctx0" brushRef="#br0" timeOffset="29682.331">15971 8786 26174,'0'0'1121,"0"0"-315,-10 22-73,-76 133 495,21-70-1035,4 4 0,4 2 0,4 2-1,-23 61-192,69-138 2,1 0-1,0 1 1,1-1-1,1 1 1,0 0-1,1 0 1,1 0-1,1 1 1,1 7-2,2-22-8,0-1 0,0 1 1,1 0-1,-1-1 0,1 1 1,-1-1-1,1 0 0,0 0 1,0 0-1,0 0 0,1-1 1,-1 1-1,0-1 0,0 0 1,1 0-1,-1 0 0,1 0 1,-1 0-1,1-1 0,-1 0 1,1 0-1,-1 0 0,1 0 1,0 0-1,-1-1 0,1 1 1,-1-1-1,0 0 1,1 0-1,-1 0 0,0-1 1,1 1-1,-1-1 0,0 0 1,1-1 7,0 4-2160,-4 5-165</inkml:trace>
  <inkml:trace contextRef="#ctx0" brushRef="#br0" timeOffset="30733.324">15638 8412 27654,'0'0'1173,"1"22"-308,7 155 467,-10 244-120,-6-351-1410,-3 0-1,-3-1 1,-3 0 0,-7 10 198,-10-12-1245,19-119 463,15 37 778,-1 0 0,2 0 0,0 0 0,1 0 0,0 0 0,1 1 0,1-1 0,1 1 1,0 0-1,0 0 0,1 0 0,1 1 0,8-12 4,13-11 29,2 1 0,1 2 0,2 1 0,1 1 0,2 3 0,0 0 0,2 2 0,1 2 0,1 2 0,1 1 0,29-9-29,-58 25 12,-4 0-8,0 1 0,0 1 1,0-1-1,0 1 1,0 1-1,1 0 1,0 0-1,-1 0 1,1 1-1,0 1 1,-1-1-1,8 2-4,0 33-1236,-16-7-1856</inkml:trace>
  <inkml:trace contextRef="#ctx0" brushRef="#br0" timeOffset="31448.8">15531 9418 28302,'0'0'690,"-9"22"-246,-60 189 739,66-114-990,3-95-194,1-1 0,-1 1 0,1 0 0,0-1 0,0 1 0,0-1 1,0 1-1,0-1 0,0 1 0,0-1 0,0 0 0,0 1 0,1-1 0,-1 0 0,1 0 0,-1 0 1,1 0-1,-1 0 0,1 0 0,-1-1 0,1 1 0,0 0 0,-1-1 0,1 1 0,0-1 0,0 0 0,-1 0 1,1 1-1,0-1 0,0 0 0,0 0 0,-1-1 0,1 1 0,0 0 0,0-1 0,-1 1 0,1-1 0,0 1 1,-1-1-1,1 0 0,0 0 0,-1 0 0,1 0 0,-1 0 0,1 0 0,-1 0 0,0 0 0,0 0 1,1-1-1,-1 1 0,0-1 0,0 1 0,0-1 1,9-6-18,11-9 12,0 0 0,1 1 0,1 1-1,0 1 1,1 2 0,0 0 0,1 1 0,0 1-1,1 2 1,0 1 0,0 0 0,21-1 6,-31 7 10,-12-1-9,0 1 0,0 0 0,0 0 0,0 0 0,0 0 0,0 1 0,0 0 0,0-1 0,0 1 0,1 1 0,-1-1 0,0 1 0,0 0 0,0 0 0,0 0 0,0 0 0,0 0 0,0 1 0,-1 0 0,1 0 0,-1 0 0,1 0 0,-1 1 0,1-1 0,-1 1 0,0 0 0,0 0 0,-1 0 0,1 0 0,0 1-1,-4 6-159,-1-1-1,0 0 1,0 1 0,-1-1-1,0 0 1,-1 0 0,0-1 0,0 1-1,-1-1 1,0 0 0,0 0-1,-1 0 1,0-1 0,-1 0 0,1 0-1,-1-1 1,-1 1 0,1-2-1,-1 1 1,0-1 0,0 0-1,-6 2 160,0 4-328,-233 141-1165,-152 22 4232,239-109-2003,157-64-717,-75 42 775,76-42-771,0 0-1,1 0 1,-1 1-1,0-1 0,1 1 1,-1-1-1,1 1 1,-1 0-1,1 0 1,0 0-1,-1-1 1,1 1-1,0 0 1,0 0-1,1 1 0,-1-1 1,0 0-1,1 0 1,-1 0-1,1 0 1,0 1-1,0-1 1,0 0-1,0 0 1,0 1-1,0-1 0,0 0 1,1 0-1,-1 0 1,1 1-1,0-1 1,-1 0-1,1 0 1,0 0-1,0 0 0,1 1-21,7 6 57,0-1 0,1 0 0,0-1 1,0 0-1,0-1 0,1 0 1,-1 0-1,2-1 0,-1-1 0,0 0 1,1 0-1,0-1 0,0-1 1,0 0-1,0 0 0,0-1 0,4-1-58,-2 2 12,0-1 1,0-1-1,0 0 0,0-1 0,1-1 0,-1 0 0,0 0 0,-1-2 0,1 0 0,-1 0 1,1-1-1,-1-1 0,5-3-12,152-127 22,-148 113-17,2 1 1,0 1-1,2 1 0,0 1 0,1 2 1,1 0-1,0 2 0,1 1 0,1 2 0,12-4-5,-1 7 11,0 2 1,0 2-1,0 2 0,1 1 0,-1 2 0,0 2 0,17 4-11,82 23 102,-117-21-249,1-1-1,0-2 0,0 0 1,1-2-1,-1 0 0,1-2 0,0 0 1,-1-2-1,1-1 0,-1 0 1,1-2-1,-1-1 0,5-3 148,30-20-5080</inkml:trace>
  <inkml:trace contextRef="#ctx0" brushRef="#br0" timeOffset="41212.367">11515 3628 27038,'0'0'1255,"0"0"-384,0 0-237,0 0-227,0 0-208,-11-4-55,-34-11-13,45 15-127,0 0 0,0-1 0,1 1 1,-1 0-1,0 0 0,1 0 1,-1-1-1,0 1 0,0 0 1,0 0-1,1-1 0,-1 1 0,0 0 1,0 0-1,0-1 0,0 1 1,1 0-1,-1-1 0,0 1 0,0 0 1,0-1-1,0 1 0,0 0 1,0-1-1,0 1 0,0 0 1,0-1-1,0 1 0,0 0 0,0-1 1,0 1-1,0 0 0,0-1 1,0 1-1,-1 0 0,1-1 1,0 1-1,0 0 0,0 0 0,0-1 1,-1 1-1,1 0 0,0 0 1,0-1-1,0 1 0,-1 0 1,1 0-1,0-1 0,-1 1 0,1 0 1,0 0-1,0 0 0,-1 0 1,1 0-5,2-1 20,187-30 204,195 12-95,13 18-129,-249 1 36,563 18 561,352 68-597,-640-41 111,219-12-111,-573-32 369,-39-1-1124,3 1-3312,-32-1-8097</inkml:trace>
  <inkml:trace contextRef="#ctx0" brushRef="#br0" timeOffset="42271.519">12030 3588 15923,'0'0'4956,"0"0"183,0 0-3404,0 0-994,-15-17-126,-50-57-99,57 67-451,0 0-1,0 0 1,0 1 0,-1 0-1,0 1 1,0 0 0,0 0-1,-1 1 1,0 1 0,1-1-1,-1 1 1,-1 1 0,1 0-1,-8 0-64,2-1 27,-49-6-11,0 4 1,-1 2-1,-61 6-16,91-1 6,-114 10-50,0 6-1,-78 24 45,148-27 4,-135 29-99,2 10 1,2 9-1,3 9 1,-65 40 94,113-31-101,5 8-1,3 6 1,5 7 0,4 7-1,-85 86 102,34-22-18,9 8-1,8 8 0,8 8 1,-51 87 18,-48 79 217,15 12 0,17 11 1,-75 190-218,262-468 104,6 2 1,4 1 0,5 3 0,-7 54-105,-4-5-666,43-216-2591,2 11-1174</inkml:trace>
  <inkml:trace contextRef="#ctx0" brushRef="#br0" timeOffset="42630.018">6476 6853 24669,'0'0'1044,"0"0"-226,0 0-167,0 0-219,0 0-165,0 0 125,-1 30 114,0 470 548,7 294-40,-4-756-963,-2-23-22,0 0 0,0 0 0,2 0 0,0 0 0,0-1 0,1 1 0,1-1 0,1 0 0,0 0 0,1 0 0,2 3-29,-7-16 3,0 0 0,0 1 0,0-1-1,0 0 1,0 0 0,1 0 0,-1 0-1,0 0 1,1 0 0,-1 0 0,1 0-1,-1 0 1,1-1 0,-1 1 0,1 0-1,-1-1 1,1 0 0,0 1-1,-1-1 1,1 0 0,0 0 0,0 0-1,-1 0 1,1 0 0,0 0 0,-1 0-1,1-1 1,0 1 0,-1-1 0,1 1-1,-1-1 1,1 0 0,-1 1 0,1-1-1,0-1-2,13-7 17,-1-1 0,0 0-1,-1-1 1,0-1-1,-1 0 1,0-1-1,-1 0 1,-1 0 0,0-2-1,3-5-16,9-9 17,305-447-246,61-153 229,-279 435-2321,-91 139-1628</inkml:trace>
  <inkml:trace contextRef="#ctx0" brushRef="#br0" timeOffset="43180.668">492 10171 27982,'0'0'968,"0"0"-680,0 0 264,0 0 24,136-2-151,-68-4-145,6-4-120,1-3-72,2-5-32,-3-6-16,-1-1-40,-6-5 8,-3-2-8,-3 1-32,10-18-424,-14 7-793,-16 3-1151</inkml:trace>
  <inkml:trace contextRef="#ctx0" brushRef="#br0" timeOffset="43417.269">1307 9625 25557,'-19'106'1569,"-10"30"-625,-6 40-440,-4 15 88,4 1-88,0 11-160,6 2-120,7-6-128,5-9-24,8-25-39,2-40-33,5-44-8,2-40-89,0-25-263,0-14-144,7-34-136,4-15-304,-3-18-4465</inkml:trace>
  <inkml:trace contextRef="#ctx0" brushRef="#br0" timeOffset="43679.734">1551 10134 23349,'0'0'1660,"14"20"-286,-1-3-1192,-1 1 0,-1 1-1,-1-1 1,0 2 0,-2-1 0,0 1-1,-1 1 1,-1-1 0,-1 1 0,0 9-182,9 139 921,-7 1 1,-11 88-922,4-219-8,-2 1 0,-2-1 0,-1 0 1,-2 0-1,-2-1 0,-6 15 8,14-47-68,0-1-1,-1 1 1,0-1-1,0 0 1,-1 0-1,1 0 1,-1-1 0,0 1-1,-1 0 1,1-1-1,-1 0 1,1 0-1,-1 0 1,-1 0 0,1-1-1,0 1 1,-1-1-1,0 0 1,0-1-1,0 1 1,0-1-1,0 0 1,0 0 0,0 0-1,-1-1 1,1 0-1,-1 0 1,1 0-1,-1-1 1,1 0 0,-1 0-1,1 0 1,-1-1-1,1 0 1,-1 0-1,1 0 1,-1 0-1,1-1 1,0 0 0,0 0-1,-4-3 69,-5-3-289,1-1 0,0-1 1,0 0-1,1-1 0,0-1 0,1 1 0,0-2 1,1 1-1,0-2 0,1 1 0,-1-5 289,-1 2-526,-30-47-2118</inkml:trace>
  <inkml:trace contextRef="#ctx0" brushRef="#br0" timeOffset="44401.282">1239 10771 16187,'0'0'5047,"0"0"-2084,0 0-1503,0 0-479,0 0-205,10 17-293,-2-2-409,-3-7-54,0 0 0,-1 0 1,0 0-1,0 1 1,-1 0-1,0 0 0,0 0 1,-1 0-1,0 0 1,-1 0-1,0 1 0,-1 3-20,-22 248 199,25-259-120,0 0-1,0-1 1,0 0 0,0 1-1,1-1 1,-1 0 0,0-1 0,0 1-1,1 0 1,-1-1 0,0 0-1,1 0 1,-1 0 0,0 0-1,1-1 1,-1 1 0,0-1-1,1 0 1,-1 1 0,0-2-1,0 1 1,0 0 0,0-1-1,1 0-78,37-17 347,-41 33-395,-102 116-763,-195 198 690,-34 8 121,154-169 858,181-164-744,8-5-81,1-1-1,-1 0 0,0 0 1,-1-1-1,1-1 0,0 0 1,-1-1-1,0 0 1,-1 0-1,10-8-32,5-2 43,211-143 333,-140 90-220,3 5 0,55-25-156,-83 64-5,-69 29-25,-5 10 33,-1 0-1,0 0 1,-1 0-1,0-1 1,-1 0-1,-1 0 0,0 0 1,0-1-1,-1 0 1,-1 0-1,-1-1-2,-17 30 0,-351 555-855,365-579 156,15-28-507,18-35-413,97-135-3083,-98 157 5230,1 0 0,1 2-1,1 1 1,1 0 0,1 2 0,0 1-1,1 0 1,1 2 0,24-10-528,-13 15 273,1 2 1,0 2 0,1 2 0,0 1 0,-1 2 0,1 2 0,0 1 0,0 2 0,-1 2 0,1 1-1,-1 2 1,-1 2 0,23 9-274,-4-4 35,100 12-187,-153-27 76,1 0 0,-1 0 0,0 0 1,0-1-1,1 0 0,-1 0 0,0 0 0,0 0 1,0 0-1,0 0 0,0-1 0,0 0 0,0 1 0,0-1 1,-1 0-1,1 0 0,-1-1 0,1 1 0,-1 0 1,2-3 75,17-30-2414</inkml:trace>
  <inkml:trace contextRef="#ctx0" brushRef="#br0" timeOffset="44779.537">2730 10463 29334,'-12'18'608,"-158"222"343,-150 133-805,355-310-2237,-21-20 2344,-1 1 0,-2 0 1,-3 0-1,-1 1 0,-2 6-253,7 39 146,-6-51-134,-4-18-58,0-1 0,2 1 0,0 0 1,2-1-1,0 0 0,1 0 1,9 16 45,-15-35-54,1-1 1,-1 1-1,1-1 1,-1 1-1,1-1 1,-1 1-1,1-1 1,0 0-1,-1 0 1,1 0-1,-1 0 1,1 0-1,0 0 1,-1 0-1,1-1 1,-1 1-1,1 0 1,-1-1-1,1 0 1,-1 1-1,1-1 1,-1 0-1,0 1 1,1-1-1,-1 0 1,0 0-1,1 0 1,-1 0-1,0-1 1,0 1-1,0 0 1,0 0-1,0-1 1,0 1-1,-1 0 1,1-1-1,0 1 1,-1-1-1,1 1 1,-1-1-1,1 1 1,-1-1-1,0 1 1,1-1-1,-1 0 1,0 1-1,0-1 1,0 1-1,-1-1 1,1 0-1,0 1 1,-1-1 53,17-47-5785</inkml:trace>
  <inkml:trace contextRef="#ctx0" brushRef="#br0" timeOffset="44979.012">3186 10033 28678,'0'0'728,"0"0"-512,123-29-128,-75 15 320,-4 2-63,-3 2-321,5 4-24,-8 2-633,-14 4-1495</inkml:trace>
  <inkml:trace contextRef="#ctx0" brushRef="#br0" timeOffset="45874.845">3171 9891 27382,'-25'1301'4411,"25"-998"-4296,-1-223-273,1-62-272,-1-54-162,7-57-505,3-1 1,5 2-1,5-10 1097,-9 49-560,-4 23 250,5-37-1552,2 0 1,4 1 0,3 1 0,17-38 1861,12 22-1491,-42 72 1985,1 1-1,0-1 0,0 1 0,1 0 0,0 1 0,0 0 0,1 1 1,-1 0-1,1 0 0,1 1 0,-1 0 0,1 1 0,0 0 0,0 1 1,0 0-1,11-1-493,-18 4 92,0-1-1,1 1 1,-1 0 0,1 1 0,-1-1 0,0 1-1,1 0 1,-1 0 0,0 0 0,0 1 0,1-1 0,-1 1-1,0 0 1,-1 0 0,1 0 0,0 1 0,0-1-1,-1 1 1,0 0 0,0 0 0,1 0 0,-2 1-1,1-1 1,0 1 0,-1 0 0,1-1 0,-1 3-92,39 121 1166,-31-40-777,-3-1 0,-5 1-1,-3 17-388,0-14 89,2-28-50,0-25-21,-1 0 0,-1 1 0,-2-1 0,-2 0 0,-10 35-18,14-65 0,-1 0 1,0 0-1,0 0 1,-1-1 0,0 1-1,0-1 1,-1 1-1,0-1 1,0 0-1,0-1 1,-1 1-1,0-1 1,0 0-1,0 0 1,0 0-1,-1-1 1,0 1-1,0-1 1,0-1-1,-1 1 1,1-1-1,-1 0 1,0-1 0,1 0-1,-1 0 1,0 0-1,0-1 1,-1 0-1,1 0 1,0-1-1,0 0 1,0 0-1,-1-1 1,1 1-1,0-2 1,0 1-1,0-1 1,0 0-1,0 0 1,1-1-1,-1 0 1,1 0 0,-1-1-1,-6-9-106,1-1 1,1 0-1,0-1 1,1 0 0,0 0-1,2-1 1,0-1 0,0 1-1,2-1 1,0 0 0,1-1-1,0 1 1,2-1 0,0 0-1,1 0 1,1 0-1,0 0 1,1-1 0,2 1-1,0 0 1,3-15 105,-4 26 24,-1-1 0,1 0 0,1 1 0,-1-1 0,1 1 0,0 0-1,1-1 1,0 1 0,0 0 0,1 0 0,0 1 0,0-1 0,0 1 0,1 0 0,0 0 0,0 0 0,0 1-1,1 0 1,0 0 0,0 0 0,0 1 0,1 0 0,-1 0 0,1 0 0,0 1 0,0 0 0,1 1 0,0-1-24,-5 5 36,-1-1 1,0 1 0,1 0 0,-1 0 0,0 1 0,0-1-1,0 0 1,0 1 0,-1-1 0,1 1 0,-1-1 0,1 1-1,-1 0 1,0 0 0,0 0 0,0 0 0,0 0 0,-1 0 0,1 0-1,-1 0 1,0 0 0,0 0 0,0 0 0,0 0 0,0 0-1,-1 0 1,1 0 0,-1 0 0,0 0 0,0 1-37,0 12 81,1 5 73,-1-13-138,0 0 0,1 0 0,0 0-1,0 0 1,1 0 0,0 0 0,0 0 0,1 0 0,0 0-1,1 0 1,0-1 0,0 1 0,0-1 0,1 0 0,0 0-1,0 0 1,2 1-16,-2-4-5,0 0-1,-1 0 1,1 0 0,-1 1-1,0-1 1,0 1-1,-1 0 1,1 0 0,-1 0-1,0 0 1,-1 0-1,1 0 1,-1 1 0,0-1-1,0 1 1,-1-1-1,1 0 1,-1 1 0,0 0 5,-2 29-12,-2 0 0,-1 0 1,-1 0-1,-2 0 1,-2-1-1,-10 24 12,-19 59 398,40-118-392,-1 1 0,0 0 0,0 0 0,1 0 1,-1 0-1,0 0 0,0 0 0,1 0 0,-1-1 0,0 1 1,0 0-1,1 0 0,-1 0 0,0 0 0,0 0 1,1 0-1,-1 0 0,0 0 0,1 0 0,-1 1 1,0-1-1,0 0 0,1 0 0,-1 0 0,0 0 1,0 0-1,1 0 0,-1 0 0,0 1 0,0-1 0,0 0 1,1 0-1,-1 0 0,0 1 0,0-1 0,0 0 1,0 0-1,1 0 0,-1 1 0,0-1 0,0 0 1,0 0-1,0 1 0,0-1 0,0 0 0,0 1 0,0-1 1,0 0-1,0 0 0,0 1 0,0-1 0,0 0 1,0 1-7,89-103 620,339-431-353,-426 530-285,161-193-158,-61 58-3130,-53 59-5776</inkml:trace>
  <inkml:trace contextRef="#ctx0" brushRef="#br0" timeOffset="46362.107">5805 10102 19892,'0'0'2250,"0"0"2535,0 0-2711,0 0-1374,0 0-365,0 0 70,20 5-14,173 27 5,159-25-260,-348-7-137,0 1 0,0-1 0,0 1 0,0 0 1,0 0-1,-1 1 0,1-1 0,0 1 0,-1 0 0,1 0 0,-1 0 0,0 0 0,0 0 1,0 1-1,0 0 0,0-1 0,0 1 0,-1 0 0,1 0 0,-1 1 0,0-1 0,0 0 1,0 1-1,0-1 0,-1 1 0,1 0 0,-1 0 0,0-1 0,0 1 0,0 0 0,-1 0 1,1 0-1,-1 0 0,0 0 0,0 0 0,-1 0 0,1 0 0,-1 0 0,0 3 1,-3 13-10,0-1-1,-2 1 1,0-1-1,-1 0 1,-1 0-1,0-1 1,-2 0-1,0-1 1,-1 0-1,0 0 1,-2-1 0,0-1-1,-2 2 11,3-2-12,-107 132-338,-7-5 0,-5-7-1,-142 113 351,241-223-548,27-29-220,16-25-3455,18-10-12286</inkml:trace>
  <inkml:trace contextRef="#ctx0" brushRef="#br0" timeOffset="46695.438">5998 10939 19220,'0'0'5680,"0"0"-3380,13 18-1283,-4-5-837,-2-4-74,0 0 0,-1 1 0,0-1 1,-1 1-1,0 0 0,-1 0 0,0 1 0,0 0 0,-1-1 0,-1 1 0,1 0 0,-1 8-106,-1 224 1117,11-281-1073,-7 14-110,1-1 0,1 1 1,1 0-1,1 1 1,2 0-1,0 0 0,1 1 1,1 0-1,1 2 0,1-1 1,0 2-1,2 0 1,0 0-1,2 2 0,5-4 66,-19 17 3,-1 1-1,0 0 1,1 0-1,-1 0 1,1 1-1,0-1 1,0 1-1,0 1 1,0-1-1,0 1 1,1-1-1,-1 1 1,0 1-1,1-1 1,-1 1-1,0 0 1,1 0-1,-1 1 1,0-1-1,1 1 1,-1 1-1,0-1 1,0 1-1,0-1 1,0 1-1,0 1 1,0-1-1,-1 1 1,1 0-1,-1 0 1,1 0-1,-1 1 1,0-1-1,0 1 1,-1 0-1,1 0 1,-1 0-1,3 5-2,-1 6 23,0 1-1,0-1 1,-2 1 0,0 0 0,-1 0-1,0 0 1,-2 0 0,1 1-1,-2-1 1,-1 3-23,2-12 4,0-5-8,1 1 1,-1 0 0,0 0-1,0 0 1,0-1-1,-1 1 1,1 0 0,-1 0-1,0-1 1,1 1-1,-1 0 1,0-1 0,-1 1-1,1-1 1,0 1 0,-1-1-1,1 0 1,-1 1-1,0-1 1,0 0 0,0 0-1,0 0 1,0 0-1,0-1 1,0 1 0,-1-1-1,1 1 1,-1-1-1,1 0 1,-1 0 0,1 0-1,-1 0 1,0 0-1,0 0 1,1-1 0,-1 0-1,0 1 1,0-1-1,0 0 1,1 0 0,-1 0-1,0-1 1,0 1 0,1-1-1,-1 0 1,-1 0 3,1-2-70,0 0 0,0 0 1,0-1-1,0 0 0,1 1 0,-1-1 1,1 0-1,0 0 0,0 0 0,1-1 1,-1 1-1,1 0 0,0 0 0,0-1 1,0 1-1,1-1 0,-1-2 70,-2-9-323,-9-52-4618,4-3-13440</inkml:trace>
  <inkml:trace contextRef="#ctx0" brushRef="#br0" timeOffset="47355.195">7425 9504 19708,'0'0'6442,"22"-1"-4529,71 0-1413,-89 2-458,-1 0-1,1 0 0,-1 0 1,1 1-1,-1-1 0,0 1 1,1 0-1,-1 0 0,0 0 1,0 0-1,-1 1 0,1-1 1,0 1-1,-1 0 0,1-1 1,-1 1-1,0 0 0,0 1 1,0-1-1,-1 0 0,1 0 0,-1 1 1,1-1-1,-1 1 0,0 0 1,-1-1-1,1 1 0,-1-1 1,1 1-1,-1 0 0,0 0 1,0-1-1,-1 1 0,1 0 1,-1-1-1,0 1 0,0 0 1,0-1-1,0 1-41,0 3 62,-5 22 2,0 0 0,-3-1-1,0-1 1,-2 1 0,0-2 0,-2 1-1,-1-2 1,-1 0 0,-2 0 0,-8 8-64,-4 12-47,-2-2 0,-3-2 1,-1 0-1,-1-3 0,-3-1 1,0-1-1,-15 6 47,52-39-56,0-1 1,-1 1-1,1-1 1,-1 0-1,1 0 1,-1 0-1,0 0 1,0 0-1,0 0 1,0-1-1,0 0 1,-1 1-1,1-1 1,0 0-1,0-1 1,-1 1-1,1-1 1,-1 1-1,1-1 1,0 0-1,-1 0 1,1 0-1,-1-1 1,1 1-1,0-1 1,-1 0-1,1 0 1,0 0-1,0 0 1,0-1-1,0 1 1,0-1-1,0 0 1,-1 0 55,-6-134-1405,11 135 1422,-1 1-1,1 0 0,-1 0 1,0-1-1,1 1 0,-1 0 0,1-1 1,-1 1-1,1 0 0,0 0 0,-1 0 1,1 0-1,-1 0 0,1 0 0,-1 0 1,1 0-1,-1 0 0,1 0 0,-1 0 1,1 0-1,0 0 0,-1 0 0,1 0 1,-1 0-1,1 0 0,-1 1 0,1-1 1,-1 0-1,1 1 0,-1-1 0,1 0 1,-1 1-1,0-1 0,1 0 0,-1 1 1,1-1-1,-1 1 0,0-1 1,1 0-1,-1 1 0,0-1 0,0 1 1,1-1-1,-1 1 0,0-1 0,0 1 1,0-1-1,0 1 0,0 0 0,0-1 1,1 1-1,-1-1 0,0 1 0,-1-1 1,1 1-1,0-1 0,0 1 0,0 0 1,0-1-1,0 1 0,0-1 0,-1 1 1,1-1-17,7 30 174,-1 0-1,-1 1 1,-2-1 0,-1 1 0,-2 0 0,-1 9-174,1-15 54,1 276 273,0-291-311,1-1-1,-1 1 1,2-1-1,-1 1 1,1-1 0,1 0-1,-1 0 1,2-1-1,-1 1 1,1-1 0,0 0-1,1 0 1,0 0-1,0-1 1,1 0 0,0 0-1,0 0 1,0-1-1,1 0 1,0-1-1,0 0 1,1 0 0,0-1-1,-1 0 1,1 0-1,8 2-15,363 109 394,-376-114-388,0 1 1,-1-1 0,1 1-1,-1 0 1,1 0-1,-1 1 1,0-1-1,0 0 1,0 1 0,0 0-1,-1 0 1,1 0-1,-1 0 1,1 0-1,-1 0 1,0 1 0,0-1-1,0 1 1,-1-1-1,0 1 1,1 0-1,-1 0 1,0-1 0,-1 1-1,1 0 1,-1 0-1,0 0 1,1 0-1,-2 0 1,1 0 0,0 0-1,-1 0 1,0 0-1,0-1 1,0 1-1,0 0 1,-1 0 0,1-1-1,-1 1 1,0-1-1,-1 2-6,-16 21 12,0-1-1,-1-1 1,-2-1 0,0-1-1,-2-1 1,0-1 0,-27 17-12,19-12 4,-2-1 0,0-1 1,-1-2-1,-1-2 0,-1-1 1,-1-2-1,0-2 0,-1-1 1,-1-2-1,1-1 0,-2-3 1,-34 3-5,73-9 2,-1-1 0,1 1 0,0-1 0,-1 1 1,1-1-1,0 0 0,-1 0 0,1 0 0,0 0 1,-1 0-1,1-1 0,0 1 0,-1-1 0,1 1 1,0-1-1,0 0 0,0 0 0,-1 0 0,1 0 0,0 0 1,0-1-1,1 1 0,-1 0 0,0-1 0,0 0 1,1 1-1,-1-1 0,1 0 0,-1 0 0,1 0 1,0 0-1,0 0 0,0 0 0,0 0 0,0 0 1,0 0-1,0-1 0,1 1 0,-1 0 0,1 0 1,0-1-1,-1 1 0,1 0 0,0-1 0,1-1-2,1-7 2,0 0 0,0 0 0,2 1-1,-1-1 1,1 1 0,1 0 0,0 0-1,0 0 1,1 1 0,0 0 0,1 0-1,0 0 1,0 1 0,1 0 0,0 0-1,0 1 1,5-3-2,1-4-6,203-191-957,-119 110-1081</inkml:trace>
  <inkml:trace contextRef="#ctx0" brushRef="#br0" timeOffset="48659.824">8326 9672 18212,'0'0'8098,"-2"18"-5935,-22 299-284,23-313-1873,0 0-1,1 1 1,0-1 0,0 1 0,0-1 0,0 0-1,1 1 1,0-1 0,0 0 0,0 1 0,0-1 0,1 0-1,0 0 1,-1 0 0,1 0 0,1 0 0,-1-1-1,1 1 1,-1 0 0,1-1 0,0 0 0,0 0-1,1 0 1,-1 0 0,0 0 0,1-1 0,0 1-1,0-1 1,0 0 0,0 0 0,0 0-6,9 1 9,-1-1 1,1 0-1,0 0 1,0-2 0,0 1-1,0-1 1,0-1-1,0-1 1,-1 0-1,1 0 1,0-1-1,-1-1 1,0 0 0,1-1-1,-2 0 1,1-1-1,1-1-9,183-127-95,-171 116-61,0-2 1,-1 0-1,-1-2 1,-1 0 0,-1-2-1,-1 0 1,-1-1 0,-1-1-1,-1-1 1,-2 0 0,0-1-1,-2-1 156,-5-55 203,-21 113 746,-13 172-526,-6 518 1536,31 25-1959,3-330 192,-2-413-196,0 0 0,0 0-1,0 0 1,0 0 0,0 0-1,0 0 1,-1 0 0,1 0-1,0 0 1,-1 0 0,1 0-1,-1 0 1,1 0 0,-1 0-1,0 0 1,1 0 0,-1-1-1,0 1 1,1 0-1,-1 0 1,0-1 0,0 1-1,0 0 1,0-1 0,0 1-1,0-1 1,1 1 0,-1-1-1,0 0 1,0 1 0,-1-1-1,1 0 1,0 0 0,0 0-1,0 0 1,0 0 0,0 0-1,0 0 1,0 0 0,0 0-1,0 0 1,0 0 0,0-1-1,0 1 1,0 0 0,0-1-1,0 1 1,0-1 0,0 1-1,0-1 1,0 1 0,1-1-1,-1 0 1,0 0 0,0 1-1,1-1 1,-1 0 0,0 0-1,0 0 5,-92-114-558,75 86 492,-164-229-1033,-74-67 1099,242 309-1,9 12 2,1 0-1,-1-1 1,1 1-1,1-1 1,-1 0-1,1 0 1,-1 0-1,1 0 1,1-1-1,-1 1 1,1-1 0,0 0-1,0 1 1,1-1-1,0 0 1,0 0-1,0-4 0,3 6 3,1-1-1,0 1 0,0 0 1,0 1-1,1-1 1,0 0-1,-1 1 0,1 0 1,0 0-1,1 0 1,-1 0-1,0 1 0,1 0 1,-1 0-1,1 0 1,0 0-1,0 1 0,0-1-2,15-6 12,58-32 14,-50 23-26,1 1 1,1 2 0,1 1-1,-1 1 1,2 1 0,0 2-1,0 2 1,0 0 0,3 2-1,-33 5 2,0 1 0,0-1 0,0 0 0,0 1-1,-1-1 1,1 1 0,0-1 0,0 1 0,0 0 0,-1 0 0,1 0 0,0 0 0,-1 0 0,1 0 0,-1 0 0,1 1 0,-1-1-1,0 0 1,0 1 0,1-1 0,-1 1 0,0-1 0,0 1 0,0 0 0,-1 0 0,1-1 0,0 1 0,-1 0 0,1 0-1,-1 0 1,1 0 0,-1 0 0,0-1 0,0 1 0,0 0 0,0 0 0,0 0 0,-1 2-2,-10 80 182,-134 290 268,147-362-442,82-100-59,-63 58-6,8-9-9,2 0-1,2 2 1,1 2-1,1 1 1,2 1-1,2 3 1,33-21 66,-69 48 10,0 0-1,0 0 1,0 1 0,1-1 0,-1 1-1,1 0 1,0-1 0,-1 2-1,1-1 1,0 0 0,0 1 0,1 0-1,-1 0 1,0 0 0,0 0-1,0 1 1,1 0 0,-1-1 0,0 2-1,0-1 1,1 0 0,-1 1 0,0 0-1,0 0 1,0 0 0,0 0-1,0 1 1,0 0 0,0 0 0,0 0-1,0 0 1,-1 0 0,1 1-1,-1-1 1,0 1 0,0 0 0,0 0-1,2 3-9,18 146 152,-13-168-393,21-88-2301,-15 44-1627</inkml:trace>
  <inkml:trace contextRef="#ctx0" brushRef="#br0" timeOffset="48944.974">9683 9940 25838,'0'0'3496,"0"0"-2896,6 107-312,5-62 97,5 1 23,-1-1-224,2 0-120,-1 3-40,-3-3-24,0-3-208,-2-13-360,2-19-185,-2-10-487,-4 0-8882</inkml:trace>
  <inkml:trace contextRef="#ctx0" brushRef="#br0" timeOffset="49194.629">10239 9631 29030,'0'0'1529,"38"124"-1009,-10-8 288,-1 54-120,-6 23-496,-16 13-192,-5 1 0,-11-4 0,-18 6 0,-1 2 0,-10-28 0,10-58-496,-3-52-1585</inkml:trace>
  <inkml:trace contextRef="#ctx0" brushRef="#br0" timeOffset="49988.317">6147 11889 8122,'0'0'12754,"0"0"-7139,0 0-4128,0 0-843,0 0-141,20 2 2,237 3 424,482-87-355,-140 18 2,275 17-576,338 59 130,-891-11-1209,-301-1-747</inkml:trace>
  <inkml:trace contextRef="#ctx0" brushRef="#br0" timeOffset="79141.413">9268 14032 30815,'0'0'800,"0"0"-664,0 0-104,0 0 184,0 0 128,150-48-168,-96 37-104,5 1-32,3 0-16,6-2-24,30-10 0,-12 3-408,-20-1-1280</inkml:trace>
  <inkml:trace contextRef="#ctx0" brushRef="#br0" timeOffset="79796.933">10242 13446 26286,'0'0'2385,"0"0"-1620,0 0-456,0 0 176,0 0 28,1 20-112,4 121 168,-5-84-492,-3-21 8,2 0 1,1 0-1,2 0 0,1 1 0,2-2 0,1 1 0,2-1 1,2 0-1,1 0 0,2-1 0,14 28-85,-11-39 4,-13-21-3,0 1 0,0-1 0,0 1 0,0 0 0,-1 0 0,1 0 1,-1 0-1,0 0 0,0 1 0,0-1 0,0 1 0,-1-1 0,1 1 0,-1 0 0,0-1 0,0 1 0,0 0 1,-1 0-1,1 0 0,-1 0 0,0-1 0,0 1 0,-1 0 0,1 0 0,-1 0 0,1 0 0,-1 0 1,-1-1-1,1 1 0,0 0 0,-1-1 0,0 1 0,0 0-1,-20 10-8,0-1 0,0-1 0,-1-1-1,-1-1 1,0-2 0,0 0 0,0-1 0,-1-1 0,0-2 0,-8 1 8,-78-1-1861,90-6-214</inkml:trace>
  <inkml:trace contextRef="#ctx0" brushRef="#br0" timeOffset="80032.471">10207 13635 28822,'0'0'1721,"111"-33"-1521,-30 1-72,12-11 160,-1-3 0,-5 3-136,-10 4-104,-16 5-48,-10 10-168,-23 9-440,-10 5-937,-18 6-2504</inkml:trace>
  <inkml:trace contextRef="#ctx0" brushRef="#br0" timeOffset="80370.87">9880 13162 27854,'0'0'1080,"0"0"-736,0 0-16,0 0 240,0 0 65,48 128-185,-48-39-168,0 27-32,-20 30-40,-15 12-40,-6-2-96,8 2-72,20-12-8,2-4-368,9-36-840,-1-31-6042</inkml:trace>
  <inkml:trace contextRef="#ctx0" brushRef="#br0" timeOffset="81124.42">10978 13990 28214,'0'0'771,"0"0"-506,11-20-95,83-128 435,-89 140-583,-1 1 1,1 0-1,1 1 1,-1-1-1,1 1 0,0 0 1,0 0-1,1 1 0,0 0 1,0 0-1,0 1 0,0-1 1,1 2-1,0-1 0,-1 1 1,1 0-1,1 1 1,-1-1-1,0 2 0,0-1 1,1 1-1,-1 1 0,1-1 1,-1 1-1,1 1 0,-1 0 1,1 0-1,-1 0 1,0 1-1,7 3-22,-6 0 40,7 6-2,1 0-1,1-2 1,0 0 0,0 0 0,0-2 0,1 0 0,0-1 0,1-2 0,-1 1 0,1-2 0,0-1 0,1 0-38,-4-4-37,0 1 0,1-2 0,-1 0 0,0-2 0,-1 0 0,1 0 0,-1-1 0,0-1 0,-1-1 0,1-1 0,8-6 37,45-26-1010,-7 1-1422</inkml:trace>
  <inkml:trace contextRef="#ctx0" brushRef="#br0" timeOffset="81670.01">12068 14075 27822,'0'0'2665,"0"0"-2641,0 0-8,116-51 176,-51 21 56,6 1-176,3-1-48,-4 4-24,-2 3-88,9-3-256,-18 4-401,-15 7-1559</inkml:trace>
  <inkml:trace contextRef="#ctx0" brushRef="#br0" timeOffset="81936.213">12442 13694 26206,'0'0'1960,"0"0"-1320,0 0 80,-19 135 48,10-78-159,0 6-233,0 4-168,-2 2-120,0 2-56,0-4-32,3-4-120,3-11-328,5-15-481,7-15-1007,6-18-5121</inkml:trace>
  <inkml:trace contextRef="#ctx0" brushRef="#br0" timeOffset="82170.464">12909 13746 29478,'0'0'624,"0"0"-456,0 0 217,0 0 167,-11 114-296,0-72-144,-2 1-56,0 4-16,0 1-32,0-5-8,6-3-88,5-11-216,2-11-440,17-10-1185,3-8-15235</inkml:trace>
  <inkml:trace contextRef="#ctx0" brushRef="#br0" timeOffset="82503.899">13367 13653 23005,'0'0'6115,"0"0"-4620,0 0-1325,0 0 29,-6 21 117,-21 67-91,27-77-199,-1 0 0,1 0 0,1 0 0,0 0 0,1 0 0,0 0 0,0 0 0,1 0 0,1-1 0,0 1 0,0-1 0,1 0 0,0 0 0,1-1 0,0 0 0,0 0 0,1 0 0,0 0 0,1-1 0,0-1 0,0 1 0,0-1 0,1-1 0,0 1 0,1-1 0,-1-1-1,9 3-25,-18-7 1,14 7 11,-11-6-11,1-1 0,-1 1-1,0 0 1,0-1 0,0 2 0,0-1 0,0 0 0,0 0 0,0 1 0,-1 0-1,1-1 1,-1 1 0,0 0 0,0 0 0,0 0 0,0 1 0,0-1 0,-1 0-1,1 1 1,-1 0-1,-68 26 39,-325 102-1071,312-121-1293,56-10 345</inkml:trace>
  <inkml:trace contextRef="#ctx0" brushRef="#br0" timeOffset="82752.451">13271 13661 29502,'0'0'696,"0"0"-359,147-89 127,-81 52-72,1 5-296,23-1-96,-15 7-1177,-18 8-3215</inkml:trace>
  <inkml:trace contextRef="#ctx0" brushRef="#br0" timeOffset="90740.911">9518 15162 11482,'0'0'6626,"0"0"591,0 0-6120,0 0-409,0 0-136,156 20 104,-95-8-144,31 13-264,51 11-96,63 5-48,35-3-48,22-17-8,4-21-8,-6-2-40,22-15 8,2-3-16,-66 8 8,-43 4-1232</inkml:trace>
  <inkml:trace contextRef="#ctx0" brushRef="#br0" timeOffset="50378.379">6055 13083 18076,'0'0'2264,"0"0"-1191,0 0-449,-123-4-216,66 4-40,-4 0-144,-7 2-72,-2 4-56,0-2-88,-3 0 152,-25 2-160,17 0-720,6-2-13139</inkml:trace>
  <inkml:trace contextRef="#ctx0" brushRef="#br0" timeOffset="50653.718">4567 13132 22085,'0'0'2386,"0"0"-558,0 0-741,0 0-395,0 0-180,0 0 72,27-3-52,402-81 399,43-57-732,-294 111-1991,-144 30-430</inkml:trace>
  <inkml:trace contextRef="#ctx0" brushRef="#br0" timeOffset="50894.986">5332 13107 24197,'-24'31'1287,"-335"487"1079,238-332-1953,9 5 0,8 5 0,8 4 0,9 4 0,9 3 0,10 5-413,128-348-3333,-27 47-761</inkml:trace>
  <inkml:trace contextRef="#ctx0" brushRef="#br0" timeOffset="51618.779">5255 13256 22133,'0'0'1235,"0"0"-400,0 0 65,0 0 105,0 0-189,6 20-390,-1-5-367,-2-9-47,0 0 0,-1 0 0,0 0 0,0 1 0,-1-1 1,0 1-1,0-1 0,0 1 0,-1 0 0,0-1 0,0 1 0,-1-1 1,0 1-1,0-1 0,0 1 0,-1-1 0,0 1 0,-3 5-12,-8 12-8,-2 0 0,0-1 1,-2 0-1,0-1 0,-1-1 0,-2-1 0,0-1 0,-1 0 0,-1-2 1,-4 3 7,8-2 9,1 1 1,1 0 0,1 1 0,1 1 0,1 1 0,0 0 0,2 0 0,1 1-1,0 1 1,2 0 0,1 0 0,1 0 0,0 1 0,2 0 0,1 7-10,-15 128 650,20-159-634,-1 0-1,1-1 0,0 1 0,-1-1 1,1 0-1,0 1 0,0-1 0,0 0 0,-1 0 1,1 0-1,0 0 0,0 0 0,0-1 1,-1 1-1,1 0 0,0-1 0,0 1 1,-1-1-1,1 0 0,-1 0 0,1 1 0,0-1 1,-1 0-1,1 0 0,-1-1 0,0 1 1,1 0-1,-1 0 0,0-1 0,0 1 1,1-1-17,176-179 227,-92 85-223,-45 54 3,10-14 2,4 2 1,1 3 0,37-25-9,-93 76 3,1-1 1,-1 0 0,0 0 0,1 0 0,-1 1 0,0-1 0,1 0 0,-1 0 0,1 1 0,-1-1 0,1 1 0,0-1 0,-1 0 0,1 1 0,0-1 0,-1 1-1,1-1 1,0 1 0,0 0 0,-1-1 0,1 1 0,0 0 0,0-1 0,0 1 0,-1 0 0,1 0 0,0 0 0,0 0 0,0 0 0,0 0 0,-1 0 0,1 0-1,0 0 1,0 0 0,0 0 0,0 0 0,-1 1 0,1-1 0,0 0 0,0 1 0,0-1 0,-1 0 0,1 1 0,0-1 0,-1 1 0,1-1 0,0 1 0,-1 0-1,1-1 1,-1 1 0,1 0 0,-1-1 0,1 1 0,-1 0 0,1-1 0,-1 1 0,0 0 0,1 0 0,-1 0 0,0-1 0,0 1 0,0 0 0,0 0-4,-23 381 1080,22-350-1003,1 0 1,2-1-1,1 1 1,1-1-1,2 0 1,1 0-1,2 0 1,7 18-78,-15-47 3,10 20 7,-2 1 1,0 0-1,-2 0 0,0 1 1,-2 0-1,-1 0 0,0 0 1,-2 0-1,-1 16-10,-5-26 2,-1 0 0,0 0 0,-1 0 0,-1-1 0,0 1-1,-1-2 1,0 1 0,-1-1 0,0-1 0,-1 1 0,-1-2 0,0 1 0,0-2 0,0 1 0,-2-1-1,1-1 1,-1 0 0,0-1 0,0-1 0,-1 0 0,-8 2-2,8-1 6,0-2-1,-1 0 1,0 0-1,1-2 1,-2 0-1,1 0 1,0-2 0,0 0-1,-1 0 1,1-1-1,-15-3-5,25 0 0,1-1 1,-1 0-1,1 0 0,0 0 0,0 0 0,0 0 0,1-1 0,-1 0 0,1 0 0,0 0 0,1 0 0,-1 0 0,1 0 1,0-1-1,0 1 0,1-1 0,0 0 0,0 1 0,0-1 0,0 0 0,1 0 0,0 0 0,0 1 0,1-1 0,0 0 1,0 0-1,0 1 0,1-1 0,-1 1 0,1-1 0,1 1 0,1-5 0,9-16-6,1 0 0,1 0-1,1 1 1,1 1 0,1 1 0,1 0 0,1 2 0,2 0-1,-1 1 7,-19 18-1,252-237-918,-135 131-647</inkml:trace>
  <inkml:trace contextRef="#ctx0" brushRef="#br0" timeOffset="51961.672">6342 13199 29590,'0'0'519,"0"0"-363,0 0-99,0 0 46,0 0 9,23-2-58,106-11-239,-128 15 154,1 0 0,-1 0 0,0 1 0,0-1-1,0 1 1,0-1 0,0 1 0,-1-1 0,1 1-1,-1-1 1,1 1 0,-1 0 0,0-1 0,0 1-1,0 0 1,-1-1 0,1 1 0,-1 0 0,1-1-1,-1 1 1,0-1 0,0 1 0,0-1 0,0 0-1,-2 3 32,-126 194-173,-284 320-518,408-514-1516,7-16-2759</inkml:trace>
  <inkml:trace contextRef="#ctx0" brushRef="#br0" timeOffset="52344.453">6252 13813 23965,'0'0'1865,"4"18"-596,21 121 175,-1 18-569,-24-158-874,0 0 0,0 0-1,0 0 1,0 1 0,0-1-1,0 0 1,0 0 0,1 0-1,-1 0 1,0 1 0,1-1-1,-1 0 1,1 0 0,-1 1-1,0-1 1,1 0 0,0 1-1,-1-1 1,1 1 0,-1-1-1,1 0 1,0 1 0,-1-1-1,1 1 1,0 0 0,0-1-1,-1 1 1,1 0 0,0-1-1,0 1 1,0 0 0,-1 0-1,1 0 1,0-1 0,0 1-1,0 0 1,0 0 0,-1 0-1,1 0 1,0 1 0,0-1-1,0 0 1,0 0 0,-1 0-1,1 1 1,0-1 0,0 0-1,-1 1 1,1-1 0,0 1-1,0-1 1,-1 1 0,1-1-1,0 1 1,-1-1 0,1 1-1,-1 0 1,1-1 0,-1 1-1,1 0 1,-1 0 0,0-1-1,1 1 1,-1 0-1,10-30-121,1 0-1,1 0 1,2 1-1,0 1 1,2 1-1,1 0 1,1 1-1,2 0 1,0 2-1,1 0 1,1 2-1,1 0 1,8-4 121,-15 12-6,0 1 0,1 0 0,1 1 1,0 1-1,1 1 0,0 0 0,0 1 0,1 2 0,-1-1 0,1 2 1,1 1-1,-1 1 0,15-1 6,-33 4 10,0 0 0,0 1 0,0-1 0,0 1 0,0-1 0,0 1-1,0 0 1,0 0 0,-1-1 0,1 1 0,0 0 0,-1 1 0,1-1 0,-1 0 0,1 0 0,-1 1 0,1-1 0,-1 1 0,0-1 0,0 1 0,0 0-1,0-1 1,0 1 0,0 0 0,0 0 0,0 0 0,-1-1 0,1 1 0,-1 0 0,1 0 0,-1 0 0,0 0 0,0 0 0,0 0 0,0 0 0,0 0-1,0 0 1,-1 0-10,-14 83 518,8-67-496,-1-1 0,-1 1 0,0-1 0,-1-1 0,-1 0 0,0 0 0,-1-1 0,-1-1 0,0 0 0,-1-1 0,-1 0 0,-4 3-22,18-16-74,0 1 0,0 0-1,0-1 1,0 1 0,0-1 0,0 1 0,-1-1 0,1 0 0,0 1-1,0-1 1,0 0 0,0 0 0,-1 0 0,1 0 0,0 0 0,0 0 0,0 0-1,0 0 1,0-1 0,-1 1 0,1 0 0,0-1 0,0 1 0,0-1-1,0 1 1,0-1 0,0 1 0,0-1 0,0 0 0,0 1 0,0-1-1,0 0 1,1 0 0,-1 0 0,0 0 0,0 0 0,1 0 0,-1 0-1,1 0 1,-1 0 0,1 0 0,-1 0 0,1 0 0,-1 0 0,1 0-1,0 0 1,0 0 0,0-1 0,0 0 74,-6-28-8096</inkml:trace>
  <inkml:trace contextRef="#ctx0" brushRef="#br0" timeOffset="52610.563">7379 13051 23141,'0'0'1660,"0"0"-371,20-2-280,65-7-302,-85 9-695,1-1 0,0 1 0,0 0-1,0-1 1,0 1 0,0 0 0,1 0 0,-1 0 0,0 0 0,0 0 0,0 0 0,0 0-1,0 0 1,0 0 0,0 1 0,0-1 0,0 0 0,0 1 0,0-1 0,0 0 0,0 1-1,0-1 1,-1 1 0,1 0 0,0-1 0,0 1 0,0 0 0,-1-1 0,1 1-1,0 0 1,-1 0 0,1 0 0,-1 0 0,1-1 0,-1 1 0,1 0 0,-1 0 0,1 0-1,-1 0 1,0 0 0,0 0 0,1 0 0,-1 0 0,0 0 0,0 1 0,0-1 0,0 0-1,0 0 1,-1 0 0,1 0 0,0 0-12,0 5 71,-3 8-27,0 0-1,0 0 1,-1-1-1,-1 0 1,0 0-1,-1 0 1,0-1-1,-1 1 1,-1-1-1,0-1 1,0 0-1,-1 0 1,0 0-1,-1-1 1,-7 5-44,0 3 20,-21 27-177,-1-3 0,-3-1 0,-1-2 0,-2-2 0,-22 13 157,-13-17-904,78-34 815,1 0 1,-1 0-1,0 0 0,0 0 1,1 0-1,-1 0 0,0 0 0,1-1 1,-1 1-1,1 0 0,0-1 1,-1 1-1,1-1 0,0 0 0,0 1 1,0-1-1,0 0 0,0 0 0,1 0 1,-1 0-1,0 1 0,1-1 1,0 0-1,-1 0 0,1 0 0,0 0 1,0 0-1,0 0 0,0 0 1,0 0-1,0 0 0,1 0 0,-1 0 1,1 0-1,0 0 0,-1 0 0,1 0 1,0 0 88,0-13-2582,-1-32-12971</inkml:trace>
  <inkml:trace contextRef="#ctx0" brushRef="#br0" timeOffset="53027.61">7118 13268 21293,'0'0'3286,"0"0"-1283,0 0-1030,0 0-234,5 22 24,-1-7-635,13 143 680,-29 75 3,14-220-802,0-1 1,1 1-1,1-1 0,0 1 1,1-1-1,0 0 1,1-1-1,0 1 0,1-1 1,0 0-1,1-1 0,0 0 1,0 0-1,1-1 1,1 0-1,0 0 0,0-1 1,0 0-1,1-1 0,0 0 1,0-1-1,1 0 1,0-1-1,0 0 0,0-1 1,1 0-1,-1-1 1,1-1-1,0 0 0,0 0 1,3-2-10,69 10 3,-64-9-1,0 1 0,-1 0-1,1 2 1,-1 0-1,0 1 1,0 1-1,0 1 1,-1 1-2,-12-1-1,0 0 1,-1 0 0,-1 1 0,1 0-1,-1 0 1,-1 0 0,1 1-1,-1-1 1,-1 1 0,1 0 0,-2 0-1,1 0 1,-1 1 0,-1-1 0,1 0-1,-2 1 1,1-1 0,-1 1-1,-1-1 1,0 1 0,0-1 0,-1 1-1,0-1 1,0 0 0,-1 0-1,-1 0 1,1 0 0,-1 0 0,-1 0 0,-12 19 4,-1-1-1,-2 0 1,0-2 0,-2 0 0,0-1 0,-2-1 0,0-2 0,-2 0 0,0-2 0,-1 0 0,-1-2 0,-1-1 0,-1-2-1,1 0 1,-2-2 0,-3-1-4,11-2 19,0-1 0,0-2 0,0 0 1,-1-2-1,0 0 0,0-2 0,-20 0-19,40-2 1,1 0 1,0 1-1,0-2 1,0 1 0,-1 0-1,1-1 1,0 1-1,0-1 1,0 0 0,0 0-1,0 0 1,0 0-1,0-1 1,0 1 0,1-1-1,-1 0 1,0 1-1,1-1 1,0-1 0,-1 1-1,1 0 1,0 0-1,0-1 1,0 1 0,0-1-1,1 0 1,-1 0-1,1 1 1,-1-1-1,1 0 1,0 0 0,0 0-1,0-1 1,1 1-1,-1 0 1,1 0 0,0 0-1,0 0 1,0-1-1,0 1 1,0-1-2,1-8-7,1 0 1,0 0-1,1 1 1,0-1-1,0 1 1,2-1-1,-1 1 0,1 0 1,1 0-1,0 1 1,0 0-1,1 0 1,1 0-1,0 1 1,0 0-1,0 1 0,8-6 7,-12 10-3,37-38-150,3 2-1,1 2 0,1 2 1,48-28 153,-42 30-398,53-37-1137</inkml:trace>
  <inkml:trace contextRef="#ctx0" brushRef="#br0" timeOffset="89938.275">4731 14914 26718,'0'0'3000,"0"0"-2752,0 0-168,114 17-40,-22-15 24,40-2 104,39 0 33,24-12-89,6-5-56,-8 3 0,-11 10-24,0 4-32,2 26-24,0 13-313,-50-3-1167,-26-7-7170</inkml:trace>
  <inkml:trace contextRef="#ctx0" brushRef="#br0" timeOffset="94675.236">24656 6676 30326,'0'0'801,"0"0"-617,0 0-16,0 0 144,0 0 16,0 0-112,0 0-120,122 86-64,-89-70-32,7 4-200,15 25-352,-9-3-857,-11 1-1087</inkml:trace>
  <inkml:trace contextRef="#ctx0" brushRef="#br0" timeOffset="94931.806">24594 8049 11674,'0'0'17812,"0"0"-17132,-70 116-231,61-90-153,9-24 120,20-10 144,37-51-200,29-40-240,23-37-120,1-14-136,-7 6-296,-18 8-120,-19 12-569,-18 29-495,-19 12-2721</inkml:trace>
  <inkml:trace contextRef="#ctx0" brushRef="#br0" timeOffset="95117.095">25322 6536 27350,'0'0'1416,"0"0"-968,0 0-32,145-18 96,-84 14 17,7 0-201,2-4-168,5 0-160,-1-4 0,16-7-576,-20 3-721,-17-4-3168</inkml:trace>
  <inkml:trace contextRef="#ctx0" brushRef="#br0" timeOffset="95451.854">25703 6751 28526,'-124'209'935,"9"5"0,-78 207-935,153-320-175,175-339-813,0-23 337,-133 258 693,-1 0 0,0 1 0,1-1 0,0 0-1,0 0 1,0 1 0,0-1 0,0 1 0,0-1 0,1 1-1,-1 0 1,1 0 0,-1 0 0,1 0 0,0 1 0,0-1 0,0 1-1,0-1 1,0 1 0,0 0 0,0 0 0,0 1 0,0-1 0,1 1-1,-1-1 1,0 1 0,0 0 0,1 0 0,-1 0 0,0 1 0,0-1-1,1 1 1,-1 0 0,2 0-42,7 8 45,-1 1 0,0 0 1,-1 1-1,0-1 0,0 2 0,-1 0 1,-1 0-1,0 0 0,0 1 0,4 13-45,-7-19-15,-1 0-1,0 0 1,0 1-1,-1-1 1,0 1 0,-1 0-1,0 0 1,0 0-1,0 0 1,-1 1-1,0-1 1,-1 0 0,0 1-1,0-1 1,-1 0-1,0 0 1,0 1-1,-1-1 1,0 0 0,-1 0-1,1 0 1,-2-1-1,1 1 1,-1-1-1,0 1 1,0-1 0,-1-1-1,-1 2 16,-16 11-2,-1-1 0,-1-1 0,0-1-1,-1-1 1,-1-1 0,0-1 0,-1-2 0,-9 3 2,-23-3 36,57-13-62,1 1 0,-1-1 0,1 0 0,-1 1 0,1-1-1,0 0 1,-1 0 0,1 0 0,0 0 0,1 0 0,-1 0 0,0-1 0,0 1 0,1 0 0,0 0 0,-1 0 0,1-1 0,0 1 0,0 0 0,0-1 0,0 1 0,0 0 0,1 0 0,-1-1 0,1 1-1,-1 0 1,1 0 0,0 0 0,0 0 0,0-1 26,16-40-1193,5 3-1399</inkml:trace>
  <inkml:trace contextRef="#ctx0" brushRef="#br0" timeOffset="96000.457">25581 5973 28526,'128'315'1117,"345"793"1528,-437-1031-2512,165 312 213,-199-385-368,-2-4 18,0 1 1,0 0-1,0-1 0,0 1 1,0-1-1,0 1 0,0-1 1,0 1-1,0 0 0,1-1 1,-1 1-1,0-1 0,0 1 1,0-1-1,1 1 0,-1-1 1,0 1-1,1-1 0,-1 1 1,0-1-1,1 1 0,-1-1 1,1 1-1,-1-1 0,0 0 1,1 1-1,-1-1 0,1 0 1,-1 0-1,1 1 0,-1-1 1,1 0-1,0 0 0,-1 0 1,1 1-1,-1-1 0,1 0 1,-1 0-1,1 0 0,0 0 1,-1 0-1,1 0 0,-1 0 1,1 0-1,-1 0 0,1-1 1,0 1-1,-1 0 0,1 0 1,-1 0-1,1-1 0,-1 1 1,1 0-1,-1-1 0,1 1 1,-1 0-1,0-1 0,1 1 1,-1 0-1,1-1 0,-1 1 1,0-1 3,39-82-1826,-15 33-156</inkml:trace>
  <inkml:trace contextRef="#ctx0" brushRef="#br0" timeOffset="96219.699">26683 6642 29494,'0'0'744,"0"0"-375,-123 118-129,69-62 56,1 3 32,0 2-160,5 0-112,0 4-48,0-2-8,2-3-48,9-11-192,6-14-312,7-35-753,11-3-351,4-33-6234</inkml:trace>
  <inkml:trace contextRef="#ctx0" brushRef="#br0" timeOffset="96398.958">26273 5707 27702,'0'0'1240,"0"0"-736,0 0 8,110 103 65,-55-42-137,6 6-256,9 8-152,20 35-32,-15-15-817,-21-16-3071</inkml:trace>
  <inkml:trace contextRef="#ctx0" brushRef="#br0" timeOffset="93846.322">22479 6901 27430,'0'0'917,"0"0"60,19-5-347,133-46 183,-102 30-753,0 2 1,2 3 0,0 1 0,0 3 0,2 3 0,-1 1 0,1 3 0,0 2 0,26 4-61,-71-1 0,1 0 0,-1 0-1,1 1 1,-1 0 0,0 1 0,0 0 0,0 1 0,0 0 0,0 0 0,0 1 0,-1 0 0,1 0 0,-1 1 0,0 0 0,-1 1-1,1-1 1,-1 2 0,0-1 0,-1 1 0,1 0 0,-2 0 0,1 0 0,-1 1 0,0 0 0,0 0 0,-1 1 0,0-1 0,0 1-1,-1 0 1,0 0 0,-1 0 0,0 0 0,-1 1 0,1 3 0,0 17 7,0 0-1,-2 0 1,-2 1 0,0-1-1,-2-1 1,-1 1 0,-2 0-1,-1-1 1,-1-1 0,-1 1-1,-2-1 1,0-1 0,-2 0-1,-1-1 1,-2-1 0,0 0-1,-1-1 1,-2-1 0,-9 8-7,28-28-33,-1-1 0,1 1 0,-1-1 0,1 1 1,-1-1-1,0 0 0,0 0 0,0 0 0,0 0 1,-1 0-1,1 0 0,0 0 0,-1-1 0,1 1 0,-1-1 1,0 0-1,1 0 0,-1 0 0,0 0 0,0 0 1,0-1-1,0 1 0,1-1 0,-1 0 0,0 0 0,0 0 1,0 0-1,0 0 0,0-1 0,0 1 0,0-1 1,1 0-1,-1 0 0,0 0 0,0 0 0,1 0 0,-1 0 1,1-1-1,-1 1 0,1-1 0,0 0 0,-1 0 0,1 0 1,0 0-1,0 0 0,-1-3 33,-6-40-1742,8-11-1344</inkml:trace>
  <inkml:trace contextRef="#ctx0" brushRef="#br0" timeOffset="94100.848">23347 6242 26558,'0'0'1240,"0"0"-904,-31 116 472,-23 8-128,-25 52-168,-16 27-183,1 12-97,9-10-120,12-19-64,10-11-24,17-39-24,15-35-40,16-40-248,10-27-465,5-20 1,5-9-240,8-5-4145</inkml:trace>
  <inkml:trace contextRef="#ctx0" brushRef="#br0" timeOffset="94418.45">23553 6808 26430,'0'19'1299,"-23"219"770,-6-32-766,51-231-1161,11-13-66,0-3-134,2 2 1,1 0 0,3 3-1,1 1 1,1 2 0,4 0 57,-43 31 4,0 0 1,-1 0-1,1 0 1,0 0-1,1 1 1,-1-1-1,0 1 0,0-1 1,1 1-1,-1 0 1,1 0-1,-1 0 1,1 0-1,0 0 1,-1 1-1,1-1 1,0 1-1,-1-1 1,1 1-1,0 0 1,-1 0-1,1 1 1,0-1-1,0 0 1,-1 1-1,1-1 1,-1 1-1,1 0 1,0 0-1,-1 0 1,0 1-1,1-1 1,-1 0-1,0 1 1,1-1-1,0 2-4,-3 11 35,0-1 0,0 1 0,-1 0 0,-1 0 1,0-1-1,-1 1 0,-1-1 0,0 0 0,-1 0 0,0 0 0,-1-1 0,0 1 1,-1-1-1,0-1 0,-1 1 0,0-1 0,-1-1 0,0 0 0,-11 9-35,7-5-151,1 1 0,0 0-1,1 0 1,1 1 0,0 1 0,1 0-1,1 0 1,1 0 0,0 1-1,0 6 152,5-3-2148</inkml:trace>
  <inkml:trace contextRef="#ctx0" brushRef="#br0" timeOffset="97520.672">25280 6905 25782,'174'199'1936,"14"24"-1136,-34-36-248,-14-19-320,-20-22-160,-14-16-40,-32-28-32,-19-25 0,-20-21-264,-11-15-400,5 6-256,-5-9-1553,-9-12-6313</inkml:trace>
  <inkml:trace contextRef="#ctx0" brushRef="#br0" timeOffset="98205.292">24068 5861 264,'0'0'21270,"0"0"-15968,0 0-4535,0 0-340,23 3 37,240 59 643,-169-23-937,-1 3 0,-3 5 1,-2 4-1,-2 3 0,-2 4 0,-3 4 0,-3 3 1,-3 4-1,5 11-170,16 23 80,-5 3 0,-5 5 0,-5 3 0,-5 4 0,-5 3 0,22 59-80,166 415-84,-248-589-292,-9-37-386,-2 27 633,0-41-1831</inkml:trace>
  <inkml:trace contextRef="#ctx0" brushRef="#br0" timeOffset="98473.547">26975 5837 29702,'-108'113'688,"-58"39"-271,-73 41-129,-66 22-32,-43 14-32,-42 31-144,-25 16-80,12 14-208,15-12-136,103-78-993,70-44-4176</inkml:trace>
  <inkml:trace contextRef="#ctx0" brushRef="#br0" timeOffset="101387.005">21999 8443 26558,'0'0'872,"0"0"1128,0 0-1752,0 0-16,0 0 96,0 0-23,191 79-73,-22-77-64,17 6-40,0 8 16,-6 17-24,-16 9-120,-37-9-1449,-17-9-3920</inkml:trace>
  <inkml:trace contextRef="#ctx0" brushRef="#br0" timeOffset="104721.597">21092 8443 25421,'0'0'3535,"-28"4"-2577,-185 26-598,157-19-205,1 3-1,1 2 0,0 2 0,1 2 0,1 3 0,2 2 0,-32 21-154,-69 58 229,4 6 0,-101 100-229,163-133 63,4 3-1,3 4 1,5 3 0,2 3 0,5 3 0,5 2 0,3 4 0,-8 28-63,-81 210 152,-75 269-152,34 27 305,11 76-305,57-214-4,-214 827 4,289-1141 0,-7-2 0,-8-2 0,-24 35 0,52-135 0,-3-3 0,-3-1 0,-3-1 0,-4-3 0,-2-1 0,-3-3 0,-4-2 0,-13 9 0,-161 125 0,-8-10 0,-178 102 0,346-241 0,-2-3 0,-2-3 0,-2-3 0,-1-4 0,-2-3 0,-1-3 0,-2-4 0,0-3 0,-13-1 0,-96 1-14,126-18-162,0 3 1,1 3 0,0 3-1,1 2 1,-27 12 175,18 4-1592,19-4-998</inkml:trace>
  <inkml:trace contextRef="#ctx0" brushRef="#br0" timeOffset="105295.208">16070 15164 28646,'0'0'2075,"0"0"-1464,0 0-487,0 0 81,0 0 281,0 0-138,-1-4-216,-11-10-65,-14 35-49,25-20-19,-810 720-18,772-685 12,7-9 2,2 2 1,0 1 0,3 1 0,-24 35 4,50-63 0,1-1-1,0 1 0,0 0 0,0 0 0,0 0 0,1 0 1,-1 0-1,1-1 0,0 1 0,0 0 0,-1 0 1,2-1-1,-1 1 0,0 0 0,1-1 0,-1 1 1,1-1-1,0 0 0,-1 0 0,1 1 0,0-1 1,1 0-1,-1-1 0,0 1 0,0 0 0,1-1 0,-1 1 1,1-1-1,-1 0 0,1 1 0,0-1 0,0-1 1,-1 1-1,1 0 0,0-1 0,2 1 1,15 10 5,589 371 118,-340-270-315,-249-108-2541,-19-4-1424</inkml:trace>
  <inkml:trace contextRef="#ctx0" brushRef="#br0" timeOffset="106938.3">2474 16186 22797,'0'0'945,"0"0"2503,0 0-2021,0 0-723,0 0-17,0-9-120,1-26-173,-13 32 129,-40 42-437,2 3-1,1 1 0,3 3 1,-1 5-86,-9 7 21,-391 404-13,428-442-19,10-13-5,1 1 1,0 0-1,1 0 0,0 1 1,0 0-1,1 0 1,0 0-1,1 1 0,0 0 1,0 0-1,1 1 16,9-2-296,12-9 121,0-2 0,0 0 0,0 0 0,0-2 0,-1 0 0,0-1 0,1 0 0,-2-2 0,1 1 0,-1-2 0,13-8 175,10-2-382,-34 15 352,24-11 13,0 1 0,0 1 0,1 1 0,1 2 0,-1 1 0,1 1-1,1 1 1,26 0 17,-52 8 67,1 0-1,-1 0 1,0 1 0,0 0-1,0 0 1,0 0-1,-1 0 1,1 1 0,-1 0-1,0 0 1,0 0 0,0 0-1,-1 1 1,1 0-1,-1-1 1,0 1 0,-1 0-1,1 1 1,-1-1-1,0 0 1,0 1 0,0-1-1,-1 1 1,0-1 0,0 1-1,-1 0 1,1 0-1,-1-1 1,0 1 0,-1 0-1,1 0 1,-1-1-67,2 12 45,16 307-1090,-12-330-831,10-71-1670,-4 35-734</inkml:trace>
  <inkml:trace contextRef="#ctx0" brushRef="#br0" timeOffset="107197.853">2561 16872 22133,'0'0'2512,"25"-20"-622,81-70-710,-91 78-1010,-7 4 25,1 0-1,0 1 1,0 0 0,0 0-1,1 1 1,0 1 0,0-1-1,0 1 1,1 1 0,0 0-1,4 0-194,-14 4 27,1 1-1,0-1 0,0 1 0,-1-1 0,1 1 0,0 0 0,-1 0 0,1 0 1,0 0-1,-1 0 0,0 0 0,1 0 0,-1 1 0,0-1 0,1 0 0,-1 1 1,0-1-1,0 1 0,0 0 0,0-1 0,0 1 0,-1 0 0,1-1 0,0 1 1,-1 0-1,1 0 0,-1-1 0,0 1 0,0 0 0,0 0 0,1 0 0,-2 0 1,1 0-1,0-1 0,0 1 0,-1 0 0,1 0 0,-1 0 0,1-1 0,-1 1 1,0 0-1,1-1 0,-1 1 0,-1 1-26,1 9 56,-5 17-33,-1-2 0,-2 1-1,0-1 1,-2 0 0,-1-1 0,-1 0-1,-1-1 1,-1 0 0,-7 6-23,11-13 3,-3 6-149,-1 0-1,-1-1 1,-1 0-1,-2-1 1,0-1 0,0-1-1,-2-1 1,-1-1-1,-5 3 147,-33-4-2258,28-39-4998,22-3-10655</inkml:trace>
  <inkml:trace contextRef="#ctx0" brushRef="#br0" timeOffset="107463.881">2434 17085 18316,'0'0'6089,"0"0"-3760,0 0-1057,0 0-432,145-55-208,-106 55-176,3 12-176,-1 10-80,-1 1-55,2 3-89,4-4-56,30-6-32,-10-11-529,-5-5-1135</inkml:trace>
  <inkml:trace contextRef="#ctx0" brushRef="#br0" timeOffset="107746.139">3550 16395 29326,'0'0'555,"0"0"-344,0 0-74,0 0 71,0 0-61,25-18-80,82-60-35,-102 73-31,1 0 0,0 1 0,0 0 1,0 0-1,1 0 0,-1 0 0,1 1 1,0 0-1,0 1 0,0 0 0,0 0 1,1 0-1,-1 1 0,1 0 0,-1 0 1,8 1-2,-4 37 20,-14-17-18,-1 0 0,-1-1 0,0 0 0,-2 1 0,0-2 0,-1 1 0,-1-1 0,-1 0 0,0-1 0,-12 14-2,8-8 0,-185 263-131,106-171-2432,92-113-201</inkml:trace>
  <inkml:trace contextRef="#ctx0" brushRef="#br0" timeOffset="108080.907">3563 16819 25742,'0'0'1333,"0"0"-438,0 0-174,0 0-128,0 0-227,8 19-199,28 60-100,-35-77-75,1 1 0,-1-1 1,1 1-1,0-1 0,-1 0 1,1 0-1,0 0 0,0 0 1,1 0-1,-1 0 0,0 0 1,1-1-1,-1 1 0,1-1 1,-1 0-1,1 1 1,0-1-1,-1 0 0,1-1 1,0 1-1,0 0 0,0-1 1,-1 0-1,1 0 0,0 0 1,0 0-1,0 0 0,0 0 1,0-1-1,-1 1 0,1-1 1,0 0-1,0 0 0,-1 0 1,1 0-1,0 0 0,-1-1 1,1 1-1,-1-1 0,0 1 1,0-1-1,1 0 0,-1 0 1,0 0-1,0-1 0,-1 1 1,1 0-1,0 0 0,-1-1 1,0 0-1,1 1 0,-1-1 1,0 1-1,0-1 0,0 0 1,-1-1 7,1 3-13,6-9 16,-1 0-1,2 0 1,-1 1-1,1 0 1,1 1-1,-1 0 1,1 0-1,1 0 1,-1 1-1,1 1 1,1 0-1,-1 0 0,1 1 1,0 0-1,0 1 1,0 0-1,1 1 1,0 0-1,-1 1 1,1 0-1,1 1-2,-11 0 12,1 1 0,-1-1-1,1 0 1,-1 1 0,1 0 0,-1-1-1,1 1 1,0 0 0,-1 1-1,1-1 1,-1 0 0,1 1 0,-1-1-1,1 1 1,-1 0 0,1 0-1,-1 0 1,0 0 0,0 0 0,1 0-1,-1 1 1,0-1 0,0 1-1,0-1 1,0 1 0,0 0 0,-1 0-1,1 0 1,0 0 0,-1 0-1,0 0 1,1 0 0,-1 1 0,0-1-1,0 0 1,0 1 0,-1-1-1,1 1 1,0-1 0,-1 1 0,0-1-1,1 1 1,-1-1 0,0 1-1,-1-1 1,1 1-12,0 11 7,-1 0 0,-1 0-1,0 0 1,-1-1 0,0 1 0,-2-1-1,1 0 1,-1 0 0,-1 0 0,0 0-1,-1-1 1,-1 0 0,1-1 0,-8 8-7,-70 85-56,70-103-1335,14-21-988</inkml:trace>
  <inkml:trace contextRef="#ctx0" brushRef="#br0" timeOffset="108713.746">4341 16075 26022,'0'0'1673,"0"0"-938,0 0-148,22-3 74,71-7-197,-90 10-448,0 0-1,0 0 0,0 1 0,0-1 0,-1 1 0,1-1 0,0 1 0,0 0 0,-1 0 1,1 0-1,0 0 0,-1 1 0,1-1 0,-1 1 0,1 0 0,-1-1 0,0 1 1,0 0-1,0 0 0,0 0 0,0 1 0,0-1 0,-1 0 0,1 1 0,-1-1 0,1 1 1,-1 0-1,0-1 0,0 1 0,0 0 0,-1 0 0,1-1 0,-1 1 0,1 0 1,-1 0-1,0 0 0,0 0 0,0 0 0,0 0 0,-1-1 0,1 1 0,-1 0 0,0 0-15,1 3 29,-1 11-48,-1 1 0,-1 0 0,0-1 0,-2 0 0,0 0-1,0 0 1,-2-1 0,0 1 0,-1-1 0,-1-1 0,0 0 0,-1 0-1,0-1 1,-1 0 0,-1-1 0,0 0 0,-2 0 19,10-8-96,0-1 0,0 0 0,0-1 0,0 1 0,-1-1 0,0 0 0,1 0 0,-1 0 0,0-1 0,0 0 0,0 0 0,-1 0 0,1 0 0,0-1 0,-1 0 0,-3 0 96,6-1-143,0-1 0,1-1 0,-1 1 0,1 0 0,-1-1 0,1 1 0,-1-1 0,1 0 0,0 0 0,0 0 0,0 0 0,0 0 0,0 0 0,0-1 0,1 1 0,-1 0 0,1-1 0,-1 0 0,1 1 0,0-1 0,0 0 0,0 1 0,1-1 0,-1 0 0,1 0 0,-1 0 0,1 0 0,0-2 143,-7-34-4418,6 28 1768,-1 0-5451,0-1 4350,0-6 4385,1 4 4914,4 9 8596,4 31-11841,5 21-1753,-10-34-495,0 0 0,0 0 1,1 0-1,1-1 0,0 0 0,1 1 1,1-1-1,0-1 0,0 1 1,1-1-1,0 0 0,1-1 0,0 1 1,1-2-1,0 1 0,1-1 0,3 3-55,104 40 368,28 21 107,-141-66-473,0 0-1,0-1 1,0 1-1,-1 1 1,-1-1-1,1 0 1,-1 1-1,0-1 0,-1 1 1,1 0-1,-2 0 1,1-1-1,-1 1 1,0 0-1,-1 0 1,0 0-1,0-1 1,0 1-1,-1 0 1,-1-1-1,1 1 1,-1-1-1,0 0 0,-1 0 1,1 0-1,-1 0 1,-1-1-1,0 0 1,1 0-1,-5 4-1,-3 9-11,-1-1 1,-1-1-1,0 0 0,-1-1 0,-1 0 0,0-2 0,-2 0 0,1 0 1,-1-2-1,-1 0 0,0-1 0,-1-1 0,0-1 0,-19 6 11,37-14 5,1 0 0,-1 0 0,1 0 0,-1-1 0,1 1 0,-1 0 0,0-1 0,1 1 0,-1-1 0,0 0 0,1 1 0,-1-1 0,0 0 0,1 0 0,-1 0 0,0 0 0,0-1 0,1 1 0,-1 0 0,0-1 0,1 1 0,-1-1 0,0 1 0,1-1 0,-1 0 0,1 0 0,-1 0 0,1 0 0,-1 0 0,1 0 0,0 0 0,0 0 0,-1 0 0,1-1 0,0 1 0,0 0 0,0-1 0,0 1 0,1-1 0,-1 1 0,0-1 0,1 0 0,-1-1-5,3-10 5,1 0 0,0 0 0,1 0 0,0 1 0,2 0 0,-1-1 0,1 1 0,1 1 0,0-1 0,1 1 0,0 1 0,0 0-1,1 0 1,0 0 0,1 1 0,0 0 0,1 1 0,0 0 0,1 1-5,-6 1 1,173-141-669,-100 84-945</inkml:trace>
  <inkml:trace contextRef="#ctx0" brushRef="#br0" timeOffset="109146.141">5919 15699 29286,'0'0'760,"0"0"-311,0 0-33,0 0 40,-70 104-136,-9 17-136,-39 70-72,-27 44-56,-15 21-24,-11 12-32,2-13 16,-6 7-16,6 10 0,18-7 0,24-19-184,22-37-208,35-70-865,17-53-3183</inkml:trace>
  <inkml:trace contextRef="#ctx0" brushRef="#br0" timeOffset="110038.615">6200 16364 27902,'0'0'655,"0"0"-184,0 0-21,0 0-114,0 0-168,15 26-105,-7-11-65,-2-7-5,0 1-1,-1 0 0,0-1 1,-1 2-1,0-1 1,0 0-1,-1 1 0,0 0 1,-1 0-1,0 0 1,-1 0-1,0 0 0,0 0 1,-1 0-1,0 0 0,-1 1 1,0-1-1,-1 0 1,0 0-1,0 0 0,-1-1 1,-1 3 7,-29 56-490,-2-2 0,-3-1 0,-3-2 0,-2-2 0,-4-2 0,-1-2 0,-3-2 0,-53 43 490,-153 133 2805,302-267-2474,2 2 1,2 2-1,1 2 1,1 2-1,31-11-331,-6 26 33,-74 15-29,0 0 1,0 0 0,0 0 0,0 0 0,0 0 0,0 0 0,0 1 0,-1-1 0,1 1 0,-1-1 0,0 1 0,0 0 0,0-1 0,0 1 0,0 0-1,-1 0 1,1 0 0,-1 0 0,0-1 0,0 1 0,0 0 0,0 0 0,0 0 0,-1 0 0,1 0 0,-1-1 0,0 1 0,0 0 0,0 0 0,-1 1-5,-6 23 61,-2-1 1,-1 0 0,0 0-1,-2-1 1,-1-1 0,-2 0-1,0-1 1,-5 4-62,-11 20 48,-21 30 3,7-12-81,2 2-1,4 2 1,-31 72 30,58-86-1050,34-52-1371,80-76-8345,-42 23 8772,23 5 11355,8 33-5701,-83 16-3580,-1 1 0,0 0 0,0 0 1,-1 0-1,1 0 0,-1 1 0,-1 0 0,1 0 0,-1 0 0,0 1 1,0-1-1,0 1 0,-1 0 0,0 0 0,-1 1 0,0-1 0,0 0 1,0 1-1,-1-1 0,0 1 0,0 0 0,-1-1 0,0 1 0,-1-1 1,0 3-81,2 2 39,15 198 145,-16-211-200,0 1 0,0-1 0,0 1 0,-1-1 0,1 1 0,0 0 0,0-1 1,0 1-1,0-1 0,0 1 0,0-1 0,0 1 0,1-1 0,-1 1 0,0 0 0,0-1 0,0 1 0,0-1 0,0 1 0,1 0 0,-1-1 0,0 1 0,0-1 0,1 1 0,-1 0 0,0-1 1,1 1-1,-1 0 0,0 0 0,1-1 0,-1 1 0,0 0 0,1 0 0,-1-1 0,1 1 0,-1 0 0,0 0 0,1 0 0,-1 0 0,1 0 0,-1 0 0,1-1 0,-1 1 0,0 0 0,1 0 1,-1 0-1,1 1 0,-1-1 0,1 0 0,-1 0 0,0 0 0,1 0 0,-1 0 0,1 0 0,-1 1 0,0-1 0,1 0 0,-1 0 0,1 1 0,-1-1 0,1 0 16,16-43-2828,-1-5-4340</inkml:trace>
  <inkml:trace contextRef="#ctx0" brushRef="#br0" timeOffset="110296.578">6318 17614 26574,'0'0'1259,"0"0"-91,0 0-469,0 0-402,0 0-208,-19 11-65,-63 35-10,76-42-14,0 0 0,0 0 0,0 1 0,1 0 0,0 0 0,0 0 1,0 1-1,1 0 0,0-1 0,0 2 0,0-1 0,1 0 0,-1 1 0,2 0 0,-1-1 1,1 1-1,0 0 0,0 1 0,1-1 0,0 0 0,0 0 0,1 0 0,0 5 0,2-7 3,1-1-1,-1 0 0,1 0 0,0 0 0,0-1 1,0 1-1,0-1 0,1 0 0,0 1 0,-1-1 1,1-1-1,0 1 0,0-1 0,1 1 0,-1-1 1,0-1-1,1 1 0,-1 0 0,1-1 0,0 0 0,-1 0 1,1 0-1,0-1 0,0 0 0,-1 0 0,1 0 1,0 0-1,0-1 0,-1 0 0,1 0 0,1 0-2,5 1-37,0 0 0,1-1 0,-1 0 0,0-1 0,0 0 0,0-1 0,0 0 0,-1-1 0,1 0 0,-1 0 0,0-1 0,0-1 0,6-4 37,40-29-1314,-10-1-1680</inkml:trace>
  <inkml:trace contextRef="#ctx0" brushRef="#br0" timeOffset="110562.914">6700 17096 28870,'0'0'636,"0"17"-298,48 435 1671,-46-430-1986,22 164 267,-8 1-1,-9 165-289,-7-351-1,1 3-42,0 0-1,-1 1 1,0-1-1,0 0 1,0 1-1,0-1 0,-1 0 1,0 0-1,0 1 1,0-1-1,0 0 1,-1 0-1,1 0 1,-1 0-1,0 0 0,0-1 1,-1 1-1,1-1 1,-1 1-1,0-1 1,1 0-1,-2 0 0,1 0 1,0 0-1,-3 1 44,-4-13-778,-6-93-2432,10 42-282</inkml:trace>
  <inkml:trace contextRef="#ctx0" brushRef="#br0" timeOffset="110729.737">6717 17790 25725,'0'0'3001,"0"0"-2321,0 0-80,0 0-183,0 0-177,127-39-136,-74 39-48,4 0-56,30 6-256,-16 3-1113,-8-3-2520</inkml:trace>
  <inkml:trace contextRef="#ctx0" brushRef="#br0" timeOffset="110996.542">7318 17188 29510,'0'0'567,"0"0"-295,0 0 60,20-5 67,65-18-156,-25 19-89,-58 5-153,-1 1 0,1 0 0,-1 0 0,1 0 0,-1 1 0,0-1 0,1 0 0,-1 1 0,-1-1 0,1 0 0,0 1 0,0-1 0,-1 1 0,1-1 0,-1 1 0,0 0 0,0-1 0,0 1 0,0-1 0,0 1 0,-1-1 0,1 1 0,-1-1 0,0 1 0,1-1 0,-2 2-1,2-4 0,-8 27-107,0 0-1,-2-1 1,-2 0 0,0 0 0,-1-1 0,-2-1 0,-1 0-1,0-1 108,-5 10-301,-106 146-1909,65-110-1544,34-42-5119</inkml:trace>
  <inkml:trace contextRef="#ctx0" brushRef="#br0" timeOffset="111362.527">7285 17571 18524,'0'0'7189,"0"0"-5085,0 0-1312,0 0 7,9 21-133,26 67-263,4 51 39,-21-157-959,-15 9 466,-1 0 0,1 1-1,1-1 1,0 1 0,0 0-1,0 0 1,1 0-1,0 1 1,1 0 0,-1 0-1,2 0 1,-1 0-1,1 1 1,0 0 0,0 1-1,0-1 1,1 1-1,0 1 1,0 0 0,0 0-1,0 0 1,1 1 0,-1 0-1,1 1 1,0 0-1,0 0 1,0 1 0,8-1 51,-14 5 18,-1-1 0,0 1 1,0 0-1,0-1 0,0 1 1,0 0-1,0 0 1,-1 0-1,1 1 0,-1-1 1,0 0-1,0 0 0,0 1 1,-1-1-1,1 1 1,-1-1-1,0 0 0,0 1 1,0-1-1,0 1 1,0-1-1,-1 1 0,0-1 1,1 0-1,-1 1 0,-2 1-18,3-2 12,-2 10 31,-2 0-1,1-1 1,-1 1 0,-1-1-1,-1 0 1,1-1 0,-2 1-1,1-1 1,-2 0 0,0-1-1,0 1 1,0-2 0,-6 5-43,14-13-34,-1 0 0,1-1 0,-1 1 1,0 0-1,0 0 0,0-1 0,1 1 0,-1 0 1,0-1-1,0 1 0,0-1 0,0 1 0,0-1 1,0 1-1,0-1 0,0 0 0,0 0 0,0 1 1,0-1-1,0 0 0,0 0 0,0 0 1,-1 0-1,1 0 0,0 0 0,0-1 0,0 1 1,0 0-1,0 0 0,0-1 0,0 1 0,0-1 1,0 1-1,0-1 0,0 1 0,1-1 0,-1 1 1,0-1-1,0 0 0,0 0 0,1 1 0,-1-1 1,0 0-1,1 0 0,-1 0 0,1 0 1,-1 0-1,1 0 0,-1 0 0,1 0 0,-1 0 1,1 0-1,0 0 0,0 0 0,0 0 0,0 0 1,-1 0-1,1 0 0,1 0 0,-1 0 0,0 0 1,0 0-1,0 0 0,0 0 0,1-1 0,-1 1 1,1 0-1,-1 0 34,-2-34-4105</inkml:trace>
  <inkml:trace contextRef="#ctx0" brushRef="#br0" timeOffset="111645.325">7920 16851 26542,'0'0'811,"0"0"-133,26-4 140,82-13-57,36 14 384,-138 5-1130,0 1 0,0-1 0,-1 1 0,1 0 0,-1 1 0,1-1 0,-1 1 0,0 0 0,-1 0 0,1 1 0,-1-1 0,0 1 0,0 0 0,0 0 0,-1 0 0,1 1 0,-1-1-1,-1 1 1,1 0 0,-1 0 0,0 0 0,0 0 0,-1 0 0,1 0 0,-1 1 0,-1-1 0,1 0 0,-1 0 0,0 1 0,-1-1 0,0 0 0,0 1 0,0-1 0,0 0 0,-1 0 0,0 0 0,-1 0 0,1 0 0,-1-1 0,0 1 0,-2 2-15,-5 12-82,0 0 0,-1-1 0,-1 0-1,-1-1 1,-1 0 0,0-1-1,-1-1 1,-1 0 0,-1-1 0,-11 8 82,27-22-59,-1 0 0,1 0 0,0 0 1,-1 0-1,1 0 0,-1 0 0,0 0 1,1 0-1,-1 0 0,0-1 0,1 1 1,-1-1-1,0 1 0,0-1 0,0 0 1,1 1-1,-1-1 0,0 0 0,0 0 1,0-1-1,0 1 0,1 0 0,-1-1 1,0 1-1,0-1 0,1 1 0,-1-1 1,0 0-1,1 1 0,-1-1 0,1 0 1,-1 0-1,1 0 0,-1-1 0,1 1 1,0 0-1,-1 0 0,1-1 0,0 1 1,-1-2 58,-12-22-2632</inkml:trace>
  <inkml:trace contextRef="#ctx0" brushRef="#br0" timeOffset="112113.291">7938 17123 27110,'0'0'1017,"0"0"-206,-1 17-163,-5 58-204,6-62-404,1-1 1,0 1-1,1 0 0,0 0 0,1-1 0,1 0 0,0 1 0,1-1 0,0-1 0,0 1 0,1-1 0,1 0 0,0 0 0,1-1 1,1 2-41,-1 1 21,-2-5-1,-1 0 1,1-1-1,1 1 0,-1-1 0,1-1 1,0 1-1,1-1 0,-1 0 0,1 0 1,1-1-1,-1-1 0,1 1 0,-1-1 1,1 0-1,1-1 0,-1 0 0,0-1 0,1 0 1,-1 0-1,1-1 0,-1 0 0,1-1 1,5 0-21,136-4 157,-148 6-157,-1-1 1,1 1-1,-1 0 1,0 0-1,0 0 1,0 0-1,0 1 0,0-1 1,-1 0-1,1 1 1,-1-1-1,1 1 1,-1 0-1,0-1 0,0 1 1,0 0-1,0 0 1,0-1-1,-1 1 0,0 0 1,1 0-1,-1 0 1,0 0-1,0 0 1,-1 0-1,1 0 0,0 0 1,-1 0-1,0 1 0,1 5 1,-5 18 30,0 0 0,-1-1-1,-2 0 1,-1 0-1,-1 0 1,-1-1-1,-1-1 1,-1 0 0,-1 0-1,-1-2 1,-1 0-1,-1 0 1,-1-2 0,-1 0-1,-3 1-30,15-12-8,-1 0-1,1 0 1,-2-1-1,1 0 0,-1 0 1,0-1-1,0 0 1,-1-1-1,0 0 1,0 0-1,-1-1 1,0-1-1,1 0 1,-1 0-1,-1-1 1,1 0-1,0-1 0,-1 0 1,1-1-1,-1 0 1,0-1-1,1-1 1,-1 0-1,0 0 1,1-1-1,0 0 1,-1-1-1,1 0 1,0-1-1,-8-4 9,14 6 5,1 0 1,-1-1-1,1 1 0,-1-1 0,1 0 0,0 0 1,0-1-1,1 1 0,-1-1 0,0 1 1,1-1-1,0 0 0,0-1 0,0 1 1,1 0-1,-1-1 0,1 0 0,0 1 0,1-1 1,-1 0-1,1 0 0,0 0 0,0 0 1,0 0-1,1 0 0,0 0 0,0-1 1,0 1-1,0 0 0,1 0 0,0 0 0,0 0 1,0 0-1,1 0 0,0 0 0,0 1 1,0-1-1,1-2-5,142-121-36,-116 107-24,51-37-488,-9 4-829</inkml:trace>
  <inkml:trace contextRef="#ctx0" brushRef="#br0" timeOffset="112897.65">5625 18013 19268,'0'0'5840,"0"0"-4126,0 0-931,0 0 231,0 0-164,0 0-93,13 21-142,44 67-161,-52-77-407,2 0 0,-1 0 0,2-1 1,-1-1-1,1 1 0,1-1 0,0 0 1,0-1-1,0 0 0,1-1 0,0 0 1,1 0-1,0-1 0,0 0 0,0-1 0,1-1 1,-1 1-1,1-2 0,0 0 0,0 0 1,0-1-1,1 0 0,-1-2 0,1 1 1,-1-1-1,0-1 0,1 0 0,-1-1 1,0 0-1,0-1 0,9-3-47,149-68 9,-143 59-9,0 2 0,0 0-1,2 1 1,-1 2 0,2 1 0,-1 2 0,1 0 0,16 0 0,-25 5 0,-1 1 0,1 1 0,-1 1 0,1 1 0,-1 0 0,0 2 0,0 0 0,14 6 0,38 19 0,-53-19 0,0-1 0,0-1 0,1-1 0,0-1 0,0-1 0,1 0 0,0-2 0,-1 0 0,1-1 0,0-1 0,0-1 0,5-2 0,175-63 0,-85 20 0,-53 30 0,0 3 0,2 3 0,-1 2 0,1 4 0,-1 2 0,1 3 0,54 9 0,81-1 0,-75-8 0,0-6 0,84-14 0,23 0-1644,-177 16-1697</inkml:trace>
  <inkml:trace contextRef="#ctx0" brushRef="#br0" timeOffset="117744.678">9494 18003 23525,'0'0'2641,"0"0"95,0 0-2424,0 0 16,0 0 136,0 0-176,81-31-47,-41 21 7,8-2-80,5-2-48,6 0-80,7-2-32,1 5-8,32 1-112,-18 4-657,-13 2-1847</inkml:trace>
  <inkml:trace contextRef="#ctx0" brushRef="#br0" timeOffset="117994.326">10402 17591 22269,'0'0'7057,"0"0"-6721,-60 144-232,36-73-80,7 4-8,6 4-16,2 4 0,9-1-208,0-3-264,5 2-336,10-22-384,-2-17-13915</inkml:trace>
  <inkml:trace contextRef="#ctx0" brushRef="#br0" timeOffset="118376.494">10928 17417 28774,'0'0'603,"-8"23"-250,-47 156 425,43-122-644,2 1 1,3 0-1,3 0 1,2 0-1,4 37-134,-3-88 3,0 0 0,1 0 0,0 0 0,0 0 0,1 1 0,0-1 0,0 0 0,0 0 0,1 0 0,0-1 1,0 1-1,1 0 0,0-1 0,0 1 0,1-1 0,0 0 0,0 0 0,0 0 0,0-1 0,1 0 0,0 0 0,0 0 0,1 0 0,-1-1 0,1 1 0,0-2 0,0 1 0,5 1-3,-5-4-3,0-1 0,0-1 0,0 1 0,0-1 0,0 0 0,0-1-1,0 1 1,-1-1 0,1 0 0,0 0 0,-1-1 0,1 0 0,-1 0 0,0 0-1,0-1 1,0 1 0,-1-1 0,1-1 0,-1 1 0,0 0 0,0-1 0,0 0-1,-1 0 1,0 0 0,0 0 0,0-1 0,0 1 0,-1-1 0,0 1 0,0-1-1,-1 0 1,1-4 3,-1 9-2,0-1 0,0 0 0,0 1 0,0-1 0,-1 0-1,1 0 1,0 0 0,-1 0 0,0 0 0,1 1 0,-1-1-1,0 0 1,0 0 0,0 0 0,0 0 0,0 0 0,-1 0 0,1 0-1,-1 0 1,1 0 0,-1 1 0,0-1 0,1 0 0,-1 0 0,0 1-1,0-1 1,0 0 0,0 1 0,-1-1 0,1 1 0,0-1-1,-1 1 1,1 0 0,-1 0 0,1-1 0,-1 1 0,0 0 0,1 0-1,-1 1 1,0-1 0,0 0 0,1 1 0,-1-1 0,-2 0 2,-15-1 4,-1 0 0,0 1 1,0 1-1,0 0 1,0 2-1,1 1 0,-19 4-4,19 8-1631,21-14-1385</inkml:trace>
  <inkml:trace contextRef="#ctx0" brushRef="#br0" timeOffset="118644.578">11506 17828 28942,'0'0'1384,"0"0"-1255,0 0-73,176-2-16,-100-10 0,10-2-16,28-6-24,-18 6-569,-21 1-1911</inkml:trace>
  <inkml:trace contextRef="#ctx0" brushRef="#br0" timeOffset="118927.812">11888 17528 28822,'0'0'1360,"0"0"-1152,-68 114-7,48-61 135,9 5-56,7 5-184,4 4-72,0 8-24,11 27-416,6-15-889,-1-20-799</inkml:trace>
  <inkml:trace contextRef="#ctx0" brushRef="#br0" timeOffset="119111.048">12379 17613 27262,'0'0'1424,"0"0"-656,0 136-272,-13-67 65,-5 8-145,-2 3-168,5 1-152,6-8-64,5-11-16,4-17-16,0-17-264,33-27-537,0-1-751,0-7-912</inkml:trace>
  <inkml:trace contextRef="#ctx0" brushRef="#br0" timeOffset="119394.347">12835 17565 24885,'0'0'1815,"0"0"-817,0 0-342,0 0 51,0 0-76,6 17-181,34 115 76,-38-120-491,1 23 38,2 0 0,2 0-1,1 0 1,1-1 0,2 0 0,2-1 0,1 0 0,1-1 0,16 24-73,-26-50 1,-1 1 1,1-1-1,-1 1 0,-1 0 1,1 0-1,-1 0 1,-1 1-1,1-1 0,-1 1 1,-1 0-1,1-1 1,-1 1-1,0 0 0,-1 0 1,0 0-1,0 0 1,-2 3-2,-1-5 1,-1 0 1,-1-1 0,1 1-1,-1-1 1,0 0-1,0 0 1,0 0 0,-1-1-1,0 1 1,0-2 0,0 1-1,0-1 1,-1 1-1,1-2 1,-1 1 0,0-1-1,0 0 1,0 0 0,0-1-1,0 0 1,0 0-1,0-1 1,-1 0-2,1 2-45,1 0 1,0-1-1,-1 0 1,1-1-1,0 1 1,-1-1-1,1 0 0,-1-1 1,1 0-1,-1 0 1,1 0-1,0 0 0,0-1 1,0 0-1,0-1 1,0 1-1,0-1 0,0 0 1,1-1-1,0 1 1,-1-1-1,1 0 1,0-1 43,-20-36-3166,6-8-7408</inkml:trace>
  <inkml:trace contextRef="#ctx0" brushRef="#br0" timeOffset="119644.381">13087 17431 28678,'0'0'896,"0"0"-664,0 0-48,138-12-80,-94 12-40,8 0-64,-10 0-656,-14 8-1536</inkml:trace>
  <inkml:trace contextRef="#ctx0" brushRef="#br0" timeOffset="120067.943">11138 18327 18444,'0'0'6675,"0"0"-4476,0 0-1364,0 0-78,0 0 6,0 0-116,-10-12-194,-29-36-111,37 44-323,1 0 1,0 0 0,0 0-1,0 0 1,0 0-1,1-1 1,-1 1 0,1 0-1,0 0 1,0 0-1,1-1 1,-1 1 0,1 0-1,0 0 1,0 0 0,1 0-1,-1 0 1,1 0-1,0 1 1,0-1 0,0 0-1,0 1 1,0-1 0,1 1-1,0 0 1,0 0-1,0 0 1,0 0 0,0 0-1,0 1 1,1-1 0,-1 1-1,1 0-19,4-5 17,7-7-7,0 0 0,1 1 0,1 1 0,0 1 0,1 0 0,0 1 0,1 1 0,0 1 0,0 0 0,1 1 0,-1 2 0,1 0 0,1 1 0,-1 1 0,1 0 0,-1 2 0,1 1 0,0 0 0,0 1 0,-1 2 0,1 0 0,-1 1 0,0 1 0,0 1 1,13 5-11,-20-5-11,1 0 0,0-1 1,0-1-1,0-1 0,1 0 0,-1 0 1,1-2-1,0 1 0,0-2 1,-1 0-1,1-1 0,0-1 1,-1 0-1,1-1 0,1-1 11,166-92-3032,-105 40-4905</inkml:trace>
  <inkml:trace contextRef="#ctx0" brushRef="#br0" timeOffset="300249.166">22032 9570 22373,'0'0'7065,"0"0"-6425,0 0-71,0 0-25,0 0-104,0 0-136,-20-6-200,42 6-48,7 0 40,1 2-24,5 8 0,-2 0-16,-2 0-32,-3 1-16,-6 5-8,-11 16-248,-6-3-392,-5 1-1257</inkml:trace>
  <inkml:trace contextRef="#ctx0" brushRef="#br0" timeOffset="300516.638">21120 10675 27782,'0'0'2048,"0"0"-1752,0 0 297,189-58-17,-49 1-104,40-20-96,10-8-136,-10 7-56,-40 16-48,-45 25-72,-27 9-64,-14 9 0,3-3-88,0 2-280,5-4-296,-18 9-809,-20 1-1831</inkml:trace>
  <inkml:trace contextRef="#ctx0" brushRef="#br0" timeOffset="300766.507">22247 9986 26550,'0'0'2800,"0"0"-1984,-44 150-95,29-51-145,-3 31-80,-2 32-176,-2 11-104,-2-11-96,0-18-72,4-43-24,3-26-24,4-24-168,0-16-136,-1-5-152,-3-22-128,4-6-873,2-4-3312</inkml:trace>
  <inkml:trace contextRef="#ctx0" brushRef="#br0" timeOffset="301016.107">21920 10531 20380,'0'0'8538,"0"0"-7866,-101 128-256,62-71-208,4-4-80,6-1-64,5-5-64,9-8-176,6-9-272,9-14-296,0-16-512,7-16-1081,8-12-20715</inkml:trace>
  <inkml:trace contextRef="#ctx0" brushRef="#br0" timeOffset="301283.654">21751 10793 21621,'0'0'4096,"0"0"-2063,0 0-729,123-36-496,-61 33-191,5-1-201,4-2-216,-3 2-104,-5-4-96,-4-2-16,9-20-480,-13 3-985,-9-7-3872</inkml:trace>
  <inkml:trace contextRef="#ctx0" brushRef="#br0" timeOffset="302182.547">22911 9503 24405,'0'0'2157,"0"0"-697,-6 18-588,-33 129 482,38-146-1344,0 1 1,1 0 0,0-1 0,-1 1-1,1-1 1,0 1 0,0 0-1,0-1 1,0 1 0,0 0-1,0-1 1,0 1 0,0 0 0,1-1-1,-1 1 1,1-1 0,-1 1-1,1 0 1,0-1 0,-1 1-1,1-1 1,0 0 0,0 1 0,0-1-1,0 0 1,0 1 0,1-1-1,-1 0 1,0 0 0,0 0-1,1 0 1,-1 0 0,1-1 0,-1 1-1,1 0 1,-1 0 0,1-1-1,-1 1 1,1-1 0,0 0-1,-1 1 1,1-1 0,0 0 0,-1 0-1,1 0 1,0 0-11,22 0 63,1 0 0,0-2 0,-1-1 0,1 0 0,-1-2-1,0-1 1,0-1 0,17-8-63,-8 5 14,-31 8-10,1 0-1,-1 0 1,1 0-1,0 1 1,-1-1-1,1 1 1,0 0-1,0 0 1,0 0-1,0 0 1,0 1-1,0-1 1,0 1-1,0-1 0,0 1 1,1 0-1,-1 0 1,0 1-1,0-1 1,0 1-1,0-1 1,0 1-1,0 0 1,0 0-1,0 1 1,-1-1-1,1 0 1,0 1-1,-1 0 1,1-1-1,-1 1 1,1 0-1,-1 0 0,0 1 1,0-1-1,0 0 1,0 1-1,0-1 1,0 1-1,-1 0 1,1-1-1,-1 1 1,1 2-4,-4 19 31,0-1 0,-2 0 0,0 0 1,-2 0-1,-1-1 0,0 0 0,-2 0 0,0-1 1,-1 0-1,-2 0 0,0-1 0,-1-1 1,-4 4-32,0 5 6,-33 55-5,-3-2 0,-4-2 1,-4-3-1,-2-3 0,-32 26-1,90-95-6,-1 2-22,0 1 0,0-2-1,0 1 1,-1-1 0,0 0-1,0 0 1,-1-1 0,1 0-1,-1 0 1,0-1 0,0 0-1,0 0 1,0-1 0,-8 1 28,14-4-41,0-1 1,0 0-1,0 0 0,0 0 1,0 0-1,0-1 1,1 1-1,-1 0 0,1-1 1,-1 1-1,1-1 1,0 1-1,0-1 0,0 0 1,0 0-1,1 1 1,-1-1-1,1 0 0,0 0 1,-1 0-1,1 1 1,1-1-1,-1 0 0,0 0 1,1 0-1,-1 1 1,1-1-1,0 0 0,0 0 1,1-1 40,-1-5-112,5-31-184,3-1 0,1 1-1,3 1 1,0 0 0,7-8 296,5-21-169,-5 12 120,63-136 389,-83 191-319,1 0 1,-1 0-1,0 0 0,1 0 0,-1 0 1,1 0-1,-1 0 0,1 0 0,-1 1 1,1-1-1,0 0 0,-1 0 1,1 0-1,0 1 0,0-1 0,0 0 1,-1 1-1,1-1 0,0 0 0,0 1 1,0-1-1,0 1 0,0 0 0,0-1 1,0 1-1,0 0 0,0 0 0,0-1 1,1 1-1,-1 0 0,0 0 0,0 0 1,0 0-1,0 0 0,0 1 1,0-1-1,0 0 0,0 0 0,0 1 1,0-1-1,0 1 0,0-1 0,0 1 1,0-1-1,0 1 0,0-1 0,0 1 1,-1 0-1,1 0 0,0-1 0,0 1 1,-1 0-1,1 0 0,-1 0 0,1 0 1,0 0-1,-1 0 0,0 0 1,1 0-1,-1 0-21,20 64 625,-14-10-398,-6-40-210,2 1 0,-1-1 0,2 1 1,0-1-1,1 0 0,0 0 0,1-1 0,1 1 0,0-1 0,1 0 1,2 1-18,-8-12-16,1-1 0,0 0 1,0 0-1,0 0 1,0 0-1,0 0 0,1 0 1,-1 0-1,1-1 1,-1 1-1,1-1 0,-1 0 1,1 0-1,0 0 1,0 0-1,-1 0 0,1 0 1,0-1-1,0 1 1,0-1-1,0 0 0,0 0 1,0 0-1,0 0 0,0-1 1,0 1-1,-1-1 1,1 0-1,0 0 0,0 0 1,0 0-1,-1 0 1,1 0-1,-1-1 0,2-1 16,83-69-362,-83 66 349,35-35-76,-20 19 75,1 1 0,0 1 0,2 1 0,0 1 0,1 1 0,4-1 14,-25 16 14,0 0 0,0 0 1,1 1-1,-1-1 0,0 1 1,1 0-1,-1-1 0,1 1 0,-1 0 1,1 0-1,-1 1 0,1-1 1,0 1-1,-1-1 0,1 1 1,0 0-1,0 0 0,-1 0 0,1 0 1,0 0-1,-1 1 0,1-1 1,0 1-1,-1 0 0,1 0 0,-1 0 1,1 0-1,-1 0 0,1 0 1,-1 1-1,0-1 0,1 1 1,-1 0-1,0 0 0,0-1 0,1 3-13,1 12 70,-1-1 0,-1 1 1,-1 0-1,0-1 1,-1 1-1,0 0 0,-1 0 1,-1 0-1,-1-1 1,0 1-1,-2 4-71,-18 50 130,-2-1 0,-3-1 1,-4-1-1,-7 7-130,-10 23 174,33-58-74,30-36-60,61-47 40,-67 37-79,1 1 1,-1 0 0,1 0-1,0 1 1,1 1-1,-1-1 1,1 1-1,0 1 1,-1 0 0,2 0-1,7 0-1,-15 2-1,-1 0 0,1 1 0,0-1 0,-1 1 0,1-1 0,-1 1 0,1 0 0,0 1 0,-1-1 0,1 0 0,-1 1 0,1-1 0,-1 1 0,1 0 0,-1-1 0,1 1 0,-1 1 0,0-1 0,1 0 0,-1 0 0,0 1 0,0 0 0,0-1 0,0 1 0,0 0 0,-1 0 0,1 0 0,0 0 0,-1 0 0,1 0 0,-1 0 0,0 1 0,0-1 0,0 0 0,0 1 0,0-1 0,-1 1 1,1-1-1,-1 1 0,1 0 0,-1-1 0,0 1 0,0 1 1,0 9-1,-1 1 0,0-1 1,-1 0-1,-1 1 1,0-1-1,0 0 1,-2 0-1,1-1 1,-2 1-1,1-1 1,-2 0-1,0-1 1,0 1-1,-9 9 1,-134 140-3,127-138-47,0 0 0,-2-2 0,0-1 1,-1 0-1,-1-2 0,-1-1 0,0-2 0,-1 0 1,-1-2-1,0-1 0,-1-2 0,0-1 0,-1-1 0,0-2 1,0-1-1,0-1 0,-4-2 50,32-2-66,0-1 0,-1 0 0,1 0 0,0 0 0,0-1 0,-1 1 0,1-1 1,0 0-1,1 0 0,-1 0 0,0-1 0,1 1 0,-1-1 0,1 0 0,0 0 0,0 0 0,0 0 0,0-1 0,0 1 0,1-1 0,0 0 0,-1 0 1,1 0-1,1 0 0,-1 0 0,1 0 0,-1 0 0,1 0 0,0-3 66,-8-137-1203,10 106 1572,-1 37-306,1-1-1,-1 1 1,0-1-1,0 1 1,1-1-1,-1 1 1,1 0 0,-1-1-1,1 1 1,0-1-1,0 1 1,0 0-1,-1 0 1,1 0-1,0-1 1,0 1 0,1 0-1,-1 0 1,0 0-1,0 0 1,0 1-1,1-1 1,-1 0-1,0 0 1,1 1 0,-1-1-1,1 1 1,-1-1-1,1 1 1,-1 0-1,0-1 1,1 1-1,0 0 1,-1 0 0,1 0-1,-1 0 1,1 0-1,-1 1 1,1-1-1,0 0-62,66 14 508,-68-14-507,272 65-1853,-196-52-2828</inkml:trace>
  <inkml:trace contextRef="#ctx0" brushRef="#br0" timeOffset="302482.965">24561 9874 26662,'0'0'5081,"0"0"-4713,-135 69-264,75-32-88,6 5 8,3 1-24,1 2-64,2 5-200,2-3 32,6-5-96,9-9-280,12-11-273,12-18-167,7-4-312,0 0-13795</inkml:trace>
  <inkml:trace contextRef="#ctx0" brushRef="#br0" timeOffset="302749.397">24055 10308 26190,'0'0'1776,"0"0"-728,35 124-392,-17-61 64,-3 4-103,-6 2-217,-3 2-176,-3 2-136,-3 2-72,2-8-16,2-10-168,3-15-104,4-22-144,2-20-153,4-8 249,12-63-544,-5 4-624,-4-4-2937</inkml:trace>
  <inkml:trace contextRef="#ctx0" brushRef="#br0" timeOffset="303282.76">24728 9653 24733,'0'0'2105,"21"-6"-790,0-1-1036,-9 3-127,1-1 1,0 2-1,0 0 1,1 0 0,-1 1-1,0 1 1,1 0-1,-1 1 1,11 2-153,-14-1 44,0 1 0,0 1 1,0 0-1,-1 0 0,1 1 0,-1 0 0,0 1 1,0 0-1,0 0 0,0 1 0,-1 0 0,0 0 1,-1 1-1,1 0 0,-1 1 0,-1 0 0,1 0 1,-1 0-1,-1 1 0,1-1 0,-2 1 0,1 1 1,-1-1-1,0 1 0,-1-1 0,0 1 0,-1 0 1,0 0-1,-1 0 0,0 1 0,0-1 0,-1 0 0,0 0 1,-1 0-1,0 1 0,-1-1 0,0 0 0,0 0 1,-1 0-1,-1-1 0,1 1 0,-2-1 0,0 1-44,-25 31 3,-1-3 0,-2 0 0,-2-3 0,-1 0 0,-1-3 0,-2-1 0,-2-1 0,-23 11-3,51-32 4,-12 9-1,-2 0 1,0-2-1,-1-1 0,0-1 1,-2-1-1,-28 8-3,58-21 2,1 0-1,-1-1 0,1 1 1,-1-1-1,1 1 0,-1 0 1,1-1-1,-1 1 0,1-1 0,-1 0 1,0 1-1,1-1 0,-1 1 1,0-1-1,1 1 0,-1-1 0,0 0 1,0 1-1,0-1 0,0 0 1,1 1-1,-1-1 0,0 0 0,0 1 1,0-1-1,0 0 0,-1 1 1,1-1-1,0 0 0,0 1 1,0-1-1,0 1 0,-1-1 0,1 0 1,0 1-1,-1-1 0,1 1 1,0-1-1,-1 1 0,1-1 0,-1 1 1,1-1-1,-1 1 0,1-1 1,-1 1-1,1-1 0,-1 1 1,1 0-1,-1-1 0,1 1 0,-1 0 1,0 0-1,1-1 0,-1 1 1,0 0-1,1 0 0,-1 0 0,0 0 1,1 0-1,-1 0 0,0 0 1,1 0-1,-1 0 0,0 0 0,1 0 1,-1 0-1,0 1-1,16-18-17,1 1-1,0 0 1,1 1-1,0 1 1,1 1-1,1 0 1,9-3 17,-11 4-22,10-6 10,0 0-1,1 2 0,0 1 1,1 1-1,1 2 1,0 1-1,1 1 0,0 1 1,32-4 12,-61 13 0,0-1 0,-1 1 0,1 0 0,0-1 0,0 1 0,0 0 0,0 0 0,0 0 0,-1 0 0,1 0 0,0 1 0,0-1 0,0 0 0,0 1 0,-1 0 0,1-1 0,0 1 0,0 0 0,-1 0 0,1 0 0,-1 0 0,1 0 0,-1 0 0,1 1 0,-1-1 0,0 0 0,1 1 0,-1-1 0,0 1 0,0-1 0,0 1 0,0-1 0,0 1 0,-1 0 0,1 0 0,0-1 0,-1 1 0,1 0 0,-1 0 0,0 0 0,0 0 0,1 0 0,-1-1 0,0 1 0,-1 0 0,1 0 0,0 2 0,-3 16 4,0-1 0,-1 1 0,-1-1 1,-1 1-1,-1-1 0,-1-1 0,0 0 1,-1 0-1,-1 0 0,-1-1 0,0-1 1,-3 2-5,-5 13 6,-76 122 123,95-153-129,-1 1 0,1-1 0,0 1 0,0-1 0,0 1-1,0-1 1,0 1 0,-1-1 0,1 1 0,0-1 0,0 1-1,0-1 1,0 1 0,0-1 0,0 1 0,1-1 0,-1 1 0,0-1-1,0 1 1,0-1 0,0 1 0,1-1 0,-1 0 0,0 1-1,0-1 1,1 1 0,-1-1 0,0 0 0,1 1 0,-1-1-1,0 1 1,1-1 0,-1 0 0,1 0 0,-1 1 0,0-1-1,1 0 1,-1 0 0,1 1 0,-1-1 0,1 0 0,-1 0-1,1 0 1,-1 0 0,1 0 0,-1 0 0,1 0 0,-1 0-1,1 0 1,-1 0 0,1 0 0,-1 0 0,1 0 0,-1 0-1,1 0 1,-1-1 0,1 1 0,-1 0 0,1 0 0,-1 0-1,0-1 1,1 1 0,-1 0 0,1-1 0,-1 1 0,0 0-1,1-1 1,-1 1 0,1-1 0,38-16-55,227-202-1368,-214 189 1367,-46 38 74,-34 107 325,-70 90 202,59-132-188,4 2 1,3 1 0,-6 28-358,23-5 483,17-96-481,0-1 0,1 0 1,-1 0-1,1 0 1,0 0-1,-1-1 0,1 1 1,0-1-1,0 1 1,0-1-1,0 0 0,0 0 1,0 0-1,1-1 1,-1 1-1,0-1 0,0 0 1,0 1-1,1-2 1,-1 1-1,0 0 0,0-1 1,0 1-1,1-1 0,-1 0 1,0 0-1,0 0 1,0 0-1,0-1 0,-1 1 1,1-1-1,0 0 1,0 0-1,1-1-2,27-15-4,0-2 0,-1-1-1,-2-1 1,0-2 0,-1 0 0,-2-2 0,22-28 4,157-194-1561,-122 135-1346</inkml:trace>
  <inkml:trace contextRef="#ctx0" brushRef="#br0" timeOffset="304215.635">26738 8915 10802,'0'0'14952,"-22"8"-11549,-159 76-2612,95-29-468,3 4 1,3 3 0,2 3 0,-57 64-324,131-126 9,-1 1 1,1-1-1,0 1 1,0 0 0,0 0-1,1 0 1,-1 0-1,1 1 1,0-1-1,0 1 1,1 0-1,-1 0 1,1 0 0,0 0-1,0 0 1,1 0-1,0 1 1,0-1-1,0 0 1,0 1 0,1-1-1,0 1 1,0-1-1,1 1 1,-1-1-1,1 1 1,0-1 0,1 0-1,0 3-9,166 115 80,-162-109-67,-1-1-1,0 1 1,-1 0-1,-1 1 1,0-1-1,-1 0 1,0 1-1,-2 0 1,1-1-1,-2 1 1,0-1-1,0 1 1,-2 0-1,0-1 1,0 0-1,-1 0 1,-1 0-1,0 0 1,-1-1-1,-1 0 1,-3 5-13,1 2-80,1 1 0,1 0 1,1 0-1,1 1 0,0 0 1,2 0-1,1 0 0,0 0 0,2 0 1,0 0-1,2 0 0,0 0 1,2 2 79,38 199-26,-11 2 1,-9 1 0,-10 1-1,-10 0 1,-19 140 25,-65 175 1235,81-530-1204,0-11-51,8-25-122,12-27-389,1-17-1008</inkml:trace>
  <inkml:trace contextRef="#ctx0" brushRef="#br0" timeOffset="304890.982">28079 8773 19748,'0'0'7482,"0"0"-6546,0 0 72,0 0-288,0 0-151,-21 101-153,21-90-176,0 1-120,0-2-32,4 2-48,-2 2-32,-2 0-8,0-1-64,2 1-288,1-6-361,10-8-327,-5-2-240,3-14-2977</inkml:trace>
  <inkml:trace contextRef="#ctx0" brushRef="#br0" timeOffset="305645.459">28327 8635 23773,'0'0'2713,"25"-9"-1072,167-52 82,39 38-404,-230 23-1316,0 0 0,1 0-1,-1 0 1,0 0 0,0 1 0,0-1-1,0 0 1,1 1 0,-1-1-1,0 0 1,0 1 0,0-1-1,0 1 1,0 0 0,0-1-1,0 1 1,0 0 0,0 0 0,0-1-1,-1 1 1,1 0 0,0 0-1,0 0 1,-1 0 0,1 0-1,-1 0 1,1 0 0,-1 0 0,1 0-1,-1 1 1,0-1 0,1 0-1,-1 0 1,0 0 0,0 0-1,0 1 1,0-1 0,0 0 0,0 0-1,0 0 1,0 1 0,0-1-1,-1 0 1,1 0 0,0 0-1,-1 0 1,1 0 0,-1 1-3,-27 55 38,-27 5-345,-2-4 0,-3-1-1,-2-4 1,-42 27 307,-52 19-331,180-114 342,1 2-1,1 1 1,0 1 0,0 1-1,1 1 1,0 1 0,1 2-1,0 1 1,0 1 0,12 1-11,-38 2 13,1 1 0,-1 1 0,1-1 0,-1 0 0,1 1 0,-1-1 0,1 1 0,-1 0 0,0 0 0,1 0 0,-1 0 0,0 0 0,0 0 0,0 1 0,0-1 0,0 1 0,0 0 0,0-1 0,0 1 0,-1 0 0,1 0 0,-1 0 0,1 0 0,-1 0 0,0 0 0,0 1 0,1-1 0,-2 0 0,1 1 0,0-1 0,0 1 0,-1-1 0,0 1 0,1-1 0,-1 1 0,0-1 0,0 1 0,0-1 0,-1 1 0,1-1 0,0 1 0,-1-1 0,0 1 0,0-1 0,1 0 0,-1 1 0,-1 0-13,-4 15 22,0 0 0,-1-1 0,-1 0 1,-1 0-1,0-1 0,-1 0 1,-1-1-1,0 0 0,-1 0 0,-1-1 1,-5 4-23,-3 6 4,-78 95 23,98-117-28,1-1 0,-1 0 0,1 0 0,0 1 0,-1-1 0,1 0 0,0 1 0,0-1 1,0 0-1,0 1 0,0-1 0,0 0 0,0 1 0,1-1 0,-1 0 0,0 0 0,1 1 1,-1-1-1,1 0 0,-1 0 0,1 0 0,0 1 0,0-1 0,-1 0 0,1 0 0,0 0 1,0 0-1,0 0 0,0 0 0,0-1 0,0 1 0,0 0 0,0 0 0,1-1 0,-1 1 1,0-1-1,0 1 0,1-1 0,-1 1 0,0-1 0,0 0 0,1 0 0,-1 0 0,0 0 0,1 0 1,-1 0-1,0 0 0,1 0 0,-1 0 0,0 0 0,1-1 0,-1 1 0,0 0 0,0-1 1,1 0-1,-1 1 0,0-1 0,1 0 1,22 3 12,-20-2-1,1 1 0,0-1 0,0 1 0,0 0 0,-1 0 0,1 1 0,-1-1 0,1 1 0,-1 0 0,1 0 0,-1 1 0,0-1 0,0 1 0,0 0 0,-1 0 0,1 0 0,-1 1 0,1-1 0,-1 1 0,0 0 1,0-1-1,-1 2 0,1-1 0,-1 0 0,0 0 0,0 1 0,0-1 0,-1 1 0,0 0 0,0-1 0,0 1 0,0 1-11,-3 12-11,-1 1 0,0-1-1,-2 1 1,0-1 0,-1-1 0,-1 1 0,0-1 0,-2 0-1,0-1 1,0 0 0,-2 0 0,0-1 0,-1 0 0,0-1-1,-1 0 1,0-1 0,-2-1 0,1 0 0,-1-1 0,-1-1-1,0 0 1,0-1 0,-1-1 0,-16 6 11,20-8-21,0-1-1,-1-1 1,1 0 0,-1-1 0,1-1 0,-1 0-1,0 0 1,0-1 0,0-1 0,0-1-1,0 0 1,-5-1 21,14-2-61,0 0 1,1 1-1,-1-2 0,1 1 0,0 0 1,0-1-1,1 0 0,-1 0 0,1 0 1,0 0-1,0-1 0,1 1 0,-1-1 0,1 1 1,1-1-1,-1 0 0,1 0 0,0 0 1,0 0-1,1 0 0,-1 0 0,1 0 1,1 0-1,-1 0 0,1 0 0,0 0 0,1 0 1,-1 1-1,1-1 0,2-5 61,-2 3-3,0 1 0,0-1 0,0 1-1,1 0 1,0 0 0,0 0 0,1 0 0,0 0-1,0 1 1,0 0 0,1 0 0,0 0 0,0 0 0,1 1-1,-1 0 1,1 0 0,1 0 0,-1 1 0,0 0-1,1 0 1,0 0 0,0 1 0,0 0 0,0 1 0,1-1-1,-1 1 1,1 1 0,-1 0 0,1 0 0,0 0-1,5 1 4,-9 1-89,-1 1 0,0 0 0,1 0 0,-1 0 0,0 0 0,0 0-1,0 1 1,0-1 0,0 1 0,-1 0 0,1 0 0,-1 0-1,0 0 1,0 0 0,0 1 0,0-1 0,0 1 0,-1-1 0,0 1-1,1 3 90,-2-7-3227</inkml:trace>
  <inkml:trace contextRef="#ctx0" brushRef="#br0" timeOffset="306130.584">27586 9292 24749,'0'0'1921,"0"0"-636,0 0-272,0 0-109,24 15-151,158 100 267,-177-109-1013,1-1 0,-1 1 0,0 0 0,-1 0-1,1 1 1,-1-1 0,-1 1 0,1 0 0,-1 0 0,0 0-1,0 0 1,-1 1 0,0-1 0,-1 1 0,0-1-1,0 1 1,0 0 0,-1 0 0,0-1 0,0 1-1,-1 0 1,0-1 0,-1 1 0,0 0 0,0-1-1,0 0 1,-1 1 0,0-1 0,0 0 0,-1-1-1,0 1 1,0 0 0,-1-1 0,1 0 0,-1 0 0,-1-1-1,1 1 1,-5 2-7,-14 13-54,-1-1 0,-1-1 0,-1-1 0,-1-2 0,0 0 0,-1-2 0,-1-2 0,0 0 0,0-2 0,-1-1 1,-1-2-1,1-1 0,-1-1 0,0-1 0,-30-2 54,231 57 498,-67-25-250,1-4 1,2-5-1,0-4 0,2-5 0,32-2-248,543 5-760,-574-19 358,22 0-1584</inkml:trace>
  <inkml:trace contextRef="#ctx0" brushRef="#br0" timeOffset="306398.731">29454 9085 27206,'0'0'728,"0"0"-552,0 0 136,0 0 304,149-24-312,-103 4-304,15-19-112,-10 3-728,-10-1-3121</inkml:trace>
  <inkml:trace contextRef="#ctx0" brushRef="#br0" timeOffset="306915.174">29772 8736 26766,'0'0'1161,"-14"23"-350,-91 166 195,38-76-821,-92 190 60,143-215-238,81-83 284,-42-13-276,-1-1 0,-1-1 0,0-1 0,0-1 0,-1-1 0,-1-1 0,0 0 1,12-12-16,-23 19 3,99-94-96,-106 101 94,-1-1 1,0 1 0,1-1 0,-1 0 0,0 1 0,1-1 0,-1 1 0,1 0 0,-1-1 0,1 1 0,-1-1 0,1 1 0,-1 0 0,1-1 0,0 1 0,-1 0 0,1-1 0,-1 1 0,1 0 0,0 0 0,-1 0 0,1 0 0,0 0 0,-1 0 0,1-1 0,-1 1 0,1 1 0,0-1 0,-1 0 0,1 0 0,0 0 0,-1 0-1,1 0 1,0 1 0,-1-1 0,1 0 0,-1 0 0,1 1 0,-1-1 0,1 0 0,-1 1 0,1-1 0,-1 1 0,1-1 0,-1 1 0,1-1 0,-1 1 0,1-1 0,-1 1 0,0-1 0,0 1 0,1-1 0,-1 1 0,0 0 0,0-1 0,1 1 0,-1 0 0,0 0-2,3 47 235,-4-36-155,2 13 23,2 36 52,-4 0-1,-2 0 1,-2 0-1,-3 1-154,4-44 0,0 0-1,-1 0 0,-1-1 0,0 1 0,-1-1 0,-1-1 0,-1 1 0,0-1 0,-1-1 1,-1 0-1,0 0 0,-1-1 0,-1 0 0,0-1 0,-8 5 1,7-7-43,0 0-1,-1-1 1,0 0 0,-1-2 0,1 0-1,-2 0 1,1-2 0,-1 0-1,0 0 1,0-2 0,-1 0 0,1-1-1,-1-1 1,0-1 0,-3 0 43,18-2 0,0 0 1,0-1 0,0 1-1,0-1 1,0 0 0,0 0-1,0 0 1,1 0 0,-1 0-1,1 0 1,0-1 0,0 1 0,0-1-1,0 1 1,0-1 0,0 0-1,1 0 1,-1 0 0,1 0-1,0 0 1,0 0 0,0 0-1,0 0 1,0-1 0,1 1-1,0 0 1,-1-1 0,1 1-1,0 0 1,1 0 0,-1-1-1,1 1 1,-1 0 0,1 0 0,0-1-1,0 1 1,0 0 0,1 0-1,-1 0 1,1 0 0,0 0-1,80-129-136,183-173-2528,-184 211-686</inkml:trace>
  <inkml:trace contextRef="#ctx0" brushRef="#br0" timeOffset="307398.273">29929 8929 26662,'0'0'1059,"0"0"-325,0 0-156,19-22-137,1-3-346,106-92 164,-102 101-250,0 0-39,0 0 0,1 1-1,0 2 1,1 0 0,1 2 0,2 0 30,-27 10 0,-1 1 0,0-1 0,0 1 1,1 0-1,-1-1 0,0 1 0,1 0 1,-1 0-1,0 0 0,1 0 0,-1 0 1,0 0-1,1 0 0,-1 0 0,0 1 1,0-1-1,1 0 0,-1 1 0,0-1 0,0 1 1,1 0-1,-1-1 0,0 1 0,0 0 1,0 0-1,0-1 0,0 1 0,0 0 1,0 0-1,0 0 0,0 0 0,-1 0 1,1 1-1,0-1 0,-1 0 0,1 0 1,-1 0-1,1 1 0,-1-1 0,1 0 1,-1 0-1,0 1 0,0-1 0,0 0 0,0 1 1,0-1-1,0 0 0,0 1 0,0-1 1,0 0-1,-1 1 0,1-1 0,0 0 1,-1 0-1,1 1 0,-1-1 0,1 0 1,-1 1-1,0 14 60,-1-4-41,-1 0 0,-1 0 0,0 0-1,0-1 1,-1 1 0,-1-1 0,0 0 0,0 0-1,-1-1 1,-1 0 0,1 0 0,-2-1 0,1 0-1,-1 0 1,-7 4-19,-11 16 16,-66 68-22,91-95-82,21-20-634,23-23-781,-33 29 1522,0 0-1,1 1 1,0 0 0,1 1 0,0 0-1,0 1 1,1 0 0,0 1-1,1 1 1,0-1 0,0 2 0,0 0-1,1 1 1,0 0 0,0 1-1,0 0 1,1 1 0,-1 1 0,1 0-1,0 1 1,4 1-19,-15 1 18,-1 1 0,1 0 0,-1 0-1,1 1 1,-1-1 0,0 1 0,0-1 0,0 1 0,0 0 0,0 0 0,-1 0-1,0 1 1,1-1 0,-1 0 0,0 1 0,0 0 0,-1-1 0,1 1-1,-1 0 1,0 0 0,0 0 0,0 0 0,-1 0 0,1 0 0,-1 0-1,0 0 1,0 0 0,0 0 0,-1 0 0,1 0 0,-1 0 0,0 0-1,0 0 1,-1 0 0,1 0 0,-1-1 0,0 1 0,-1 2-18,-9 11 6,0-1 1,-2 0 0,0-1-1,0-1 1,-2 0-1,0-1 1,0-1 0,-1 0-1,0-1-6,-3 3-33,-43 30-461,4-4-789</inkml:trace>
  <inkml:trace contextRef="#ctx0" brushRef="#br0" timeOffset="307658.996">29780 9394 26902,'0'0'1480,"0"0"-880,0 0 80,154-49-192,-73 14-280,11-5-135,7-1-73,-1-1-17,-6 5-183,-8 3-248,-10 11-328,-21 7-368,-23 8-3209</inkml:trace>
  <inkml:trace contextRef="#ctx0" brushRef="#br0" timeOffset="307815.828">30482 9211 19220,'0'0'7434,"0"0"-6314,-86 106-40,47-52-184,-3 5-320,5 0-223,2-4-161,6-5-112,7-11-32,7-9-16,9-15-32,6-9-48,0-6-208,8-6-57,16-21-375,20-34-384,-9 7-1961,-2 1-12666</inkml:trace>
  <inkml:trace contextRef="#ctx0" brushRef="#br0" timeOffset="308041.382">30484 9181 23349,'0'0'2466,"0"0"-1029,0 0-487,0 0 66,8 23-134,-6-18-833,8 22 150,-1 0 1,-1 0-1,-2 1 0,-1-1 1,-1 1-1,0 16-199,-1 91 356,-5-1-1,-6 1 1,-6-1-1,-31 130-355,-15-53-481,60-210 463,0-1 0,0 1 0,0 0 0,-1-1 0,1 1 0,0-1 0,0 1 1,0-1-1,-1 1 0,1-1 0,0 1 0,-1-1 0,1 0 0,0 1 0,-1-1 1,1 1-1,-1-1 0,1 0 0,0 1 0,-1-1 0,1 0 0,-1 1 0,1-1 1,-1 0-1,1 0 0,-1 1 0,1-1 0,-1 0 0,0 0 0,1 0 0,-1 0 1,1 0-1,-1 0 0,1 0 0,-1 0 0,1 0 0,-1 0 0,0 0 0,1 0 1,-1 0-1,1-1 0,-1 1 0,1 0 0,-1 0 0,1-1 0,-1 1 0,1 0 1,-1 0-1,1-1 0,0 1 0,-1-1 0,1 1 0,-1 0 0,1-1 0,0 1 1,-1-1-1,1 1 0,0-1 0,0 1 0,-1-1 0,1 1 0,0-1 0,0 1 1,0-1-1,0 1 0,-1-1 0,1 0 18,-18-46-1836,15 40 1151,-11-36-2853</inkml:trace>
  <inkml:trace contextRef="#ctx0" brushRef="#br0" timeOffset="308315.868">30285 9548 25958,'0'0'1339,"0"0"-417,0 0-60,0 0-167,20 1-237,60 7-232,-79-8-221,1 0 0,-1 1 1,0-1-1,0 1 0,0 0 0,0-1 0,1 1 1,-1 0-1,0-1 0,0 1 0,0 0 1,0 0-1,0 0 0,-1 0 0,1 0 1,0 0-1,0 0 0,-1 0 0,1 0 0,0 0 1,-1 1-1,1-1 0,-1 0 0,0 0 1,1 1-1,-1-1 0,0 0 0,0 1 1,0-1-1,0 0 0,0 0 0,0 1 0,0-1 1,0 0-1,0 1 0,-1-1 0,1 0 1,-1 0-1,1 1 0,-1-1 0,0 1-5,0 3 30,-3 7-17,-1-1 0,0 0 0,-1 0 0,0 0 0,-1 0 0,0-1 0,0 0 0,-1-1 0,-1 0 0,1 0 0,-2-1 0,0 1-13,-15 16-19,51-21-167,127-34-1714,-141 30-1802</inkml:trace>
  <inkml:trace contextRef="#ctx0" brushRef="#br0" timeOffset="308564.954">30048 10075 24589,'0'0'5425,"0"0"-4896,0 0 15,118-51-56,-45 11-208,10-3-136,9-7-96,4 1-48,34-24-320,-23 16-1065,-17 4-9369</inkml:trace>
  <inkml:trace contextRef="#ctx0" brushRef="#br0" timeOffset="310789.394">27652 10793 19796,'0'0'7695,"0"0"-5712,0 0-1641,0 0 88,-11 22-7,-35 71-107,42-85-293,1-1-1,1 1 1,-1 0 0,1 0-1,1 0 1,-1 0-1,1 0 1,1 0-1,0 0 1,0 1 0,0-1-1,1 0 1,0 0-1,1 2-22,1-6 6,-1-1-1,1 1 1,-1-1-1,1 0 1,0 0-1,1 0 1,-1 0-1,0-1 1,1 1-1,-1-1 0,1 0 1,0 0-1,0 0 1,0 0-1,0-1 1,0 1-1,0-1 1,0 0-1,1-1 1,-1 1-1,0-1 1,1 1-1,-1-1 1,0-1-1,0 1 0,1-1 1,-1 1-1,0-1 1,3-1-6,-1 1 7,27-4-22,-1-2 1,0-2 0,0 0-1,-1-3 1,0 0-1,-1-2 1,0-1 0,-1-2-1,19-14 15,-16 12-194,-2-1 0,0-1 0,-1-1 0,-1-2 0,-2-1 0,0-1-1,3-7 195,-30 53 146,-47 125 510,51-143-647,0 1 1,-1-1-1,1 0 0,1 0 1,-1-1-1,0 1 1,0-1-1,1 1 0,-1-1 1,1 0-1,-1 0 1,1 0-1,-1-1 0,1 0 1,-1 1-1,1-1 0,0 0 1,-1-1-1,1 1 1,-1 0-1,1-1 0,0 0 1,-1 0-1,0 0 0,1 0 1,-1-1-1,0 0 1,1 0-10,39-14-51,-1-2 0,-1-1 1,-1-3-1,0-1 0,8-9 51,34-18-321,-58 35 247,-8 4 75,2 0-1,0 1 0,0 0 1,0 1-1,1 2 1,0 0-1,1 1 0,0 0 1,0 2-1,0 0 1,8 1-1,-24 2 11,-1 1 1,1-1-1,-1 1 1,1 0-1,0 0 1,-1 0-1,1 0 1,-1 0-1,1 1 1,-1 0 0,1 0-1,-1 0 1,1 0-1,-1 0 1,0 1-1,0 0 1,1-1-1,-1 1 1,0 0-1,-1 0 1,1 1 0,0-1-1,-1 1 1,1-1-1,-1 1 1,0 0-1,0 0 1,0 0-1,0 0 1,0 0 0,-1 0-1,1 1 1,-1-1-1,0 0 1,0 1-1,0-1 1,0 1-1,-1-1 1,0 1-1,1 0 1,-1-1 0,-1 1-1,1-1 1,-1 4-12,-55 45-599,16-22-395,-2-2-1130</inkml:trace>
  <inkml:trace contextRef="#ctx0" brushRef="#br0" timeOffset="311442.677">28327 11089 27150,'0'0'1220,"-8"19"-184,-51 138 375,41-74-1317,5 1 0,3 0 0,3 0 0,5 1 0,3 3-94,-1-86-187,1-18-324,74-170-2760,30-8-8231,-61 135 11409,4 6 4680,-44 49-4205,-1 0 1,1 0-1,-1 0 1,1 1 0,0 0-1,0 0 1,1 0 0,-1 0-1,1 0 1,-1 1-1,1 0 1,0 0 0,0 0-1,0 1 1,0 0-1,0 0 1,0 0 0,0 0-1,1 1-382,-4 1 85,0 1 1,0 0-1,0-1 0,0 1 1,0 0-1,0 0 0,0 0 0,0 1 1,-1-1-1,1 0 0,-1 1 0,0-1 1,0 1-1,0-1 0,0 1 1,0-1-1,0 1 0,-1 0 0,1-1 1,-1 1-1,0 0 0,0 0 0,0-1 1,0 1-1,0 0 0,-1 0 0,1-1 1,-1 2-86,1 5 177,-1 17-137,-2-1 0,0 0 0,-2 0 0,0 0 0,-2 0 0,-1-1 0,-1 0 1,0-1-1,-2 0 0,-1-1 0,-1 0 0,-1 0 0,0-1 0,-2-1 0,0-1 0,-19 17-40,33-33-50,-1 0-1,1-1 0,-1 1 1,1-1-1,-1 0 0,0 1 1,0-1-1,0-1 0,0 1 0,-1 0 1,1-1-1,0 1 0,-1-1 1,1 0-1,-1 0 0,1-1 1,-1 1-1,1-1 0,-1 1 1,0-1-1,1 0 0,-1-1 1,1 1-1,-1 0 0,1-1 1,-1 0-1,1 0 0,-1 0 1,1 0-1,-1-1 0,1 1 1,0-1-1,0 0 0,0 0 1,0 0-1,0 0 0,0-1 0,1 1 1,-1-1-1,1 1 0,0-1 1,0 0-1,-1 0 0,2 0 1,-1 0-1,0-1 0,1 1 1,-1 0-1,1-1 0,0 1 1,0-1-1,1 1 0,-1-1 1,1 1-1,-1-4 51,0 4 18,0 0 0,-1 0 1,1 0-1,0 0 0,1 0 0,-1 0 1,0 0-1,1-1 0,0 1 0,0 0 1,0 0-1,0-1 0,0 1 0,1 0 1,-1 0-1,1 0 0,0 0 0,0 0 1,0 0-1,0 0 0,1 0 0,-1 0 1,1 0-1,0 0 0,0 1 0,0-1 1,0 1-1,0-1 0,0 1 0,1 0 1,-1 0-1,1 0 0,0 0 0,-1 1 1,1-1-1,0 1 0,0-1 0,0 1 1,0 0-1,0 0 0,0 0 0,0 1 1,1-1-1,1 1-18,-3-1 11,0 0 0,0 1 1,0 0-1,0-1 0,0 1 0,0 0 1,1 0-1,-1 0 0,0 0 0,0 1 1,0-1-1,0 0 0,0 1 0,0 0 1,0-1-1,0 1 0,0 0 0,0 0 1,0 0-1,0 0 0,-1 1 0,1-1 1,0 0-1,-1 1 0,1-1 0,-1 1 1,0-1-1,1 1 0,-1 0 0,0 0 1,0-1-1,0 1 0,0 0 0,0 0 1,-1 0-1,1 0 0,0 0 0,-1 0 1,0 0-1,1 0 0,-1 1 0,0-1 1,0 0-1,0 0 0,0 0 0,-1 2-11,2-3 2,-1 0 0,1 0 0,-1 0 0,1 0 0,0 0 1,-1 0-1,1 0 0,0 0 0,0 0 0,0-1 0,0 1 0,0 0 0,0-1 0,0 1 0,0 0 0,0-1 0,0 1 0,0-1 0,0 1 0,0-1 0,1 0 0,-1 0 0,0 1 0,0-1 0,0 0 0,1 0 0,-1 0 0,0 0 0,0 0 0,0-1 0,0 1 1,1 0-1,-1 0 0,0-1 0,0 1 0,0-1 0,0 1 0,0-1 0,0 1 0,0-1 0,0 0 0,0 0 0,0 1 0,0-1 0,0 0 0,0-1-2,42-5 40,-36 38-1129,-7-6-980</inkml:trace>
  <inkml:trace contextRef="#ctx0" brushRef="#br0" timeOffset="311696.826">27575 12464 27606,'0'0'1586,"0"0"-721,0 0-286,0 0-154,42-10-135,72-21-124,-1-5 0,61-30-166,38-31 12,-5-9 1,182-125-13,-381 226-388,19-18 192,-19-1-5567,-8 14-10724</inkml:trace>
  <inkml:trace contextRef="#ctx0" brushRef="#br0" timeOffset="311863.518">28511 11787 26462,'0'0'1520,"-50"101"-504,26-40-376,-3 8-152,8-8-232,1-6-167,7-7-57,2-9-32,7-9-249,2-16-375,0-10-344,0-4-312</inkml:trace>
  <inkml:trace contextRef="#ctx0" brushRef="#br0" timeOffset="312045.276">28621 11793 28142,'0'0'1672,"0"120"-863,0-37-169,-4 8-64,-1 16-152,-1 19-152,-1-12-136,3-13-96,-1-18-40,5-26-112,0 2-208,0 4-104,7-19-960,4-21-1945</inkml:trace>
  <inkml:trace contextRef="#ctx0" brushRef="#br0" timeOffset="312363.709">29456 11679 28766,'0'0'2417,"0"0"-2209,123-16-144,-49 8 8,12-2 240,6-2-16,-2-1-152,-3-5-96,-8-2-24,-9 0-24,-13-1-120,-8 1-296,-6-12-272,-14 7-689,-11-1-895</inkml:trace>
  <inkml:trace contextRef="#ctx0" brushRef="#br0" timeOffset="312613.678">30230 11197 16540,'0'0'9454,"0"0"-7001,-2 21-1527,0 308 1360,12-76-1917,-11 1 1,-11 0-1,-14 20-369,-10-27 0,29-231-282,2-39-578,0-107-1529,3 62-9</inkml:trace>
  <inkml:trace contextRef="#ctx0" brushRef="#br0" timeOffset="312780.222">29901 12016 440,'0'0'26918,"-105"101"-26110,37-34-408,-5 8-184,8-4 32,10-8-248,11-12-144,13-17-848,16-21-2841</inkml:trace>
  <inkml:trace contextRef="#ctx0" brushRef="#br0" timeOffset="312961.975">30024 12156 28398,'0'0'1208,"166"6"-207,-76 8-393,-20-2-72,7 0-152,0-1-192,-11-3-136,-12-2-40,-10-4-16,-9-2-48,-8 0-264,-8-14-136,-8-5-801,-6-1-1903</inkml:trace>
  <inkml:trace contextRef="#ctx0" brushRef="#br0" timeOffset="313211.799">30839 10965 29262,'0'0'1481,"0"0"-1153,0 0 40,145 106-32,-110-68-16,-4-1-216,-5 3-104,-4 21-264,-9-10-568,-11-6-3513</inkml:trace>
  <inkml:trace contextRef="#ctx0" brushRef="#br0" timeOffset="314358.861">20758 13665 21869,'0'0'1636,"0"0"-578,0 0-200,0 0 13,0 0-160,0 0-229,8-11-137,21-32 10,-22 32 9,-8 27 376,-33 139 643,23 207-494,14-54-287,12-1-1,25 87-601,-32-337 1,2 1-1,2-2 0,3 0 1,2 0-1,3-1 1,2-2-1,26 47 0,-37-86-125,1 1-1,1-2 1,0 1 0,1-2 0,1 0-1,-1-1 1,2 0 0,-1-1 0,2-1-1,-1 0 1,1-1 0,0-1-1,1-1 1,0 0 0,13 1 125,28 9-4274</inkml:trace>
  <inkml:trace contextRef="#ctx0" brushRef="#br1" timeOffset="1.13636E6">23093 13857 27718,'0'0'952,"0"0"-584,0 0 80,160 35-168,-103-35-48,2 0-104,-4 0-128,2 0-24,-13 0-480,-22 4-1824</inkml:trace>
  <inkml:trace contextRef="#ctx0" brushRef="#br1" timeOffset="1.1366E6">21613 14851 29446,'0'0'760,"0"0"-503,0 0-193,143 55 192,91-96 88,60-26-104,30-18-136,-19 2-64,-44 12-32,-20 8-8,-28 9 0,-29 13-24,-46 11-216,-37 3-544,-40 9-1097,-39 0-20100</inkml:trace>
  <inkml:trace contextRef="#ctx0" brushRef="#br1" timeOffset="1.13689E6">23457 13953 27662,'-6'28'972,"-44"328"1549,-3 306-2521,51-630 32,-41 1089 228,34-959-646,9-159 366,1-1-1,-1 0 1,0 1-1,0-1 1,0 1-1,0-1 1,0 0-1,0 1 1,-1-1-1,1 1 0,-1-1 1,0 0-1,0 0 1,0 1-1,0-1 1,0 0-1,0 0 1,0 0-1,-1 0 1,1 0-1,-1 0 1,0 0-1,1-1 1,-1 1-1,0-1 1,0 1-1,0-1 0,0 0 1,0 1-1,0-1 1,0 0-1,-1 0 1,1-1-1,0 1 1,-1 0-1,1-1 1,0 1-1,-1-1 1,1 0-1,-1 0 1,1 0-1,0 0 1,-1 0-1,1-1 1,-1 1-1,1-1 0,0 1 1,-1-1-1,1 0 1,0 0-1,0 0 1,0 0-1,-1 0 1,1 0-1,0-1 1,0 0 20,-71-127-1004,-87-263-2022,113 273 181</inkml:trace>
  <inkml:trace contextRef="#ctx0" brushRef="#br1" timeOffset="1.13719E6">22508 14977 25573,'0'0'2033,"0"0"-731,0 0-812,0 0-308,0 0 95,0 0-5,20 18-103,69 57-81,-78-67-86,1 0-1,0-1 1,1 0-1,-1-1 0,1 0 1,0-1-1,1-1 0,-1 0 1,1-1-1,0 0 0,12 0-1,-4 1-15,292 9-379,-313-14 394,1 1 0,0 0 0,-1 0-1,1 0 1,-1 0 0,1 0 0,-1 0 0,1 1 0,0-1 0,-1 0 0,1 1 0,-1-1 0,1 1 0,-1 0 0,0-1 0,1 1-1,-1 0 1,0 0 0,1 0 0,-1 0 0,0 0 0,0 0 0,0 0 0,0 0 0,0 1 0,0-1 0,0 0 0,0 1 0,0-1 0,-1 0-1,1 1 1,-1-1 0,1 1 0,-1-1 0,1 1 0,-1-1 0,0 1 0,0 0 0,0-1 0,0 1 0,0-1 0,0 1 0,0-1-1,0 1 1,-1 0 0,1-1 0,0 1 0,-1-1 0,0 1 0,1-1 0,-1 0 0,0 1 0,0-1 0,0 1 0,-8 17-13,0-2 1,-1 1-1,-1-1 1,0-1 0,-1 0-1,-1-1 1,0 0-1,-2-1 1,-1 1 12,-12 15-40,-24 23 7,9-9 30,1 1 0,2 2 0,3 2-1,-7 13 4,43-60-16,2-2 13,-1 0-1,1 0 0,-1 0 1,1 0-1,-1 0 1,1 0-1,-1 0 0,0 0 1,1 1-1,-1-1 1,1 0-1,-1 0 0,0 0 1,1 1-1,-1-1 1,0 0-1,1 0 0,-1 1 1,0-1-1,1 0 1,-1 1-1,0-1 0,0 0 1,1 1-1,-1-1 1,0 1-1,0-1 0,0 0 1,0 1-1,0-1 1,1 1-1,-1-1 0,0 1 1,0-1-1,0 0 1,0 1-1,0-1 0,0 1 1,0-1-1,0 1 1,-1-1-1,1 0 0,0 1 1,0-1-1,0 1 1,0-1-1,0 1 0,-1-1 1,1 0-1,0 1 1,0-1-1,-1 0 0,1 1 1,0-1-1,-1 0 1,1 1-1,0-1 0,-1 0 1,1 0-1,0 0 1,-1 1-1,1-1 0,-1 0 1,1 0-1,0 0 1,-1 0-1,1 1 0,-1-1 1,1 0-1,-1 0 4,154-92-1716,-63 23-1061</inkml:trace>
  <inkml:trace contextRef="#ctx0" brushRef="#br1" timeOffset="1.13744E6">24016 14328 25822,'0'0'1078,"-21"18"-694,-177 196 303,162-165-493,2 0 0,2 3 0,2 0 0,3 2 0,2 1 0,3 1 0,2 1 0,3 0 0,-6 39-194,21-90 21,1 1 1,1-1-1,0 1 1,-1-1-1,2 1 0,-1-1 1,1 1-1,0-1 0,1 1 1,-1-1-1,1 0 1,0 0-1,1 1 0,0-2 1,0 1-1,0 0 0,0 0 1,1-1-1,0 0 1,0 0-1,1 0 0,-1 0 1,1-1-1,0 0 1,0 0-1,0 0 0,1 0 1,0-1-1,-1 0 0,1 0 1,4 1-22,9 5-35,1-1 1,0 0-1,0-2 0,1 0 1,-1-2-1,1 0 1,1-1-1,-1-1 0,0-1 1,0-1-1,1-1 1,-1 0-1,0-2 0,0-1 1,20-5 34,103-46-5642,-77 16-14128</inkml:trace>
  <inkml:trace contextRef="#ctx0" brushRef="#br1" timeOffset="1.13771E6">23262 15579 25782,'-187'146'1112,"-10"15"-688,41-21-192,29-11 320,40-23-104,36-27-224,34-18-224,17-27-464,0-20-1200</inkml:trace>
  <inkml:trace contextRef="#ctx0" brushRef="#br1" timeOffset="1.13771E6">23507 15449 27286,'0'0'2304,"0"0"-2016,0 0-208,0 0-80,134 5-112,-77 1-2016</inkml:trace>
  <inkml:trace contextRef="#ctx0" brushRef="#br1" timeOffset="1.13824E6">25912 14192 28462,'0'0'655,"0"0"-358,0 0-178,28-1 100,207-4 197,-90 22-327,-139-16-95,-1 0 0,1 1 0,-1 0 0,1 0 0,-1 0 0,0 1 0,0 0 0,0 0 0,0 0 0,0 1 0,-1-1 0,1 1 0,-1 0 0,0 0 0,0 1 0,-1-1 0,1 1 0,-1 0 0,0 0 0,0 0 0,-1 0 0,1 1 0,-1-1 0,0 1 6,-1 7-27,0 0 0,-1-1 0,-1 1 0,0-1 0,0 1 0,-2-1 0,1 1 0,-1-1 0,-1 0 1,0 0-1,-1 0 0,-1-1 0,1 0 0,-3 3 27,-28 47-220,-3-1 0,-2-2 1,-3-1-1,-30 28 220,-117 160-62,161-168 463,31-75-384,0 1 1,0-1 0,0 0-1,0 0 1,0 0 0,1 0 0,-1 0-1,1 0 1,0 0 0,0 0 0,-1 0-1,1-1 1,0 1 0,0-1-1,1 0 1,-1 1 0,0-1 0,0 0-1,1 0 1,-1 0 0,0-1 0,1 1-1,-1 0 1,1-1 0,-1 0-1,1 0 1,-1 1 0,1-1 0,-1-1-1,1 1 1,-1 0 0,1-1 0,1 0-18,9 2 55,139 21 146,-149-22-199,-1 1-1,0-1 1,0 1 0,0 0-1,0 0 1,0 0 0,-1 0 0,1 1-1,0-1 1,0 0 0,-1 1-1,1-1 1,-1 1 0,1-1-1,-1 1 1,1 0 0,-1 0-1,0 0 1,0 0 0,0 0-1,0 0 1,0 0 0,-1 0-1,1 0 1,-1 0 0,1 0-1,-1 0 1,0 0 0,1 1-1,-1-1 1,-1 0 0,1 0 0,0 0-1,0 1 1,-1-1 0,1 0-1,-1 0 1,0 0 0,1 0-1,-1 0 1,0 0 0,-1 1-2,-58 74 38,52-69-86,-1-1-1,1 0 0,-1 0 1,0 0-1,-1-1 0,1-1 1,-1 0-1,0 0 0,-1-1 1,1 0-1,-1 0 0,1-1 1,-1-1-1,-8 1 49,17-5-117,-1 0 1,0 0-1,1 0 1,-1-1-1,1 1 1,0-1-1,-1 1 0,1-1 1,1 0-1,-1 0 1,0 0-1,1 0 0,-1 0 1,1 0-1,0-1 1,0 1-1,0 0 1,1 0-1,-1-1 0,1 1 1,-1-1-1,1 1 1,0 0-1,1-1 1,-1 1-1,1-1 0,-1 1 1,1 0-1,0-1 117,-1-10-1228,0-46-4520</inkml:trace>
  <inkml:trace contextRef="#ctx0" brushRef="#br1" timeOffset="1.13853E6">25931 14608 26302,'0'0'1472,"-24"138"-1168,0 32 104,2 39 368,0 20-80,7-4-183,2-12-153,2 2-120,4-6-80,5-18-80,2-25-80,0-50-24,5-47-192,5-41-136,6-28-233,25-65-183,1-6 8,0-18-3945</inkml:trace>
  <inkml:trace contextRef="#ctx0" brushRef="#br1" timeOffset="1.13878E6">27091 14180 6737,'0'0'16536,"-18"26"-12761,-145 184-3429,105-143-519,-68 79 180,47-45-3549,95-104 2337,79-48 2196,1 4 1,3 4 0,1 4 0,2 5-1,56-9-991,2 15-88,-95 32-2780,-36 6-1699</inkml:trace>
  <inkml:trace contextRef="#ctx0" brushRef="#br1" timeOffset="1.13904E6">26850 14865 26678,'0'0'1152,"0"0"-584,0 0-272,0 0-72,0 0-184,0 0 16,0 0 8,112 21 16,-25-36-80,36 1 0,-24 4-560,-23 6-944</inkml:trace>
  <inkml:trace contextRef="#ctx0" brushRef="#br1" timeOffset="1.13921E6">26394 15506 28302,'0'0'896,"0"0"-728,206-69 32,-18-4-88,25-10-112,-9-2-216,-40 10-432,-69 26-528,-34 9-817</inkml:trace>
  <inkml:trace contextRef="#ctx0" brushRef="#br1" timeOffset="1.1394E6">27297 15026 28678,'0'104'570,"18"468"1283,43-82-1595,-55-386-558,-7-103 284,0 1 1,-1-1 0,1 1 0,-1-1-1,1 0 1,-1 1 0,0-1 0,1 0 0,-1 0-1,0 0 1,0-1 0,0 1 0,0 0-1,0-1 1,0 1 0,0-1 0,0 1 0,0-1-1,0 0 1,0 0 0,0 0 0,0 0-1,0-1 1,0 1 0,0 0 0,0-1-1,0 1 1,0-1 0,0 0 0,0 0 0,0 0-1,0 0 1,1 0 0,-1 0 0,0 0-1,1 0 1,-1-1 0,1 1 0,-1-1 0,1 1-1,0-1 1,-1 1 0,1-2 15,-242-232-3602,177 177 1421,1 6-1596</inkml:trace>
  <inkml:trace contextRef="#ctx0" brushRef="#br1" timeOffset="1.13959E6">27247 15707 30142,'0'0'873,"0"0"-633,0 0-56,118-10 16,-79 10-72,1 14-72,1 8-56,8 1-64,21 9-216,-11-5-480,-9-9-1313</inkml:trace>
  <inkml:trace contextRef="#ctx0" brushRef="#br1" timeOffset="1.14514E6">25318 6717 3313,'0'0'20992,"0"0"-16156,0 0-4264,0 0 89,0 0-143,-3-12-201,-12-62-131,14 56-155,-1-1 1,-1 1-1,0 0 1,-2 0-1,0 0 0,-1 0 1,-1 1-1,0 0 1,-2 0-1,1 0 1,-2 2-1,-1-1 1,0 1-1,0 0 1,-2 1-1,1 1 0,-10-7-31,-15-2 4,-1 2 0,0 1 0,-2 2 0,0 2 0,-1 2-1,0 1 1,-1 3 0,-30-4-4,-68-10-11,0 6-1,0 5 1,-1 7-1,0 7 1,-82 12 11,81 2-58,2 6 0,0 6 0,2 6 0,1 6 1,2 6-1,3 6 0,2 6 0,-83 51 58,132-62 2,2 3 1,2 3-1,3 4 1,2 2-1,3 4 1,3 3-1,2 3 0,4 2 1,3 3-1,3 2 1,-8 23-3,42-64 38,2 2 1,1 0-1,2 1 1,2 1-1,2 0 1,1 0-1,2 1 1,1 1-1,1 26-38,6-45 27,1 0 0,1 1-1,2-1 1,0 0-1,1-1 1,1 1-1,1-1 1,1 0-1,1 0 1,1-1 0,0-1-1,2 0 1,0 0-1,1-1 1,1 0-1,0-1 1,2-1-1,0 0 1,0-2 0,2 0-1,0 0 1,0-2-1,8 4-26,40 22 29,1-4-1,2-2 1,1-3 0,1-4-1,1-2 1,1-4-1,1-3 1,1-3-1,0-4 1,0-2-1,1-4 1,43-5-29,40-5 0,-1-7 0,-1-7 0,-1-7 0,-1-6 0,-2-7 0,-1-7 0,-3-6 0,-3-7 0,-2-6 0,133-85 0,-170 90 0,-3-4 0,-3-4 0,-4-5 0,-2-4 0,5-14 0,-63 57 0,-2-1 0,-2-2 0,-1-2 0,-2-1 0,-2-1 0,-2-1 0,-2-1 0,-2-2 0,-2 0 0,-2-1 0,-2-1 0,-2-1 0,2-22 0,-11 42 0,-1 0 0,-2 0 0,-1 0 0,-1 0 0,-1 0 0,-2 0 0,-1 0 0,-1 0 0,-2 1 0,-1 0 0,-1 0 0,-1 1 0,-2 0 0,-1 1 0,-1 0 0,-1 1 0,-14-18 0,3 13-9,-1 2 1,-2 0-1,-1 2 0,0 1 0,-2 2 1,-1 1-1,-1 1 0,-1 2 1,-1 2-1,-1 1 0,0 1 1,-1 2-1,0 2 0,-1 2 0,-6 0 9,-12 0-55,-1 1 0,1 4-1,-1 2 1,0 2 0,0 3-1,0 2 1,0 3 0,1 3-1,0 2 1,-12 6 55,-15 9-207,2 4 0,2 4 1,1 3-1,2 4 0,1 2 1,-27 25 206,-7 12-2381</inkml:trace>
  <inkml:trace contextRef="#ctx0" brushRef="#br1" timeOffset="1.14603E6">24664 8718 17948,'0'0'7671,"0"-18"-5509,-1-118-683,0 130-1415,0-1 0,-1 1 0,1-1 1,-1 1-1,0 0 0,-1-1 1,0 1-1,0 1 0,0-1 1,0 0-1,-1 1 0,0-1 0,0 1 1,-1 0-1,0 1 0,1-1 1,-1 1-1,-1 0 0,1 0 1,-1 0-1,1 1 0,-1 0 1,0 0-1,0 0 0,0 1 0,-1 0 1,1 0-1,-7 0-64,-18-4 31,0 2 0,-1 1 0,1 2 0,-1 1 0,-27 4-31,-192 26 30,35 19-26,2 10-1,3 8 1,-169 82-4,118-38-3,6 12 1,5 11-1,-94 74 3,225-127 35,3 6-1,4 4 1,4 5 0,5 5-1,4 5 1,5 3 0,-43 70-35,100-128 24,2 2 1,3 1-1,2 2 1,2 1 0,3 1-1,3 1 1,2 1-1,3 1 1,2 1-1,4 1 1,1 0-1,0 52-24,12-79 19,2 0 0,1 1-1,1-2 1,3 1-1,0-1 1,3 0-1,0-1 1,3 0-1,0-1 1,2 0-1,2-1 1,1-1-1,1-1 1,2-1-1,1-1 1,1 0-1,1-2 1,1-1 0,11 7-19,24 18 5,2-3 0,1-2 0,3-3 0,1-4-1,2-2 1,2-3 0,0-3 0,53 12-5,21-1 0,2-6 1,1-6-1,2-7 0,6-7 0,23 2 2,0-8 1,1-8 0,-1-8-1,0-8 1,-1-7 0,126-35-3,-162 18 33,-2-6 1,-2-7-1,-2-5 1,-3-6-1,-3-6 1,-3-6-1,32-30-33,-88 53 19,-2-4 0,-3-3 0,-3-3 0,-2-3 0,-3-2 0,-3-3 0,-3-2 0,-3-3-19,-19 25 15,-2-2 0,-2 0 1,-3-2-1,-2 0 1,-2-2-1,-3 0 0,-3-1 1,-2-1-1,-2 0 1,-3 0-1,-2-1 0,-4-34-15,-2 61 1,-1 0-1,-2 1 0,-2-1 0,-1 1 0,-1 0 0,-1 0 1,-2 1-1,-1 1 0,-1-1 0,-2 2 0,-1 0 0,-1 1 1,-1 1-1,-1 0 0,-2 2 0,-19-19 0,1 7 8,-1 2 0,-2 2 1,-1 1-1,-1 3 0,-2 1 0,-1 2 0,-1 3 1,0 1-1,-2 3 0,0 2 0,-1 2 0,-9 1-8,-80-12-1260,-1 6 0,0 6 0,-128 6 1260,86 6-5096</inkml:trace>
  <inkml:trace contextRef="#ctx0" brushRef="#br1" timeOffset="1.14684E6">20734 7791 29542,'0'0'600,"-31"0"-281,3 0-283,-1 1-1,1 2 1,0 1-1,0 1 1,0 1 0,1 1-1,0 2 1,0 1-1,-25 13-35,-23 20 100,2 4 0,2 3 0,2 2 0,2 4 0,3 3 0,3 2 0,2 3 0,1 5-100,-67 94 244,6 5 1,-83 163-245,53-61 87,12 7 0,12 6 0,13 5 0,12 4 0,13 5 1,14 3-1,12 3 0,10 28-87,29-117 0,10 0 0,11 105 0,3-235 0,4 0 0,3-1 0,4 0 0,3-1 0,5 0 0,26 68 0,-6-60 0,5-2 0,3-2 0,3-2 0,4-3 0,4-2 0,3-2 0,4-4 0,2-3 0,4-2 0,2-4 0,4-4 0,1-2 0,3-5 0,66 31 0,-78-46 0,3-3 0,0-3 0,2-4 0,1-3 0,2-3 0,0-4 0,0-3 0,39 0 0,458 12 0,-336-17-253,-230-10 139,-1-1 1,0-1-1,0 1 1,0-1 0,0-1-1,0 0 1,0 0-1,-1-1 1,1 0 0,-1 0-1,0-1 1,0 0-1,-1 0 1,0-1-1,0 0 1,0 0 0,0-1-1,-1 0 1,0 0-1,-1 0 1,1-1 0,-2 0-1,1 0 1,-1 0-1,1-4 114,37-67-3000</inkml:trace>
  <inkml:trace contextRef="#ctx0" brushRef="#br1" timeOffset="1.14721E6">21225 11730 29502,'0'0'1169,"0"0"-789,0 0-283,-7 19-45,5-14-46,-5 10 29,1 0 0,1 1 0,1-1 0,0 1 0,1 0 0,1 0 0,0 0 0,1 0 0,1 0 0,1 9-35,8 34 151,3 1 0,3-1 1,2-1-1,2-1 0,3 0 0,10 14-151,-19-41 30,1-1 1,1 0-1,1 0 1,1-2-1,2 0 0,1-1 1,1-1-1,1-1 1,1-1-1,16 12-30,61 37 0,4-5 0,52 23 0,15 9 0,-150-86-9,0 0 0,0 2 0,-2 1 0,0 0 0,-1 1 0,0 1 0,-2 1 0,0 0 0,10 17 9,-22-29-111,0 0 1,0 0-1,-1 0 1,-1 0-1,1 1 0,-1-1 1,0 1-1,-1-1 1,1 1-1,-2 0 1,1 0-1,-1-1 1,0 1-1,-1 0 1,0 0-1,0-1 1,-2 6 110,-13 8-1777</inkml:trace>
  <inkml:trace contextRef="#ctx0" brushRef="#br1" timeOffset="1.14754E6">22150 12424 21501,'7'18'5242,"269"751"-756,-160-477-3556,-101-244-755,-17-46-156,-1-1 1,1 1-1,-1 0 1,1-1-1,-1 0 1,0 0-1,1 1 1,-1-2-1,0 1 1,0 0-1,0 0 1,0-1-1,1 0 1,-1 1-1,0-1 1,0 0 0,0-1-1,0 1 1,0 0-1,0-1 1,0 0-1,-1 0-19,-10 1 1,-64-3-206,0-4 0,1-2 0,0-4 0,1-4-1,0-2 1,2-4 0,-9-7 205,-16-9-1546</inkml:trace>
  <inkml:trace contextRef="#ctx0" brushRef="#br1" timeOffset="1.14799E6">20991 13720 30719,'0'0'665,"0"0"-338,0 0-149,0 0 101,5 25 68,-2-7-291,-2-4-38,2 0 0,0 0 0,0 0-1,2-1 1,-1 1 0,2-1 0,0 0 0,0-1-1,1 1 1,1-1 0,6 7-18,171 174 0,-132-144 0,-2 3 0,-3 1 0,38 57 0,-80-103 0,0 1 0,-1 0 0,0 0 0,0 0 0,-1 1 0,0 0 0,0 0 0,-1 0 0,-1 0 0,1 0 0,-1 0 0,-1 1 0,0-1 0,0 1 0,-1-1 0,0 1 0,-1-1 0,0 1 0,0-1 0,-1 1 0,0-1 0,-1 0 0,0 0 0,-3 7 0,-9 1 0,-1 0 0,0 0 0,-1-2 0,-1 0 0,-1-1 0,0-1 0,0 0 0,-17 6 0,31-15 0,-92 52 0,-2-4 0,-3-4 0,-1-5 0,-2-4 0,-7-3 0,107-35-7,-5 3-13,-1-1 1,1 0 0,0 0-1,-1-1 1,0-1-1,1 0 1,-1 0-1,0-1 1,0-1 0,-7 0 19,-7-19-1239,11-14-1250</inkml:trace>
  <inkml:trace contextRef="#ctx0" brushRef="#br1" timeOffset="1.14917E6">25732 7501 11482,'0'0'11680,"0"0"-8788,0 0-2322,0 0 50,0 0-58,0 0-77,8-11-27,26-32-161,-32 43-292,-1-1-1,1 0 1,0 0-1,-1 1 0,1-1 1,-1 1-1,1 0 1,0-1-1,0 1 1,-1 0-1,1 0 1,0 0-1,-1 0 0,1 0 1,0 1-1,0-1 1,-1 0-1,1 1 1,-1-1-1,1 1 1,0 0-1,-1 0 0,1-1 1,-1 1-1,1 0 1,-1 0-1,0 0 1,1 0-1,-1 1 1,0-1-1,0 0 0,0 0 1,0 1-1,1 0-4,4 4 7,74 71 28,-4 3 1,-3 3 0,-4 3 0,11 25-36,-67-94-1,534 762 128,-462-663-50,-5 4 0,-6 3 0,-4 4 0,-7 2-1,-5 3 1,-5 2 0,-7 3 0,-6 1 0,-4 11-77,-10 48 43,-9 1 0,-8 0 0,-18 192-43,-9-203 8,-8-1 0,-8-2 0,-8-1 0,-57 153-8,79-270-9,-2-1-1,-3-1 0,-3-1 1,-3-1-1,-2-2 0,-3-1 1,-2-2-1,-31 34 10,-66 10-1306,70-72-2380,-3-9-10577</inkml:trace>
  <inkml:trace contextRef="#ctx0" brushRef="#br1" timeOffset="1.14952E6">26872 11590 26118,'0'0'1699,"-7"35"-1089,-112 519 281,92-391-452,6 0-1,8 1 0,7 56-438,6-217 20,-1 0-1,1-1 0,0 1 1,1 0-1,-1 0 0,1 0 0,-1 0 1,1-1-1,0 1 0,0 0 1,0-1-1,0 1 0,0 0 1,1-1-1,-1 0 0,1 1 1,-1-1-1,1 0 0,0 0 1,0 0-1,0 0 0,0 0 1,1 0-1,-1 0 0,0-1 1,1 1-1,-1-1 0,1 0 1,-1 0-1,1 0 0,0 0 1,0 0-1,-1 0 0,1-1 1,0 1-1,0-1 0,0 0 1,-1 0-1,1 0 0,0 0 0,0-1 1,0 1-1,0-1 0,-1 1 1,1-1-1,0 0 0,1-1-19,14-4 38,0-1-1,0 0 0,-1-1 1,0-1-1,-1-1 1,0-1-1,0 0 0,-1-1 1,-1 0-1,0-1 0,3-5-37,12-7 20,244-245-104,-252 248-171,-2-1 0,-1-2 1,0 1-1,-2-2 0,-1 0 0,-1-1 0,-2-1 0,0 0 0,7-27 255,-6-22-3220</inkml:trace>
  <inkml:trace contextRef="#ctx0" brushRef="#br1" timeOffset="1.14996E6">24772 11706 10402,'0'0'13447,"0"0"-9730,0 0-2938,0 0-430,4 19 63,50 201 688,10-2-1,49 102-1099,-68-199 97,5-2-1,5-3 0,4-2 0,6-3 0,5-3 1,4-3-1,49 50-96,-117-146-129,1-1 0,0 1 0,0-1 1,1-1-1,0 1 0,0-2 0,0 1 0,1-1 1,0 0-1,1-1 0,-1 0 0,1 0 0,0-1 1,0 0-1,0-1 0,1 0 0,-1-1 0,1 0 1,3 0 128,14-2-2342</inkml:trace>
  <inkml:trace contextRef="#ctx0" brushRef="#br1" timeOffset="1.15027E6">25839 12720 27510,'87'844'3785,"-78"-775"-3679,-4-25-10,3 4 99,-3 1-1,-2 0 1,-2 0-1,-3 23-194,-25-68 461,-81-58-430,-1 8-141,-3 5 1,-1 5-1,-1 5 1,-2 5-1,-5 4 110,75 13-255,-63-15-1487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1:57.79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177 537 28262,'0'0'776,"0"0"-197,1-17 404,4-75 122,-5 91-742,-2 6-149,-31 68-193,4 1 0,3 2 1,3 0-1,4 2 0,3 0 1,3 1-1,4 0 0,2 23-21,6-98-8,0-1-1,0 1 0,0 0 0,1 0 0,-1 0 1,1-1-1,0 1 0,0 0 0,0 0 1,1 0-1,-1 0 0,1-1 0,0 1 1,0 0-1,0 0 0,0-1 0,1 1 0,0-1 1,-1 1-1,1-1 0,1 0 0,-1 0 1,0 0-1,1 0 0,-1 0 0,1 0 1,0-1-1,0 1 0,0-1 0,0 0 0,1 0 1,-1 0-1,1 0 0,-1-1 0,1 1 1,-1-1-1,1 0 0,0 0 0,0 0 1,1 0 8,19 0-9,-1 0 0,1-1 0,-1-1 0,1-1 0,-1-2 0,0 0 0,0-1 0,0-2 0,0 0 0,-1-1 0,-1-2 0,1 0 0,-1-1 0,-1-1 0,14-11 9,146-87-236,-5-9 1,-4-7-1,75-78 236,-176 143-258,-3-4-1,-3-2 1,17-27 258,-62 62-22,-39 41 115,-4 15-68,0 2 1,2 1-1,1 1 0,1 0 1,2 2-1,1 0-25,5-11 0,-29 48 7,2 2 0,4 1 0,3 3 0,-15 49-7,44-111-2,-13 102-36,30-106-149,82-59-1406,-46 3-917</inkml:trace>
  <inkml:trace contextRef="#ctx0" brushRef="#br0" timeOffset="279.632">1972 1 25910,'0'0'1173,"0"0"-530,0 0 81,0 0 39,-7 25-172,-52 168-45,42-153-488,0 0-43,1 1 1,2 1-1,2 0 0,1 1 0,-2 28-15,13-69-5,-1-1 0,1 1 0,-1-1 1,1 1-1,-1-1 0,1 1 0,0-1 0,0 1 0,0-1 1,0 1-1,0-1 0,0 1 0,0-1 0,1 1 1,-1-1-1,0 1 0,1-1 0,-1 1 0,1-1 1,0 1-1,-1-1 0,1 0 0,0 1 0,0-1 0,0 0 1,0 0-1,0 0 0,0 0 0,0 0 0,0 0 1,0 0-1,1 0 0,-1 0 0,0 0 0,1-1 0,-1 1 1,1 0-1,-1-1 0,0 1 0,1-1 0,-1 0 1,1 1-1,0-1 0,-1 0 0,1 0 0,-1 0 0,1 0 1,-1 0-1,1 0 0,-1-1 0,1 1 0,-1-1 1,1 1-1,-1-1 5,30-2 3,0-2 1,0-1 0,-1-2-1,0-1 1,0-1-1,-1-2 1,-1 0 0,0-2-1,1-2-3,59-26 68,-71 35-81,6-5-24,1 2 1,0 0-1,1 2 0,0 0 0,1 2 1,-1 1-1,1 1 0,8 0 37,-10 6-1442,-11 6-2152</inkml:trace>
  <inkml:trace contextRef="#ctx0" brushRef="#br0" timeOffset="1042.087">1389 1437 28598,'-11'24'844,"-83"222"-137,69-153-560,4 1 0,4 1 0,4 1 0,5 0 0,3 0 0,6 41-147,-1-136-13,-1 1 1,1-1 0,0 0 0,0 1 0,-1-1 0,1 1 0,0-1-1,0 1 1,0-1 0,1 0 0,-1 1 0,0-1 0,1 1 0,-1-1-1,0 0 1,1 1 0,0-1 0,-1 0 0,1 1 0,0-1 0,-1 0-1,1 0 1,0 0 0,0 0 0,0 0 0,0 0 0,0 0-1,0 0 1,1 0 0,-1 0 0,0 0 0,0-1 0,1 1 0,-1 0-1,0-1 1,1 1 0,-1-1 0,1 0 0,-1 1 0,0-1 0,1 0-1,-1 0 1,1 0 0,-1 0 0,1 0 0,0-1 12,40-95-1075,3-56 2714,-5-3-6633,69-222-11396,-60 256 16880,9 2 6453,2 36 1880,-54 78-8641,0-1 0,0 0 0,1 1 0,0 0 0,0 1 0,0 0 0,0 0 0,0 0 0,1 1 0,0 0 0,0 0 1,-1 1-1,2 0 0,-1 0 0,0 1 0,5 0-182,-5 3 53,0 0-1,0 1 1,0 0 0,0 0 0,-1 1 0,0 0-1,1 1 1,-1-1 0,-1 1 0,1 1 0,-1-1-1,0 1 1,0 0 0,-1 0 0,1 1 0,-1 0-1,-1 0 1,1 0 0,-1 0 0,-1 1-1,1-1 1,-1 1 0,-1 0 0,1 0 0,-1 0-1,-1 1 1,1-1 0,-2 0 0,1 7-53,10 57 137,-3 0-1,-3 1 1,-4 0 0,-6 66-137,4-101 6,-1 0 1,-2-1 0,-1 1-1,-3-1 1,0 0 0,-3 0-1,0-1 1,-3-1 0,-1 0-1,-1-1 1,-2 0 0,-3 0-7,13-24-39,0 0 0,0-1 0,-1-1 0,0 1 1,0-1-1,-1-1 0,0 0 0,-1 0 1,1-1-1,-1 0 0,0-1 0,-1 0 0,0-1 1,1 0-1,-1-1 0,0 0 0,0-1 0,-1 0 1,1-1-1,0-1 0,-1 0 0,1 0 0,-2-1 39,8 0-25,1 0 0,0-1-1,0 1 1,0-1-1,0 0 1,0 0-1,0-1 1,0 1-1,1-1 1,-1 0-1,1 0 1,0-1 0,0 1-1,0-1 1,0 0-1,0 0 1,1 0-1,0 0 1,0-1-1,0 0 1,1 1 0,-1-1-1,1 0 1,0 0-1,1 0 1,-1 0-1,0-4 26,-15-149-1052,17 144 846,0-4-144,8-199-3419,36 77 4383,-41 136-468,2-10 146,0 1 0,1 0 0,1 0-1,0 1 1,1-1 0,1 2 0,0-1 0,0 1-1,1 1 1,0 0 0,1 0 0,0 1 0,0 0-1,11-5-291,-20 13 13,-1 0 0,1 1 0,0-1 0,-1 1 0,1 0 0,0-1-1,-1 1 1,1 0 0,0 0 0,-1 0 0,1 0 0,0 0 0,0 0-1,-1 1 1,1-1 0,0 1 0,-1-1 0,1 1 0,0-1 0,-1 1-1,1 0 1,-1 0 0,1 0 0,-1 0 0,0 0 0,1 0 0,-1 0-1,0 0 1,0 1 0,0-1 0,0 0 0,0 1 0,0-1-1,0 1 1,0-1 0,0 1 0,-1 0 0,1-1 0,-1 1 0,1-1-1,-1 1 1,0 0-13,9 80 45,-9-69-17,1 8-21,-1 0-1,-1 0 1,0 0 0,-2 0 0,0 0 0,-1 0 0,-2-1 0,0 1 0,-1-1 0,-6 10-7,14-29 0,-1 0 1,1 0-1,0 0 0,-1 0 1,1 0-1,0-1 0,-1 1 1,1 0-1,0-1 0,0 1 1,0 0-1,0-1 0,0 1 1,0-1-1,0 1 0,0-1 1,0 0-1,0 1 0,0-1 1,0 0-1,0 0 0,0 0 0,0 0 1,0 0-1,0 0 0,0 0 1,0 0-1,0 0 0,0 0 1,0 0-1,0-1 0,0 1 1,0-1-1,0 1 0,0 0 1,0-1-1,0 1 0,0-1 1,0 0-1,-1 1 0,1-1 1,0 0-1,0 0 0,-1 1 1,1-1-1,0 0 0,-1 0 1,1 0-1,0-1 0,35-17-3,-21 10 16,0 0 0,0 2 0,0 0 0,1 0 0,0 1 1,1 1-1,-1 1 0,1 1 0,0 0 0,1 1-13,-16 2-55,-1 1-1,1 1 1,0-1-1,-1 0 1,1 0 0,-1 1-1,1-1 1,-1 1-1,1-1 1,-1 1 0,0 0-1,0-1 1,0 1-1,0 0 1,0 0 0,0 0-1,-1 0 1,1-1-1,-1 1 1,1 0 0,-1 0-1,1 0 1,-1 1-1,0-1 1,0 0 0,0 0-1,0 0 1,-1 0-1,1 0 1,-1 0 0,1 0-1,-1 0 1,1 0-1,-1-1 1,0 1 0,0 0-1,-1 1 56,-11 36-5878</inkml:trace>
  <inkml:trace contextRef="#ctx0" brushRef="#br0" timeOffset="1296.119">519 3423 28734,'0'0'880,"0"0"-536,0 0-208,0 0 160,171-4 193,48-132 15,37-28-120,14-13-80,-23 15-96,-51 34-80,-43 25-40,-41 28-72,-40 26-16,-19 13-160,8-1-376,-13 5-712,-15 7-929</inkml:trace>
  <inkml:trace contextRef="#ctx0" brushRef="#br0" timeOffset="1462.988">1514 2610 25101,'0'0'2057,"0"0"-1313,-127 117-312,89-66 16,16-2-40,11-1-216,11-9-192,0-5-56,22-17-448,2-7-728,-2-10-4841</inkml:trace>
  <inkml:trace contextRef="#ctx0" brushRef="#br0" timeOffset="1661.963">1674 2226 28270,'0'0'1096,"0"0"-704,2 112 273,-2 14-129,-9 56-120,-8 29-168,-3 18-64,5-2-72,4-10-80,6 6-24,3-3-8,2-220-328,-7 361-496,-4-250-2937</inkml:trace>
  <inkml:trace contextRef="#ctx0" brushRef="#br0" timeOffset="2028.976">2673 1638 28206,'0'0'944,"176"-4"-424,-10-41-240,31-23-56,3-14 41,-18-5 7,-53 16-128,-32 16-88,-29 11-56,-14 11-64,1-1-417,6-13-471,-12 7-1288,-21 7-5826</inkml:trace>
  <inkml:trace contextRef="#ctx0" brushRef="#br0" timeOffset="2279.183">3973 892 6481,'0'0'15512,"0"0"-10886,0 0-3474,-16 19-473,-51 76 61,40 40 16,-4 232 226,-27 284 194,-43 90-1176,96-717 1,-6 48 1,-5-1 0,-2 0 0,-15 35-2,31-102-3,2-1-1,-1 0-1,1 0 1,-1-1 0,0 1 0,0 0-1,0 0 1,0-1 0,0 1 0,0-1 0,-1 1-1,1-1 1,-1 1 0,0-1 0,0 0-1,0 0 1,0 0 0,0 0 0,0 0 0,0-1-1,-1 1 1,1 0 0,-1-1 0,1 0-1,-1 0 1,0 1 0,1-2 0,-1 1 0,-2 0 3,-11-16-203,1-131-589,15 114 626,6-282-3328,5 170-2478</inkml:trace>
  <inkml:trace contextRef="#ctx0" brushRef="#br0" timeOffset="2530.205">3386 1973 21044,'0'0'6722,"-97"178"-6178,31-30-312,-4 17-176,22-11-24,20-39-8,21-44-8,7-32-16,4-39-736,16-10-2721,0-23-16003</inkml:trace>
  <inkml:trace contextRef="#ctx0" brushRef="#br0" timeOffset="2795.987">3991 1971 28718,'0'0'984,"116"10"-432,-48 14-143,2 3-121,-7 5-24,-8 0-88,-11-3-120,-2-3-24,-12-7-32,-10-9-8,-9-8-24,-9-2-40,-2-35-312,-4-7-921,-12-7-1863</inkml:trace>
  <inkml:trace contextRef="#ctx0" brushRef="#br0" timeOffset="2796.987">4343 379 28766,'0'0'696,"0"0"-456,0 0-120,143 156-72,-86-38-48,-11-17-160,-9-12-2872</inkml:trace>
  <inkml:trace contextRef="#ctx0" brushRef="#br0" timeOffset="6928.097">13181 458 28638,'0'0'872,"132"0"-368,-3-18-168,55-19-103,16-12-17,-7-9 88,-25 9-176,-51 16-80,-25 7-48,6-4-384,-30 9-985,-9-3-1943</inkml:trace>
  <inkml:trace contextRef="#ctx0" brushRef="#br0" timeOffset="7195.577">14165 403 27110,'-70'132'1232,"70"-132"-472,-175 405-256,85-167 48,11 9-55,2 19-113,5 8-144,6 10-80,7-7-72,9-37-56,10-33-8,16-41-24,15-34 0,7-33-16,2-28-240,0-24-544,0-25-1097,0-18-8049</inkml:trace>
  <inkml:trace contextRef="#ctx0" brushRef="#br0" timeOffset="7857.408">14431 762 29142,'0'0'594,"0"0"-333,-6 17-85,-52 121 354,-7-3-1,-42 63-529,48-90 24,19-36-4,-68 118-8,58-108-7,38-63-3,0 0-1,1 0 0,0 1 0,2 1 0,0 0 0,2 0 1,0 0-1,-2 17-1,8-32-9,0-5 4,1 0 0,-1 0 0,0-1-1,1 1 1,0 0 0,-1 0 0,1 0-1,-1-1 1,1 1 0,0 0 0,0 0-1,0 0 1,-1 0 0,1 0 0,0 0-1,0 0 1,0 0 0,0-1 0,0 1-1,1 0 1,-1 0 0,0 0 0,0 0-1,1 0 1,-1 0 0,0-1 0,1 1-1,-1 0 1,1 0 0,-1 0 0,1-1-1,-1 1 1,1 0 0,0-1 0,-1 1-1,1 0 1,0-1 0,-1 1 0,1-1-1,0 1 1,0-1 0,-1 0 0,1 1-1,0-1 1,0 0 0,0 1 0,0-1-1,0 0 1,0 0 0,0 0 5,7-3-40,-1 0-1,1-1 1,-1 0-1,1 0 1,-1 0-1,0-1 1,-1-1-1,1 1 1,-1-1 0,0 0-1,-1 0 1,1-1-1,1-3 41,9-8-94,59-65-169,-37 37 188,1 1 0,2 2-1,2 2 1,2 2-1,1 2 1,2 2 0,2 2-1,51-26 76,4 37-674,-103 22 640,1 1 0,-1-1 1,1 1-1,-1 0 0,1 0 1,-1 0-1,0 0 0,0 0 1,1 0-1,-1 1 1,0-1-1,0 1 0,0-1 1,0 1-1,0 0 0,-1 0 1,1 0-1,-1 0 1,1 0-1,-1 0 0,1 1 1,-1-1-1,0 0 0,0 1 1,0-1-1,-1 0 0,1 1 1,-1-1-1,1 1 1,-1 0-1,0-1 0,1 1 1,-2-1-1,1 2 34,-5 100-121,-7-48 289,-2 0 1,-3-1-1,-2 0 0,-16 28-168,14-32 207,-100 251 1234,97-144-400,24-153-1030,0 1 0,1-1 0,0 1 0,0-1 0,0 0 0,0 1 0,1-1 0,0 0 0,0 0 0,0 0 0,1 0 0,0-1 0,0 1 0,0-1 0,0 1 0,1-1 0,-1 0 0,1 0 0,0-1 0,1 1 0,-1-1 0,0 0 0,1 0 0,0 0 0,0-1 0,0 1 0,0-1 0,0-1 0,0 1 0,4 0-11,53 17 40,-16-14-22,220 7-8,-31-12-122,-234-1 107,1 1 0,0-1 0,-1 1 0,1-1 0,0 1 1,-1 0-1,1-1 0,0 1 0,-1 0 0,1 0 0,0 0 0,0 1 0,-1-1 1,1 0-1,0 1 0,-1-1 0,1 1 0,0-1 0,-1 1 0,1 0 1,-1-1-1,1 1 0,-1 0 0,1 0 0,-1 0 0,0 1 0,0-1 1,1 0-1,-1 0 0,0 1 0,0-1 0,0 0 0,0 1 0,0-1 0,-1 1 1,1 0-1,0-1 0,-1 1 0,1-1 0,-1 1 0,1 0 0,-1 0 1,0-1-1,0 1 0,0 0 0,0-1 0,0 1 0,0 0 0,0 0 1,-1-1-1,1 2 5,-7 10-1,0-1 0,0 0 1,-1-1-1,-1 1 1,0-2-1,0 1 0,-1-1 1,0-1-1,-1 0 1,0 0-1,-1-1 0,-4 2 1,-2 4 0,-72 49 78,-3-4 0,-2-4 1,-3-4-1,-1-5 1,-59 18-79,13-31 460,144-33-459,0 0 1,0 0-1,0 0 1,0 0-1,1 0 1,-1-1-1,0 1 0,0 0 1,0 0-1,0-1 1,0 1-1,1 0 1,-1-1-1,0 1 1,0-1-1,1 1 1,-1-1-1,0 0 0,1 1 1,-1-1-1,1 1 1,-1-1-1,0 0 1,1 0-1,0 1 1,-1-1-1,1 0 1,-1 0-1,1 0 0,0 1 1,0-1-1,-1 0 1,1 0-1,0 0 1,0 0-1,0 0 1,0 0-1,0 1 1,0-1-1,0 0 0,0 0 1,0 0-1,1 0 1,-1 0-1,0 0 1,1 1-1,-1-1 1,0 0-1,1 0 1,-1 1-1,1-1 0,-1 0 1,1 0-1,-1 1 1,1-1-2,5-13-18,-1 0 0,2 0 1,0 1-1,0 0 0,1 0 0,1 1 0,0 0 1,1 1-1,0 0 0,10-8 18,8-12-61,253-272-1767,-150 165-822</inkml:trace>
  <inkml:trace contextRef="#ctx0" brushRef="#br0" timeOffset="3478.323">5560 1089 25613,'0'0'1145,"0"0"-213,0 0-203,10-18 113,-2 2-646,77-104 964,-50 90-1046,2 2-1,0 2 0,2 1 1,1 1-1,1 3 0,0 1 1,2 2-1,0 2 0,44-10-113,-2 18 291,-82 9-317,-1 1-1,0 0 1,0-1 0,0 1-1,0 0 1,0 0 0,0 0-1,0 1 1,0-1 0,-1 0-1,1 1 1,-1-1 0,0 1-1,0-1 1,0 1-1,0-1 1,0 1 0,0 0-1,-1 0 1,1-1 0,-1 1-1,0 0 1,0 0 0,0 0-1,0-1 1,-1 2 26,2 3-339,0 22-1551</inkml:trace>
  <inkml:trace contextRef="#ctx0" brushRef="#br0" timeOffset="3685.223">5192 2026 26286,'0'0'3384,"0"0"-2816,0 0-335,0 0-81,0 0 312,195-92-48,-5-60-112,21-22-160,-14-1-80,-26 13-32,-42 30 0,-25 23-16,-30 28-16,-21 26-136,-14 12-280,1-16-464,-8 9-865,-12 7-1824</inkml:trace>
  <inkml:trace contextRef="#ctx0" brushRef="#br0" timeOffset="4063.39">6417 723 19708,'0'0'4132,"0"0"-1912,-9 30-989,-7 24-790,2 1 0,3 1 0,2 0 1,2 6-442,2 5 258,-111 1163 1875,52-888-2336,64-338 160,0-1 1,-1 0-1,1 1 0,-1-1 1,1 0-1,-1 0 1,0 1-1,0-1 0,-1 0 1,1 0-1,-1 0 0,1-1 1,-1 1-1,0 0 0,0 0 1,0-1-1,0 1 0,-1-1 1,1 0-1,0 0 1,-1 0-1,0 0 0,0 0 1,1 0-1,-1-1 0,0 1 1,0-1-1,-1 0 0,1 0 1,0 0-1,0 0 0,0-1 1,-1 1-1,1-1 1,0 0-1,-1 0 0,1 0 1,0 0-1,-2-1 43,0-2-134,1-1 0,-1 0 0,1 0 0,0 0-1,1 0 1,-1-1 0,1 1 0,-1-1 0,1 0 0,1 0 0,-1 0 0,1 0 0,0-1-1,0 1 1,0-1 0,0-2 134,-20-80-901,3-1 0,4 0 0,-1-63 901,9 89-100,-31-183-200,38 244 371,0 1 1,0-1-1,0 0 0,-1 1 1,1-1-1,0 1 1,0-1-1,-1 0 0,1 1 1,-1-1-1,0 1 0,1-1 1,-1 1-1,0-1 1,0 1-1,0 0 0,0-1 1,0 1-1,0 0 0,0 0 1,0 0-1,-1 0 1,1 0-1,0 0 0,-1 0 1,1 0-1,-1 0 0,1 1 1,-1-1-1,1 1 1,-1-1-1,1 1 0,-1-1 1,1 1-1,-1 0 1,0 0-1,1 0 0,-1 0 1,0 0-1,1 0 0,-1 0 1,1 1-1,-1-1 1,0 0-1,1 1 0,-1-1 1,1 1-1,-1 0 0,1 0 1,-1-1-1,1 1 1,0 0-1,-1 0 0,1 0 1,0 0-1,0 1 0,0-1 1,0 0-1,0 0 1,0 1-1,0-1 0,0 1 1,0-1-1,1 0 0,-1 2-70,-18 34 160,1 1 0,2 0 0,2 1 0,2 1 0,1 0 0,2 3-161,0-9 66,-3 14 3,1 1 0,2 0 1,3 1-1,0 44-69,5-92-6,0-1 0,1 1 1,-1 0-1,1 0 0,0 0 0,-1-1 0,1 1 0,0 0 0,0 0 0,0 0 1,1 0-1,-1-1 0,0 1 0,1 0 0,-1 0 0,1-1 0,-1 1 1,1 0-1,0 0 0,0-1 0,0 1 0,0-1 0,0 1 0,0-1 0,0 1 1,1-1-1,-1 0 0,0 0 0,1 1 0,-1-1 0,1 0 0,-1 0 1,1 0-1,-1-1 0,1 1 0,0 0 0,0-1 0,-1 1 0,1-1 0,0 1 1,0-1-1,0 0 0,-1 0 0,1 0 0,0 0 0,0 0 0,0 0 1,0 0-1,-1-1 0,1 1 0,0 0 0,0-1 0,0 0 0,-1 1 0,1-2 6,13-5-208,0-1 0,-1-1 0,0-1 0,0 0 0,-1 0 0,-1-2 0,0 1 0,9-12 208,43-57-2657</inkml:trace>
  <inkml:trace contextRef="#ctx0" brushRef="#br0" timeOffset="4311.903">6603 1158 22893,'0'0'4689,"0"0"-3229,0 0-1022,5 22-40,24 137 136,13-41-376,-40-115-161,1 0 0,-1 0 0,1 0 0,0 0 0,0 0 0,0-1 0,0 1 0,0-1 1,0 0-1,1 0 0,-1 0 0,1-1 0,-1 1 0,1-1 0,0 0 0,0 0 0,0 0 0,-1 0 0,1-1 0,0 1 0,0-1 0,0 0 0,0 0 0,0-1 0,0 1 0,0-1 0,-1 0 0,1 0 0,0 0 0,0-1 0,-1 1 3,10-6-98,-1-1-1,0-1 0,-1 0 0,0 0 0,0-1 0,-1 0 0,0-1 0,-1 0 0,0-1 1,-1 0-1,0 0 0,-1 0 0,5-13 99,113-233-3117,-80 142-2252,-3 5-13570</inkml:trace>
  <inkml:trace contextRef="#ctx0" brushRef="#br0" timeOffset="5233.871">7362 316 10162,'0'0'14193,"0"0"-10457,0 0-3112,-4 19-67,-61 296 852,61-295-1399,1 0 1,1 0-1,1 1 0,0-1 1,2 1-1,1-1 0,0 0 0,1 1 1,2-1-1,0 0 0,0-1 1,2 1-1,1-1 0,0-1 0,1 1 1,1-2-1,2 2-10,228 207 201,-235-220-198,-1 0-1,1 1 0,-1 0 1,-1 0-1,1 0 0,-1 0 0,0 1 1,-1-1-1,0 1 0,0 0 1,-1 0-1,0 0 0,0 0 0,0-1 1,-1 1-1,-1 0 0,1 0 1,-1 0-1,-1 0 0,1 0 1,-1 0-1,-1-1 0,1 1 0,-1-1 1,-1 0-1,1 0 0,-1 0 1,0 0-1,-5 5-2,-31 42-10,-2-3 0,-3-1 0,-1-2 0,-3-3 0,-1-1 0,-50 32 10,86-67-37,0 1 0,0-2-1,0 0 1,-1 0 0,0-1 0,-1-1-1,0-1 1,0 0 0,0-1 0,0-1 0,-3 0 37,15-3-45,1 0 1,0 0 0,-1 0-1,1-1 1,0 0 0,-1 1-1,1-1 1,0 0 0,0 0 0,0-1-1,0 1 1,0-1 0,0 1-1,0-1 1,0 0 0,1 0 0,-1 0-1,1 0 1,-1-1 0,1 1-1,0-1 1,0 1 0,0-1-1,0 0 1,1 0 0,-1 0 0,1 0-1,0 0 1,-1 0 0,1 0-1,1-1 1,-1 1 0,0 0 0,1 0-1,0-1 1,-1-2 44,3-128-2972,0 119 2453,1 1-1,0 0 1,1 0-1,1 0 1,0 0-1,1 1 1,1 0-1,0 0 1,6-9 519,-5 10 303,0 1 0,0 0 0,1 0 0,1 1 0,0 0 0,0 0 1,1 1-1,0 1 0,0 0 0,1 0 0,0 1 0,1 1 0,-1 0 0,1 1 0,1 0 0,-1 1 0,0 0 1,1 1-1,0 1 0,0 0 0,0 1 0,0 0 0,0 1 0,0 1 0,8 1-303,-16 0 61,1 0 0,-1 0-1,1 0 1,-1 1 0,0 0 0,0 1-1,0-1 1,0 1 0,0 0 0,-1 0-1,0 1 1,0 0 0,0-1 0,-1 2-1,1-1 1,-1 1 0,0-1-1,-1 1 1,1 0 0,-1 0 0,0 1-1,-1-1 1,0 1 0,1 2-61,19 166 299,-23-138-272,-2 1-1,-1-1 1,-1 0 0,-3-1 0,-5 16-27,10-43 7,2-9-6,1 1-1,-1 0 1,0 0-1,0 0 1,1 0 0,-1 0-1,1 0 1,-1 0-1,1 0 1,-1 0-1,1 1 1,0-1 0,-1 0-1,1 0 1,0 0-1,0 0 1,0 1-1,0-1 1,0 0-1,0 0 1,0 0 0,0 0-1,0 1 1,1-1-1,-1 0 1,0 0-1,1 0 1,-1 0 0,1 0-1,0 0 1,-1 0-1,1 0 1,0 0-1,-1 0 1,1 0 0,0 0-1,0 0 1,0-1-1,0 1 1,0 0-1,0 0 1,0-1 0,0 1-1,0-1 1,0 1-1,0-1 1,0 0-1,0 1 1,1-1-1,15-3 5,1-1-1,-1 0 1,0-1 0,0-1-1,-1-1 1,0-1 0,0 0 0,-1-1-1,0 0 1,9-8-5,21-10 22,28-17 43,-24 13-3,1 2 0,1 2 0,1 3 0,1 2 0,11-1-62,-64 23 1,2-1 2,0-1 0,-1 1-1,1 0 1,0 0 0,0 0-1,-1 0 1,1 0 0,0 0-1,0 1 1,0-1-1,0 1 1,0-1 0,0 1-1,0 0 1,0 0 0,0 0-1,0 0 1,1 0 0,-1 0-1,0 1 1,0-1-1,0 0 1,0 1 0,0 0-1,-1-1 1,1 1 0,0 0-1,0 0 1,0 0 0,-1 0-1,1 1 1,0-1-1,-1 0 1,1 1 0,-1-1-1,0 1 1,1 0 0,-1-1-1,0 1 1,0 0 0,0-1-1,0 1 1,0 0-1,0 0 1,-1 0 0,1 2-3,-2 19 6,-1 0 1,-2-1 0,0 1 0,-1-1 0,-1 0-1,-2 0 1,0-1 0,-1 1 0,-1-2-1,0 1 1,-2-2 0,-9 12-7,2 3 11,-265 396 174,269-408-158,7-12-17,0 0-1,1 0 1,0 1 0,1 0-1,0 1 1,1-1 0,0 1 0,1 0-1,0 0 1,0 4-10,4-14-3,1 1 0,-1-1 0,1 0-1,-1 1 1,1-1 0,0 1 0,0-1 0,0 0 0,0 1-1,0-1 1,1 0 0,-1 0 0,1 0 0,-1 0-1,1 0 1,0-1 0,-1 1 0,1 0 0,0-1 0,0 1-1,0-1 1,1 0 0,-1 1 0,0-1 0,0 0 0,1 0-1,-1-1 1,1 1 0,-1 0 0,0-1 0,1 0-1,-1 1 1,1-1 0,-1 0 0,2 0 3,54 28-282,-51 4 164,-8-22 115,-1-1-1,0 1 0,0-1 1,-1 0-1,0 0 1,-1 0-1,0-1 0,0 1 1,-1-1-1,0 0 0,-4 5 4,-14 14-3,-1-1-1,-1-2 1,-1 0-1,-1-2 1,-1 0-1,-1-2 1,0-2-1,-2 0 1,0-2-1,-1-1 0,0-2 1,-1-1-1,-1-2 1,0-1-1,0-1 1,-1-2-1,0-2 1,0-1-1,0-2 1,-30-2 3,52-1-62,-1 0 0,1 0 0,0-1 0,1-1 0,-1 0 0,0-1 0,1 0 0,0-1 0,1 0 0,-1-1 0,1-1 0,0 1 0,1-2 0,0 1 0,0-1 0,1-1 0,0 0 0,0 0 0,2-1 0,-1 0 0,1 0 0,1-1 0,0 0 0,0 0 0,1-1 0,1 1 0,0-1 0,1 0 0,0 0 0,1 0 0,0-6 62,-1 4-3,1 0 1,0 0-1,1 1 1,1-1-1,0 0 0,1 0 1,1 0-1,0 0 1,1 1-1,1-1 1,0 1-1,1 0 0,0 0 1,1 0-1,1 1 1,4-7 2,-1 7 96,1 0 0,0 1 0,0 0 0,1 1 0,1 0 0,0 1 1,0 0-1,1 1 0,0 1 0,1 0 0,0 1 0,0 0 0,1 1 0,-1 1 1,1 0-1,1 2 0,-1 0 0,0 0 0,1 2 0,-1 0 0,1 1 1,-1 0-1,3 2-96,71 22 50,68 72-336,-81-38-2310,-7 1-7207</inkml:trace>
  <inkml:trace contextRef="#ctx0" brushRef="#br0" timeOffset="6320.808">9271 468 30190,'0'0'587,"0"0"-307,-21 23-188,-284 366 220,-240 335-222,518-689-126,15-22-30,2 0 0,-1 0 1,2 1-1,0 1 0,0-1 0,2 1 0,-1 1 0,2-1 0,0 1 0,1 1 66,6-16-59,0 1-1,1-1 1,-1 1 0,0-1 0,1 1-1,-1-1 1,0 0 0,1 0 0,0 0-1,-1 1 1,1-2 0,0 1 0,-1 0-1,1 0 1,0 0 0,0-1 0,0 1-1,0-1 1,0 0 0,0 1 0,-1-1-1,1 0 1,0 0 0,0 0 0,0 0-1,0-1 1,0 1 0,0 0 0,0-1-1,0 0 1,-1 1 0,1-1 0,0 0-1,0 0 1,-1 0 0,1 0 0,0 0-1,-1 0 1,1 0 0,-1-1 0,0 1 0,2-2 59,3 1-158,0-1 184,0 0 0,1 0 0,-1 1 0,1 0 0,-1 0 0,1 1 0,0 0 0,0 0 0,-1 1 0,1-1 0,0 1 0,0 1 0,0-1 0,-1 1 0,1 1 0,0-1 0,-1 1-1,1 0 1,2 2-26,-4 4 64,0 1 0,-1-1-1,0 1 1,0 0 0,-1 1-1,0-1 1,0 1-1,-1-1 1,-1 1 0,0 0-1,0-1 1,-1 1-1,0 0 1,0 0 0,-3 9-64,3-8 46,-3 117 404,-14-38-145,-101 385-97,68-237-180,96-347-883,139-411-2432,26-66 1214,-37 216 3500,-152 329-890,2 1 0,1 1 0,2 1-1,2 1 1,3 0-537,-22 27 102,-1 0 0,1 0 0,1 2 0,0-1 0,0 1 0,1 1 0,0 0 0,0 0 0,0 1 0,1 1 0,0 0 0,0 1 0,0 0 0,1 1 0,0 0 0,-1 2 0,1-1-1,10 1-101,-19 3 6,0-1-1,0 1 1,0-1-1,-1 1 1,1 0-1,-1 1 0,1-1 1,-1 1-1,0 0 1,0 0-1,0 1 0,0-1 1,-1 1-1,1-1 1,-1 1-1,0 0 0,0 1 1,-1-1-1,1 0 1,-1 1-1,0-1 0,0 1 1,0 0-1,-1 0 1,1 0-1,-1 0 1,-1 0-1,1 0 0,-1 0 1,1 0-1,-1 0 1,-1 0-1,1 0 0,-1 0 1,0 0-1,-1 2-5,1 41 7,-2 0 0,-3 0 0,-1 0 0,-3-1 0,-1 0 0,-3-1 0,-2-1 0,-1 0 0,-3-1 1,-1-1-1,-16 21-7,-78 94 21,140-185-30,1 1 0,1 2 0,2 1 0,0 1 0,1 1 0,1 2 0,3 0 9,-32 17-13,1 1 0,-1-1 0,1 1 0,-1 0-1,1-1 1,0 1 0,-1 1 0,1-1 0,0 0 0,0 0 0,-1 1-1,1 0 1,0-1 0,0 1 0,0 0 0,0 1 0,0-1-1,0 0 1,-1 1 0,1 0 0,0-1 0,0 1 0,-1 0 0,1 1-1,0-1 1,-1 0 0,1 1 0,-1-1 0,2 2 13,4 94-70,-14-52 124,-2-1-1,-2 0 0,-1-1 0,-3 0 1,-1-1-1,-9 14-53,12-26 55,-115 256 696,151-298-602,199-212-171,-223 224 21,1-2-4,-1 1-1,1 0 1,0 0-1,-1 0 1,1 0-1,0 0 1,0 0-1,0 0 1,0 0 0,0 0-1,0 0 1,0 0-1,0 0 1,0 1-1,0-1 1,1 0-1,-1 1 1,0-1-1,0 1 1,1-1-1,-1 1 1,0 0-1,1 0 1,-1 0-1,0-1 1,1 1 0,-1 0-1,0 0 1,1 1-1,-1-1 1,1 0-1,-1 0 1,0 1-1,0-1 1,1 1-1,-1-1 1,0 1-1,0-1 1,0 1-1,1 0 1,-1 0-1,0 0 1,0-1 0,0 1-1,0 0 1,0 0-1,-1 0 1,1 0-1,0 1 1,0-1-1,-1 0 1,1 0-1,0 0 1,-1 1-1,1 0 6,-9 75-26,-70 188 40,60-215 43,8-27 155,1 0 0,2 1 0,0 0 0,1 0 0,2 0 0,-2 20-212,10-44 116,155-121-458,-20 17-1700,-45 38-3429,-47 35-6533</inkml:trace>
  <inkml:trace contextRef="#ctx0" brushRef="#br0" timeOffset="6593.731">9992 2378 24461,'0'0'3673,"0"0"-1985,0 0-551,136 17-617,-94 1-144,-7-2-216,0 0-120,6-1-40,-10-1-384,-9-8-1577</inkml:trace>
  <inkml:trace contextRef="#ctx0" brushRef="#br0" timeOffset="11168.436">20590 691 24253,'0'0'4173,"-7"23"-3069,-39 153-824,43-171-254,1 1 1,0 0-1,1 0 0,-1 0 0,1 0 0,0 0 0,1 1 0,-1-1 0,1 0 1,1 0-1,-1 1 0,1-1 0,0 0 0,0 0 0,1 0 0,0 0 0,0 0 1,0 0-1,1-1 0,0 1 0,0-1 0,0 0 0,1 0 0,0 0 0,0 0 1,0 0-1,0-1 0,1 0 0,4 4-26,11-1 13,1-1-1,0-1 1,0-1 0,1-1 0,-1-1-1,1-1 1,-1 0 0,1-2 0,5-1-13,22 1 20,-21 1-4,151 14 55,-173-13-69,0 1 0,0 0 0,0-1 0,0 2 0,0-1 0,0 1 0,-1 0 0,1 0 0,-1 0 0,0 1 0,0 0 1,0 0-1,-1 0 0,1 1 0,-1 0 0,0-1 0,0 1 0,0 1 0,-1-1 0,0 1 0,0-1 0,-1 1 0,1 0 0,-1 0 0,0 0 0,0 1-2,-1 15 2,0 0 0,-2 0 1,0-1-1,-2 1 0,0 0 1,-1-1-1,-2 0 0,0 0 1,-1 0-1,-1 0 0,-1-1 1,0-1-1,-2 0 0,0 0 1,-1-1-1,-2 1-2,-34 61 0,-3-2-1,-3-2 1,-4-2 0,-55 53 0,89-104 1,-1-1 0,-1-1 0,-1-1 0,-1-1 0,-1-1 0,0-2 0,-1-1 0,-20 6-1,47-19-11,1 0 0,0 0 0,-1-1 0,1 1 0,0-1 0,-1 0 0,0 1 0,1-1 0,-1-1 0,0 1 1,0 0-1,1 0 0,-1-1 0,0 0 0,0 0 0,0 0 0,1 0 0,-1 0 0,0 0 0,0-1 0,0 1 0,0-1 0,1 0 1,-1 0-1,0 0 0,1 0 0,-1 0 0,1 0 0,-1-1 0,1 1 0,0-1 0,-1 0 0,1 0 0,0 0 0,0 0 1,0 0-1,1 0 0,-1-1 0,0 1 0,1 0 0,0-1 0,-1 1 0,0-3 11,3-30-348,0 1 1,3-1-1,0 1 0,3 0 0,1 0 1,1 1-1,1 0 0,2 1 1,2 0-1,1 1 0,10-15 348,-20 35-110,89-153 2310,-94 163-2172,0 0 0,0 1-1,1-1 1,-1 0 0,0 1 0,1-1-1,-1 0 1,0 1 0,1-1 0,-1 1-1,1-1 1,-1 0 0,1 1 0,-1-1-1,1 1 1,-1-1 0,1 1 0,0-1 0,-1 1-1,1 0 1,-1-1 0,1 1 0,0 0-1,0 0 1,-1-1 0,1 1 0,0 0-1,-1 0 1,1 0 0,0 0 0,0 0-1,-1 0 1,1 0 0,0 0 0,0 0-1,-1 0 1,1 0 0,0 1 0,0-1-1,-1 0 1,1 0 0,0 1 0,-1-1-1,1 0 1,0 1 0,-1-1 0,1 1-1,-1-1 1,1 1 0,-1-1 0,1 1-1,-1-1 1,1 1 0,-1 0 0,1-1 0,-1 1-1,0 0 1,0-1 0,1 1 0,-1 0-1,0-1 1,0 1 0,1 1-28,3 54 353,-3-45-244,-1 16-67,18 128 196,-16-149-232,0 1-1,0-1 1,0 0-1,1 0 1,0-1-1,0 1 1,0 0-1,1-1 1,0 0-1,0 0 1,0 0-1,0 0 1,1-1 0,0 1-1,0-1 1,0-1-1,1 1 1,-1-1-1,1 1 1,0-2-1,0 1 1,2 0-6,13 1-24,0-1 1,0-1 0,0-1-1,0 0 1,0-2 0,0-1-1,-1 0 1,1-1 0,0-2-1,-1 0 1,0-1-1,0-1 1,-1-1 0,1 0-1,-1-2 24,100-32-76,-51 33 95,-66 10-15,-1 0 0,1 1 0,0 0 0,0-1 0,-1 1 0,1 0 0,-1 0 0,1 0 0,-1 0 0,0 0 1,0 0-1,0 0 0,0 0 0,0 1 0,-1-1 0,1 0 0,0 0 0,-1 1 0,0-1 0,0 0 0,1 1 0,-1-1 1,-1 1-1,1-1 0,0 0 0,-1 1 0,1-1 0,-1 0 0,1 0 0,-1 1 0,0-1 0,0 0-4,0 1 8,-5 24 12,-2 0 1,-1-1-1,-1 0 0,-2-1 0,0 0 0,-1-1 0,-7 8-20,-8 19 10,-109 191 51,119-190-23,19-50-37,0-1 1,0 1-1,1-1 1,-1 0 0,1 1-1,0-1 1,-1 0-1,1 0 1,0 0 0,-1 0-1,1 0 1,0 0 0,0-1-1,0 1 1,0-1-1,0 1 1,0-1 0,0 1-1,0-1 1,0 0-1,0 0 1,0 0 0,0 0-1,0-1 1,0 1-1,0-1 1,0 1 0,1-1-2,6 0 9,262 1 77,-268 0-86,1 0 1,-1 1-1,0-1 0,1 1 1,-1 0-1,0 0 1,0 0-1,1 0 0,-1 0 1,0 1-1,0-1 1,0 1-1,-1 0 0,1 0 1,0 0-1,-1 1 1,1-1-1,-1 0 1,0 1-1,0 0 0,0-1 1,0 1-1,0 0 1,0 0-1,-1 0 0,1 0 1,-1 0-1,0 0 1,0 1-1,0-1 0,-1 0 1,1 1-1,-1-1 1,0 0-1,0 1 0,0-1 1,0 1-1,0-1 1,-1 0-1,1 1 1,-2 1-1,0 8 2,-1 0 0,-1-1 1,-1 1-1,1 0 0,-2-1 0,0 0 1,0-1-1,-1 1 0,-1-1 1,0 0-3,-15 17 13,-2-1 1,-1-2 0,-1 0 0,-1-2-1,-1-1 1,-1-1 0,-1-2 0,-1-1 0,0-1-1,-2-2 1,1-1 0,-2-2 0,1-1-1,-2-2 1,1-1 0,-1-2 0,-1-1-1,1-2 1,-10-2-14,40-1-16,0 0 0,-1 0-1,1-1 1,0 0 0,0 0-1,0 0 1,0-1 0,0 0 0,0 0-1,1 0 1,-1-1 0,1 0-1,-1 0 1,1-1 0,0 1 0,0-1-1,1 0 1,-1-1 0,1 1 0,0-1-1,0 1 1,0-1 0,0-1-1,1 1 1,0 0 0,0-1 0,1 1-1,0-1 1,0 0 0,0 0-1,0 0 1,1 0 0,0 0 0,0-5 16,-3-84-380,4 92 391,0 0 0,1 1-1,-1-1 1,1 0 0,-1 1 0,1-1-1,0 1 1,0-1 0,0 1 0,0-1-1,1 1 1,-1 0 0,1 0-1,-1-1 1,1 1 0,0 0 0,0 1-1,0-1 1,0 0 0,0 0 0,0 1-1,0-1 1,1 1 0,-1 0 0,1 0-1,-1 0 1,1 0 0,-1 0-1,1 0 1,-1 1 0,1-1 0,0 1-1,0 0-10,197 47 211,-5-40-2913,-102-7-4811</inkml:trace>
  <inkml:trace contextRef="#ctx0" brushRef="#br0" timeOffset="11693.828">22337 817 30575,'0'0'685,"0"0"-238,-19 8-215,1-1-195,0 1 0,1 1 0,1 0-1,-1 1 1,2 1 0,-1 1 0,2 0 0,-1 1 0,-2 4-37,-101 114 121,6 5 1,6 5-1,-72 128-121,85-90-455,78-111-1066,20-67 995,3-4 485,0 0 1,-1-1-1,0 1 0,1-2 0,-2 1 0,1-1 1,0 0-1,-1 0 0,0-1 0,0 0 1,-1 0-1,3-3 41,13-12-102,-5 4 4,0-1 68,0 1 0,2 0 0,0 2 0,0-1 0,1 2-1,1 1 1,0 0 0,1 2 0,1 0 0,0 1 0,0 1 0,0 1 0,21-3 30,-38 10 33,0 0 0,0 1 0,0 0 0,0 0 0,0 1 0,-1-1 0,1 1 0,0 0 0,0 0 0,0 1 0,0-1 0,-1 1 0,1 0 0,-1 0 0,1 1 0,-1-1 0,0 1 0,0 0 0,0 0 0,0 1 0,-1-1 0,1 1 0,-1 0 0,0 0 0,0 0 0,0 0 0,-1 0 0,1 0 0,-1 1 0,0 0 0,0-1 0,-1 1 0,1 0 0,-1 1-33,16 181 922,-17-169-888,-9 145 148,-7-1 1,-7-1 0,-7 4-183,10-89-216,13-101-318,10-90 203,5 0 0,5 1 0,5 1 0,5 0 0,17-42 331,48-148-3151,-49 178-4096</inkml:trace>
  <inkml:trace contextRef="#ctx0" brushRef="#br0" timeOffset="12210.312">22644 797 24253,'0'0'3042,"0"0"-1586,0 0-629,19 10-189,-10-5-569,-5-4-44,1 1 1,0 0-1,-1 0 1,0 0-1,1 1 1,-1-1-1,0 1 1,0 0-1,0 0 0,-1 0 1,1 1-1,-1-1 1,0 1-1,0 0 1,0 0-1,0 0 1,-1 1-1,1-1 1,-1 0-1,0 1 1,-1-1-1,1 1 1,-1 0-1,0 0 1,0 0-1,0-1 0,-1 1 1,1 0-1,-1 0 1,0 0-1,-1 0 1,1 0-1,-1 1-25,-15 51 120,-3 0 0,-2-2 0,-2 0 0,-3-1 0,-5 4-120,13-23 42,-165 274 149,164-265-225,25-42-63,9-7 59,0-1 1,0 0 0,0-1-1,-1-1 1,1 0-1,-2-1 1,0 0-1,0-1 1,11-11 37,-3 4-71,90-72-53,-110 88 124,0 0 0,-1 1 0,1-1 0,0 0 0,-1 1 0,1-1 0,0 0 0,-1 1 0,1-1 0,0 1 0,0-1 0,0 1 0,0-1 0,0 1 0,0-1 0,0 1 0,0 0 0,-1 0 0,1 0 0,0-1 0,0 1 0,0 0 0,0 0-1,0 0 1,0 0 0,0 1 0,0-1 0,0 0 0,0 0 0,0 1 0,0-1 0,0 0 0,0 1 0,0-1 0,0 1 0,-1-1 0,1 1 0,0-1 0,0 1 0,0 0 0,-1-1 0,1 1 0,0 0 0,-1 0 0,1-1 0,-1 1 0,1 0 0,-1 0 0,5 50 2,-5-44-2,-10 190 12,9-190-12,1-5-2,-1 0 0,1 0 0,0 0 0,-1-1 0,1 1 0,0 0 0,0 0 0,0 0 0,0 0-1,0 0 1,0-1 0,1 1 0,-1 0 0,1 0 0,-1 0 0,1-1 0,0 1 0,0 0 0,0-1 0,-1 1 0,2 0 0,-1-1 0,0 1 0,0-1 0,0 0 0,1 1-1,-1-1 1,0 0 0,1 0 0,0 0 0,-1 0 0,1 0 0,-1 0 0,1 0 0,2 0 2,1 1-2,1 0 0,-1 0-1,1 1 1,-1 0 0,1 0 0,-1 0 0,0 0 0,-1 1-1,1 0 1,-1 0 0,1 0 0,-1 1 0,0 0 0,-1-1-1,1 1 1,-1 0 0,0 1 0,0-1 0,-1 1 0,0-1-1,0 1 1,0 0 0,0-1 0,-1 1 0,0 0-1,0 0 1,0 4 2,-1 20 3,0 0 0,-2 0-1,-1 0 1,-1 0 0,-2-1-1,-1 1 1,-9 24-3,11-40 9,2-7 13,0 0 0,1 0 0,0 1 0,0-1 0,0 0 0,1 1 1,0-1-1,1 1 0,-1 0 0,1-1 0,1 1 0,0-1 0,1 7-22,45-3 60,-34-13-72,0 0 1,0-2-1,0 0 0,0 0 1,0-1-1,-1 0 0,0-2 1,0 1-1,-1-1 0,0-1 1,0 0-1,0 0 0,3-6 12,6-1-95,144-137-2973,-125 106-1652</inkml:trace>
  <inkml:trace contextRef="#ctx0" brushRef="#br0" timeOffset="9477.637">19275 949 16420,'0'0'12810,"0"0"-12226,120 0-120,-56 18-183,-1 6-1,-3-1 64,-10 3-168,-8 6-80,-9 7-72,-7 12-24,-24 46-168,-2-8-536,-9-8-1393</inkml:trace>
  <inkml:trace contextRef="#ctx0" brushRef="#br0" timeOffset="9743.571">18256 2512 29798,'0'0'705,"0"0"-513,122 6-8,21-54 56,65-38 64,29-23 8,-5-7-104,-24 7-96,-43 20-64,-38 20-48,-35 20 0,-29 15-264,-17 13-256,-6-11-761,-12 5-935,-12 1-20677</inkml:trace>
  <inkml:trace contextRef="#ctx0" brushRef="#br0" timeOffset="9995.038">19496 1679 16420,'0'0'9602,"0"0"-8962,-37 111-152,28-5 384,9 46 240,0 26-288,0 11-223,0-5-225,0-19-176,0-13-128,0-34-40,0-33-32,0-31 0,0-19-32,0-7-272,0-28-377,0 0-671,0-20-1104</inkml:trace>
  <inkml:trace contextRef="#ctx0" brushRef="#br0" timeOffset="10177.412">19404 2352 27686,'0'0'936,"0"0"-584,-77 132-200,45-59-96,-1 4-32,4-4-24,9 4-8,7-22-464,7-19-1952</inkml:trace>
  <inkml:trace contextRef="#ctx0" brushRef="#br0" timeOffset="10357.51">19391 2508 26350,'0'0'1632,"0"0"-744,0 0-376,147 0-264,-95 0-160,3 2-56,26-2-32,-13-4-584,-6-20-2008</inkml:trace>
  <inkml:trace contextRef="#ctx0" brushRef="#br0" timeOffset="8860.95">17160 1506 25854,'0'0'1848,"0"0"-664,0 0-536,0 0 112,0 0-247,0 0-193,2 138-136,0-91-112,0-3-40,5-7-32,6-13-176,4-16-376,23-32-185,-5-20-1087,0-9-5594</inkml:trace>
  <inkml:trace contextRef="#ctx0" brushRef="#br0" timeOffset="9110.362">17528 991 26862,'0'0'2224,"0"0"-1568,0 0 81,74 150-89,-41-16 16,-2 71 80,-5 55-512,-10 36-232,-14 18 0,-2-16 0,-2-6 0,-18-30 0,2-76-992,3-58-2345</inkml:trace>
  <inkml:trace contextRef="#ctx0" brushRef="#br0" timeOffset="8310.691">16088 1028 28790,'-55'110'396,"5"2"-1,5 2 1,4 1-1,6 3 1,6 1-1,4 1 1,-8 112-396,34-145-70,0-86 48,1-1-1,-1 1 0,1-1 1,-1 1-1,1-1 1,-1 0-1,1 0 0,-1 1 1,1-1-1,-1 0 0,1 0 1,0-1-1,-1 1 0,1 0 1,-1 0-1,1-1 1,-1 1-1,1-1 0,-1 1 1,1-1-1,-1 0 0,0 0 1,1 1-1,-1-1 0,0 0 1,0 0-1,0 0 1,1 0-1,-1-1 0,0 1 1,0 0-1,-1 0 0,1-1 1,0 1-1,0 0 1,-1-1-1,1 1 23,85-184-1920,-61 118 1401,8-15 83,10-30-47,4 1 0,50-79 483,-90 177 51,0 0 1,1 0-1,0 1 1,1 0-1,1 0 0,0 1 1,0 0-1,1 1 0,0 0 1,1 1-1,0 0 1,0 1-1,1 0 0,0 1 1,1 1-1,0 0 0,0 0 1,0 2-1,0 0 1,1 0-1,-1 1 0,1 1 1,14 0-52,-23 2 69,0 2 0,-1-1 1,1 0-1,-1 1 0,1 0 1,-1 0-1,0 1 0,0 0 0,0 0 1,0 0-1,0 0 0,-1 1 1,0-1-1,1 1 0,-1 0 1,-1 1-1,1-1 0,0 1 1,-1-1-1,0 1 0,0 0 0,-1 0 1,1 1-1,-1-1 0,0 0 1,-1 1-1,2 5-69,13 162 967,-26-82-839,-3 1 0,-5-2 0,-3 0 0,-29 72-128,37-118 17,-42 118-50,53-157-15,1 1 1,-1-1-1,0 0 1,0-1-1,-1 1 1,0 0-1,0-1 1,0 1 0,0-1-1,0 0 1,-1 0-1,0 0 1,0-1-1,0 1 1,0-1-1,-1 0 1,1 0-1,-1-1 1,0 1-1,0-1 1,0 0-1,-3 1 48,-11-12-626,-10-94-1728,20 46 193</inkml:trace>
  <inkml:trace contextRef="#ctx0" brushRef="#br0" timeOffset="8596.675">16259 1950 21869,'0'0'4338,"0"0"-2380,0 0-1121,-16 21-118,-106 155 139,109-155-791,-12 17-38,2 1 1,1 1 0,2 0 0,2 2 0,-6 25-30,20-38-525,7-30 33,55-54-360,-53 47 897,1 1 0,1-1 0,-1 2 0,1-1 0,1 0 0,-1 1 0,1 1 1,0-1-1,0 1 0,1 1 0,-1-1 0,1 2 0,0-1 0,1 1 1,-1 0-1,5 0-45,237 25 988,-105-46-2686,-83-4-1386</inkml:trace>
  <inkml:trace contextRef="#ctx0" brushRef="#br0" timeOffset="12953.125">16662 4052 25742,'0'0'1413,"0"0"-330,0 0-225,0 0-184,27-9-231,134-41 68,147-15 44,103-17-53,44-15-163,122-30-16,6 26 1,275-1-324,-528 87-3,-1 15-1,303 40 4,-281 3-112,-88-8-493,-59-14-767</inkml:trace>
  <inkml:trace contextRef="#ctx0" brushRef="#br0" timeOffset="40003.48">31865 2707 28262,'0'0'2657,"0"0"-2377,0 0-144,0 0-48,0 0-88,0 0-464,0 0-8874</inkml:trace>
  <inkml:trace contextRef="#ctx0" brushRef="#br0" timeOffset="37953.944">29358 1492 30487,'-21'14'561,"-268"182"-24,200-134-403,2 4 0,3 4-1,3 3 1,-67 80-134,103-89-327,46-63 285,0 0-1,1 0 0,-1 0 0,0 0 0,1 0 0,-1 0 0,1 0 0,0-1 0,-1 1 0,1 0 0,0-1 1,-1 0-1,1 1 0,0-1 0,-1 0 0,1 0 0,0 0 0,0 0 0,-1 0 0,1 0 0,0 0 0,-1-1 1,1 1-1,0-1 0,-1 1 0,1-1 0,0 0 0,0 0 43,-2 1-3,138-24-604,-134 24 616,-1 1-1,1-1 0,-1 1 1,0-1-1,1 1 0,-1 0 1,0 0-1,0 0 0,0 1 1,1-1-1,-1 1 0,0 0 1,-1-1-1,1 1 0,0 1 1,-1-1-1,1 0 0,-1 1 0,1-1 1,-1 1-1,0 0 0,0 0 1,-1-1-1,1 1 0,0 0 1,-1 1-1,0-1 0,0 0 1,0 0-1,0 1 0,0 0-8,11 122 330,-12-105-307,-4 84 79,-4-1 0,-5 0 1,-15 54-103,14-79 8,2 76-650,12-154 521,1 0-1,-1 1 1,1-1-1,-1 0 0,1 0 1,0 0-1,0 0 0,0 0 1,-1 0-1,1 0 0,0 0 1,0-1-1,0 1 0,0 0 1,1 0-1,-1-1 1,0 1-1,0-1 0,0 1 1,1-1-1,-1 0 0,0 1 1,0-1-1,1 0 0,-1 0 1,0 0-1,0 0 0,1 0 1,-1 0-1,0 0 1,1 0-1,-1 0 0,0-1 1,0 1-1,1 0 0,-1-1 1,0 1-1,0-1 0,0 0 1,0 1-1,0-1 0,0 0 1,0 0-1,0 1 1,0-1-1,0 0 0,0 0 1,0 0-1,0 0 0,-1 0 1,1 0-1,0-1 0,-1 1 1,1 0-1,-1 0 0,1 0 1,-1-1-1,0 1 1,1 0-1,-1 0 0,0-1 122,29-49-12264,0-11 7771</inkml:trace>
  <inkml:trace contextRef="#ctx0" brushRef="#br0" timeOffset="38221.655">29268 1780 11939,'0'0'14395,"0"0"-12779,0 0-1248,125-85-264,-77 81-104,4 4 40,3 0-32,0 0-8,-2 0-368,-1-12-888,-10-4-5370,-16-1-3192</inkml:trace>
  <inkml:trace contextRef="#ctx0" brushRef="#br0" timeOffset="38770.034">29693 1618 11034,'-8'18'14549,"-45"107"-11623,5 3 1,-13 66-2927,-4 61 759,-24 215-759,78-349-380,29-159-270,177-624-8866,-112 520 4566,1 87 8230,-82 54-3110,1 0 0,0 1 1,-1 0-1,1-1 0,-1 1 0,1 0 0,0 0 1,-1 0-1,1 1 0,-1-1 0,1 1 0,0-1 1,-1 1-1,1 0 0,-1 0 0,0 0 0,1 0 1,-1 0-1,0 1 0,1-1 0,-1 1 0,0-1 1,0 1-1,0 0 0,-1 0 0,1 0 0,0 0 1,-1 0-1,1 0 0,-1 0 0,0 1 0,0-1 1,0 1-1,0-1 0,0 0 0,0 1 0,0 0 1,-1-1-1,1 3-170,10 108 1539,-11-109-1456,-3 28 7,-2 1 0,0-1 0,-3-1-1,0 1 1,-2-1 0,-1-1 0,-2 0-1,-1-1 1,-1 0 0,-1-1 0,-2 0 0,0-2-1,-10 10-89,25-32-1,-3 4-2,0 1 1,0-1-1,0-1 0,-1 1 0,0-1 0,0 0 1,-1-1-1,0 1 0,0-2 0,-1 1 0,-6 3 3,14-9-11,0 0 0,0-1 0,0 1 0,1 0 0,-1 0 0,0 0 0,0 0-1,0-1 1,0 1 0,1 0 0,-1-1 0,0 1 0,0-1 0,1 1 0,-1-1 0,0 1-1,1-1 1,-1 1 0,0-1 0,1 0 0,-1 1 0,1-1 0,-1 0 0,1 0 0,-1 1 0,1-1-1,0 0 1,-1 0 0,1 0 0,0 1 0,0-1 0,-1 0 0,1 0 0,0 0 0,0 0-1,0 0 1,0 1 0,0-1 0,0 0 0,1 0 0,-1 0 0,0 0 0,0 0 0,0 1 0,1-1-1,-1 0 1,1 0 0,-1 0 0,0 1 0,1-1 0,-1 0 0,1 0 11,0 0-11,4-15-63,0 1-1,2 0 0,0 1 1,1-1-1,0 2 1,1-1-1,1 1 1,0 0-1,0 1 0,1 0 1,1 1-1,0 0 1,9-6 74,-15 12 5,-1 0 0,1 1 0,0 0 0,0 0 0,0 0 0,1 0 1,-1 1-1,1 0 0,0 1 0,0-1 0,0 1 0,0 1 0,0-1 1,1 1-1,-1 0 0,0 1 0,1 0 0,-1 0 0,0 1 0,1-1 1,-1 2-6,-5 1 31,1 1 1,-1-1 0,0 1-1,0 0 1,0 0 0,0 0-1,-1 0 1,1 0 0,-1 0-1,0 0 1,-1 1 0,1-1-1,-1 0 1,0 0 0,0 1-1,0-1 1,0 0 0,-1 1-1,1-1 1,-1 0 0,-2 4-32,3-8 0,-7 32 217,-1 0-1,-2-1 0,-2 0 1,0 0-1,-2-2 1,-7 12-217,-25 56 296,12 14 435,34-110-722,1 0 1,-1 0-1,1 1 0,-1-1 1,1 0-1,0 0 1,-1 0-1,1 0 0,0 0 1,0 0-1,-1 0 1,1 0-1,0 0 0,0 0 1,0 0-1,0-1 0,0 1 1,1 0-1,-1-1 1,0 1-1,0 0 0,0-1 1,1 0-1,-1 1 0,0-1 1,0 0-1,1 0 1,-1 1-1,0-1 0,0 0 1,1 0-1,-1 0 0,0-1 1,1 1-1,-1 0 1,0 0-1,0-1 0,1 1 1,-1-1-1,0 1 1,0-1-1,0 1 0,0-1 1,1 0-10,-1 0 2,17-4 9,0-1 0,0 0 0,-1-2 0,0 0 1,-1-1-1,0-1 0,0 0 0,6-7-11,14-7-21,207-165-1751,-98 42-6093,-63 52-5687</inkml:trace>
  <inkml:trace contextRef="#ctx0" brushRef="#br0" timeOffset="39154.205">30616 1685 23845,'0'0'4445,"-17"17"-3295,-113 116-510,-14 41-738,132-140-1853,33-33-5190,-2-1 2850,19 1 855,4 32 6363,-24 41 6972,-15 47-7910,-3-74-1045,-5 14-572,-1-1 0,-4 1 0,-2-1 0,-2-1 0,-8 12-372,-7 37 115,25-99-265,8-30-365,43-125-5622,-14 55-2333,-4 0 2407</inkml:trace>
  <inkml:trace contextRef="#ctx0" brushRef="#br0" timeOffset="39736.57">31080 1590 24573,'0'0'3566,"0"0"-2431,-7 21-533,-56 120 585,30-99-875,-34 66 12,68-107-324,1 0-1,-1 1 1,0-1 0,0 0 0,1 0 0,-1 0 0,1 0-1,-1 0 1,1 0 0,0 0 0,-1 0 0,1-1 0,0 1-1,-1-1 1,1 1 0,0-1 0,0 0 0,-1 1 0,1-1-1,0 0 1,0 0 0,0 0 0,-1-1 0,1 1 0,0 0-1,0-1 1,0 1 0,-1-1 0,2 0 0,6 1 1,133 22-470,-138-21 423,1 1 0,-1 0 1,0 0-1,0 1 1,1-1-1,-2 1 0,1 0 1,0 0-1,0 0 1,-1 1-1,0-1 1,0 1-1,0 0 0,0 0 1,0 0-1,-1 0 1,0 0-1,0 0 0,0 1 1,0-1-1,-1 1 1,0-1-1,1 1 0,-2 0 1,1 0-1,-1-1 1,1 1-1,-1 2 46,-3 8 45,-1 1 0,0-1-1,-1 0 1,-1 0 0,0-1 0,-1 1 0,-1-1-1,0-1 1,-1 1 0,0-1 0,-1-1-1,0 0 1,-1 0 0,0-1 0,-1-1 0,-12 9-45,-25 29 414,50-47-407,0 0 0,0 0-1,0 0 1,0 0 0,1 0 0,-1 0 0,0-1-1,0 1 1,0 0 0,1-1 0,-1 1 0,0-1 0,1 0-1,-1 1 1,1-1 0,-1 0 0,0 0 0,1 0-1,-1 0 1,1 0 0,-1 0 0,0 0 0,1 0-1,-1 0 1,1-1 0,-1 1 0,0-1 0,1 1 0,-1-1-1,0 1 1,0-1 0,1 0 0,-1 0 0,0 0-1,0 0 1,0 1 0,1-2-7,100-29-5,-101 32 2,0 0 1,1 0 0,-1 0-1,0 0 1,0 1 0,0-1 0,0 0-1,0 1 1,0-1 0,-1 1-1,1-1 1,0 1 0,-1-1-1,1 1 1,-1 0 0,1-1 0,-1 1-1,0 0 1,0-1 0,0 1-1,0 0 1,0-1 0,0 1-1,0 0 1,-1-1 0,1 1 0,0-1-1,-1 1 1,1 0 0,-2 0 2,2 6-3,-4 12 2,-1 1 0,-1-1 0,-1 0 0,-1-1 0,0 0 0,-1 0 0,-1-1 0,-4 5 1,-11 23 1,-4 8 11,15-32 57,2 0 1,1 1-1,0 1 0,2 0 1,0 0-1,-2 17-69,11-40 9,0 0 0,0 0 1,0 0-1,0 0 0,0 0 0,1 0 0,-1 0 0,0-1 1,0 1-1,1 0 0,-1 0 0,1 0 0,-1 0 0,1-1 1,-1 1-1,1 0 0,-1 0 0,1-1 0,0 1 0,-1-1 1,1 1-1,0 0 0,-1-1 0,1 1 0,0-1 0,0 1 1,0-1-1,-1 0 0,1 1 0,0-1 0,0 0 0,0 0 1,0 0-1,0 1 0,0-1 0,0 0 0,0 0 0,-1 0 0,1 0 1,0-1-1,0 1 0,0 0 0,0 0 0,0 0 0,0-1 1,0 1-1,-1-1 0,1 1 0,0 0 0,0-1 0,0 1 1,-1-1-1,1 0 0,0 1 0,-1-1 0,1 0 0,0 1 1,-1-1-1,1 0-9,56-30-26,49-57-1179,-65 48-2945,-30 29 2330,34-35-18091</inkml:trace>
  <inkml:trace contextRef="#ctx0" brushRef="#br0" timeOffset="35821.54">26657 1910 1904,'0'0'27830,"0"0"-27182,129-6-455,-43-8-153,13-5 40,6-5 120,0-4-48,-4 3-128,-5 1-24,5-19-689,-26 7-1911,-21-1-15780</inkml:trace>
  <inkml:trace contextRef="#ctx0" brushRef="#br0" timeOffset="36097.135">27562 1060 29030,'0'0'1104,"-43"154"-463,12-22-185,-2 22 56,2 4-32,1-5-160,3-11-152,5-23-128,7-30-24,6-32-16,5-18-136,2-1-208,0-13-312,-1-5-873,-3-20-2079</inkml:trace>
  <inkml:trace contextRef="#ctx0" brushRef="#br0" timeOffset="36264.666">26993 1322 2697,'0'0'26949,"0"0"-26373,0 0-424,0 0-120,37 119-32,22-88-392,-4-9-1200,2-18-4625</inkml:trace>
  <inkml:trace contextRef="#ctx0" brushRef="#br0" timeOffset="36993.689">27694 1431 15707,'0'0'10187,"0"0"-7428,-14 20-1895,-107 134 370,-447 444-850,561-590-426,2-2-24,-1-1 0,1 1 0,0 0 0,1 1 0,-1-1 0,1 1 0,1 0 0,-1 0 0,1 0 0,0 0 0,1 1 0,-1 4 66,3-10-30,1 0 0,1-1 0,-1 1 1,0 0-1,0-1 0,1 1 0,-1 0 0,1-1 0,-1 0 0,1 1 0,-1-1 1,1 0-1,0 0 0,0 0 0,0 0 0,-1 0 0,1 0 0,0-1 0,0 1 0,0-1 1,0 1-1,1-1 0,-1 0 0,0 0 0,0 0 0,0 0 0,0 0 0,1 0 30,5 1-47,166 22 159,-172-23-84,1 0-1,-1 1 1,0-1-1,0 1 1,1 0-1,-1 0 1,0 0 0,0 0-1,0 0 1,0 0-1,0 0 1,0 1-1,-1-1 1,1 1 0,0-1-1,-1 1 1,1 0-1,-1 0 1,0-1-1,1 1 1,-1 0 0,0 0-1,0 0 1,0 1-1,0-1 1,-1 0-1,1 0 1,-1 0 0,1 1-1,-1-1 1,0 0-1,1 0 1,-1 1-1,-1-1 1,1 0 0,0 1-1,0-1 1,-1 0-1,1 0 1,-1 1-1,0-1-27,-45 91 460,42-87-442,-19 30 67,1 0 1,2 1-1,2 1 0,1 1 0,2 1 0,2 0 0,1 1 0,3 0 0,1 1 0,1-1 1,1 33-86,5-70 0,1 1 0,-1-1 0,1 0 1,0 0-1,0 0 0,1 1 0,-1-1 1,1 0-1,0 0 0,0 0 1,0 0-1,1 0 0,-1 0 0,1 0 1,0-1-1,0 1 0,0 0 1,1-1-1,-1 0 0,1 1 0,0-1 1,0 0-1,0 0 0,0-1 1,0 1-1,1-1 0,-1 1 0,1-1 1,0 0-1,-1-1 0,1 1 1,0 0-1,0-1 0,0 0 0,0 0 1,1 0-1,-1-1 0,1 1 0,6-1-39,1 0 1,-1-1-1,0-1 0,0 1 1,0-1-1,-1-1 0,1 0 1,-1-1-1,1 0 0,-1-1 1,0 0-1,0 0 0,-1-1 1,0 0-1,0-1 0,0 0 0,-1 0 1,4-4 38,8-9-186,-2-1 0,0-1 0,-1 0 0,-1-1 0,-1-1 0,10-21 186,20-91-1056,-75 229 1294,-4-1 1,-3-2 0,-29 45-239,63-125 27,-1 0 1,-1 1 0,0-2-1,0 1 1,-1 0 0,0-1-1,-1 0 1,1-1 0,-2 1-1,1-1 1,-1-1 0,-1 0-1,1 0 1,-1 0 0,0-1-1,-1 0 1,0-1 0,0 0 0,0-1-1,0 0 1,0 0 0,-1-1-1,0-1 1,0 1 0,0-2-1,0 0 1,0 0 0,-1-1-28,2-5 19,0 0 1,0-1 0,0-1 0,1 0 0,0 0 0,0-1 0,1 0 0,0 0 0,1-1-1,-1 0 1,1 0 0,1-1 0,0 0 0,1 0 0,0 0 0,0-1 0,1 0 0,0 0 0,1 0-1,0 0 1,1 0 0,0-1 0,1 1 0,0-7-20,-1-10-29,1 0 0,1-1 0,1 1 0,2 0-1,1 1 1,1-1 0,1 1 0,2 0 0,0 0 0,2 1 0,1 0 0,1 0 0,1 2 0,1-1-1,2 2 1,0 0 0,1 0 29,275-308-4137,-232 267 1545,45-46-4782,-11 13 1894</inkml:trace>
  <inkml:trace contextRef="#ctx0" brushRef="#br0" timeOffset="37404.21">27994 1888 28766,'0'0'846,"-22"22"-309,-138 140 191,154-156-717,1-1 0,0 1-1,0-1 1,0 1 0,1 1-1,0-1 1,0 1 0,1-1-1,-1 1 1,1 0 0,1 0-1,-1 1 1,2-1 0,-1 1-1,1-1 1,-1 5-11,5-6-28,0-1 0,0 1 0,1-1 0,0 0 0,0 0 0,0 0 0,0-1 0,1 1 0,0-1 0,0 0 0,0 0 0,0-1 0,1 0 0,-1 0 0,1 0 0,0 0 0,0-1 0,0 0 0,0 0 0,0-1 0,0 0 0,0 0 0,1 0 28,21 9-48,-25-9 42,174 87 209,-171-84-188,-1 1 0,1 0 1,-1 0-1,0 0 0,0 1 1,-1-1-1,0 1 0,0 0 1,0 0-1,-1 1 1,1-1-1,-2 1 0,1-1 1,-1 1-1,0 0 0,0 0 1,-1 0-1,0 1 0,0-1 1,0 0-1,-1 0 1,0 0-1,-1 1 0,0-1 1,0 0-1,-1 3-15,-7 14 7,-1 0 0,-2-2 0,0 1 0,-1-1 0,-1-1-1,-1 0 1,-1-1 0,-1-1 0,0 0 0,-1-2 0,-6 4-7,-11 11 0,-1-1 0,-1-2 0,-2-2 0,0-1 0,-2-2 0,-1-2 0,-1-2 0,0-1 0,-2-3 0,-24 5 0,-58-3-105,125-18 81,-1 0 1,1 0 0,0 0 0,0 0-1,0 0 1,-1 0 0,1 0 0,0-1-1,0 0 1,0 1 0,0-1-1,0 0 1,0 0 0,0 0 0,0 0-1,0 0 1,0 0 0,0-1 0,0 1-1,1-1 1,-1 1 0,1-1 0,-1 1-1,1-1 1,0 0 0,-1 0 0,1 0-1,0 0 1,0 0 0,1 0 0,-1 0-1,0 0 1,0 0 0,1 0 0,0 0-1,-1-1 1,1 1 0,0 0 0,0 0-1,0 0 1,0-1 0,1 1-1,-1 0 1,0 0 0,1 0 0,0-1-1,-1 1 1,1 0 0,0 0 0,0 0 23,5-15-188,1 1 0,0 0 1,2 0-1,0 0 0,0 1 1,1 0-1,1 1 0,1 0 1,0 1-1,0 0 0,1 1 1,1 1-1,0 0 0,8-4 188,-17 10 124,1 1 0,0 0-1,0 0 1,0 0-1,0 0 1,0 1-1,1 1 1,0-1-1,-1 1 1,1 0-1,0 0 1,0 1-1,0 0 1,1 0-1,-1 1 1,0-1-1,0 2 1,0-1-1,0 1 1,0 0 0,0 1-1,0-1 1,0 1-1,0 1 1,-1-1-1,1 1 1,-1 0-1,1 1 1,-1 0-1,0 0 1,-1 0-1,5 4-123,128 131-68,-94-102-959</inkml:trace>
  <inkml:trace contextRef="#ctx0" brushRef="#br0" timeOffset="35140.313">23935 2251 30142,'0'0'1113,"0"0"-977,0 0-40,0 0 32,134-53 176,-16 47-128,57 2-112,31-2-56,7-4 24,-18-3-24,-39-1 8,-38 0-16,-30 6 0,-9-14-320,-27 5-712,-10-9-3585</inkml:trace>
  <inkml:trace contextRef="#ctx0" brushRef="#br0" timeOffset="35437.716">25257 1934 29838,'0'0'633,"0"0"-489,116 14-104,-66-7 96,3-1 120,-3 2-96,1 2-104,-8 4-40,-12 4 0,-16 7-8,-15 7-8,-13 9 16,-35 9-16,-20 3 0,-13 6-72,-37 10-408,19-14-1305,13-17-12074</inkml:trace>
  <inkml:trace contextRef="#ctx0" brushRef="#br1" timeOffset="50659.459">26103 3995 3353,'0'0'21008,"0"0"-16405,0 0-4355,0 0-44,0 0 144,20-13 70,-5 4-341,4-3-6,0 0-1,1 2 0,0 0 1,0 1-1,1 2 1,0 0-1,6-1-70,914-170 784,-513 133-672,1 19 0,327 24-112,692 66 103,-1354-63-97,-27 2-7,-1-3 0,1-3 0,-1-3 0,0-3 0,0-3 0,1-3 1,-68 15-16,1-1-1,-1 1 1,1 0 0,-1-1 0,1 1-1,-1-1 1,1 1 0,0-1 0,-1 1-1,1-1 1,0 1 0,-1-1 0,1 0-1,0 1 1,0-1 0,-1 1 0,1-1-1,0 0 1,0 1 0,0-1 0,0 1-1,0-1 1,0 0 0,0 1 0,0-1 0,0 0-1,0 1 1,0-1 0,0 0 0,0 1-1,0-1 1,1 1 0,-1-1 0,0 0-1,1 1 1,-1-1 0,0 1 0,1-1-1,-1 1 1,0-1 0,1 1 0,-1-1-1,1 1 1,-1 0 0,1-1 0,-1 1-1,1-1 1,0 1 0,-1 0 0,1 0-1,-1-1 1,1 1 0,-1 0 0,1 0 0,0 0-1,-1 0 1,1 0 0,0 0 0,-1-1-1,1 2 1,0-1 0,-1 0 0,1 0-1,0 0 1,-1 0 0,1 0 0,-1 0 16,-32-11-1921</inkml:trace>
  <inkml:trace contextRef="#ctx0" brushRef="#br1" timeOffset="86483.287">26499 661 21837,'0'0'5431,"0"0"-4084,-22-19-1196,-69-57 7,90 75-144,1-1 1,-1 1 0,0 0 0,0 0-1,1 0 1,-1-1 0,0 1 0,0 0 0,0 0-1,0 0 1,0 0 0,-1 0 0,1 1 0,0-1-1,0 0 1,0 0 0,-1 1 0,1-1 0,0 1-1,-1-1 1,1 1 0,-1 0 0,1-1 0,0 1-1,-1 0 1,1 0 0,-1 0 0,1 0-1,-1 0 1,1 1 0,0-1 0,-1 0 0,1 0-1,-1 1 1,1-1 0,0 1 0,0 0 0,-1-1-1,1 1 1,0 0 0,0 0 0,-1-1 0,1 1-1,0 0 1,0 0 0,0 0 0,0 0 0,1 1-1,-1-1 1,0 0 0,0 0 0,1 0 0,-1 1-1,0-1-14,-29 155 806,27-121-693,-149 1859 1237,140-1490-2217,6-326-2526,-4-64-4326</inkml:trace>
  <inkml:trace contextRef="#ctx0" brushRef="#br1" timeOffset="87150.457">26607 423 28470,'34'-10'807,"343"-77"-396,-113 45-135,2 12 0,199 6-276,1466 34 425,-1707-16-474,756-3 33,-760 22 47,-1 9 1,193 45-32,-395-64-1,0 0 0,1 1 0,-2 1 0,1 0 1,0 1-1,-1 1 0,-1 1 0,1 0 0,-1 1 1,3 2 0,-17-10-30,0 0 0,0-1 0,0 1 0,0 0 0,0 0 1,0 0-1,0 0 0,0 0 0,0 0 0,-1 0 1,1 0-1,0 0 0,-1 0 0,1 0 0,-1 1 0,1-1 1,-1 0-1,1 0 0,-1 1 0,0-1 0,0 0 1,0 1-1,0-1 0,0 0 0,0 0 0,0 1 0,0-1 1,0 0-1,0 1 0,-1-1 0,1 0 0,0 0 1,-1 1-1,0-1 0,1 0 0,-1 0 0,1 0 0,-1 0 1,0 0-1,0 0 0,0 0 0,0 0 0,0 0 1,0 0-1,0 0 0,0-1 0,0 1 0,0 0 0,0-1 1,0 1-1,0-1 0,-1 1 0,1-1 30,-71 26-2813,68-25 2578,-145 24-3164,-58 18 9061,203-40-5588,-1 1 0,0 0 1,1 0-1,-1 0 0,1 1 0,1 0 1,-1 0-1,0 0 0,1 0 0,0 0 1,0 1-1,1-1 0,0 1 0,0 0 1,0-1-1,0 1 0,1 0 0,0 0 1,0 0-1,1 0 0,0 1 0,0-1 1,0 0-1,1 0 0,0 0 1,0 0-1,0 0 0,1 0 0,0-1 1,1 3-75,-1 8 70,48 314 710,-20 16-500,-15 2 0,-15 0 0,-15-1 0,-16 0 0,-21 39-280,27-218 0,-7-1 0,-8-1 0,-19 36 0,-25-27-887,53-138-1307</inkml:trace>
  <inkml:trace contextRef="#ctx0" brushRef="#br1" timeOffset="121600.649">3096 12172 30038,'0'0'646,"0"0"-406,32-14-152,442-216 47,-330 154-113,-6 1-164,4 6 0,22-2 142,-114 56-1491,-61 38 64,-7-2 1429,1 0-1,0 2 0,2 0 1,0 1-1,2 1 0,-6 14-1,-25 92 469,5 2 0,6 1-1,3 18-468,20-102 51,-22 205 409,32-254-454,-1 1 0,1-1 0,0 1 1,0-1-1,0 1 0,0-1 0,1 1 1,-1-1-1,0 1 0,1 0 0,-1-1 1,1 0-1,-1 1 0,1-1 0,-1 1 0,1-1 1,0 0-1,0 1 0,0-1 0,0 0 1,0 0-1,0 0 0,0 0 0,0 0 1,1 0-1,-1 0 0,0 0 0,0 0 0,1 0 1,-1-1-1,1 1 0,-1-1 0,1 1 1,-1-1-1,1 1 0,-1-1 0,1 0 1,-1 0-1,1 0 0,-1 0 0,1 0 0,-1 0 1,1 0-1,-1 0 0,1 0 0,-1-1 1,1 1-1,-1-1 0,1 1 0,-1-1 1,1 0-1,0 0-6,94-76 122,-79 59-114,3-2-23,0-1 0,-2 0 0,0-2-1,-2 0 1,0-1 0,-1-1-1,1-6 16,6-66-2589,-21 68-2752</inkml:trace>
  <inkml:trace contextRef="#ctx0" brushRef="#br1" timeOffset="121866.543">3603 12647 17948,'-31'101'9978,"11"1"-8970,7-1-360,13-30-88,2-24 33,25 5-249,14-3-56,12-4-72,8-15-72,5-20-56,6-10 80,3-14-80,1-25-56,-3-11-32,1-7-208,12-42-344,-20 17-953,-14 1-2704</inkml:trace>
  <inkml:trace contextRef="#ctx0" brushRef="#br1" timeOffset="122149.554">4523 12040 29574,'0'0'873,"0"0"-665,0 0-128,0 0-24,173-87 136,-94 36-56,7-9-96,4-1-40,-9 0-208,4-10-545,-21 14-975,-20 10-3113</inkml:trace>
  <inkml:trace contextRef="#ctx0" brushRef="#br1" timeOffset="122402.057">5194 11302 27758,'0'0'816,"0"0"-512,-2 114 344,2-43 168,0 8-239,2 6-233,4 6-144,3 19-112,0-9-56,-2 2-16,-3-1-16,-4-19-96,0-2-376,-31-22-865,-2-22-815,-4-23-4946</inkml:trace>
  <inkml:trace contextRef="#ctx0" brushRef="#br1" timeOffset="122403.057">4506 11345 27806,'0'0'1320,"0"0"-912,0 0-288,54 144-56,-18-92 0,21 5-64,-7-14 0,-4-15-1504</inkml:trace>
  <inkml:trace contextRef="#ctx0" brushRef="#br1" timeOffset="123479.606">5385 11148 27342,'0'0'964,"0"0"-583,0 0-28,0 0 305,4 24-84,-1-7-495,1-4-47,-2 0 0,0 1-1,0-1 1,-1 1 0,-1-1 0,0 1 0,-1-1 0,0 1 0,-2-1-1,1 1 1,-5 10-32,-64 170 48,-8-4 0,-38 54-48,34-71 24,71-147-19,1 2 0,1-1 0,2 1-1,0 0 1,2 1 0,1 0 0,2 0 0,0 0-1,2 1 1,2 19-5,0-44-40,-1 0-1,1 0 1,0 0-1,1-1 0,-1 1 1,1 0-1,0 0 1,0-1-1,1 0 1,-1 1-1,1-1 0,0 0 1,0 0-1,0 0 1,1 0-1,-1-1 1,1 0-1,0 1 0,0-1 1,0-1-1,0 1 1,4 2 40,36 30-344,-39-26 354,0 0 1,-1 0-1,0 1 1,-1-1-1,0 1 1,0 0-1,-1-1 0,-1 1 1,1 0-1,-2 1 1,1-1-1,-1 0 1,-1 0-1,0 0 0,-1 5-10,0 22 49,2-5 16,1 0 0,1 0 0,1 0 0,2 0 0,2-1 0,1 0-1,1 0 1,1-1 0,2 0 0,1-1 0,12 20-65,-22-44 16,1 1-1,-1-1 1,1 0 0,0-1-1,1 1 1,-1-1 0,1 0 0,0 0-1,0 0 1,0-1 0,0 0 0,1 0-1,-1 0 1,1 0 0,0-1 0,0 0-1,0 0 1,0-1 0,0 0-1,0 0 1,0 0 0,1-1 0,-1 0-1,0 0 1,0 0 0,0-1 0,1 0-1,-1 0 1,3-1-16,6-7 9,-1 1 1,-1-2-1,0 0 1,0 0-1,-1-1 1,-1-1-1,0 0 0,0 0 1,-1-1-1,-1-1 1,0 1-1,0-2 1,4-11-10,36-66-95,-3-2 0,-5-2 0,-4-1 0,-4-2 0,-1-18 95,-12-15-91,-41 187 11,-53 178 65,-73 186 9,137-396 7,-2 0 0,0-1 0,-1 0 0,-1-1-1,-1 0 1,-1-1 0,-1-1 0,0 0 0,-2-1 0,0-2 0,-1 1 0,0-2 0,-1-1 0,-1-1 0,-1 0 0,-6 1-1,25-11 3,-1 0 0,0 0 1,0 0-1,0 0 1,0-1-1,0 0 1,-1 0-1,1-1 1,-1 1-1,1-1 0,-1-1 1,1 1-1,-1-1 1,0 1-1,1-2 1,-1 1-1,0-1 1,1 0-1,-1 0 0,1 0 1,-1-1-1,1 1 1,0-2-1,-1 1 1,1 0-1,0-1 1,1 0-1,-1 0 0,0-1 1,1 1-1,0-1 1,0 0-1,0 0 1,0 0-1,1-1 1,-1 1-1,1-1 1,0 0-1,0 0 0,1 0 1,-2-4-4,3-15 2,1 1 1,1 0-1,1-1 0,1 1 1,0 0-1,2 0 1,1 1-1,1-1 0,1 1 1,1 1-1,1 0 1,0 0-1,2 1 0,7-10-2,-10 14 0,104-196-7,216-443-278,-279 539 24,99-201-761,-146 310 1044,1 0 0,-1 1 0,1-1 0,0 1 0,1 0 0,-1 0-1,1 0 1,0 1 0,1 0 0,-1 0 0,1 0 0,0 1 0,0-1 0,1 2 0,-1-1-1,1 1 1,6-3-22,-10 7 29,-1 0 0,0 0 1,0 0-1,0 1 0,1-1 0,-1 1 0,0-1 0,-1 1 0,1 0 0,0 0 0,0 0 0,-1 0 0,1 0 1,-1 0-1,0 0 0,0 0 0,1 0 0,-1 1 0,-1-1 0,1 0 0,0 1 0,-1-1 0,1 1 1,-1-1-1,1 1 0,-1-1 0,0 1 0,0-1 0,-1 1 0,1-1 0,0 1 0,-1-1 0,0 2-29,2 3 46,2 90 266,-6-76-291,2 0 0,1 0 1,0 0-1,2-1 0,0 1 1,2 0-1,0-1 0,1 1 1,1-1-1,1-1 1,0 1-1,2-1 0,0-1 1,1 1-1,1-1 0,1-1 1,7 8-22,6-3 5,1-2 0,0 0 1,2-2-1,0-1 1,28 12-6,103 69 14,-152-92-14,0 1 0,-1 0 0,0 0 0,0 0 1,-1 0-1,0 1 0,0 0 0,-1 0 0,0 1 0,0-1 0,-1 1 0,0 0 0,-1-1 0,0 1 1,0 1-1,-1-1 0,0 0 0,0 0 0,-1 0 0,-1 1 0,1-1 0,-1 0 0,-1 1 0,-2 12 1,-1 0 0,-1 0 0,-1 0 1,-1 0-1,-1-1 0,0-1 0,-2 0 0,-10 16-1,0-4-1,0-1 0,-2-1 1,-1-1-1,-1-1 1,-1-1-1,-2-2 0,-1 0 1,0-2-1,-2-1 1,-1-2-1,0-1 0,-2-1 1,-21 7 0,49-22-27,0 0-1,0 0 1,-1-1 0,1 0 0,-1 0 0,0 0 0,1-1 0,-1 0 0,0 0 0,0-1 0,0 0-1,0 0 1,0-1 0,1 0 0,-1 0 0,0 0 0,0-1 0,1 0 0,-1 0 0,1-1-1,0 0 1,-1 0 0,1 0 0,1-1 0,-1 0 0,0 0 0,1-1 0,0 1 0,0-1 0,0 0-1,1 0 1,0-1 0,0 1 0,-3-6 27,-59-158-2203,45 93-1098</inkml:trace>
  <inkml:trace contextRef="#ctx0" brushRef="#br1" timeOffset="123764.582">5900 12703 27334,'0'0'2272,"122"57"-1103,-43-14-689,5 4-152,-10-5 48,-8-11-344,4-13-32,-17-12-656,-14-6-5530</inkml:trace>
  <inkml:trace contextRef="#ctx0" brushRef="#br0" timeOffset="41683.467">18744 4435 10042,'0'0'13736,"0"0"-9916,0 0-2995,0 0-66,0 0-92,-15 24-123,-3 1-403,6-7-49,-1 0 1,2 1-1,1 1 1,0-1-1,1 1 1,1 1-1,-1 10-92,-9 54 141,3 2-1,5 0 1,3 0 0,4 0-1,8 74-140,-7-135 14,2 0-1,0 1 0,2-1 1,1 0-1,1 0 1,1 0-1,2 0 0,0-1 1,1 0-1,2 0 1,1-1-1,0 0 0,2-1 1,1-1-1,0 0 1,2-1-1,1 0 0,0-1 1,10 7-14,-14-18 21,1-1 0,0 0 0,0-1 0,1 0 0,0-1 1,0-1-1,0-1 0,1 0 0,0-1 0,0 0 0,-1-1 0,1-1 0,0-1 0,1 0 1,-1-1-1,-1-1 0,7-1-21,18-5-8,1-1 1,-1-1 0,-1-3-1,0-1 1,-1-2 0,4-3 7,67-59-1186,-72 33-2844,-11 2-8669</inkml:trace>
  <inkml:trace contextRef="#ctx0" brushRef="#br0" timeOffset="41936.993">19428 5262 16684,'0'0'10531,"0"0"-7961,0 0-2009,0 0-106,28 10-36,174 49 128,-187-57-509,-1-1-21,-1 1 1,1 0-1,-1 1 1,0 0-1,0 1 1,0 1 0,0 0-1,-1 1 1,0 0-1,0 1-17,-8-3-1,-2 1 0,1-1 0,0 1 0,-1-1 1,0 1-1,0 0 0,0 0 0,-1 0 0,1 0 0,-1 0 0,-1 1 0,1-1 0,-1 0 0,0 0 0,0 0 0,0 1 0,-1-1 0,1 0 1,-1 0-1,-1 0 0,1 0 0,-1 0 0,0 0 0,0 0 0,0 0 0,0-1 0,-1 1 0,0-1 0,0 1 0,0-1 0,-1 0 0,0-1 0,0 1 1,-171 224-1406,94-139-5659,48-56-8667</inkml:trace>
  <inkml:trace contextRef="#ctx0" brushRef="#br1" timeOffset="67280.462">27043 9473 1192,'0'0'22982,"0"0"-19103,0 0-2300,0 0-738,0 0-195,-3-18-144,-10-61-124,13 75-367,-1 0 0,1 0 1,-1 0-1,0 0 0,0 0 0,0 0 0,-1 1 1,1-1-1,-1 0 0,0 1 0,0-1 1,0 1-1,-1-1 0,1 1 0,-1 0 0,0 0 1,1 1-1,-1-1 0,-1 0 0,1 1 1,0 0-1,-1-1 0,1 1 0,-1 1 0,1-1 1,-1 0-1,0 1 0,0 0 0,0 0 1,0 0-1,0 1 0,0-1 0,0 1 0,0 0 1,0 0-1,0 0 0,0 0 0,0 1 1,-3 0-12,-6 2-2,0 1 1,1 0-1,-1 1 1,1 0 0,-1 1-1,1 1 1,1 0 0,0 0-1,0 1 1,-3 3 1,-12 13 12,1 2 0,2 1 1,0 0-1,2 2 0,1 1 0,2 0 0,1 1 0,1 1 1,1 1-1,2 0 0,2 1 0,1 0 0,1 0 1,-2 27-13,9-50 6,0-1 1,1 0 0,0 1-1,1 0 1,1-1 0,-1 1-1,2-1 1,-1 1 0,1-1-1,1 0 1,0 0 0,0 0-1,1 0 1,1 0 0,-1-1-1,1 0 1,1 0 0,0 0-1,0 0 1,1-1 0,0 0-1,0-1 1,1 0 0,0 0-1,0 0 1,1-1-7,8 2 0,1-1 0,-1-1 0,1 0 0,0-2 0,1 0 0,-1-1 0,1-1 0,-1-1 0,1 0 0,0-1 0,-1-1 0,1-1 0,-1-1 0,1 0 0,-1-2 0,0 0 0,0-1 0,-1 0 0,0-2 0,0 0 0,0-1 0,-1 0 0,0-2 0,-1 0 0,-1 0 0,1-1 0,1-4 0,-2 4 0,-1 0 1,0-2-1,-1 1 0,-1-2 1,0 1-1,0-2 0,-2 1 1,0-1-1,-1-1 0,5-12 0,-10 22-1,-1-1-1,1 0 0,-2 0 1,1 1-1,-1-1 0,0 0 1,0 0-1,-1-1 0,0 1 1,-1 0-1,0 0 0,0 0 1,0 1-1,-1-1 0,0 0 0,-1 0 1,0 1-1,0-1 0,-1 1 1,1 0-1,-2 0 0,1 1 1,-1-1-1,0 1 0,-4-5 2,-98-75-3151,56 55-5718</inkml:trace>
  <inkml:trace contextRef="#ctx0" brushRef="#br1" timeOffset="66605.602">25257 9282 24405,'0'0'5209,"0"0"-4376,0 0-617,0 0 80,0 0-16,0 0-128,0 0-152,0 12-392,-3-2-769,-14 5-335,-29 11-4641,4-2-1625,-2-1 3801</inkml:trace>
  <inkml:trace contextRef="#ctx0" brushRef="#br1" timeOffset="66782.781">24998 9558 10802,'0'0'16724,"0"0"-15284,0 0-640,0 0-176,0 0-15,0 0-265,79 105-232,-24-99-112,-9-4-336,-7-2-1865</inkml:trace>
  <inkml:trace contextRef="#ctx0" brushRef="#br1" timeOffset="64164.67">21173 9369 11338,'0'0'5616,"19"-12"1195,283-152-1287,-104 83-4408,3 8 0,31 2-1116,33 27-1045,-258 44 101,36-7 331,-30 1-3478,-6-4-4888,-5 0-4437</inkml:trace>
  <inkml:trace contextRef="#ctx0" brushRef="#br1" timeOffset="64430.487">22354 8909 9442,'0'0'5256,"0"0"4934,-20 14-7168,-127 94-1884,113-67-915,0 1 0,3 1 1,2 2-1,2 1 1,1 1-1,3 1 1,-10 32-224,-73 197 274,13 4 1,-42 222-275,125-464-2,-28 97-16,77-217-1051,67-157-1543,-37 69-6411,-14 28-7646</inkml:trace>
  <inkml:trace contextRef="#ctx0" brushRef="#br1" timeOffset="65045.825">22370 9171 10322,'0'0'13710,"0"0"-10359,0 0-2733,-8 24-133,-52 147 350,51-147-950,1 1 0,1 0 0,1 0 0,2 1 1,0 0-1,2-1 0,0 23 115,0-20 193,-2-1 1,-1 0 0,-2 0 0,0 0-1,-2-1 1,-8 18-194,-9 30 269,-20 121 36,85-211-29,88-117-243,-95 95-47,2 1-1,2 2 1,1 2-1,19-13 15,-55 45 1,0-1-1,0 1 1,0 0 0,0 0 0,0-1-1,0 1 1,0 0 0,1 0-1,-1 0 1,0 0 0,1 1 0,-1-1-1,0 0 1,1 0 0,-1 1 0,1-1-1,-1 1 1,1-1 0,-1 1-1,1 0 1,-1 0 0,1 0 0,0 0-1,-1 0 1,1 0 0,-1 0 0,1 0-1,0 0 1,-1 1 0,1-1 0,-1 1-1,1-1 1,-1 1 0,0-1-1,1 1 1,-1 0 0,1 0 0,-1 0-1,0 0 1,0 0 0,0 0 0,1 0-1,-1 0 1,0 0 0,0 1 0,0-1-1,-1 0 1,1 1 0,0-1-1,0 1 1,-1-1-1,7 179 158,5 135-138,-17-298-24,0 0 0,-1 0 0,-1-1 0,-1 1 0,0-2 0,-1 1 0,-1-1 1,0 0-1,-1-1 0,-1-1 0,0 1 0,0-2 0,-2 0 0,1 0 0,-2-2 1,1 1-1,-2-2 0,1 0 0,-1-1 0,0 0 0,-1-1 0,-8 1 4,-116 19 120,138-28-112,0 0 0,0 0-1,1-1 1,-1 1 0,1-1-1,-1 0 1,1 0 0,-1 0-1,1 0 1,0 0 0,0-1-1,0 1 1,0-1 0,1 1-1,-1-1 1,0 1 0,1-1-1,0 0 1,0 0 0,0 0-1,0 0 1,0 0 0,1 0-1,-1 0 1,1 0 0,0 0-1,0 0 1,0 0 0,0 0-1,0 0 1,1 0 0,-1 0-1,1 0 1,0 0 0,0 0-1,0 0 1,0 0 0,1 0-1,-1 1 1,1-1 0,-1 0-1,1 1 1,0-1 0,2-1-8,11-23-51,2 0 1,0 2-1,2-1 1,0 2 0,2 1-1,5-4 51,1-2-132,228-271-4353,-187 206-3114</inkml:trace>
  <inkml:trace contextRef="#ctx0" brushRef="#br1" timeOffset="65301.71">22988 9294 19220,'0'0'8762,"0"0"-8098,0 0-496,0 0-120,147 8 0,-99-8 0,2 0-48,-1 0-424,-6 0-680,-7-8-2529,-12-10-3656,-11 2-2570,-11 4 9347</inkml:trace>
  <inkml:trace contextRef="#ctx0" brushRef="#br1" timeOffset="65489.144">23301 9339 10802,'0'0'13627,"0"0"-10474,-122 132-2753,69-67-40,5 4 136,6 2 0,7-1-280,9-5-152,10-8-64,8-12-304,8-15-224,0-18-248,0-12-928,24-28-5562,-5-11-8945,1-5 16171</inkml:trace>
  <inkml:trace contextRef="#ctx0" brushRef="#br1" timeOffset="65747.12">23332 9635 10882,'0'0'4593,"0"0"4876,0 0-6478,-1 21-2295,-6 70-206,-44 52 487,51-144-975,0 0-1,-1 1 0,1-1 1,0 1-1,-1-1 0,1 0 1,-1 1-1,1-1 0,-1 1 1,1-1-1,-1 1 0,1 0 1,-1-1-1,0 1 0,1 0 1,-1-1-1,1 1 0,-1 0 1,0 0-1,1-1 0,-1 1 1,0 0-1,1 0 0,-1 0 1,0 0-1,0 0 0,1 0 1,-1 0-1,0 0 0,1 0 1,-1 0-1,0 0 0,1 1 1,-1-1-1,0 0 0,1 0 0,-1 1 1,1-1-1,-1 0 0,0 1 1,1-1-1,-1 1 0,1-1 1,-1 1-1,1-1 0,-1 1 1,1-1-1,0 1 0,-1-1 1,1 1-1,0 0 0,-1-1 1,1 1-1,0-1 0,-1 1 1,1 0-1,0-1 0,0 1 1,0 0-1,0-1 0,0 1 1,0 0-2,-7-57-52,7 48-8,1 1 0,1-1 1,-1 1-1,1-1 0,1 1 0,-1 0 0,1 0 0,1 0 1,-1 1-1,1-1 0,0 1 0,1 0 0,-1 0 0,1 0 1,0 0-1,1 1 0,-1 0 0,1 0 0,0 0 1,0 1-1,1 0 0,0 0 0,-1 1 0,6-2 60,7-4-76,1 1 0,0 0 0,0 2-1,1 0 1,0 1 0,0 1 0,0 1-1,6 1 77,-18 1 0,-4 0 2,-1-1 1,1 1 0,0 0-1,0 0 1,0 0 0,-1 0 0,1 1-1,0 0 1,0 0 0,0 0 0,0 1-1,0-1 1,0 1 0,0 1-1,-1-1 1,1 0 0,0 1 0,-1 0-1,1 0 1,-1 1 0,0-1-1,0 1 1,0 0 0,0 0 0,0 0-1,-1 1 1,1-1 0,-1 1 0,0 0-1,0 0 1,0 0 0,-1 0-1,1 0 1,-1 1 0,0-1 0,0 1-1,-1-1 1,1 2-3,-2 2-36,0 1 1,-1-1-1,0 0 1,-1 1-1,0-1 1,0 0-1,-1 0 1,0 0-1,0 0 1,0 0-1,-1-1 0,-1 0 1,1 1-1,-1-2 1,0 1-1,-1 0 1,1-1-1,-2 0 1,1 0-1,0-1 0,-1 0 1,0 0-1,0-1 1,-1 1-1,1-1 1,-1-1-1,0 0 1,0 0-1,0 0 1,0-1-1,0 0 0,-4 0 36,8-3-790,0 0-1,-1-1 0,1 1 0,1-1 0,-1 1 0,0-1 1,0 0-1,1-1 0,-1 1 0,1 0 0,-1-1 0,1 0 1,0 0-1,0 0 0,0 0 0,1-1 0,-1 1 0,1-1 1,0 1-1,0-1 0,0 0 0,0 0 0,1 0 0,0 0 1,-1 0-1,1-3 791,-2 1-454,-16-43-5579</inkml:trace>
  <inkml:trace contextRef="#ctx0" brushRef="#br1" timeOffset="66423.313">23869 8972 19796,'0'0'6684,"25"-4"-4955,168-24-1033,-179 27-541,107 8 941,-117-6-1083,-1 0 0,1 0 0,-1 1 0,1-1 0,-1 1 0,0 0 0,1 0 0,-1 0 0,0 1-1,-1-1 1,1 1 0,0-1 0,-1 1 0,1 0 0,-1 0 0,0 0 0,0 0 0,0 1 0,0-1-1,-1 1 1,1-1 0,-1 1 0,0-1 0,0 1 0,0 0 0,-1-1 0,1 1 0,-1 0 0,0 3-13,0 7-24,-1-1 0,0 1 0,-1-1 0,0 0 0,-1 0 0,0 0 0,-2 0 0,1 0 0,-1 0 0,-1-1 0,0 0 0,-1-1 0,0 1 0,-1-1 0,0 0 1,-1-1-1,0 0 0,-1-1 0,0 1 0,-2 0 24,12-11-8,0 0 1,1 1-1,-1-1 1,0 0-1,0 0 1,0 1-1,1-1 1,-1 0-1,0 0 1,0 0-1,0 1 1,0-1-1,0 0 1,0 0-1,-1 0 1,1 0-1,0 1 1,0-1-1,0 0 1,-1 0-1,1 1 1,-1-1-1,1 0 1,0 1-1,-1-1 1,1 0-1,-1 1 1,1-1-1,-1 0 1,0 1-1,1-1 1,-1 1-1,0-1 1,1 1-1,-1 0 1,0-1-1,1 1 1,-1 0-1,0-1 1,0 1-1,0 0 1,1 0-1,-1 0 1,0-1-1,0 1 1,0 0-1,1 0 1,-1 0-1,0 1 1,0-1-1,0 0 1,1 0-1,-1 0 1,0 0-1,0 1 1,0-1-1,1 0 1,-1 1-1,0-1 1,1 1-1,-1-1 1,0 1-1,1-1 1,-1 1-1,1-1 1,-1 1-1,0-1 1,1 2 7,13-65-145,-12 59 156,0 1 0,0 0 1,0-1-1,0 1 0,1 0 0,-1 0 0,1 0 0,0 0 1,0 0-1,0 0 0,1 0 0,-1 1 0,0-1 1,1 1-1,0 0 0,-1-1 0,1 1 0,0 1 1,0-1-1,1 0 0,-1 1 0,0-1 0,0 1 1,1 0-1,-1 0 0,1 0 0,-1 1 0,1-1-11,21 69 263,-4 50-157,-14-64-25,1 0 1,3 0 0,3-1-1,1 0 1,3-2-1,2 0 1,3-1-1,1-1 1,3-1 0,2-1-82,25 8-24,-53-53 25,-1 0-1,1 0 1,-1-1 0,0 1 0,0 0 0,0-1 0,0 1 0,0 0 0,0 0 0,0-1 0,0 1 0,-1 0 0,1 0 0,-1-1 0,1 1 0,-1-1 0,0 1 0,1 0-1,-1-1 1,0 1 0,0-1 0,0 0 0,0 1 0,-1-1 0,1 0 0,0 0 0,0 1 0,-1-1 0,1 0 0,-1 0 0,1 0 0,-1-1 0,1 1 0,-1 0-1,0-1 1,1 1 0,-1-1-1,-1 3 2,-30 23 13,-1-2 0,0-1 1,-2-2-1,-1-1 0,0-2 1,-2-1-1,1-3 0,-2 0 1,0-3-1,0-1 0,-1-3 1,-24 2-16,63-9 7,0 1 0,1-1 0,-1 0 1,0 0-1,0 0 0,0 0 0,0 0 0,0 0 1,1-1-1,-1 1 0,0-1 0,0 1 1,1-1-1,-1 0 0,0 1 0,1-1 1,-1 0-1,0 0 0,1 0 0,-1-1 0,1 1 1,0 0-1,-1 0 0,1-1 0,0 1 1,0-1-1,0 1 0,0-1 0,0 1 1,0-1-1,0 0 0,1 1 0,-1-1 0,1 0 1,-1 0-1,1 0 0,-1 1 0,1-1 1,0 0-1,0 0 0,0 0 0,0 0 1,0 0-1,1 1 0,-1-1 0,0 0 0,1 0 1,-1 0-1,1 1 0,0-1 0,0 0 1,0 1-1,0-1 0,0 1 0,0-1 1,0 1-1,0-1-7,8-11 4,0 1 0,0 0 0,1 1-1,1 0 1,0 1 0,0 0 0,1 0 0,1 1 0,7-4-4,11-10-10,272-196-2385,-207 145-1685</inkml:trace>
  <inkml:trace contextRef="#ctx0" brushRef="#br0" timeOffset="42186.395">21234 4542 30927,'0'0'632,"0"0"-536,0 0-48,0 0-32,0 0-16,112 6-104,-68-6-1209,-9 0-4320,-11 0-12387</inkml:trace>
  <inkml:trace contextRef="#ctx0" brushRef="#br0" timeOffset="42369.771">21026 4843 25766,'0'0'3680,"0"0"-2784,-72 160-263,43-81-105,3 4-184,6 2-200,9 8-144,9 21-8,4 22-392,18-22-200,4-37-3137</inkml:trace>
  <inkml:trace contextRef="#ctx0" brushRef="#br0" timeOffset="42619.496">21388 4960 7578,'0'0'17863,"0"0"-13742,27-7-3551,-2 0-439,159-20 633,-152 28-677,-1 2 0,1 1 1,-1 1-1,0 2 1,0 1-1,-1 2 1,0 0-1,-1 3 0,0 0 1,0 1-1,9 9-87,-33-20 2,0 0 0,0 0-1,0 1 1,-1 0 0,0 0 0,1 0 0,-1 0-1,0 1 1,-1-1 0,1 1 0,-1 0-1,0 0 1,0 0 0,-1 1 0,0-1-1,1 1 1,-2-1 0,1 1 0,-1 0-1,0 0 1,0 0 0,0-1 0,-1 1 0,0 0-1,0 0 1,-1 0 0,1 0 0,-1 0-1,-1 0 1,1-1 0,-1 1 0,0 0-1,0-1 1,0 0 0,-1 1 0,0-1-1,-2 2 0,-6 6-244,-1 0 0,0-1 1,-1-1-1,0 0 1,-1-1-1,0 0 1,0-1-1,-1-1 1,0 0-1,-1-1 1,-13 4 242,-40 12-3881,-1-6-3647,0-4-1367</inkml:trace>
  <inkml:trace contextRef="#ctx0" brushRef="#br0" timeOffset="42886.24">21421 5483 18852,'0'0'7906,"-57"102"-5562,13-29-1904,-11 14-216,-2 4-80,2-1-144,3-7-56,6-14-1504,13-25-5794,17-27-2176</inkml:trace>
  <inkml:trace contextRef="#ctx0" brushRef="#br0" timeOffset="43203.168">21405 5678 8834,'0'0'14879,"24"-12"-10602,5-4-3900,121-43 757,-147 57-1117,1 0 0,-1 1-1,1-1 1,-1 1 0,1-1 0,0 1 0,0 0 0,-1 1-1,1-1 1,0 1 0,0 0 0,0-1 0,0 2 0,0-1-1,0 0 1,-1 1 0,1 0 0,0 0 0,0 0-1,-1 0 1,1 1 0,-1-1 0,1 1 0,-1 0 0,1 0-1,-1 0 1,0 0 0,0 1 0,0-1 0,0 1 0,-1 0-1,1 0 1,-1 0 0,0 0 0,1 0 0,-1 0-1,-1 1 1,1-1 0,1 4-17,-4 16-74,-2 0 1,0 0-1,-2 0 0,0-1 0,-1 1 1,-1-2-1,-2 1 0,0-1 0,-1 0 1,-1 0-1,-1-2 0,0 1 0,-2-2 1,0 1-1,-1-2 0,-13 11 74,27-26 0,-183 203 889,181-192-591,220-174-554,-215 162 287,0 0 0,-1 0 1,1 0-1,0 0 1,0 1-1,-1-1 0,1 1 1,-1 0-1,1-1 0,-1 1 1,0 0-1,1 0 1,-1 0-1,0-1 0,0 1 1,0 1-1,-1-1 0,1 0 1,0 0-1,-1 0 0,1 0 1,-1 0-1,0 1 1,0-1-1,0 0 0,0 0 1,0 0-1,0 1 0,-1-1 1,1 0-1,-1 0 1,1 0-1,-1 0 0,0 0 1,0 0-1,-1 2-31,2 10 144,-22 338 1442,22-353-1586,0 1 0,0-1 0,1 1 0,-1 0 0,0-1 0,0 1 0,1-1 0,-1 1 0,0 0 0,1-1 0,-1 1 0,1 0 0,-1-1 0,0 1 0,1 0 0,-1 0 0,1-1 0,-1 1 0,1 0 0,-1 0 0,1 0 0,-1 0 0,1-1 0,-1 1 0,1 0 0,-1 0 0,1 0 0,-1 0 0,1 0 0,-1 1 0,1-1 0,-1 0 0,1 0 0,-1 0 0,1 0 0,-1 0 0,1 1 0,-1-1 0,1 0 0,-1 0 0,1 1 0,-1-1 0,0 0 0,1 1 0,-1-1 0,0 0 0,1 1 0,-1-1 0,0 1 0,1-1 0,-1 1 0,0-1 0,0 0 0,1 1 0,-1-1 0,0 1 0,0-1 0,0 1 0,0-1 0,0 1 0,0-1 0,0 1 0,0-1 0,0 1 0,0 0 0,1-2 0,121-176 0,53-143-1108,-125 217-1425</inkml:trace>
  <inkml:trace contextRef="#ctx0" brushRef="#br0" timeOffset="43653.875">22598 5185 30471,'0'0'748,"0"0"-167,0 0-141,0 0-110,-8 9-161,-309 294-180,151-138-1025,205-137 1,-31-16 1085,-1 0-1,0 1 1,-1-1-1,0 1 0,-1 1 1,0-1-1,-1 1 1,-1-1-1,0 1 1,-1 0-1,0 1 0,-2-1 1,1 0-1,-2 4-49,-9 500-546,23-531-2483,27-139-8731,-20 69 7645</inkml:trace>
  <inkml:trace contextRef="#ctx0" brushRef="#br0" timeOffset="44251.814">22828 5078 18780,'0'0'7542,"19"-3"-4723,123-13-1758,-138 16-1025,0 0-1,0 1 0,0-1 0,0 1 0,0 0 0,-1 0 0,1 1 0,0-1 0,0 1 0,-1-1 0,1 1 1,-1 0-1,1 1 0,-1-1 0,0 1 0,0-1 0,0 1 0,0 0 0,0 0 0,-1 0 0,1 0 0,-1 1 1,0-1-1,0 1 0,0-1 0,-1 1 0,1 0 0,-1-1 0,0 1 0,0 0 0,0 0 0,0 0 0,-1 0 1,0 0-1,0 3-35,1 5 2,-1 1 1,-1-1 0,0 0-1,-1 1 1,-1-1 0,1 0-1,-2 0 1,0-1 0,0 1-1,-1-1 1,-5 9-3,-50 66 43,-4-3-1,-4-3 1,-3-2 0,-4-4-1,-2-3 1,-4-4 0,-31 18-43,90-68 252,50-39-29,125-92-127,4 7 0,129-64-96,-269 162 9,100-32 124,-116 41-132,-1 0-1,1 1 1,0-1 0,0 1-1,-1-1 1,1 1-1,0-1 1,-1 1-1,1-1 1,0 1 0,-1 0-1,1-1 1,-1 1-1,1 0 1,-1-1-1,1 1 1,-1 0 0,0 0-1,1 0 1,-1-1-1,0 1 1,0 0-1,1 0 1,-1 0-1,0 0 1,0-1 0,0 1-1,0 0 1,0 0-1,0 0 1,0 0-1,-1 0 1,1 0 0,0-1-1,0 1 1,-1 0-1,1 0 1,0 0-1,-1-1 1,1 1 0,-1 0-1,1-1 1,-1 1-1,0 0 0,1-1 1,-7 17 6,-1 0 0,0-1 0,-1-1 0,-1 0 0,-1 0 1,0 0-1,-1-2 0,-4 5-7,-22 26 19,-1 5-3,-107 159 52,145-207-68,0 0 0,-1 1 0,1 0 0,0-1 0,0 1 0,0 0 0,-1 0 0,2 0 0,-1 0 0,0 0 0,0 0 0,1 0 0,-1 0 0,1 0 0,-1 0 0,1 0 0,0 0 0,0 0 0,0 0 0,0 1 0,0-1 0,1 0 0,-1 0 0,1 0 0,-1 0 0,1 0 0,0 0 0,0 0 0,0 0 0,0 0 0,0-1 0,1 3 0,127-20-39,-55-1-157,-73 16 193,0 1 0,0 0 0,0 0 1,1-1-1,-1 1 0,0 0 0,0 0 0,0 0 0,0 0 0,0 0 1,0 0-1,0 0 0,1 1 0,-1-1 0,0 0 0,0 1 1,0-1-1,0 0 0,0 1 0,0-1 0,0 1 0,0 0 0,0-1 1,-1 1-1,1 0 0,0-1 0,0 1 0,0 0 0,-1 0 0,1 0 1,0 0-1,-1 0 0,1 0 0,-1 0 0,1 0 0,-1 0 1,0 0-1,1 0 0,-1 0 0,0 0 0,0 0 0,0 0 0,1 0 1,-1 1-1,0-1 0,-1 0 0,1 0 0,0 0 0,0 0 0,0 0 1,-1 0-1,1 0 0,-1 1 3,-24 59-9,-182 280 118,182-263 134,25-76-242,1-1 1,0 0-1,1 1 0,-1-1 1,0 0-1,0 0 0,0 0 1,1 0-1,-1 0 0,0 0 1,1 0-1,-1-1 0,1 1 1,-1 0-1,1-1 0,-1 1 1,1-1-1,0 0 0,-1 1 1,1-1-1,-1 0 0,1 0 1,0 0-1,-1 0 0,1 0 1,0-1-1,-1 1 0,1 0 1,-1-1-1,1 1 0,0-1 1,-1 1-1,0-1 0,1 0 1,-1 0-1,1 0 0,-1 0 1,0 0-1,1 0 0,-1 0 1,0 0-1,0-1-1,25-13 0,-1-1 0,0-1 0,-2-1 0,0-1 0,-1-2 0,0-1 0,5-3 0,24-23-505,-2-1 0,-2-2 0,-2-3 0,21-35 505,-32 31-4101</inkml:trace>
  <inkml:trace contextRef="#ctx0" brushRef="#br0" timeOffset="44736.087">24410 4607 29062,'0'0'1929,"0"0"-1729,0 0-160,3 132-40,-3-93 0,0-3 0,-29 17-208,-2-9-1129,-6-5-2712</inkml:trace>
  <inkml:trace contextRef="#ctx0" brushRef="#br0" timeOffset="45498.914">23751 5449 22797,'0'0'4546,"0"0"-3314,0 0-1046,27-2-84,-8 1-71,9 0 43,0-2 0,-1-1 1,1-1-1,-1-1 0,0-2 1,6-2-75,234-86 320,-241 94-323,-24 26-21,-128 117 37,-282 335-121,388-443-1012,26-33 601,86-28-178,-85 27 774,1 0 0,-1 1 0,0 0 0,0 0 0,0 0 0,0 1 0,0 0 0,0 1 0,0-1 0,0 1 0,0 1 0,0-1 0,-1 1 0,1 0 0,-1 1 0,0-1 0,0 1 0,0 0 0,-1 1 0,1 0 0,-1 0 0,0 0 0,-1 0 1,1 1-1,1 3-77,8 16 162,-2 0 1,-1 1 0,-1 0-1,-1 1 1,-1 0 0,-2 1-1,-1-1 1,-1 1 0,-1 0-1,-1 0 1,-2 1 0,-1-1 0,-2 7-163,3-20 40,-15 325 276,10-294-368,12-69-24,31-205-306,15-67-4268,36 13-3726,-29 208 15830,2 59-6008,-60 14-1413,-1 1-1,0 0 1,0 0 0,1-1-1,-1 1 1,0 0 0,0 0-1,1 0 1,-1 0 0,0 1-1,1-1 1,-1 0 0,0 0-1,0 1 1,0-1 0,1 1-1,-1-1 1,0 1 0,0-1-1,0 1 1,0 0 0,0 0-1,0-1 1,0 1 0,0 0-1,0 0 1,0 0 0,-1 0-1,1 0 1,0 0 0,-1 0-1,1 1 1,0-1 0,-1 0-1,0 0 1,1 0 0,-1 0-1,0 1 1,1-1 0,-1 0-1,0 1 1,0-1 0,0 0-1,0 0 1,0 1 0,0-1-1,-1 0 1,1 0-1,0 1 1,-1-1 0,1 0-1,0 0 1,-1 0 0,0 0-1,0 1-32,-1 3 99,0-1 0,-1 1 0,0-1 0,1 0 0,-2 0 0,1 0-1,0 0 1,-1-1 0,0 1 0,0-1 0,0 0 0,0 0 0,0 0-1,-1-1 1,1 0 0,-1 1 0,0-2 0,-2 2-99,-35 21 97,39-20-73,0 0 0,1 0 0,-1 1 0,1 0 0,0-1 0,1 1 0,-1 0 0,1 0 1,0 0-1,0 0 0,0 0 0,0 0 0,1 0 0,0 0 0,0 0 0,1 0 0,-1 0 0,1 0 0,1 1-24,0-1 6,1 0-1,0-1 1,0 0-1,1 1 1,-1-1-1,1-1 1,0 1-1,0 0 1,0-1-1,0 0 1,1 0-1,0 0 0,-1-1 1,1 1-1,0-1 1,0 0-1,0-1 1,0 1-1,0-1 1,1 0-1,-1 0 1,0 0-1,1-1 1,-1 0-1,0 0 1,1-1-1,-1 1 1,0-1-1,5-1-5,2 1-278,0 0 0,0-1 0,0 0 0,-1-1-1,1-1 1,-1 1 0,0-2 0,0 0 0,0 0 0,-1-1 0,0 0 0,0 0 0,0-1 0,-1-1-1,7-6 279,38-34-8252</inkml:trace>
  <inkml:trace contextRef="#ctx0" brushRef="#br0" timeOffset="45768.733">24917 5187 30094,'20'184'674,"11"119"1189,-11 62-1863,-17-254 24,-5 1-1,-5-1 1,-18 93-24,25-204-20,1 1 0,-1-1 1,1 1-1,-1-1 1,0 1-1,0 0 0,1-1 1,-1 1-1,0-1 0,0 1 1,1 0-1,-1-1 1,0 1-1,0 0 0,0-1 1,0 1-1,0 0 0,0-1 1,0 1-1,0 0 1,-1-1-1,1 1 0,0 0 1,0-1-1,0 1 0,-1-1 1,1 1-1,0 0 1,-1-1-1,1 1 0,0-1 1,-1 1-1,1-1 0,-1 1 1,1-1-1,-1 1 1,1-1-1,-1 0 0,1 1 1,-1-1-1,1 0 1,-1 1-1,0-1 0,1 0 1,-1 0-1,0 1 0,1-1 1,-1 0-1,1 0 1,-1 0-1,0 0 0,1 0 1,-1 0-1,0 0 0,1 0 1,-1 0-1,0 0 1,1 0-1,-1-1 0,0 1 1,1 0-1,-1 0 0,1-1 1,-1 1-1,0 0 1,1-1-1,-1 1 0,1-1 1,-1 1 19,-18-49-1994,4-13-1717,-6-47-10882,7 20 10577</inkml:trace>
  <inkml:trace contextRef="#ctx0" brushRef="#br0" timeOffset="46034.457">25092 5713 26734,'0'0'3480,"0"0"-3191,132 58-201,-75-23-64,0 1-24,-3-3-184,17-5-1793,-17-10-10057,-5-9 935</inkml:trace>
  <inkml:trace contextRef="#ctx0" brushRef="#br0" timeOffset="47421.842">25978 7007 11106,'0'0'13370,"0"0"-9553,0 0-3037,0 0-180,0 0 134,0 0-96,-10 2-206,3 0-358,-17 3 126,41-12-20,91-22 57,2 5 0,85-6-237,-131 21 39,281-36 123,2 16-1,38 15-161,1304 37 0,83 2 0,-1660-26 0,0-5 0,90-18 0,-264 24-802,-13 10-2373,-6 1-6115</inkml:trace>
  <inkml:trace contextRef="#ctx0" brushRef="#br1" timeOffset="54591.242">26559 5980 15347,'0'0'15100,"0"0"-14516,0 0-152,0 0-72,0 0-32,43-109-120,69 36-64,35-18-72,15-5-32,-26 19-32,-33 20 8,-37 21-16,-7 7-16,20-11-232,-13 7-544,-14-3-1641</inkml:trace>
  <inkml:trace contextRef="#ctx0" brushRef="#br1" timeOffset="54849.655">27345 4960 25253,'0'0'4449,"0"0"-4089,-48 171 81,31-66-65,6 23 24,2 30-144,2 16-184,5-28-64,2-40-8,0-43-288,0-31-232,-2 3-817,-5-9 321,1-4-4361</inkml:trace>
  <inkml:trace contextRef="#ctx0" brushRef="#br1" timeOffset="55033.486">26931 4954 11034,'0'0'16460,"0"0"-15892,0 0-360,0 116 16,0-55 96,0 5-184,0 16-136,2-17-672,9-17-8314</inkml:trace>
  <inkml:trace contextRef="#ctx0" brushRef="#br1" timeOffset="56208.362">27788 4865 28478,'0'0'931,"-16"24"-407,-197 286 224,76-82-920,-28 83 172,43-78-1169,98-170 747,72-53 734,-33-4-188,-1 1-1,0 1 0,0 0 0,0 0 1,-1 2-1,-1 0 0,0 0 0,0 1 1,-1 0-1,0 1 0,-1 1 1,0 0-1,-1 0 0,-1 0 0,6 13-123,-10-20 21,85 193 404,-29-52-409,-59-146-16,-1 1-1,0-1 1,0 1-1,0-1 0,0 0 0,0 1 1,0-1-1,1 1 0,-1-1 1,1 0-1,-1 1 0,1-1 0,-1 0 1,1 0-1,0 1 0,-1-1 0,1 0 1,0 0-1,0 0 0,0 0 1,0 0-1,0 0 0,0 0 0,0 0 1,0-1-1,1 1 0,-1 0 0,0 0 1,0-1-1,1 1 0,-1-1 1,0 1-1,1-1 0,-1 0 0,0 0 1,1 1-1,-1-1 0,1 0 0,-1 0 1,0 0-1,1-1 0,-1 1 1,1 0-1,-1 0 0,0-1 0,1 1 1,-1-1-1,0 1 0,0-1 1,1 1-1,-1-1 0,0 0 1,102-300-467,-22 30 131,-81 271 342,0 0 0,0 1 0,0-1 0,1 0 0,-1 0 0,0 1 0,0-1 0,1 0 0,-1 0 0,0 0 0,0 0 0,1 1 0,-1-1 0,0 0 0,0 0 0,1 0 0,-1 0 0,0 0 0,1 0 0,-1 0 0,0 0 0,1 0 0,-1 0 0,0 0 0,1 0 0,-1 0-1,0 0 1,0 0 0,1 0 0,-1 0 0,0 0 0,1-1 0,-1 1 0,0 0 0,0 0 0,1 0 0,-1 0 0,0-1 0,0 1 0,1 0 0,-1 0 0,0 0 0,0-1 0,0 1 0,1 0-6,0 35 108,-1-33-94,-2 42 27,-3 0 0,-1 0 0,-2 0 1,-2-1-1,-2 0 0,-2-1 0,-6 11-41,10-26 6,-6 23 9,-3-1 0,-1-1-1,-3 0 1,-2-2 0,-1-1 0,-3-1-1,-1-1-14,29-41 18,-1 0 0,1 0 0,0 0 0,-1 0 0,0 0-1,1 0 1,-1 0 0,0 0 0,0-1 0,0 1 0,0-1-1,0 1 1,0-1 0,0 0 0,-1 0 0,1 0 0,0 0-1,-1 0 1,1 0 0,-1-1 0,1 1 0,-1-1 0,1 1 0,-1-1-1,1 0 1,-1 0 0,1-1 0,-1 1 0,1 0 0,-1-1-1,1 1 1,-3-2-18,-14-107 215,16 59-228,3 0 0,2 0 0,3 1 1,1-1-1,5-10 13,24-69-308,6 2 0,6 2 1,4 1-1,38-58 308,-68 141-94,1 0-1,2 2 1,2 0 0,1 2 0,2 1-1,2 1 1,1 2 0,2 1 0,15-11 94,-46 41 11,0-1 1,0 0 0,0 1-1,0-1 1,0 1 0,1 0-1,-1 0 1,1 1 0,0-1-1,-1 1 1,1 0 0,0-1-1,0 2 1,0-1-1,0 0 1,0 1 0,0 0-1,0 0 1,0 0 0,0 0-1,0 1 1,0-1 0,-1 1-1,1 0 1,0 0 0,0 1-1,0-1 1,-1 1 0,1 0-1,-1 0-11,12 105 337,-15-82-271,-5 212 275,5-230-338,0 0-1,0 0 0,1 0 0,-1 0 1,1-1-1,1 1 0,-1 0 1,1 0-1,1-1 0,-1 1 0,1-1 1,0 0-1,0 0 0,1 0 1,0 0-1,0 0 0,0-1 0,1 0 1,0 0-1,0 0 0,0 0 0,0-1 1,1 0-1,0 0-2,55 28 34,-54-30-27,1 0-1,-1 1 1,0 0-1,0 0 1,0 1-1,0 0 1,0 0-1,-1 0 1,0 1-1,0 0 1,0 0-1,-1 1 1,1 0-1,-1-1 1,-1 2-1,1-1 1,-1 1-1,0-1 1,0 1-1,-1 0 1,0 2-7,-3 14 19,-2-1-1,-1 1 1,-1-1 0,0 0 0,-2 0 0,-1-1 0,0 1 0,-2-2-1,0 1 1,-1-1 0,-1 0 0,-1-1 0,-1-1 0,-1 0 0,0-1-1,-3 2-18,1 3-3,-7 12 15,-2-2 0,-1-1 0,-1 0 0,-2-2-1,-1-1 1,-1-2-12,28-23-12,0 0-1,0 0 1,0-1 0,0 1-1,0-1 1,0 0 0,0 0-1,-1 0 1,1 0 0,-1 0-1,1-1 1,-1 0 0,0 0-1,0 0 1,1 0 0,-1 0-1,0-1 1,0 0-1,0 1 1,0-2 0,0 1-1,0 0 1,0-1 0,1 0-1,-1 1 1,0-2 0,0 1-1,1 0 1,-1-1 0,1 1-1,-1-1 1,1 0 0,0-1-1,-1 1 1,1 0-1,0-1 1,1 0 0,-1 1-1,0-1 1,1 0 0,-1 0-1,1-1 13,-3-11-136,1 0-1,1 0 0,0-1 1,1 1-1,0 0 0,1-1 1,1 1-1,1-1 0,0 1 1,1-1-1,1 1 0,0 0 1,1 0-1,0 0 0,2 0 1,-1 1-1,2 0 0,0 0 1,6-8 136,-3 10 44,1 0 0,0 0-1,1 1 1,0 0 0,1 1 0,0 1 0,0 0 0,1 0 0,0 2-1,1 0 1,0 0 0,0 1 0,0 1 0,1 1 0,0 0 0,0 1 0,0 1-1,0 0 1,0 1 0,0 1 0,0 0 0,0 1 0,1 1 0,-1 1-1,-1 0 1,1 1 0,0 0 0,6 4-44,42 14-1167</inkml:trace>
  <inkml:trace contextRef="#ctx0" brushRef="#br1" timeOffset="57119.645">29294 4784 9682,'0'0'18364,"0"0"-17124,0 0-528,0 0-271,0 0 7,0 0 32,0 0-176,24 44-160,-9-19-80,1 9-56,-7 7-8,-9 20-296,-3-5-1169,-14-13-6968</inkml:trace>
  <inkml:trace contextRef="#ctx0" brushRef="#br1" timeOffset="57907.09">28792 5279 10202,'0'0'15486,"0"0"-11953,-1 18-3084,-32 264 693,8-160-1433,-6-2-1,-31 73 292,54-178-297,8-24-3,8-28-88,11-5 301,2 1 0,1 2 1,2 0-1,2 1 0,1 2 0,2 0 1,2 2-1,1 2 0,8-6 87,-1 3 200,2 1-1,0 2 1,3 3-1,0 0 1,2 3-1,1 2 0,0 2 1,2 3-1,1 1 1,0 2-1,3 2-199,33 5 103,-85 9-103,0 0 1,1 0 0,-1 1-1,0-1 1,1 0-1,-1 1 1,0-1-1,1 0 1,-1 1-1,0 0 1,0-1-1,0 1 1,1 0 0,-1 0-1,0-1 1,0 1-1,0 0 1,0 0-1,0 0 1,-1 0-1,1 0 1,0 1-1,0-1 1,-1 0 0,1 0-1,0 0 1,-1 1-1,1-1 1,-1 0-1,0 1 1,1-1-1,-1 0 1,0 1-1,0-1 1,0 0 0,0 1-1,0-1 1,0 1-1,0-1 1,-1 0-1,1 1 1,-1 0-1,-18 62 10,-232 316 13,249-378-22,0 1 0,0-1-1,0 1 1,0 0 0,1 0 0,0 0 0,-1 0-1,1 0 1,0 0 0,0 0 0,1 1 0,-1-1-1,1 0 1,-1 0 0,1 1 0,0-1 0,0 0-1,1 0 1,-1 1 0,1-1 0,-1 0 0,1 0-1,0 0 1,0 0 0,1 0 0,-1 0 0,1 0 0,-1 0-1,1 0 1,0 0 0,0-1 0,0 1 0,0-1-1,0 0 1,1 1 0,-1-1 0,1 0 0,2 1-1,102 16 30,-94-18-27,0 0 0,0 0 0,-1 1 0,1 1 1,-1 0-1,1 0 0,-1 2 0,0-1 1,0 1-1,-1 1 0,9 6-3,-11-6 0,-1 1 1,0 0-1,0 0 1,0 1-1,-1 0 1,0 1-1,-1-1 1,0 1-1,0 1 1,-1-1-1,0 1 0,-1 0 1,0 0-1,0 0 1,-1 0-1,0 1 1,-1 0-1,-1-1 1,1 1-1,-2 0 1,1 0-1,-2 0 0,1-1 1,-1 1-1,-1 0 1,0 0-1,-1-1 1,0 1-1,0-1 1,-1 0-1,0 0 1,-6 9-1,-3 4-18,0-1 1,-2-1 0,0 0-1,-2-1 1,0-1 0,-1-1 0,-1 0-1,0-1 1,-1-1 0,-1-1 0,-1-1-1,0-1 1,-1 0 0,0-2-1,-1-1 1,0-1 0,-1-1 0,1-1-1,-1-1 1,-1-1 0,1-1-1,-1-1 1,0-2 0,-6-1 17,30 1 18,-1-1 1,0 1-1,1-1 1,-1 0-1,0 0 1,0-1-1,1 1 1,-1 0 0,0-1-1,1 0 1,-1 1-1,0-1 1,1 0-1,-1 0 1,1-1-1,-1 1 1,1-1-1,0 1 1,0-1-1,-1 1 1,1-1-1,0 0 1,1 0-1,-1 0 1,0 0-1,1-1 1,-1 1-1,1 0 1,-1-1-1,1 1 1,0-1-1,0 1 1,0-1 0,0 0-1,1 1 1,-1-1-1,1 0 1,0 1-1,0-1 1,-1 0-1,2 0 1,-1 1-1,0-1 1,1-2-19,1-4 8,0-1 0,1 1 0,1-1 1,-1 1-1,1 0 0,1 1 0,0-1 1,0 1-1,0-1 0,1 2 0,0-1 1,1 1-1,0 0 0,0 0 0,1 0 1,0 1-9,82-75 0,4 5 0,65-39 0,-40 30-39,178-141-2317,-205 146-3495</inkml:trace>
  <inkml:trace contextRef="#ctx0" brushRef="#br1" timeOffset="58480.032">31131 5595 21981,'0'0'3602,"0"0"-656,0 0-1879,0 0-322,2-21-126,7-67-219,-9 82-380,-1 0 1,0 0-1,0 0 0,-1 0 1,0 0-1,0 1 0,0-1 1,-1 0-1,1 1 0,-1 0 1,-1-1-1,1 1 0,-1 0 1,0 1-1,0-1 0,0 1 1,-1 0-1,1 0 0,-1 0 1,0 0-1,0 1 0,-1 0 1,1 0-1,0 1 0,-1-1 1,0 1-1,0 0 0,0 1 1,0-1-1,0 1 0,0 0 1,0 1-1,-1-1-20,-7 2 2,-1 1-1,1 0 1,0 0 0,0 2 0,0-1 0,1 2 0,-1 0-1,1 1 1,0 0 0,1 1 0,0 0 0,0 1 0,0 0-1,1 1 1,0 0 0,1 1 0,0 0 0,0 1 0,1 0-1,0 0 1,1 1 0,1 0 0,0 1 0,0 0 0,2 0-1,-1 0 1,-2 14-2,-13 21 5,2 0 0,2 2 0,3 0-1,1 1 1,3 0 0,2 1 0,3-1 0,1 2-1,3-1 1,3 14-5,-2-57 17,0 0-1,0 0 0,0 0 1,1 0-1,1 0 0,0 0 1,0 0-1,0-1 1,1 1-1,1-1 0,-1 1 1,1-1-1,1 0 1,-1 0-1,1-1 0,1 0 1,-1 0-1,1 0 0,1 0 1,-1-1-1,1 0 1,0 0-1,1-1 0,-1 0 1,1 0-1,0-1 0,0 0 1,0 0-1,1-1 1,-1 0-1,1-1 0,0 1 1,0-2-1,0 1 1,0-1-1,0-1 0,0 0 1,0 0-1,8-1-16,0-7 0,0 0 0,0-1 0,-1-1 0,0-1 0,-1 0 0,0-1 0,0 0 0,-2-1 0,1-1 0,-2 0 0,0-1 0,0-1 0,-2 1 0,0-2 0,-1 1 0,0-1 0,-2-1 0,0 1 0,1-6 0,-2 5-144,-1 0 0,0 0 1,-2 0-1,0 0 0,-1-1 0,-1 1 1,0-1-1,-2 1 0,0-1 0,-1 1 1,-1 0-1,-1-1 0,0 1 0,-1 1 1,-4-9 143,-32-68-4853</inkml:trace>
  <inkml:trace contextRef="#ctx0" brushRef="#br1" timeOffset="63547.252">25837 6865 2825,'0'0'22016,"0"0"-17011,0 0-4278,0 0-109,0 0-86,-3-3-145,-1 2-361,-1 1 0,0 0 0,0 0 1,0 0-1,1 0 0,-1 1 0,0 0 1,0 0-1,1 0 0,-1 0 0,0 1 1,1 0-1,-1 0 0,1 0 0,0 0 1,0 1-1,0 0 0,0-1 1,0 1-1,1 1 0,-1-1 0,1 1 1,0-1-1,0 1 0,-1 1-26,-14 10 0,-518 464 1,57-80-742,296-281-3958,131-93 345</inkml:trace>
  <inkml:trace contextRef="#ctx0" brushRef="#br1" timeOffset="63830.542">24505 7518 10682,'0'0'9838,"0"0"-3530,0 0-4286,0 0-1187,0 0-184,-13 19-124,-127 232 202,125-216-674,2 1 0,1 0 0,2 0 1,2 1-1,1 1 0,1-1 0,3 1 0,1 0 0,2 22-55,0-56 7,1 0 1,-1 0-1,1 0 0,0 0 1,0 0-1,0 0 0,0 0 0,1 0 1,0 0-1,0-1 0,0 1 0,0-1 1,0 1-1,1-1 0,0 0 0,-1 0 1,1 0-1,0 0 0,1 0 0,-1-1 1,0 1-1,1-1 0,-1 0 1,1 0-1,0 0 0,0-1 0,0 1 1,0-1-1,0 0 0,0 0 0,0 0 1,0-1-1,3 1-7,4-1 3,-1 1 1,1-2-1,0 0 0,0 0 1,0-1-1,-1 0 0,1 0 1,-1-2-1,1 1 1,-1-1-1,0-1 0,5-3-3,20-12-253,-1-3-1,-1 0 1,-1-2-1,-1-2 0,-1-1 1,-2-1-1,3-6 254,6-15-1979</inkml:trace>
  <inkml:trace contextRef="#ctx0" brushRef="#br1" timeOffset="71729.72">25664 11762 28878,'0'0'2985,"0"0"-2697,0 0-184,0 0-56,0 0-48,0 0-24,0 0-584,99-34-1121,-99 56-2816</inkml:trace>
  <inkml:trace contextRef="#ctx0" brushRef="#br1" timeOffset="71977.12">25526 12140 6569,'0'0'23437,"0"0"-22620,0 0-233,0 0 0,0 0-136,0 0-288,156 28-160,-90-44-544,-10-2-1601</inkml:trace>
  <inkml:trace contextRef="#ctx0" brushRef="#br1" timeOffset="72228.425">27641 11564 5921,'0'0'24021,"0"0"-22836,0 0-809,0 0 216,0 174 80,-2 0-672,-11 46 0,6 53 0,-1 17 0,3-73-592,5-28-17372</inkml:trace>
  <inkml:trace contextRef="#ctx0" brushRef="#br1" timeOffset="69677.973">22389 11385 27838,'0'0'1110,"0"0"-438,-8 18-155,-77 123 302,-148 108-437,131-146-402,5 4 1,-11 24 19,105-126-26,-38 81-771,85-84-719,62-41 1422,-104 40 107,0-1-1,-1 1 1,1 1 0,-1-1-1,1 0 1,-1 0-1,1 0 1,-1 1 0,0-1-1,0 1 1,1-1-1,-1 1 1,0 0 0,-1-1-1,1 1 1,0 0-1,0 0 1,-1-1-1,1 1 1,-1 0 0,1 0-1,-1 0 1,0 0-1,0 0 1,0 0 0,0-1-1,0 1 1,0 0-1,-1 0 1,1 0 0,0 0-1,-1 0 1,0-1-1,0 3-12,0 5 78,-3 20 48,-1-1 1,-1 0-1,-2 0 1,-1-1-1,-1 0 1,-1 0 0,-5 6-127,-8 23 149,18-43-110,-22 52 141,3 1 0,3 1 1,-12 62-181,34-129-2,0-1 1,1 0 0,-1 1-1,0-1 1,0 1 0,0-1 0,1 1-1,-1-1 1,0 1 0,1-1 0,-1 1-1,0-1 1,1 1 0,-1 0-1,0-1 1,1 1 0,-1-1 0,1 1-1,-1 0 1,1-1 0,-1 1-1,1 0 1,-1 0 0,1 0 0,-1-1-1,1 1 1,0 0 0,-1 0-1,1 0 1,-1 0 0,1 0 0,-1 0-1,1 0 1,0 0 0,-1 0-1,1 0 1,-1 0 0,1 0 0,-1 0-1,1 1 1,-1-1 0,1 0 0,-1 0-1,1 1 1,-1-1 0,1 0-1,-1 1 1,1-1 0,-1 0 0,1 1-1,-1-1 1,0 1 0,1-1-1,-1 1 1,0-1 0,1 1 0,-1-1-1,0 1 1,1-1 1,2-3-20,36-43-503,-2-1 0,-2-2-1,-3-1 1,-1-2 0,-1-4 523,3-3-249,3-5 279,3 1 1,2 2-1,3 2 0,23-22-30,-55 67 76,1 1 0,0-1-1,1 2 1,1 0-1,0 1 1,0 0 0,1 2-1,1-1 1,-1 2-1,1 0 1,1 1-1,0 1 1,-1 1 0,2 0-1,-1 1 1,0 1-1,1 1 1,0 1 0,18 1-76,-31 0 22,1 1 0,-1 0 1,1 0-1,-1 1 0,0 0 1,0 0-1,0 1 1,0 0-1,0 0 0,-1 0 1,1 0-1,-1 1 0,0 0 1,0 0-1,0 0 0,0 1 1,-1 0-1,0 0 1,0 0-1,0 0 0,-1 1 1,1-1-1,-1 1 0,-1 0 1,1 0-1,-1 0 0,2 6-22,2 13 97,-1-1 0,-1 0 0,-1 1-1,-1 0 1,-2 0 0,-1 18-97,-3-18 0,-1-1-1,-2 0 1,0 0 0,-1-1-1,-2 0 1,0 0 0,-1-1 0,-2 0-1,0-1 1,-1-1 0,-1 0-1,-1-1 1,-1-1 0,0 0 0,-1-1-1,-1-1 1,-1-1 0,0 0-1,-1-2 1,0 0 0,-1-2 0,-1 0-1,-5 0 1,14-4-65,-1-2 0,-1 0 0,1-1 0,-1 0 0,0-2-1,0 1 1,0-2 0,-11 0 65,22-1-10,0 0 0,0-1 1,0 1-1,1-1 0,-1 0 0,0 0 0,1 0 0,-1-1 0,1 0 0,-1 1 0,1-2 1,0 1-1,0 0 0,0-1 0,0 0 0,0 0 0,1 0 0,-1 0 0,1-1 1,0 1-1,0-1 0,0 0 0,0 0 0,1 0 0,-1 0 0,1-1 0,0 1 0,1 0 1,-1-1-1,0-1 10,1-3 15,-1 0 0,1 0 0,1 1 0,-1-1 0,1 0 0,1 0 0,0 1 0,0-1 1,1 0-1,0 1 0,0-1 0,1 1 0,0 0 0,1 0 0,0 0 0,0 0 0,0 0 0,1 1 1,0 0-1,1 0 0,-1 0 0,2 1 0,-1 0 0,0 0 0,1 0 0,0 1 0,1 0 0,-1 1 0,1-1 1,0 1-1,0 1 0,0 0 0,0 0 0,1 0 0,-1 1 0,1 0 0,-1 1 0,1 0 0,0 0 0,0 1 1,0 0-16,9-2 46,1 1 0,0 1 0,0 1 1,-1 0-1,1 1 0,0 2 1,-1-1-1,0 2 0,0 0 1,0 2-1,14 6-46,148 57-1991,-127-63-3693</inkml:trace>
  <inkml:trace contextRef="#ctx0" brushRef="#br1" timeOffset="70337.789">23146 11746 27494,'0'0'2396,"21"-2"-1703,229-33 33,-83 21-394,-166 14-332,1 0 0,0 0 0,-1 1 0,1-1 0,-1 0 0,1 1 0,0-1-1,-1 1 1,1 0 0,-1-1 0,0 1 0,1 0 0,-1 0 0,0 0-1,1 0 1,-1 0 0,0 0 0,0 0 0,0 1 0,0-1 0,0 0 0,0 1-1,0-1 1,0 0 0,0 1 0,-1-1 0,1 1 0,-1-1 0,1 1 0,-1 0-1,1-1 1,-1 1 0,0-1 0,0 1 0,0 0 0,0-1 0,0 1-1,0 0 1,0-1 0,-1 1 0,0 1 0,-24 69 28,-15-16-79,-2-2 0,-2-2 0,-3-2 0,-1-2 0,-10 3 51,-93 77-1084,182-119-551,-25-9 1665,0 1 1,-1 1-1,1-1 0,0 1 0,0 0 0,-1 0 1,1 0-1,-1 1 0,1 0 0,-1 0 1,0 1-1,-1-1 0,1 1 0,0 0 1,-1 0-1,0 1 0,0-1 0,0 1 0,-1 0 1,1 0-1,-1 0 0,0 0 0,-1 1 1,1-1-1,-1 1 0,0 0 0,-1-1 0,1 4-30,15 173 636,-17-168-654,-3 92 241,25-139-360,97-170-171,-116 199 329,-1 0 1,1 0-1,0 0 0,1 0 1,-1 0-1,1 1 1,0-1-1,-1 1 1,1 0-1,1 0 0,-1 0 1,0 1-1,1-1 1,0 1-1,-1 0 1,1 1-1,0-1 0,0 1 1,0 0-1,0 0 1,0 0-1,0 1 1,0 0-1,0 0 1,0 0-1,0 1 0,0-1 1,0 1-1,0 0 1,0 1-1,0-1 1,0 1-1,-1 0 0,1 0 1,-1 1-1,1-1 1,-1 1-1,0 0 1,0 0-1,0 0 0,0 1 1,-1-1-1,1 2-21,32 70-310,-21-90-2182,-3-33-1124,7-66-10337,-5 32 9850,1 3 3517</inkml:trace>
  <inkml:trace contextRef="#ctx0" brushRef="#br1" timeOffset="70697.82">24044 11620 11482,'0'0'2261,"27"-25"789,171-147 7963,-186 162-10815,0 1 0,0 0 0,1 1 0,0 0 0,0 1 0,1 1 1,0 0-1,0 1 0,1 0 0,-1 1 0,1 1 0,0 0 0,0 2 0,0-1 0,2 1-198,-15 2 14,0 0-1,-1 0 0,1 0 0,0 0 1,0 0-1,-1 0 0,1 0 1,-1 0-1,1 1 0,-1-1 0,1 0 1,-1 1-1,0 0 0,0-1 1,0 1-1,0 0 0,0-1 0,0 1 1,0 0-1,0 0 0,-1 0 1,1 0-1,-1 0 0,1 0 0,-1 0 1,0 0-1,0 0 0,0 0 1,0-1-1,0 1 0,0 0 0,-1 0 1,1 0-1,-1 0-13,-13 76 152,-64 98-54,62-149-92,2 1 1,0 1-1,2 1 0,1-1 1,2 2-1,0-1 0,2 1 1,2 1-1,-2 29-6,7-55-1,0 1 0,0-1 0,1 0 1,0 1-1,0-1 0,1 0 0,-1 1 0,1-1 0,1 0 0,-1 0 0,1 0 0,0-1 1,1 1-1,-1-1 0,1 0 0,0 1 0,0-2 0,1 1 0,-1 0 0,1-1 0,0 0 1,0 0-1,1-1 0,-1 1 0,1-1 0,0 0 0,0 0 0,0-1 0,0 0 0,4 1 1,18 4-451,0-1-1,0-1 1,1-2-1,0 0 0,-1-2 1,24-3 451,-19 2-575,-34 1 560,1-1 1,0 1 0,-1-1 0,1 1-1,0 0 1,0-1 0,0 1 0,-1-1-1,1 1 1,0 0 0,0-1 0,0 1-1,0-1 1,0 1 0,0 0 0,0-1-1,0 1 1,0 0 0,0-1 0,0 1-1,1-1 1,-1 1 0,0 0 0,0-1-1,1 1 1,-1-1 0,0 1 0,1-1-1,-1 1 1,0-1 0,1 1 0,-1-1-1,1 1 1,-1-1 0,1 1 0,-1-1-1,1 0 1,-1 1 0,1-1 0,-1 0-1,1 0 1,0 1 0,-1-1 0,1 0-1,-1 0 1,1 0 0,0 0 0,-1 0-1,1 1 1,0-1 0,-1-1 0,1 1-1,0 0 1,-1 0 0,1 0 0,-1 0-1,1 0 1,0 0 0,-1-1-1,1 1 15,-52 34 449,44-30-365,-18 10 149,-38 25-77,-2-3-1,-2-3 1,-29 8-156,93-40-159,-44 9 63,23-27-3886,14-55-8985,8 38 9780,1-24 1369</inkml:trace>
  <inkml:trace contextRef="#ctx0" brushRef="#br1" timeOffset="71466.571">24152 11746 5921,'0'0'18408,"0"0"-13904,0 0-3744,0-19-227,5-62-110,-5 78-388,0 0 0,0-1 0,1 1 0,0 0 0,0 0-1,0-1 1,0 1 0,0 0 0,1 0 0,-1 0 0,1 0 0,0 1 0,0-1 0,0 0-1,0 1 1,0-1 0,0 1 0,1 0 0,-1 0 0,1 0 0,0 0 0,0 0-1,0 0 1,-1 1 0,2-1 0,1 0-35,0 32 232,-48 344 538,43-360-763,-3-3-5,1 0 0,1-1 0,0 1-1,0 0 1,1 0 0,1 0 0,-1-1 0,2 1 0,0 0-1,0 0 1,1-1 0,0 0 0,0 1 0,2-1 0,-1 0-1,1-1 1,0 1 0,1-1 0,0 0 0,1-1 0,0 1-1,0-1 1,1 0 0,0-1 0,2 1-2,10 0-10,0-2 1,0 0-1,1-1 0,-1-1 1,1-1-1,0-1 0,0-1 1,0-1-1,0-1 0,0-1 1,0 0-1,3-2 10,46-10-26,-57 10 27,0 0-1,1 2 1,-1-1 0,1 2-1,0 0 1,0 0 0,-1 1-1,1 1 1,8 2-1,-19 0 0,1 1 0,-1 0 0,0 0 0,-1 0 0,1 0 0,-1 0 0,0 0 0,0 1 0,0 0 0,-1-1 0,1 1 0,-1 0 0,0-1 0,-1 1 0,1 0 0,-1 0 0,0 0 0,0 0 0,0 0 0,-1-1 0,0 1 0,0 0 0,-1 3 0,2-1 0,-6 20-16,0 1 1,-2-1-1,-1 0 1,-2 0-1,0-1 1,-1-1-1,-2 0 1,-1-1-1,0 0 1,-2-1-1,-15 15 16,16-14-1,-1-2 0,-1 0 1,-1-2-1,0 0 0,-2 0 0,0-2 0,-1-1 0,-1-1 0,-1 0 1,0-2-1,-1-1 0,0-1 0,-1-1 0,0-1 0,-1-1 0,0-2 1,-5 0 0,29-6 0,0-1 0,0 1 0,0-1 0,0 0 0,0 0 0,0 0 0,0-1 0,0 1 0,0-1 0,0 1 0,0-1 0,0 0 0,0 0 0,0 0 0,0-1 0,1 1 0,-1-1 0,1 0 0,-1 1 0,1-1 0,-1 0 0,1 0 0,0-1 0,0 1 1,0 0-1,0-1 0,0 1 0,1-1 0,-1 0 0,1 1 0,0-1 0,0 0 0,0 0 0,0 0 0,0-1 0,-1-16 0,1 1 1,1-1-1,1 0 0,1 1 1,0-1-1,2 1 1,0-1-1,1 1 0,1 1 1,1-1-1,0 1 0,2 0 1,0 0-1,1 1 1,0 1-1,2 0 0,0 0 1,0 1-1,2 0 0,-1 1 1,9-5-1,25-26-194,3 2 0,1 2 0,1 2 0,3 3 0,12-5 194,-60 37-52,126-77-3686,-10 11-8706</inkml:trace>
  <inkml:trace contextRef="#ctx0" brushRef="#br1" timeOffset="76843.855">25445 14632 29358,'0'0'1506,"0"0"-1033,0 0-310,0 0-35,9 10-99,-1-1-95,-4-6 16,-1 0 1,1 0 0,-1 1 0,0-1 0,-1 1-1,1 0 1,0 0 0,-1 0 0,0 0 0,0 0 0,0 1-1,-1-1 1,1 1 0,-1-1 0,0 1 0,0-1 0,-1 1 49,1 3-597,-1 0 1,0 0 0,0 0 0,-1 0 0,0-1 0,0 1 0,-1 0 0,0-1 0,-1 1 0,1-1-1,-2 0 1,1 1 0,-1-1 0,0-1 0,-3 5 596,-31 36 224,-30 24 8004,99-65-7133,74-6-1722,-79 0-1244</inkml:trace>
  <inkml:trace contextRef="#ctx0" brushRef="#br1" timeOffset="74114.041">21581 14097 28974,'0'0'1032,"0"0"-391,0 0-153,0 0-176,131 30-128,-107-18-112,-6 3-56,-5 9-16,-13 25-192,0-1-544,-11-5-1721</inkml:trace>
  <inkml:trace contextRef="#ctx0" brushRef="#br1" timeOffset="74596.612">21114 15044 16684,'0'0'10079,"0"0"-7557,0 0-2095,0 0 18,0 0 118,25-13-184,290-164-83,-272 151-263,-23 12-13,1 1-1,1 1 1,0 0-1,0 2 1,1 1-1,0 0 1,1 2-1,2 0-19,-25 9 1,1-1 1,-1 0-1,0 1 1,1-1-1,-1 0 0,0 1 1,0 0-1,0-1 1,0 1-1,0 0 1,0-1-1,-1 1 0,1 0 1,0 0-1,-1 0 1,0-1-1,1 1 0,-1 0 1,0 0-1,0 0 1,0 0-1,0 0 0,0 0 1,-1 0-1,1 0 1,0-1-1,-1 1 0,1 0 1,-1 0-1,0 0 1,0-1-1,0 1 0,0 0 1,0-1-1,0 1 1,0-1-1,0 1 0,-2 0-1,-123 201 25,69-120-32,-259 370 5,296-413-95,27-41-123,21-14-14,-1-1-1,0-1 1,-1-2-1,-1 0 1,17-18 234,8-5-294,-8 6 125,-25 21 164,0 0 0,0 0 0,2 2 0,-1 0 1,2 1-1,0 2 0,0-1 0,1 2 0,0 1 5,-18 8 21,0 1 0,0 0 0,0 0 1,0 0-1,0 1 0,-1-1 0,1 0 0,-1 1 0,1 0 0,-1 0 1,1 0-1,-1 0 0,0 0 0,0 0 0,0 0 0,0 1 1,0-1-1,-1 1 0,1-1 0,-1 1 0,1 0 0,-1 0 0,0 0 1,0 0-1,0-1 0,-1 1 0,1 0 0,-1 0 0,1 0 0,-1 1 1,0-1-1,0 0 0,-1 0 0,1 0 0,0 0 0,-1 0 0,0 0 1,0 0-1,0-1 0,0 1 0,0 0 0,-1 1-21,1 18 115,-26 455 505,43-493-1803,1-18-979,1-12-2624</inkml:trace>
  <inkml:trace contextRef="#ctx0" brushRef="#br1" timeOffset="74877.959">22004 15064 10202,'0'0'4961,"0"0"3882,0 0-5323,0 0-2540,0 0-584,0 0-224,-13 8 44,10-6-198,-6 3 26,0 1-1,1 0 1,0 1 0,0-1 0,0 1-1,1 1 1,0 0 0,1 0-1,-1 0 1,-3 8-44,-32 106 371,41-118-362,1 1 1,-1-1-1,1 0 1,0 1 0,0-1-1,1 1 1,-1-1-1,1 1 1,0-1 0,0 1-1,1-1 1,-1 0-1,1 0 1,0 0 0,0 0-1,0 0 1,0 0-1,1 0 1,0-1 0,0 1-1,0-1 1,0 0-1,0 0 1,1 0 0,-1 0-1,4 1-9,5 3 5,0-1-1,0-1 1,1 0 0,0 0-1,0-2 1,0 0-1,1 0 1,-1-1 0,1 0-1,-1-2 1,1 1 0,-1-2-1,10-1-4,-16 0-97,1 0 0,-2-1 0,1-1 0,0 1 0,-1-1 0,1 0 0,-1 0 0,0-1 0,0 0 0,-1 0 0,0 0 0,0-1 0,0 0 0,0 0 0,-1 0 0,0 0 0,0-1 0,2-5 97,2-1-754,24-41-4934</inkml:trace>
  <inkml:trace contextRef="#ctx0" brushRef="#br1" timeOffset="75128.244">22506 14500 24333,'0'0'4157,"-2"28"-2737,-9 411 169,14-134-677,19 67-912,10 99 45,-46-426-1640,6-44-556</inkml:trace>
  <inkml:trace contextRef="#ctx0" brushRef="#br1" timeOffset="75294.382">22602 15212 28886,'0'0'1609,"0"0"-1385,129-12-64,-52 6-96,15-2-64,27 4-448,-12-2-1809,38-4 1361,-29 1-8498,-37-1-3153</inkml:trace>
  <inkml:trace contextRef="#ctx0" brushRef="#br1" timeOffset="75577.914">23479 14543 7250,'0'0'18657,"0"0"-14620,0 0-3835,28-10-44,175-50 171,-100 53-275,-101 7-54,-1 0 0,1 0 0,-1 0 0,1 1 0,-1-1 0,1 0 0,-1 0-1,1 1 1,-1-1 0,1 1 0,-1-1 0,0 1 0,1 0 0,-1 0 0,0-1 0,0 1 0,1 0 0,-1 0 0,0 0 0,0 0 0,0 1 0,0-1 0,0 0 0,0 0 0,0 1 0,-1-1 0,1 0 0,0 1 0,-1-1 0,1 0 0,-1 1 0,0-1 0,1 1 0,-1-1 0,0 1 0,0-1 0,0 1 0,0-1 0,0 1 0,0-1 0,0 1 0,0-1 0,-1 1 0,1-1 0,-1 2 0,-31 69 2,-256 274 1,-12-4-665,222-277-793,62-61-567,14-9-3261</inkml:trace>
  <inkml:trace contextRef="#ctx0" brushRef="#br1" timeOffset="76577.56">23483 15050 5577,'0'0'18635,"0"23"-14176,-9 161-3057,-2 25-522,12-207-886,-1 0 0,1-1-1,0 1 1,0 0 0,0 0-1,1 0 1,-1-1 0,0 1 0,1 0-1,-1-1 1,1 1 0,-1-1-1,1 0 1,0 1 0,0-1-1,-1 0 1,1 0 0,0 0-1,0-1 1,0 1 0,0 0 0,0-1-1,0 1 1,0-1 0,0 1-1,1-1 1,-1 0 0,0 0-1,0 0 1,0 0 0,0-1-1,0 1 1,0 0 0,0-1 0,0 0-1,0 1 1,0-1 0,0 0-1,0 0 1,0 0 0,0 0-1,0 0 1,-1-1 0,1 1-1,-1 0 1,1-1 0,-1 0 0,1 0 6,19-20-76,0-2 0,-2 0 1,-1-2-1,-1 0 1,-1-1-1,-1 0 0,-2-1 1,1-6 75,4-3 14,-4 6 7,58-79 490,-71 108-497,1 1 0,-1 0 0,1 0 0,0 0 1,-1 0-1,1 0 0,0 0 0,-1 0 0,1 1 0,0-1 0,0 1 1,0-1-1,0 1 0,-1 0 0,1-1 0,0 1 0,0 0 0,0 0 1,0 0-1,0 1 0,0-1 0,-1 0 0,1 1 0,0-1 0,0 1 1,0 0-1,-1 0 0,1-1 0,0 1 0,-1 0 0,1 1 0,-1-1 1,1 0-1,-1 0 0,1 0 0,-1 1 0,0-1 0,0 1 0,0-1 0,0 1 1,0 0-1,0-1 0,0 1 0,0 0 0,-1 0 0,1-1 0,0 1 1,-1 0-1,0 0 0,1 0 0,-1 0 0,0 0 0,0-1 0,0 1 1,0 0-1,-1 0 0,1 0 0,-1 1-14,2 8-6,-2 0 0,1 1 0,-2-1 0,0 0 0,0 0 0,-1 0 1,0 0-1,0-1 0,-2 1 0,1-1 0,-1 0 0,-1 0 0,0 0 0,0-1 0,-1 0 0,0 0 0,0-1 0,-5 4 6,12-11-20,0 0 0,0-1 0,0 1 1,-1 0-1,1-1 0,0 1 0,0 0 0,-1-1 0,1 1 0,0-1 0,-1 1 0,1 0 0,-1-1 0,1 1 0,-1-1 0,1 1 0,-1-1 0,1 0 0,-1 1 0,1-1 0,-1 1 0,0-1 0,1 0 0,-1 1 0,1-1 1,-1 0-1,0 0 0,1 0 0,-1 1 0,0-1 0,0 0 0,1 0 0,-1 0 0,0 0 0,1 0 0,-1 0 0,0 0 0,1-1 0,-1 1 0,0 0 0,1 0 0,-1 0 0,0-1 0,1 1 0,-1 0 0,0-1 0,1 1 1,-1-1-1,1 1 0,-1 0 0,1-1 0,-1 1 0,1-1 0,-1 1 0,1-1 0,0 0 0,-1 1 0,1-1 0,0 1 0,-1-1 0,1 0 0,0 0 20,-4-50-1050,4 44 1046,4-53-101,3 0 0,2 0 0,3 1 0,3 0 0,2 1 0,3 1 0,25-51 105,-37 82 175,2 1-1,1 0 0,1 1 0,1 0 0,1 0 1,1 2-1,1 0 0,1 0 0,1 2 0,0 0 0,2 1 1,0 1-1,9-4-174,-19 18 142,0 0 0,0 2 0,1-1 0,0 1 0,-1 1 0,1 0 0,0 0 0,0 1-1,0 0 1,-1 1 0,5 1-142,25 0 279,274-41 104,-245 33-614,-68 6 210,0 1-1,-1 0 0,1 0 0,0 0 1,-1-1-1,1 1 0,0 0 1,-1 0-1,1 0 0,-1 0 1,0 0-1,1 0 0,-1 0 0,0 0 1,0 0-1,1 0 0,-1 1 1,0-1-1,0 0 0,0 0 0,0 0 1,0 0-1,-1 0 0,1 0 1,0 0-1,0 0 0,-1 0 1,1 0-1,-1 0 0,1 0 0,-1 0 1,1 0-1,-1 0 0,1 0 1,-1 0-1,0-1 0,0 1 0,1 0 1,-1 0-1,0-1 0,0 1 1,0-1-1,0 1 0,0-1 1,0 1-1,0-1 0,-1 1 22,-7 9-167,-2 0-1,0-1 1,0 0-1,0-1 1,-1 0-1,0-1 1,-1 0 0,1-1-1,-1 0 1,-1-1-1,1-1 1,-1 0-1,0-1 1,1 0-1,-2-1 1,1 0 0,0-2-1,-12 0 168,6-5-529,19 4 534,-1 0-1,1 0 1,0 1-1,0-1 0,0 1 1,-1-1-1,1 1 1,0-1-1,0 1 0,-1 0 1,1 0-1,0-1 1,-1 1-1,1 0 0,0 0 1,-1 1-1,1-1 1,0 0-1,0 0 0,-1 0 1,1 1-1,0-1 1,0 1-1,-1-1 0,1 1 1,0-1-1,0 1 1,0 0-1,0 0 0,0 0 1,0-1-1,0 1 1,0 0-1,0 0 0,0 0-4,-13 28 338,2 0 0,1 1 0,1 0 0,2 1-1,1 0 1,1 0 0,0 11-338,5-34 31,-5 26 33,1 0 0,1 1 0,3-1 0,0 1 0,3-1 0,1 9-64,0-37 2,-1 0 0,1 0 1,0 0-1,1 0 0,-1-1 0,1 1 1,0-1-1,1 0 0,-1 0 1,1 0-1,0-1 0,0 1 1,0-1-1,1 0 0,0-1 1,-1 0-1,1 0 0,1 0 1,-1 0-1,0-1 0,1 0 1,-1 0-1,1-1 0,-1 0 0,1 0 1,0 0-1,-1-1 0,3 0-2,88 30 12,-86-21-12,-1 0 1,-1 1-1,0 0 0,0 0 1,-1 1-1,0 0 1,-1 1-1,0 0 1,-1 0-1,0 0 1,-1 1-1,-1 0 0,0 0 1,0 0-1,-1 0 1,-1 1-1,-1-1 1,0 1-1,0-1 1,-1 1-1,-1 0 0,0-1 1,-1 1-1,-3 12 0,0-13 15,0-1-1,-1 1 1,0-1-1,-1 0 1,0 0-1,-1-1 0,0 1 1,-1-2-1,0 0 1,-1 0-1,0 0 1,-1-1-1,1-1 1,-2 0-1,1 0 1,-1-1-1,0-1 1,-1 0-1,1 0 0,-1-1 1,0-1-1,-1 0 1,1-1-1,-1-1 1,-11 1-15,22-2 14,-1-1 0,1 1-1,0-1 1,0 0 0,0 0 0,-1 0 0,1 0 0,0-1 0,0 0 0,0 1 0,0-1 0,0 0 0,0 0-1,0-1 1,0 1 0,0-1 0,0 1 0,1-1 0,-1 0 0,0 0 0,1 0 0,0 0 0,-1-1-1,1 1 1,0-1 0,0 1 0,1-1 0,-1 0 0,0 1 0,1-1 0,0 0 0,-1 0 0,1 0 0,0 0-1,1 0 1,-1-1 0,1 1 0,-1 0 0,1 0 0,0 0 0,0-1 0,0 0-14,0-12-9,1 0 1,0 0-1,1 0 0,0 0 1,2 1-1,0-1 1,0 1-1,2 0 1,0 0-1,0 0 0,2 1 1,-1 0-1,2 1 1,0-1-1,0 2 1,2-1-1,-1 1 0,2 1 1,-1 0-1,1 1 1,1 0-1,0 0 0,12-5 9,172-122-3235,-105 75-2642</inkml:trace>
  <inkml:trace contextRef="#ctx0" brushRef="#br1" timeOffset="81626.16">28707 14529 26958,'0'0'2888,"0"0"-2472,0 0 233,0 0-65,0 121-152,0-74-240,0 8-120,-3 6-40,1 14-32,-2 46 0,2-17-488,-5-13-1881</inkml:trace>
  <inkml:trace contextRef="#ctx0" brushRef="#br1" timeOffset="83109.251">31668 14377 19996,'0'0'7910,"0"0"-5864,0 0-1808,0 0-123,0 0 69,-11-17-76,-41-56-90,50 71-19,0-1 0,0 1 0,-1 0 0,1 0 0,-1 0 0,1 0 0,-1 1 0,0-1 1,0 1-1,0-1 0,0 1 0,0 0 0,0 0 0,0 1 0,0-1 0,-1 0 0,1 1 0,0 0 1,0 0-1,0 0 0,-1 0 0,1 0 0,0 1 0,-1 0 1,-8 0-8,-5 3 7,0 1 0,0 1 0,1 1 0,0 0 0,0 1 0,1 1-1,0 0 1,1 1 0,0 0 0,0 2 0,1-1 0,1 2 0,0-1 0,0 2 0,2 0-1,0 0 1,0 1 0,1 0 0,1 0 0,0 1 0,1 0 0,1 1 0,1-1 0,-3 14 1,3-11 42,1 0 0,1 1 0,1-1 0,0 1 0,2-1 0,0 1 0,1 0 0,1-1 0,3 15-42,-4-27 19,1-1 0,-1 1 0,1-1 0,0 0 0,1 0 0,-1 0 1,1 0-1,1 0 0,-1 0 0,1-1 0,0 1 0,0-1 0,0 0 1,1-1-1,0 1 0,0-1 0,0 0 0,0 0 0,1 0 0,-1-1 1,1 1-1,0-2 0,0 1 0,0-1 0,0 1 0,1-2 0,-1 1 0,1-1 1,-1 0-1,2 0-19,-3-1 42,0 0 0,1-1 0,-1 1 1,0-1-1,0 0 0,0-1 0,0 1 0,0-1 1,0 0-1,0 0 0,0-1 0,0 1 1,-1-1-1,0 0 0,1 0 0,-1-1 0,0 1 1,-1-1-1,1 0 0,-1 0 0,1 0 0,-1 0 1,0-1-1,-1 1 0,1-1 0,0-2-42,51-137-6,-50 129 6,35-121-1529,-30 106-378</inkml:trace>
  <inkml:trace contextRef="#ctx0" brushRef="#br1" timeOffset="83392.942">31966 15251 19268,'0'0'11146,"0"0"-10673,0 0-393,0 0-80,0 0-4705</inkml:trace>
  <inkml:trace contextRef="#ctx0" brushRef="#br1" timeOffset="82059.84">29478 14328 17476,'0'0'11282,"0"0"-10466,0 0 425,0 0-601,178-8-48,-95-18-160,11-7-184,7-5-208,0-1-40,-2 4 0,15-5-216,-27 10-528,-21 7-1201</inkml:trace>
  <inkml:trace contextRef="#ctx0" brushRef="#br1" timeOffset="82326.41">30278 14038 16540,'0'0'9538,"0"0"-7666,0 0-928,-83 122-8,37-59-263,-18 26-185,-21 28-208,-18 25-104,-5 6-56,12-10-80,21-30-24,29-33-16,16-20 0,8-13-104,0 5-264,4-11-729,7-13-1679</inkml:trace>
  <inkml:trace contextRef="#ctx0" brushRef="#br1" timeOffset="82626.703">29941 14851 11106,'0'0'14049,"0"0"-10737,-2 23-2713,-9 151 412,9-167-996,0 0 0,1 1 0,0-1 0,0 0 0,0 1 0,1-1-1,0 0 1,1 1 0,-1-1 0,1 0 0,1 1 0,-1-1 0,1 0 0,1 0 0,-1 0 0,1 0 0,1-1 0,-1 1-1,1-1 1,0 0 0,0 0 0,1 0 0,0 0 0,0-1 0,0 0 0,1 0 0,-1 0 0,1-1 0,0 0-1,1 0 1,-1 0 0,1-1 0,1 1-15,6-1 16,0 0 1,0-1-1,0-1 0,0 0 0,1-1 1,-1-1-1,0 0 0,0-1 0,0 0 0,0-1 1,0-1-1,0 0 0,-1-1 0,0 0 1,0-1-1,0-1 0,-1 0 0,8-5-16,2-4-63,-1 0-1,-1-1 1,0-2 0,-1 0-1,-1-1 1,0 0-1,-2-2 1,-1 0-1,6-12 64,19-70-200,-39 101 201,0 0-1,-1 0 1,0-1-1,1 1 0,-2 0 1,1 0-1,0 0 1,0 0-1,-1 0 0,0-1 1,1 1-1,-1 0 1,0 0-1,-1 0 0,1 1 1,0-1-1,-1 0 1,0 0-1,0 1 0,1-1 1,-1 1-1,-1 0 1,1-1-1,0 1 1,-1 0-1,1 0 0,-1 0 1,1 1-1,-1-1 1,0 1-1,0-1 0,0 1 1,0 0-1,-19-5 44,0 1 1,0 1-1,0 1 0,-1 1 1,1 1-1,-1 1 1,1 1-1,-1 1 0,1 1 1,-12 3-45,20-3 12,2 1 0,-1 0 0,0 0 0,1 1 0,0 1 0,0 0 0,0 1 0,1 0 0,-8 7-12,-16 32-4028,32-32-12358</inkml:trace>
  <inkml:trace contextRef="#ctx0" brushRef="#br1" timeOffset="80599.07">26861 14606 23101,'0'0'4772,"0"0"-3309,0 0-783,0 0 19,0 0-141,-6-9-210,-3-31-148,65 15-3,786-223-460,-748 215-2922,-69 19-804</inkml:trace>
  <inkml:trace contextRef="#ctx0" brushRef="#br1" timeOffset="80802.037">27663 14060 26846,'0'0'1136,"0"0"-280,-153 189-280,65-61 8,-8 36-143,4 22-217,8 3-160,16-16-40,16-21-24,10-33-120,11-34-425,14-26-111,-1-12-160,7-11-616,3-15-3137</inkml:trace>
  <inkml:trace contextRef="#ctx0" brushRef="#br1" timeOffset="81110.897">27128 15172 27758,'0'0'952,"21"-15"-96,144-95 379,-143 98-1070,-10 4-100,0 0 1,1 1 0,0 1 0,0 0-1,1 1 1,0 0 0,0 1 0,0 0-1,0 1 1,0 1 0,1 0 0,13 1-66,-26 3 0,0 0 1,0-1 0,0 1 0,0 1-1,0-1 1,0 0 0,0 0-1,-1 1 1,1-1 0,-1 0-1,0 1 1,0 0 0,0-1 0,0 1-1,0 0 1,0-1 0,-1 1-1,1 0 1,-1 0 0,0 0 0,0 0-1,0-1 1,0 1 0,-1 0-1,1 0 1,-1 0 0,1-1-1,-1 2 0,0 8 3,-1 24 1,-2-1 0,-2 1 0,-1-1 0,-2 0 0,-11 28-4,9-33 2,2 1 1,1 1-1,1 0 1,2 0 0,1 0-1,2 0 1,1 16-3,1-46 1,0 0 1,1 0-1,0 1 1,-1-1-1,1 0 1,0 0-1,0 1 1,0-1-1,0 0 1,1 0-1,-1 0 1,1-1-1,-1 1 1,1 0-1,-1 0 1,1-1-1,0 1 0,0-1 1,0 0-1,0 1 1,0-1-1,0 0 1,0 0-1,0 0 1,1 0-1,-1-1 1,0 1-1,0-1 1,1 1-1,-1-1 1,1 0-1,-1 0 1,0 0-1,1 0 1,-1 0-1,2-1-1,87-19 70,-49-5-206,0-2 1,-2-2 0,-2-2 0,-1-1 0,-1-2 0,-1-2 0,18-26 135,18-23-4180,-12 6-10613</inkml:trace>
  <inkml:trace contextRef="#ctx0" brushRef="#br1" timeOffset="94477.354">20750 8086 17580,'0'0'2624,"0"0"1535,0 0-2122,0 0-1027,0 0-133,5 1 4,-4-1-850,0 0 1,0 0 0,1 0-1,-1 0 1,0 0 0,0 0-1,0 0 1,0 0 0,0-1-1,0 1 1,1-1 0,-1 1-1,0 0 1,0-1 0,0 0-1,0 1 1,-1-1 0,1 0-1,0 1 1,0-1 0,0 0-1,0 0 1,-1 0 0,1 0-1,0 0 1,-1 0 0,1 0-1,-1 0 1,1 0 0,-1 0-1,1 0 1,-1 0 0,0 0-1,0 0 1,1 0 0,-1 0-1,0-1 1,0 1 0,0 0-1,0 0 1,0 0 0,0 0 0,-1 0-1,1 0 1,0-1 0,-1 1-1,1 0 1,0 0 0,-1 0-1,0 0 1,1 0 0,-1 0-1,1 0 1,-1 0 0,0 1-1,0-1 1,1 0 0,-1 0-1,0 0 1,-1 0-32,0-2 15,0 0 0,0 1-1,0-1 1,-1 1 0,1-1 0,-1 1-1,1 0 1,-1 0 0,0 0 0,0 0-1,0 0 1,0 1 0,0-1 0,-1 1-1,1 0 1,0 0 0,-1 0 0,1 0 0,0 1-1,-1-1 1,1 1 0,-1 0 0,1 0-1,-1 0 1,1 0 0,-1 1 0,1-1-1,0 1 1,-1 0 0,1 0 0,0 0-1,-2 2-14,-102 52-45,22 13 18,3 3 1,2 4 0,4 3 0,4 3-1,3 4 1,4 2 0,-43 80 26,91-144 0,2 1 0,1 0 0,0 0 0,2 2 0,1-1 0,1 2 0,2-1 0,0 1 0,2 1 0,1-1 0,1 1 0,1 0 0,2 0 0,0 0 0,2 3 0,8 3 1,0 0 1,3-1 0,0 0-1,3-1 1,0 0-1,2-1 1,1-1 0,2-1-1,0-1 1,14 14-2,4 10 5,5 2-12,-2 2 0,-3 1 0,-2 2 0,-3 2 0,-3 1 0,-2 1 0,-3 2 0,-3 0 0,-3 2 0,-3 0 0,-1 10 7,-9-20-5,-3-1 0,-2 1 0,-3-1 0,-2 1 1,-2-1-1,-3 0 0,-2-1 0,-3 0 0,-2 0 1,-6 7 4,-4-7 1,-2-1 0,-2-1 1,-3-2-1,-1-1 0,-3-2 1,-2-2-1,-2-1 0,-2-2 1,-2-2-1,-1-2 0,-2-2 1,-37 20-2,-52 32-30,155-88-446,-6-3 459,-1 1 1,1 1-1,0 0 0,0 1 0,-1 0 0,1 1 0,-1 0 0,1 1 1,-1 0-1,0 1 0,0 0 0,0 1 0,-1 0 0,1 0 0,-1 1 1,-1 1-1,1 0 0,-1 0 0,0 1 0,-1 0 0,1 0 0,-1 2 17,15 26 3,-1 1 0,-2 1-1,-2 1 1,-1 0 0,-2 2-1,-2 0 1,5 27-3,-14-53 3,52 231 29,-10 2 1,-11 1 0,-4 120-33,-28-325 5,44 691 240,-17-208 187,64 308-432,-85-771-299,3 0-1,2-1 1,4 0 0,2-1-1,3-2 1,2 0 0,32 52 299,-28-72-3440</inkml:trace>
  <inkml:trace contextRef="#ctx0" brushRef="#br1" timeOffset="114091.366">17914 9953 800,'0'0'22093,"0"0"-18445,0 0-2308,0 0-775,0 0 63,0 0 42,-3-10-148,-9-30-192,5 78 871,5-23-1165,-1 0 0,0 0 0,-1 0 0,-1-1 0,0 0 0,-1 0 0,0 0 0,-1 0 0,-1-1 0,0-1 0,0 1 0,-9 8-36,5-3 15,-482 606-91,406-484-971,57-78-2879,19-38-5633</inkml:trace>
  <inkml:trace contextRef="#ctx0" brushRef="#br1" timeOffset="114385.123">17534 10704 2657,'0'0'21894,"0"0"-18305,0 0-2321,16-20-839,117-129 338,-107 126-715,2 2 0,0 1 0,2 2 0,0 0 0,1 2 0,0 2 0,1 1 0,1 1 0,0 1 0,1 2 0,-1 2 0,2 1 0,-1 1 0,3 2-52,-35 4 8,0 0 0,0 0-1,0 0 1,0 0 0,0 1-1,-1-1 1,1 0 0,0 1 0,0 0-1,-1-1 1,1 1 0,-1 0 0,0 0-1,1-1 1,-1 1 0,0 0 0,0 0-1,0 0 1,-1 1 0,1-1 0,0 0-1,-1 0 1,1 0 0,-1 1 0,0-1-1,0 0 1,0 0 0,0 1-1,0-1 1,0 0 0,0 0 0,-1 1-1,1-1 1,-1 0 0,0 0 0,0 0-1,0 0 1,0 0 0,0 0 0,0 0-1,0 0 1,-1 0 0,1 0 0,0-1-1,-1 1 1,-1 1-8,-21 31 14,-1 0-1,-2-1 1,-1-2-1,-1-1 1,-4 1-14,-23 25-60,13-11-340,-45 45-867,25-38-4774,29-30-6609</inkml:trace>
  <inkml:trace contextRef="#ctx0" brushRef="#br1" timeOffset="114634.653">17793 10746 8962,'0'0'19948,"0"0"-19388,0 0-384,-9 124 48,3-69 120,-1 10-200,3 12-79,-5 22-41,2-6-24,-1 1 8,-1-5-8,-2-22 0,2-6-209,3-15-167,-3-29-552,2-13-2929,3-4-7833</inkml:trace>
  <inkml:trace contextRef="#ctx0" brushRef="#br1" timeOffset="114868.609">17900 11126 25101,'0'0'3564,"0"0"-2583,27-15-762,182-100 118,-164 93-282,-11 2-46,2 2 0,-1 2-1,2 1 1,0 2 0,1 1 0,0 2-1,1 2 1,-1 2 0,6 0-9,-40 8 3,-1-1-1,1 1 1,-1 0 0,0 0 0,1 1-1,-1-1 1,0 1 0,-1-1 0,1 1 0,0 0-1,-1 0 1,0 0 0,1 1 0,-1-1-1,0 0 1,-1 1 0,1-1 0,-1 1-1,1 0 1,-1-1 0,0 1 0,0 0 0,-1 0-1,1 0 1,-1 0 0,0-1 0,0 1-1,0 0 1,-1 0 0,1 0 0,-1 0 0,0 0-1,0-1 1,0 1 0,-1 0 0,1-1-1,-1 1 1,0 0-3,-8 32 15,-1 0 1,-1-1-1,-2 0 0,-2-1 0,-1 0 1,-2-2-1,-5 6-15,14-19-16,-1-1 0,-1 0 1,0 0-1,-1-1 0,-1-1 0,-1 0 1,-1-1-1,0-1 0,-10 7 16,-66 11-3122,50-30-3262</inkml:trace>
  <inkml:trace contextRef="#ctx0" brushRef="#br1" timeOffset="115118.098">18093 11079 24637,'0'0'3497,"0"0"-3161,-52 156-120,32-85 80,0 2-64,1 4-168,-1 4-64,-4 2-296,-14 13-720,6-21-3073,3-20-8450</inkml:trace>
  <inkml:trace contextRef="#ctx0" brushRef="#br1" timeOffset="115284.439">18109 11503 8210,'0'0'20388,"0"0"-19460,0 0-48,129 28-431,-79-10-153,5 1-136,2-1-112,0 0-48,-2 0-8,-9-1-456,-15 5-1161,-14-4-6344,-15-2-11684</inkml:trace>
  <inkml:trace contextRef="#ctx0" brushRef="#br1" timeOffset="115531.259">17530 12837 9562,'0'0'20492,"0"0"-19827,0 0-337,0 0 0,140-46 40,-54-13-184,12-12-120,3-6-40,-2 0-24,-7 4 0,-15 10-176,-12 12-232,-19-6-665,-15 15-1039,-18 7-10723</inkml:trace>
  <inkml:trace contextRef="#ctx0" brushRef="#br1" timeOffset="115730.375">18135 11900 11787,'0'0'15699,"0"0"-14603,-46 144 64,33-61-423,4 7-217,7 19-168,2 19-120,0-12-112,0-13-88,2-18-32,0-26-120,0-2-264,-2-11-304,-13-37-1121,-9-9-4216,-4-17-16548</inkml:trace>
  <inkml:trace contextRef="#ctx0" brushRef="#br1" timeOffset="115928.333">17675 12105 27150,'0'0'1568,"0"0"-856,-3 126-168,3-63-128,11 6-191,9 2-145,2 2-80,7 0-377,-7-19-1487,-5-25-11955</inkml:trace>
  <inkml:trace contextRef="#ctx0" brushRef="#br1" timeOffset="117076.289">18352 12008 19996,'0'0'7174,"0"0"-5091,0 0-1376,-5 23-199,-67 172-11,-327 582-367,383-743-129,2 1 1,1 0-1,1 1 1,3 0-1,0 1 1,3 0-1,1 1 1,1-1-1,2 24-1,2-23 18,-2-28-8,0 1-1,1-1 1,1 1-1,-1 0 1,2-1-1,0 1 1,0 0-1,0-1 1,2 1-1,-1-1 1,1 0-1,1 0 1,0 0-1,0 0 1,1 0-1,0-1 0,1 0 1,0 0-1,0-1 1,1 1-1,7 6-9,5 0 70,-1 1 0,0 0-1,-2 2 1,0 0 0,0 0 0,-2 2-1,10 18-69,40 49 139,-63-85-131,1 1-1,0 0 0,0-1 1,-1 0-1,2 1 0,-1-1 1,0 0-1,0 0 1,1 0-1,-1 0 0,1 0 1,-1-1-1,1 1 0,0-1 1,0 0-1,0 0 0,-1 0 1,1 0-1,0 0 1,0-1-1,0 1 0,1-1 1,-1 0-1,0 0 0,0 0 1,0 0-1,0 0 1,0-1-1,0 1 0,0-1 1,0 0-1,0 0 0,0 0 1,0 0-1,-1-1 1,2 0-8,79-129 146,-56 82-436,-3-2-1,-1 0 1,-3-2-1,-3 0 1,-1-1-1,-3 0 0,4-47 291,-16 72 246,-4 74-235,-3 0 1,-1 0-1,-2-1 1,-3 0-1,-1-1 0,-2 0 1,-2-1-1,-1-1 1,-22 33-12,22-40 60,-3-1 0,0-2 1,-2 0-1,-2-1 1,0-2-1,-2 0 1,-1-2-1,-1-1 1,-1-1-1,-1-2 1,-1-1-1,-1-1 0,-1-2 1,-1-1-1,-6 0-60,26-12 21,0 0-1,0-1 0,-1-1 0,0 0 1,1-1-1,-1-1 0,0 0 0,0-1 1,-8-2-21,19 2 4,-1-1 0,1 0-1,0-1 1,0 1 0,-1-1 0,1 0 0,0 0 0,0-1 0,1 1 0,-1-1 0,1 0 0,-1-1 0,1 1 0,0-1 0,0 1-1,0-1 1,1 0 0,-1-1 0,1 1 0,0-1 0,0 1 0,1-1 0,-1 0 0,1 0 0,0 0 0,0 0 0,1-1-1,-1-1-3,-1-13 23,0 1 0,1 0-1,1-1 1,1 1-1,1-1 1,1 1 0,1 0-1,0 0 1,1 0-1,1 0 1,1 0 0,1 1-1,0 0 1,3-4-23,145-234 186,-130 219-180,444-580 54,-274 371-179,-171 215 86,87-88-30,-109 118 62,0 0 0,-1-1 0,1 1 1,0 0-1,0 0 0,0 0 0,0 0 0,0 0 0,0 1 1,1-1-1,-1 1 0,0-1 0,0 1 0,0 0 0,1 0 1,-1-1-1,0 2 0,0-1 0,0 0 0,1 0 0,-1 1 1,0-1-1,0 1 0,0 0 0,0 0 0,0 0 0,0 0 1,0 0-1,0 0 0,0 0 0,0 0 0,-1 1 0,1-1 1,0 1-1,-1 0 0,1-1 0,-1 1 0,0 0 0,0 0 1,1 0 0,32 90 5,-29-73-1,1 3-2,1 0 1,2-1-1,0 1 0,1-1 1,1-1-1,1 0 1,0-1-1,2 0 0,0-1 1,2 0-3,54 57 4,-48-56-4,0 0 1,-1 2 0,-2 1 0,0 0 0,-1 1 0,-1 1 0,-2 0-1,0 2 1,-2-1 0,0 2 0,-2 0 0,-1 0 0,-1 1 0,-2 0-1,0 0 1,1 22-1,-8-41 5,0 0 1,0 1-1,-1-1 0,0 0 1,0 0-1,-1 0 0,-1 0 0,1 0 1,-1 0-1,-1 0 0,1-1 0,-2 0 1,1 0-1,-1 0 0,0 0 0,-1-1 1,0 0-1,-3 3-5,-29 26 1,-1-3 0,-3-1 0,0-2 0,-2-2 1,-1-2-1,-1-1 0,-16 3-1,20-5-59,-2-3 1,-1-1 0,0-2-1,-1-2 1,-1-3-1,-42 7 59,84-18-81,1 0-1,-1 0 1,0 0-1,1 0 0,-1-1 1,0 0-1,0 0 1,1 0-1,-1 0 1,0-1-1,1 0 1,-1 0-1,1 0 0,-1 0 1,1-1-1,-1 0 1,1 0-1,0 0 1,0-1-1,0 1 1,0-1-1,0 0 0,0 0 1,1 0-1,0 0 1,0-1-1,-1 1 1,2-1-1,-1 0 1,0 0-1,1 0 1,0 0-1,-1-2 82,-6-68-9720,24 5 6617,25 0 5004,-30 57-796,1 0 1,0 1 0,1 0-1,1 0 1,-1 2-1,2-1 1,-1 2 0,1 0-1,1 0 1,14-4-1106,36-7 1022,-35 14-979,-1 2 0,1 1 0,0 1 0,0 2 0,-1 0 1,1 3-1,0 0 0,-1 2 0,18 6-43,80 33-3729,-52-11-8696</inkml:trace>
  <inkml:trace contextRef="#ctx0" brushRef="#br1" timeOffset="120206.129">25761 6453 16596,'0'0'4192,"0"0"-172,0 0-2517,0 0-751,0 0-21,3 2 72,-3-1-767,1-1 0,-1 1 0,1 0 0,-1-1 0,1 1-1,-1-1 1,1 1 0,-1 0 0,1-1 0,-1 1 0,0 0 0,1-1 0,-1 1 0,0 0 0,0 0 0,0 0 0,1-1 0,-1 1 0,0 0 0,0 0 0,0-1 0,0 1 0,0 0 0,0 0 0,-1 0-1,1-1 1,0 1 0,0 0 0,0 0 0,-1-1 0,1 1 0,-1 0 0,1-1 0,0 1 0,-1 0 0,1-1 0,-1 1 0,1-1 0,-1 1 0,1-1 0,-1 1 0,0-1 0,1 1 0,-1-1 0,0 1-1,1-1 1,-1 0 0,0 1 0,0-1 0,1 0 0,-1 0 0,0 1 0,0-1 0,1 0 0,-1 0 0,0 0 0,0 0 0,0 0 0,1 0 0,-1 0-36,-9 5-53,-170 109 644,91-55-465,-2-3 1,-3-5-1,-91 36-126,-98 1 90,-2-13 0,-4-12 0,-3-13 0,-119-1-90,-587 37 59,-514-39-59,894-36 5,421-6-5,-1734 9 0,1108-68 7,-412-94-7,658 72 1,-56 8 3,-2 28 0,-176 30-4,450 26-2,0 16-1,3 16 1,-167 51 2,242-30 40,3 12 0,4 13 0,4 11 0,-187 106-40,402-183 40,1 3-1,2 2 0,1 2 1,1 3-1,3 1 0,-39 42-39,55-50 11,2 2 0,2 1-1,1 1 1,1 2 0,2 0-1,2 2 1,2 1 0,1 0-1,2 1 1,-12 41-11,22 20 0,8-102-4,0 1 0,-1 0 0,1 0 0,0-1 0,0 1 0,0 0 1,0 0-1,0 0 0,0-1 0,0 1 0,1 0 0,-1 0 0,0-1 0,0 1 0,0 0 0,1 0 0,-1-1 0,1 1 0,-1 0 1,0-1-1,1 1 0,-1 0 0,1-1 0,-1 1 0,1-1 0,0 1 0,-1-1 0,1 1 0,0-1 0,-1 1 0,1-1 1,0 1-1,-1-1 0,1 0 0,0 0 0,0 1 0,-1-1 0,1 0 0,0 0 0,0 0 0,0 0 0,-1 0 0,1 0 0,0 0 1,0 0-1,0 0 0,-1 0 0,1 0 0,0-1 4,4-7-333,-7-50-2392,-9 26-2267</inkml:trace>
  <inkml:trace contextRef="#ctx0" brushRef="#br1" timeOffset="120516.529">9063 8063 27726,'0'0'1538,"0"0"-1074,0 26-190,25 195 725,9-89-450,6-2 0,53 115-549,-20-114 167,-66-126-156,-1 0 1,1-1 0,1 1 0,-1-1 0,1-1 0,0 1 0,0-1 0,0-1 0,0 0-1,0 0 1,0 0 0,1-1 0,-1 0 0,0-1 0,1 0 0,-1 0 0,1 0 0,-1-1-1,0-1 1,1 0 0,-1 0 0,0 0 0,0-1 0,0 0 0,0-1 0,-1 1 0,0-2-1,1 1 1,-1-1 0,-1 0 0,1 0 0,-1-1 0,0 0 0,0 0 0,0-2-12,94-84 40,-5-5 0,38-53-40,-67 76 4,304-357-863,-337 387-465</inkml:trace>
  <inkml:trace contextRef="#ctx0" brushRef="#br1" timeOffset="124032.902">7772 10874 17092,'0'0'10194,"-44"-103"-10194,28 5-88,5 7-4449,7 12-15387</inkml:trace>
  <inkml:trace contextRef="#ctx0" brushRef="#br1" timeOffset="124533.999">7921 9957 17156,'0'0'8967,"0"0"-6405,0 0-1723,0 0-149,-23-10-120,8 4-474,8 1-67,-1 2 0,1-1 0,-1 1 0,0 0 0,0 1 0,-1-1 0,1 2 0,0-1 0,-1 1 0,1 1 0,0-1 0,-1 1 0,1 1 0,-1 0 0,1 0 0,0 0 0,-1 1 0,1 0 0,-1 1-29,-46 25 70,2 2 0,0 2 0,3 3-1,0 1 1,3 3 0,1 2 0,2 2 0,1 2 0,-7 14-70,28-34 7,2 0 1,2 2-1,0 0 0,1 1 0,2 1 0,1 1 1,1 0-1,-4 18-7,12-32 3,1 0-1,1 0 1,1 0 0,0 0 0,1 1-1,0-1 1,2 1 0,0-1-1,1 1 1,0-1 0,1 0 0,1 0-1,1 0 1,0-1 0,1 1-1,1-1 1,6 10-3,95 139 19,-85-136-13,-2 0 0,-1 1 1,-1 1-1,-2 0 0,-1 2 0,-1 0 0,-2 1 0,-1 0 1,-2 1-1,-1 0 0,3 28-6,-8 5 3,-4-1 0,-2 1-1,-4-1 1,-2 1 0,-3-2 0,-3 1 0,-16 41-3,-213 553 8,240-653-10,0 0-12,-1 0 1,2 0-1,-1 0 1,1 0-1,0 1 0,0-1 1,1 1-1,0-1 1,0 1-1,1-1 1,-1 1-1,2 0 0,-1-1 1,2 2 13,65 11-223,-44-18 202,-15 2 20,0 0 0,-1 0 0,1 1 0,-1 0 1,1 1-1,-2-1 0,1 1 0,-1 1 0,1-1 1,-2 1-1,1 0 0,-1 0 0,0 1 0,-1 0 0,1 0 1,-1 0-1,-1 0 0,0 0 0,0 1 0,-1 0 0,0-1 1,0 1-1,-1 0 0,0 0 0,-1 3 1,2-5 1,159 840 213,-138-709-136,43 359 139,-20 2 1,-23 1-1,-23 44-217,-5-450 0,0-132 0,-23-315-3109,5 238-2816</inkml:trace>
  <inkml:trace contextRef="#ctx0" brushRef="#br1" timeOffset="126887.709">8260 10308 9922,'0'0'15846,"17"-17"-11988,-8 7-3749,140-113 893,43 19-103,174-65-899,-348 160-98,0 2-1,1 0 1,0 1-1,1 1 0,0 0 1,-1 2-1,1 0 1,5 1 98,-30 18-466,-108 48 428,85-48 74,2 2 0,0 1 1,1 1-1,1 2 0,0 0 1,2 1-1,1 1 0,1 1 1,1 1-1,1 1 0,1 0 1,2 1-1,-9 23-36,-29 63 58,5 2-1,5 2 1,5 2 0,5 2-1,6 1 1,5 1 0,5 1-1,1 117-57,21-13-24,-5-228-37,0 0-1,0 0 1,0 1-1,0-1 0,0 0 1,0 0-1,0 0 1,0 0-1,1 0 0,-1 0 1,0 0-1,1 0 1,-1 0-1,1 0 0,-1 0 1,1 0-1,0 0 1,-1 0-1,1 0 0,0 0 1,0 0-1,-1-1 1,1 1-1,0 0 0,0 0 1,0-1-1,0 1 1,0-1-1,0 1 0,0-1 1,0 0-1,0 1 1,0-1-1,0 0 0,1 1 1,-1-1-1,0 0 1,0 0-1,0 0 0,0 0 1,0 0-1,0 0 1,0-1-1,1 1 0,-1 0 1,0-1-1,0 1 1,0 0-1,0-1 0,0 1 1,0-1-1,0 0 1,0 1 61,14-22-4368</inkml:trace>
  <inkml:trace contextRef="#ctx0" brushRef="#br1" timeOffset="127477.723">9100 10241 27854,'0'0'792,"-5"25"-350,-50 184 148,-131 252 69,162-411-660,26-66-395,14-19-254,2 2-1,2 0 1,1 1 0,1 1 0,2 1 0,20-20 650,-39 44 79,0 0 0,0 0-1,1 1 1,0 0 0,0 0 0,1 0 0,0 1 0,-1 0-1,1 0 1,1 0 0,-1 1 0,0 0 0,1 1 0,0-1-1,-1 2 1,1-1 0,0 1-79,-6 2 29,0 0 0,0 0 0,0 1 0,0-1 0,0 1 0,0-1 0,-1 1 0,1 0 0,0-1 0,-1 1 0,0 0 0,1 0-1,-1 0 1,0 0 0,0 0 0,0 0 0,0 1 0,0-1 0,-1 0 0,1 0 0,-1 1 0,0-1 0,1 0 0,-1 1 0,0-1 0,0 0 0,0 1 0,-1-1 0,1 0 0,0 1-1,-1-1 1,0 0 0,0 1 0,0-1-29,1 14 88,-12 252 405,58-185-114,-19-46-245,-18-18-103,-1 1 0,0 0 1,-2 1-1,0-1 0,-1 1 0,-1 0 1,-1 0-1,-1 1 0,-1-1 0,-1 0 0,-1 1 1,-2 14-32,3-25 0,0-1 0,0 0 0,-1 0 0,-1 0 0,1 0 0,-1 0 0,-1 0 0,0 0 0,-1-1 0,1 0 0,-2 1 0,1-1 0,-2 0 0,1-1 0,-1 0 0,0 1 0,-1-2 0,1 1 0,-2-1 0,1 0 0,-1-1 0,0 1 0,0-2 0,-1 1 0,0-1 0,0 0 0,0-1 0,0 0 0,-1-1 0,1 1 0,-8 0 0,13-3 16,0 0 0,0 0 0,0 0 0,0 0 0,0-1 0,0 0 1,0 1-1,0-2 0,-1 1 0,1 0 0,0-1 0,0 0 0,0 0 0,0 0 1,0 0-1,0-1 0,0 1 0,1-1 0,-1 0 0,0 0 0,1 0 0,0-1 1,-1 1-1,1-1 0,0 0 0,0 0 0,1 0 0,-1 0 0,1-1 0,-1 1 1,1-1-1,0 1 0,-1-4-16,1-3 19,1 0 1,0 0-1,0-1 1,1 1 0,1 0-1,0-1 1,0 1-1,1 0 1,0 0-1,0 0 1,1 0-1,1 0 1,0 1-1,0-1 1,1 1-1,0 0 1,0 1 0,1-1-1,4-4-19,145-148-469,-115 125 32,26-26-5076,-9 13-14178</inkml:trace>
  <inkml:trace contextRef="#ctx0" brushRef="#br1" timeOffset="128381.489">9310 12409 19108,'0'0'8723,"-22"25"-6566,-158 183-1618,-177 254 234,309-420-778,47-86-1212,4 36 1165,0 0-1,0 0 0,0 0 0,1 1 1,1 0-1,-1 0 0,1 0 0,0 0 0,1 0 1,-1 1-1,2 0 0,-1 1 0,0-1 0,1 1 1,0 0-1,0 1 0,0-1 0,1 1 1,3-1 52,-8 7 16,-1 0 0,0 0 0,0 0 0,0 0 0,0 0 0,0 1 1,-1-1-1,1 0 0,-1 1 0,1-1 0,-1 1 0,0 0 0,0-1 0,0 1 1,0 0-1,-1 0 0,1 0 0,-1-1 0,0 1 0,1 0 0,-1 0 1,0 0-1,-1 0 0,1 0 0,-1 0 0,1-1 0,-1 1 0,0 0 0,0 0-16,1 10 55,-13 596-81,14-642-237,1 0 1,2 0-1,1 0 0,2 1 1,1 0-1,1 0 1,2 1-1,1 0 1,1 1-1,4-4 263,-3 8 132,1 2 0,1-1-1,1 2 1,0 0 0,2 1 0,1 1 0,1 1-1,0 0 1,2 2 0,0 1 0,1 0 0,0 2-1,2 1 1,0 1 0,0 1 0,1 1-1,0 2 1,7-2-132,-28 10 49,-3-1-21,1 1-1,0-1 1,0 1 0,1 0-1,-1 0 1,0 0 0,0 1-1,0-1 1,1 1-1,-1 0 1,0 0 0,0 1-1,1-1 1,-1 1-1,0 0 1,0 0 0,0 0-1,0 1 1,0-1 0,0 1-1,0 0 1,-1 0-1,2 2-27,-1 5 28,-2 0-1,1 0 1,-1 1-1,-1 0 0,1-1 1,-2 1-1,1 0 1,-1-1-1,-1 1 0,0 0 1,0-1-1,-1 1 0,-1 0-27,-6 19 26,-2-1 0,0 0-1,-2-1 1,-2 0 0,0-1-1,-1-1 1,-2-1-1,-1 0 1,0-1 0,-15 12-26,27-26-14,-1 0 1,0-1 0,0 0-1,-1-1 1,0 0 0,-1 0-1,1 0 1,-1-2 0,-1 1-1,1-1 1,-1 0 0,0-1-1,0-1 1,0 0 0,-9 2 12,18-5-39,0 0 0,0 0 0,-1-1 0,1 1 0,0 0-1,0-1 1,0 0 0,-1 1 0,1-1 0,0 0 0,0 0-1,0 0 1,0 0 0,0 0 0,0-1 0,1 1 0,-1-1-1,0 1 1,1-1 0,-1 1 0,1-1 0,-1 0 0,1 0-1,0 0 1,0 0 0,0 0 0,0 0 0,0 0 0,0 0-1,1 0 1,-1 0 0,1-1 0,-1-1 40,-5-82-955,6 72 899,-1 9 114,1 0 0,0 0-1,0 0 1,1 0 0,-1 0 0,1 0 0,0 0 0,1 0-1,-1 0 1,1 0 0,0 1 0,0-1 0,0 1-1,1-1 1,-1 1 0,1 0 0,0 0 0,1 0 0,-1 0-1,1 1 1,-1-1 0,1 1 0,0 0 0,0 0-1,1 1 1,-1-1 0,0 1 0,1 0 0,0 0 0,-1 0-1,1 0-57,8-2 19,0 1-1,0-1 1,0 2-1,1 0 0,-1 1 1,0 0-1,1 1 1,-1 0-1,1 1 0,-1 1 1,0 0-1,0 1 0,0 0 1,0 1-1,0 0 1,-1 1-1,1 1 0,-1 0 1,-1 1-1,1 0 1,-1 0-1,0 1 0,-1 1 1,1 0-19,34 54-2050,-20-14-3280,-5 1-4415</inkml:trace>
  <inkml:trace contextRef="#ctx0" brushRef="#br1" timeOffset="128689.682">8651 14831 8834,'0'0'20492,"0"0"-19203,0 0-689,0 0-288,0 0-64,0 0-64,0 0-104,-16-79-80,25 89-32,-5 24-200,-1 15-240,-3 10-889,-25 28-1127,-7-16-6994,-6-10-8490</inkml:trace>
  <inkml:trace contextRef="#ctx0" brushRef="#br1" timeOffset="129131.796">8282 15518 20500,'0'0'6116,"0"0"-3913,0 0-1581,0 0-362,0 0-64,0 0-39,20-7-78,126-59-60,-119 47-63,-19 11 19,1 1 0,0 0-1,0 0 1,0 1 0,1 1 0,0 0 0,0 0 0,1 0 0,-1 2 0,1-1 0,0 1 0,0 1 0,5-1 25,-7 64-894,-14-35 793,-1 1 1,-2-1 0,0 0-1,-2 0 1,0-1 0,-2-1 0,-8 14 100,-6 13-19,-242 534 389,236-525-351,42-91-1509,96-156-2528,31 22 5739,-63 123 877,-72 42-2565,-1 0-1,0 1 1,1-1-1,-1 1 0,0-1 1,1 1-1,-1-1 1,0 1-1,0 0 1,1 0-1,-1-1 0,0 1 1,0 0-1,0 0 1,0 0-1,0 0 1,0 1-1,0-1 1,-1 0-1,1 0 0,0 0 1,-1 1-1,1-1 1,0 0-1,-1 1 1,0-1-1,1 1 1,-1-1-1,0 0 0,0 1 1,0-1-1,0 1 1,0-1-1,0 1 1,0-1-1,0 0 1,0 1-1,-1 0-32,1 6 123,11 316 1162,-11-322-1301,-1 0 0,1 1 0,0-1 0,0 0 1,0 1-1,0-1 0,1 0 0,-1 0 0,1 0 0,-1 1 1,1-1-1,0 0 0,0 0 0,-1 0 0,2 0 0,-1 0 1,0 0-1,0 0 0,1 0 0,-1-1 0,1 1 0,-1 0 0,1-1 1,0 1-1,-1-1 0,1 0 0,0 1 0,0-1 0,0 0 1,0 0-1,0 0 0,0-1 0,1 1 0,-1 0 0,0-1 1,0 1-1,0-1 0,1 0 0,-1 0 0,0 0 0,1 0 1,-1 0-1,0-1 0,0 1 0,0 0 0,1-1 0,-1 0 1,2 0 15,53-118-8157,-27 35-2153,-1 3 6987</inkml:trace>
  <inkml:trace contextRef="#ctx0" brushRef="#br1" timeOffset="129343.915">9021 15598 10882,'0'0'6644,"0"0"350,0 0-5180,0 0-1600,0 0-11,0 0-14,-8 10 121,-13 17 93,2 2 1,0 1-1,2 0 1,2 1-1,0 0 1,2 2-1,-7 29-403,19-61-3,0 1-1,0-1 1,0 1 0,0-1-1,1 1 1,-1-1-1,0 1 1,1-1-1,-1 1 1,1 0-1,0-1 1,0 1-1,0 0 1,-1-1-1,1 1 1,1 0 0,-1 0-1,0-1 1,0 1-1,1 0 1,-1-1-1,1 1 1,-1-1-1,1 1 1,0-1-1,-1 1 1,1-1-1,0 1 1,0-1 0,0 1-1,0-1 1,1 0-1,-1 0 1,0 0-1,0 0 1,1 0-1,-1 0 1,1 0-1,-1 0 1,1 0-1,-1 0 1,1-1 0,-1 1-1,1-1 1,0 1-1,-1-1 1,1 0-1,0 1 1,-1-1-1,1 0 1,0 0-1,-1 0 4,3-1-191,0 1-1,0-1 1,0 0-1,0 0 1,0 0 0,0 0-1,0-1 1,-1 1-1,1-1 1,-1 0-1,1 0 1,-1 0-1,0-1 1,0 1-1,0-1 1,0 0-1,0 0 1,0 0-1,-1 0 192,31-42-7696,-8 0-1062</inkml:trace>
  <inkml:trace contextRef="#ctx0" brushRef="#br1" timeOffset="129714.875">9295 15007 6825,'0'0'17546,"0"0"-12731,0 0-4333,0 0-382,0 0 114,0 0 157,-1 17-81,-7 234 383,11 22-29,23 120-644,32 191 183,-57-435-771,-9-251-1522,-4 31-3507,-3-7-9585</inkml:trace>
  <inkml:trace contextRef="#ctx0" brushRef="#br1" timeOffset="129913.036">9477 15512 29086,'0'0'1032,"0"0"-752,0 0-207,0 0-41,0 0-32,120 81-521,-102-76-3423,-7-5-17685</inkml:trace>
  <inkml:trace contextRef="#ctx0" brushRef="#br1" timeOffset="130982.095">11805 12645 24733,'0'0'4000,"0"0"-2645,0 0-827,-2-20-20,1 12-467,0-22 106,-2 0 1,-2 0-1,0 0 1,-2 1 0,-1 0-1,-2 0 1,0 1 0,-3-1-148,12 26 6,-1 0 0,1 0 1,-1 0-1,0 1 1,0-1-1,-1 0 1,1 1-1,0 0 1,-1-1-1,1 1 0,-1 0 1,0 0-1,0 0 1,0 1-1,0-1 1,0 1-1,0 0 0,0 0 1,0 0-1,-1 0 1,1 0-1,0 1 1,-1-1-1,1 1 0,0 0 1,-1 0-1,1 0 1,-1 0-1,1 1 1,0 0-1,-1-1 1,1 1-1,-1 1-6,-5 2 0,1 0 0,0 0 0,0 1-1,0 0 1,1 0 0,0 1 0,0 0 0,0 1 0,1-1 0,0 1-1,0 1 1,-1 1 0,-24 41-7,3 1-1,2 1 0,2 2 0,3 0 1,2 1-1,2 1 0,3 1 0,3 0 1,2 1-1,-1 34 8,3-28-3,3 1-1,2 0 1,4 0 0,7 51 3,-8-107 4,0-1 1,0 0 0,0 1 0,1-1 0,0 0 0,1 0 0,0 0-1,0 0 1,1-1 0,-1 1 0,2-1 0,-1 0 0,1 0-1,0 0 1,1-1 0,-1 0 0,1 0 0,1 0 0,-1-1 0,1 1-1,0-2 1,0 1 0,0-1 0,1 0 0,-1 0 0,1-1-1,0 0 1,0-1 0,0 0 0,3 1-5,-4-4 6,0 0 0,0-1 0,-1 0 1,1 0-1,-1 0 0,0-1 0,1 0 0,-1 0 0,0 0 1,-1-1-1,1 0 0,-1 0 0,1 0 0,-1-1 0,-1 0 1,1 0-1,-1 0 0,1-1 0,-2 1 0,1-1 0,0-1-6,29-41 3,-2-1-1,-2-1 1,-3-1-1,-2-2 0,-2-1 1,-3 0-1,-2-1 1,-2-1-1,-3-1 1,-2 0-1,1-54-2,-9 87-14,0 13-8,-1 0 0,0 0-1,-1 0 1,0 0 0,-1 0 0,0 0 0,-1 0 0,0 0 0,0 0 0,-1 0 0,-1 1 0,0 0 0,0-1 0,-1 1 0,-1-1 22,-55-71-1113,11 23-3164,-13-11-10512</inkml:trace>
  <inkml:trace contextRef="#ctx0" brushRef="#br1" timeOffset="131971.211">10001 9888 17764,'0'0'9008,"0"0"-6802,0 0-1835,22-2 57,145-4 280,-158 4-687,0 1 0,0 1 0,0 0 0,0 0 0,1 0-1,-1 1 1,0 1 0,0 0 0,0 0 0,0 0 0,-1 1 0,1 1 0,-1-1-1,1 2 1,-1-1 0,0 1 0,-1 0 0,1 0 0,-1 1 0,0 0 0,-1 1-1,1-1 1,3 7-21,1 8 23,-1 2-1,-1-1 0,-1 1 1,-1 1-1,-1-1 0,-1 1 1,-1 0-1,-1 0 1,-1 1-1,-2-1 0,0 0 1,-2 7-23,3 7 15,-6 165 81,-9-1-1,-31 146-95,16-111 87,11 0 1,9 48-88,8-272 0,0-1 0,0 1 0,2 0 0,-1 0 0,2 0 0,0 0 0,0-1 0,1 1 0,1-1 0,0 1 0,0-1 0,1-1 0,1 1 0,0-1 0,1 0 0,0 0 0,1 0 0,0-1 0,2 2 0,-1-4 0,0-1-1,0 1 1,1-1 0,0-1 0,0 0 0,0-1 0,1 1 0,0-2-1,0 0 1,0 0 0,0-1 0,1 0 0,-1-1 0,1 0 0,0-1-1,0-1 1,-1 0 0,1 0 0,0-1 0,0 0 0,-1-1-1,1-1 1,-1 0 0,0 0 0,1-1 0,-1-1 0,8-4 0,-2 0-34,-1-2 1,0 1-1,-1-2 0,-1 0 1,0 0-1,0-2 0,-1 1 1,-1-2-1,0 0 1,5-9 33,-40 67 7,2 1 1,2 1 0,2 1 0,1 1-1,-1 18-7,6 11 14,4 0-1,3 0 0,5 54-13,-1-84 3,13 221 88,44 230-91,-20-207 70,15 235 396,-23 1-1,-24 109-465,-54 20 123,26-538-523,21-116 285,0 0 0,0 1-1,0-1 1,0 0 0,0 0 0,-1 0 0,1 0-1,0 0 1,-1-1 0,1 1 0,-1-1 0,1 1 0,0-1-1,-1 0 1,1 0 0,-1 0 0,1 0 0,-1-1 0,1 1-1,-1-1 1,1 1 0,0-1 0,-1 0 0,1 0-1,0 0 1,0 0 0,-1 0 0,1-1 0,0 1 0,0-1-1,1 1 1,-1-1 0,0 0 0,0 1 0,1-1 0,-1 0-1,1 0 1,-1 0 0,1 0 0,0-1 0,0 1-1,0 0 1,0 0 0,0-1 115,-46-63-9570,1-11-929</inkml:trace>
  <inkml:trace contextRef="#ctx0" brushRef="#br1" timeOffset="132396.073">10919 13983 22117,'0'0'5902,"0"0"-4232,-18 4-1150,-83 21 620,167-26-105,356-60-662,-277 35-363,607-98-10,-711 121-25,-40 4-509,-7 2-1652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4:35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26334,'0'0'2241,"0"0"-1171,0 0-534,0 0-145,0 0 33,1-11 19,1-31 885,72 172-1328,33 72 0,-98-97-1743,-9-71-331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4:39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62 28206,'0'0'790,"-7"26"-161,-47 169 297,37 20-342,18-212-584,0 0 1,0 0 0,1 0-1,-1 0 1,1 0 0,-1 0 0,1-1-1,0 1 1,0-1 0,1 0-1,-1 1 1,0-1 0,1 0-1,-1 0 1,1 0 0,-1-1 0,1 1-1,0-1 1,0 1 0,0-1-1,0 0 1,0 0 0,0 0-1,0-1 1,0 1 0,0-1-1,1 1 1,-1-1 0,0 0 0,0 0-1,0-1 1,1 1 0,-1-1-1,0 1 1,0-1 0,0 0-1,0 0 1,0-1 0,0 1 0,0 0-1,-1-1 1,1 0 0,0 0-1,1-1 0,198-124-247,-163 98 132,337-287-867,-296 256 1069,-78 61-64,-1 0 1,0 0 0,1 0-1,-1 0 1,0 0 0,0 1-1,0-1 1,0 1 0,0-1-1,0 0 1,-1 1 0,1-1-1,0 1 1,-1 0 0,1-1-1,-1 1 1,0 0 0,1-1-1,-1 1 1,0 0-1,0-1 1,0 1 0,0 0-1,0-1 1,-1 1 0,1 0-1,0-1 1,-1 1 0,1-1-1,-1 1 1,0 0-24,1 6 84,-12 150 274,13-157-358,0 1 0,1 0 1,-1 0-1,1-1 0,-1 1 0,1-1 1,0 0-1,-1 1 0,1-1 1,0 0-1,0 0 0,0 0 1,0 0-1,0-1 0,0 1 0,0 0 1,0-1-1,0 1 0,0-1 1,1 0-1,-1 0 0,0 0 1,0 0-1,0 0 0,0 0 0,1-1 1,-1 1-1,0-1 0,1 0 0,7 1 2,13-3-1,-1 0-1,1-2 0,-1 0 0,0-2 0,0 0 1,-1-2-1,2-1 0,60-21 0,-41 19-232,1 3 0,0 1 0,0 3-1,1 1 1,0 2 0,6 2 232,-48 0-153,0 0 0,0 0 0,-1 0 0,1 0 0,0 0-1,0 1 1,0-1 0,-1 1 0,1-1 0,0 1 0,0 0-1,-1-1 1,1 1 0,-1 0 0,1 0 0,-1 0 0,1 1-1,-1-1 1,1 0 0,-1 0 0,0 1 0,0-1 0,0 1-1,0-1 1,0 1 0,0-1 0,0 1 0,0 0 0,-1 0-1,1-1 1,-1 1 0,1 0 0,-1 0 0,1-1 0,-1 1-1,0 0 1,0 0 0,0 0 153,1 32-99,-1-25 673,-58 31 4351,-58 73-6968,77-77-2639</inkml:trace>
  <inkml:trace contextRef="#ctx0" brushRef="#br0" timeOffset="718.806">1088 804 26846,'0'0'1360,"-7"22"-365,-56 231 819,42-121-1607,6 0 0,2 93-207,13-225-12,1-1-1,-1 0 1,0 1-1,0-1 1,0 0-1,1 1 1,-1-1-1,0 0 1,1 1-1,-1-1 1,0 1-1,1-1 1,-1 1-1,1-1 1,-1 1-1,1-1 1,-1 1-1,1-1 1,-1 1-1,1 0 1,0-1-1,-1 1 1,1 0-1,-1-1 1,1 1-1,0 0 1,-1 0 0,1 0-1,0 0 1,0-1-1,-1 1 1,1 0-1,0 0 1,-1 0-1,1 0 1,0 1-1,-1-1 1,1 0-1,0 0 1,-1 0-1,1 1 1,0-1-1,-1 0 1,1 0-1,-1 1 1,1-1-1,0 1 1,-1-1-1,1 0 1,-1 1-1,1-1 1,-1 1-1,0-1 1,1 1-1,-1 0 1,1-1-1,-1 1 1,0-1-1,1 1 1,-1 0-1,0-1 1,0 1-1,0 0 1,1-1-1,-1 1 13,95-181-2135,-87 159 1922,70-176-1816,-32 73 853,6 2 1,48-77 1175,-96 190 212,0 0 1,1 1-1,0 0 1,1 0-1,0 0 0,0 1 1,1-1-1,0 2 0,0-1 1,1 1-1,-1 0 0,1 0 1,1 1-1,-1 0 1,1 1-1,0 0 0,0 0 1,0 1-1,0 0 0,0 1 1,1 0-1,0 0 1,-1 1-1,1 0 0,2 0-212,-7 3 46,0 1 0,0-1 0,0 1-1,-1 0 1,1 0 0,0 0 0,-1 1 0,0-1-1,0 1 1,0 0 0,0 1 0,-1-1-1,0 0 1,0 1 0,0 0 0,0 0 0,-1 0-1,1 0 1,-1 0 0,-1 0 0,1 1 0,-1-1-1,0 1 1,0-1 0,0 1 0,-1-1 0,0 1-1,0-1 1,0 1 0,-2 3-46,5 52 68,-3 0 0,-3 0 0,-2 0-1,-3-1 1,-3 0 0,-3 0 0,-1-1 0,-4-1 0,-2 0 0,-26 49-68,-22-2-1040,67-102 1004,0 0-1,0-1 1,-1 0-1,1 1 1,-1-1-1,1 0 0,-1 0 1,0-1-1,0 1 1,0 0-1,0-1 1,0 0-1,0 0 1,0 0-1,-1 0 1,1 0-1,0-1 1,0 1-1,-1-1 1,1 0-1,0 0 1,-1 0-1,1 0 1,0-1-1,-1 0 1,1 1-1,0-1 1,0 0-1,0 0 1,0-1-1,-1 1 1,2-1-1,-1 1 1,0-1-1,0 0 1,-1-2 36,-6-7 32,2 0-1,-1-1 1,2 0 0,-1 0 0,2 0 0,-1-1-1,2 0 1,0-1 0,0 1 0,2-1-1,-1 0 1,2 0 0,0 0 0,0 0-1,2-1 1,0 1 0,0 0 0,1 0 0,1-1-1,0 1 1,1 0 0,1 1 0,4-12-32,0 7 25,1 0 0,0 0 0,1 1 0,1 0 0,1 1 0,1 0 0,0 1 1,0 0-1,2 1 0,0 1 0,0 0 0,9-4-25,4 1 12,-28 16-11,1 0 1,0 0-1,-1 0 0,1 0 1,-1 0-1,1 0 0,-1 0 1,1 0-1,0 0 0,-1 0 1,1 0-1,-1 0 0,1 0 1,-1 1-1,1-1 0,-1 0 1,1 0-1,-1 1 0,1-1 1,-1 0-1,1 1 0,-1-1 1,1 0-1,-1 1 0,1-1 1,-1 1-1,0-1 0,1 0 1,-1 1-1,0-1 0,0 1 1,1 0-1,-1-1 0,0 1 1,0-1-1,0 1 0,1-1 1,-1 1-1,0-1 0,0 1 1,0 0-1,0-1 0,0 1 1,0-1-1,0 1 0,0-1 1,-1 1-1,1 0 0,0-1 1,0 1-1,0-1 0,-1 1 1,1-1-1,0 1 0,0-1 1,-1 1-1,1-1 0,0 1 1,-1-1-1,1 0 0,-1 1 1,1-1-1,-1 1 0,1-1-1,-85 172 499,31-75-392,48-84-96,-6 9-6,1 0-1,0 1 1,2 0-1,1 1 1,1 0 0,1 0-1,1 1 1,-2 22-5,27-48-5,152-147 73,-35 37 137,-127 113-198,-15 27-47,-66 101-1246,25-63-1033</inkml:trace>
  <inkml:trace contextRef="#ctx0" brushRef="#br0" timeOffset="978.541">174 2509 29206,'-26'15'796,"-121"75"122,209-107 276,84-49-986,117-58-4,1339-576 37,-1574 690-305,121-27-596,-155 47-1425,-63 11 276,14-9-2754,-20-1-10397</inkml:trace>
  <inkml:trace contextRef="#ctx0" brushRef="#br0" timeOffset="1162.321">1254 1680 26774,'0'0'2224,"0"0"-1656,-30 118-336,21-58-96,4-1-40,5-2-64,0-2-32,0-3-72,5-5-320,8-14-352,-4-11-464,0-16-2185</inkml:trace>
  <inkml:trace contextRef="#ctx0" brushRef="#br0" timeOffset="1322.515">1574 1489 29342,'0'0'696,"24"128"161,-15 12-249,-4 34-96,-5 21-56,0 6-176,0 8-264,0 42-16,0 7 0,8-55-1008,-1-43-945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4:35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170 674 29774,'0'0'653,"0"0"-353,0 0-123,0 0 116,21-7 135,88-35-74,-2-6-1,93-56-353,-59 30 55,-76 40-34,-22 11-4,0 1 0,1 3 0,1 1 0,25-5-17,52 12-1,-118 11 1,-1 1-1,1-1 0,-1 1 1,1 0-1,-1 0 1,1 1-1,-1-1 0,1 0 1,-1 1-1,0 0 1,0 0-1,0 0 0,0 0 1,0 1-1,0-1 0,-1 1 1,1 0-1,-1-1 1,0 1-1,1 0 0,-1 0 1,-1 1-1,1-1 1,0 0-1,-1 1 0,0-1 1,0 1-1,0-1 1,0 1-1,0-1 0,-1 1 1,1 11 2,-1-1-1,-1 1 1,-1-1-1,0 0 0,-1 0 1,0 1-1,-1-2 1,0 1-1,-2 0 1,1-1-1,-2 0 1,1 0-1,-2-1-1,-120 217 71,-10-5 1,-21 9-72,-370 461 137,306-415-128,207-258-23,2-2-98,20-29-1089,120-160-1999,-56 72-208</inkml:trace>
  <inkml:trace contextRef="#ctx0" brushRef="#br0" timeOffset="266.205">836 1337 27150,'0'0'1096,"18"100"-24,-18 23-248,0 40-247,0 17-81,-3-8-208,3-21 0,0-24-152,0-25-80,0-29-40,7-29-16,-3-23-160,5-15-168,6-6-232,25-83 40,-5-5-857,0-15-1607</inkml:trace>
  <inkml:trace contextRef="#ctx0" brushRef="#br0" timeOffset="517.177">1345 1114 28110,'0'0'1082,"0"0"-280,0 0-309,-24 12-131,3-2-279,5-2-27,0 0-1,0 1 0,1 0 0,0 1 1,0 1-1,2 1 0,-1 0 1,-8 10-56,2-2 41,1 1 0,1 0 0,1 2 0,1 0 0,1 0 0,1 2 0,1-1 0,1 2 0,1 0 0,1 0 0,2 1 0,0 0 0,2 1 0,1-1-1,0 19-39,5-43-1,-1 0 1,1 0-1,0 0 1,0 0-1,0 0 1,0 0-1,1 0 1,-1 0 0,1 0-1,0 0 1,-1 0-1,1-1 1,1 1-1,-1 0 1,0-1-1,1 1 1,-1-1 0,1 1-1,0-1 1,0 0-1,0 1 1,0-1-1,0 0 1,0 0-1,1-1 1,-1 1 0,1 0-1,-1-1 1,1 1-1,0-1 1,-1 0-1,1 0 1,0 0-1,0 0 1,0-1 0,2 1-1,9 0-50,0 0 1,-1-1 0,1-1-1,0 0 1,-1-1 0,1-1-1,-1 0 1,1 0 0,-1-1 0,0-1-1,-1 0 1,1-1 0,-1-1-1,0 0 1,-1 0 0,1-1 0,3-4 49,18-15-658,-1-1 1,-2-2-1,-1 0 1,-1-2 0,0-4 657,17-26-2808</inkml:trace>
  <inkml:trace contextRef="#ctx0" brushRef="#br0" timeOffset="720.213">1831 218 28990,'0'0'855,"-3"26"-283,-31 394 983,35 703-760,26-472-1790,-27-677 38,-4-14-1044</inkml:trace>
  <inkml:trace contextRef="#ctx0" brushRef="#br0" timeOffset="936.909">1890 1112 28726,'0'0'824,"0"0"-504,0 0 56,138 22-135,-37 15-185,-9-1-56,-2-7-1417</inkml:trace>
  <inkml:trace contextRef="#ctx0" brushRef="#br0" timeOffset="1299.849">3335 386 24309,'0'0'3954,"0"0"-2631,0 0-721,0 0-131,0 0-209,0 0-60,13-6 115,-2 2-278,-1 1 1,1 0-1,0 0 1,1 1-1,-1 0 0,0 1 1,0 0-1,1 1 1,-1 0-1,1 1 0,4 1-39,56 6 104,112 27 39,-181-34-143,-1 0-1,1 1 1,0-1 0,0 1-1,-1 0 1,1 0-1,-1 0 1,1 0 0,-1 0-1,0 1 1,0-1 0,0 1-1,0-1 1,0 1-1,0 0 1,-1 0 0,0 0-1,1 0 1,-1 0-1,0 0 1,0 0 0,-1 0-1,1 0 1,-1 0 0,0 1-1,1-1 1,-1 0-1,-1 0 1,1 0 0,0 1-1,-1-1 1,1 0-1,-1 0 1,0 0 0,0 0-1,-1 0 1,1 0 0,-1 1 0,-10 20-14,-2 0 0,-1 0 0,-1-1 0,-1-1 0,0-1 0,-21 19 14,16-16-24,-845 873-1255,740-750-555,95-113-1646</inkml:trace>
  <inkml:trace contextRef="#ctx0" brushRef="#br0" timeOffset="1682.923">3499 1333 29006,'0'0'638,"-8"25"-286,-59 162 200,17-34-93,59-182-553,1 1 0,1-1 0,2 2 0,1 0 0,1 0 0,17-23 94,-18 32-2,0 0 0,2 1 1,-1 0-1,2 2 0,0 0 1,1 0-1,1 2 0,0 0 1,0 2-1,1 0 1,1 1-1,0 0 0,0 2 1,1 1-1,0 1 0,0 0 1,0 2-1,1 1 0,0 0 1,0 2-1,-1 0 1,21 3 0,-37-1 13,-1 0-1,1 0 0,0 1 0,-1 0 0,1 0 0,-1 0 0,1 0 0,-1 1 1,0 0-1,0 0 0,-1 0 0,1 1 0,0 0 0,-1 0 0,0 0 0,0 0 1,0 1-1,-1-1 0,1 1 0,-1 0 0,0 0 0,-1 0 0,1 1 0,-1-1 1,0 0-1,0 1 0,-1 0 0,1-1 0,-1 1 0,-1 0 0,1 0 0,-1 0 1,0 0-1,0-1 0,-1 1 0,1 0 0,-1 0 0,-1-1 0,1 1 0,-1 0 1,0-1-1,0 1 0,-1-1 0,-1 2-11,-11 25-63,-2-1 0,-1-1 0,-1-1 0,-2-1 1,0 0-1,-2-2 0,-25 23 63,16-17-891,7-11-908</inkml:trace>
  <inkml:trace contextRef="#ctx0" brushRef="#br0" timeOffset="2001.72">4308 5 29422,'0'0'494,"19"-1"-288,36-2-167,0 2 0,0 3 0,0 2 0,36 8-39,-79-9 7,12 0-3,-1 1-1,0 2 0,0 0 0,0 1 1,-1 1-1,0 1 0,0 1 1,-1 1-1,-1 1 0,0 0 0,0 2 1,-1 0-1,-1 2 0,0 0 0,7 9-3,-20-13-36,0 1 0,-1-1 0,0 1-1,-1 0 1,0 0 0,-1 0 0,0 1-1,-2-1 1,1 0 0,-1 1 0,-1-1-1,-1 0 1,0 0 0,0 0 0,-1 0-1,-1 0 1,0 0 0,-1-1 0,0 1-1,-1-2 1,0 1 0,-5 5 36,-12 18-428,-1 0-1,-2-1 1,-2-2 0,0 0-1,-3-2 1,0-1 0,-35 23 428,-70 36-4440,63-51-8017</inkml:trace>
  <inkml:trace contextRef="#ctx0" brushRef="#br0" timeOffset="2433.1">4659 418 27214,'0'0'845,"-2"18"-279,-10 46-68,-3 0 0,-3-1 0,-20 50-498,-21 70 370,22 34-200,37-210-168,-1-1 1,2 1-1,-1-1 1,1 1-1,0-1 1,0 1-1,1-1 1,0 0-1,0 1 1,0-1-1,1 0 1,0-1-1,0 1 1,1 0-1,-1-1 1,1 0-1,0 0 1,1 0 0,-1 0-1,1 0 1,0-1-1,0 0 1,0 0-1,1-1 1,0 1-1,-1-1 1,1 0-1,4 1-2,19 8 38,0 0-1,0-2 1,1-1-1,1-1 1,27 2-38,-33-6 12,0 0 0,0 2 0,0 0 0,-1 2 0,0 1 0,-1 1 0,1 1 0,-2 1 0,13 8-12,-30-15 4,1 0 0,-1 0-1,0 1 1,0-1 0,-1 1-1,1 0 1,-1 0-1,-1 1 1,1-1 0,-1 1-1,0 0 1,-1 0 0,1 0-1,-1 0 1,-1 0 0,1 0-1,-1 0 1,-1 1 0,1-1-1,-1 1 1,0-1 0,-1 0-1,0 1 1,0-1 0,-1 0-1,0 0 1,0 0-1,0 0 1,-1 0 0,0 0-1,0 0 1,-1-1 0,0 0-1,0 0 1,-1 0 0,1 0-1,-1-1 1,-1 1-4,-22 20 24,0-2 0,-2-1 0,0-2 0,-2-1 1,0-1-1,-1-2 0,0-1 0,-2-2 0,0-1 0,0-1 0,-26 3-24,41-9 41,0-2-1,0 0 1,-1-1-1,1-1 1,-1-1-1,1-1 1,-1-1-1,-2-1-40,18 0 3,1 1 0,1-1 0,-1 0 0,0-1 0,0 1 0,1 0 0,-1-1 0,1 0 0,0 0 0,0 0 0,0 0 0,0-1 0,1 1 0,-1-1-1,1 1 1,0-1 0,0 0 0,0 0 0,0 0 0,1 0 0,0 0 0,0-1 0,0 1 0,0 0 0,0 0 0,1-1 0,0 1 0,0 0 0,0-1-1,1 1 1,-1 0 0,1-1 0,0 1 0,0 0 0,1 0 0,-1 0 0,1 0 0,0 0 0,0 0 0,1-2-3,7-10-3,1 0 1,0 1 0,1 0-1,1 1 1,0 0 0,1 1-1,0 1 1,1 0-1,7-3 3,401-267-2945,-306 206-4987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4:48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917 0 22749,'0'0'5324,"0"0"-3824,0 0-1077,-23 4-145,14-3-253,-9 1 10,-1 1 1,1 1 0,0 1 0,0 0 0,1 1 0,-1 1-1,1 1 1,-15 9-36,-45 37 64,3 3 0,2 3 0,3 3-1,3 3 1,3 3 0,-13 23-64,60-78 39,2 1-1,0 1 1,0 0 0,2 1 0,0 0-1,1 1 1,1 0 0,0 1 0,2 0-1,0 1 1,1-1 0,1 1 0,1 1-1,1-1 1,0 1 0,2 0 0,0 16-39,6-24 0,1-1 0,1 0 1,0 0-1,1 0 0,0-1 1,1 0-1,0 0 1,0-1-1,2 0 0,-1 0 1,1-1-1,0-1 0,1 1 1,0-2-1,0 1 0,1-2 1,5 3-1,45 35-12,-51-35-3,-1 0 0,0 0 0,0 1 0,0 1 0,-2-1 1,1 1-1,-1 1 0,-1 0 0,0 0 0,-1 0 0,0 1 0,-1 0 0,0 0 0,-1 0 0,-1 1 0,0-1 0,0 1 0,-2 0 0,0 0 0,0 0 0,-1 3 15,-6 20-8,-1-1 0,-1 0 0,-2 0 0,-2-1 1,-1-1-1,-1 0 0,-3-1 0,0 0 0,-2-1 1,-1-1-1,-2-1 0,-1-2 0,-1 0 0,-24 22 8,-95 113 95,195-150-213,-28-12 117,-17 2 2,-1 1-1,1 0 0,-1 0 0,1 0 0,-1 0 0,-1 1 1,1 0-1,-1 1 0,0-1 0,0 1 0,0 0 1,-1 0-1,0 0 0,0 1 0,-1-1 0,1 1 1,-1 0-1,-1 0 0,0 0 0,0 1 0,1 5 0,22 71 52,-5 0 0,-3 1 1,-3 1-1,-5 0 0,-3 2-52,-6-85 1,35 833 684,-30-616-534,-4 1067 341,-17-859-492,14-411-220,4-53-355,9-31-732,2-21-1336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5:10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417 182 30310,'0'0'579,"0"0"-435,-9-20-86,-27-63 60,35 78-112,-1 1 0,1 0 0,-1 0 0,0 0 0,0 0 0,0 0 0,-1 0 0,1 0 0,-1 1 0,0-1 0,0 1 0,0 0 0,0 0 0,-1 0 0,1 0 0,-1 1 0,0-1 0,0 1 0,0 0 0,0 0 0,0 0 0,0 1 0,0-1 0,-1 1 0,1 0 0,0 0-1,-1 1 1,1-1 0,-1 1 0,1 0 0,-1 0 0,1 1 0,-1-1 0,1 1 0,0 0 0,-1 0 0,1 1 0,0-1 0,0 1 0,-3 1-6,-9 7 4,0 1 0,0 0 0,1 2 0,0-1 1,1 2-1,0 0 0,1 1 0,1 0 0,1 1 0,0 0 0,1 1 0,0 0 0,-5 15-4,9-18 31,0 1-1,1-1 1,0 1-1,1-1 0,1 1 1,0 1-1,1-1 1,0 13-31,2-24 4,0 1-1,0 0 1,1 0 0,-1-1 0,1 1 0,0-1 0,0 1 0,1-1 0,-1 1 0,1-1-1,0 1 1,0-1 0,1 0 0,-1 0 0,1 0 0,0-1 0,0 1 0,0-1 0,0 1-1,1-1 1,-1 0 0,1 0 0,0 0 0,0-1 0,0 0 0,0 1 0,0-1 0,1-1-1,3 2-3,6 1-23,1 0-1,-1-1 0,1-1 0,0 0 0,0-1 0,0-1 0,0 0 0,0-1 0,0-1 0,-1 0 0,1-1 0,-1-1 0,1 0 0,-1-1 0,0 0 0,-1-2 0,1 1 1,-1-1-1,0-1 0,-1 0 0,8-8 24,60-99-3438,-58 60-4603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5:1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312 144 30615,'0'0'569,"0"0"-409,0 0-75,0-19 87,0-57-20,0 74-150,0 0-1,0 0 0,0 0 0,0 1 0,0-1 1,0 0-1,-1 0 0,1 0 0,-1 0 0,1 1 0,-1-1 1,0 0-1,1 0 0,-1 1 0,0-1 0,0 1 1,0-1-1,-1 1 0,1-1 0,0 1 0,0 0 0,-1-1 1,1 1-1,-1 0 0,1 0 0,-1 0 0,1 0 1,-1 0-1,0 0 0,1 1 0,-1-1 0,0 1 0,0-1 1,0 1-1,1-1 0,-1 1 0,0 0 0,0 0 1,0 0-1,0 0 0,0 0 0,0 1-1,-70 19-98,59-14 97,1 0 0,0 1 0,0 1 0,1 0 0,0 1 0,0 0 0,1 0 0,0 1 0,0 0 0,1 1 0,1 0 0,0 1 0,1 0 0,0 0 0,0 0 0,1 1 0,1 0 0,0 0 0,1 0 0,1 1 0,0 0-1,0-1 1,0 12 1,4-21 9,-1 0-1,1 0 0,0-1 0,0 1 0,0 0 0,0 0 0,1-1 1,0 1-1,-1-1 0,1 1 0,0-1 0,1 0 0,-1 1 0,1-1 1,-1-1-1,1 1 0,0 0 0,0-1 0,0 1 0,0-1 0,1 0 1,-1 0-1,0 0 0,1 0 0,0-1 0,-1 1 0,1-1 0,0 0 1,0 0-1,0-1 0,0 1 0,0-1 0,-1 0 0,4 0-8,3 1 7,0 0 0,1-1 0,-1 0 0,0-1-1,0 0 1,-1-1 0,1 0 0,0 0 0,0-1-1,-1 0 1,0-1 0,1 0 0,6-5-7,-3-2-200,0 0 0,0-1 1,-1-1-1,-1 0 0,0-1 1,-1 0-1,0 0 0,-1-1 1,-1 0-1,-1-1 0,4-10 200,8-22-3396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5:11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1 385 10802,'0'0'19332,"0"0"-18659,0 0-513,123-31 40,-1-9 48,3 1-80,-8 3-112,-19 9-56,-23 9-8,19-8-432,-11 4-1169,-26 3-7529</inkml:trace>
  <inkml:trace contextRef="#ctx0" brushRef="#br0" timeOffset="274.123">854 0 18340,'0'0'10418,"0"0"-9602,0 0 113,144 109-369,-96-72-176,1-1-152,-10-4-144,-4-7-64,-15-3 0,-11-4-24,-9-1 0,-13 5 0,-25 4 0,-10 5-64,-24 19-256,13-9-544,8-7-1801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4:52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1159 28950,'0'0'1032,"0"0"-624,171-22 169,-29 0 47,56-17-48,27-12-104,6-7-344,-21-1-128,-35 10 0,-19 7 0,-18 9 0,-28 9 0,-27 10-88,0-5-664,-30 5-680,-11-2-969</inkml:trace>
  <inkml:trace contextRef="#ctx0" brushRef="#br0" timeOffset="571.556">1553 555 19108,'-14'24'8819,"-294"521"-5272,32-60-3138,-172 341-325,395-743-151,57-112-376,24-20 277,2 1 0,2 2 0,2 1 0,2 2 0,4-1 166,-2 0-126,-16 18 55,23-30-56,3 2 0,2 3 0,2 2 0,2 1-1,12-4 128,-59 47 27,0 0 0,0 0-1,0 1 1,0 0 0,1 0-1,0 0 1,0 1 0,0 0-1,0 1 1,0 0 0,0 0-1,1 1 1,-1 0 0,1 0-1,-1 1 1,2 0-27,-7 1 9,-1 0-1,0 0 0,0 1 1,1-1-1,-1 0 1,0 1-1,0 0 0,0-1 1,0 1-1,-1 0 1,1 0-1,0 0 1,-1 0-1,1 0 0,-1 0 1,0 1-1,0-1 1,0 0-1,0 1 0,0-1 1,0 1-1,-1-1 1,1 1-1,-1-1 1,1 1-1,-1-1 0,0 1 1,0 0-1,-1 1-8,2 1 15,2 192 253,-6-160-223,2 0 1,1 0 0,2 0-1,2 0 1,1-1-1,10 33-45,-13-62 10,1 0 0,-1 0 1,1 0-1,1 0 0,0-1 0,0 0 0,0 0 0,0 0 0,1 0 0,0 0 0,1-1 0,-1 0 0,1 0 0,0-1 0,0 0 1,0 0-1,0 0 0,1 0 0,0-1 0,0 0 0,0-1 0,0 0 0,0 0 0,0 0 0,0-1 0,1 0 0,-1 0 0,1-1 0,-1 0 1,1 0-1,-1-1 0,0 0 0,1 0 0,-1-1 0,0 0 0,5-2-10,9-6 5,0-1-1,-1-1 1,0-1-1,-1 0 1,-1-2-1,0 0 1,-1-1-1,0-1 1,-2-1 0,0 0-1,-1-1 1,12-20-5,-14 24 3,-1-1-1,-1 0 1,0 0 0,-1-1 0,-1-1 0,0 0 0,-1 0 0,-1 0 0,-1-1 0,-1 1-1,0-1 1,0-19-3,-5 34 6,-1 0 1,1 0-1,-1 0 0,0 0 0,0 1 0,-1-1 0,1 0 0,-1 1 0,0 0 0,0-1 0,0 1 0,0 0 1,0 1-1,0-1 0,-1 0 0,0 1 0,1 0 0,-1 0 0,0 0 0,0 0 0,0 1 0,0-1 0,-1 1 0,1 0 1,0 1-1,0-1 0,-1 1 0,1-1 0,0 1 0,-1 1 0,1-1 0,0 0 0,-1 1 0,1 0 0,0 0 0,-4 2-6,-7-3 16,0-1-59,-1 1 0,1 1 0,0 0 0,-1 1 1,1 1-1,0 0 0,0 1 0,1 1 0,-1 0 0,1 1 0,0 0 0,0 1 0,1 1 0,0 0 0,0 1 1,1 0-1,-10 10 43,0 6-1173</inkml:trace>
  <inkml:trace contextRef="#ctx0" brushRef="#br0" timeOffset="870.647">2660 476 26622,'0'0'3032,"0"0"-2816,0 0-136,114 26-40,-62-6-24,16 23-16,-15-4-504,-18 1-6169</inkml:trace>
  <inkml:trace contextRef="#ctx0" brushRef="#br0" timeOffset="1119.162">2274 1522 25373,'0'0'4745,"0"0"-4569,158-75-120,-46 14-16,-7 1 41,4-1-17,29-10-64,-41 24-673,-9 3-2455</inkml:trace>
  <inkml:trace contextRef="#ctx0" brushRef="#br0" timeOffset="1303.253">3061 1178 28894,'-18'119'856,"-4"33"-496,-4 29-184,0-1 353,2-11-105,2-5-272,4-12-88,9-30-40,5-37-24,4-34-104,0-25-352,0-12-177,0-20 1,9-20-184,-3-17-2601</inkml:trace>
  <inkml:trace contextRef="#ctx0" brushRef="#br0" timeOffset="1528.696">2769 1802 22749,'0'0'4825,"0"0"-3833,0 0-296,-157 67-184,121-22-136,8 1-216,13-3-112,10-4-48,5-11-184,11-12-128,16-14-160,3-2 112,7-18-56,-4-8-568,-11-1-13107</inkml:trace>
  <inkml:trace contextRef="#ctx0" brushRef="#br0" timeOffset="1869.008">3201 1372 30206,'0'0'601,"0"0"-505,0 0 24,0 0 272,0 0-160,9 122-64,8-92-24,1-3-24,0 3-40,1-3-32,-1-3-48,2-4-56,15-12-400,-7-8-865,-2 0-1479</inkml:trace>
  <inkml:trace contextRef="#ctx0" brushRef="#br0" timeOffset="2741.903">3979 1 29582,'0'0'542,"0"0"-270,0 25 83,0-7-261,-24 167 669,-112 225-380,126-320-380,11-87-4,1 0 0,-1 0 0,1 0 0,0 0 0,0 0 0,0 0 0,1 0 0,-1-1 0,1 1 0,-1-1 0,1 0 0,0 0 0,0 0 0,0 0 0,0 0 0,0 0 0,0-1 0,0 0 0,1 1 0,-1-1 0,1-1 0,-1 1 0,1 0 0,-1-1 0,1 0 0,-1 1 0,1-2 0,-1 1 0,1 0 0,-1-1 0,1 1 0,-1-1 0,1 0 0,1-1 1,10 2-1,349-43 38,-359 42-37,0 1 0,0 0 0,0 0 0,0 0 1,-1 1-1,1 0 0,0 0 0,0 0 0,-1 0 0,1 1 0,-1 0 0,1 0 0,-1 0 0,0 0 0,0 1 0,0 0 0,0 0 1,0 0-1,0 0 0,-1 0 0,0 1 0,0-1 0,0 1 0,0 0 0,0 0 0,-1 0 0,1 1 0,-1-1 0,0 0 0,-1 1 1,1 0-1,-1-1 0,0 1 0,0 0 0,0 3 0,1 12-3,0 0 1,-2 0-1,-1 1 1,0-1-1,-1 0 1,-1-1-1,-1 1 1,-1 0-1,-1-1 1,-1 0-1,0 0 1,-1-1-1,-1 0 1,-10 15 2,-10 12-10,-2-1 0,-2-1 0,-2-2 1,-2-1-1,-2-1 10,11-9-8,-3 0 0,0-2 0,-2-2 0,0-1 0,-2-1 0,-1-2 0,-1-2 0,-25 10 8,61-28-25,-1-1-1,1 1 1,-1-1 0,1 0 0,-1 0 0,0 0 0,1 0-1,-1 0 1,0 0 0,0 0 0,0 0 0,0-1 0,0 1 0,0-1-1,0 1 1,0-1 0,0 0 0,0 0 0,0 0 0,0 0-1,0 0 1,0 0 0,0 0 0,0-1 0,0 1 0,1-1-1,-1 0 1,0 1 0,0-1 0,0 0 0,0 0 0,1 0-1,-1 0 1,0-1 0,1 1 0,-1 0 0,1-1 0,-1 1-1,1-1 1,0 1 0,0-1 0,0 0 0,0 1 0,0-1-1,0 0 1,0 0 0,0 0 0,1 0 0,-1 0 0,1 0-1,-1 0 1,1 0 0,0 0 25,2-23-751,1 0 0,2 0-1,0 0 1,2 1 0,1 0 0,0 1 0,2-1-1,1 2 1,1-1 0,8-10 751,-13 20-539,-6 11 482,35-64 177,31-21 5488,-66 85-5563,-1 1 1,1 0-1,0 0 1,0 0-1,0-1 0,-1 1 1,1 0-1,0 0 1,0 0-1,1 0 1,-1 1-1,0-1 1,0 0-1,0 0 1,0 1-1,1-1 1,-1 1-1,0-1 1,1 1-1,-1-1 1,1 1-1,-1 0 0,0 0 1,1-1-1,-1 1 1,1 0-1,-1 0 1,0 1-1,1-1 1,-1 0-1,1 0 1,-1 1-1,0-1 1,1 1-1,-1-1 1,0 1-1,1-1 0,-1 1 1,0 0-1,0 0 1,0-1-1,0 1 1,0 0-1,0 0 1,0 0-1,0 0 1,0 1-1,0-1 1,0 0-1,-1 0 1,1 0-1,0 2-45,14 73 556,-15 235-296,0-306-255,-1-2-21,1 1 0,-1-1 0,0 1 1,1-1-1,0 1 0,0-1 0,0 1 1,0-1-1,1 1 0,-1-1 1,1 0-1,0 1 0,0-1 0,0 0 1,0 1-1,1-1 0,-1 0 0,1 0 1,0 0-1,0 0 0,0 0 1,0-1-1,0 1 0,1-1 0,-1 1 1,1-1-1,0 0 0,-1 0 0,1 0 1,0 0-1,0 0 0,1-1 1,1 1 15,13 0-70,0-1 1,0 0-1,0-2 1,0 0-1,0-1 1,0-1-1,0 0 1,0-2-1,-1 0 1,0 0-1,0-2 1,0 0-1,-1-1 1,3-3 69,0 1-7,0 1 0,1 1 0,0 0 0,1 2 0,-1 0 0,1 2 0,0 0 0,0 1 0,0 1 0,2 1 7,-19 4 19,0 0 0,0 0 0,0 0 0,0 1 0,0-1 1,-1 1-1,0 0 0,1 0 0,-1 0 0,-1 1 0,1-1 1,-1 1-1,1-1 0,-1 1 0,-1 0 0,1 0 0,-1 0 0,0 0 1,0 0-1,0 0 0,-1 0 0,1 0 0,-1 0 0,-1 1 0,1-1 1,-1 0-1,0 0 0,0 0 0,0 0 0,-2 3-19,3 1 4,-6 36 15,-3-1-1,-1 0 0,-2 0 0,-2-1 0,-1 0 0,-3-1 0,-13 20-18,28-55-1,1 2 0,-1 0 1,0 0-1,-1-1 0,0 1 1,0-1-1,-1 1 1,0-1-1,-1-1 1,1 1-1,-2-1 0,1 0 1,-1 0-1,0-1 1,0 0-1,0 0 1,-1-1-1,0 0 0,0 0 1,-1-1-1,1 0 1,-1 0-1,0-1 1,-3 1 0,-83-5-1258,68-1 347,1 2 0,-1 0 0,0 2 0,1 1 0,-1 0 0,1 3 0,-4 1 911,-3 5-8245</inkml:trace>
  <inkml:trace contextRef="#ctx0" brushRef="#br0" timeOffset="3561.203">4273 1991 20036,'0'0'6740,"0"0"-5053,0 0-1311,0 0 363,0 0 98,0 0-216,-7 9-194,-80 91 290,-60 83-594,136-155-148,34-30-58,203-125 55,-212 121 29,1 1-1,-1 0 1,0 1 0,1 1 0,0 0 0,0 1-1,0 1 1,0 0 0,0 1 0,13 2-1,-24-1 0,0-1 0,-1 1 0,1 0 0,-1 0 0,0 1 0,1-1 0,-1 1 0,0-1 0,0 1 0,0 0 0,0 0 0,0 1 0,0-1 0,-1 1 0,1-1 0,-1 1 0,1 0 0,-1 0 0,0 0 0,0 0 0,-1 0 0,1 0 0,0 0 0,-1 1 0,0-1 0,0 1 0,0-1 0,0 1 0,-1-1 0,1 1 0,-1 3 0,1 2 0,-1 1 0,0 0 0,0 0 1,-1 0-1,0 0 0,-1 0 0,0-1 1,-1 1-1,0-1 0,0 1 1,-3 4-1,-17 20 1,0 0 0,-2-1 1,-2-2-1,-1-1 1,-1-1-1,-1-1 1,-2-2-1,-1-1 1,-19 11-2,28-16-61,-2-2 0,1 0 0,-2-2-1,-1-1 1,0-1 0,0-1 0,-1-2 0,-1 0 0,0-3 0,0 0 0,-26 2 61,52-10-43,1 0 0,-1 0 1,0 0-1,1-1 0,-1 0 0,0 1 1,1-1-1,-1-1 0,1 1 1,0 0-1,-1-1 0,1 0 0,0 0 1,0 0-1,0 0 0,0 0 0,0-1 1,0 1-1,1-1 0,-1 1 1,1-1-1,0 0 0,0 0 0,0-1 1,0 1-1,1 0 0,-1 0 0,1-1 1,0 1-1,-1-1 0,1 0 43,-13-118-1296,14 117 1249,0-11-93,-2 10 208,0-1 1,1 1-1,0-1 0,0 0 1,1 0-1,0 0 0,0 1 1,1-1-1,-1 0 0,1 0 1,1 1-1,-1-1 0,1 0 1,1 1-1,-1 0 0,1-1 1,0 1-1,0 0 0,1 1 0,0-1 1,0 0-1,0 1 0,1 0 1,-1 0-1,1 0 0,0 1 1,1 0-1,-1 0 0,1 0 1,0 0-1,0 1 0,2-1-68,18 0 101,0 2 0,0 0 0,0 2-1,0 1 1,0 1 0,0 1 0,-1 1-1,14 4-100,92 10-882,-59-16-1477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4:50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560 361 26382,'0'0'4585,"0"0"-4481,0 0-104,0 0-8,131 46 8,-96-23 0,-9 29-280,-8-3-953,-16-2-2023</inkml:trace>
  <inkml:trace contextRef="#ctx0" brushRef="#br0" timeOffset="216.583">1 1285 26382,'0'0'3648,"0"0"-3199,0 0-353,0 0 128,146-20 192,10-37-104,19-12-176,-6-6-88,-39 11-24,-41 21-24,-23 10 0,-9 5-112,15-14-512,-10 7-1017,-14-1-2632</inkml:trace>
  <inkml:trace contextRef="#ctx0" brushRef="#br0" timeOffset="632.779">947 890 27622,'53'637'3458,"-48"-492"-3203,-6-1-1,-7 1 1,-23 126-255,31-269 0,-2 13 1,0 0-1,-1 0 0,-1 0 0,0 0 1,-1 0-1,0-1 0,-2 0 0,1 0 1,-2-1-1,-1 3 0,8-15-2,0 0 0,0-1 0,0 1 1,0 0-1,0 0 0,0-1 0,0 1 1,0-1-1,-1 1 0,1-1 0,0 1 1,0-1-1,0 0 0,-1 0 0,1 1 0,0-1 1,0 0-1,-1 0 0,1 0 0,0-1 1,0 1-1,-1 0 0,1 0 0,0-1 1,0 1-1,-1 0 0,1-1 0,0 1 0,0-1 1,0 0-1,0 1 0,0-1 0,0 0 1,0 0-1,0 1 0,0-1 0,0 0 0,0 0 1,1 0-1,-1 0 0,0 0 0,1 0 1,-1-1-1,0 1 0,1 0 0,0 0 1,-1 0-1,1 0 0,0-1 0,-1 1 0,1 0 1,0 0-1,0-1 0,0 1 0,0 0 1,0-1-1,0 1 0,1 0 0,-1 0 1,0 0-1,1-2 2,-36-294-1124,28 176 554,2 62 221,-1-25-999,-3 0 0,-4 1 0,-13-38 1348,26 119 62,0-1 0,1 1 0,-1 0 0,0 0-1,-1 0 1,1 0 0,0-1 0,-1 1 0,1 0 0,-1 0 0,1 0-1,-1 0 1,0 0 0,0 0 0,0 0 0,0 0 0,0 0 0,-1 1-1,1-1 1,-1 0 0,1 1 0,-1-1 0,1 1 0,-1-1 0,0 1-1,1 0 1,-1 0 0,0 0 0,0 0 0,0 0 0,0 0 0,0 0-1,0 1 1,0-1 0,-1 1 0,1 0 0,0-1 0,0 1 0,0 0-1,0 0 1,-1 0 0,1 1 0,0-1 0,0 0 0,0 1 0,0-1-1,0 1 1,0 0 0,0 0 0,0 0 0,0 0 0,0 0 0,0 0-1,0 0 1,1 1 0,-1-1 0,1 1 0,-1-1 0,1 1 0,-2 1-62,-10 28 149,1 0 1,1 1 0,1 1 0,2 0 0,2 0-1,1 0 1,1 1 0,2 0 0,2 22-150,0 152-940,1-209 873,0-1 1,0 1-1,0 0 0,0 0 1,0 0-1,0 0 1,0 0-1,0 0 0,0 0 1,0 0-1,0 1 1,0-1-1,1 0 0,-1 1 1,0-1-1,1 1 1,-1-1-1,0 1 1,1-1-1,-1 1 0,1 0 1,-1 0-1,1 0 1,-1 0-1,0 0 0,1 0 1,-1 0-1,1 0 1,-1 1-1,0-1 1,1 1-1,-1-1 0,0 1 1,1-1-1,-1 1 1,0 0-1,0-1 0,1 1 1,-1 0-1,0 0 1,0 0-1,0 0 1,0 0-1,0 0 0,0 0 1,0 0-1,-1 1 1,1-1-1,0 0 0,-1 0 1,1 1-1,-1-1 1,1 0-1,-1 1 0,0-1 1,1 1-1,-1-1 1,0 1-1,0-1 1,0 0-1,0 1 0,0-1 1,0 1-1,-1-1 1,1 0-1,0 1 0,-1-1 1,1 1-1,-1-1 1,1 0 66,84-197-4699,-51 107 3455,-2 4-1240</inkml:trace>
  <inkml:trace contextRef="#ctx0" brushRef="#br0" timeOffset="1672.091">1528 0 29142,'0'0'896,"0"0"-520,0 0-205,0 0 249,-9 27-2,-55 172-69,52-6-268,13-188-82,0 0-1,0 1 1,0-1-1,1 0 1,0 0-1,0 0 1,1 0-1,-1 0 1,1 0-1,0-1 1,0 1-1,1-1 1,-1 0-1,1 0 1,0 0-1,0 0 1,0-1-1,1 1 1,-1-1-1,1-1 1,-1 1-1,1 0 1,0-1-1,0 0 1,1 0-1,-1-1 1,0 1-1,1-1 2,160 13 7,-142-14 2,26-1-4,-30-1-4,1 1 0,-1 0 0,1 2 0,-1 0 0,1 1 0,-1 1 0,0 2 0,0-1 0,0 2 0,0 1 0,-1 0 0,10 7-1,-24-11 0,-1 1-1,0 0 1,0 0 0,-1 0-1,1 0 1,-1 1 0,0 0-1,0-1 1,0 1 0,-1 0-1,0 0 1,0 0 0,0 1-1,0-1 1,-1 0-1,0 1 1,0-1 0,-1 1-1,1-1 1,-1 1 0,0 0-1,-1-1 1,1 1 0,-1-1-1,0 1 1,-47 131 17,19-86-32,-2-1 1,-2-2-1,-2-1 0,-2-2 1,-2-1-1,-2-2 0,-2-2 1,-32 23 14,69-58-39,0 0 0,0 0 0,-1-1 0,0 0 1,1 0-1,-2-1 0,1 1 0,0-2 0,0 1 0,-1-1 0,0 0 1,1 0-1,-1-1 0,0 0 0,-2-1 39,8-1-37,0-1 0,0 0 0,-1 0 0,1 0 0,1 0-1,-1 0 1,0-1 0,1 1 0,-1-1 0,1 1 0,-1-1 0,1 1 0,0-1 0,0 1 0,0-1 0,1 0-1,-1 0 1,1 0 0,-1 1 0,1-1 0,0 0 0,0 0 0,0 0 0,1 0 0,-1 1 0,1-1-1,-1 0 1,1 0 0,0 0 37,-1-11-156,2-20-177,2 0-1,1 0 1,1 0 0,2 1 0,2 0 0,0 0-1,2 1 1,2 1 0,1 0 0,1 0 0,2 2-1,1 0 1,9-9 333,47-22 1979,-74 60-1945,1 1-1,0-1 1,0 0-1,-1 1 1,1-1 0,0 1-1,0 0 1,-1-1-1,1 1 1,-1 0-1,1 0 1,-1 0-1,1 0 1,-1 0 0,1 0-1,-1 1 1,0-1-1,0 0 1,0 1-1,0-1 1,0 1 0,0-1-1,0 1 1,0-1-1,0 1 1,-1 0-1,1 0 1,-1-1-1,1 1 1,-1 0 0,0 0-1,0-1 1,1 1-1,-1 0 1,0 0-1,-1 0 1,1-1-1,0 1 1,0 0 0,-1 0-1,1-1 1,-1 1-1,0 0 1,1-1-1,-1 1 1,0 0 0,0 0-34,0 5 84,-57 260 1206,42-217-1216,3-1 0,2 2 0,1 0 0,-1 48-74,11-97-5,0 1 0,-1-1 0,1 0 0,0 1 1,0-1-1,1 1 0,-1-1 0,0 0 0,1 1 0,-1-1 1,1 0-1,0 0 0,0 0 0,0 1 0,0-1 1,0 0-1,0 0 0,1 0 0,-1 0 0,1-1 1,-1 1-1,1 0 0,0-1 0,0 1 0,-1-1 0,1 1 1,0-1-1,0 0 0,0 0 0,1 0 0,-1 0 1,0 0-1,0 0 0,1-1 0,-1 1 0,0-1 1,1 0-1,-1 1 0,0-1 0,1 0 0,-1 0 0,0-1 1,1 1-1,-1 0 0,0-1 0,2 0 5,21-2-160,0-1 1,0-1-1,0-1 0,0-1 1,-1-2-1,0 0 0,-1-2 0,0 0 1,-1-2-1,0 0 0,14-12 160,15-6 16,-6 4 1,-25 13 53,1 1 1,1 1 0,0 1 0,0 1-1,1 0 1,21-4-71,-43 14 7,0 0 0,0-1 1,0 1-1,0 0 0,0 0 1,0 0-1,0 0 0,-1 1 0,1-1 1,0 0-1,0 0 0,0 1 1,0-1-1,0 0 0,0 1 0,-1-1 1,1 1-1,0-1 0,0 1 1,-1-1-1,1 1 0,0-1 0,-1 1 1,1 0-1,0-1 0,-1 1 0,1 0 1,-1 0-1,1 0 0,-1-1 1,0 1-1,1 0 0,-1 0 0,0 0 1,0 0-1,1 0 0,-1 0 1,0-1-1,0 1 0,0 0 0,0 0 1,0 0-1,0 0 0,0 0 0,0 0 1,-1 0-1,1 0 0,0 0 1,-1-1-1,1 1 0,0 0 0,-1 0-7,-17 52 373,-35 43 65,39-75-383,1 1-1,1 0 0,0 0 0,2 1 0,1 1 0,1 0 0,0 0 0,2 1 0,1 0 0,1 0 0,1 8-54,3-30 4,0 0 0,1 0-1,-1 0 1,1 0-1,0-1 1,0 1 0,0 0-1,0-1 1,1 1 0,-1-1-1,1 1 1,0-1-1,-1 0 1,1 1 0,0-1-1,0 0 1,0 0-1,1-1 1,-1 1 0,0 0-1,1-1 1,-1 1 0,1-1-1,0 0 1,-1 0-1,1 0 1,2 1-4,48 45 0,-51-39 5,-1 0 0,0-1 0,0 1 0,-1 0 1,0-1-1,0 1 0,-1 0 0,0-1 0,0 1 1,-1-1-1,0 1 0,0-1 0,-1 0 0,0 1 1,0-1-1,0-1 0,-1 1 0,0 0 0,-1-1 1,-1 1-6,-107 116 124,94-106-130,-1-1 0,0 0 1,-1-2-1,0 0 0,-1-1 0,-1-1 1,0-2-1,-1 0 0,0-1 0,0-2 1,-1 0-1,0-1 0,0-2 1,0-1-1,-1-1 0,1-1 0,-11-1 6,26-1-92,1 0-1,-1 0 1,1-2 0,-1 1-1,1-1 1,0 0-1,0-1 1,0 0-1,0 0 1,1-1 0,0 0-1,0-1 1,0 0-1,0 0 1,0-2 92,1 2-434,0-1 0,1 0 0,0-1 0,0 1 0,0-1 0,1 0 0,1-1 0,-1 1 0,1-1 0,1 0 0,0 0 0,0 0 0,1 0 0,0-1 0,0 1 0,1-1 0,0 1 0,1-1 0,0 1 0,1-1 1,0 0-1,0 1 0,2-7 434,33-31 7251,24 29-4574,66 32-1442,-87-1-1217,0 2-1,-2 2 0,0 1 1,-1 2-1,-1 2 0,-1 1 1,20 18-18,-7-1-1393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4:4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0 647 20500,'0'0'4113,"0"0"-1172,0 0-1965,0 0-566,0 0 4,0 0-48,21-7-64,183-45 377,121-24 74,-3-15 0,197-88-753,-383 141-582,-126 34-1398,-10 2 29</inkml:trace>
  <inkml:trace contextRef="#ctx0" brushRef="#br0" timeOffset="248.632">1197 0 24149,'0'0'4465,"-40"117"-3777,-1-5 48,-21 38-231,-12 16-97,-7-1-168,-3-7-136,8-12-64,1 2-24,12-12-16,14-29-16,19-34-104,14-30-184,10-19-24,6-8-121,6-16-135,16-16-616,7-18-2657</inkml:trace>
  <inkml:trace contextRef="#ctx0" brushRef="#br0" timeOffset="561.552">1313 856 27566,'0'0'1063,"0"0"-374,22 1-278,66 8-55,-85-8-336,-1 0-1,0 0 0,1 0 1,-1 1-1,0-1 1,0 1-1,0-1 1,0 1-1,0 0 0,0 0 1,-1 0-1,1 0 1,-1 0-1,1 0 1,-1 0-1,0 0 0,0 1 1,0-1-1,0 1 1,0-1-1,0 0 1,-1 1-1,1 0 0,-1-1 1,1 1-1,-1-1 1,0 1-1,0-1 1,0 1-1,-1-1 0,1 1 1,-1 0-1,1-1-19,-1 10 66,-1 56 77,-4-1-1,-2 0 1,-3-1 0,-15 45-143,1 62 348,25-171-342,0-1 1,0 1 0,0 0 0,1 0-1,-1 0 1,1-1 0,-1 1-1,1 0 1,0-1 0,-1 1-1,1 0 1,0-1 0,0 1-1,0-1 1,0 1 0,0-1 0,1 0-1,-1 1 1,0-1 0,1 0-1,-1 0 1,1 0 0,-1 0-1,1 0 1,-1 0 0,1-1-1,0 1 1,-1 0 0,1-1 0,0 1-1,0-1 1,-1 0 0,1 1-1,0-1 1,0 0 0,0 0-1,-1 0 1,1 0 0,0-1 0,1 1-7,79-21 148,-53 4-141,-1-1 0,-1-2 1,0 0-1,-1-2 0,-2-1 1,0-1-1,-2-1 0,0-1 0,-2-1 1,-1 0-1,14-29-7,-19 29-215,-1 0-1,-1-1 1,-1 0 0,-2-1-1,-1 0 1,-1-1 0,-2 1-1,0-1 1,-3-1 0,0 1-1,-2-21 216,0 3-3232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5:16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3353,'0'0'25533,"0"0"-24789,0 0-160,42 108-71,-42-39-97,0 24-152,-6-4-120,-10 6-104,1 1-40,4 1-184,2-12-1041,3-24-4560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5:18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30615,'0'0'608,"0"0"-592,0 0 8,31 130 16,-16-43 168,1 32-56,-7 25-104,-9 7-24,0-10-24,-14-35-184,1-41-936,0-25-5714</inkml:trace>
  <inkml:trace contextRef="#ctx0" brushRef="#br0" timeOffset="249.943">248 1174 27998,'0'0'4185,"0"0"-4185,0 0-336,0 0-304,0 0-1313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5:17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121 646 28646,'0'0'2897,"0"0"-2601,0 0-192,0 0-56,0 0 8,-42 112-56,12-72-208,5-11-1024,1-7-6210</inkml:trace>
  <inkml:trace contextRef="#ctx0" brushRef="#br0" timeOffset="467.225">283 320 2697,'0'0'26301,"0"0"-25309,0 0-183,0 0-377,140-110-184,-26 92-80,38 0-80,8 3-32,-11 11-56,-33 4-8,-15 0-136,-31 0-560,-22 0-1889</inkml:trace>
  <inkml:trace contextRef="#ctx0" brushRef="#br0" timeOffset="752.245">1169 1 22893,'0'0'5090,"0"0"-3712,0 0-1029,0 0 135,28 19 55,97 59-149,102 15 55,-224-90-445,-1 0-1,0 1 1,0-1-1,0 1 1,0 0-1,-1-1 1,1 1-1,-1 0 1,0 0-1,0 0 1,0 0-1,-1 0 1,0 0-1,1 0 1,-1 0-1,-1 0 1,1 0-1,-1 0 1,1 0-1,-1 0 1,0 0-1,0 0 1,-1 0-1,1-1 1,-1 1-1,0 0 1,0-1-1,0 1 1,0-1-1,-1 0 1,0 0-1,1 0 1,-1 0-1,0 0 1,0-1-1,0 1 1,-1-1-1,-1 1 1,-26 27-290,-1-1-1,-1-2 0,-1-2 1,-2-1-1,-24 12 291,-50 10-6315,61-35-11849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5:0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862 1 28302,'0'0'735,"0"0"-406,0 0-174,-22 1-58,11 0-81,-2-1 13,-1 1-1,1 0 0,-1 1 0,1 1 0,0 0 0,0 1 0,0 0 0,1 1 0,-1 0 1,1 1-1,-5 4-28,-59 43 148,2 3 1,2 4-1,3 3 1,3 2 0,-53 71-149,93-105 53,2 1 0,1 1 0,1 1 0,2 0 0,2 2 1,-14 36-54,26-56 4,1 1 0,0 0 0,1 0 0,1 1 0,1-1 0,0 1 0,1 0-1,1-1 1,1 1 0,1-1 0,0 1 0,1-1 0,1 1 0,0-1 0,1 0 0,7 13-4,46 87 1,-40-87 4,-2 1-1,-1 1 1,-1 1-1,-2 0 0,-2 0 1,0 1-1,2 25-4,-8-21 7,-2-1 1,-1 1-1,-3-1 0,0 1 0,-3-1 0,-1 0 0,-1 0 1,-9 24-8,-90 248 0,104-307-1,1 1-1,0 0 1,1-1 0,-1 1 0,0 0 0,1 0 0,-1 0 0,1 0 0,0 0 0,0-1 0,0 1-1,1 0 1,-1 0 0,1 0 0,-1 0 0,1-1 0,0 1 0,0 0 0,0 0 0,0-1-1,1 1 1,-1-1 0,1 1 0,-1-1 0,1 0 0,0 0 0,0 1 0,0-1 0,1 0 1,18 19 4,-1 1 0,-1 0 1,-1 1-1,-2 1 1,0 1-1,-1 0 0,-1 2 1,-2-1-1,-1 1 0,-1 1 1,-1 0-1,-1 0 1,-2 1-1,1 9-4,18 96 185,-5 1 0,-7 1 0,-5 0 0,-7 0 1,-11 83-186,-13 5 591,-40 159-591,33-222 58,11 37-54,19-196-7,0 0 0,1 0 0,-1 1 0,1-1 1,-1 0-1,1 0 0,0 0 0,-1 0 0,1 0 0,0 0 0,1 0 0,-1 0 1,0 0-1,1 0 0,-1-1 0,1 1 0,-1 0 0,1-1 0,0 0 0,-1 1 1,1-1-1,0 0 0,0 0 0,0 0 0,0 0 0,0 0 0,0 0 0,0 0 1,1-1-1,-1 1 0,0-1 0,0 0 0,0 0 0,1 0 0,-1 0 0,0 0 1,0 0-1,1 0 0,-1-1 0,0 1 0,0-1 0,0 1 0,0-1 0,0 0 1,0 0-1,0 0 0,0 0 0,0 0 0,0-1 0,0 1 0,0-1 0,-1 1 1,1-1-1,-1 1 0,1-1 0,-1 0 0,1-1 3,120-154-2108,-72 69-621</inkml:trace>
  <inkml:trace contextRef="#ctx0" brushRef="#br0" timeOffset="942.734">1263 409 28710,'0'0'1495,"0"0"-955,32-5-268,277-61 560,95-48-410,-273 102-1440,-108 20-993,-23-6 1333,1-1-1,-1 1 1,1-1-1,-1 1 1,0 0-1,1-1 0,-1 1 1,0 0-1,0-1 1,0 1-1,0 0 1,-1 0-1,1-1 1,0 1-1,-1 0 1,1-1-1,-1 1 0,1-1 1,-1 1-1,0-1 1,0 1-1,0-1 1,0 1-1,0-1 1,0 0-1,0 1 1,0-1-1,0 0 0,-1 0 1,0 1 678,-25 22-3667,0 0 4333,-81 81 19682,68-50-17907,2 13-1774,2 2-1,4 1 1,2 1-1,-1 17-666,24-66 10,1 1-1,1-1 1,1 1-1,1 0 1,1 1-1,1-1 1,2 18-10,-1-41 0,0 0 0,0 0 0,0 0 1,0 0-1,1 0 0,-1 0 0,0 1 1,0-1-1,1 0 0,-1 0 0,1 0 1,-1 0-1,1 0 0,0 0 0,-1 0 0,1-1 1,0 1-1,-1 0 0,1 0 0,0 0 1,0-1-1,0 1 0,0 0 0,0-1 1,0 1-1,0-1 0,0 1 0,0-1 0,0 1 1,0-1-1,0 0 0,0 0 0,0 1 1,0-1-1,1 0 0,-1 0 0,0 0 1,0 0-1,0 0 0,0 0 0,0-1 0,0 1 1,1 0-1,-1-1 0,0 1 0,0 0 1,0-1-1,0 1 0,0-1 0,0 0 1,0 1-1,53-30 12,-54 29-12,111-76-2522,-88 54-678</inkml:trace>
  <inkml:trace contextRef="#ctx0" brushRef="#br0" timeOffset="1210.37">1546 760 27622,'0'0'1008,"-71"123"-280,36-46-32,9 1-55,13-5-145,9-6-152,4-7-40,15-11-48,20-10-64,15-11-72,16-10-32,31-16-40,34-2-48,36-28-104,-25 1-520,-30-3-1313</inkml:trace>
  <inkml:trace contextRef="#ctx0" brushRef="#br0" timeOffset="6365.392">1625 2879 7626,'0'0'14883,"0"0"-10489,0 0-3195,0 0-216,0 0-164,0 0-136,-4-9-109,-14-25 53,14 54-573,-1-1 0,-1 1 0,-1-1 0,0 0 0,-1-1 0,-1 0 0,-1 0 0,-1-1 0,0 0 0,-7 7-54,3-2 15,-310 415-236,293-382-226,52-52-380,146-92-876,-134 72 1781,1 0-1,0 3 1,1 0 0,1 2-1,0 2 1,1 1 0,0 2-1,0 1 1,1 2 0,-1 2-1,1 1 1,14 3-78,-49-2 2,0 0-1,-1 0 1,1 0 0,0 1-1,0-1 1,0 1 0,0-1-1,-1 1 1,1 0 0,0 0-1,-1 0 1,1 0 0,-1 0-1,1 0 1,-1 0-1,1 0 1,-1 1 0,0-1-1,1 0 1,-1 1 0,0-1-1,0 1 1,0 0 0,0-1-1,-1 1 1,1 0 0,0-1-1,-1 1 1,1 0 0,-1 0-1,1 0 1,-1 0 0,0-1-1,0 1 1,0 0 0,0 0-1,0 0 1,0 0-1,-1 0 1,1-1 0,-1 2-2,-38 69-1095,-5-36-1543,-97 45-12753,78-51 11779,42-21 3578,-56 26-1812</inkml:trace>
  <inkml:trace contextRef="#ctx0" brushRef="#br0" timeOffset="6733.622">1197 3812 9602,'0'0'2831,"0"0"174,-2 19 4685,-11 125-3251,8-80-4068,-3 0-1,-3-1 1,-2 0 0,-3-1-1,-3 0 1,-2-2-1,-3 0 1,-13 20-371,28-57 37,23-35-220,43-62-612,19-28-891,5 4 0,36-31 1686,-85 98 189,1 2 0,1 2 0,1 0 0,1 3 0,19-9-189,-37 24 145,1 0 0,0 1-1,1 1 1,-1 1-1,1 0 1,1 2-1,-1 0 1,1 1-1,18 1-144,-33 1 19,0 1-1,0 0 1,0 1-1,0-1 1,0 1-1,0 0 1,-1 1-1,1-1 1,0 1-1,-1 0 1,1 1-1,-1-1 1,0 1-1,0 0 1,0 0-1,0 1 1,0 0-1,-1 0 1,1 0-1,-1 0 1,0 0-1,-1 1 1,1 0-1,-1 0 1,0 0-1,0 0 1,0 0-1,-1 1 1,0-1-1,0 1 1,0 0-1,0-1 1,-1 1-1,0 0 1,0 5-19,-2 9 32,-1-1 1,-1 1-1,0 0 1,-2-1-1,0 1 1,-1-1-1,-1 0 1,-1-1-1,-1 0 1,0 0-1,-1-1 1,-1 0-1,0-1 1,-2 0-1,0-1 1,0 0-1,-1-1 1,-1-1-1,-1 0-32,7-3-221,0-1-1,0 0 1,-1 0-1,-1-1 1,1-1-1,-1 0 0,-1 0 1,1-1-1,-1-1 1,0 0-1,-10 3 222,-13-4-4623,0-9-3715,2-11-5730</inkml:trace>
  <inkml:trace contextRef="#ctx0" brushRef="#br0" timeOffset="7017.829">1587 4155 15835,'0'0'3641,"0"0"4017,0 0-6882,0 0-8,-63 115-280,23-64-152,-4 6-232,1 0-48,3-1-56,-6 7-376,13-14-656,5-17-3361</inkml:trace>
  <inkml:trace contextRef="#ctx0" brushRef="#br0" timeOffset="7266.208">1392 4544 7626,'0'0'21212,"0"0"-20500,121 31-128,-58-11-336,5 2-143,5 0-105,25-9-73,-15-5-1263,-8-8-11354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5:00.11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5263 44 30022,'0'0'530,"0"0"-286,-16 18-48,-113 124 301,115-128-477,-1 0-27,-1 0 1,2 1 0,0 1-1,1 0 1,0 1 0,1 0 0,1 1-1,1 1 1,1-1 0,0 1-1,1 1 1,1 0 0,1 2 6,7-18-50,0-1 0,1 0 0,0 1 0,0-1 0,0 0 1,0 0-1,0 0 0,1-1 0,-1 1 0,1-1 0,-1 1 1,1-1-1,0 0 0,0 0 0,0 0 0,1 0 0,-1 0 0,0-1 1,0 0-1,1 0 0,-1 0 0,1 0 0,0 0 0,-1 0 0,1-1 1,-1 0-1,1 0 0,0 0 0,-1 0 0,1 0 0,-1-1 1,1 0-1,0 0 0,-1 0 0,1 0 0,0 0 50,13 0-406,188-37-562,-97 35 3465,-107 4-2506,0-1 0,0 1 1,0-1-1,0 1 0,0-1 1,0 1-1,0 0 0,0-1 1,0 1-1,0 0 0,-1 0 1,1 0-1,0-1 0,0 1 1,-1 0-1,1 0 0,0 0 1,-1 0-1,1 1 0,-1-1 1,0 0-1,1 0 0,-1 0 1,0 0-1,1 0 0,-1 0 1,0 1-1,0-1 0,0 0 1,0 0-1,0 0 0,-1 1 1,1-1-1,0 0 0,0 0 1,-1 0-1,1 0 0,-1 0 1,1 0-1,-1 0 0,1 0 1,-1 0-1,0 1 9,-26 47-2360,0-19-1329</inkml:trace>
  <inkml:trace contextRef="#ctx0" brushRef="#br0" timeOffset="5140.877">10805 600 29886,'0'0'763,"0"0"-392,0 0-44,9 18 19,67 131 193,-75-146-545,1 0-1,-1 0 1,1 0-1,0-1 1,0 1 0,0 0-1,0-1 1,0 1-1,0-1 1,1 0-1,-1 0 1,1 0-1,0 0 1,0 0 0,0 0-1,-1-1 1,1 0-1,1 1 1,-1-1-1,0 0 1,0 0-1,0-1 1,0 1 0,1-1-1,-1 0 1,0 1-1,1-2 1,-1 1-1,0 0 1,0 0-1,1-1 1,-1 0 0,0 0-1,0 0 1,0 0-1,1-1 7,185-122-2468,-155 101 1749,-19 10 668,1 1 0,1 0 0,0 2 0,0 0 0,1 0 0,0 2 1,1 0-1,0 1 0,0 1 0,1 1 0,0 1 0,6 0 51,-30 40 955,-97 87-135,-196 209-181,256-266-346,43-64-290,-1-1 0,1 1 0,0-1 0,0 0 0,0 1 0,0-1 1,0 0-1,0 0 0,0 0 0,0-1 0,1 1 0,-1 0 0,0-1 0,0 1 0,1-1 0,-1 0 0,0 0 0,1 0 0,-1 0 0,0 0 0,1 0 0,-1-1 0,0 1 0,0-1 0,1 0-3,7 1 11,166-22 48,-174 24-60,-1 0 0,1 0 0,-1 0 0,0 0 0,0 1 0,0-1 1,0 0-1,0 1 0,0-1 0,-1 0 0,1 1 0,-1-1 0,1 1 1,-1-1-1,0 1 0,0-1 0,0 1 0,-1-1 0,1 1 0,-1-1 1,1 1-1,-1-1 0,0 1 0,0-1 0,0 0 0,0 0 0,0 1 1,0-1 0,-126 186 20,-42 52 677,168-239-690,-1 0 0,1 1-1,0-1 1,0 1 0,0-1-1,0 1 1,0 0 0,0-1-1,0 1 1,1 0 0,-1 0 0,0-1-1,1 1 1,0 0 0,-1 0-1,1 0 1,0 0 0,0 0 0,0-1-1,0 1 1,0 0 0,0 0-1,1 0 1,-1 0 0,1 0-1,-1-1 1,1 1 0,0 0 0,-1 0-1,1-1 1,0 1 0,0-1-1,0 1 1,1-1 0,-1 1-1,1 0-5,144-7 27,-126 1-39,1 2-1,0 0 0,0 1 0,-1 2 1,1 0-1,0 1 0,6 2 12,-21-2 0,0 1 0,-1 0 0,1 0-1,-1 1 1,0-1 0,0 1 0,0 0 0,0 1 0,-1-1-1,0 1 1,0 0 0,0 0 0,0 0 0,-1 0 0,0 1 0,0-1-1,0 1 1,-1 0 0,0 0 0,0 0 0,-1 0 0,1 0-1,-1 1 1,0-1 0,-1 0 0,0 0 0,0 1 0,0-1-1,-1 0 1,0 1 0,0-1 0,0 0 0,-1 0 0,0 0-1,0 0 1,-1 0 0,1 0 0,-1-1 0,-1 1 0,0 0-1,-23 37-31,-2-3-1,-1 0 0,-3-2 1,0-1-1,-3-1 0,-34 25 33,3-14-1716,48-42-895</inkml:trace>
  <inkml:trace contextRef="#ctx0" brushRef="#br0" timeOffset="5531.472">12128 1117 24405,'0'0'5225,"0"0"-4681,0 0-360,112 4 233,13-8-33,48-26-136,14-9-144,-5-3-64,-29 5-40,-39-1-144,-37 13-1073,-29-1-2999</inkml:trace>
  <inkml:trace contextRef="#ctx0" brushRef="#br0" timeOffset="5999.856">13192 704 28382,'0'0'910,"-19"25"-286,-228 323 659,138-178-1096,7 5 0,-18 57-187,112-216 1,1 1-1,0 0 0,1 0 1,1 1-1,0 0 0,2-1 0,0 2 1,1-1-1,0 14 0,2-30-4,0-1-1,1 1 1,-1 0 0,1-1-1,-1 1 1,1-1 0,-1 1-1,1 0 1,0-1 0,0 0 0,0 1-1,0-1 1,0 1 0,0-1-1,0 0 1,0 0 0,0 0-1,1 0 1,-1 0 0,0 0-1,1 0 1,-1 0 0,1 0-1,-1 0 1,1-1 0,-1 1-1,1-1 1,0 1 0,-1-1-1,1 0 1,0 1 0,-1-1-1,1 0 1,0 0 0,-1 0-1,1-1 1,0 1 0,-1 0-1,1 0 1,0-1 0,-1 1-1,1-1 1,-1 0 0,1 1 0,0-1 3,82-31-364,12-27-744,-3-4-1,84-74 1110,-135 103-34,5 4 629,-50 71 289,-62 67 327,112-161-807,-40 43-402,0 0 0,-1-1 0,0 0 0,0 0 0,-1 0-1,-1 0 1,0-1 0,-1 0 0,0 0 0,-1 0-1,0 0 1,-1 0 0,0 0 0,-1-5-2,-1 13-21,1 0 1,-1 0 0,-1 0-1,1 0 1,-1 0-1,1 0 1,-1 0-1,0 1 1,-1-1 0,1 1-1,-1-1 1,1 1-1,-1 0 1,0 0 0,0 0-1,0 0 1,-1 1-1,1-1 1,-1 1 0,1 0-1,-1 0 1,0 0-1,0 0 1,1 1-1,-1 0 1,-1 0 0,1 0-1,0 0 1,0 0-1,0 1 1,-1 0 20,-52-7-2841,28 5-4099</inkml:trace>
  <inkml:trace contextRef="#ctx0" brushRef="#br0" timeOffset="6749.778">13972 375 27310,'0'0'3433,"0"0"-3081,0 0-96,0 0-88,131 69 0,-67-59-96,-1 0-72,-1 21-360,-18-1-1201,-25 2-6936</inkml:trace>
  <inkml:trace contextRef="#ctx0" brushRef="#br0" timeOffset="7113.826">13459 1314 29606,'0'0'727,"0"0"-315,0 0-156,26-4-13,31-8-166,-1-3 0,-1-2 0,-1-2 0,6-5-77,45-23-458,-2-3 0,-2-6 0,28-23 458,-118 71-141,-7 6 122,0 0-1,-1 0 1,1 0 0,0-1 0,0 0-1,-1 0 1,0 0 0,0 0 0,0 0-1,0-1 1,0 1 0,0-1 0,-1 0-1,0 0 1,0 0 0,0 0-1,0 0 1,0 0 0,-1 0 0,0-2 19,-55-38 228,37 2 399,-3 304 815,14 257-1442,7-319 154,-5 408-1445,-1-557-3976,1-29-14141</inkml:trace>
  <inkml:trace contextRef="#ctx0" brushRef="#br0" timeOffset="7362.677">13937 1505 27718,'0'0'1272,"0"0"-960,-44 154-232,44-91-80,13-17-120,9-21-1912</inkml:trace>
  <inkml:trace contextRef="#ctx0" brushRef="#br0" timeOffset="7814.505">14925 186 27774,'0'0'827,"0"0"-416,0 0 105,-4 17 52,-35 122 72,34-129-622,2 1 1,-1 0-1,1 0 1,1 0-1,0 0 1,0 0-1,1 0 1,1 1-1,0-1 1,0 0-1,1 1 1,0-1-1,1 0 0,1 0 1,0 0-1,0 0 1,1 0-1,0-1 1,1 0-1,3 6-18,6-3 3,1-1 0,1-1 1,-1 0-1,1-1 0,1-1 0,0-1 0,15 6-3,53 29 1,-80-39-2,-1-1 1,1 0-1,-1 1 1,0 0-1,0 0 0,-1 0 1,1 0-1,-1 1 1,0-1-1,0 1 1,0 0-1,0 0 0,-1 0 1,0 0-1,0 1 1,-1-1-1,1 0 0,-1 1 1,0-1-1,-1 1 1,1-1-1,-1 1 0,0 0 1,-1-1-1,1 1 1,-1-1-1,0 1 1,0-1-1,-1 1 0,0-1 1,-74 154-199,48-117 173,-2-1 0,-1-2 1,-3 0-1,0-3 0,-3-1 1,0-1-1,-3-3 1,0-1-1,-3-1 26,34-23 1,0-1-1,-1 0 1,1 0 0,-1-1 0,0-1-1,0 1 1,0-1 0,0-1-1,0 0 1,-1-1 0,-7 1-1,17-3-15,1 1-1,-1 0 1,0 0 0,0-1 0,0 1-1,0-1 1,1 1 0,-1-1 0,0 1-1,0-1 1,1 1 0,-1-1 0,0 0-1,1 1 1,-1-1 0,1 0 0,-1 0-1,1 1 1,-1-1 0,1 0 0,0 0-1,-1 0 1,1 0 0,0 1 0,-1-1 0,1 0-1,0 0 1,0 0 0,0 0 0,0 0-1,0 0 1,0 0 0,0 0 0,0 1-1,0-1 1,1 0 0,-1 0 0,0 0-1,1 0 1,-1 0 0,0 1 0,1-1-1,-1 0 1,1 0 0,-1 0 0,1 1-1,-1-1 1,1 0 0,0 1 0,-1-1-1,1 0 16,77-117-5015,-30 63-5501</inkml:trace>
  <inkml:trace contextRef="#ctx0" brushRef="#br0" timeOffset="8296.858">14886 1069 23997,'0'0'3360,"0"0"-1841,19-3-778,63-10-237,-75 13-460,0 0 0,0 0 1,0 1-1,0 0 0,1 0 0,-2 1 0,1 0 0,0 0 0,0 1 1,0-1-1,-1 1 0,0 1 0,1-1 0,-1 1 0,-1 1 0,1-1 1,-1 1-1,1 0 0,-1 0 0,-1 0 0,1 1 0,-1-1 1,0 1-1,3 4-44,13 15 94,-7-8-56,1-1-1,1-1 1,0 0 0,1-1 0,1 0 0,0-2 0,0 0 0,2-1-1,-1 0 1,1-2 0,1 0 0,-1-1 0,7 0-38,-20-6 19,-2-2-42,1 0 0,-1 1 0,1-1-1,-1 1 1,0 0 0,1 0 0,-1 1-1,0-1 1,0 1 0,0 0 0,0 0-1,0 0 1,0 1 0,-1 0 0,1-1-1,-1 1 1,0 0 0,1 0-1,-2 1 1,1-1 0,0 1 0,-1-1-1,1 1 1,-1 0 0,0 0 0,0 0-1,-1 0 1,1 1 0,-1-1 0,0 0-1,0 2 24,-1 3-10,0 0 0,0 0 0,-2 0 0,1 0-1,-1 0 1,0 0 0,-1 0 0,0 0 0,0-1-1,-1 1 1,0-1 0,-1 0 0,0 0 0,0-1-1,0 0 1,-1 1 0,-6 4 10,-214 215 567,223-225-566,0 0 0,1 0 0,-1 0 1,1 0-1,0 1 0,0-1 0,0 1 0,0 0 1,0 0-1,0 0 0,1 0 0,-1 0 1,1 0-1,0 0 0,0 0 0,0 0 0,0 1 1,1-1-1,-1 0 0,1 0 0,0 1 0,0-1 1,0 0-1,1 1 0,-1-1 0,1 0 1,-1 1-1,1-1 0,0 0 0,0 0 0,1 0 1,-1 0-1,1 0 0,0 0-1,130 8-153,-88-12 129,56 2 20,-98 2 7,0-1-1,-1 1 1,1 0 0,-1 0 0,1-1 0,-1 1 0,0 0 0,0 1 0,0-1 0,-1 0-1,1 0 1,-1 0 0,0 0 0,0 0 0,0 1 0,0-1 0,0 0 0,-1 0-1,1 0 1,-1 0 0,0 0 0,0 0 0,0 0 0,0 0 0,-1 0 0,1 0 0,-1 0-1,0-1 1,0 1 0,0-1 0,-1 3-3,-17 18 27,0 0 1,-2-2-1,0 0 0,-1-2 0,-1 0 1,-1-1-1,-1-2 0,0-1 1,-1 0-1,-1-2 0,-14 4-27,18-7 0,-1-2-1,0 0 1,0-1-1,-1-2 1,1 0-1,-1-2 1,-1-1-1,1-1 1,0-1-1,0-1 1,-4-2 0,23 1-145,0-1 1,1 1 0,-1-1 0,1 0-1,0 0 1,0-1 0,0 0-1,1 0 1,-1-1 0,1 1-1,0-1 1,0 0 0,0 0 0,1-1-1,0 1 1,0-1 0,0 0-1,1 0 1,0-1 0,0 0 144,-12-29-3636</inkml:trace>
  <inkml:trace contextRef="#ctx0" brushRef="#br0" timeOffset="8545.603">14761 2093 27382,'0'0'1808,"0"0"-960,0 0-520,193 65-328,-119-37-16,-8-8-2944</inkml:trace>
  <inkml:trace contextRef="#ctx0" brushRef="#br0" timeOffset="1264.219">7223 555 14891,'0'0'12491,"0"0"-11451,0 0-224,0 0-224,224-64 217,-47 51-169,20-9-112,-6-8-120,-42 5-168,-52 5-136,-34 10-88,-15 6-16,9 0-376,-6 0-808,-14 0-2033</inkml:trace>
  <inkml:trace contextRef="#ctx0" brushRef="#br0" timeOffset="1463.961">7891 251 28398,'0'0'856,"0"0"-312,0 0 48,0 0-207,-46 118-249,46-84-112,0-1-24,0-1-320,14-14-369,1-9-1015,0-9-4057</inkml:trace>
  <inkml:trace contextRef="#ctx0" brushRef="#br0" timeOffset="2192.475">8437 0 26734,'0'0'1184,"0"0"-553,0 0-311,0 0-85,0 0 53,0 0-115,10 21-109,28 67-55,-35-9-1426,24-76-3782,4-8-2969,-1-4 8810,39-6 9824,-67 15-10382,0-1 0,-1 1 0,1 0 0,0-1 0,0 1 0,-1 0 0,1 0 1,0 0-1,0 1 0,0-1 0,-1 0 0,1 1 0,0-1 0,0 1 0,-1 0 1,1-1-1,-1 1 0,1 0 0,-1 0 0,1 0 0,-1 0 0,1 0 0,-1 0 1,0 1-1,1-1 0,-1 0 0,0 1 0,0-1 0,0 1 0,0-1 0,0 1 1,-1-1-1,1 1 0,0 0 0,-1-1 0,1 1 0,-1 0 0,0 0 0,1 0 1,-1-1-1,0 1 0,0 0 0,0 0 0,0-1 0,0 1 0,-1 0 1,1 0-1,-1-1 0,1 1-84,-2 8 33,-1-1 0,0 0 0,0 1 0,-1-1 0,0-1 0,-1 1 0,0-1 0,0 0 0,-1 0 0,0 0 0,0-1 0,-1 1 0,0-2 0,0 1 0,-4 1-33,0 4 5,-32 29-576,-1-2 0,-2-2 0,-1-2 1,-50 26 570,-218 90-5692,277-137 4247,-50 22 1408,76-31 518,0 1 1,0 0 0,1 0-1,0 1 1,1 1-1,-1-1 1,1 2-1,1 0 1,-1 0-1,2 0 1,-1 1-1,1 1 1,1-1 0,0 1-1,-6 12-481,-112 356 1764,100-300-1678,8-31 12,2 0-1,3 1 1,1 1 0,-1 32-98,12-83-2,0 0 0,0 1 0,0-1 0,0 1 0,0-1 0,0 0 0,0 1 0,0-1 0,0 0 0,0 1 0,0-1 0,0 1 0,1-1 0,-1 0 0,0 1 0,0-1 0,1 1 0,-1-1 0,0 1 0,1-1 0,-1 1 0,1-1 0,-1 1 0,1-1 0,-1 1 0,1 0 0,-1-1 0,1 1 0,-1 0 0,1-1 0,-1 1 0,1 0 0,-1 0 0,1-1 0,0 1 0,-1 0 0,1 0 0,0 0 0,-1 0 0,1 0 0,-1 0 0,1 0 0,0 0 0,-1 0 0,1 0 0,0 0 0,-1 1 0,1-1 0,-1 0 0,1 0 0,-1 0 0,1 1 0,0-1 0,-1 0 0,1 1 0,-1-1 0,1 1 0,-1-1 0,0 0 0,1 1 0,-1-1 0,1 1 0,-1-1 0,0 1 0,1-1 0,-1 1 0,0 0 2,80-103-524,124-134 508,-158 194 124,2 2 0,2 3 0,2 1 0,1 3 0,2 2 0,1 3 0,0 2 0,3 2-1,0 4 1,0 1 0,2 4 0,0 2 0,1 2 0,0 4 0,29 1-108,-87 5-4,-1 0 1,0 0-1,0 0 0,1 1 1,-1 0-1,0-1 0,1 1 0,-1 1 1,1-1-1,-1 0 0,0 1 1,0 0-1,1 0 0,-1 0 0,0 0 1,0 0-1,0 0 0,0 1 1,0 0-1,0-1 0,0 1 1,-1 0-1,1 1 0,-1-1 0,1 0 1,-1 1-1,0-1 0,0 1 1,0 0-1,0 0 0,0-1 1,-1 1-1,1 0 0,-1 1 0,0-1 1,0 0-1,0 0 0,0 0 1,-1 1-1,1-1 0,-1 0 0,0 1 1,0-1-1,0 1 0,0-1 4,-5 12-2,0 0 0,-1 0 0,-1-1 0,0 0 0,0 0 0,-2-1 0,0 0 0,0 0 0,-1-1 0,-1 0 0,0-1 0,0-1 0,-1 1 0,0-2 0,-9 6 2,6-3-10,-169 121-2516,130-104-584</inkml:trace>
  <inkml:trace contextRef="#ctx0" brushRef="#br0" timeOffset="2581.504">8139 1336 27342,'0'0'1616,"0"0"-876,-7 22-140,-40 155 411,29-80-853,4 1 0,5 0 0,3 17-158,39-166-103,5 2 31,2 1 0,1 2 0,3 2-1,2 2 1,1 1 0,3 3 0,0 2 0,3 3 0,9-4 72,-51 31 0,-1 0 1,1 0-1,0 1 1,0 1-1,0 0 1,1 0-1,0 1 1,-1 0-1,1 1 1,0 1-1,0 0 1,0 0 0,0 1-1,0 1 1,10 1-1,-19 1 1,0 0-1,0-1 1,0 1 0,0 1 0,-1-1 0,1 0 0,-1 0 0,0 1-1,0 0 1,0-1 0,0 1 0,-1 0 0,1 0 0,-1 0 0,0 0 0,0 0-1,-1 0 1,1 0 0,-1 0 0,0 0 0,0 0 0,0 1 0,0-1 0,-1 0-1,0 3 0,0 4 1,1-4-14,-1 0-1,0 0 1,-1 0-1,0-1 1,0 1 0,0 0-1,-1-1 1,0 1-1,0-1 1,-1 0-1,1 0 1,-1 0-1,-1 0 1,1-1-1,-1 1 1,0-1 0,0-1-1,-1 1 1,1-1-1,-1 0 1,0 0-1,0 0 1,0-1-1,-6 3 14,-163 49-1652,108-43 13,7-5-1867</inkml:trace>
  <inkml:trace contextRef="#ctx0" brushRef="#br0" timeOffset="2860.55">8483 1129 29750,'0'0'945,"-15"215"-289,0-75-128,4-2 112,6-8-392,1 6-248,4 2 0,0 14 0,15-6 0,3-37-176,-3-27-1416</inkml:trace>
  <inkml:trace contextRef="#ctx0" brushRef="#br0" timeOffset="3928.826">9145 420 21557,'0'0'6425,"0"0"-4850,0 0-1390,0 0 10,11 21 121,32 68 35,-29 27 66,-16-82-363,2 30 43,1-62-94,1 0 1,-1-1-1,1 1 0,0-1 0,0 1 1,-1-1-1,1 1 0,0-1 1,0 0-1,0 0 0,0 0 0,1 0 1,-1 0-1,0 0 0,0-1 1,0 1-1,1-1 0,-1 0 0,0 1 1,1-1-1,-1 0 0,0 0 1,1 0-1,-1-1 0,0 1 0,0-1 1,1 1-1,-1-1 0,0 0 1,0 0-1,0 0 0,0 0 0,0 0 1,0 0-1,0 0 0,0-1 1,0 1-1,-1-1 0,1 1 0,0-1 1,0-1-4,51-32-105,-2-2 0,-1-2 1,-3-3-1,-1-1 0,6-11 105,104-94-362,-150 143 384,0-1-1,0 1 1,0 1-1,1-1 1,0 1 0,-1 0-1,2 0 1,-1 1-1,0 0 1,1 0-1,-1 1 1,1 0 0,0 0-1,0 1 1,0 0-1,0 0 1,0 1-22,287 1 473,-294-2-510,1 1-1,-1-1 0,0 1 0,0 0 0,1-1 0,-1 1 1,0 0-1,1 0 0,-1 0 0,0 0 0,0 0 0,1 1 1,-1-1-1,0 0 0,1 1 0,-1-1 0,0 0 0,0 1 1,0 0-1,1-1 0,-1 1 0,0 0 0,0-1 0,0 1 1,0 0-1,0 0 0,0 0 0,0 0 0,-1 0 0,1 0 1,0 0-1,0 0 0,-1 0 0,1 0 0,-1 1 0,1-1 1,-1 0-1,1 0 0,-1 1 0,0-1 0,0 0 0,1 1 1,-1-1-1,0 0 0,0 0 0,0 1 0,-1-1 0,1 0 1,0 1-1,0-1 0,-1 0 0,1 0 0,-1 1 0,1-1 1,-1 0-1,1 0 0,-1 0 0,0 0 0,1 0 0,-1 0 1,0 0-1,0 0 0,0 0 0,0 0 0,0 0 1,0 0-1,0 0 0,-1-1 38,-237 160-1845,96-61 2713,5 6-1,4 6 1,6 6-1,-90 107-867,206-211-5,5-6-4,0 0 0,1 0 0,0 0 0,0 1 0,1 0 0,0 0 0,0 1 0,1-1 0,0 1 0,1 0 0,-2 5 9,8-13-50,-1 0 0,0 0 0,1 0 0,-1-1-1,1 1 1,-1-1 0,1 1 0,-1-1 0,1 0-1,-1 0 1,1 0 0,-1 0 0,1 0-1,-1-1 1,1 1 0,-1-1 0,1 0 0,-1 1-1,1-1 1,-1 0 0,0-1 0,0 1 0,1-1 50,140-76-843,-141 78 871,-1 0 0,1 0 1,-1 0-1,1 0 0,-1 0 1,1 0-1,-1 0 1,0 1-1,1-1 0,-1 0 1,1 1-1,-1-1 0,0 1 1,1 0-1,-1-1 0,0 1 1,0 0-1,1 0 1,-1 0-1,0 0 0,0 0 1,0 0-1,0 0 0,0 0 1,0 0-1,-1 1 0,1-1 1,0 0-1,-1 1 1,1-1-1,0 0 0,-1 1 1,0-1-1,1 1 0,-1-1 1,0 0-1,0 1 0,0-1 1,0 1-1,0-1 0,0 1 1,0-1-1,0 1 1,-1-1-1,1 1 0,0-1 1,-1 0-1,1 1 0,-1 0-28,-1 123 824,-4 0-1,-18 85-823,-9 203 138,33-415-150,0 1 1,1 0 0,-1-1-1,1 1 1,-1 0-1,1 0 1,-1 0 0,1 0-1,0-1 1,0 1 0,0 0-1,-1 0 1,1 0-1,0 1 1,0-1 0,0 0-1,0 0 1,1 0 0,-1 1-1,0-1 1,0 0-1,0 1 1,1-1 0,-1 1-1,0 0 1,0-1 0,1 1-1,-1 0 1,0 0-1,1 0 1,-1 0 0,0 0-1,1 0 1,-1 0 0,0 0-1,1 1 1,-1-1-1,0 0 1,0 1 0,1-1-1,-1 1 1,0-1 0,0 1-1,0 0 1,0-1-1,0 1 1,0 0 0,0 0-1,0 0 1,0 0 0,0 0-1,0 0 1,0 0-1,0 0 1,-1 0 0,1 0-1,-1 1 1,1-1 0,-1 0-1,1 0 1,-1 1-1,0-1 1,1 0 0,-1 1-1,0-1 1,0 0 0,0 1-1,0-1 1,0 0-1,0 2 13,28-44-376,0 0 1,-3-2-1,-2-1 1,-1-1-1,3-15 375,6-10 65,-11 23 82,2 0-1,2 2 1,2 1-1,2 1 0,1 1 1,3 2-1,1 1 1,2 1-1,2 2 0,1 2 1,1 1-1,2 2 1,15-6-147,-11 12-123,0 3 0,2 2 0,0 1 0,22-3 123,44-9-3035,-48 16-5441</inkml:trace>
  <inkml:trace contextRef="#ctx0" brushRef="#br0" timeOffset="4296.709">10300 925 2913,'0'0'20765,"0"0"-15981,0 0-3936,-16 31-2,13-25-802,-10 18 92,0 1 0,2 0 0,0 1 0,2 0 0,1 1 0,1 0 0,2 0 0,0 0 0,0 19-136,2 876 295,3-920-327,1 0 0,-1 0 0,0 0-1,1 0 1,-1 0 0,0 0 0,0 0 0,0 0 0,-1 0 0,1 0 0,0 0 0,-1 0 0,0 0 0,1 0 0,-1 0 0,0 0-1,0 0 1,0-1 0,0 1 0,0 0 0,0 0 0,-1-1 0,1 1 0,0-1 0,-1 1 0,0-1 0,1 0 0,-1 0 0,0 0 0,1 1-1,-1-1 1,0-1 0,0 1 0,0 0 0,0 0 0,0-1 0,0 1 0,0-1 0,-1 0 32,-13-1-90,2-1 0,-1-1 0,0-1 0,1 0 1,-1-1-1,1 0 0,0-1 0,1-1 0,-1 0 0,2-1 1,-1 0-1,1-1 0,0 0 0,1-1 0,0-1 0,0 1 0,1-2 1,1 0-1,0 0 0,0 0 0,1-1 0,1 0 0,0-1 1,1 0-1,1 0 0,0 0 0,-2-10 90,4 17 65,0 0-1,0-1 1,1 1 0,0-1-1,0 1 1,1-1-1,0 0 1,0 0 0,1 0-1,0 0 1,0 0 0,1 0-1,0 1 1,1-1-1,-1 0 1,1 1 0,1-1-1,0 1 1,0-1 0,0 1-1,1 0 1,0 0-1,0 1 1,1-1 0,-1 1-1,6-5-64,11 1 32,0 1 0,1 1 0,0 1 0,0 1 0,0 1-1,1 1 1,0 1 0,9 1-32,17-5-347,24-4-1077</inkml:trace>
  <inkml:trace contextRef="#ctx0" brushRef="#br0" timeOffset="532.083">4893 1107 27774,'0'0'1009,"-6"24"-402,-30 185 472,36-197-1003,-1-11-73,1 0 1,-1 1-1,1-1 1,-1 0-1,1 0 1,0 1-1,-1-1 1,1 0 0,0 1-1,0-1 1,0 0-1,0 1 1,0-1-1,0 0 1,0 0-1,0 1 1,1-1-1,-1 0 1,0 1 0,1-1-1,-1 0 1,1 0-1,0 0 1,-1 1-1,1-1 1,0 0-1,0 0 1,0 0 0,-1 0-1,1 0 1,0-1-1,0 1 1,0 0-1,1 0 1,-1 0-1,0-1 1,0 1-1,0-1 1,0 1 0,1-1-1,-1 1 1,0-1-1,1 0 1,-1 0-1,0 1 1,0-1-1,1 0 1,-1 0 0,2 0-4,2-3 2,1 1 0,-1-1 0,0 0 0,0 0 0,0 0 0,0-1 1,0 1-1,-1-1 0,0-1 0,0 1 0,0 0 0,0-1 0,0 0 0,-1 0 1,1-1-3,8-10 0,25-36-46,3 1 1,2 2 0,3 3 0,1 1 0,2 2-1,2 2 1,2 3 0,1 2 0,3 1 45,-48 29 25,1 1 0,0 0 1,0 1-1,0 0 0,1 0 0,-1 1 0,1 0 1,0 0-1,0 1 0,0 1 0,0 0 1,0 0-1,0 1 0,0 0 0,0 1 1,1 0-1,-1 0 0,0 1 0,-1 1 1,1 0-1,0 0 0,-1 0 0,0 2 0,1-1 1,-2 1-1,3 1-25,-5 5 22,0-1 1,0 1 0,-1 0-1,-1 1 1,0-1-1,0 1 1,-1 0-1,-1 0 1,0 0-1,0 0 1,-1 0-1,-1 0 1,0 1-1,-1-1 1,0 0-1,-1 0 1,0 0-1,-1 0 1,0 0 0,-1-1-1,-1 1 1,0-1-1,0 0 1,-1-1-1,0 1 1,-1-1-1,0 0 1,-1 1-23,-49 74-425,-3-2 1,-3-3-1,-53 50 425,39-72-1244,75-59 1198,1 1 0,-1 0 0,1-1 0,-1 1 0,0-1 0,1 0 0,0 1 0,-1-1 0,1 0 0,-1 0 0,1 0 0,0 0 0,0 0 1,-1 0-1,1-1 0,0 1 0,0 0 0,0-1 0,0 1 0,1 0 0,-1-1 0,0 1 0,0-1 0,1 1 0,-1-1 0,1 0 0,0 1 0,-1-1 0,1 0 0,0 1 0,0-1 0,0 1 0,0-1 0,0 0 0,0 1 0,1-1 1,-1 0-1,0 1 0,1-1 0,-1 1 0,1-1 0,0 1 0,0-2 46,-1-7-561,7-168-17493,3 102 18080,-7 58 492,4-27 1868,-5 15 7180,-2 28-3836,-2 7-4212,-115 292-702,74-195-5236,-10-7-9733,20-43 10509</inkml:trace>
  <inkml:trace contextRef="#ctx0" brushRef="#br0" timeOffset="831.448">5305 1606 12243,'0'0'16643,"0"0"-15739,0 0-127,0 0-193,118-20-56,-83 20-248,3 10-168,1-2-112,5 0-32,4-8-464,16-2-993,-12-18-4448,-3-1-6313</inkml:trace>
  <inkml:trace contextRef="#ctx0" brushRef="#br0" timeOffset="1081.449">6094 1537 22325,'0'0'672,"0"0"6017,0 0-6249,0 0-143,0 0-297,0 0-89,0 0-2087,24 12-15300</inkml:trace>
  <inkml:trace contextRef="#ctx0" brushRef="#br0" timeOffset="-3783.66">759 416 26910,'0'0'2656,"0"0"-2256,0 0 0,125 91-55,-51-71-25,14-10-112,11-6-136,34 0-72,-23 0-648,-24 0-1305</inkml:trace>
  <inkml:trace contextRef="#ctx0" brushRef="#br0" timeOffset="-3037.181">538 1409 25429,'0'0'4553,"0"0"-4129,0 0-223,0 0-65,0 0 160,118 37 56,44-70-160,18-13-112,-11-7-48,-40 10-16,-46 11-16,-24 10 0,-10 5-16,-1 1-144,0 4-320,-8 4-1049,-23 4-3736</inkml:trace>
  <inkml:trace contextRef="#ctx0" brushRef="#br0" timeOffset="-2650.412">1180 1022 28774,'-12'20'1458,"-164"328"-766,160-309-664,-2-3-37,2 1-1,1 1 1,2 0 0,2 1-1,1 0 1,2 1 0,2 0-1,2 0 1,0 14 9,4-50-74,0-1 1,1 0-1,-1 0 1,0 1-1,1-1 1,0 0-1,0 0 0,0 0 1,0 1-1,0-1 1,0 0-1,1-1 1,0 1-1,0 0 1,-1 0-1,1-1 0,1 1 1,-1-1-1,0 1 1,1-1-1,-1 0 1,1 0-1,0 0 0,-1 0 1,1-1-1,0 1 1,0-1-1,0 0 1,0 0-1,1 0 1,-1 0-1,0 0 0,0-1 1,0 1-1,1-1 1,-1 0-1,0 0 1,1 0-1,-1 0 0,0-1 1,0 1-1,1-1 1,-1 0-1,0 0 1,0 0-1,0-1 1,0 1-1,0-1 0,0 1 1,2-3 73,56-57-4392,16-55-10595,-59 85 10779,-4 7 2323,0 0 3812,48-71 18108,-61 94-19937,0 0 1,0 0-1,0-1 1,0 1-1,0 0 1,0 0-1,0 0 1,0 0-1,0 1 1,1-1-1,-1 0 1,0 0-1,0 1 1,1-1-1,-1 1 1,1-1-1,-1 1 1,0-1-1,1 1 1,-1 0-1,1 0 1,-1 0-1,1 0 1,-1 0-1,1 0 1,-1 0-1,1 0 1,-1 1-1,1-1 1,-1 0-1,0 1 1,1-1-1,-1 1 1,0 0-1,1-1 1,-1 1-1,0 0 1,0 0-1,0 0 1,1 0 0,-1 0-1,0 0 1,0 0-1,-1 0 1,1 1-1,0-1 1,0 0-99,35 75 746,-26-51-317,-5-10-359,1 0 0,1-1 0,0 0 0,1 0 0,0-1 0,1 0 0,0 0 0,1-1 0,1-1 0,0 1 0,0-2 0,1 1 0,1-2 0,0 1 0,0-2 0,0 0 0,1 0 0,0-2 0,1 0 0,10 4-70,-8-7-47,0 0 0,0-1 0,0-1 0,1 0 0,-1-1 0,0-1 0,0-1 0,0-1-1,0 0 1,0-1 0,-1 0 0,1-2 0,7-3 47,20-34-3697,-39 24-1476,-4-4-4213,-1-2 3202</inkml:trace>
  <inkml:trace contextRef="#ctx0" brushRef="#br0" timeOffset="-2368.257">1 1146 27182,'0'0'3825,"0"0"-3537,0 0-200,0 0-32,0 0 32,146 71-64,-106-59-24,-3 6-16,-4 4-208,-7 5-176,-13 27-241,-6-9-759,-7-6-1496</inkml:trace>
  <inkml:trace contextRef="#ctx0" brushRef="#br0" timeOffset="-2117.305">231 1653 27598,'0'0'3577,"0"0"-3161,0 0-256,0 0-112,0 0-48,0 0-24,0 0-192,164 6-1313</inkml:trace>
  <inkml:trace contextRef="#ctx0" brushRef="#br0" timeOffset="-1330.153">1916 562 29566,'0'0'751,"0"0"-439,0 0-145,0 0 82,20 22-62,65 74-114,-76-82-127,0-1-1,0 2 1,-1-1 0,-1 1-1,0 0 1,-2 0-1,1 1 1,-2 0-1,0 0 1,-1 0-1,-1 0 1,0 0-1,-1 1 1,-1-1 0,0 1-1,-1-1 1,-1 0-1,-3 12 55,-1-1-111,-2 0 0,-1 0 0,-1-1 1,-1 0-1,-2 0 0,0-2 0,-1 0 0,-2 0 0,-1-1 0,0-1 0,-1-1 0,-2 0 1,-20 16 110,20-16 172,21-21-170,-1 0 0,0 0 0,1 0 0,-1 0 0,0 0-1,1 0 1,-1 0 0,0 0 0,0 0 0,1 0 0,-1 0 0,0 0 0,1 0 0,-1 1 0,0-1 0,0 0 0,1 0 0,-1 0 0,0 0 0,0 0 0,1 1 0,-1-1 0,0 0 0,0 0 0,1 0 0,-1 1 0,0-1 0,0 0 0,0 0 0,0 1 0,1-1 0,-1 0 0,0 0 0,0 1 0,0-1 0,0 0 0,0 1 0,0-1 0,0 0 0,0 1 0,0-1 0,0 0 0,0 0 0,0 1 0,0-1 0,0 0 0,0 1 0,0-1 0,0 0 0,0 0 0,0 1 0,0-1 0,-1 0 0,1 1 0,0-1 0,0 0 0,0 0 0,0 1 0,-1-1 0,1 0 0,0 0-2,0 0 7,4 0-4,-1 0 0,0 0 0,1 0 0,-1 1 1,1 0-1,-1-1 0,1 1 0,-1 0 0,0 0 1,0 1-1,0-1 0,1 1 0,-1 0 0,0-1 1,-1 1-1,1 0 0,0 1 0,-1-1 1,1 1-1,-1-1 0,0 1 0,1-1 0,-1 1 1,-1 0-1,1 0 0,0 0 0,-1 0 0,1 1 1,-1-1-1,0 0 0,0 1 0,0 1-3,5 33 187,-1 0-1,-1 1 0,-3 0 1,-1-1-1,-2 11-186,0 30 223,2 100 173,6-177-226,102-242-49,-31 66-630,-7-2 0,-9-4 0,-7-2 0,16-115 509,-38 79 680,-122 434 568,83-201-1256,-53 162-293,60-176 293,0 0 1,0 0-1,0-1 1,0 1 0,0 0-1,0 0 1,1 0-1,-1 0 1,0-1 0,1 1-1,-1 0 1,0 0-1,1-1 1,-1 1 0,1 0-1,-1 0 1,1-1 0,-1 1-1,1-1 1,0 1-1,-1 0 1,1-1 0,0 1-1,-1-1 1,1 0-1,0 1 1,0-1 0,-1 1-1,1-1 1,0 0-1,0 0 1,0 1 0,0-1-1,-1 0 1,1 0-1,0 0 1,0 0 0,0 0-1,0 0 1,0 0-1,-1 0 1,1-1 0,0 1-1,0 0 1,0 0 0,-1-1-1,1 1 1,0-1-1,0 1 1,-1 0 0,1-1-1,0 1 1,0-1-1,-1 0 1,1 1 0,-1-1-1,1 0 1,-1 1-1,1-1 8,158-111 3,-113 82 42,1 2 1,1 2-1,1 3 1,1 1-1,1 2 0,1 3 1,0 2-1,1 3 0,41-5-45,-23 10-551,-14 1-1265</inkml:trace>
  <inkml:trace contextRef="#ctx0" brushRef="#br0" timeOffset="-918.108">3034 827 25541,'0'0'3809,"-13"19"-2700,-85 127-632,-113 170-1715,210-314 1162,-1 1-1,0-1 1,1 1-1,-1-1 0,0 0 1,0 1-1,0-1 0,-1 0 1,1-1-1,0 1 1,-1 0-1,1-1 0,-1 1 1,0-1-1,1 0 1,-1 0-1,0 0 0,0 0 1,0 0-1,1 0 1,-1-1-1,0 0 0,0 1 1,0-1-1,0 0 1,0-1-1,0 1 0,0 0 1,0-1-1,0 0 0,0 0 1,0 1-1,1-2 1,-1 1-1,0 0 0,-1-1 77,-3-11-230,1 1 1,0-1-1,1 0 0,0 0 0,1-1 0,1 1 0,0-1 0,1 0 0,0 0 0,1 0 0,1 0 0,0 0 0,2-12 230,-2 19 27,1-142 4186,9 157-2799,1 116-114,-8-49-1025,1 39 229,4-1-1,21 93-503,-28-199 6,-1-1 0,2 0 0,-1 1 0,1-1 0,0 0 1,0 0-1,0 0 0,1-1 0,0 1 0,0-1 0,1 1 0,0-1 0,-1 0 0,2 0 1,-1-1-1,0 1 0,1-1 0,0 0 0,0 0 0,0-1 0,1 1 0,-1-1 0,1 0 0,0-1 1,0 1-1,0-1 0,0 0 0,0-1 0,0 1 0,0-1 0,1 0-6,20 0-21,-1-1 0,0-1-1,1-2 1,-1 0 0,0-2-1,0 0 1,-1-2 0,1-1-1,-2-1 1,1-1 0,-1-2-1,-1 0 1,4-3 21,272-147-1131,-175 83-2989,-37 15-8869</inkml:trace>
  <inkml:trace contextRef="#ctx0" brushRef="#br0" timeOffset="-550.271">3828 411 30943,'0'0'536,"0"0"-466,18-1-140,63 0-345,-77 1 371,0 1 1,0-1-1,0 1 0,0 0 1,1 1-1,-2-1 0,1 1 1,0-1-1,0 1 0,0 0 1,-1 1-1,1-1 0,-1 1 1,0-1-1,0 1 0,0 0 1,0 0-1,0 1 0,0-1 1,-1 0-1,0 1 0,0 0 1,0-1-1,0 1 1,0 0-1,-1 0 0,0 0 1,1 0-1,-2 0 0,1 1 1,0-1-1,-1 0 0,0 0 1,0 0-1,0 1 0,0-1 1,-1 0-1,0 1 44,3 80-107,-4 1 0,-4-1 0,-4 1 0,-3-2 0,-17 52 107,-12 96 19,21 30-50,22-261 63,-1 0-1,1-1 0,-1 1 1,0 0-1,1 0 0,0-1 1,-1 1-1,1 0 1,-1-1-1,1 1 0,0 0 1,-1-1-1,1 1 1,0-1-1,0 1 0,-1-1 1,1 1-1,0-1 0,0 0 1,0 0-1,0 1 1,0-1-1,-1 0 0,1 0 1,0 0-1,0 0 1,0 0-1,0 0 0,0 0 1,0 0-1,0 0 0,0 0 1,-1 0-1,1-1 1,0 1-1,0 0 0,0-1 1,0 1-1,-1-1 1,1 1-1,0-1 0,0 1 1,-1-1-1,1 1 0,0-1-31,89-92 919,-67 62-823,201-265-109,-152 156-2986,-57 90-2488,-5-2-4923,-7-8 6828</inkml:trace>
  <inkml:trace contextRef="#ctx0" brushRef="#br0" timeOffset="-286.244">3707 1521 28766,'0'0'1705,"-4"103"-1377,4-56-96,19-5 56,19-23 24,12-19-144,16-6-72,17-33-96,64-50-56,-18 6-664,-12 0-1193</inkml:trace>
  <inkml:trace contextRef="#ctx0" brushRef="#br1" timeOffset="23136.807">1539 3135 22053,'0'0'5353,"0"0"-3651,0 0-1070,0 0-174,0 0-125,11-2 55,130-9 251,-113 12-575,0-2-1,-1-1 1,1-1-1,-1-1 0,1-1 1,17-7-64,468-257 36,-504 265-30,0 1 1,-1-1 0,1 2-1,0-1 1,0 1 0,1 1-1,-1 0 1,0 0-1,1 1 1,-1 0 0,0 0-1,1 1 1,-1 0-1,0 1 1,0 0 0,0 0-1,0 1 1,0 1-1,0-1 1,-1 1 0,0 1-1,1-1 1,-2 1 0,7 6-7,-13-11 2,5 8 35,1 0 0,1 0 0,0-1 0,0 0 0,0 0 0,1-1 0,-1 0 0,2-1 0,-1 0 0,0 0 0,1-1 0,0 0 0,0-1-1,0 0 1,1 0 0,-1-1 0,11 0-37,70-2 1,-1-5 0,1-3-1,-1-5 1,17-7-1,55-7 0,-73 13 0,1 4 0,0 3 0,0 5 0,0 3 0,1 4 0,-2 4 0,48 13 0,-4 1 0,0-6 0,1-6 0,1-5 0,0-7 0,-1-5 0,0-7 0,-1-5 0,119-32 0,891-187 0,-1024 210 0,1 5 0,1 5 0,0 5 0,1 6 0,114 9 0,-202 1 0,0 2 0,0 1 0,-1 1 0,0 3 0,-1 0 0,0 2 0,-1 1 0,0 2 0,-1 1 0,-1 1 0,-1 2 0,12 11 0,165 178 0,23 20 0,-182-196 0,2-3 0,0-1 0,2-3 0,1-2 0,2-2 0,0-2 0,0-3 0,2-2 0,0-3 0,50 5 0,81 2 0,1-9 0,119-10 0,-143-1 0,-69 1 0,646 20 0,-21 21 0,-168-64 0,311-46-1088,-745 59-459,-30-2-1499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6:06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735 259 29462,'0'0'1066,"0"0"-694,-21 12-127,-146 99 475,137-85-644,-63 49-153,3 4 1,4 4 0,-6 14 76,46-27-1003,46-69 971,0 0-1,0 0 1,0-1 0,0 1-1,1 0 1,-1 0 0,0 0-1,0-1 1,0 1-1,1 0 1,-1-1 0,1 1-1,-1 0 1,0-1 0,1 1-1,-1 0 1,1-1-1,-1 1 1,1-1 0,0 1-1,-1-1 1,1 1-1,0-1 1,-1 0 0,1 1-1,0-1 1,-1 0 0,1 1-1,0-1 1,-1 0-1,1 0 1,0 1 0,0-1-1,0 0 1,-1 0 0,1 0-1,0 0 1,0 0-1,-1 0 1,1-1 0,0 1-1,0 0 1,-1 0 0,1 0-1,0-1 1,0 1-1,-1 0 1,1-1 0,0 1-1,-1-1 1,1 1-1,0-1 1,-1 1 32,4-1-3,106-30-1033,-108 32 1056,0 0 1,-1 1-1,1-1 0,0 1 0,-1 0 1,1-1-1,-1 1 0,0 0 1,0 0-1,1 0 0,-1 0 0,0 0 1,-1 0-1,1 0 0,0 1 1,-1-1-1,1 0 0,-1 0 0,1 1 1,-1-1-1,0 0 0,0 0 1,0 1-1,-1-1 0,1 0 0,0 0 1,-1 1-1,1-1 0,-1 0 1,0 0-1,0 0 0,0 0 0,0 1-20,-9 24 1,0 0 0,-1-1-1,-2 0 1,-1-1 0,-1 0-1,-1-2 1,-1 1 0,-4 3-1,-119 123-399,137-148 211,29-21-844,-25 19 1022,8-8 88,-1 1 1,1 0-1,1 1 1,-1 0-1,1 1 0,0 0 1,1 0-1,-1 1 1,1 0-1,0 1 0,0 0 1,0 1-1,0 0 1,0 1-1,1 0 0,-1 1 1,2 0-79,-7 5 97,0-1 0,0 2 1,-1-1-1,0 1 0,0 0 0,0 0 1,0 0-1,-1 0 0,0 1 0,0 0 1,-1 0-1,0 0 0,0 0 0,-1 1 1,0-1-1,0 1 0,0-1 0,-1 1 1,0 0-1,-1-1 0,0 1 0,0 0 1,-1 0-1,0-1 0,-1 7-97,2-12 15,-5 56 73,-2 0 0,-3-1 1,-3 0-1,-2-1 0,-2 0 1,-3-1-1,-2-1 0,-18 30-88,26-62-37,12-34-156,10-38-378,16-20-775,4-4-442</inkml:trace>
  <inkml:trace contextRef="#ctx0" brushRef="#br0" timeOffset="261.312">1018 138 27982,'0'0'928,"0"0"-616,-31 142 80,0-65 120,-4 4-23,2-4-289,2-6-176,10-12-24,7-15-416,12-19-57,2-19-119,24-18-440,5-21-224,-1-6-5658</inkml:trace>
  <inkml:trace contextRef="#ctx0" brushRef="#br0" timeOffset="676.798">1366 0 21765,'0'0'2896,"0"0"-974,0 0-859,20 12-488,59 46-210,-76-54-347,-1 0 0,1 0 0,-1 1-1,1-1 1,-1 1 0,-1-1 0,1 1 0,-1 0-1,1 0 1,-1 0 0,-1 0 0,1 0 0,-1 0-1,0 0 1,0 0 0,0 0 0,-1 0 0,1 0-1,-1-1 1,-1 4-18,0 5 34,-6 13-53,-1 1 1,-1-1 0,-1-1 0,-2 0 0,0-1-1,-1 0 1,-2-1 0,0 0 0,-2-2 0,0 0-1,-1-1 1,-1-1 0,-1 0 0,-21 13 18,-5 6-124,-1-2 0,-1-2 1,-2-3-1,-55 25 124,48-37-131,59-24-503,19-14-718,0 0 0,1 2 1,1 0-1,1 2 0,0 0 0,1 1 1,0 2-1,25-10 1352,11-4-476,-36 16 1722,1 0 0,0 2 0,1 0 0,0 2 0,0 1 0,0 1 0,1 1 0,13 1-1246,-38 3 24,1 0 0,-1 0 0,1 1 0,-1-1 0,0 0-1,0 1 1,0-1 0,1 1 0,-2 0 0,1-1 0,0 1 0,0 0 0,0 0 0,-1 1 0,1-1 0,-1 0 0,0 0-1,0 1 1,0-1 0,0 1 0,0-1 0,0 1 0,-1-1 0,1 1 0,-1-1 0,1 1 0,-1 0 0,0-1 0,0 1-1,0-1 1,-1 1 0,1 0 0,-1-1 0,1 1 0,-1-1 0,0 1 0,0-1 0,0 1 0,0-1 0,0 0 0,-1 1-1,1-1 1,-1 0 0,1 0 0,-1 0 0,-1 0-24,-13 24 7,-1-2 0,-1 0-1,-2-1 1,0-1 0,-1-1 0,-16 12-7,13-12-6,-120 100 667,159-128-558,232-104 356,-198 107-717,-48 5 170,0 0 1,0-1 0,-1 1 0,1 0 0,0 0 0,0 0-1,-1 0 1,1 0 0,-1 0 0,1 0 0,-1 0-1,1 0 1,-1 0 0,1 0 0,-1 0 0,0 0 0,0 0-1,0 0 1,1 0 0,-1 0 0,0 1 0,0-1-1,-1 0 1,1 0 0,0 0 0,0 0 0,0 0 0,-1 0-1,1 0 1,-1 0 0,1 0 0,-1 0 0,1 0 0,-1 0-1,1 0 1,-1 0 0,0 0 0,0 0 0,0 0 87,-22 32-6867</inkml:trace>
  <inkml:trace contextRef="#ctx0" brushRef="#br0" timeOffset="927.665">919 1261 22717,'-21'13'3289,"-148"91"-525,60-34-777,114-68-1749,113-32 103,528-234-165,-477 200-2958,-131 51-1055</inkml:trace>
  <inkml:trace contextRef="#ctx0" brushRef="#br0" timeOffset="1348.293">1410 906 28686,'0'0'884,"0"17"-241,2 131 460,2-49-907,-3 1 0,-5-1 1,-4 1-1,-5-1 0,-4-1 1,-5 4-197,14-75-9,0-1 1,-2-1 0,-1 0-1,-1 0 1,-1-1 0,-1-1 0,-1 0-1,-1-1 1,-18 19 8,30-36-61,-1-1 0,0 1 1,1-1-1,-2 0 0,1 0 1,0-1-1,-1 1 0,1-1 0,-1 0 1,0-1-1,0 0 0,0 1 0,0-2 1,-1 1-1,1-1 0,0 0 0,-1 0 1,1-1-1,-1 0 0,1 0 0,-1 0 1,1-1-1,0 0 0,-1-1 1,1 1-1,0-1 0,0 0 0,0 0 1,0-1-1,0 0 0,0 0 0,1 0 1,0-1-1,-1 0 0,1 0 61,-15-24-391,1 0-1,2-1 1,0 0-1,2-2 1,2 0-1,1 0 1,-8-33 391,9 32-160,-25-120 766,36 149-559,1 1-1,0 0 1,0-1-1,-1 1 1,2 0-1,-1 0 1,0-1 0,0 1-1,1 0 1,-1 0-1,1 0 1,-1 0-1,1 1 1,0-1-1,0 0 1,0 1-1,0-1 1,0 1-1,0 0 1,0 0-1,1 0 1,-1 0-1,0 0 1,1 0 0,-1 0-1,0 1 1,1-1-1,-1 1 1,1 0-1,-1 0 1,1 0-1,-1 0 1,1 0-1,-1 0 1,1 1-1,-1-1 1,1 1-1,-1 0 1,0-1-1,1 1 1,-1 1-47,15-2 46,76 8-447,-52-1-2735,18 5-12286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6:03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767 0 28822,'0'0'1512,"0"0"-1127,0 0-241,0 0 8,0 0 248,-136 164-104,53-50-136,-31 36-104,-6 14-56,6-6 0,30-34-88,41-41-208,23-20-480,18-29-1353,2-19-4336</inkml:trace>
  <inkml:trace contextRef="#ctx0" brushRef="#br0" timeOffset="283.405">743 308 28678,'0'0'872,"0"0"-528,0 0 24,0 0-119,0 0-113,116 22-136,-105 7-208,-11 28-457,0-3-1015,-19-7-16012</inkml:trace>
  <inkml:trace contextRef="#ctx0" brushRef="#br0" timeOffset="533.598">566 732 26574,'0'0'1760,"0"0"-1320,0 0 176,0 0 136,0 0-215,116 2-265,-81-2-192,2 6-80,-8 6-528,-16 5-1297</inkml:trace>
  <inkml:trace contextRef="#ctx0" brushRef="#br0" timeOffset="534.598">0 1620 28902,'0'0'1016,"0"0"-840,0 0 144,195-75 233,-32-14-177,-3-2-232,-27 10-88,-43 24-56,-18 8-104,-15 9-528,-11 5-1353</inkml:trace>
  <inkml:trace contextRef="#ctx0" brushRef="#br0" timeOffset="782.871">599 1284 29414,'-44'119'936,"-2"19"-311,11-8-241,6 8-16,14 0-96,8-23-152,7-27-64,0-34-56,2-25 8,18-7-8,6-12 8,10-10 8,7-12 8,6-31-24,14-28-48,23-50-248,-12 17-304,-8-3-1361</inkml:trace>
  <inkml:trace contextRef="#ctx0" brushRef="#br0" timeOffset="965.807">1263 302 30350,'0'0'769,"0"0"-601,0 0-16,112 0-8,-44-10-144,35-16-80,-16 3-1137,-12-3-1935</inkml:trace>
  <inkml:trace contextRef="#ctx0" brushRef="#br0" timeOffset="1134.148">1603 280 29046,'0'0'696,"-66"121"-512,31-46-120,-5 29-64,12-21-136,12-20-1688</inkml:trace>
  <inkml:trace contextRef="#ctx0" brushRef="#br0" timeOffset="1433.094">2047 217 28102,'-7'19'975,"-135"248"-136,41-138-767,-6-4 0,-5-4 1,-6-6-1,-15 4-72,-88 47 39,248-170 277,261-124 195,496-190-1640,-735 299-407</inkml:trace>
  <inkml:trace contextRef="#ctx0" brushRef="#br0" timeOffset="1849.02">1563 1342 29158,'-12'35'703,"-77"265"-180,74-224-484,3 1-1,4 0 1,2 67-39,6-144-37,1-1-1,-1 1 1,1-1 0,-1 1-1,1 0 1,-1-1 0,1 1-1,-1 0 1,1-1 0,0 1-1,-1 0 1,1 0 0,0-1-1,-1 1 1,1 0 0,0 0 0,-1 0-1,1 0 1,0 0 0,0 0-1,-1 0 1,1 0 0,0 0-1,-1 0 1,1 0 0,0 1-1,-1-1 1,1 0 0,0 0-1,-1 1 1,1-1 0,-1 0 0,1 1-1,0-1 1,-1 1 0,1-1-1,-1 1 1,1-1 0,-1 1-1,0-1 1,1 1 0,-1-1-1,1 1 1,-1 0 0,0-1-1,0 1 1,1 0 0,-1-1 37,76-176-3873,-50 103 2527,28-74 987,7 2 0,30-43 359,-86 177 354,0 1 1,0-1 0,1 2-1,1-1 1,-1 0 0,2 1-1,-1 1 1,1-1 0,0 1-1,1 0 1,0 1 0,0 0-1,1 0 1,0 1 0,0 1-1,0 0 1,1 0 0,-1 0-1,5 1-354,-10 5 46,-1 0-1,1 1 0,0-1 1,0 1-1,-1 0 0,1 1 1,-1-1-1,0 1 0,1 0 1,-1 0-1,-1 0 0,1 1 1,0-1-1,-1 1 0,0 0 1,0 0-1,0 0 0,0 1 1,-1-1-1,1 0 0,-1 1 1,0 0-1,0-1 1,-1 1-1,0 0 0,0 0 1,0 0-1,0 0 0,-1 0 1,0 0-1,0 0 0,0 3-45,5 32-35,-2 0-1,-2 1 1,-2-1 0,-1 1-1,-2-1 1,-2 1-1,-2-2 1,-1 1-1,-2-1 1,-2-1-1,-2 0 1,-1 0 0,-1-2-1,-8 10 36,0-4-1023,4-18-981</inkml:trace>
  <inkml:trace contextRef="#ctx0" brushRef="#br0" timeOffset="2032.978">1923 1428 25758,'0'0'656,"0"0"-656,0 0-6050</inkml:trace>
  <inkml:trace contextRef="#ctx0" brushRef="#br0" timeOffset="2228.88">1708 1963 28358,'0'0'872,"0"0"-584,133-69-280,-60 26-8,-3-3-1200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6:10.5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91 570 24093,'0'0'2249,"0"0"-833,0 0-352,0 0-160,0 0-47,0 0-265,0 0-48,-90-12-136,103 0-144,24-8-96,18-5-104,13-1-64,7 4-24,-1 7-416,12 15-208,-21 0-913,-21 7-2319</inkml:trace>
  <inkml:trace contextRef="#ctx0" brushRef="#br0" timeOffset="283.23">196 877 28622,'0'0'1008,"0"0"-808,0 0 136,0 0 241,121-57-249,-64 26-288,2 1-40,9-3-448,-18 7-801,-13 6-2736</inkml:trace>
  <inkml:trace contextRef="#ctx0" brushRef="#br0" timeOffset="449.273">446 799 28198,'0'0'952,"-40"138"-528,18-24 104,5 2 17,6-17-217,11-20-200,0-34-88,15-9-16,9-7 80,5-23 56,6-6 48,7-25-32,1-19-120,8-15-56,4-14-96,30-39-240,-12 13-520,-8 10-1153</inkml:trace>
  <inkml:trace contextRef="#ctx0" brushRef="#br0" timeOffset="662.752">1235 295 28638,'0'0'808,"0"0"-568,-37 154-144,21-92-16,8-9-8,3-12-72,5-13-240,0-16-136,18-12-320,4-18-568,-5-10-16332</inkml:trace>
  <inkml:trace contextRef="#ctx0" brushRef="#br0" timeOffset="1361.819">1739 7 26462,'0'0'785,"26"-1"-301,162-4 643,-180 5-1066,0 0 0,-1 1-1,1 0 1,-1 0 0,1 1-1,-1 0 1,1 0 0,-1 1 0,0 0-1,0 1 1,0-1 0,0 1 0,-1 0-1,0 1 1,0 0 0,0 0-1,0 0 1,-1 0 0,0 1 0,0 0-1,0 0 1,-1 1 0,0-1-1,0 1 1,0 0 0,-1 0 0,0 0-1,-1 0 1,1 0 0,-1 1-1,-1 0 1,0-1 0,0 1 0,0 3-61,-3 19 18,-2-1 0,0 0 0,-2 0 0,-2 0 1,0 0-1,-2-1 0,-1-1 0,-1 0 0,-2 0 1,0-1-1,-2-1 0,-1-1 0,-1 0 0,0-1 1,-2-1-1,-1 0 0,-9 6-18,16-12-155,0-1 0,-1 0 1,-1-1-1,0 0 0,-1-1 0,0-1 1,-1-1-1,0 0 0,-1-2 0,0 0 0,-1-1 1,0 0-1,0-2 0,0-1 0,-1 0 1,0-2-1,0 0 0,-17 0 155,33-4-106,1 0 0,0 1 0,0-2-1,-1 1 1,1 0 0,0-1 0,0 0 0,1 0-1,-1 0 1,0 0 0,1-1 0,-1 0 0,1 1-1,0-1 1,0 0 0,0 0 0,0-1 0,0 1-1,1-1 1,-1 1 0,1-1 0,0 0 0,0 0 0,1 0-1,-1 0 1,1 0 0,0 0 0,0-1 0,0 1 106,-9-131-779,10 133 786,1-9 165,0-1 0,1 1 0,0-1 0,1 1 0,0 0 1,1 0-1,0 0 0,1 1 0,0-1 0,1 1 0,0 0 0,0 0 1,1 1-1,0 0 0,1 0 0,0 1 0,0 0 0,1 0 1,0 1-1,1 0 0,-1 0 0,1 1 0,0 1 0,1 0 1,0 0-1,-1 1 0,1 0 0,1 1 0,-1 0 0,0 1 1,1 0-1,-1 1 0,4 0-172,-11 1 6,136-1 270,-135 2-298,0 0 1,-1 0 0,1 0-1,0 1 1,-1-1-1,1 1 1,-1 0-1,0 0 1,0 1 0,0-1-1,0 1 1,0 0-1,0 0 1,-1 1 0,1-1-1,-1 1 1,0-1-1,0 1 1,0 0 0,-1 0-1,1 0 1,-1 1-1,0-1 1,0 1 0,0-1-1,-1 1 1,1 1 21,0 5-188,-1-1 1,0 1 0,0 0 0,-1 0 0,0 0-1,-1 0 1,0 0 0,-1-1 0,0 1-1,-1 0 1,0-1 0,-1 0 0,0 1-1,0-1 1,-5 7 187,-23 39-3454</inkml:trace>
  <inkml:trace contextRef="#ctx0" brushRef="#br0" timeOffset="1815.497">1763 294 24277,'0'0'1823,"0"0"-944,4 20-144,14 164 640,-18-65-997,-6 0 0,-14 71-378,-33 121 4,45-290 327,13-32-362,-1 1 1,2 0 0,-1 0-1,2 1 1,-1 0 0,1 0-1,0 0 1,1 1 0,0 0-1,0 1 1,1 0-1,0 0 1,0 1 0,1 0-1,0 0 1,0 1 0,3-1 30,99-30-1301,-109 35 1222,1 0-1,-1 1 0,0 0 0,1 0 0,-1 0 1,1 0-1,-1 0 0,1 1 0,-1-1 0,1 1 1,-1 0-1,0 0 0,0 0 0,1 1 0,-1-1 0,0 1 1,0 0-1,0 0 0,-1 0 0,1 0 0,0 0 1,-1 0-1,1 1 0,-1-1 0,0 1 0,0 0 1,0 0-1,0 0 0,0 0 0,-1 0 0,1 0 1,-1 0 79,3 16 133,-1 0 1,-1 1 0,-1-1 0,-1 0 0,0 1 0,-2-1 0,0 0 0,-1 0 0,-1 0-1,-1 0 1,0-1 0,-1 1 0,-2-1 0,1-1 0,-4 4-134,-30 77 2110,55-97-1134,149-124-374,-124 88-648,83-72-2318,-79 68-2303</inkml:trace>
  <inkml:trace contextRef="#ctx0" brushRef="#br0" timeOffset="2098.982">2283 1505 26750,'0'0'1304,"0"0"-1304,0 0-2665</inkml:trace>
  <inkml:trace contextRef="#ctx0" brushRef="#br0" timeOffset="2349.424">64 1933 30030,'136'0'641,"48"-28"-313,49-15 8,12-12-96,-8 5-136,0 5-104,-9 7 0,-9 13-216,-26 11-96,-59 8-601,-38 4-1319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6:09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0 196 29206,'0'0'1465,"0"0"-1209,0 0-40,145-34 152,-22 15-80,32-7-176,10-2-112,-27 5-32,-37 5-168,-16-2-216,-26 6-665,-13 1-1071</inkml:trace>
  <inkml:trace contextRef="#ctx0" brushRef="#br0" timeOffset="229.071">456 210 26982,'-74'102'1216,"-14"21"-552,-6 13-184,21-26-176,25-29-168,15-22-136,13-11-144,5-9-416,15-17-216,0-8-928,7-14-1185</inkml:trace>
  <inkml:trace contextRef="#ctx0" brushRef="#br0" timeOffset="416.315">430 516 26766,'0'0'1456,"-37"159"-456,4-34-248,0 15-63,4-6-281,10-12-232,8-27-104,4-22-72,5-22-48,2-17-344,0-9-313,17-25-135,3 0-264,0-25-1873</inkml:trace>
  <inkml:trace contextRef="#ctx0" brushRef="#br0" timeOffset="701.352">857 443 25101,'0'0'1539,"0"0"-437,0 0-127,7 23-103,41 151 324,-36-113-1028,-3 0-1,-2 1 0,-3 0 1,-2-1-1,-4 1 0,-3 20-167,3-63-17,-1-1-1,-1 1 0,0-1 1,-2 0-1,0 0 0,0-1 1,-2 1-1,0-1 0,-1-1 1,-1 0-1,-1 0 0,0 0 18,8-13-116,1-1-1,-1 1 0,0-1 0,0 0 0,0 1 0,0-1 1,0-1-1,-1 1 0,1 0 0,0-1 0,-1 0 0,1 0 1,-1 0-1,1 0 0,-1 0 0,0-1 0,1 0 0,-1 1 1,0-1-1,1-1 0,-1 1 0,0 0 0,1-1 0,-1 0 1,1 0-1,-1 0 0,1 0 0,-1-1 0,1 1 0,0-1 1,-1 0-1,1 0 0,0 0 117,-28-22-4517</inkml:trace>
  <inkml:trace contextRef="#ctx0" brushRef="#br0" timeOffset="966.15">585 786 19476,'0'0'1939,"0"0"-992,0 0-389,0 0-921,12 20-3246,36 67-3391,-47-84 6970,0-1 0,0 0 0,0 1 0,0-1 0,0 0 0,-1 1 0,1-1 0,-1 1 0,1 0 0,-1-1 0,0 1 0,0-1 0,0 1 0,-1-1 0,1 1 0,0-1 0,-1 1 0,0-1 0,0 1 0,1-1 0,-1 1 0,-1-1 0,1 0 0,0 0 0,-1 0 0,1 1 0,-1-1 0,1 0 0,-1-1 0,-1 3 30,-4 3 614,-84 80 14116,117-85-12068,89-36-1895,37-6-2979,-127 37-3408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5:43.17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16456 7307 30567,'0'0'842,"0"0"-851,0 0-186,0 0 42,0 0-374,-3 22-1126,1-2 771,-9 56-2417,-15-13-5415,8-34 3944,-1 3 7878,-14 48 12993,31-56-14042,6 1-3673,55 31 2092,-32-38-969,-10-3-871</inkml:trace>
  <inkml:trace contextRef="#ctx0" brushRef="#br1" timeOffset="20061.164">17354 4309 23805,'0'0'5228,"0"0"-3781,0 0-1134,0 0-86,-19 5 36,3-1-199,8-2-35,-1 0 0,1 1 0,-1 0 0,1 0 0,0 0 0,0 1 0,0 1 0,0-1 0,1 1-1,0 0 1,0 1 0,0 0 0,1 0 0,-1 1-29,-318 383 900,304-366-887,1 1 0,1 1 1,1 1-1,1 1 0,-10 25-13,22-43 1,1 1 0,0 0 0,1-1 0,0 2-1,1-1 1,0 0 0,1 0 0,0 1 0,1-1 0,0 0 0,1 1 0,0-1 0,1 0 0,0 1 0,1-1 0,0 0 0,1-1 0,1 4-1,42 77 6,-36-75-4,-1 1 1,-1 0-1,-1 1 0,-1 0 1,0 0-1,-1 0 0,-1 1 1,-1 0-1,0 0 0,-1 4-2,-5-2-1,-1-1 0,-1 0-1,0 0 1,-1 0 0,-2 0 0,0-1-1,-1 0 1,0 0 0,-2-1 0,0 0-1,-1-1 1,-1 0 0,-1-1-1,0 0 1,-1-1 0,0-1 0,-10 7 1,-40 53-25,28-1-547,96-40 362,-46-24 210,-1 0 0,0 0 0,0 1 0,-1 1 0,0 0-1,-1 0 1,-1 1 0,1 1 0,-2 0 0,0 0 0,-1 1 0,0 0 0,-1 0-1,0 2 1,70 221 1,-38-24 82,-9 1 1,-10 1 0,-7 118-84,-8-208 28,8 671 336,-13-795-384,0-1 0,0 1 1,0 0-1,0 0 1,0 0-1,1-1 1,-1 1-1,0 0 0,0 0 1,1-1-1,-1 1 1,0 0-1,1-1 0,-1 1 1,1 0-1,-1-1 1,1 1-1,-1 0 1,1-1-1,0 1 0,-1-1 1,1 1-1,-1-1 1,1 1-1,0-1 0,0 0 1,-1 1-1,1-1 1,0 0-1,0 0 1,-1 1-1,1-1 0,0 0 1,0 0-1,0 0 1,-1 0-1,1 0 0,0 0 1,0 0-1,0 0 1,-1 0-1,1-1 1,0 1-1,0 0 0,-1 0 1,1-1-1,0 1 1,0 0-1,-1-1 0,1 1 1,0-1-1,-1 1 1,1-1-1,-1 1 1,1-1-1,0 0 0,-1 1 20,20-25-1575</inkml:trace>
  <inkml:trace contextRef="#ctx0" brushRef="#br0" timeOffset="-59579.245">3508 1342 28166,'0'0'1502,"0"0"-945,0 0-199,0 19 202,-10 132 297,9-140-806,-2-1-35,1 0 0,0 0 1,1 0-1,0 0 0,0 0 0,1 0 1,0 0-1,1 0 0,0 0 1,1 0-1,0 0 0,0-1 1,1 1-1,0 0 0,1-1 0,0 0 1,1 0-1,0 0 0,0 0 1,0-1-1,1 0 0,1 0 1,4 4-17,7-5 0,0 0 1,1 0 0,0-2 0,0-1 0,1 0 0,-1-1-1,1-1 1,-1-1 0,1-1 0,0 0 0,0-2 0,7-1-1,1 1-1,308-34-59,-334 37 59,0-1 1,-1 1-1,1 0 1,0-1-1,-1 1 1,1 0-1,-1 0 1,0 0-1,1 0 1,-1 0-1,0 0 1,1 1-1,-1-1 1,0 0-1,0 1 1,0-1-1,0 1 1,0-1-1,-1 1 0,1-1 1,0 1-1,-1-1 1,1 1-1,-1 0 1,0-1-1,1 1 1,-1 0-1,0 0 1,0-1-1,0 1 1,0 0-1,0-1 1,0 1-1,-1 0 1,1 0-1,-1-1 1,1 1-1,-1-1 1,1 1-1,-1 0 1,0-1-1,0 1 0,0-1 1,0 0-1,0 1 1,-1 0 0,-85 111 21,60-82-16,-172 195-697,-10-10-1,-43 23 693,210-211-1172,41-35-69,4-17 398,2 1-1,0-1 0,2 1 0,0 1 0,2-1 0,0 1 0,6-7 844,0-5 122,-7 16 9,5-16 832,2 0 0,2 0 0,1 2 0,1 0 0,2 1 0,2 0-963,-23 32 29,0 1-1,-1-1 1,1 1-1,0-1 0,0 0 1,0 1-1,0-1 0,0 0 1,0 1-1,0-1 1,1 0-1,-1 1 0,0-1 1,1 0-1,-1 1 1,1-1-1,0 0 0,-1 0 1,1 1-1,0-1 0,0 0 1,-1 0-1,1 0 1,0 0-1,0 0 0,0 0 1,0 0-1,1-1 0,-1 1 1,0 0-1,0-1 1,0 1-1,1 0 0,-1-1 1,0 1-1,1-1 0,-1 0 1,0 0-1,1 1 1,-1-1-1,0 0 0,1 0 1,-1 0-1,0 0 0,1 0 1,-1-1-1,1 1 1,-1 0-1,0-1 0,1 1 1,-1-1-1,0 1 0,0-1 1,0 0-1,1 1 1,-1-1-1,0 0 0,0 0 1,0 0-1,0 0 1,0 0-1,0 0 0,0 0 1,-1 0-1,1 0 0,0 0 1,0 0-1,-1-1-28,-1 99 280,-1-73-277,1 1-1,2 0 0,0 0 1,1 0-1,2-1 0,0 1 0,2 1-2,-3-20-16,-1 0-1,1 0 0,0 0 1,0-1-1,0 1 1,1-1-1,0 0 0,0 0 1,1-1-1,-1 1 1,1-1-1,0 0 0,0 0 1,0 0-1,1-1 1,-1 1-1,1-1 0,0-1 1,0 1-1,0-1 0,0 0 1,0-1-1,1 1 1,-1-1-1,0 0 0,4-1 17,7 1-85,-1 0-1,1-2 0,-1 0 0,1-1 0,-1 0 0,0-2 1,0 0-1,0 0 0,15-8 86,236-133-85,-261 141 132,-5 4-28,-1-1 1,0 0-1,1 1 0,-1-1 0,0 0 1,1 1-1,-1-1 0,1 1 0,-1-1 1,1 1-1,-1-1 0,1 1 0,-1-1 1,1 1-1,0-1 0,-1 1 0,1 0 1,0-1-1,-1 1 0,1 0 1,0-1-1,-1 1 0,1 0 0,0 0 1,0 0-1,-1 0 0,1 0 0,0 0 1,0 0-1,-1 0 0,1 0 0,0 0 1,0 0-1,-1 0 0,1 1 0,0-1 1,-1 0-1,1 0 0,0 1 0,-1-1 1,1 1-1,0-1 0,-1 0 0,1 1 1,-1-1-1,1 1 0,-1-1 1,1 1-1,-1 0 0,1-1 0,-1 1 1,0 0-1,1-1 0,-1 1 0,0 0 1,1-1-1,-1 1 0,0 0 0,0-1 1,0 2-20,-46 114 449,32-84-450,1 0 0,1 0 1,1 1-1,3 1 0,0 0 0,2 0 0,2 0 0,-1 34 1,7-57-6,0-1 0,0 0 0,1 0 0,0 0 0,1 0 0,0-1 0,0 1 0,1-1 0,1 0 0,-1 0 0,1-1 0,1 1 0,0-1 0,0-1 0,0 1 0,1-2 0,0 1 0,1-1 0,-1 0 0,10 5 6,77 79 11,-92-85-7,-1 0-1,1-1 1,-1 1-1,0 0 1,0 0 0,0 0-1,-1 0 1,0 0-1,0 1 1,0-1 0,-1 0-1,0 1 1,0-1 0,0 0-1,0 1 1,-1-1-1,0 0 1,0 0 0,0 0-1,-1 1 1,0-1-1,0-1 1,0 1 0,-1 0-1,0 1-3,-85 105 71,33-54-65,-3-3 0,-2-2 0,-2-3 0,-2-3 0,-2-3 0,-38 17-6,-6-17-17,106-41 2,0-1-1,0 0 0,0 0 1,0 0-1,-1-1 1,1 0-1,0 1 1,0-1-1,-1-1 0,1 1 1,0-1-1,0 1 1,0-1-1,0 0 0,0-1 1,0 1-1,0-1 1,0 0-1,0 0 1,0 0-1,1 0 0,-1-1 1,1 1-1,0-1 1,-1-1 15,-3-10-56,0 0 1,2-1-1,-1 0 1,2 0-1,0-1 1,1 1-1,1-1 0,0 1 1,1-1-1,1 0 1,0 1-1,1-1 1,2-8 55,-2 2-45,-2 12 61,0 1 0,1 0 1,1-1-1,-1 1 0,1 0 0,1 0 0,0-1 1,0 1-1,1 0 0,0 1 0,1-1 1,-1 0-1,2 1 0,-1 0 0,1 0 1,1 0-1,-1 1 0,1 0 0,0 0 1,1 0-1,0 1 0,0 0 0,0 0 1,1 0-1,0 1 0,0 0 0,0 1 1,0 0-1,1 0 0,0 1 0,0 0 1,0 1-1,2-1-16,40 2-536,0 2-1,0 2 1,0 3 0,33 8 536,-69-12-529,69 9-4840</inkml:trace>
  <inkml:trace contextRef="#ctx0" brushRef="#br0" timeOffset="-59335.755">5226 2092 30414,'0'0'633,"0"0"-473,0 0-120,-164 161 24,96-86 16,-2 6-80,2 2-176,9-6-456,15-10-329,18-18-327,15-19-2153,11-18-6881</inkml:trace>
  <inkml:trace contextRef="#ctx0" brushRef="#br0" timeOffset="-58707.912">4771 2750 23077,'0'17'3595,"-5"177"-1241,-76 197-1114,28-169-1026,37-133-499,19-76-149,14-54 237,31-102 21,-10 16 227,6 2 0,5 2 0,5 2 0,6 3 0,5 2 0,8-2-51,-52 91 31,1 2 0,1 0 1,1 1-1,2 2 0,0 0 0,1 2 0,1 1 0,1 1 0,0 2 0,1 0 0,1 2 0,1 2 0,0 1 0,8-1-31,69 2 540,-106 12-516,0 0 0,0 0-1,-1 1 1,1-1-1,-1 1 1,1 0 0,-1-1-1,0 1 1,0 0 0,0 1-1,0-1 1,-1 0 0,1 0-1,-1 1 1,0-1-1,0 1 1,0-1 0,0 1-1,-1-1 1,1 1 0,-1-1-1,0 1 1,0 0 0,-1-1-1,1 1 1,-1-1 0,1 1-1,-1-1 1,0 1-1,0-1 1,-1 1 0,1-1-1,-1 1-23,-9 20 62,-1-1 0,0 0 0,-2-1 0,0 0 1,-2-1-1,0-1 0,-8 6-62,-3 6 28,-169 219 19,171-193-185,43-57 77,65-26 81,-77 22-30,0-1 1,0 1-1,0 1 0,1-1 1,-1 1-1,1 0 0,-1 0 0,1 1 1,0 0-1,0 0 0,0 1 1,-1 0-1,1 0 0,0 0 1,6 2 9,-9 2-7,1 1-1,-1-1 1,0 1 0,0 0 0,-1 0-1,0 1 1,1-1 0,-2 1 0,1-1-1,-1 1 1,0 0 0,0 0 0,0 0-1,-1 0 1,0 0 0,0 0 0,-1 1 0,1-1-1,-1 0 1,-1 0 0,1 1 0,-1-1-1,0 0 1,-1 0 0,0 1 7,2-3-5,-8 39 1,-2-1 0,-2 0 0,-2-1-1,-2-1 1,-1 0 0,-2-1 0,-2-1-1,-1-1 1,-7 7 4,8-10 0,-51 82 294,83-121-202,225-224-692,-228 223 466,0 1 0,1 0-1,0 0 1,0 1-1,0 0 1,0 1-1,1 0 1,-1 0 0,1 1-1,0 0 1,-1 1-1,1 0 1,0 0 0,6 2 134,21-2-2390</inkml:trace>
  <inkml:trace contextRef="#ctx0" brushRef="#br0" timeOffset="-58435.522">5634 4019 28582,'0'0'1176,"0"0"-487,0 0-201,0 0-144,127-85-344,-81 22-712,-2-2-16140</inkml:trace>
  <inkml:trace contextRef="#ctx0" brushRef="#br0" timeOffset="-58434.522">6564 3762 26286,'0'0'4929,"0"0"-4929,0 0-2153</inkml:trace>
  <inkml:trace contextRef="#ctx0" brushRef="#br0" timeOffset="-62233.603">1 2125 29542,'0'0'632,"0"0"-416,173 4-55,-83-4 119,4-6 24,0-12-104,-4-5-112,-9-3-88,-8 0-88,-14 1-408,-4-19-745,-16 7-1007,-15 1-19013</inkml:trace>
  <inkml:trace contextRef="#ctx0" brushRef="#br0" timeOffset="-62009.161">803 1656 26622,'0'0'1291,"0"0"-569,-3 33-92,-36 542 1394,-45 722-970,63-1167-1464,20-130 395,1-1-1,0 1 0,0-1 1,0 1-1,-1-1 0,1 1 1,0 0-1,0-1 0,-1 1 1,1-1-1,0 1 0,-1 0 0,1-1 1,-1 1-1,1 0 0,-1-1 1,1 1-1,0 0 0,-1-1 1,1 1-1,-1 0 0,1 0 0,-1 0 1,1 0-1,-1 0 0,1-1 1,-1 1-1,0 0 0,1 0 1,-1 0-1,1 0 0,-1 0 0,1 0 1,-1 1-1,1-1 0,-1 0 1,1 0-1,-1 0 0,1 0 1,-1 1-1,1-1 0,-1 0 0,1 0 1,0 1-1,-1-1 0,1 0 1,-1 1-1,1-1 0,0 1 1,-1-1-1,1 0 0,0 1 0,-1-1 1,1 1-1,0-1 0,0 1 1,0-1-1,-1 1 0,1-1 1,0 1-1,0-1 0,0 1 0,0-1 1,0 1-1,0-1 0,0 1 1,0-1 15,-14-43-1047,14 42 1010,-14-70-2699,1-9-2929</inkml:trace>
  <inkml:trace contextRef="#ctx0" brushRef="#br0" timeOffset="-61785.56">424 2666 26166,'0'0'1560,"0"0"-912,-107 108-112,41 1-40,7-1-224,8-5-152,14-15-80,17-22-40,7-1-96,13-12-544,0-24-736,22-25-3497</inkml:trace>
  <inkml:trace contextRef="#ctx0" brushRef="#br0" timeOffset="-61518.309">490 2995 22765,'0'0'4121,"127"-49"-2657,-46 35-488,9 10-304,-5 4-239,-4 12-177,-8 9-128,-10 5-96,-8-2-32,-11-3-88,-2-5-433,-14-8-807,-10-8-2385</inkml:trace>
  <inkml:trace contextRef="#ctx0" brushRef="#br0" timeOffset="-61268.348">1222 1616 27766,'0'0'2528,"0"0"-2199,0 0-209,136-8-48,-84 30-16,21 31-48,-14-2-8,-9-3-2121</inkml:trace>
  <inkml:trace contextRef="#ctx0" brushRef="#br0" timeOffset="-61018.813">2682 1614 27670,'0'0'784,"0"0"-560,0 0-96,0 0-32,120 109-64,-113-30-32,-7-8-568,-2-2-7274</inkml:trace>
  <inkml:trace contextRef="#ctx0" brushRef="#br0" timeOffset="-60619.182">1645 2865 27454,'0'0'1179,"0"0"-542,0 0-245,38-3 143,8-2-364,1-1 0,-1-2-1,0-3 1,-1-1 0,-1-3-1,27-12-170,118-63-252,-5-7-1,136-97 253,-309 186-208,104-86-3247,-112 90 2983,1-1 0,0 0 0,-1 1 0,0-2 0,0 1 0,-1 0 0,0-1 0,1 1 0,-2-1 0,1 1 0,-1-1-1,0 0 1,0 0 0,0-5 472,-8 2 5292,-13 35-3523,-24 156 200,-160 1304 321,181-1391-2451,19-101 49,-1-132-524,6-2 207,3 17-260,-6 1 0,-5-1 0,-6 1 0,-9-24 689,-15 34-408,34 110 453,0 1 1,0-1 0,0 1-1,0-1 1,0 1 0,-1 0-1,1 0 1,0 0 0,0 1-1,-1-1 1,1 1 0,0 0-1,-1 0 1,1 0 0,-1 0-1,1 0 1,0 1 0,-1 0-1,1-1 1,0 1 0,0 0-1,0 1 1,0-1-1,0 1 1,0-1 0,0 1-1,0 0 1,0 0 0,1 0-1,-1 0 1,1 1 0,-1-1-1,1 1 1,0-1 0,0 1-1,0 0 1,1 0 0,-1 0-1,1 0 1,-1 0 0,1 0-1,0 0 1,0 1-46,-20 34 82,2 1 0,1 1 1,3 0-1,1 1 0,1 1 0,3 0 0,2 0 1,1 1-1,2 0 0,2 0 0,3 28-82,-1-66-26,1 1 0,0-1 0,1 0 0,-1 0 0,1 0 0,0 0 0,0 0 0,0 0 0,1 0 0,0 0 0,0-1 0,0 1 0,0-1 0,1 1 0,0-1 0,0 0 0,1 1 26,56 19-3982,-18-22-4455</inkml:trace>
  <inkml:trace contextRef="#ctx0" brushRef="#br0" timeOffset="-16666.368">610 7550 26318,'0'0'2984,"0"0"-2392,0 0-80,0 0-23,0 0-129,0 0-136,31-73-136,-22 75-88,2 45-152,0-1-544,-7 1-1905</inkml:trace>
  <inkml:trace contextRef="#ctx0" brushRef="#br0" timeOffset="-16413.707">599 8041 29006,'0'0'696,"0"0"-352,0 0 65,0 0 15,0 0-256,0 0-168,0 0-328,119 30-1345</inkml:trace>
  <inkml:trace contextRef="#ctx0" brushRef="#br0" timeOffset="-15962.838">2035 6812 22749,'0'0'7051,"0"0"-5267,0 0-1531,0 0-47,0 0 155,-4-5-57,4 5-302,0 1-1,0 0 0,-1-1 1,1 1-1,0-1 0,0 1 1,0-1-1,-1 1 0,1-1 1,0 1-1,-1-1 0,1 0 1,-1 1-1,1-1 0,0 1 1,-1-1-1,1 0 0,-1 1 1,1-1-1,-1 0 0,1 0 1,-1 1-1,1-1 0,-1 0 1,1 0-1,-1 0 0,0 0 1,1 1-1,-1-1 0,1 0 1,-1 0-1,1 0 0,-1 0 1,1 0-1,-1-1 0,0 1 1,1 0-1,-1 0 0,1 0 1,-1 0-1,1-1 0,-1 1 1,1 0-1,-1-1-1,4 96 0,-1-60 0,0 1 0,-3 0 0,-1 0 0,-2-1 0,-6 26 0,-3-10-239,-21 104 217,33-52-4598,6-86-4646</inkml:trace>
  <inkml:trace contextRef="#ctx0" brushRef="#br0" timeOffset="-15689.595">2162 6573 30238,'0'0'650,"0"0"-419,0 0-105,28 0 116,185 2 152,-193-1-371,-1 1 0,0 1-1,0 1 1,-1 1-1,1 0 1,-1 1-1,0 1 1,3 3-23,-14-7 1,-1 0 1,0 1-1,0 0 1,0 0-1,-1 0 1,1 1-1,-1-1 0,0 1 1,0 1-1,-1-1 1,0 1-1,0 0 1,0 0-1,0 0 0,-1 0 1,0 1-1,-1-1 1,1 1-1,-1 0 1,0-1-1,-1 1 0,0 0 1,1 6-2,-5 8-181,0-1 1,-1 1-1,-1 0 1,-1-1-1,0 0 1,-2-1-1,0 1 1,-2-1-1,0-1 1,-1 0-1,0 0 1,-2-1-1,0-1 0,-1 0 1,0-1-1,-2 0 1,1-1-1,-2-1 1,-15 10 180,-28 17-4593,7-14-10037</inkml:trace>
  <inkml:trace contextRef="#ctx0" brushRef="#br0" timeOffset="-15413.519">2164 7069 19996,'0'0'5892,"0"0"-3926,0 0-1089,18-19 6,60-57-99,-70 70-704,1 0-1,-1 1 0,0 0 0,1 1 0,0 0 0,0 0 0,1 1 0,-1 0 0,1 0 0,-1 1 0,1 1 0,0 0 0,8 0-79,1-1 86,43 0 229,-60 3-314,0 1 0,-1 0 0,0-1-1,1 1 1,-1 0 0,0 0 0,0 0 0,0 0 0,0 0 0,0 0 0,0 0 0,-1 0 0,1 1-1,-1-1 1,0 0 0,1 0 0,-1 1 0,0-1 0,0 0 0,-1 0 0,1 1 0,0-1 0,-1 0 0,1 0-1,-1 0 1,0 0 0,1 1 0,-2 0-1,-6 15-58,-1 0 1,-1-1-1,-1 0 0,0-1 0,-2 0 1,1 0-1,-2-2 0,0 1 0,-1-2 1,-14 11 57,25-21-12,-64 62-111,92-58 106,150-52-101,-167 63-1365,-9 3-177</inkml:trace>
  <inkml:trace contextRef="#ctx0" brushRef="#br0" timeOffset="-15163.264">1450 7889 1592,'0'0'22544,"0"0"-18782,0 0-2320,0 0-813,0 0-54,0 0-127,43-15-113,605-232 55,253-155 260,-896 399-750,18-9-346,-31 8-1051,-26 10-3878,-12 8-13909</inkml:trace>
  <inkml:trace contextRef="#ctx0" brushRef="#br0" timeOffset="-14963.618">2132 7641 4233,'0'0'22517,"-97"118"-21117,38-37-648,-7 14-72,7 1-96,6-1-151,9 0-193,14-9-152,8-11-56,13-15-32,9-21-328,0-25-161,9-14-55,33-51 168,-5-7-1456,0-5-7506</inkml:trace>
  <inkml:trace contextRef="#ctx0" brushRef="#br0" timeOffset="-14781.173">2134 7745 26694,'0'0'1272,"0"0"-480,0 0-48,33 146-88,-33-53-119,0 29-209,-9 32-144,-9 12-112,1-10-56,-1-16-16,7-42-192,0-27-280,-8-8-801,-1-27 97,-2-12-2305</inkml:trace>
  <inkml:trace contextRef="#ctx0" brushRef="#br0" timeOffset="-14379.947">1752 8270 25421,'0'0'1733,"3"-20"-638,14-64-364,-16 79-694,1 0 0,0 1 1,1-1-1,-1 1 1,1 0-1,0-1 0,0 1 1,0 1-1,0-1 1,1 0-1,0 1 1,-1 0-1,1-1 0,0 2 1,1-1-1,-1 0 1,0 1-1,1 0 1,0 0-1,-1 0 0,1 1 1,0-1-1,0 1 1,0 0-1,0 0 1,0 1-1,0 0 0,0 0 1,0 0-1,0 0 1,0 1-1,2 0-37,-4 0-1,0-1 0,0 1 0,0 0 0,0 0-1,0 0 1,0 0 0,0 1 0,0-1 0,-1 1 0,1 0 0,0-1 0,-1 1-1,0 1 1,1-1 0,-1 0 0,0 0 0,0 1 0,0-1 0,0 1-1,-1 0 1,1 0 0,-1-1 0,1 1 0,-1 0 0,0 0 0,0 0 0,-1 1-1,1-1 1,0 0 0,-1 0 0,0 0 0,0 0 1,-2 108-193,-3-89 196,-1-1 1,-2 0-1,0 0 1,-1-1 0,-1 0-1,-1 0 1,0-1-1,-2-1 1,0 0-1,-1 0 1,-1-2-1,-13 12-3,46-46-300,0 1 0,2 1 0,0 1 0,0 0-1,1 2 1,1 0 0,0 1 0,1 2-1,11-4 301,-33 13-94,0 1 0,0-1-1,1 1 1,-1 0-1,0-1 1,1 1-1,-1 0 1,0 0-1,0 0 1,1 0-1,-1 0 1,0 0-1,1 0 1,-1 0-1,0 0 1,0 1-1,1-1 1,-1 0-1,0 1 1,0-1-1,1 1 1,-1 0 0,0-1-1,0 1 1,0 0-1,0 0 1,0-1-1,0 1 1,0 0-1,0 0 1,-1 0-1,1 0 1,0 0-1,0 0 1,-1 1-1,1-1 1,-1 0-1,1 0 1,-1 0-1,1 1 1,-1-1-1,0 0 1,0 1-1,1-1 1,-1 0 0,0 0-1,0 1 1,0-1-1,-1 0 1,1 1-1,0-1 95,-18 72-1129,-136 220 5919,96-195-3220,47-81-1301,16-24 402,90-133-1237,-39 62-703</inkml:trace>
  <inkml:trace contextRef="#ctx0" brushRef="#br0" timeOffset="-14046.614">2824 7962 27302,'0'0'909,"0"0"-313,0 0-119,18 22 5,54 75-144,-69-91-325,0 1 0,0 0 0,-1 0 0,0 0 0,0 0 0,0 0 0,-1 0 0,0 0 0,0 1 0,-1-1 0,0 0 0,-1 0 0,1 1 0,-1-1 0,0 0 0,-1 0 0,-1 4-13,1-2 5,-2 13-2,-1-1 1,-1 0-1,-1 0 0,-1 0 0,-1-1 0,0 0 0,-2 0 0,0-1 0,-1-1 0,-1 0 0,-1-1 0,0 0 0,-1-1 0,-1-1 0,0 0 0,-2-1 0,1-1 0,-1 0 0,-1-2 0,0 0 0,-1-1 0,0-1 0,-1-1 0,0 0 0,0-2 0,0-1 0,-1 0 0,0-2 0,1 0 0,-1-1 0,-9-2-3,27-2 11,0 0 0,1 0 0,-1-1 0,1 0 1,0 0-1,0 0 0,0 0 0,0 0 0,0-1 0,1 1 1,-1-1-1,1 0 0,0 0 0,0 1 0,0-1 0,1-1 1,-1 1-1,1 0 0,0 0 0,0 0 0,1-1 0,-1 1 1,1 0-1,0-1 0,0 1 0,1 0 0,-1-1 0,1 1 1,0 0-1,0-1 0,0 1 0,1 0 0,-1 0 0,1 0 1,1-1-12,-3-1 16,2 0 1,-1 0 0,1 1-1,-1-1 1,1 1 0,1-1-1,-1 1 1,1 0 0,0-1-1,0 1 1,1 1 0,-1-1-1,1 0 1,0 1 0,1 0-1,-1 0 1,1 0 0,-1 1-1,1-1 1,0 1 0,0 0-1,1 1 1,-1-1 0,1 1-1,-1 0 1,1 0 0,0 1-1,-1 0 1,1 0 0,0 0-1,0 0 1,0 1 0,0 0-1,0 1 1,0-1 0,0 1-1,-1 0 1,1 0 0,0 1-1,0 0-16,124 81 111,6-41-1052,-75-34-904</inkml:trace>
  <inkml:trace contextRef="#ctx0" brushRef="#br0" timeOffset="-13797.113">3960 6781 30102,'0'0'801,"0"0"-633,0 0-120,0 0-16,21 114-24,-14-75 0,-5 7-8,-11 27-568,-17-8-689,-9-6-1039</inkml:trace>
  <inkml:trace contextRef="#ctx0" brushRef="#br0" timeOffset="-13445.909">3556 7424 27470,'0'0'925,"0"0"-581,24-15-214,164-101 366,-152 93-380,-11 6-54,0 1 1,1 1-1,1 1 1,0 1-1,1 2 1,24-7-63,-51 17 2,1 1 0,-1-1 0,1 1 0,0 0 0,-1-1 0,1 1 0,-1 0 0,1 0 0,-1 0 0,1 0 0,0 0 0,-1 1 0,1-1 0,-1 0 0,1 1 0,-1-1 0,1 1 0,-1-1 0,1 1 0,-1 0 0,0 0 0,1-1 0,-1 1 0,0 0 0,0 0 0,0 0 0,1 1 0,-1-1 0,0 0 0,0 0 0,-1 1 0,1-1 0,0 0 0,0 1 0,-1-1 0,1 1 0,0-1 0,-1 1 0,0-1 0,1 1 0,-1-1 0,0 1 0,0-1 0,0 1 0,0 0 0,0-1 0,0 1 0,0-1 0,-1 1 0,1-1 0,0 1 0,-1-1 0,1 1 0,-2 1-2,-1 24 28,-1 1 1,-2-1 0,0 1 0,-2-2-1,-1 1 1,-1-1 0,-2 0 0,-12 20-29,8-11 10,-112 241 24,153-294-40,19-27-93,-12 10 1,2 2 0,1 1 0,1 2 0,38-23 98,-74 52 5,1 1-1,0-1 1,-1 0-1,1 0 0,0 1 1,0-1-1,-1 0 1,1 1-1,0-1 1,0 1-1,0-1 1,0 1-1,0-1 1,0 1-1,0 0 1,0-1-1,0 1 1,0 0-1,0 0 1,0 0-1,0 0 1,0 0-1,0 0 1,0 0-1,0 0 1,0 0-1,0 0 1,0 1-1,0-1 1,0 0-1,0 1 1,0-1-1,0 1 1,0-1-1,0 1 1,0-1-1,0 1 1,-1 0-1,1-1 1,0 1-1,0 0 1,-1 0-1,1 0 1,-1-1-1,1 1 1,-1 0-1,1 1-4,-7 53 148,-2-34-254,-2 0 0,0 0 0,-2-1 0,0-1 1,-1 0-1,-1 0 0,-16 16 106,-66 63-3612,44-51-4555</inkml:trace>
  <inkml:trace contextRef="#ctx0" brushRef="#br0" timeOffset="-12759.177">3552 8102 17212,'0'0'7849,"-19"9"-5517,-65 29-1671,78-34-596,0 0-1,0 0 1,0 0-1,0 0 1,1 1-1,0 0 1,0 0-1,0 1 1,1-1-1,-1 1 1,1 0-1,1 0 1,-1 1-1,1-1 1,0 1-1,1 0 1,-1-1-1,1 1 1,1 0-1,-1 0 1,1 1-1,0-1 1,1 0-1,0 0 1,0 0-1,1 1 1,-1-1-1,1 0 1,1 0-1,0 0 1,0 0-1,0 0 1,1-1-1,0 1 1,0-1-1,0 1 1,1-1 0,0 0-1,0 0 1,1-1-1,0 1 1,0-1-1,0 0 1,0-1-1,1 1 1,0-1-1,0 0 1,0 0-65,58 51 50,-49-73-115,13-29 41,2 1 0,3 1 0,1 2 0,2 2-1,2 1 1,2 2 0,1 1 0,2 2 0,1 3 0,2 1 0,1 2 0,1 2 0,3 2 24,-24 13 3,1 0 0,1 2 0,0 1 0,1 2 0,-1 0 0,1 2 0,0 2 0,1 0 1,-1 2-1,1 1 0,-1 2 0,1 1-3,-19-1 17,-1 0 0,0 0 0,0 1 0,0 1 0,0 0 0,-1 0 0,0 1 0,0 0 0,0 1 0,0 0 0,-1 1 0,0 0 0,0 0 0,-1 1 0,0 0 0,0 1 0,-1 0 0,0 0 0,-1 0-1,0 1 1,0 0 0,-1 0 0,0 0 0,-1 1 0,0 0 0,2 9-17,-3 0-19,-2 0 0,0 1 0,-1-1 0,0 0 0,-2 1 0,-1-1 0,0 0 0,-2 0 0,0-1 0,-1 1-1,-1-1 1,-1 0 0,0-1 0,-2 0 0,0 0 0,-1-1 0,0 0 0,-2-1 0,0 0 0,0-1 0,-2-1-1,0 0 1,0-1 0,-2 0 0,1-2 0,-1 0 0,-1 0 0,0-2 0,-16 6 19,0-1-78,-1-2 0,0-2-1,-1-1 1,0-2 0,-1-1 0,0-2 0,1-1-1,-29-3 79,57 1-158,1 0-1,-1-1 1,0 0-1,1-1 1,-1 0 0,1 0-1,-1 0 1,1-1-1,-1 0 1,1-1-1,0 1 1,0-1-1,0-1 1,0 1-1,1-1 1,-1-1-1,1 1 1,0-1-1,1 0 1,-1 0-1,1-1 1,0 0-1,0 0 1,0 0-1,1 0 1,0-1-1,0 1 1,1-1-1,0 0 1,0 0-1,-1-5 159,-1-66 983,75 69 1974,26-69-1812,-90 72-1103,0 0 0,1 1 0,-1-1 0,1 1-1,0 0 1,1 1 0,-1 0 0,1 0 0,0 0-1,0 1 1,0 0 0,0 1 0,0 0-1,1 0 1,-1 1 0,1 0 0,-1 0 0,1 1-1,-1 0 1,1 1 0,8 1-42,-14 2 8,1 0 1,-1 0-1,0 1 1,0-1-1,0 1 1,-1 0-1,0-1 1,0 1-1,0 1 1,0-1-1,-1 0 1,0 0-1,0 0 1,0 1-1,-1-1 0,0 1 1,0-1-1,0 0 1,0 1-1,-1-1 1,0 0-1,0 1 1,-2 4-9,-3 5-34,0-1 0,0 1 0,-1-1 0,-1 0 0,0-1 1,-1 0-1,-1-1 0,0 1 0,0-2 0,-1 1 0,-1-2 0,0 1 1,-1-1 33,-4 2-1249</inkml:trace>
  <inkml:trace contextRef="#ctx0" brushRef="#br0" timeOffset="-12380.973">5248 7301 27278,'0'0'2096,"0"0"-1384,0 0-343,0 0-65,0 0 24,189-86-104,-97 42-128,0-3-48,-2-1-48,-11 5-88,-16 6-424,-14 1-881,-19 8-1063,-17 9-18373</inkml:trace>
  <inkml:trace contextRef="#ctx0" brushRef="#br0" timeOffset="-12097.706">5720 6771 27486,'0'0'1368,"0"0"-784,0 0-32,0 0 113,-60 140-233,56-67-168,2 25-128,-7 31-80,-6 26-24,-5 7-32,0-32 0,5-41-56,8-45-240,3-19-296,0-5-249,-1-12-1231</inkml:trace>
  <inkml:trace contextRef="#ctx0" brushRef="#br0" timeOffset="-11847.581">5457 6743 28270,'0'0'856,"0"0"-640,0 0-144,0 120-40,0-70-24,0-5-8,6-9-208,36-21-592,0-9-800,-1-6-3225</inkml:trace>
  <inkml:trace contextRef="#ctx0" brushRef="#br0" timeOffset="-10755.76">5941 6875 11827,'0'0'11750,"0"0"-8088,-11 24-2556,-81 154 257,-89 125-439,-30 92-924,199-371 47,0 1 0,2-1 0,0 2 0,2-1 0,1 1 1,1 0-1,1 1 0,1 0 0,1 3-47,3-27 4,0 1 0,1 0 0,-1-1 0,1 1 0,-1-1 0,1 0 0,1 1 0,-1-1 0,0 0 0,1 1-1,-1-1 1,1 0 0,0 0 0,0 0 0,0 0 0,1-1 0,-1 1 0,1-1 0,-1 1 0,1-1 0,0 0 0,0 0 0,0 0 0,0 0 0,0-1 0,0 1 0,1-1 0,-1 0 0,0 0 0,1 0 0,3 1-4,120 7 193,-103-9-174,-12 0-3,-8 1-14,0-1 0,-1 0 0,1 1 0,0-2 0,0 1 0,-1 0 0,1-1 0,0 1 0,0-1 0,-1 0 0,1 0 0,-1-1 0,1 1 0,-1-1 0,0 0 0,1 0 0,-1 0 0,0 0 0,0 0 0,2-3-2,8-13-43,0 0 0,-1-1 0,-1-1 0,-1 0 0,-1-1-1,-1 1 1,0-2 0,-2 1 0,-1-1 0,0 0 0,0-14 43,-33 369 295,28 7-118,11-277-157,-9-116 44,-2 53-65,1-29-107,-1 1-1,-1 0 0,-1 0 1,-1 0-1,-2 0 0,-1 1 0,-1 0 1,-8-19 108,14 40-95,-1-1 1,0 1 0,0 0 0,-1 0-1,1 0 1,-1 0 0,0 0 0,-1 0-1,0 1 1,0-1 0,0 1-1,0 0 1,-1 0 0,0 1 0,0-1-1,0 1 1,0 0 0,-1 1 0,0-1-1,1 1 1,-1 0 0,0 1 0,-1-1-1,1 1 1,0 0 0,-1 1 0,1-1-1,-1 1 1,0 1 0,1-1 0,-1 1-1,0 0 1,1 1 0,-1 0 0,1 0-1,-1 0 1,-4 2 94,-152 101-2232,103-59 2209,-4 1 1710,-3-3 1,-1-3-1,-22 7-1687,86-51 1099,26-16-1124,-18 17 85,546-462-283,-22-29-2732,-394 362 795,35-26 4100,-168 157-1892,-1 0 1,1 0-1,-1 0 0,1 0 1,0 0-1,-1 1 0,1-1 1,0 0-1,0 1 0,0-1 1,-1 0-1,1 1 0,0-1 1,0 1-1,0-1 0,0 1 1,0 0-1,0-1 0,0 1 1,0 0-1,0 0 0,0-1 1,0 1-1,0 0 0,0 0 1,0 0-1,0 1 0,0-1 1,0 0-1,0 0 0,0 0 1,0 1-1,0-1 0,0 0 1,0 1-1,0-1 0,0 1 1,0-1-1,0 1 0,0 0 1,-1-1-1,1 1 0,0 0 1,0 0-1,-1-1 0,1 1 1,-1 0-1,1 0 0,0 0 1,-1 0-1,0 0 0,1 0 1,-1 0-1,1 0-48,2 63 744,-3-48-655,0 242 649,3-243-736,-1-1 0,2 0 0,0-1 0,0 1 0,1-1 0,1 0 0,0 0 1,1 0-1,1-1 0,-1 0 0,2-1 0,0 1 0,0-2 0,1 1 0,0-1 0,1-1 0,0 0 0,1-1 1,4 3-3,40 39-23,-52-47 23,-1 1 1,0 0-1,1 0 0,-2 0 0,1 0 0,0 1 0,-1-1 1,0 1-1,0 0 0,0-1 0,-1 1 0,0 0 1,0 0-1,0 0 0,0 0 0,-1 0 0,0 0 1,0 0-1,0 0 0,0 0 0,-1 0 0,0 0 1,0 0-1,0 0 0,-1-1 0,0 1 0,0 0 0,0-1 1,0 1-1,-1-1 0,-1 3 0,-102 125 9,106-131-9,-35 35-29,0-2-1,-2 0 1,-2-3 0,-1-1 0,-1-2 0,-1-2 0,-2-2-1,-27 11 30,-10-12-182,79-22 156,0 0 0,0-1 0,-1 1 0,1-1 0,0 0 0,0 1-1,-1-1 1,1 0 0,0 0 0,-1-1 0,1 1 0,0 0 0,-1-1 0,1 1 0,0-1 0,0 0-1,-1 0 1,1 0 0,0 0 0,0 0 0,0 0 0,0-1 0,1 1 0,-1-1 0,0 1-1,0-1 1,1 0 0,-1 1 0,1-1 0,0 0 0,-1 0 0,1-1 26,-6-71-1313,9 56 48,2 0 1,0 0-1,2 0 0,0 0 0,0 1 0,2 0 0,0 0 0,9-13 1265,16-22-315,65-48 8720,-91 95-8262,1 1 0,0 1-1,-1 0 1,1 0 0,1 0-1,-1 1 1,0 0 0,0 1-1,1-1 1,-1 2 0,1-1-1,-1 1 1,1 1 0,-1-1-1,1 2 1,2 0-143,113 35-1254,-67-17-1952</inkml:trace>
  <inkml:trace contextRef="#ctx0" brushRef="#br0" timeOffset="-10464.496">7129 7051 25149,'0'0'5554,"0"0"-5090,0 0-304,0 0-120,-125 67 72,83-14 88,1 12-104,4 8-96,2 6-152,8 2-136,7-6-328,16-18-689,4-19-1023,0-23-14596</inkml:trace>
  <inkml:trace contextRef="#ctx0" brushRef="#br0" timeOffset="-10214.873">7039 7439 18444,'0'0'10306,"0"0"-9874,0 0-328,121-88-48,-62 50-32,9-5-24,31-22-48,-16 9-720,-15 7-2777</inkml:trace>
  <inkml:trace contextRef="#ctx0" brushRef="#br0" timeOffset="-9964.402">7600 6929 28470,'-5'19'794,"-102"547"1671,48-219-2146,40-253-567,4 1 0,5 1 0,2 43 248,25-172-3210,-6 6-111</inkml:trace>
  <inkml:trace contextRef="#ctx0" brushRef="#br0" timeOffset="-9731.387">7670 7497 25261,'0'0'2564,"0"0"-1836,0 0-490,19-11 192,61-33 82,-78 43-488,-1 0-1,1 1 1,0-1-1,0 0 1,0 0 0,-1 1-1,1-1 1,0 1-1,0 0 1,0-1 0,0 1-1,0 0 1,0 0-1,0 0 1,0 0-1,-1 1 1,1-1 0,0 0-1,0 1 1,0 0-1,0-1 1,0 1 0,-1 0-1,1 0 1,0 0-1,-1 0 1,1 0 0,-1 0-1,1 0 1,-1 1-1,1-1 1,-1 0-1,0 1 1,0-1 0,0 1-1,0 0 1,0-1-1,0 1 1,0 0 0,0 0-1,-1-1 1,1 1-1,0 0 1,-1 0 0,0 0-1,0 0 1,1 0-1,-1 0-23,3 7 78,5 24 36,-1 1 1,-1-1 0,-2 1 0,-1 0 0,-2 0 0,-1 0 0,-2 0-1,-3 17-114,-3-2-76,-2 0 0,-2 0 0,-2-1 0,-2-1 0,-2-1 0,-3 0 76,16-31-461,-1 0 1,-1-1-1,0 0 0,-1-1 0,0 0 0,-1 0 0,-1 0 0,0-1 0,0-1 0,-5 3 461,-8-1-8088</inkml:trace>
  <inkml:trace contextRef="#ctx0" brushRef="#br0" timeOffset="-9280.692">7548 7867 19012,'0'0'7116,"0"0"-5015,0 0-1402,0 0-151,0 0-171,0 0-210,9-12-122,28-36-69,-36 49 13,0 0-1,1 0 0,-1 1 1,0-1-1,0 1 1,0-1-1,0 1 1,0-1-1,0 1 0,-1-1 1,1 1-1,0 0 1,-1 0-1,1-1 1,-1 1-1,0 0 0,1 0 1,-1-1-1,0 1 1,0 0-1,0 0 1,-1 0-1,1-1 1,0 1-1,-1 0 0,1 0 1,-1-1-1,1 1 1,-2 1 11,2-1-14,-12 50 64,12-52 298,145-51 690,-142 60-1099,-7 5-20,-1 0 1,0-1 0,-1 0 0,-1 0 0,0 0 0,0-1-1,-1 0 1,-1-1 0,-1 2 80,-23 34-192,11-11 148,4-13 114,2 2-1,1 0 1,1 0 0,1 1-1,1 1 1,2 0-1,0 1 1,2 0 0,1 0-1,0 10-69,8-36 22,0 0 0,0 0-1,0 0 1,0 0 0,0 0 0,1-1-1,-1 1 1,1 0 0,-1-1 0,1 1-1,0-1 1,-1 0 0,1 1-1,0-1 1,0 0 0,0 0 0,0 0-1,0 0 1,0-1 0,0 1 0,0 0-1,1-1 1,-1 0 0,0 1 0,0-1-1,0 0 1,1 0 0,-1 0-1,0-1 1,0 1 0,0 0 0,1-1-1,-1 1 1,0-1 0,0 0 0,0 0-1,0 0 1,0 0 0,0 0 0,0 0-1,-1 0 1,1-1 0,0 1-1,0-1-21,9-4-16,0-1-1,0 0 0,0-1 1,-1 0-1,0-1 0,-1 0 0,0-1 1,-1 0-1,1 0 0,-2-1 1,0 0-1,0 0 0,-1 0 0,0-1 1,0-2 16,-5 12-63,0 0 0,0 0 0,0 0 0,0 0 0,0 0 0,-1 0 1,1 0-1,-1-1 0,0 1 0,1 0 0,-1 0 0,0-1 0,0 1 0,-1 0 0,1 0 0,0 0 1,-1-1-1,1 1 0,-1 0 0,0 0 0,0 0 0,1 0 0,-2 0 0,1 0 0,0 0 1,0 0-1,0 1 0,-1-1 0,1 0 0,-1 1 0,0-1 0,1 1 63,-46-20-5590,13 9-12309</inkml:trace>
  <inkml:trace contextRef="#ctx0" brushRef="#br0" timeOffset="-9022.006">6879 7645 28558,'0'0'2137,"0"0"-1841,0 0-192,0 0 200,0 0 200,37 136-160,-21-93-184,-5 0-88,-2 3-56,-3 1-16,-6 3-128,0 1-200,0 0-128,-24 24-304,-7-12-697,-2-12-1911</inkml:trace>
  <inkml:trace contextRef="#ctx0" brushRef="#br0" timeOffset="-8770.67">6526 8475 24093,'0'0'2881,"0"0"-1881,0 0-600,0 0 304,130-49-392,-65 27-216,41-11-88,-17 5-8,-10 4-928</inkml:trace>
  <inkml:trace contextRef="#ctx0" brushRef="#br0" timeOffset="-950.335">15401 6830 27350,'0'0'952,"0"0"-80,-48 118-256,35-70-160,6-7-255,7-5-201,0-9-49,22-21-591,7-6-856,-1 0-2209</inkml:trace>
  <inkml:trace contextRef="#ctx0" brushRef="#br0" timeOffset="-286.765">15774 6676 26958,'0'0'1005,"0"0"-121,0 0-217,0 0-124,1 21-160,3 68-160,-4-81-206,0-1 1,-1 1 0,-1-1 0,1 1 0,-1-1-1,0 1 1,-1-1 0,0 0 0,0 0 0,-1 0-1,1 0 1,-2-1 0,1 1 0,-1-1 0,1 0-1,-3 1-17,-9 14 37,-129 171 58,143-188-95,0 1 0,0 0 0,0 0 1,1-1-1,0 1 0,0 0 1,0 0-1,0 0 0,1 0 0,0 0 1,0 0-1,0 1 0,1-1 0,-1 0 1,1 0-1,0 0 0,1-1 0,-1 1 1,1 0-1,2 3 0,-1 0-3,-1 1 0,1-1 0,-1 1 0,-1 0 0,0 0-1,0 0 1,-1 0 0,0 0 0,0 0 0,-1-1 0,0 1 0,-1 0 0,0 0 0,0 0 0,-1-1 0,0 0-1,0 1 1,-1-1 0,0 0 0,0 0 0,-1-1 0,-5 7 3,-170 296-48,167-272 85,39-32 65,223-79-338,-248 73 234,0 1 0,0 0 1,0-1-1,-1 1 0,1 0 0,0-1 1,0 1-1,-1 0 0,1 0 1,0 0-1,-1 0 0,1 0 1,-1 0-1,1 0 0,-1 0 1,0 0-1,1 0 0,-1 0 0,0 0 1,0 0-1,0 0 0,0 0 1,1 0-1,-2 0 0,1 1 1,0-1-1,0 0 0,0 0 0,0 0 1,-1 0-1,1 0 0,0 0 1,-1 0-1,1 0 0,-1 0 1,1 0-1,-1 0 2,-46 76 173,42-71-158,0 0 1,0 0 0,0 1 0,1-1 0,-1 1-1,2 0 1,-1 1 0,1-1 0,0 0-1,1 1 1,-1 0 0,1 0 0,1-1-1,-1 4-15,4-9 4,-1 0 0,1 0 0,-1 0 0,1 0 0,0 0 0,-1-1-1,1 1 1,0 0 0,0-1 0,0 1 0,1-1 0,-1 0 0,0 0 0,0 0-1,1 0 1,-1 0 0,1 0 0,-1-1 0,1 1 0,-1-1 0,1 1-1,-1-1 1,1 0 0,-1 0 0,1 0 0,0-1-4,14 4 6,-11-3-2,0 0 1,0 1-1,0 0 0,0 0 1,0 1-1,0 0 0,-1 0 0,1 0 1,0 0-1,-1 1 0,0 0 1,1 0-1,-1 1 0,0-1 1,-1 1-1,1 0 0,-1 1 0,0-1 1,0 1-1,0-1 0,0 1 1,-1 0-1,0 1 0,0-1 1,0 0-1,-1 1 0,0 0 0,0 0 1,0-1-1,-1 1 0,0 1-4,-3 5 15,0 1 0,-1 0 0,-1-1 0,0 1 0,-1-1 0,0 0 0,-1-1 0,0 1 0,-1-1 0,0-1 0,-1 1 0,0-1 0,0 0 0,-1-1 0,-1 0 0,1 0 0,-2-1 0,1 0 0,-1-1 0,0-1 0,0 1 0,-1-2 0,0 1 0,-11 2-15,-48 3-866,62-19-463</inkml:trace>
  <inkml:trace contextRef="#ctx0" brushRef="#br0" timeOffset="-2064.668">13797 6548 27006,'0'0'943,"0"0"-146,-4 20 21,-34 134 459,23-114-1009,8-23-226,0 1 0,1 1 0,1-1 0,0 1 0,2 0 0,0 0 0,1 0 0,1 1-42,1-19 0,0-1 1,1 1-1,-1 0 0,0 0 0,1 0 0,-1-1 0,1 1 0,-1 0 0,1-1 0,-1 1 0,1 0 0,0-1 0,-1 1 0,1-1 0,0 1 0,-1-1 0,1 1 1,0-1-1,0 1 0,-1-1 0,1 0 0,0 1 0,0-1 0,0 0 0,0 0 0,-1 0 0,1 1 0,0-1 0,0 0 0,0 0 0,0 0 0,0-1 1,0 1-1,-1 0 0,1 0 0,0 0 0,0-1 0,0 1 0,-1 0 0,1-1 0,0 1 0,6-1 1,8-2 1,0-1 0,0-1 0,0 0 0,0-1 0,-1-1 0,0 0 0,0-1-1,-1 0 1,0-1 0,9-8-2,3-1-4,77-54-215,-3-5 0,-4-4 0,21-27 219,-116 109 0,0-1 1,0 1 0,1-1-1,-1 1 1,0-1 0,0 0-1,1 1 1,-1-1 0,1 1-1,-1-1 1,0 0 0,1 1-1,-1-1 1,1 0 0,-1 1-1,1-1 1,-1 0 0,1 1-1,-1-1 1,1 0-1,-1 0 1,1 0 0,-1 0-1,1 0 1,-1 0 0,1 1-1,-1-1 1,1 0 0,-1 0-1,1-1 1,0 1 0,-1 0-1,1 0 1,-1 0 0,1 0-1,-1 0 1,1-1 0,-1 1-1,1 0 1,-1 0 0,1-1-1,-1 1 1,1 0 0,-1-1-1,0 1 1,1 0 0,-1-1-1,0 13 33,-1-9-30,0 1 0,1-1 0,-1 0 0,1 1 0,0-1 1,0 1-1,0-1 0,0 0 0,0 1 0,1-1 0,0 0 1,-1 1-1,1-1 0,1 0 0,-1 0 0,0 0 0,1 0 1,-1 0-1,1 0 0,0 0 0,0 0 0,0-1 0,0 1 0,1-1 1,-1 1-1,1-1 0,-1 0 0,1 0 0,0 0 0,0 0 1,0-1-1,0 1 0,0-1 0,0 0 0,3 1-3,257 5 26,-261-7-58,0 0 0,0 1 0,0-1 0,0 0 1,0 1-1,0 0 0,0-1 0,0 1 0,0 0 1,-1 0-1,1 0 0,0 0 0,0 0 0,-1 0 1,1 1-1,-1-1 0,1 0 0,-1 1 0,0 0 1,1-1-1,-1 1 0,0 0 0,0-1 0,0 1 1,0 0-1,-1 0 0,1 0 0,0 0 0,-1 0 1,1 0-1,-1 0 0,0 0 0,1 0 0,-1 0 0,0 0 1,0 0-1,-1 0 0,1 0 0,0 0 0,-1 0 1,1 0-1,-1 0 0,0 0 0,1 0 0,-1 0 1,0-1-1,0 1 0,0 0 0,0-1 0,-1 1 1,1 0-1,0-1 0,-1 1 0,1-1 0,-1 0 1,0 1-1,1-1 0,-1 0 0,-1 0 32,-100 71-1657,56-47-2383,22-13-5606</inkml:trace>
  <inkml:trace contextRef="#ctx0" brushRef="#br0" timeOffset="-1665.344">14367 6944 19476,'0'0'2863,"-28"20"-393,-190 136 451,216-155-2902,-79 55 795,1 3 1,4 3 0,-22 26-815,62-33-196,37-53 102,0-1 0,1 0 0,-1 0 0,1 0 0,-1 0 0,1 0 0,0 0 0,-1 0 0,1 0 0,0 0 0,0-1 0,-1 1 0,1-1 0,0 0 0,0 1 0,0-1 0,0 0 1,0 0-1,-1 0 0,1 0 0,0-1 0,0 1 0,0 0 0,0-1 0,0 1 0,-1-1 0,1 0 0,0 1 0,-1-1 0,1 0 94,50-23-5505,-14 5 3141,-13 12 6063,-14 17 729,-9 28-3423,-3-29-560,-2 41 53,-3-1-1,-2 1 1,-1-1 0,-10 21-498,-9 53 243,14-47-374,4-1 0,4 2 0,2 30 131,4-106-14,-1 0-1,1 0 1,0-1 0,0 1 0,-1 0 0,1 0 0,0 0 0,0 0 0,0 0 0,0-1 0,0 1 0,0 0 0,1 0 0,-1 0 0,0 0 0,0 0 0,0-1 0,1 1 0,-1 0 0,1 0 0,-1-1 0,0 1-1,1 0 1,-1 0 0,1-1 0,0 1 0,-1 0 0,1-1 0,-1 1 0,1-1 0,0 1 0,0-1 0,-1 1 0,1-1 0,0 0 0,0 1 0,-1-1 0,1 0 0,0 1 0,0-1 0,0 0 0,0 0 0,0 0 0,-1 0-1,1 0 1,0 0 0,0 0 0,0 0 0,0 0 0,0 0 0,-1 0 0,1-1 0,0 1 0,0 0 0,0-1 0,-1 1 0,1 0 0,0-1 0,0 1 0,-1-1 0,1 0 0,0 1 14,72-89-582,-57 64 474,14-30 260,3 1-1,3 2 0,1 1 0,3 2 1,1 2-1,3 2 0,2 2 1,1 1-1,3 3 0,1 2 1,54-29-152,83-19-829,-108 51-871</inkml:trace>
  <inkml:trace contextRef="#ctx0" brushRef="#br0" timeOffset="-1316.603">14794 7274 28998,'0'0'835,"-6"28"-291,-38 203 263,31-90-473,12-84-346,-3-1-1,-3 1 0,-2-1 0,-2-1 0,-3 0 1,-2-1-1,-3 0 0,-24 49 13,41-97-39,-1 0 0,0 0 0,0-1 0,0 1 0,-1 0 0,0-1 0,0 0 1,0 0-1,-1 0 0,1-1 0,-1 1 0,0-1 0,-1 0 0,1-1 0,-1 1 0,0-1 0,1 0 0,-1 0 0,-1-1 0,1 0 0,0 0 0,0 0 0,-1-1 0,1 0 0,-2 0 40,4-3-43,0 0 1,1 0 0,-1 0-1,1-1 1,0 1 0,0-1 0,0 0-1,0 0 1,0 0 0,0 0 0,1 0-1,0 0 1,-1-1 0,1 0 0,0 1-1,1-1 1,-1 0 0,1 0-1,0 0 1,0 0 0,0 0 0,0 0-1,0 0 1,1-2 41,-2-2-46,-6-30 59,2-2 0,1 1 1,2-1-1,2 0 0,2-18-13,0 55 37,1 0-1,-1 0 1,1 0 0,-1 1 0,1-1 0,0 0 0,1 1 0,-1-1 0,0 1 0,1-1 0,-1 1-1,1 0 1,0 0 0,-1 0 0,1 1 0,0-1 0,0 1 0,0 0 0,0-1 0,1 1 0,-1 0 0,0 1-1,0-1 1,1 1 0,-1-1 0,0 1 0,1 0 0,-1 0 0,0 1 0,1-1 0,-1 1 0,0-1-1,1 1 1,-1 0 0,0 0 0,0 1 0,0-1 0,0 0 0,0 1 0,0 0 0,2 2-37,-5-4-2,49 16-350,-3 0-1257</inkml:trace>
  <inkml:trace contextRef="#ctx0" brushRef="#br0" timeOffset="-7223.024">8865 6891 12051,'0'0'10994,"0"0"-10162,0 0-560,0 0-144,0 0-120,0 0-8,0 0-96,-33-4-5033</inkml:trace>
  <inkml:trace contextRef="#ctx0" brushRef="#br0" timeOffset="-6948.882">8865 6891 26110,'-42'8'1416,"42"2"-752,-11 10 112,-10 9 56,-12 13-191,-7 11-281,-10 10-128,-9 14-104,-9 6-72,-5 5-16,3-1-16,7-6-24,14-14-32,19-15-216,17-23-272,17-29-865,22-6-15,7-21-2689</inkml:trace>
  <inkml:trace contextRef="#ctx0" brushRef="#br0" timeOffset="-6665.73">8617 7424 27254,'0'0'1008,"-28"201"-160,4-99-248,6-23 64,5-23-135,2 9-249,0 10-160,5 4-72,6-10-48,2-10-288,15-18-849,1-21-1431</inkml:trace>
  <inkml:trace contextRef="#ctx0" brushRef="#br0" timeOffset="-6215.204">9165 6852 26030,'0'0'1261,"0"0"-582,0 0-115,12 17 64,-4-4-486,-3-7-93,0-1 0,0 2 0,-1-1 0,0 1-1,-1-1 1,1 1 0,-1 0 0,-1 0 0,1 0 0,-1 1 0,-1-1 0,1 1-1,-1-1 1,0 1 0,-1-1 0,0 1 0,0-1 0,-1 2-49,-8 22 72,-2-1 1,-2-1 0,0 0-1,-2 0 1,-1-2-1,-1 0 1,-11 12-73,9-11 55,-152 223 121,183-256-526,151-130 320,-162 135 28,0 0 1,0-1 0,0 2 0,0-1 0,0 0 0,0 0-1,0 0 1,0 0 0,0 1 0,0-1 0,0 0 0,-1 1 0,1-1-1,0 0 1,0 1 0,0 0 0,0-1 0,-1 1 0,1-1 0,0 1-1,0 0 1,-1 0 0,1-1 0,-1 1 0,1 0 0,0 0-1,-1 0 1,0 0 0,1-1 0,-1 1 0,1 0 0,-1 0 0,0 0-1,0 0 1,0 0 0,1 0 0,-1 0 0,0 0 0,0 0 0,0 0-1,-1 0 1,1 0 0,0 0 0,0 0 0,0 0 0,-1 0-1,1 0 1,0 0 0,-1 0 0,1-1 0,-1 1 0,1 0 0,-1 0-1,0 0 1,1-1 0,-1 1 0,0 0 0,1-1 0,-1 1 1,0 3 1,-79 216-87,60-170 91,-22 104 101,57-153-74,71-24-114,-78 61-75,-84 345 866,76-382-697,1 0 1,0 0 0,0 0 0,-1 1-1,1-1 1,0 0 0,0 0 0,0 0 0,0-1-1,0 1 1,0 0 0,0 0 0,1 0-1,-1-1 1,0 1 0,0-1 0,1 1-1,-1-1 1,0 1 0,0-1 0,1 0 0,-1 0-1,1 1 1,-1-1 0,0 0 0,1 0-1,-1 0 1,0-1 0,1 1 0,-1 0-1,0 0 1,1-1 0,-1 1 0,0-1 0,0 1-1,1-1 1,-1 0 0,0 1 0,0-1-1,0 0 1,0 0 0,0 0 0,0 0-1,0 0 1,0 0 0,0 0 0,0 0-13,163-155 202,177-190-2617,-262 263-1530</inkml:trace>
  <inkml:trace contextRef="#ctx0" brushRef="#br0" timeOffset="-5948.767">10180 7045 31231,'0'0'696,"0"0"-568,0 0-120,0 0 56,0 0 120,141 6-56,-71-20-72,2-2-56,-6 4-224,2 10-272,-20 2-352,-20 0-1449</inkml:trace>
  <inkml:trace contextRef="#ctx0" brushRef="#br0" timeOffset="-5682.491">9911 7854 30158,'0'0'609,"0"0"-377,125-24-48,-7-33 96,-2-8-16,-6-2-152,-14 0-80,-26 15-8,3-3-24,-8 2-104,-14 11-368,-21 3-897,-10 9-831,-15 7-20925</inkml:trace>
  <inkml:trace contextRef="#ctx0" brushRef="#br0" timeOffset="-5515.829">10434 6956 27310,'0'0'1400,"0"0"-384,-59 186-360,31-70-111,2 20-121,6-12-176,11-25-152,9-34-96,0-22-32,0-3-344,22-16-729,2-7-695,-6-17-14227</inkml:trace>
  <inkml:trace contextRef="#ctx0" brushRef="#br0" timeOffset="-5302.013">10665 6812 27454,'13'101'2592,"0"25"-1975,-2 22-161,-5-2-88,-6-8 96,0 2-168,0-6-184,-8-25-112,-3-30-80,4-30-288,1-19-216,-3-9-264,-20-15-193,1-6-735,-3 0-17636</inkml:trace>
  <inkml:trace contextRef="#ctx0" brushRef="#br0" timeOffset="-4865.15">9873 7078 29326,'0'0'604,"0"0"-310,0 0 34,5 19 80,27 163 304,-30-131-725,-3 0 0,-1 0 0,-3-1 0,-3 1 0,-1-1 0,-3 0 0,-1-1 0,-5 3 13,13-40-31,0-1 0,-1 0 1,-1-1-1,0 1 0,-1-1 0,1-1 0,-2 1 0,0-1 1,0-1-1,0 0 0,-1 0 0,0-1 0,-1 0 0,1 0 1,-1-1-1,-1-1 0,1 0 0,-1-1 0,0 0 1,0 0-1,0-2 0,0 1 0,0-1 0,-1-1 0,1-1 1,-12 0 30,-137 1 130,165 6 0,42 29-28,1-2 0,2-2 1,1-3-1,1-1 1,1-3-1,2-3 0,0-1 1,2-3-1,0-3 0,0-2 1,1-2-1,1-3 1,0-2-1,0-3 0,0-3 1,0-2-1,54-9-102,-55 2-281,0-2 1,-1-3-1,-1-3 1,0-2-1,29-15 281,-20 7-2630</inkml:trace>
  <inkml:trace contextRef="#ctx0" brushRef="#br0" timeOffset="-4238.469">11708 6954 28302,'0'0'1178,"-2"20"-334,1-8-728,-33 133 685,-5-81-622,-2-1 0,-3-2 0,-3-3-1,-2-1 1,-47 41-179,71-72 15,-168 163 27,212-205-81,1 1-1,1 1 1,0 1-1,1 1 1,1 1-1,-1 0 1,2 2-1,23-6 40,-44 14 0,0 1-1,-1-1 1,1 1-1,0 0 1,0 0 0,-1 0-1,1 0 1,0 0-1,0 0 1,-1 1 0,1-1-1,0 1 1,-1 0-1,1 0 1,0 0 0,-1 0-1,1 0 1,-1 1-1,0-1 1,1 1-1,-1 0 1,0-1 0,0 1-1,0 0 1,0 0-1,0 0 1,-1 1 0,1-1-1,-1 0 1,1 1-1,-1-1 1,0 1-1,0-1 1,1 1 0,10 102 24,-12-98-22,-3 44 54,-2 0 0,-2 0 0,-2-1 0,-3 0 0,-2 2-56,-30 157 234,42-145-197,3-62-37,-1-1 0,0 0 0,1 0 0,-1 1-1,1-1 1,-1 0 0,1 0 0,0 0 0,-1 0-1,1 0 1,0 0 0,0 0 0,0 0-1,0 0 1,0 0 0,0 0 0,0 0 0,0-1-1,0 1 1,0 0 0,0-1 0,1 1 0,-1-1-1,0 1 1,0-1 0,1 0 0,-1 1-1,0-1 1,1 0 0,-1 0 0,0 0 0,1 0-1,-1 0 1,0 0 0,0 0 0,1-1 0,-1 1-1,0 0 1,1-1 0,-1 0 0,10-5-58,0 0-1,-1-1 1,0 0 0,-1-1-1,1 0 1,-1-1 0,-1 0 0,0 0-1,0-1 1,-1 0 0,0 0-1,-1 0 1,0-1 0,0 0-1,0-4 59,-1 6-109,79-178-2411,-55 102-2861,-29 84 5267,30-93-19789</inkml:trace>
  <inkml:trace contextRef="#ctx0" brushRef="#br0" timeOffset="-3816.037">12223 6733 29718,'0'0'1185,"0"0"-1033,0 0 152,-35 109 176,7-50-64,-8 10-176,-18 22-144,-23 27-80,-17 36-16,-5 14-120,18-26-288,22-38-208,8-35-609,18-37-1023,3-13-5242</inkml:trace>
  <inkml:trace contextRef="#ctx0" brushRef="#br0" timeOffset="-3550.028">12168 7065 27662,'0'0'2344,"114"-16"-1791,-39 10-33,6 4-72,-7 2-8,-8 0-192,-9 6-176,-13 10-72,-11 5-120,-29 31-336,-4-7-841,-6 2-2863</inkml:trace>
  <inkml:trace contextRef="#ctx0" brushRef="#br0" timeOffset="-3182.343">12184 7453 28278,'0'0'840,"19"-13"-476,127-72 452,-146 84-802,3 0 18,-1-1 1,1 1-1,0-1 1,0 1 0,-1 0-1,1 0 1,0 0 0,0 1-1,0-1 1,0 1 0,0-1-1,0 1 1,0 0 0,0 0-1,0 0 1,0 1 0,0-1-1,0 1 1,-1-1 0,1 1-1,0 0 1,0 0 0,0 0-1,-1 1 1,1-1 0,0 1-1,-1-1 1,0 1 0,2 1-33,-2 8 13,0 0 0,-1 1 0,0-1 0,-1 0 0,0 1 0,0-1 0,-2 0 0,1 0 0,-1 1 0,-1-1 0,0 0 0,-1-1 0,0 1 0,-1 1-13,-92 214 54,61-149-89,3 2 0,3 1 1,-5 29 34,25 12 0,12-118-1,1-1 0,0 1 0,0-1 1,0 0-1,0 0 0,0 0 0,0 0 1,1-1-1,-1 1 0,0-1 0,1 0 1,-1 0-1,1 0 0,0 0 0,-1-1 1,1 1-1,0-1 0,-1 0 0,1 0 1,0 0-1,-1-1 0,1 1 0,0-1 1,-1 0-1,1 0 0,-1 0 1,-1 0-2,21-4-94,0-2-1,0 0 1,-1-2-1,0 0 1,-1-2-1,0 0 1,-1-1-1,0-2 1,-1 0-1,0 0 1,-1-2-1,-1 0 1,-1-1-1,10-13 97,-23 28 25,-1 0-1,1-1 0,-1 1 0,0 0 0,1-1 1,-1 1-1,0-1 0,-1 0 0,1 1 0,0-1 1,-1 0-1,0 0 0,1 0 0,-1 0 0,0-1 1,-1 1-1,1 0 0,-1 0 0,1-1 1,-1 1-1,0 0 0,0 0 0,0-1 0,-1 1 1,1 0-1,-1 0 0,0-1 0,0 1 0,0 0 1,0 0-1,0 0 0,-1 0 0,1 0 0,-1 1 1,0-1-1,0 0 0,0 1 0,0-1 0,0 1 1,-2-2-25,-134-13 382,107 18-347,29-2-66,0 1 0,0 0-1,1 0 1,-1 0 0,0 0 0,0 0 0,0 0-1,0 0 1,1 1 0,-1-1 0,0 1 0,0-1-1,1 1 1,-1-1 0,0 1 0,1 0 0,-1 0-1,0 0 1,1 0 0,-1 0 0,1 0 0,0 1-1,-1-1 1,1 0 0,0 1 0,0-1 0,0 1-1,0-1 1,0 1 0,0 0 0,0-1 0,1 1-1,-1 0 1,1 0 0,-1-1 0,1 1 0,-1 0-1,1 0 1,0 0 0,0-1 0,0 1 0,0 0-1,0 1 32,0 11-2296</inkml:trace>
  <inkml:trace contextRef="#ctx0" brushRef="#br0" timeOffset="-2933.331">12995 8189 31783,'0'0'0,"0"0"-88,0 0-1441,0 0-687</inkml:trace>
  <inkml:trace contextRef="#ctx0" brushRef="#br0" timeOffset="1032.534">8911 9041 29438,'0'0'730,"0"0"-203,0 0-114,0 0-30,0 0-55,0 0-165,23-4-111,263-18-36,1243 26-4,-262-42-112,514 80 100,-1416-17-675,-66-2-1382</inkml:trace>
  <inkml:trace contextRef="#ctx0" brushRef="#br1" timeOffset="9953.559">6846 8690 22509,'0'0'1648,"0"0"261,20 0-649,126 2-351,174-4 440,534 13-904,954-2-649,-639-12 228,844 130 383,-1264-62-283,164 25-1134,-819-77-1410</inkml:trace>
  <inkml:trace contextRef="#ctx0" brushRef="#br1" timeOffset="107135.301">4508 5108 20916,'0'0'7667,"0"0"-5687,0 0-1434,0 0-104,0 0-72,9-15-71,46-47-61,57 25-49,801-122-69,-680 143-1122,-157 12-1494,-19 1-2952</inkml:trace>
  <inkml:trace contextRef="#ctx0" brushRef="#br1" timeOffset="107694.291">5625 4691 30094,'-13'19'653,"-170"235"-114,12 8 0,11 7 0,4 23-539,120-177-735,66-167 475,-25 44 261,-2 1 4,0-1 1,1 1-1,0-1 0,0 1 1,1 0-1,-1 0 0,2 1 1,-1 0-1,1 0 1,0 0-1,0 0 0,0 1 1,1 0-1,0 0 0,0 1 1,0 0-1,1 0 0,-1 1 1,1 0-1,0 0 1,0 1-1,0 0 0,0 0 1,0 1-1,0 0 0,1 0 1,5 1-6,-5 5 18,-1 1 0,0 0-1,0 1 1,-1 0 0,0 0 0,0 0 0,-1 1 0,0 0 0,0 1 0,-1-1 0,0 1 0,3 7-18,1-1 25,14 24 45,-18-26-56,1 0 1,0-1-1,1 0 0,0 0 1,1 0-1,1-1 0,0 0 1,0-1-1,1 0 0,0-1 1,0 0-1,1 0 0,1-1 1,-1 0-1,1-1 0,1-1 1,-1 0-1,10 3-14,-11-7 6,0-1 0,0-1 1,1 0-1,-1-1 0,0 0 1,0 0-1,0-1 0,0-1 1,0 0-1,0 0 0,0-1 1,-1 0-1,0-1 0,0 0 0,0-1 1,-1 0-1,0-1 0,0 0 1,0 0-1,-1-1 0,0 0 1,0 0-1,-1-1 0,0 0 1,-1 0-1,3-6-6,3-2 2,-1 0-1,-1-1 1,-1 0 0,-1-1-1,0 0 1,-2 0 0,0 0 0,-1-1-1,-1 0 1,0 0 0,-2 0-1,0 0 1,-2-1 0,0-9-2,-1 25 1,1 0-1,-1-1 1,0 1 0,0-1 0,0 1 0,-1 0-1,0 0 1,0 0 0,0 0 0,-1 0-1,1 0 1,-1 0 0,0 1 0,-1 0-1,1-1 1,-1 1 0,0 0 0,0 1 0,0-1-1,0 1 1,-1 0 0,1 0 0,-1 0-1,0 0 1,0 1 0,0 0 0,0 0-1,0 0 1,-3 0-1,-163-11 49,159 12-57,-1 2 0,1 0 0,0 0 0,0 1 0,0 1 1,1 0-1,-1 0 0,0 1 0,1 1 0,0 0 0,0 0 0,1 1 1,-1 0-1,1 1 0,0 1 0,1-1 0,-4 5 8,3 7-697,9-7-1160</inkml:trace>
  <inkml:trace contextRef="#ctx0" brushRef="#br1" timeOffset="109218.579">6621 4265 27502,'0'0'1343,"0"0"-612,0 0-378,0 0 8,0 0 105,0 0-77,20 5-155,67 16-122,-84-20-111,0 1 0,0 0 1,0-1-1,0 1 0,0 0 1,0 0-1,0 1 0,0-1 0,-1 1 1,1-1-1,-1 1 0,0 0 1,0 0-1,0 0 0,0 0 0,0 0 1,-1 0-1,1 0 0,-1 1 1,0-1-1,0 1 0,0-1 1,-1 1-1,1-1 0,-1 1 0,0-1 1,0 1-1,0 0 0,0 3-1,0 0-8,0 9-177,-1-1-1,0 1 0,-2-1 1,1 0-1,-2 0 1,0 0-1,-1 0 1,0 0-1,-1-1 1,-1 0-1,0 0 1,-1-1-1,0 0 1,-1 0-1,-1-1 1,0 0-1,0-1 1,-1 0-1,-1-1 1,0 0-1,0 0 1,-13 6 185,-27 17-24,-1-3 0,-2-2 1,-1-3-1,0-2 1,-12 1 22,-47 18 1618,121-39-1372,444-55 305,-449 52-548,0 0 1,1 0-1,-1 0 1,0 0-1,1 0 0,-1 0 1,0 0-1,0 0 1,1 0-1,-1 0 1,0 1-1,0-1 1,1 1-1,-1-1 1,0 1-1,0-1 0,0 1 1,0 0-1,0 0 1,0-1-1,0 1 1,0 0-1,0 0 1,0 0-1,0 0 1,-1 0-1,1 0 0,0 0 1,-1 0-1,1 0 1,0 1-1,-1-1 1,0 0-1,1 0 1,-1 0-1,0 1 1,1-1-1,-1 0 1,0 1-1,0-1 0,0 0 1,0 0-1,0 1 1,-1-1-1,1 1-2,-25 59 198,-177 190 252,111-149-312,-72 108 173,162-208-320,-1 0 0,1-1 1,0 1-1,0 0 0,-1 0 1,1 0-1,1 0 0,-1 0 1,0 0-1,0 0 0,1 0 1,-1 0-1,1 1 0,0-1 1,-1 0-1,1 0 0,0 0 1,0 0-1,1 1 0,-1-1 1,0 0-1,1 0 0,-1 0 1,1 0-1,0 0 0,0 0 1,0 0-1,0 1 9,32 16-255,43 43 195,-69-44 107,-1 0 1,0 1-1,-1-1 0,-1 1 0,-1 0 0,-1 0 1,0 1-1,-2-1 0,0 0 0,-1 0 1,-1 1-48,1 29 58,1 105 67,0-154-130,-1 1 0,1 0 0,-1 0 0,1 0-1,0 0 1,0 0 0,-1 0 0,1 0 0,0 1 0,0-1 0,0 0 0,0 0 0,0 0-1,0 0 1,1 0 0,-1 0 0,0 0 0,0 0 0,1 0 0,-1 0 0,1 0-1,-1 0 1,1 0 0,-1 0 0,1-1 0,-1 1 0,1 0 0,0 0 0,-1 0 0,1-1-1,0 1 1,0 0 0,0-1 0,0 1 0,0-1 0,-1 1 0,1-1 0,0 1 0,0-1-1,0 0 1,0 1 0,0-1 0,0 0 0,0 0 0,1 0 0,-1 0 0,0 0 0,0 0-1,0 0 1,0 0 0,0 0 0,0 0 0,0-1 0,0 1 0,0 0 0,0-1 0,0 1-1,0-1 1,0 1 0,0-1 5,38-33-404,86-143-3419,-65 81-5043</inkml:trace>
  <inkml:trace contextRef="#ctx0" brushRef="#br1" timeOffset="109506.039">6973 5100 26014,'0'0'1248,"0"0"-413,-24 20-102,-151 130 443,165-140-1098,-3 1-25,0 0 1,1 1 0,0 1-1,0 0 1,2 0-1,-1 1 1,2 0 0,0 1-1,1 0 1,0 1 0,1-1-1,1 2 1,1-1 0,-3 12-54,8-25 1,0-1 1,1 1-1,-1-1 1,0 0-1,1 1 1,0-1 0,0 0-1,0 0 1,0 1-1,0-1 1,0 0-1,0 0 1,1 0-1,-1 0 1,1 0 0,-1 0-1,1-1 1,0 1-1,0 0 1,0-1-1,0 0 1,0 1 0,0-1-1,0 0 1,0 0-1,0 0 1,1 0-1,-1 0 1,0-1 0,1 1-1,-1-1 1,0 0-1,1 1 1,-1-1-1,1 0 1,-1 0-2,95-3-106,-80-1-89,0 0 0,0-1-1,-1-1 1,0-1 0,0 0-1,-1-1 1,0-1 0,0-1-1,-1 0 1,0 0 0,12-13 195,-14 14-412,45-40-3320</inkml:trace>
  <inkml:trace contextRef="#ctx0" brushRef="#br1" timeOffset="109806.008">7250 4581 24525,'-1'22'3873,"-103"1220"129,71-903-6384,53-468 717,23-459-2273,-44 583 4099,1-1 1,-1 1 0,1-1 0,1 0 0,-1 1 0,1-1 0,0 1 0,0-1 0,0 1-1,1-1 1,0 1 0,0 0 0,0 0 0,1 0 0,-1 0 0,1 0 0,1 0 0,-1 1 0,1-1-1,-1 1 1,1 0 0,0 0 0,1 1 0,-1-1 0,1 1 0,-1 0 0,1 0 0,0 0-1,0 1 1,0 0 0,1 0 0,-1 0 0,2 0-162,39-1 132,0 2 0,0 3-1,0 1 1,0 2 0,-1 2 0,1 2 0,-2 2-1,31 13-131,-17-9-18,53 14-550,-15-6-955</inkml:trace>
  <inkml:trace contextRef="#ctx0" brushRef="#br1" timeOffset="110141.304">8580 5074 29230,'0'0'544,"0"0"-306,0 0-109,-21-19 126,-71-60-24,89 76-227,0 1 0,-1-1 0,1 1 1,-1 0-1,0 0 0,0 0 1,0 0-1,0 1 0,0 0 0,0 0 1,0 0-1,0 0 0,-1 0 1,1 1-1,0 0 0,0 0 0,-1 0 1,1 0-1,0 1 0,0-1 1,-1 1-1,1 0 0,0 1 0,0-1 1,0 1-1,0 0 0,1 0 1,-1 0-1,0 0 0,1 0 0,-1 1 1,1 0-1,0 0 0,0 0 1,0 0-1,0 0 0,1 0 0,-1 1 1,1 0-1,0-1 0,0 1 1,-1 3-5,-20 28 36,1 1 0,2 2 0,2 0 0,2 0 0,1 2 0,2 0 0,2 1 0,-2 16-36,-8 131 264,22-179-251,-1 0 0,2 0 0,-1 0 0,1 0-1,1 0 1,-1-1 0,1 1 0,1-1 0,0 0 0,0 0 0,0 0 0,1-1 0,0 1 0,1-1 0,-1 0 0,2-1 0,-1 1 0,1-1 0,-1 0 0,2-1 0,-1 0 0,1 0 0,-1-1 0,1 1 0,0-2 0,1 1 0,-1-1 0,1 0-1,-1-1 1,1 0 0,0-1 0,0 1 0,0-2 0,0 1 0,0-1 0,0-1 0,0 0 0,0 0 0,0 0 0,-1-1 0,1-1 0,0 1 0,-1-1 0,0-1 0,1 0 0,5-4-13,4-8-10,0-1-1,-1-1 1,-2 0 0,0-2 0,0 0-1,-2 0 1,-1-1 0,0-1-1,-2 0 1,0 0 0,-1-1 0,-2 0-1,0-1 1,3-23 10,-4-114-2729,-17 112-2380</inkml:trace>
  <inkml:trace contextRef="#ctx0" brushRef="#br1" timeOffset="110422.204">7809 6126 30479,'0'0'664,"116"-6"-496,-31 0-64,34 0 152,25 4-16,29 2-240,-30 4-120,-29 6-1649</inkml:trace>
  <inkml:trace contextRef="#ctx0" brushRef="#br2" timeOffset="134867.42">11848 3609 29286,'0'0'1261,"0"0"-791,-9 32-191,-71 309 533,-276 1898-153,339-2052-1282,33-362-1679,-4 91-2049,4-66-14018</inkml:trace>
  <inkml:trace contextRef="#ctx0" brushRef="#br2" timeOffset="135166.277">11441 3749 29630,'-92'124'656,"2"18"-471,9 18-129,35-20-48,30-34-8,14-33-497,2-31-2191</inkml:trace>
  <inkml:trace contextRef="#ctx0" brushRef="#br2" timeOffset="135449.463">12026 3413 28182,'0'0'3065,"0"0"-2593,41 197 240,-23-94-376,2-2-336,2-17 0,6-18 0,14 7 0,-3-12-1320,-10-28-8010</inkml:trace>
  <inkml:trace contextRef="#ctx0" brushRef="#br2" timeOffset="135799.72">8900 876 30679,'0'0'640,"0"0"-456,160-31-56,-72 5 72,6 1 120,-2 1-120,-2 6-144,-5 6-56,16-4-328,-22 3-680,-22-7-1417</inkml:trace>
  <inkml:trace contextRef="#ctx0" brushRef="#br2" timeOffset="136216.579">9623 523 28654,'-14'26'962,"-185"396"-25,83-68-598,77-220-1833,-6-2-1,-35 67 1495,75-189-481,-33 37-3196,31-81 3608,12 10 59,1 0 0,1 0 0,2 1 0,0 0 0,1 0 0,1 1 0,1 1 0,1 0 0,1 0 0,1 1 0,0 1 0,5-3 10,1-6 472,2 1 0,0 1 0,1 1 0,2 1 0,0 2 0,2 0 0,0 2 1,2 1-1,29-15-472,-57 33 55,1-1 1,0 0-1,0 1 1,0 0 0,0 0-1,0 0 1,0 0-1,0 0 1,0 0-1,0 1 1,1 0 0,-1-1-1,0 1 1,0 0-1,0 1 1,1-1 0,-1 0-1,0 1 1,0 0-1,0 0 1,0 0 0,0 0-1,0 0 1,0 1-1,1 0-55,-1 11 125,1 0 0,-1 1 0,-1-1 0,-1 1 0,0 0 0,0-1 0,-1 1 0,-1 0 0,-1 0-1,-2 9-124,4-17 34,-39 218 652,24-160-348,4 1 0,2 0-1,-1 66-337,11-126 15,0 0-1,0 1 0,1-1 1,0 0-1,0 0 1,0 0-1,0 0 0,1 0 1,-1-1-1,1 1 1,1-1-1,-1 1 1,1-1-1,-1 0 0,1-1 1,0 1-1,1 0 1,-1-1-1,0 0 0,1 0 1,0-1-1,0 1 1,0-1-1,0 0 0,0 0 1,0-1-1,0 1 1,1-1-1,-1 0 1,0-1-1,1 1 0,-1-1 1,1 0-1,-1-1 1,1 1-1,-1-1 0,0 0 1,1 0-1,-1-1 1,0 0-1,4-1-14,8-4 0,-1-1 0,0 0 0,0-2 0,-1 1 0,0-2 0,-1 0 0,0-1 0,-1 0 0,0-1 0,0-2 0,51-58-180,-3-2-1,-3-4 1,-4-1-1,-4-3 1,-3-2-1,16-46 181,-1-12-1287,-20 26-992</inkml:trace>
  <inkml:trace contextRef="#ctx0" brushRef="#br2" timeOffset="136515.925">10518 137 29990,'0'0'889,"0"0"-665,0 0-120,0 0 96,83 126 32,-43-95-112,-3 5-120,-7 3-72,-30 19-560,0-9-1505,-15-6-20132</inkml:trace>
  <inkml:trace contextRef="#ctx0" brushRef="#br2" timeOffset="136782.687">9998 1054 25421,'0'0'4280,"0"0"-3185,0 0-940,24 4 34,89 3 52,-85-11-204,1-1 0,-1-2-1,0-1 1,-1-1 0,0-2-1,7-4-36,4 0 12,6 0-353,-1-3-1,0-1 1,-2-1-1,0-3 1,-1-1-1,-2-2 0,-1-2 1,32-30 341,-38 16-5319,-14 1-9895,-21 17 13331,-49-5 9003,48 28-6690,-57-8 12065,59 10-12381,1-1 1,-1 1-1,1 0 1,0 0-1,-1 0 1,1 1-1,0-1 1,0 0-1,0 1 1,0-1-1,0 1 1,0 0 0,0 0-1,0 0 1,1 0-1,-1 0 1,1 0-1,0 0 1,-1 0-1,1 1 1,0-1-1,0 0 1,1 1-1,-2 1-114,-30 202 1545,12 397-224,15-274-935,-19 59-386,9-307-187,2-105-301,-3-308-3360,12 214 416,-3-85-12465,-1 79 12512</inkml:trace>
  <inkml:trace contextRef="#ctx0" brushRef="#br2" timeOffset="137049.593">10496 1186 20100,'0'0'8650,"-110"199"-7826,58-98-352,10-14-79,18-26-105,4 0-192,16 6-96,4-22-713,2-23-2431</inkml:trace>
  <inkml:trace contextRef="#ctx0" brushRef="#br2" timeOffset="137050.593">10570 1125 7874,'35'-130'18908,"18"-20"-18532,8 14-376,10 5-1657,-1 9-3080,2 12-808,-19 29 1168,-5 20 2201</inkml:trace>
  <inkml:trace contextRef="#ctx0" brushRef="#br2" timeOffset="137935.269">11252 0 11827,'0'0'13104,"0"0"-9372,0 0-3057,0 0-331,0 0 258,-9 24-30,-28 77-208,31-83-328,0 0-1,1 1 1,1 0-1,1 0 1,0 0-1,2 0 1,0 0 0,2 9-36,-1-20 3,1-1 0,1-1 0,1 1 0,-1-1 0,1 0 0,0 0 0,1 0 0,-1 0 0,1 0 0,0-1 1,1 0-1,-1 0 0,1 0 0,0 0 0,0-1 0,0 0 0,1 0 0,0 0 0,0-1 0,0 1 0,0-1 0,0-1 0,1 1 0,-1-1 0,1-1 0,-1 1 0,6 0-3,60 32 242,-67-31-233,-1-1-1,-1 1 0,1 0 0,0 1 0,-1-1 0,1 1 0,-1-1 0,0 1 0,0 0 0,-1 0 0,1 0 0,-1 1 0,0-1 0,0 1 0,0-1 0,-1 1 0,0 0 0,0-1 0,0 1 0,0 0 0,-1 0 0,1 0 0,-1-1 0,0 1 0,-1 0 1,1 0-1,-1 0 0,0-1 0,0 1 0,-1 0 0,0-1 0,1 1 0,-1-1 0,-1 1-8,-15 21-23,-2-1 0,0-1 0,-2-1 0,0-1-1,-2 0 1,0-2 0,-2-1 0,-2 0 23,22-14-14,-66 49-115,-3-3-1,-2-3 1,-2-4 0,-22 6 129,9-24-180,90-27 159,1 1 0,0-1 0,0 1 0,0-1 0,0 1 0,0-1 0,0 0 0,0 1 0,0-1 0,0 0 0,0 0 0,1 0 0,-1 0 1,0 0-1,1 0 0,-1 0 0,0 0 0,1 0 0,-1 0 0,1 0 0,-1 0 0,1 0 0,0 0 0,0 0 0,-1-1 0,1 1 0,0 0 0,0 0 0,0 0 0,0-1 1,0 1-1,1 0 0,-1 0 0,0 0 0,0 0 0,1-1 0,-1 1 0,1 0 0,-1 0 0,1 0 0,-1 0 0,1 0 0,0 0 0,-1 0 21,1-1-57,11-26-108,1 1 0,2 1 0,0 0 0,2 1 0,1 1 0,0 0 0,2 2 0,1 0 0,1 1 0,8-6 165,-15 12 194,0 0-1,1 0 1,0 1 0,1 1-1,0 1 1,1 1-1,1 0 1,0 1 0,0 1-1,1 1 1,9-2-194,-28 10 20,0-1 1,1 1-1,-1 0 1,0 0 0,1 0-1,-1 0 1,0 0-1,1 0 1,-1 1-1,0-1 1,1 0-1,-1 1 1,0-1-1,1 1 1,-1 0-1,0-1 1,0 1-1,0 0 1,0-1-1,1 1 1,-1 0-1,0 0 1,0 0-1,-1 0 1,1 0-1,0 0 1,0 0 0,0 1-1,-1-1 1,1 0-1,-1 0 1,1 1-1,-1-1 1,1 0-1,-1 0 1,0 1-1,1-1 1,-1 1-1,0-1 1,0 0-1,0 1 1,0-1-1,0 0 1,-1 1-1,1-1 1,0 1-21,-12 69 375,-25 32-198,27-82-175,2 1 0,0 0 0,1 0 1,1 1-1,2 0 0,0 0 0,-1 20-2,6-39-19,-1-1-1,0 1 1,1-1 0,0 1 0,0-1-1,0 1 1,0-1 0,0 1 0,1-1-1,0 0 1,-1 0 0,1 0 0,0 0-1,1 0 1,-1 0 0,0-1 0,1 1-1,0-1 1,-1 1 0,1-1 0,0 0-1,0 0 1,0 0 0,1-1 0,-1 1-1,0-1 1,1 0 0,-1 1 0,0-2-1,1 1 1,0 0 0,0-1 19,131 9-289,-109-9 292,62-1 1,-1-4 0,0-4 0,52-13-4,-81 12 59,-67 37 196,-75 56 27,-35 49-179,116-128-119,1 0-1,0 1 0,0-1 1,0 1-1,0 0 0,1-1 1,0 1-1,0 0 1,0 0-1,1 0 0,0 0 1,0 0-1,0 0 0,0 0 1,1 0-1,0-1 0,0 1 1,0 0-1,0 0 1,1-1-1,0 1 0,0-1 1,0 1-1,1-1 0,-1 0 1,1 0-1,0 0 1,0 0-1,0 0 0,1-1 1,0 1-1,1 0 17,3 4-71,-2-5 66,0 1-1,0 0 1,-1 0-1,1 1 1,-1 0-1,0-1 1,-1 2 0,1-1-1,-1 1 1,0-1-1,0 1 1,0 0-1,-1 0 1,0 1-1,-1-1 1,1 1-1,-1-1 1,0 1-1,-1 0 1,1 0 0,-1 0-1,-1 0 1,0 0-1,0 0 1,0 0-1,0 0 1,-1 0-1,-1 0 1,1-1-1,-2 5 6,-11 6 19,-2-2-1,1 0 0,-2-1 1,0 0-1,0-1 0,-1-2 1,-1 1-1,-9 3-18,4-2 5,-23 18-137,-1-3-1,-1-2 1,-1-2-1,-1-2 1,-2-2-1,0-3 1,0-2-1,-50 7 133,97-21-71,0-1 0,-1 1 0,1-1 0,0 0 0,0-1 0,0 1 0,0-1 0,0-1 0,0 1 0,0-1 0,1 0 0,-1 0 0,0 0 0,1-1 0,-3-1 71,-24-57-3648,32 47 2553,-1 1-1,2-1 1,0 1 0,0-1-1,2 1 1,-1 0 0,2 0-1,-1 0 1,2 0-1,0 1 1,0-1 0,1 1-1,5-7 1096,50-66-2617,9 20 4118,-58 59 8,0 0 0,1 0 0,-1 1 0,1 1 0,1 0 0,-1 1 0,0 1 0,1 0 0,-1 0 0,1 1 0,0 1 0,-1 1 0,11 1-1509,-6-2 555,-8 0-500,-1 0-1,0 1 1,0 0 0,1 1 0,-1-1-1,0 2 1,-1-1 0,1 1 0,0 1-1,-1 0 1,1 0 0,-1 0 0,0 1-1,-1 0 1,1 1 0,-1 0 0,0 0-1,-1 0 1,2 2-55,57 103-1226,-48-66-3671</inkml:trace>
  <inkml:trace contextRef="#ctx0" brushRef="#br2" timeOffset="146927.453">12971 310 9242,'0'0'14359,"0"0"-10650,0 0-2734,0 0-187,0 0-108,1-13-113,4-44-3,-8 72-465,-1-2 1,0 1-1,-1 0 1,0-1-1,-1 0 1,-1 0-1,0-1 1,-1 0-1,0 0 1,-1-1-1,-7 8-99,6-5 64,-429 495 368,389-450-635,-135 163 503,80-63-3077,104-157 101</inkml:trace>
  <inkml:trace contextRef="#ctx0" brushRef="#br2" timeOffset="147127.166">13091 425 25277,'0'0'4033,"0"0"-3689,123 49 56,-77-14-128,-7 7-87,-10 5-73,-14 6-112,-15 9-80,-17-13-1721,-14-14-18563</inkml:trace>
  <inkml:trace contextRef="#ctx0" brushRef="#br2" timeOffset="147663.495">12670 991 29350,'0'0'628,"0"0"-374,25 3-105,169 12 210,-74-14-279,-118-1-95,1 1 0,-1-1 0,0 0 0,1 1 0,-1 0 0,0-1 0,0 1 0,0 0 0,0 0 0,0 1 0,0-1 0,0 0 0,0 0 0,0 1 0,0 0 0,0-1 0,-1 1 0,1 0 0,-1-1 0,1 1-1,-1 0 1,0 0 0,0 0 0,0 1 0,0-1 0,0 0 0,0 0 0,-1 0 0,1 1 0,-1-1 0,1 0 0,-1 1 0,0-1 0,0 0 0,0 1 0,0-1 0,0 0 0,-1 1 0,1-1 0,-1 0 0,1 1 0,-1-1 0,0 0 0,0 0 0,0 0 0,0 0 0,0 0 0,-1 0 0,1 0 0,-1 0 0,1 0 0,-1 0 0,0-1 0,1 1 0,-1-1 0,0 1 0,-1-1 15,-23 26-85,-2-2-1,-1-1 1,-1-1 0,-2-2 0,1-1 0,-8 2 85,16-8 12,-166 98 912,189-112-922,-1 0-1,1 0 0,-1 0 1,1 0-1,-1 0 0,1 0 1,-1 0-1,1 1 1,-1-1-1,1 0 0,0 0 1,-1 0-1,1 0 0,-1 1 1,1-1-1,0 0 1,-1 1-1,1-1 0,0 0 1,-1 0-1,1 1 0,0-1 1,-1 1-1,1-1 1,0 0-1,0 1 0,-1-1 1,1 1-1,0-1 0,0 0 1,0 1-1,0-1 1,0 1-1,0-1 0,-1 1 1,1-1-1,0 1 0,0-1 1,0 1-1,1-1 1,-1 0-1,0 1 0,0-1 1,0 1-1,0-1 0,0 1 1,0-1-1,1 1 1,-1-1-1,0 0 0,0 1 1,1-1-1,-1 0 0,0 1 1,0-1-1,1 0 1,-1 1-1,1-1 0,-1 0 1,0 1-1,1-1 0,-1 0 1,0 0-1,1 0 1,-1 1-1,1-1 0,0 0-1,34 2 21,-29-2-20,26-1-31,-26-1 11,0 0-1,-1 1 1,1 0 0,0 0 0,0 0 0,0 1 0,0 0 0,0 0 0,0 1 0,0 0 0,0 0-1,-1 0 1,1 0 0,0 1 0,-1 0 0,1 0 0,-1 1 0,1 0 0,-1-1 0,0 2 0,0-1-1,-1 1 1,1-1 0,-1 1 0,1 1 0,-1-1 0,0 0 0,-1 1 0,1 0 0,-1 0 19,-2 12-26,-1 0 0,-1 0 0,-1-1 0,0 1 0,-1 0 0,-1-1 0,0 0 0,-1 0 0,-1 0 0,-1 0 0,0-1 1,-1 0-1,0-1 0,-1 0 0,-1 0 0,-8 8 26,17-20-1,-195 280 1078,174-221-578,30-52-379,3-9-107,0-1 0,0-1 0,0 0 0,0 0 0,0-1 0,-1 0 0,1-1 0,-1 0 0,0-1 0,0 0 0,0-1 0,-1 1 0,1-2 0,2-3-13,-1 3 2,536-347-629,-463 324 707,-83 31-66,1 0 0,0 0-1,-1 0 1,1 0-1,-1 0 1,0 0 0,1 0-1,-1 0 1,0 1 0,0-1-1,1 0 1,-1 1-1,0-1 1,0 1 0,-1 0-1,1-1 1,0 1 0,0-1-1,-1 1 1,1 0-1,-1 0 1,0-1 0,1 1-1,-1 0 1,0 0 0,0 0-1,0 0 1,0-1-1,0 1 1,-1 0 0,1 0-1,0-1 1,-1 1 0,0 0-1,1 0 1,-1 0-14,0 11 68,-65 338-181,67-352-4807,3-5-13173</inkml:trace>
  <inkml:trace contextRef="#ctx0" brushRef="#br2" timeOffset="149716.183">14213 407 27206,'0'0'2960,"0"0"-2455,0 0-161,0 0-128,0 0-32,0 0-24,55-14-96,-40 24-64,1 12-136,-16 15-584,0-1-1257,-7-5-12098</inkml:trace>
  <inkml:trace contextRef="#ctx0" brushRef="#br2" timeOffset="150045.775">13871 1056 312,'0'0'23546,"0"0"-19699,0 0-2514,0 0-947,0 0-97,0 0 132,0 0-63,24-2-209,148-20-283,-88 18-1524,-82 5 1469,0 0-1,-1-1 1,1 1 0,-1 0-1,1 0 1,-1 0 0,1 0 0,-1 0-1,0 0 1,1 1 0,-1-1 0,0 0-1,0 1 1,0-1 0,0 1-1,0-1 1,0 1 0,-1-1 0,1 1-1,0 0 1,-1-1 0,1 1-1,-1 0 1,0-1 0,1 1 0,-1 0-1,0 0 1,0-1 0,0 1 0,0 0-1,0 0 1,-1 0 0,1-1-1,-1 1 190,2 3-490,-11 95-3921,-38 43 7218,28-89-356,7-18-930,-4 5-414,2-1-1,2 2 0,2 0 1,2 1-1,1 0 0,-1 40-1106,9-82 16,-1 1 0,1 0 0,-1 0 0,1 0 0,0 0-1,0 0 1,0 0 0,0 0 0,0 0 0,0 0 0,0 0 0,1-1 0,-1 1-1,1 0 1,0 0 0,-1 0 0,1 0 0,0-1 0,0 1 0,0 0-1,0-1 1,0 1 0,1-1 0,-1 1 0,0-1 0,1 0 0,-1 1 0,1-1-1,-1 0 1,1 0 0,-1 0 0,1 0 0,0 0 0,0-1 0,0 1-1,-1 0 1,1-1 0,0 1 0,0-1 0,0 0 0,0 0 0,0 1 0,0-1-1,0-1 1,0 1 0,0 0 0,0 0 0,-1-1 0,2 1-16,12-5 12,0-1 0,0-1 1,0 0-1,-1 0 1,0-2-1,0 0 0,-1 0 1,0-1-1,-1-1 0,0 0 1,-1-1-1,0 0 0,-1 0 1,0-1-1,-1-1 1,3-6-13,-9 17-5,41-58-530,-4-1-1,-2-3 1,-2 0 0,15-47 535,1-19-5282,-7 0-6607,-17 34 5182</inkml:trace>
  <inkml:trace contextRef="#ctx0" brushRef="#br2" timeOffset="150312.558">14818 255 5921,'0'0'21325,"0"0"-20205,0 0-320,-19 112-512,12-70-208,3-3-24,4-7-56,15-22-440,13-10-1904,5 0-13164</inkml:trace>
  <inkml:trace contextRef="#ctx0" brushRef="#br2" timeOffset="150578.483">15436 204 3969,'0'0'20263,"0"0"-15315,-12 20-4103,-102 134 55,-19-34-1216,-4-7 0,-6-6 0,-69 37 316,197-136-58,-17 14-314,61-27-62,373-159 255,-179 82 365,-227 104 263,-109 77 163,-496 426-419,585-502-479,-46 40-194,19-29-4389,27-24-4843</inkml:trace>
  <inkml:trace contextRef="#ctx0" brushRef="#br2" timeOffset="150745.847">15311 967 24701,'0'0'4905,"0"0"-4465,147-18 49,-94 18-241,-11 0-184,-12 12-64,-14 8-328,-10-2-1929,-6-7-14371</inkml:trace>
  <inkml:trace contextRef="#ctx0" brushRef="#br2" timeOffset="151129.418">14943 1186 21917,'0'0'6422,"-17"19"-4728,6-6-1601,-6 5 13,2 0 0,0 1 0,1 0 0,1 2-1,1-1 1,-9 20-106,-1 22 88,3 0 0,2 1-1,4 1 1,2 0 0,-1 35-88,5 46-2911,11-170 2847,1 1 0,2 0 0,0 0 0,2 1 0,1 0 1,0 0-1,2 1 0,0 0 0,2 1 0,0 1 0,2 0 0,0 1 1,1 0-1,0 2 0,2 0 0,0 1 0,17-11 64,14-11 161,3 1-1,0 3 1,2 2-1,2 3 1,1 2-1,1 3 1,0 2-1,2 3 0,9 0-160,85 3 1251,-149 17-1223,-1 0 0,0 0 0,1 1 0,-1-1 0,0 1 0,0 1 0,0-1 0,0 1 0,0 0 0,-1 0 0,1 0 0,-1 0 0,0 1 0,0 0 0,0 0 0,0 0 0,-1 0 0,0 1 0,1-1 0,-2 1 0,1 0 0,-1 0-1,1 0 1,-1 0 0,-1 0 0,1 1 0,-1-1 0,1 3-28,1 5 18,-1 0-1,0 1 1,-1-1-1,-1 1 1,0-1-1,-1 1 0,0-1 1,-1 1-1,0-1 1,-1 0-1,-2 3-17,-4 6-79,-1 0 0,-1 0 0,0-2-1,-2 1 1,-1-1 0,0-1 0,-1-1-1,-1 0 1,-1-1 0,0 0 0,-2-2-1,0 0 1,0-1 0,-1-1 0,-1-1-1,0-1 1,-1 0 0,0-2 0,-6 2 79,-57 4-2610,80-15 2184,0 1 1,0-2 0,0 1 0,1-1 0,-1 1 0,0-1-1,0 0 1,0-1 0,1 0 0,-1 1 0,1-1 0,-1-1-1,1 1 1,0-1 0,0 1 0,-4-4 425,-67-120-11388,53 56 7094</inkml:trace>
  <inkml:trace contextRef="#ctx0" brushRef="#br2" timeOffset="151495.825">15244 1379 12131,'0'0'12186,"0"0"-8170,0 0-3401,-2 21-383,-21 136 88,-20 12-2153,46-171-2090,11-10 3231,-4 1 953,0 1 0,0 0 0,1 0 0,1 1 0,-1 1 0,2 0 0,-1 0 0,1 1 0,0 1 0,0 0 0,1 1 0,-1 0 0,1 1 0,1 1 0,-1 0 0,0 1 0,10-1-261,-23 5-25,0 0 1,0-1 0,-1 1 0,1 0 0,-1 0 0,1-1 0,-1 1 0,0 0 0,1 0 0,-1 0 0,0-1 0,0 1 0,0 0 0,0 0 0,-1 0 0,1-1 0,-1 1 0,1 0 0,-1 0 0,1-1 0,-1 1 0,0 0 0,0-1-1,0 1 1,0-1 0,0 1 0,0-1 0,0 1 0,0-1 0,-1 0 0,1 1 0,0-1 0,-1 0 0,0 0 24,-220 191-663,175-153 1081,-117 117 1743,165-157-2139,0 1 0,0 0 0,0-1 0,-1 1-1,1-1 1,0 1 0,0 0 0,0 0-1,0 0 1,0-1 0,0 1 0,0 0 0,0 0-1,0 1 1,0-1 0,0 0 0,0 0-1,0 0 1,0 1 0,0-1 0,0 0-1,0 1 1,0-1 0,0 1 0,0-1 0,-1 1-1,1-1 1,0 1 0,0 0 0,0-1-1,-1 1 1,1 0 0,-1-1 0,1 1 0,0 0-1,-1 0 1,1 0 0,-1 0 0,0 0-1,1 0 1,-1 0 0,0 0 0,1 0 0,-1-1-1,0 1 1,0 0 0,0 0 0,0 0-1,0 0 1,0 0 0,0 0 0,0 0-1,0 0 1,-1 0 0,1 0 0,0 0 0,-1 0-1,1 0 1,0 0 0,-1 0 0,0 0-1,1 0 1,-1-1 0,0 2-22,173-50 181,-52-5-575,-2-5-1,-4-5 1,-2-5-1,33-31 395,-27 7-3975,-8-4-3286,-23 7-925</inkml:trace>
  <inkml:trace contextRef="#ctx0" brushRef="#br2" timeOffset="151779.078">16425 717 25293,'0'0'3264,"0"0"-2404,-13 17-691,-2 0-101,7-9-15,1 1 0,0 0 0,0 0 0,1 0 0,1 1 0,-1 0 0,1 0 0,1 1 0,0-1 0,-3 12-53,-6 40 133,2 1 0,3 1 0,3-1 0,2 40-133,4-100 2,1 1 0,-1-1-1,1 1 1,-1-1 0,1 0 0,0 0 0,0 0-1,0 0 1,1 0 0,-1 0 0,1-1 0,0 1 0,-1-1-1,1 0 1,0 0 0,0 0 0,1 0 0,-1 0 0,0-1-1,1 1 1,-1-1 0,1 0 0,-1 0 0,1 0-1,-1 0 1,1-1 0,0 0 0,-1 1 0,1-1 0,0-1-1,-1 1 1,1 0 0,0-1 0,-1 0 0,1 0-1,-1 0 1,1 0 0,-1-1 0,0 1 0,1-1 0,1-1-2,20-6-392,0-1 1,-1-1 0,-1-1 0,1-1-1,-2-1 1,0-1 0,-1 0 0,8-9 391,20-20-3783,-2-1 0,-2-3 1,-2-1-1,-1-3 3783,-22 27-1424,48-58-480</inkml:trace>
  <inkml:trace contextRef="#ctx0" brushRef="#br2" timeOffset="152113.008">17140 640 11450,'0'0'11768,"0"0"-6788,0 0-3909,-2 22-484,-25 156 252,-102 167-859,87-282-1647,40-62 1428,1 0-1,0 0 1,0 0 0,-1 0-1,1 0 1,0 0 0,-1-1-1,1 1 1,-1 0 0,1-1 0,-1 1-1,1-1 1,-1 0 0,1 1-1,-1-1 1,0 0 0,1 0-1,-1 0 1,1 0 0,-1 0 0,0 0-1,1-1 1,-1 1 0,1-1-1,-1 1 1,1-1 0,-1 1-1,1-1 1,-1 0 0,1 1-1,0-1 1,-1 0 0,1 0 0,0 0-1,0 0 1,-1-1 0,1 1-1,0 0 1,0 0 0,0-1-1,1 1 1,-1 0 0,0-1 0,0 0 239,-43-88-9116,5-65 8415,30 113-167,-24-120 325,16 73 7107,15 80-6894,-2-2 5558,-4 26 3544,-34 270-5309,0 3-3111,-53 173-1169,64-406-4623,0-29-5852,11-15 3630</inkml:trace>
  <inkml:trace contextRef="#ctx0" brushRef="#br2" timeOffset="152462.44">16357 1484 18108,'0'0'2616,"0"0"3620,-5 22-3951,-29 150-1063,22-3-270,12-165-913,1 1 0,-1-1 0,1 0 0,1 0 0,-1 0 0,1 0 1,-1 0-1,1-1 0,0 1 0,0 0 0,1-1 0,-1 0 0,1 1 0,0-1 1,-1 0-1,1 0 0,1 0 0,-1-1 0,0 1 0,1-1 0,-1 0 0,1 0 1,0 0-1,0 0 0,0-1 0,0 1 0,0-1 0,0 0 0,0 0 0,4 0-39,132-7 175,-112-4-184,0-2-1,-1-1 1,0-1 0,-1-1 0,-1-2-1,0 0 1,4-6 9,-8 8-63,212-171-2752,-227 181 2776,-5 3 73,0 0-1,0 0 1,0 0 0,0-1-1,1 2 1,-1-1 0,1 0-1,0 0 1,-1 0 0,1 1-1,0-1 1,0 1 0,0 0-1,0-1 1,0 1 0,1 0-1,-1 0 1,0 0 0,0 0-1,1 1 1,-1-1 0,1 1-1,-1-1 1,0 1 0,1 0-1,-1 0 1,1 0 0,-1 0 0,1 0-1,-1 1 1,0-1 0,1 1-1,-1 0 1,0-1 0,1 1-1,-1 0 1,0 0 0,0 1-1,0-1 1,0 0 0,0 1-1,0-1 1,0 1 0,0 0-34,43 266 1500,-29-200-1327,-5-24-3345,-10-30-6864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24.31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51 0 28822,'0'0'1544,"0"0"-1335,-20 126-57,14-53 232,-1 26-24,3 27-128,-1 24-120,1-14-64,-1-27-24,5-38-24,0-26 0,0 1-184,9-13-224,2-9-889,-2-24-1407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24.5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29390,'9'106'1513,"2"34"-1185,-2 30-112,2 5 248,-7-3-24,0 2-216,1 5-152,6-1-72,-2-17-24,-1-38-616,-3-44-985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25.8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22661,'0'0'6969,"0"0"-5304,0 0-1544,21 16-84,129 89 39,-140-100-74,0 0 0,0 0-1,-1 1 1,0 0 0,0 1-1,0 0 1,-1 1-1,0-1 1,-1 1 0,0 1-1,0 0 1,0 0 0,-1 0-1,-1 1 1,0-1-1,0 1 1,-1 1 0,0-1-1,0 0 1,-1 1-1,-1 0 1,0 0 0,0 8-2,-5 11-20,-2 0 1,-2-1 0,-1 0-1,0 0 1,-3-1 0,0 0-1,-2-1 1,0 0 0,-2-1-1,-1-1 1,-1 0 0,-2-1-1,0-1 1,-22 20 19,30-29-1,-83 112 43,94-125-38,-1 0-1,1 1 1,0-1-1,0 0 0,0 1 1,0-1-1,1 0 0,-1 0 1,0 1-1,0-1 1,1 0-1,-1 0 0,1 0 1,-1 1-1,1-1 0,-1 0 1,1 0-1,0 0 1,0 0-1,-1 0 0,1 0 1,0 0-1,0 0 0,0 0 1,0-1-1,0 1 1,0 0-1,0-1 0,0 1 1,0 0-1,1-1 0,-1 0 1,0 1-1,0-1 1,1 1-1,-1-1 0,0 0 1,0 0-1,1 0 1,-1 0-1,0 0 0,0 0 1,1 0-1,-1 0 0,0-1 1,0 1-1,1 0 1,-1-1-1,0 1 0,0-1 1,0 1-1,0-1 0,1 0 1,-1 0-4,9 1 15,38-5 13,0-2 0,0-1 1,-1-3-1,0-2 1,29-13-29,-12 5 6,433-148-1392,-449 145-2081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26.06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1 105 31855,'0'0'912,"0"0"-912,0 0 0,0 0 0,0 0-976,72-104-7546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25.2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0 191 28870,'0'0'1024,"0"0"-752,0 0-152,127 115 17,-74-84 87,-3 3-72,-4 3-112,-2 3-40,-9-3-152,0-21-625,-6-10-1407,-9-6-9443</inkml:trace>
  <inkml:trace contextRef="#ctx0" brushRef="#br0" timeOffset="268.677">579 0 24533,'0'0'4577,"0"0"-4217,-125 164-160,68-77-32,-18 17-64,-6 22-56,9-11-48,4 3-152,26-39-728,18-41-1728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23.76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1 632 29774,'0'0'953,"0"0"-513,0 0-264,0 0-64,0 0 200,243-29 32,-52-3-184,19-4-112,1-3-24,-32 5-24,-51 11 8,-34 5-8,-28 12-8,-18 6-232,2 0-328,-13 0-1001,-10 0-4480</inkml:trace>
  <inkml:trace contextRef="#ctx0" brushRef="#br0" timeOffset="265.135">948 1 26726,'0'0'3048,"0"0"-2752,-2 132 16,2-41 97,10 29-9,-3 30-112,-3 10-128,-4-8-88,0-16-40,0-39-32,5-26-32,8-24-296,11-23-488,-6-13-1321,4-11-16451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37.21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0 691 25349,'0'0'793,"0"0"-505,116-24 1360,-45-7-864,10-11-200,13-7-208,7-2-192,2 1-112,-2 5-48,-9 8-24,4-3-200,-24 13-680,-23 3-3313</inkml:trace>
  <inkml:trace contextRef="#ctx0" brushRef="#br0" timeOffset="248.995">627 89 28806,'0'0'744,"-22"148"-424,16-61-112,3 2-16,3 27-31,0-1-105,0-13-56,0-21-137,0-14-535,0-13-216,7-15-1928</inkml:trace>
  <inkml:trace contextRef="#ctx0" brushRef="#br0" timeOffset="565.459">1320 62 29518,'0'0'528,"25"5"-306,165 42-19,-182-45-194,-1 0 0,0 1 1,0-1-1,0 1 1,0 1-1,0 0 1,-1 0-1,1 0 1,-1 0-1,0 1 1,-1 0-1,1 1 1,-1-1-1,0 1 1,0 0-1,-1 0 0,1 0 1,-1 1-1,-1 0 1,1 0-10,-1 4-1,-1 1 0,0 0 0,-1-1 0,0 1 0,-1 0 0,0-1 0,-1 1 0,-1 0 0,1-1 0,-2 1 0,1-1 0,-2 0 0,0 0 0,0 0 0,-1 0 0,-3 5 1,-109 162-205,100-155 167,-145 192 140,182-221 107,236-195-97,37-31-805,-167 131-3023,-43 32-9232</inkml:trace>
  <inkml:trace contextRef="#ctx0" brushRef="#br0" timeOffset="832.201">2317 1 29110,'0'0'407,"20"19"-295,59 64-84,-76-79-36,-1 0 1,1 0-1,-1 0 0,0 0 1,0 0-1,0 1 0,-1-1 1,1 1-1,-1-1 1,0 1-1,0-1 0,-1 1 1,1 0-1,-1-1 0,0 1 1,0 0-1,-1-1 0,1 1 1,-1 0-1,0-1 0,-2 5 8,1-1-30,-7 21 10,-1-1-1,-2-1 1,-1 1-1,-1-2 1,-1 0 0,-1-1-1,-9 10 21,-7 13-5,9-14 62,13-21 17,0 1 0,0 0 1,1 1-1,1 0 0,1 0 0,0 1 0,1 0 0,0 0 1,2 1-1,0-1 0,0 1 0,2 1-74,2-16 8,0-1-1,1 1 0,-1-1 1,1 1-1,-1-1 1,1 0-1,0 1 1,-1-1-1,1 1 1,0-1-1,0 0 1,0 0-1,0 0 0,0 1 1,0-1-1,1 0 1,-1 0-1,0 0 1,0-1-1,1 1 1,-1 0-1,1 0 1,-1-1-1,1 1 0,-1-1 1,1 1-1,-1-1 1,1 0-1,-1 0 1,1 1-1,-1-1 1,1 0-1,-1 0 0,1-1 1,0 1-1,-1 0 1,1 0-1,-1-1 1,1 1-1,-1-1 1,1 0-8,72-19 38,160-118-311,-147 87-569,-11 8-1942</inkml:trace>
  <inkml:trace contextRef="#ctx0" brushRef="#br0" timeOffset="1031.959">2994 754 24173,'0'0'5937,"0"0"-5937,0 0-2384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41.92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1 622 30270,'0'0'1169,"0"0"-985,0 0-88,0 0 136,116-14 168,-44-4-160,5 0-160,-3 5-48,-8 5-16,-13 4-16,-14 4 0,-4 0-88,11-6-312,-9 0-616,-6-14-1457</inkml:trace>
  <inkml:trace contextRef="#ctx0" brushRef="#br0" timeOffset="400.828">435 44 25814,'0'0'4152,"0"0"-3623,0 0-361,0 0 88,-79 156 160,72-66 40,-2 23-88,-8 23-120,-7 8-120,-3-26-56,3-29-56,9-38 0,8-17-16,5-5-16,2-3-112,9-26-312,17 0-600,3-20-1305</inkml:trace>
  <inkml:trace contextRef="#ctx0" brushRef="#br0" timeOffset="733.458">958 0 30479,'0'0'729,"0"0"-433,0 0-203,0 0-43,24 9 70,166 69 219,-106-19-249,-79 4 200,-6-28-234,-1-1 0,-2 1 0,-1-1 1,-1-1-1,-12 34-56,-60 201-559,58-198-890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40.5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0 584 18316,'0'0'9722,"0"0"-7241,0 0-2083,0 0-63,0 0 53,23-9-5,269-90 152,-159 62-630,2 5 0,1 7 1,8 4 94,-87 4-1454,-43-6-4239,-12 0-13425</inkml:trace>
  <inkml:trace contextRef="#ctx0" brushRef="#br0" timeOffset="254.916">524 20 28974,'0'0'808,"0"0"-400,-19 110 65,19-54-65,-3 5-176,1 6-112,-2 6-80,-1 6-24,-1 4-16,1-4-144,3-8-320,2-18-345,5-33-895,10-16-2265,-2-4-16667</inkml:trace>
  <inkml:trace contextRef="#ctx0" brushRef="#br0" timeOffset="505.306">1107 261 29526,'0'0'744,"0"0"-535,-26 130-161,17-69 0,3 6 40,3 6-64,3-4-24,0-4-673,0-19-239,7-25-6121</inkml:trace>
  <inkml:trace contextRef="#ctx0" brushRef="#br0" timeOffset="747.67">1677 97 15643,'0'0'11091,"0"0"-8349,0 0-2450,0 0-178,0 0 50,7 22 221,28 144 268,-35-148-601,0 1 0,1 0 0,1-1 0,1 1 0,1-1 0,0 0 0,1 0 0,1 0 0,1-1 0,1 0 0,0 0 0,1 0 0,0-1 0,2-1 0,9 11-52,8-2 28,-24-21-26,1 0 0,0 1 0,0-1 0,-1 1 1,0 0-1,0 0 0,0 1 0,0-1 0,-1 1 1,0 0-1,0 0 0,0 0 0,0 0 0,-1 0 1,0 0-1,1 4-2,-4-7 0,0 0 0,0 0 0,0 1 0,0-1 0,0 0-1,-1 0 1,1 0 0,-1 0 0,0-1 0,1 1 0,-1 0 0,0-1 0,0 1 0,0-1 0,0 1 0,0-1 0,-1 0 0,1 0 0,0 0 0,-1 0 0,1-1 0,0 1 0,-1 0-1,1-1 1,-1 0 0,1 0 0,-1 1 0,0-2 0,-4 3-1,-225 18-720,219-20 498,1-1-1,0-1 1,0 0 0,0 0 0,0-1 0,0-1 0,0 0 0,1-1-1,0 0 1,0 0 0,0-1 0,1-1 0,0 0 0,0 0 0,0-1 0,1 0 223,-41-38-4324</inkml:trace>
  <inkml:trace contextRef="#ctx0" brushRef="#br0" timeOffset="937.616">1622 6 312,'0'0'28982,"0"0"-28270,165-6-536,-84 6-128,33 14-48,-20-2-760,-13-6-13587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44.37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217 0 29582,'-34'52'306,"3"-7"-182,2 2-1,1 1 0,3 1 1,2 1-1,-9 31-123,18 59 419,14-136-419,0-1 0,0 1-1,0-1 1,1 0 0,-1 1 0,1-1 0,0 0 0,0 0-1,0 1 1,1-1 0,-1 0 0,1 0 0,0 0 0,0 0 0,0-1-1,0 1 1,0 0 0,0-1 0,1 0 0,-1 1 0,1-1-1,0 0 1,0 0 0,0-1 0,0 1 0,0 0 0,0-1-1,0 0 1,0 0 0,0 0 0,1 0 0,-1 0 0,0-1-1,1 1 1,-1-1 0,1 0 0,-1 0 0,1 0 0,-1-1-1,0 1 1,3-1 0,7-2-179,0-1-1,1 1 1,-2-2-1,1 0 1,0-1-1,-1 0 1,0 0-1,-1-2 1,1 1-1,-1-1 1,-1-1-1,0 0 1,0-1-1,0 0 1,-1 0-1,-1-1 1,0 0-1,-1 0 1,0-1-1,0 0 1,-1 0-1,1-6 180,-5 16 0,-1 1-1,0-1 0,1 1 0,-1-1 0,0 0 1,0 1-1,0-1 0,0 0 0,-1 0 0,1 0 1,0 0-1,-1 0 0,0 0 0,1 0 0,-1 0 0,0 0 1,0 0-1,0 0 0,0 0 0,0 0 0,-1 0 1,1 0-1,0 0 0,-1 0 0,0 0 0,1 0 1,-1 0-1,0 1 0,0-1 0,0 0 0,0 0 0,0 1 1,-1-1-1,1 1 0,0-1 0,-1 1 0,1-1 1,-1 1-1,0 0 0,1 0 0,-1 0 0,0 0 1,0 0-1,0 0 0,1 0 0,-1 1 0,0-1 1,0 0-1,0 1 0,0 0 0,-2-1 1,-27 2 168,1 1-1,0 1 1,0 1-1,1 2 0,-1 1 1,-21 8-168,40-12-81,-23 5-1412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46.02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0 103 29134,'0'0'1361,"0"0"-1217,0 0-32,149 16 24,-65-16 48,10-10-64,7-6-120,-3 0-256,19-11-561,-30 3-1199,-14-2-10315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46.2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296 0 29070,'0'0'1993,"0"0"-1769,0 0-112,-57 107 64,27-64 128,-6 9-64,-3 5-160,-3 6-56,5 8-24,6 10-312,14-18-496,10-22-2361</inkml:trace>
  <inkml:trace contextRef="#ctx0" brushRef="#br0" timeOffset="251.04">864 227 26030,'0'0'3486,"-5"-18"-2493,3 7-945,1 3-34,0 0 0,0 1 1,-1-1-1,0 0 1,-1 1-1,0-1 1,0 1-1,0 0 0,-1 0 1,0 0-1,-1 0 1,1 1-1,-1-1 0,0 1 1,-1 1-1,0-1 1,0 1-1,0 0 1,-6-4-15,5 7 9,0-1 0,0 2 0,-1-1 1,1 1-1,0 0 0,-1 1 0,1-1 0,0 2 1,-1-1-1,1 1 0,0 0 0,-1 0 1,1 1-1,0 0 0,0 0 0,0 1 1,1 0-1,-1 0 0,0 1 0,1-1 0,0 1 1,0 1-1,0-1 0,1 1 0,-2 2-9,-5 4 16,0 0 0,1 1 0,1 1 0,0-1 0,0 2 0,2-1-1,-1 2 1,2-1 0,0 1 0,1 0 0,0 0-16,3-9 9,1 1 0,-1-1 1,1 1-1,1 0 0,-1-1 0,1 1 0,0 0 1,1 0-1,-1 0 0,1 0 0,1 0 0,0 0 1,-1-1-1,2 1 0,-1 0 0,1 0 0,0-1 1,1 1-1,-1-1 0,1 0 0,1 0 0,-1 0 1,1 0-1,0 0 0,0-1 0,1 0 0,0 0 1,0 0-1,0 0 0,3 2-9,4-1-100,0 0-1,0-1 1,1 0-1,0 0 1,0-2-1,0 0 1,0 0-1,0-1 1,0-1-1,1 0 1,-1-1-1,1 0 1,-1-1 0,0 0-1,1-1 1,-1-1-1,0 0 1,0-1-1,-1-1 1,1 1-1,11-8 101,32-19-5117</inkml:trace>
  <inkml:trace contextRef="#ctx0" brushRef="#br0" timeOffset="416.645">1133 393 7874,'0'0'21540,"0"0"-20700,0 0-399,0 0-233,0 0-208,130-71 0,-113 49-825,-8 1-10753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45.00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0 240 28870,'0'0'1745,"0"0"-1449,0 0-208,0 0 32,149-10 16,-81-4-64,0 0-48,-7 4-24,-10 4-184,-10-2-352,-16 3-825,-14-3-2384</inkml:trace>
  <inkml:trace contextRef="#ctx0" brushRef="#br0" timeOffset="270.566">208 80 26806,'0'0'2688,"-48"130"-2232,28-47-208,3 12-160,10-13-56,7 9-8,0-12-24,16-8-240,10-24-776,0-23-2264</inkml:trace>
  <inkml:trace contextRef="#ctx0" brushRef="#br0" timeOffset="522.139">1032 1 27150,'0'0'2500,"-13"25"-1800,-91 177-469,90-171-181,2 1 1,1 0-1,1 1 0,2 0 0,1 1 0,2-1 0,2 1 1,0 21-51,3-52-3,0-1 0,0 1 1,1 0-1,-1-1 0,1 1 1,-1-1-1,1 1 1,0-1-1,0 1 0,0-1 1,1 1-1,-1-1 0,0 0 1,1 0-1,-1 0 0,1 0 1,0 0-1,0 0 0,0 0 1,0 0-1,0-1 1,0 1-1,1-1 0,-1 1 1,0-1-1,1 0 0,-1 0 1,1 0-1,-1-1 0,1 1 1,-1 0-1,1-1 1,0 0-1,-1 1 0,1-1 1,0 0-1,-1 0 0,1-1 1,-1 1-1,1 0 0,0-1 1,-1 0-1,1 0 1,-1 0-1,1 0 0,-1 0 3,10-4-143,0-1-1,0-1 0,-1 1 0,0-2 1,-1 0-1,1 0 0,-2-1 0,1 0 1,-1-1-1,0 0 0,-1 0 0,0-1 1,-1 0-1,0 0 0,-1-1 0,0 0 1,-1 0-1,0 0 0,0-5 144,-3 13 16,1 0 0,-1 0 0,0 0 0,0-1 0,-1 1-1,1-1 1,-1 1 0,0-1 0,0 1 0,0-1 0,-1 0 0,0 1 0,0-1 0,0 0 0,0 1-1,-1-1 1,0 0 0,0 1 0,0-1 0,0 1 0,-1-1 0,0 1 0,0 0 0,0-1 0,0 1 0,-1 0-1,-1-1-15,-11 4 14,1 0 0,-1 1-1,0 1 1,0 0-1,0 1 1,1 1-1,-1 0 1,1 1-1,0 1 1,0 0-1,0 1 1,1 0 0,0 1-1,0 0 1,0 1-1,1 1 1,0 0-1,1 1 1,-9 9-14,-9 4-2315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8:43.77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0 528 9362,'0'0'20188,"0"0"-19508,0 0-600,145-22-80,-66 4-56,11 0 56,26-5-272,-24 5-824,-22 0-4993</inkml:trace>
  <inkml:trace contextRef="#ctx0" brushRef="#br0" timeOffset="266.68">1029 1 28934,'0'0'816,"-47"138"-648,15-51-96,-8 1-40,-10 31 8,-1 31-40,14-14 8,17-32 16,16-38-24,4-37-320,15-17-368,12-6-1400,1-6-15268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0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1001 396 27990,'0'0'2404,"0"0"-1390,0 0-605,0 0-127,-10-18 46,-58-121 5,65 125-332,-1 1-1,-1 0 0,-1-1 1,0 2-1,0-1 0,-1 1 1,-1 0-1,0 0 0,0 1 1,-1 0-1,-1 0 0,0 1 0,0 1 1,-1 0-1,0 0 0,-1 1 1,0 0-1,0 1 0,-1 0 1,1 1-1,-6-1 0,4 4 0,-1 0 0,0 1 0,0 0 0,0 1 0,0 1 0,-1 1 0,1 0 0,0 0 0,0 2 0,0 0 0,1 1 0,-1 0 0,1 1 0,0 0 0,0 2 0,0-1 0,1 2 0,0 0 0,1 0 0,-4 4 0,-23 24 0,1 2 0,1 1 0,3 2 0,1 1 0,2 2 0,2 1 0,2 1 0,2 1 0,2 1 0,-4 19 0,12-29 0,2 1 0,1 0 0,2 1 0,1 0 0,3 1 0,1-1 0,2 1 0,2 4 0,0-28 0,1 0 0,1 0 0,1 0 0,0 0 0,1 0 0,1 0 0,0-1 0,1 1 0,1-1 0,1 0 0,0-1 0,1 0 0,1 0 0,0 0 0,1-1 0,0-1 0,2 0 0,-1 0 0,1-1 0,1 0 0,0-1 0,1-1 0,0 0 0,0-1 0,1 0 0,12 4 0,7-3 0,0-1 0,0-1 0,1-2 0,0-2 0,0-1 0,0-2 0,1-1 0,21-4 0,-40 4 0,-1-2 0,1 0 0,-1 0 0,1-2 0,-1 0 0,0-1 0,0-1 0,-1 0 0,0-1 0,0 0 0,0-2 0,-1 1 0,0-2 0,-1 0 0,0-1 0,-1 0 0,0-1 0,0 0 0,1-4 0,20-24-13,-2-1 1,-2-1-1,-2-1 0,-2-2 0,-2-1 1,-2 0-1,-1-2 0,-3 0 1,-2-1-1,-3-1 0,-1 0 0,-3 0 1,-1-1-1,-3 0 0,-2-20 13,-2 58-70,0 1 0,-1-1 1,0 0-1,-1 1 0,0-1 0,-1 1 0,-1 0 0,0 0 0,0 0 0,-1 0 0,-1 1 0,0 0 0,0 0 0,-6-7 70,7 14-1507,4 4-1681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0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 30479,'0'0'800,"0"0"-528,0 0-24,0 0 160,-96 128-192,54-98-144,1-1-72,-34 17-392,9-9-992,1-7-7354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05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29582,'0'0'1217,"0"178"-657,0-16-168,-2 21 120,-16 5-128,1-15-264,12-27-120,3-12 0,0-41-184,0-36-2745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07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29670,'0'0'769,"0"0"-465,-17 134-48,-12-44 0,-8 33-8,0 37-144,0 5-104,10-37-688,10-41-5402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07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29446,'149'-2'600,"48"-14"-440,42 2-88,4 2 40,-19 8 129,-1 2 111,-3 2-184,-14 0-168,-35 2-88,-53 4-1105,-48-2-20891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06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1104 0 28182,'0'0'806,"0"0"-457,0 0-202,-33 19 73,-403 208 418,-124 65-457,544-284-144,12-7-24,1 0 0,-1 1 0,0-1 0,0 1 0,1 0 0,-1 0-1,1 1 1,0-1 0,-1 1 0,1-1 0,0 1 0,1 0 0,-1 0-1,0 1 1,1-1 0,0 0 0,0 1 0,-1 0-13,5-1 0,-1-1 0,0 1 1,1 0-1,0-1 0,-1 1 1,1-1-1,0 1 0,0-1 0,1 0 1,-1 0-1,0 0 0,1 0 0,-1 0 1,1-1-1,0 1 0,-1-1 0,1 1 1,0-1-1,0 0 0,0 0 1,0-1-1,0 1 0,0 0 0,0-1 1,0 0-1,0 0 0,3 0 0,-2 1 1,53 8-6,1-3 0,0-3 0,0-2 0,49-5 5,-47-2-695,-1-1 0,1-4 0,-2-2 1,7-4 694,13-7-5372</inkml:trace>
  <inkml:trace contextRef="#ctx0" brushRef="#br0" timeOffset="271.531">1648 2 29502,'0'0'551,"0"0"-311,-23 19-124,-157 116 200,-218 103-152,393-234-161,2-4-3,0 1 0,0 0 1,1 0-1,-1 0 0,0 1 1,1-1-1,0 0 0,-1 1 1,1 0-1,0-1 0,-1 1 1,1 0-1,0 0 1,1 1-1,-1-1 0,0 0 1,1 0-1,-1 1 0,1-1 1,-1 1-1,1 0 0,0-1 1,0 1-1,1 0 0,-1 0 1,0-1-1,1 1 0,0 0 1,-1 0-1,1 0 1,0 0-1,1-1 0,-1 1 1,0 0-1,1 2 0,6 1 0,0-1 1,0 1-1,1-1 1,0 0 0,0-1-1,0 0 1,0 0-1,1-1 1,-1 0-1,1 0 1,0-1-1,0 0 1,7 0-1,31 6-102,0-3 0,1-1 0,0-2 0,0-3 0,11-3 102,21-8-1128,-10-5-1195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0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21004,'0'0'7325,"0"0"-5269,0 0-1594,0 0-254,0 0-34,0 0 57,21 1 14,507-17 490,1221 10-408,-1020 23-327,141 46 0,-698-49 0,-175-33-12,-110-81-2016,40 44-2501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12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860 473 29742,'0'0'714,"0"0"-257,-10-20-203,-62-138 111,59 110-290,9 28-64,0 1-1,-1 0 1,-2-1 0,0 2-1,0-1 1,-2 1 0,-1 0-1,0 1 1,-1 0-1,-6-7-10,12 20 1,0 0 0,0 0 0,0 1 0,-1-1 0,1 1 1,-1 1-1,0-1 0,0 1 0,0 0 0,0 0 0,0 1 0,0-1 0,0 1 0,-1 1 0,1-1 0,0 1 0,0 0 0,-1 1 0,1 0 0,0-1 0,0 2 0,-1-1 0,1 1 0,0 0 0,1 0 0,-1 1 0,0 0 0,1 0 0,-1 0 0,1 1 0,0-1 0,0 1 0,0 1-1,-102 109 5,57-39-5,2 3 0,4 1 0,4 3 0,3 1 0,4 1 0,4 2 0,3 2 0,4 0 0,-4 49 0,20-99 0,1 0 0,2 1-1,1-1 1,3 1 0,3 27 0,-1-56 2,1 0 0,0 0-1,1-1 1,0 1 0,0-1 0,1 0 0,0-1 0,1 1 0,0-1 0,0 0-1,1-1 1,0 0 0,0 0 0,0 0 0,1-1 0,0-1 0,1 1 0,-1-2-1,1 1 1,0-1 0,0-1 0,0 0 0,0 0 0,1-1 0,-1 0 0,1-1-1,7 0-1,0 4 3,1-1 0,-1-2-1,1 1 1,0-2 0,0-1-1,0 0 1,0-2 0,-1 0-1,1 0 1,0-2 0,-1-1-1,0 0 1,0-1 0,-1-1-1,1-1 1,-1 0 0,-1-1-1,0-1 1,0 0 0,-1-2-1,7-5-2,2-5 33,-1 0 0,-1-2-1,-1 0 1,-1-1-1,-2-2 1,0 1 0,-1-2-1,-2-1 1,-1 0-1,-2 0 1,0-1 0,-2-1-1,-2 0 1,0 0-1,-2-1 1,1-29-33,-4 12-44,-3 39-78,0-1 1,0 1-1,1-1 1,0 1-1,1 0 1,0-1-1,1 1 1,0 0 0,1 0-1,0 1 1,0-1-1,6-8 122,7 2-2887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12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 0 31743,'0'0'792,"0"0"-600,0 0-152,0 0-40,-46 127 0,15-82-64,3-6-680,-7-7-1849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11.1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750 0 30479,'0'0'736,"-17"109"-544,8-3-112,7 46 80,2 28 112,0 7-48,0-5-136,-2-21-88,-14-21-216,1-41-936,0-36-2401</inkml:trace>
  <inkml:trace contextRef="#ctx0" brushRef="#br0" timeOffset="263.441">1 1085 29830,'0'0'625,"50"172"-321,-8-32-160,8 0 64,-8-30 80,-7-35-120,7-31-88,6-7-48,7-9-16,8-10 8,-2-18 24,-1-18-40,-3-29 16,6-21-24,23-50-120,-16 14-488,-13 7-2057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15.7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1 29726,'0'0'1825,"0"0"-1553,-11 136 24,-7-43 184,-2 29-312,-4 30-168,2 4 0,7-10 0,13-34 0,2-39 0,22-4-224,6-27-984,7-17-2761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15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498 267 28030,'0'0'2543,"0"-19"-1824,-4-123-470,3 136-238,0 1 0,-1 0 0,0-1-1,1 1 1,-2 0 0,1 0 0,0 0 0,-1 1-1,0-1 1,0 1 0,-1-1 0,1 1-1,-1 0 1,0 0 0,0 1 0,0-1-1,-1 1 1,1 0 0,-1 0 0,1 0 0,-1 1-1,0 0 1,0 0 0,0 0 0,-1 0-1,1 1 1,0 0 0,-1 0 0,1 0-1,-1 1 1,1 0 0,-1 0 0,1 0-1,0 0 1,-1 1 0,1 0 0,0 0 0,-1 1-1,1 0 1,0-1 0,-3 3-11,-8 6 0,1 0 1,0 0-1,0 2 0,2 0 1,-1 0-1,2 1 1,-1 1-1,2 0 0,0 1 1,-8 15-1,-3 3 18,1 1 1,3 1-1,0 1 1,2 0-1,2 1 1,2 1-1,1 0 0,2 1 1,1 0-1,2 1 1,2-1-1,2 5-18,2-34 7,1 0-1,0-1 0,0 1 1,1 0-1,1-1 0,-1 1 0,2-1 1,-1 0-1,1 0 0,1 0 1,-1 0-1,2-1 0,-1 0 1,1 0-1,0 0 0,1-1 1,0 0-1,0 0 0,0-1 1,1 1-1,0-2 0,0 1 1,1-1-1,-1 0 0,1-1 1,0 0-1,0-1 0,1 0 1,-1 0-1,1-1 0,-1 0 0,1 0 1,0-1-1,0-1 0,0 1 1,-1-2-1,1 1 0,0-2 1,0 1-1,-1-1 0,1 0 1,-1-1-1,1 0 0,-1-1 1,0 0-1,6-4-6,9-6-159,0-1 0,-2-1 1,0 0-1,0-2 0,-2-1 0,0 0 0,-1-2 1,-2 0-1,0-1 0,-1-1 0,-1 0 0,-1-1 0,2-6 160,10-28-2742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16.6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23581,'0'0'2569,"19"0"-1344,252 9 161,621-22 561,-229-13-895,640 60-1052,554 116 71,-37 57-51,-1585-177-18,53 3-1084,-212-29-1379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15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549 255 28382,'0'0'1522,"0"0"-837,0 0-274,0 0-138,-20-13-61,-110-80 18,121 87-216,0 1 1,0 0-1,0 0 1,0 1-1,-1 0 1,0 0-1,0 1 1,0 1-1,0 0 1,0 0-1,-1 1 1,1 0-1,0 1 1,-1 0-1,1 0 1,0 1-1,-1 1 1,1 0-1,0 0 1,0 1-1,0 0 1,0 1-1,1 0 1,0 0-1,-1 1 1,1 0-1,1 1 1,-1 0-1,1 1 1,0-1 0,1 1-1,-1 1 1,1 0-1,1 0 1,0 0-1,0 0 1,0 1-1,1 0 1,1 1-1,-1-1 1,0 3-15,-4 16 6,2 1 0,0-1 0,2 1 1,1 0-1,1 1 0,2-1 1,2 27-7,-1-33 1,1 0 1,2 0 0,0 0 0,1-1 0,1 1 0,2-1 0,0 0-1,3 5-1,-6-18 3,0 0 0,0-1 1,0 0-1,1 0 0,1 0 0,-1-1 0,1 1 0,0-1 0,1-1 0,0 1 0,0-1 0,0 0 0,1-1 0,0 0 0,0 0 0,0 0 0,1-1 0,-1-1 0,1 1 0,0-1 0,6 0-3,-3-1 17,0 0-1,1-2 0,-1 0 1,1 0-1,-1-1 0,0 0 0,1-1 1,-1-1-1,0 0 0,0-1 1,0 0-1,-1 0 0,0-1 1,1-1-1,-2 0 0,1-1 1,-1 0-1,0 0 0,4-5-16,165-181 29,-155 163-33,159-210-1856,-135 181-321</inkml:trace>
  <inkml:trace contextRef="#ctx0" brushRef="#br0" timeOffset="265.404">1524 0 30278,'0'0'825,"0"0"-433,-17 125 48,4-40 128,-1 29-304,6 24-264,-1-6 0,7-27 0,0-34 0,2-26 0,0 2 0,8-5-48,25-16-648,-2-17-1073,4-9-12714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03.59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759 275 28542,'0'0'1624,"0"0"-1167,0 0-177,0 0-104,0 0 40,-99 110-8,82-53 8,-1 10-72,5 8-88,2 4-24,5 2-16,1 6-16,5 0 0,0 31-280,15-21-792,3-24-2017</inkml:trace>
  <inkml:trace contextRef="#ctx0" brushRef="#br0" timeOffset="1300.652">2024 616 29366,'0'0'535,"0"0"-315,0 0-143,-3-22 74,-12-136 325,16 153-458,0-1 1,-1 0-1,0 1 0,0-1 0,0 0 0,0 1 1,-1-1-1,0 0 0,0 1 0,0-1 0,-1 1 0,0 0 1,0-1-1,0 1 0,-1 0 0,0 0 0,0 0 1,0 1-1,0-1 0,-1 1 0,0-1 0,0 1 1,0 0-1,0 1 0,-1-1 0,0 1 0,1 0 0,-1 0 1,0 0-1,0 1 0,-1 0 0,1 0 0,-4-1-18,-3 3 10,0 0 0,1 1 0,-1 0 0,0 1-1,1 1 1,-1 0 0,1 0 0,0 1 0,0 0 0,0 1-1,1 0 1,-1 1 0,1 0 0,1 1 0,-1 0 0,1 1-1,-7 7-9,-7 7 4,0 2-1,2 0 0,1 2 0,1 0 0,-15 28-3,17-26 1,1 1 1,0 0-1,3 1 0,0 1 1,2 0-1,2 1 0,0 0 1,2 1-1,2-1 0,1 1 1,1 0-1,2 22-1,4-46 0,0-1 1,1 0-1,0-1 0,0 1 0,1-1 0,-1 1 1,2-1-1,-1-1 0,1 1 0,0-1 1,0 0-1,1 0 0,0-1 0,0 0 1,0 0-1,0 0 0,1-1 0,0-1 0,0 1 1,0-1-1,0 0 0,1-1 0,-1 0 1,1 0-1,-1-1 0,1 0 0,0-1 1,-1 1-1,6-2 0,10-2-2,0-2 0,0 0 1,-1-2-1,1 0 0,-2-2 0,1 0 1,-1-1-1,0-2 0,-1 0 0,-1-1 1,0-2-1,-1 0 0,0 0 0,-1-2 1,-1 0-1,6-9 2,200-216-2141,-168 169-1067</inkml:trace>
  <inkml:trace contextRef="#ctx0" brushRef="#br0" timeOffset="1524.709">2885 379 30126,'0'0'673,"-37"122"-385,15-43-24,-2 12 48,2 16-56,4-13-168,5-3-80,9-12-8,4-34-360,20-29-416,8-16-801,7-16-2904</inkml:trace>
  <inkml:trace contextRef="#ctx0" brushRef="#br1" timeOffset="10502.625">1 0 24453,'0'0'3273,"0"0"-2785,0 0 392,103 139 24,-29-53-343,38 35-121,30 21-128,14 8-136,-5-18-80,-30-34-56,-38-31-16,-19-21 0,-10-11-24,3 1-80,9 1-280,-9-7-489,-20-18-1647</inkml:trace>
  <inkml:trace contextRef="#ctx0" brushRef="#br1" timeOffset="10742.717">1114 365 28678,'0'0'760,"-186"148"-360,26-12-136,-27 34-64,8 16-96,10 7-104,55-49-472,15-22-3929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19.4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114 249 17764,'0'0'12803,"0"0"-12315,0 0-344,-83 120-104,68-62-16,4 5 16,6 0 8,5 4-16,0-2-32,9-6-48,19-9-392,-1-19-785,-1-23-759</inkml:trace>
  <inkml:trace contextRef="#ctx0" brushRef="#br0" timeOffset="803.064">2205 10 27870,'0'0'701,"0"0"-415,9 22-194,28 75-11,-35-86-35,0 1 0,0-1 0,-1 1 0,-1-1 0,0 1 0,-1 0 0,0-1 0,-1 1-1,0-1 1,0 0 0,-1 1 0,-1-1 0,0-1 0,0 1 0,-1 0 0,-1-1 0,0 0 0,0-1 0,-1 1-1,-6 6-45,4-1-6,-146 232 804,153-245-786,0 1-1,0 0 1,1 0 0,-1 0 0,1 0 0,0 0-1,0 0 1,0 0 0,0 1 0,0-1-1,1 0 1,-1 1 0,1-1 0,0 0 0,0 1-1,0-1 1,0 0 0,1 1 0,0-1 0,-1 0-1,1 1 1,0-1 0,1 0 0,-1 0-1,0 0 1,1 0 0,0 0 0,0 0 0,0-1-1,0 1 1,0 0 0,0-1 0,1 0-1,-1 1 1,1-1 0,-1 0 0,1 0 0,0-1-1,0 1 1,0-1 0,0 1 0,1 0-12,26 1-100,0-1 1,0-2 0,0 0 0,0-2-1,-1-1 1,1-2 0,-1-1 0,0-1-1,0-1 1,-1-2 0,0-1 0,17-9 99,29-10-2286</inkml:trace>
  <inkml:trace contextRef="#ctx0" brushRef="#br0" timeOffset="286.015">693 1 22765,'0'0'6121,"0"0"-5425,-40 167-216,21-82-184,3 2-103,8-2-113,8-6-80,6-10-200,20-22-1609,3-25-12850</inkml:trace>
  <inkml:trace contextRef="#ctx0" brushRef="#br0" timeOffset="552.713">1041 83 28942,'0'0'1545,"0"0"-1385,0 0-40,110 138 0,-60-72 32,7-1-56,3-2-64,1-8-32,18 2-48,-16-15-1273,-10-17-879</inkml:trace>
  <inkml:trace contextRef="#ctx0" brushRef="#br0" timeOffset="553.713">1521 237 28742,'0'0'1136,"0"0"-872,-171 140-264,82-51-40,16-16-216,16-16-896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18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829 1244 27262,'0'0'1083,"0"0"-511,-9 19-149,-108 229 1060,-19 62-829,-69 238-654,195-519 8,2 1 0,1 1 0,1-1 0,1 1 0,2 0 0,1 31-8,2-58 1,0 0 0,1 0 0,0 0 0,0 0 0,0-1 0,0 1-1,0 0 1,1-1 0,0 1 0,0-1 0,0 0 0,0 0 0,0 1-1,1-1 1,-1 0 0,1-1 0,0 1 0,0 0 0,0-1 0,0 0-1,0 0 1,0 0 0,1 0 0,-1 0 0,1-1 0,-1 1 0,1-1 0,0 0-1,0 0 1,-1 0 0,1-1 0,0 1 0,0-1 0,1 0-1,6 1 1,0 0 1,1-1-1,-1-1 1,1 0 0,-1 0-1,0-1 1,1 0-1,-1-1 1,0 0 0,-1-1-1,2-1-1,20-14 0,-1-2 1,-2-1-1,0-1 0,-1-2 0,-2 0 1,0-2-1,-2-1 0,-1-1 0,-1 0 1,15-30-1,-29 50 7,-1-1 0,0 0 0,-1-1 1,-1 0-1,1 0 0,-1 0 0,-1 0 0,0-1 1,-1 0-1,0 1 0,-1-1 0,0 0 1,-1-1-1,0 1 0,-1 0 0,-1 0 0,0-4-7,-2 11 17,-1 0 0,0 1-1,1 0 1,-2 0 0,1 0-1,0 0 1,-1 1 0,1 0-1,-1-1 1,0 2 0,0-1-1,-1 1 1,1-1-1,0 1 1,-1 1 0,1-1-1,-1 1 1,0 0 0,1 0-1,-1 1 1,0 0 0,1 0-1,-4 0-16,-13-3-13,1 1 1,-1 1-1,0 1 0,0 0 0,0 2 1,0 1-1,1 0 0,-1 2 0,1 0 0,0 2 1,0 0-1,-3 3 13,-50 38-555,27-10-3378,6 3-11071</inkml:trace>
  <inkml:trace contextRef="#ctx0" brushRef="#br0" timeOffset="3872.022">0 66 30358,'0'0'665,"0"0"-449,193-26-200,28 7-8,56 5 24,27 8 0,-1 6 56,-23 10-32,-3 15-32,-17 7-24,-23 6-32,-46 3-448,-64-8-1209,-48-7-18043</inkml:trace>
  <inkml:trace contextRef="#ctx0" brushRef="#br0" timeOffset="4131.756">971 366 29046,'0'0'912,"-28"209"-688,17-93-144,2-25-40,5-30-40,1 0 24,-5 36-24,1-14-168,-6-10-1608</inkml:trace>
  <inkml:trace contextRef="#ctx0" brushRef="#br0" timeOffset="4381.379">399 701 29214,'0'0'664,"7"109"-472,19-30-48,13 7 145,7-1 71,11-12-96,7-15-128,6-23-88,7-25-16,2-10-8,2-34-24,18-50-16,-23 3-624,-19 0-1753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2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31823,'0'0'768,"-27"115"-592,14-38-176,-2 23 0,6-7 0,0 6 0,3 1 0,4-13 0,-3 29 0,1-27 0,-1-22-3049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27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30126,'0'0'811,"41"-2"-496,388-29-172,765-23 923,-458 32-772,998-51-282,-1108 66-12,553 69 0,-954-36-81,-213-26-797,-9 0-1964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27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732 0 30543,'0'0'1141,"0"0"-825,0 0-264,-24 16-24,-148 92 96,108-74-111,2 4 0,1 2 0,3 3 0,1 2 0,2 3 0,2 2 0,-20 27-13,69-73 0,-1 0 1,0 1-1,1 0 1,0 0-1,0 0 1,1 1-1,-1-1 1,1 1-1,0 0 1,1 0-1,0 0 1,-1 0-1,2 0 1,-1 0-1,1 1 1,0-1-1,0 1 1,1-1-1,0 1 1,0-1-1,0 1 1,1-1-1,0 0 1,0 1-1,1-1 0,0 0 1,0 0-1,0 0 1,1 0-1,0 0 1,0 0-1,0-1 1,4 4-1,11 1-6,1 0-1,1-2 1,-1 0 0,1-2 0,1 0-1,-1-1 1,1-1 0,0-1-1,0-1 1,0-1 0,0 0 0,0-2-1,12-2 7,-31 3-2,232-20-1823,-133-2-491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27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28038,'0'0'1744,"0"0"-1520,0 0 32,-125 53 105,83-31-17,7 4-88,11-3-136,9 5-80,8 0-8,7 3-32,0 7 0,20-1 16,13 1-16,15-7-64,11-9-144,40-22-424,-13 0-161,-12-6-1471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2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29686,'0'0'1273,"0"0"-1113,0 0 216,-4 142 216,-5-30-112,5 44-280,4 15-200,0-5 0,2-14 0,9-26 0,2-7 0,5-23 0,-1-9 0,-1-30-1008,-5-19-1977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25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619 1499 19476,'0'0'9621,"0"0"-7327,0 0-2005,-10-18-138,1 3-123,2 4 1,1 0-1,0 0 0,1-1 1,0 0-1,1 0 1,0 0-1,1 0 0,0-1 1,-1-12-29,3 8 56,1 10-50,1 0 0,-1-1 0,-1 1 0,1 0 0,-1 0 0,0 0 0,-1 0 0,1 0 0,-2 1 0,1-1 0,-1 0 0,0 1 0,0-1 0,0 1 0,-1 0 0,0 0-1,0 1 1,-1-1 0,0 1 0,0 0 0,0 0 0,0 0 0,-1 1-6,-1 2-2,-1 0 0,1 0 0,0 1 0,-1 1 0,1-1 0,0 1 0,-1 0 0,1 1 0,0-1 0,-1 2 1,1-1-1,0 1 0,0 0 0,0 0 0,0 1 0,0 0 0,0 0 0,1 1 0,0 0 0,-1 0 0,1 0 0,-5 5 2,-113 130-25,98-100 24,1 2-1,2 0 0,2 2 0,2 0 1,1 1-1,3 1 0,2 1 1,1 0-1,3 0 0,1 1 1,2 10 1,5-51 0,1 0 0,-1 0 0,1 0 0,0 0 0,1 0 0,0 0 0,0 0 0,0 0 0,0 0 0,1 0 1,0 0-1,0-1 0,1 1 0,-1-1 0,1 1 0,1-1 0,-1 0 0,1 0 0,-1 0 0,1-1 0,1 0 1,-1 1-1,1-1 0,0-1 0,-1 1 0,2-1 0,-1 0 0,0 0 0,1 0 0,3 1 2,0 0 0,0 0 0,0-1-1,0-1 1,1 0 0,-1 0 0,1-1 0,-1 0 0,1 0-1,0-1 1,0 0 0,-1-1 0,1 0 0,-1-1-1,1 0 1,-1 0 0,1-1 0,6-3-2,160-96-113,87-107-3312,-149 110-5074</inkml:trace>
  <inkml:trace contextRef="#ctx0" brushRef="#br0" timeOffset="241.878">1327 1742 28286,'0'0'2737,"0"0"-2473,-17 118-104,8-70 40,0-7-32,5 5-168,2-13-48,-1-11-1529</inkml:trace>
  <inkml:trace contextRef="#ctx0" brushRef="#br0" timeOffset="491.134">2393 1097 31439,'0'0'792,"0"0"-584,0 112-152,0-52-8,0 7 176,0 8-224,0 19 0,-7 25 0,0-9 0,7 11 0,0-37-624,14-38-840</inkml:trace>
  <inkml:trace contextRef="#ctx0" brushRef="#br0" timeOffset="775.349">3594 1401 29854,'0'0'1557,"0"0"-1099,0 0-369,0 0-9,-2-18 74,-12-108 6,13 122-159,0-1 0,0 0 0,0 1-1,0 0 1,-1-1 0,1 1 0,-1 0 0,0 0-1,0-1 1,-1 2 0,1-1 0,-1 0-1,0 0 1,0 1 0,0 0 0,-1-1 0,1 1-1,-1 1 1,0-1 0,1 0 0,-1 1 0,-1 0-1,1 0 1,0 0 0,0 0 0,-1 1 0,1 0-1,-1-1 1,1 2 0,-1-1 0,1 0-1,-1 1 1,0 0 0,1 0 0,-1 1 0,1-1-1,-1 1 1,1 0 0,-2 0-1,-9 6 2,0 1 0,0 0 0,0 1 0,1 1 0,1 0 0,-1 0 0,2 2 0,-1 0 0,2 0 0,0 1 0,0 0 0,1 1 0,1 0 0,0 1 0,1 0 0,1 0 0,0 1 0,1 0 0,1 0 0,-3 13-2,-11 113 38,19-138-35,0 1 0,1 0-1,0 0 1,-1 0 0,2 0-1,-1-1 1,1 1 0,-1 0-1,1-1 1,0 0 0,1 1 0,-1-1-1,1 0 1,0 0 0,0 0-1,0-1 1,1 1 0,-1-1-1,1 1 1,0-1 0,0 0-1,0-1 1,0 1 0,0-1-1,1 0 1,-1 0 0,2 1-3,5 0 4,0-1-1,1 0 1,-1 0 0,1-1 0,-1-1 0,1 0 0,-1 0 0,1-1 0,-1-1 0,1 0 0,-1-1 0,0 0 0,0 0-1,0-1 1,0 0 0,7-5-4,154-102-592,-142 89 289,63-48-2053,-8 4-3288</inkml:trace>
  <inkml:trace contextRef="#ctx0" brushRef="#br0" timeOffset="1041.741">4418 959 30535,'0'0'744,"0"0"-552,0 0 200,-59 162 224,41-68-328,-2 31-288,1 25 0,-1-12 0,5-28 0,6-37 0,4-27 0,3-3 0,2-4 0,2-15-32,18-16-1048,4-8-1313</inkml:trace>
  <inkml:trace contextRef="#ctx0" brushRef="#br0" timeOffset="4341.217">2461 336 27742,'0'0'743,"0"0"-364,-28 7-119,13-4-223,2-1 9,0 1-1,0 0 0,1 1 0,-1 1 0,1 0 0,0 0 0,0 1 1,1 1-1,0 0 0,0 0 0,1 1 0,0 0 0,0 1 0,1 0 1,0 1-1,-2 3-45,-29 54 159,3 1 1,3 2 0,3 1 0,4 2-1,2 0 1,4 2 0,3 1-1,-1 30-159,-10 69 159,8 2-1,8 1 0,8 97-158,4-264 2,0-1 1,0 0-1,1 0 0,1 0 0,-1 1 0,2-1 1,0 0-1,0 0 0,0 0 0,1 0 0,1-1 1,0 1-1,0-1 0,1 0 0,0 0 0,0 0 1,1-1-1,1 0 0,-1 0 0,1 0 0,0-1 1,1 0-1,0 0 0,0-1 0,0 0 0,1-1-2,2 1 8,0-2 0,0 1-1,1-1 1,0-1 0,0 0-1,0-1 1,0 0 0,0-1-1,0-1 1,0 1 0,0-2-1,0 0 1,0 0-1,0-1 1,0-1 0,0 0-1,0 0 1,-1-1 0,2-1-8,21-10 12,-1-1 1,-1-2 0,0-1 0,-1-2 0,22-19-13,-7 6 2,-1-1 0,-2-3 0,-1-2 1,-3-1-1,-1-2 0,-2-2 0,-2-1 0,-2-1 0,-2-2 1,-2-2-1,11-30-2,-33 64-11,-1-1 0,0 0 0,-1 0 0,-1-1 0,-1 1-1,-1 0 1,0-1 0,-1 0 0,-1 1 0,-1 0 0,-1-1 0,0 1 0,-1 0 0,-1 0 0,-1 0 0,-1 1 0,-4-8 11,-27-43-324,-4 2 0,-2 2 1,-2 2-1,-25-22 324,26 30-686,-13-16-1122</inkml:trace>
  <inkml:trace contextRef="#ctx0" brushRef="#br0" timeOffset="4905.781">2176 409 28110,'0'0'2590,"0"0"-1838,-19-22-580,-113-142 292,119 146-432,-1 0 1,-1 1-1,0 0 0,-1 2 1,-1 0-1,-1 1 0,0 0 1,0 1-1,-2 2 0,1 0 1,-1 1-1,-1 0 0,0 2 0,0 1 1,-1 0-1,0 2 0,0 0 1,-6 1-33,-10 2 0,1 1 1,-1 2-1,1 1 1,0 3-1,0 1 0,0 1 1,0 2-1,1 2 1,1 1-1,0 2 1,1 1-1,0 2 1,1 1-1,1 1 1,1 2-1,1 2 1,1 0-1,1 2 1,1 1-1,-12 15 0,-3 7-69,2 0 0,2 3 0,3 1-1,1 2 1,3 1 0,-18 45 69,46-94-195,0-1-1,1 1 1,-1-1 0,1 1-1,0 0 1,1 0 0,0 0-1,-1 0 1,2 0-1,-1 0 1,1 0 0,0 0-1,0 0 1,1 0 0,-1 0-1,1 0 1,1 0-1,0 1 196,11 7-2605</inkml:trace>
  <inkml:trace contextRef="#ctx0" brushRef="#br0" timeOffset="5240.808">624 132 28054,'-8'28'818,"-113"419"966,109-394-1595,-4 3 59,3 1 0,3 0 0,2 0 0,2 1 1,3 54-249,3-109 16,1-1 1,-1 1 0,1 0-1,-1 0 1,1 0 0,0 0-1,0 0 1,0-1 0,0 1-1,1 0 1,-1-1 0,1 1-1,0-1 1,-1 0 0,1 1-1,0-1 1,0 0 0,1 0-1,-1 0 1,0-1 0,1 1-1,-1 0 1,1-1 0,-1 0-1,1 1 1,0-1 0,-1 0-1,1 0 1,0-1 0,0 1-1,0-1 1,0 1 0,0-1-1,1 0-16,102-22 115,-63-7-115,-1-2 0,-2-2 0,-1-1 0,-2-2 0,-1-2 0,-2-1 0,26-40 0,-54 71 0,94-136-2240,-96 127-2177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42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1015 529 22133,'0'0'2422,"0"0"1010,0 0-2187,0 0-745,0 0 26,0 0-109,-4-11-113,-5-20-163,8 21-102,-1 0 0,0 1 0,-1-1 0,0 1-1,0-1 1,-1 1 0,0 0 0,-1 1 0,0-1 0,0 1 0,-1 0-1,0 0 1,0 0 0,-1 1 0,0 0 0,0 0 0,0 1 0,-1 0-1,0 0 1,-1 1 0,0-1-39,-4 4 2,1 1 1,-1 0-1,0 1 0,0 0 1,0 1-1,0 0 0,0 1 0,1 0 1,-1 1-1,1 1 0,-1 0 1,1 1-1,0 0 0,1 1 0,-1 0 1,1 0-1,1 2 0,-1-1 0,1 1 1,0 1-1,1 0 0,0 0 1,0 1-1,1 0 0,1 0 0,-1 1 1,2 0-1,-1 0 0,2 1 1,-1-1-1,-2 11-2,-11 19-2,3 1-1,0 1 1,3 0 0,2 1 0,1 0 0,3 1 0,1 0-1,3 0 1,1 0 0,2 0 0,4 19 2,0-48-1,0 0 0,1-1 0,0 1 0,2-1 0,0 0 0,0-1 0,1 0 0,1 0 0,0 0 0,1-1 0,1-1 0,0 0 0,0 0 0,1-1 0,1 0 0,0-1 1,-6-5-17,0 0 0,0-1 1,0 1-1,0-1 0,0-1 0,1 1 1,0-1-1,0-1 0,0 0 0,0 0 1,0 0-1,0-1 0,0 0 0,1-1 1,-1 1-1,0-2 0,0 1 0,1-1 1,-1-1-1,0 1 0,0-1 0,0-1 1,0 1-1,0-1 0,-1-1 0,1 0 1,-1 0-1,0 0 0,0-1 0,-1 0 1,1 0-1,-1 0 0,0-1 0,2-3 17,116-127-1785,-72 71-309</inkml:trace>
  <inkml:trace contextRef="#ctx0" brushRef="#br0" timeOffset="245.604">1633 950 29230,'0'0'1305,"0"0"-1057,-13 118 16,2-73 0,0-5-80,2-5-168,3-5-16,3-4-480,3-11-1265,0-11-16243</inkml:trace>
  <inkml:trace contextRef="#ctx0" brushRef="#br0" timeOffset="485.302">2497 356 30471,'0'0'672,"0"0"-464,0 0-80,0 0 128,-24 118-24,24-67-136,0 5-56,0 5-40,4 4-72,20 26-280,-4-16-784,-3-14-1585</inkml:trace>
  <inkml:trace contextRef="#ctx0" brushRef="#br0" timeOffset="800.676">3450 598 29990,'0'0'1025,"0"0"-716,-15-21-208,-50-70 50,61 83-131,0 1 1,-1 0-1,0-1 0,0 2 0,0-1 0,-1 1 1,0 0-1,0 0 0,0 0 0,-1 1 1,0 0-1,0 1 0,0-1 0,-1 1 0,1 1 1,-1-1-1,0 1 0,0 1 0,0-1 1,-1 1-1,1 1 0,0 0 0,-1 0 1,-3 0-21,6 5-1,0 0 0,0 0 0,1 0 0,0 0 1,0 1-1,0 0 0,1 0 0,-1 0 0,1 1 1,0 0-1,1-1 0,0 1 0,0 0 0,0 1 1,0-1-1,1 1 0,0-1 0,0 1 0,1-1 1,0 1-1,0 0 0,1 0 0,0 0 0,0 0 1,0 3 0,-1 2-2,-1 1 0,2-1 1,0 1-1,0-1 0,1 0 1,0 1-1,2-1 0,-1 0 1,1 0-1,1 0 0,0 0 1,1-1-1,0 1 0,0-1 0,1 0 1,1-1-1,0 0 0,0 0 1,1 0-1,1-1 0,-1 0 1,1-1-1,1 1 0,0-2 1,0 0-1,0 0 0,1 0 1,1-1 1,138 26-1308,-78-30-1229</inkml:trace>
  <inkml:trace contextRef="#ctx0" brushRef="#br0" timeOffset="983.09">4276 701 31271,'0'0'992,"0"0"-768,0 0 48,-43 122-264,32-88-8,4-3 0,7-5 0,2-10-584,11-14-1657</inkml:trace>
  <inkml:trace contextRef="#ctx0" brushRef="#br0" timeOffset="1233.624">5129 1 31455,'0'0'1008,"0"0"-888,-35 140-8,15-67-40,1 10-72,3 3 0,3 3 0,13-8 0,22-10-272,20-26-984,8-21-937</inkml:trace>
  <inkml:trace contextRef="#ctx0" brushRef="#br0" timeOffset="1533.315">5953 275 30431,'0'0'657,"5"-18"-306,18-153 277,-23 168-624,-1 0-1,0 0 1,0 1 0,-1-1 0,1 0-1,0 1 1,-1 0 0,0-1 0,1 1-1,-1 0 1,0 0 0,0 0-1,0 0 1,-1 0 0,1 0 0,0 0-1,-1 1 1,1-1 0,-1 1 0,1 0-1,-1 0 1,0 0 0,1 0 0,-1 0-1,0 1 1,0-1 0,0 1 0,0-1-1,1 1 1,-1 0 0,0 0 0,0 1-1,0-1 1,0 1 0,0-1-1,1 1 1,-1 0 0,0 0 0,0 0-1,1 0 1,-1 1 0,1-1 0,-1 1-1,1-1 1,0 1 0,-1 1-4,-15 8 6,1 2 1,1 0-1,0 1 1,1 1-1,1 0 0,0 1 1,1 1-1,1 0 1,0 0-1,1 1 1,0 4-7,0-2 35,1 0 1,0 1-1,2 0 1,1 1 0,0 0-1,2 0 1,1 1-1,0-1 1,2 1 0,0 16-36,1-34 3,0 0 0,1 1 0,0-1 1,0 0-1,1 1 0,-1-1 1,1 0-1,0 0 0,1 1 0,-1-1 1,1 0-1,0 0 0,0 0 0,1 0 1,-1-1-1,1 1 0,0-1 0,1 0 1,-1 1-1,1-1 0,-1-1 1,1 1-1,0-1 0,1 1 0,-1-1 1,0 0-1,1 0 0,0-1 0,0 0 1,0 0-1,3 1-3,2 0-28,1-2 0,-1 1 1,1-1-1,0-1 0,0 0 0,-1-1 0,1 0 1,0 0-1,-1-1 0,1 0 0,-1-1 1,0 0-1,0-1 0,0 0 0,0-1 0,-1 0 1,1 0-1,-1-1 0,0 0 0,-1-1 0,0 0 1,0 0-1,0-1 0,-1 0 0,0 0 0,-1-1 1,0 1-1,0-1 0,-1-1 0,0 1 1,0-1-1,-1 0 0,0 0 0,-1 0 0,-1-1 1,1 1-1,0-11 28,2-31-1429,-4 9-1211</inkml:trace>
  <inkml:trace contextRef="#ctx0" brushRef="#br0" timeOffset="1984.942">0 1646 27974,'0'0'1040,"0"0"-670,0 0-264,0 0 108,0 0 242,0 0 41,25 3 6,261 23 222,930-10 157,-393-63-882,159-56 0,36-3 0,-529 72 0,249 23 0,-667 12 0,0 3 0,0 4 0,-1 2 0,54 17 0,-84-13 0,-30 1-892,-14-14-817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48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396 130 25782,'0'0'1660,"0"0"-24,0 0-970,-7-16-170,-47-95 773,53 111-1257,1-1-1,-1 1 1,0 0-1,0-1 1,0 1-1,0 0 1,0 0-1,0 0 1,1 0-1,-1 0 0,0 0 1,0 0-1,0 0 1,0 0-1,0 0 1,0 0-1,0 0 1,0 1-1,1-1 1,-1 0-1,0 1 0,0-1 1,0 0-1,0 1 1,1-1-1,-1 1 1,0 0-1,1-1 1,-1 1-1,0 0 1,1-1-1,-1 1 0,1 0 1,-1 0-1,1-1 1,-1 1-1,1 0 1,-1 0-1,1 0 1,0 0-1,0-1 1,-1 1-1,1 0 0,0 0 1,0 0-1,0 0 1,0 0-1,0 0 1,0 0-1,0 0 1,0-1-1,1 2-11,-4 2 41,-42 95 340,-53 114-141,-35 122-240,128-326-51,1 0 0,1 1-1,0-1 1,0 1 0,0 0 0,2 0-1,-1 0 1,1 0 0,0 0 0,1 0-1,1 0 1,-1 1 0,1-1 0,1 0 0,0 0-1,1-1 1,-1 1 0,2 0 0,0-1-1,0 0 1,0 0 0,1 0 0,1 0-1,0 1 52,33 23-1899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48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537 210 30390,'0'0'630,"0"0"-319,-1-21-126,-3-67 79,2 82-257,1 1 0,-1-1-1,0 1 1,-1 0 0,1 0 0,-1 0-1,0 0 1,0 1 0,0-1-1,-1 1 1,0-1 0,0 1 0,0 1-1,0-1 1,-1 0 0,1 1 0,-1 0-1,0 0 1,0 0 0,0 1 0,0 0-1,0 0 1,-1 0 0,1 0-1,-1 1 1,1 0 0,-1 0 0,1 1-1,-1-1 1,0 1 0,1 1 0,-1-1-1,1 1 1,-1 0 0,0 0 0,1 0-1,0 1 1,-1 0 0,1 0-1,0 0 1,-3 2-7,-14 7 0,1 2 0,-1 0 0,2 2 0,0 0 0,1 1 0,1 1-1,0 1 1,1 0 0,1 2 0,1 0 0,0 0 0,2 1 0,-3 7 0,3-5 2,0 0-1,2 1 1,1 0 0,1 1 0,0 0-1,2 0 1,2 1 0,0 0 0,1 0-1,2 0 1,0 0 0,2 1 0,2 9-2,-1-31 0,0-1 1,0 0 0,0 1-1,1-1 1,0 0 0,0 0 0,0 0-1,0 0 1,1 0 0,-1-1-1,1 1 1,0-1 0,0 0-1,0 1 1,1-1 0,-1-1 0,1 1-1,0 0 1,0-1 0,0 0-1,0 0 1,0 0 0,0 0 0,0-1-1,0 0 1,1 0 0,-1 0-1,1 0 1,-1-1 0,1 1 0,-1-1-1,1 0 1,-1-1 0,1 1-1,-1-1 1,0 0 0,1 0 0,-1 0-1,0 0 1,1-1 0,-1 0-1,0 0 1,0 0 0,0 0 0,2-3-1,26-16 4,-1-1 1,-2-2-1,0-1 1,-2-1-1,0-1 1,-2-1-1,-2-2 1,15-22-5,-32 43-110,5-3-74,-2 0-1,0 0 1,0-1-1,-1 0 1,-1-1-1,0 0 1,-1 0-1,0 0 1,-1-1-1,-1 0 1,0 0-1,0-11 185,-4 16-4129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49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85 31447,'0'0'873,"0"0"-593,0-7-142,2-39-109,0 44-29,-2 3 0,-18-18 0,17 15-57,-1 1 0,0-1 0,-1 1 0,1 0-1,0 0 1,0 0 0,0 0 0,-1 0 0,1 1 0,0-1 0,-1 1 0,1-1 0,-1 1-1,1 0 1,0 0 0,-1 0 0,1 0 0,-1 0 0,1 1 0,0-1 0,-1 1 0,1-1 0,0 1-1,-1 0 1,1 0 0,0 0 0,0 0 0,-1 1 57,-24 7-4954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5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1 545 27302,'0'0'3361,"0"0"-2889,0 0-272,0 0-152,0 0 248,157-46 56,-25 21-176,26-1-120,6 2-56,-6 7-104,-15 3-256,-45 4-488,-17-2-1217</inkml:trace>
  <inkml:trace contextRef="#ctx0" brushRef="#br0" timeOffset="248.77">1870 0 29406,'0'0'1257,"0"0"-993,0 0 160,-111 131 72,73-64-48,-3 21-192,-8 29-152,8 27-96,19 6-8,22-16-416,0-41-584,26-44-1841</inkml:trace>
  <inkml:trace contextRef="#ctx0" brushRef="#br0" timeOffset="532.007">2664 653 22941,'0'0'5413,"10"-24"-3994,59-164-611,-67 184-782,0-1 0,0 1-1,0-1 1,0 1-1,-1-1 1,1 0 0,-2 0-1,1 0 1,0 0 0,-1 0-1,0 0 1,0 0 0,0 0-1,-1 0 1,1 0 0,-1 0-1,0 1 1,-1-1 0,1 0-1,-1 0 1,0 1 0,0-1-1,-1 1 1,1 0 0,-1-1-1,0 1 1,0 1 0,0-1-1,-1 0 1,1 1 0,-1-1-1,0 1 1,0 0-1,0 0 1,0 1 0,-1-1-1,1 1 1,-2 0-26,-14 2 6,1 0 1,0 2-1,0 1 1,0 0-1,1 1 0,-1 1 1,1 1-1,0 1 0,0 0 1,1 1-1,0 1 1,0 0-1,1 2 0,0 0 1,1 0-1,0 2 0,1 0 1,-12 14-7,8-12 7,1 0 1,0 2 0,1 0-1,1 0 1,0 2-1,1-1 1,2 2-1,0 0 1,1 0 0,0 1-1,2 1 1,1 0-1,1 0 1,0 0-1,2 1 1,0 0 0,2 0-1,1 0 1,0 7-8,2-25 1,1 0 0,0 0 1,0 0-1,0 0 0,0 0 0,1-1 1,0 1-1,0 0 0,0-1 0,0 1 1,1-1-1,0 0 0,0 0 0,0 0 1,0 0-1,1 0 0,-1-1 1,1 1-1,0-1 0,0 0 0,1 0 1,-1-1-1,0 1 0,1-1 0,-1 0 1,1 0-1,0 0 0,0-1 0,0 0 1,0 0-1,0 0 0,0-1 0,0 1 1,0-1-1,0 0 0,0 0 1,0-1-1,1 0-1,9-1 5,0 0 1,-1-1 0,0-1-1,0 0 1,0 0 0,0-2-1,0 0 1,-1 0 0,0-2-1,-1 1 1,0-2 0,0 1-1,0-2 1,-1 1 0,-1-2-1,0 1 1,0-1 0,-1-1-1,0 0 1,-1 0 0,-1-1-1,1 0 1,-2 0 0,1-3-6,-2 2-71,0 0 1,-1 0-1,-1-1 0,0 0 1,-1 1-1,0-1 1,-1 0-1,-1 0 0,-1-8 71,1 17-64,0-35-1325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9:3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197 955 29302,'0'0'952,"0"0"-423,0 0-313,-44 154 176,20-32 88,-4 32-96,-3 12-136,5-10-56,4-12-120,9-14-72,6-6 0,5-19 0,2-30 0,0-24-64,20-12-656,6-9-897,-2-18-2751</inkml:trace>
  <inkml:trace contextRef="#ctx0" brushRef="#br0" timeOffset="249.837">934 1837 29454,'0'0'2929,"-57"144"-2545,28-61-384,10-20 0,3 2 0,3 2 0,9-10 0,4-12 0,6-11 0,12-12-752,-3-18-2705</inkml:trace>
  <inkml:trace contextRef="#ctx0" brushRef="#br0" timeOffset="766.697">2128 1693 30535,'0'0'626,"0"0"-240,-3-18-152,-27-157 396,30 170-624,0 1 1,0-1 0,-1 1-1,0 0 1,0-1-1,0 1 1,0 0-1,0-1 1,-1 1-1,0 0 1,0 0-1,0 0 1,-1 1-1,1-1 1,-1 0-1,0 1 1,0 0-1,0 0 1,0 0 0,0 0-1,-1 0 1,0 0-1,1 1 1,-1 0-1,0 0 1,0 0-1,0 0 1,0 0-1,-1 1 1,1 0-1,0 0 1,-1 0-1,1 0 1,0 1 0,-1 0-1,1 0 1,-1 0-1,1 0 1,-5 2-7,-1 2 5,1 2 0,-1-1 1,1 1-1,0 1 1,0 0-1,1 0 1,0 1-1,0 0 0,1 0 1,0 1-1,1-1 1,-1 2-1,2-1 0,-1 1 1,1 0-1,1 0 1,0 0-1,-1 3-5,-9 26 0,2 0 1,2 0-1,1 1 1,2 1-1,2-1 1,1 1-1,2 0 1,3 10-1,-3-43 0,0 1 0,1-1 0,0 1 0,1-1 0,0 1 0,0-1 0,1 1 0,0-1 0,0 0 0,1 1 0,0-1 0,1 0 0,0 0 0,0 0 0,0 0 0,1-1 0,1 1 0,-1-1 0,1 0 0,0 0 0,1 0 0,-1-1 0,1 0 0,1 0 0,-1-1 0,1 1 0,0-2 0,0 1 0,6 2 0,-1-2-1,1-2 0,-1 0 0,1-1 0,-1 0 0,1 0 0,0-2 0,0 1 0,0-2-1,0 0 1,-1 0 0,1-1 0,0-1 0,-1 0 0,0-1 0,1 0 0,-1-1 0,-1 0 0,1-1 0,-1 0 0,0-1 0,0 0 0,-1-1 0,0 0 0,9-9 1,19-20-418,-1-2 0,-2-2 0,-2-1 1,11-19 417,4-10-1969</inkml:trace>
  <inkml:trace contextRef="#ctx0" brushRef="#br0" timeOffset="1379.671">3231 1245 24837,'0'0'5698,"-37"108"-5122,15-29-96,0 14-128,6 2-16,6-3-96,3 1-112,3 2-72,4-4-56,0-7-32,0-11-360,4-25-328,13-23-1129,1-25-3352</inkml:trace>
  <inkml:trace contextRef="#ctx0" brushRef="#br0" timeOffset="1716.136">3899 1298 29286,'0'0'1401,"0"0"-1081,-61 160 96,26-63 136,4-5 16,3 3-344,2-4-224,10-16 0,5 4 0,9-8 0,6 2 0,21-18-896,3-14-1377</inkml:trace>
  <inkml:trace contextRef="#ctx0" brushRef="#br0" timeOffset="2099.928">4978 1563 30943,'0'0'880,"-9"-22"-648,-64-140-137,71 157-83,0 0 0,0 1 0,-1-1 0,0 1 0,0-1 1,0 1-1,0 0 0,-1 0 0,1 0 0,-1 1 1,0 0-1,0-1 0,-1 1 0,1 0 0,-1 1 1,1-1-1,-1 1 0,0 0 0,0 0 0,0 1 0,0-1 1,0 1-1,0 0 0,0 1 0,0-1 0,-1 1 1,1 0-1,0 0 0,0 0 0,0 1 0,0 0 1,-1 0-1,1 0 0,0 1 0,0 0 0,0 0-12,-11 10-1,1 1-1,0 1 1,1 0-1,0 2 1,1-1-1,1 1 1,0 1-1,1 0 1,-7 16 1,-10 13 3,3 1 0,1 2 0,3 0 0,2 1 1,2 1-1,2 1 0,2 0 0,3 1 0,-3 45-3,12-92 5,1-1 0,-1 1 0,1-1 0,0 1 0,0-1 0,1 1 0,0-1 0,0 0 0,0 1 0,1-1 1,-1 0-1,1 0 0,0 1 0,1-1 0,-1-1 0,1 1 0,0 0 0,0-1 0,1 1 0,-1-1 0,1 0 0,0 0 0,0-1 0,0 1 0,1-1 0,-1 0 0,1 0 0,0 0-5,7 4 2,0-1-1,0-1 0,0 0 1,1 0-1,0-1 1,-1-1-1,2 0 0,-1-1 1,0 0-1,0-1 0,1-1 1,-1 0-1,1-1 0,-1 0 1,0-1-1,0 0 1,0-1-1,0-1 0,0 0 1,-1-1-1,1 0 0,11-7-1,1-2-6,-1-1-1,0 0 0,-1-2 0,-1-1 0,0-1 0,-2-1 0,0-1 0,-1 0 1,-1-1-1,4-10 7,-11 16-203,-1 0 0,-1-1 0,-1 0 0,0 0 0,-2-1 1,0 0-1,0 0 0,-2-1 0,0 0 0,-2 1 1,1-8 202,-1-33-2269</inkml:trace>
  <inkml:trace contextRef="#ctx0" brushRef="#br0" timeOffset="2519.246">366 2805 29702,'0'0'1069,"0"0"-768,0 0-242,0 0 19,0 0 89,0 0 85,21 2 122,306 16 391,189-19-765,767-106 0,-1151 92 0,625-73 0,1142-104 0,-1814 189 0,-76 2-30,-19-2-139,-23-2-1975,-17 0-5155</inkml:trace>
  <inkml:trace contextRef="#ctx0" brushRef="#br0" timeOffset="9791.787">3439 0 7746,'0'0'15894,"0"0"-12156,0 0-3407,0 17-22,11 208 1117,2 625-46,-15-543-1055,7 1863 89,18-1838-2580,-16-291-793</inkml:trace>
  <inkml:trace contextRef="#ctx0" brushRef="#br0" timeOffset="18634.8">1138 2685 17788,'-105'-1'7162,"-111"2"-2166,180 11-3914,75 7-775,257-7 171,48-27 106,294-54-584,-174 14 131,68 18-932,168 24 801,-498 13-1521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8:3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1793 238 18988,'0'0'7772,"-9"-17"-5850,3 5-1820,-62-157 1819,65 133-834,43 33-748,-34 3-344,-1 0 0,0 1 1,1-1-1,-1 1 0,0 1 0,1-1 1,-1 1-1,0 0 0,0 0 1,0 0-1,0 1 0,-1-1 0,1 1 1,-1 1-1,1-1 0,-1 0 0,0 1 1,0 0-1,-1 0 0,1 0 0,-1 1 1,0-1-1,0 1 0,0-1 0,-1 1 1,0 0-1,1 0 0,-2 0 1,1 1 4,2 99-1878,-10-60-576</inkml:trace>
  <inkml:trace contextRef="#ctx0" brushRef="#br0" timeOffset="1695.792">3665 532 30743,'0'0'605,"0"0"-378,25 6-159,84 22-35,-100-27-28,-1 1-1,1 0 1,-1 0 0,1 0-1,-1 1 1,0 1 0,0-1-1,-1 1 1,1 1 0,-1-1-1,0 1 1,0 1 0,0-1-1,-1 1 1,1 0 0,-2 1-1,1-1 1,-1 1 0,0 0-1,0 1 1,-1-1 0,0 1-1,0 0 1,-1 0 0,0 0-1,0 0 1,-1 1 0,0-1-1,0 1 1,-1-1 0,0 1-1,-1 0 1,0-1 0,0 1-1,-1 0 1,0-1 0,-1 1-1,1 0 1,-2-1 0,1 0-1,-1 0 1,-1 0 0,1 0-1,-2 1-4,-27 50-123,-2-2 0,-3-1 0,-2-2 0,-4 0 123,22-27-102,-8 14-556,-3-2 1,-1-1-1,-2-2 1,-1-1-1,-2-2 1,-23 15 657,9-17-3641</inkml:trace>
  <inkml:trace contextRef="#ctx0" brushRef="#br0" timeOffset="2096.798">3693 1380 28294,'0'20'891,"-31"302"613,21-161-1629,10-161 96,0 0 1,1-1-1,-1 1 1,1 0-1,-1 0 1,0-1-1,1 1 1,-1 0-1,1 0 1,-1 0-1,1 0 1,-1 0-1,1 0 1,-1 0-1,1 0 1,-1 0-1,1 0 1,-1 0-1,1 0 1,-1 0-1,1 0 1,-1 0-1,1 0 1,-1 0-1,1 1 1,-1-1-1,0 0 1,1 0-1,-1 1 1,1-1-1,-1 0 1,0 1-1,1-1 1,-1 0-1,0 1 1,1-1-1,-1 0 1,0 1-1,1-1 1,-1 1-1,0-1 1,0 1-1,0-1 1,1 1-1,-1-1 1,0 1 28,59-154-1927,-54 131 1999,0 2 0,2-1 0,1 1 0,0 0-1,1 0 1,1 1 0,1 0 0,1 1 0,6-7-72,-4 14 90,0 1 0,1 1 0,0 0 0,0 1 0,1 0 0,0 2 0,0 0 0,1 0 0,0 2 0,0 0 0,0 1 0,0 0 0,1 2 0,3 0-90,-20 0 7,0 0 0,1 0 0,0 1 0,-1-1 0,1 0 0,-1 1 1,1 0-1,0-1 0,-1 1 0,1 0 0,0 0 0,-1-1 0,1 1 0,0 1 0,0-1 0,-1 0 0,1 0 0,0 1 1,-1-1-1,1 1 0,-1-1 0,1 1 0,0 0 0,-1-1 0,1 1 0,-1 0 0,0 0 0,1 0 0,-1 0 1,0 1-1,0-1 0,1 0 0,-1 0 0,0 1 0,0-1 0,0 1 0,-1-1 0,1 1 0,0-1 0,0 1 1,-1-1-1,1 1 0,-1 0 0,0-1 0,1 1 0,-1 0 0,0-1 0,0 1 0,0 0 0,0-1 0,0 1 0,0 0 1,-1 0-1,1 0-7,-6 12 35,-1 0 0,0 0 0,-1-1 0,-1 0 0,0 0 1,0-1-1,-1-1 0,-1 1 0,0-1 0,0-1 0,-1 0 0,-1-1 1,1 0-1,-10 4-35,-88 38-22,108-52-18,0 1 0,0-1 0,1 0 0,-1 0 0,0 0 0,0 0 0,1-1 0,-1 1 0,1 0 0,-1-1 0,1 1 0,0-1 0,-1 1 0,1-1 0,0 0 0,0 1-1,0-1 1,0 0 0,1 0 0,-1 0 0,0 0 0,1 0 0,-1 1 0,1-1 0,0 0 0,-1 0 0,1-1 0,0 1 0,0 0 0,1 0 0,-1 0 0,0 0 0,1 0-1,-1 1 1,1-1 0,-1 0 0,1 0 0,1-2 40,-2-14-818,0-39-2843</inkml:trace>
  <inkml:trace contextRef="#ctx0" brushRef="#br0" timeOffset="2703.455">4829 530 1456,'0'0'22170,"0"0"-18535,0 0-2373,23 8-938,76 33 62,-94-38-339,-1-1 0,0 2 1,0-1-1,0 0 0,0 1 0,-1-1 0,1 1 1,-1 0-1,0 1 0,0-1 0,0 0 1,-1 1-1,1-1 0,-1 1 0,0 0 0,-1 0 1,1 0-1,-1 0 0,0 0 0,0 0 1,-1 0-1,1 0 0,-1 1 0,0-1 0,-1 0 1,1 0-1,-1 2-47,0 7 79,-2 8-52,-1 0 0,-1 1 0,-1-1 0,-1-1 0,-1 1 0,0-2 1,-2 1-1,-1-1 0,0 0 0,-1-1 0,-1-1 0,-1 0 0,-1 0 1,-10 8-28,25-26 0,-11 16-81,0-1 0,-2-1 1,1 0-1,-2 0 0,0-1 1,0-1-1,-1 0 0,-1-1 0,0-1 1,0-1-1,-1 0 0,-16 6 81,-10-18-553,6-39-5393,20-68-6004,15 81 10551,0 4 1275,-3-20 2783,-2 18 6902,-4 19-4224,-4 27-4573,2 17-575,3 1-1,0 1 1,3 0 0,1 0-1,2 0 1,1 0-1,2 1 1,3 13-189,-3-30 4,2 1 0,1 0-1,1 0 1,1 0 0,0-1 0,2 0 0,1 0 0,1 0 0,0-1 0,2 0 0,0-1 0,1 0-1,2 0 1,5 6-4,15 13 0,2 0 0,1-3-1,2-1 1,18 11 0,50 47-4,-102-90 5,0 1-1,0 0 1,0 0-1,0 0 1,-1 0-1,0 1 1,0-1-1,0 1 1,0 0-1,-1 0 1,0 0-1,0 0 1,0 0-1,-1 0 1,1 1-1,-1-1 1,-1 1-1,1-1 1,-1 1-1,0-1 1,0 1-1,0-1 1,-1 0-1,0 1 1,0-1-1,-2 6 0,-4 1 3,-2 1 0,1-1-1,-2 0 1,0-1 0,0 0-1,-1-1 1,0 0 0,0-1-1,-1 0 1,-1-1 0,0 0-1,0 0-2,-18 10 1,-1 0 0,-1-2 0,0-1 0,0-2 0,-2-2 0,1 0 0,-2-3 0,1-1-1,-1-1 1,0-2 0,0-2 0,-11-1-1,42 0 6,1 0 0,-1-1-1,1 1 1,-1-1 0,1 0 0,0 0-1,-1-1 1,1 1 0,-1-1 0,1 0-1,0 0 1,-1-1 0,1 1 0,0-1-1,0 0 1,0 0 0,0 0 0,1-1-1,-1 1 1,0-1 0,1 0 0,0 0-1,0 0 1,0 0 0,0-1 0,0 1-1,0-1 1,1 0 0,-1-2-6,2 1 34,0-1 0,0 0 0,0 1 0,1-1 0,0 0 0,0 0 0,1 1 0,0-1 0,0 0 0,0 0 0,0 1 0,1-1-1,0 1 1,0 0 0,1-1 0,-1 1 0,1 0 0,0 0 0,1 1 0,-1-1 0,1 1 0,0-1 0,0 1-34,108-88 150,-98 82-126,288-196-990,-212 142-1817</inkml:trace>
  <inkml:trace contextRef="#ctx0" brushRef="#br0" timeOffset="1196.699">2299 766 19588,'0'0'8261,"-2"18"-6198,-54 516 479,16 260-2542,15-80-263,18-669-334,7-46 570,0 1-1,0-1 1,0 1 0,0-1-1,0 1 1,0 0-1,0-1 1,0 1-1,0-1 1,0 1-1,0-1 1,0 1 0,0-1-1,0 1 1,0 0-1,0-1 1,-1 1-1,1-1 1,0 1-1,0 0 1,0-1 0,-1 1-1,1-1 1,0 1-1,-1 0 1,1-1-1,0 1 1,-1 0-1,1 0 1,0-1 0,-1 1-1,1 0 1,-1 0-1,1 0 1,-1-1-1,1 1 1,0 0-1,-1 0 1,1 0 0,-1 0-1,1 0 1,-1 0-1,1 0 1,-1 0-1,1 0 1,0 0-1,-1 0 1,1 0 0,-1 0-1,1 0 1,-1 0-1,1 1 1,-1-1 27,-7-36-2078</inkml:trace>
  <inkml:trace contextRef="#ctx0" brushRef="#br0" timeOffset="1412.731">2391 1636 25766,'0'0'3504,"0"0"-2992,0 0-296,149 61-160,-63-39-56,52-18-112,-15-4-768,-3 0-16844</inkml:trace>
  <inkml:trace contextRef="#ctx0" brushRef="#br0" timeOffset="347.807">745 1252 28134,'0'0'960,"0"0"-540,0 0-180,19-5 210,154-65 258,248-181-345,-325 212-313,-96 38-50,1 1 0,0 0 0,0 0 0,-1 0 0,1 0 0,0 0 0,0 0 0,-1 0-1,1 0 1,0 0 0,-1 0 0,1 0 0,0 0 0,0 1 0,-1-1 0,1 0 0,0 0 0,-1 1 0,1-1-1,-1 1 1,1-1 0,0 0 0,-1 1 0,1-1 0,-1 1 0,1-1 0,-1 1 0,1 0 0,-1-1-1,0 1 1,1-1 0,-1 1 0,0 0 0,1-1 0,-1 1 0,0 0 0,0 0 0,0-1 0,1 1-1,-1 0 1,0-1 0,0 1 0,0 0 0,0 0 0,0-1 0,0 1 0,-1 0 0,1-1 0,0 1-1,0 0 1,0 0 0,-1-1 0,1 1 0,0 0 0,-1-1 0,1 1 0,0-1 0,-1 1 0,1-1 0,-1 1-1,1 0 1,-1-1 0,0 0 0,1 1 0,-1-1 0,1 1 0,-1-1 0,0 1 0,-107 152-18,86-129 10,-969 1098-190,671-776 146,295-309-188,26-37 185,-1 0 1,0 0 0,1 0-1,-1 0 1,1 0-1,-1 0 1,0 0 0,1 0-1,-1 0 1,1 0 0,-1 0-1,0 0 1,1 0 0,-1 0-1,1 0 1,-1 1 0,0-1-1,1 0 1,-1 0-1,0 0 1,1 1 0,-1-1-1,0 0 1,1 1 0,-1-1-1,0 0 1,0 0 0,1 1-1,-1-1 1,0 0 0,0 1-1,0-1 1,1 1-1,-1-1 1,0 0 0,0 1-1,0-1 1,0 0 0,0 1-1,0-1 1,0 1 0,0-1-1,0 1 1,0-1 0,0 0-1,0 1 1,0-1 0,0 1-1,0-1 1,0 0-1,0 1 1,-1-1 0,1 0-1,0 1 1,0-1 0,0 0-1,-1 1 1,1-1 0,0 0-1,0 1 1,-1-1 0,1 0 54,32-11-5724</inkml:trace>
  <inkml:trace contextRef="#ctx0" brushRef="#br0" timeOffset="596.306">1425 1482 26766,'0'0'2416,"0"0"-2032,-29 121-128,3-50 176,-3 8 49,3 7-185,-3 3-128,5 0-88,0 0-48,9-4-8,2-7-24,4-5 0,5-4-16,4-7-248,0-13-449,0-17-711,0-19-1472</inkml:trace>
  <inkml:trace contextRef="#ctx0" brushRef="#br0" timeOffset="930.018">1782 1447 3833,'0'0'21056,"0"0"-16245,0 0-4454,-20 12-165,-123 85 222,-176 139-202,277-186-172,41-49-39,0 0 0,1 0 0,-1 0 0,0 0 0,1 0 0,-1 0 0,1 0 0,-1 0 0,1 0 0,-1 0 0,1 0 0,0 0 0,-1 0 0,1 0 0,0 0 0,0 0 0,0 1 0,0-1 0,0 0 0,0 0 0,0 0 0,1 0 0,-1 0 0,0 1 0,0-1 0,1 0 0,-1 0 0,1 0 0,-1 0 0,1 0 0,-1 0 1,1 0-1,0 0 0,0 0 0,-1-1 0,1 1 0,0 0 0,0 0 0,0-1 0,0 1 0,0 0 0,0-1 0,0 1 0,0-1 0,0 1 0,0-1 0,0 0 0,0 1 0,0-1 0,0 0 0,1 0 0,-1 0-1,34 1-67,0-1-1,0-3 1,0 0 0,0-3 0,-1 0 0,1-3-1,-2-1 1,1-1 0,-2-1 0,1-3-1,-2 0 1,28-19 67,10-4-1372,-14 0-1820</inkml:trace>
  <inkml:trace contextRef="#ctx0" brushRef="#br0" timeOffset="5308.938">1032 1981 16035,'0'0'3345,"0"0"-432,0 0-1545,0 0-472,0 0 329,0 0-153,-94-2-408,87 1-408,3 1-176,-7 0-80,2 11-920,-2 1-16572</inkml:trace>
  <inkml:trace contextRef="#ctx0" brushRef="#br0" timeOffset="5711.23">611 2932 27662,'0'0'671,"0"0"-383,20 1-36,173-23 639,-8-25-419,3 9 0,1 8 0,179-4-472,539 19 580,-714 15-480,343 9-7,297-5 82,-735-8-125,0-5-1,0-4 0,-1-4 1,88-28-50,-181 44-19,0 1 1,-1-2 0,1 1 0,0 0 0,-1-1 0,1 0 0,-1 1-1,0-1 1,1-1 0,-1 1 0,0 0 0,0-1 0,0 0 0,-1 1-1,1-1 1,-1 0 0,1-1 0,-1 1 0,0 0 0,0-1 0,-1 1-1,1-1 1,-1 1 0,1-1 18,5-40-3385,-6-1-9085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8:37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757 2595 31183,'0'0'680,"0"0"-632,0 0-48,0 0-472,0 0-392,0 0-13876</inkml:trace>
  <inkml:trace contextRef="#ctx0" brushRef="#br0" timeOffset="3849.49">2660 376 27934,'0'0'817,"12"-25"-179,78-158 541,-41 28 297,-49 155-1472,0-1-1,-1 0 1,1 1 0,0-1-1,0 1 1,-1-1 0,1 0-1,0 1 1,0-1-1,-1 1 1,1-1 0,-1 1-1,1-1 1,-1 1-1,1-1 1,-1 1 0,1 0-1,-1-1 1,1 1 0,-1 0-1,1-1 1,-1 1-1,1 0 1,-1 0 0,0 0-1,1-1 1,-1 1 0,1 0-1,-1 0 1,0 0-1,1 0 1,-1 0 0,0 0-1,1 0 1,-1 0-1,0 0 1,1 0 0,-1 1-1,1-1 1,-1 0 0,0 0-1,1 1 1,-1-1-1,1 0 1,-1 1 0,1-1-1,-1 0 1,1 1 0,-1-1-1,1 1 1,-1-1-1,1 1 1,0-1 0,-1 1-1,1-1 1,-1 1-4,-186 119 19,-3 24-15,6 8 0,8 8 1,-143 167-5,109-57 3,196-248-2,1 0-1,2 1 1,0 0 0,1 1 0,2 0-1,0 0 1,2 1 0,0 0 0,2 0-1,1 0 1,1 1 0,1 7-1,2-24 4,1 0 1,0 1-1,0-1 0,1-1 1,0 1-1,1 0 1,0-1-1,0 1 0,1-1 1,0 0-1,1-1 1,-1 1-1,1-1 0,1 0 1,-1-1-1,1 1 1,1-1-1,-1-1 0,1 1 1,0-1-1,0-1 0,0 0 1,1 0-1,4 2-4,77 39 30,3-4-1,0-4 0,3-3 0,79 15-29,119 42 115,-275-87-108,0 2 0,0 1-1,-1 0 1,0 1-1,-1 1 1,1 0 0,-2 2-1,1 0 1,-2 0-1,0 2 1,0 0 0,-1 1-1,0 0 1,-2 1-1,1 0 1,-2 1 0,0 1-1,-1-1 1,-1 2-1,0-1 1,3 14-7,-5-6 0,-1 0 0,-2 1 0,0-1 0,-2 1 0,-1 0 0,-1 0 0,-1 0 0,-1 0 0,-1-1 0,-2 1 0,0-1 0,-2 0 0,-1 0 0,-1-1 0,-1 0 0,-11 20 0,-110 167 0,-29 61 0,150-242-4,1 0-1,1 1 1,2 0-1,1 0 1,2 1-1,1 0 1,1-1 0,3 31 4,-2 28-5,-3 78 7,-7 214 17,17-1 0,29 125-19,38 50 0,-3-53 0,1 430 0,-72-931 0,7 183 0,-9 0 0,-8-1 0,-7 1 0,-28 107 0,39-255 0,83-323-2039,-53 146-739</inkml:trace>
  <inkml:trace contextRef="#ctx0" brushRef="#br0" timeOffset="4822.043">1 2806 23965,'0'0'3482,"0"0"-2456,0 0-594,0 0 31,0 0-74,26-16-101,30-16-141,1 3 0,1 2 0,1 2 0,22-3-147,480-132 364,228-74-258,299-179-102,-1054 399-53,41-15-449,-1-4 1,-2-3-1,20-16 498,-38 12-2175</inkml:trace>
  <inkml:trace contextRef="#ctx0" brushRef="#br0" timeOffset="5114.526">3105 1291 25950,'0'0'2625,"0"0"-1844,27 15-548,92 50 66,182 67 974,-297-132-1271,0 1 0,-1 0 0,1 0 0,-1 0 0,1 1-1,-1-1 1,1 1 0,-1 0 0,0 0 0,0 0 0,0 0-1,0 0 1,0 1 0,-1-1 0,1 1 0,-1 0 0,1 0-1,-1 0 1,0 0 0,0 0 0,0 1 0,-1-1 0,1 0-1,-1 1 1,0-1 0,0 1 0,0 0 0,0-1 0,-1 1-1,0 0 1,1-1 0,-1 1 0,0 0 0,-1 0 0,1-1-1,-1 1 1,0 0-2,-82 96 40,-216 177-1312,193-185-1231</inkml:trace>
  <inkml:trace contextRef="#ctx0" brushRef="#br0" timeOffset="5801.672">218 3664 4889,'0'0'19459,"0"0"-14738,0 0-3873,0 0-197,0 0-144,0 0-121,-13 0-115,4 0-228,-24 0 28,43 8-28,93 27-29,-3 5 0,-1 4-1,-2 4 1,90 61-14,-54-12 88,-5 6-1,-4 5 1,-4 6-1,-6 5 1,97 131-88,-45-57 30,-15-22-26,7-6-1,7-7 1,160 116-4,-23-72 0,8-12 1,33-2-1,-257-141 7,99 67-174,-53-31-2867,-98-65-342</inkml:trace>
  <inkml:trace contextRef="#ctx0" brushRef="#br0" timeOffset="6148.426">3536 5878 30246,'6'20'559,"86"258"549,63 153-254,-140-342-854,-17-86 0,-1 1 0,1-1 0,-1 0 0,0 0 0,0-1 0,0 1 0,0 0 0,0-1 0,-1 0 0,1 0 0,-1 0 0,1 0 0,-1 0 0,0-1 0,0 0 0,0 0 0,0 0 0,1 0 0,-1 0 0,-1-1 0,1 0 0,0 0 0,0 0 0,0 0 0,0 0 0,0-1 0,0 0 0,0 0 0,1 0 0,-1 0 0,0-1 0,-1 0 0,-8 0 0,-42-6 0,1-4 0,1-1 0,0-3 0,-24-12 0,7 4 0,-135-46-623,124 39-954</inkml:trace>
  <inkml:trace contextRef="#ctx0" brushRef="#br0" timeOffset="12997.995">2967 1909 24925,'0'0'4793,"0"0"-4273,0 0-231,0 0 95,0 0 64,0 0-120,-31 17-144,31-17-64,0 0-48,0 0-16,17-6 0,10-7-8,10-7-40,13-4-8,45-23-152,-14 3-672,-7 3-3169</inkml:trace>
  <inkml:trace contextRef="#ctx0" brushRef="#br0" timeOffset="13719.319">2686 1295 27846,'0'0'1134,"0"0"-264,0 0-273,0 0-31,0 0-136,0 0-130,-6-1-106,6 1-178,0-1-1,0 1 0,0 0 0,0-1 1,0 1-1,0-1 0,0 1 0,0 0 1,0-1-1,0 1 0,0-1 0,0 1 1,0 0-1,0-1-15,67 3 311,59 10-218,0 6 0,-1 6 0,116 38-93,-145-37 26,-7-13-26,-90 12 0,-50 52 0,-14 31-909,5 3 0,5 2 0,-4 23 909,14-26-4082</inkml:trace>
  <inkml:trace contextRef="#ctx0" brushRef="#br0" timeOffset="14278.765">2440 2165 28270,'0'0'1304,"0"0"-856,0 0-304,0 0 113,0 0 143,125-101-144,-54 50-88,29-18-88,45-24-80,30-19-32,-21 15-760,-34 18-3513</inkml:trace>
  <inkml:trace contextRef="#ctx0" brushRef="#br0" timeOffset="15101.365">253 2806 18940,'0'0'7914,"0"0"-5824,0 0-1556,-19 0 37,-116 0 2046,156-14-2516,164-91-101,189-94 0,9 16 0,7 18 0,120-22 0,312-71-1742,-648 197-1717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13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645 1 27886,'0'0'696,"0"0"-481,-15 24-389,3-4 107,2-2 17,-1 0 0,-1 0 0,0-1 0,-1-1 0,-1 0 0,-1-1-1,0 0 1,-1-1 50,-254 165 620,327-179 198,61-38-642,-97 29-172,1 1 1,-1 0-1,2 2 0,-1 1 0,1 1 0,-1 0 0,5 2-4,-25 3 4,-1 1 0,1-1-1,-1 1 1,1-1 0,-1 1-1,0 0 1,0 0 0,0-1-1,0 1 1,0 0 0,0 0-1,0 0 1,0 0 0,-1 0-1,1 1 1,-1-1 0,0 0-1,0 0 1,1 0 0,-1 0-1,-1 1 1,1-1 0,0 0-1,0 0 1,-1 0 0,1 0-1,-1 0 1,0 1-4,1 6 44,-4 27 59,-2-2 0,0 1 0,-3-1-1,-1 0 1,-11 27-103,-4 13 52,-46 170-30,87-269-698,27-51-654,-11 18-3535,5-11-12916</inkml:trace>
  <inkml:trace contextRef="#ctx0" brushRef="#br0" timeOffset="262.076">871 348 26494,'0'0'1352,"0"0"-480,0 0-360,0 0-40,21 134-136,-21-87-168,-8 3-88,-12 1-64,-6 0-16,-5-3-352,-24-5-584,7-13-1248,2-13-2513</inkml:trace>
  <inkml:trace contextRef="#ctx0" brushRef="#br0" timeOffset="713.425">20 1005 22221,'0'0'3338,"0"0"-1754,-4 19-953,-11 60-268,15-77-343,0 1 1,0-1-1,0 0 1,0 0 0,1 0-1,-1 0 1,1 0-1,-1 0 1,1 0 0,0 0-1,0 0 1,0-1-1,0 1 1,0 0 0,0 0-1,1-1 1,-1 1-1,1-1 1,-1 1 0,1-1-1,-1 0 1,1 1-1,0-1 1,-1 0 0,1 0-1,0 0 1,0 0 0,0 0-1,0-1 1,0 1-1,0-1 1,0 1 0,0-1-1,0 0 1,0 0-1,0 0 1,1 0 0,-1 0-1,0 0 1,0 0-1,0-1 1,0 1 0,0-1-1,0 1 1,0-1-1,0 0 1,0 0 0,0 0-22,9-1 76,19-3-35,-2-2 0,1-2 0,-1 0-1,0-2 1,-1-1 0,0-1 0,-1-2 0,0 0 0,8-8-40,-2 3 26,64-39 23,-15 7-602,1 3-1,3 4 1,2 4 0,1 4-1,45-11 554,-14 32-2304,-117 17 2251,0 0 0,-1 1 0,1-1 0,-1 1 0,0-1 0,1 1-1,-1 0 1,0 0 0,0 0 0,0-1 0,0 1 0,-1 0 0,1 0 0,0 0 0,-1 0 0,0 0 0,1 1 0,-1-1 0,0 0 0,0 0 0,0 0 0,0 0 0,0 0 0,-1 0 0,1 0 0,-1 0 0,1 0 0,-1 0 0,0 0 0,1 0 0,-1 0 0,-1 1 53,-25 48-3094,-33 22-6409,38-48 6402,-85 93 9459,-16 18 6559,49-41-11066,72-92-1816,0-1 1,0 0-1,0 1 0,0-1 0,1 1 0,-1 0 1,1-1-1,-1 1 0,1 0 0,0 0 1,0 0-1,0 0 0,1 0 0,-1 0 1,1 0-1,-1 0 0,1 0 0,0 1 0,0-1 1,1 0-1,-1 0 0,0 0 0,1 0 1,0 0-1,0 0 0,0 0 0,0 0 0,0 0 1,1-1-1,-1 1 0,1 0 0,0-1 1,0 1-1,0-1 0,0 0 0,1 1-35,1 1 34,0 1 1,0-1-1,0 1 0,-1-1 0,1 1 0,-1 0 0,0 1 0,-1-1 0,1 0 1,-1 1-1,0-1 0,0 1 0,-1 0 0,0 0 0,0 0 0,0-1 0,-1 1 1,1 0-1,-2 0 0,1 0 0,-1 0 0,1 0 0,-1 0 0,-1 0 0,1-1 0,-1 1 1,0-1-1,-1 1 0,-1 2-34,-12 13 12,-2-1 1,0-1-1,-1 0 1,0-1-1,-2-2 0,0 0 1,-1-1-1,-1-1 1,0-1-1,0-1 0,-2-1 1,1-1-1,-14 3-12,-140 38-306,59-61-3134,84-11-4699</inkml:trace>
  <inkml:trace contextRef="#ctx0" brushRef="#br0" timeOffset="978.317">281 1429 29606,'0'0'752,"0"0"-231,0 0-137,153 83-48,-98-52-24,6-1-208,5-1-104,4 1-256,29 8-240,-18-9-1097,-13-5-3624</inkml:trace>
  <inkml:trace contextRef="#ctx0" brushRef="#br0" timeOffset="1244.198">1160 1958 25613,'0'0'4345,"0"0"-3640,0 0-233,0 0-104,0 0-208,0 0-120,0 0-40,39 78-272,-21-74-897,-5-4-3840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1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186 155 29038,'0'0'812,"0"0"-432,21 1 19,168-16 391,207-113-182,-391 127-605,-4 0-3,-1 0 0,1 0 0,-1 1 0,1-1 0,0 0 1,-1 1-1,1-1 0,0 0 0,0 1 0,-1-1 0,1 1 0,0-1 1,0 1-1,0 0 0,0-1 0,-1 1 0,1 0 0,0-1 0,0 1 1,0 0-1,0 0 0,0 0 0,0 0 0,0 0 0,0 0 1,0 0-1,0 0 0,0 1 0,0-1 0,0 0 0,-1 0 0,1 1 1,0-1-1,0 1 0,0-1 0,0 0 0,-1 1 0,1 0 0,0-1 1,0 1-1,-1-1 0,1 1 0,0 0 0,-1 0 0,1-1 0,-1 1 1,1 0-1,-1 0 0,1 0 0,-1 0 0,0-1 0,1 1 0,-1 0 1,0 0-1,0 0 0,0 0 0,0 0 0,1 0 0,-1 0 0,0 0 1,-1 0-1,1 0 0,0 0 0,-10 18 2,-2 0 0,0-1 1,-1-1-1,0 0 0,-2-1 1,0 0-1,-10 7-2,-15 17 8,-642 669-571,706-729-4055,15-20-7757</inkml:trace>
  <inkml:trace contextRef="#ctx0" brushRef="#br0" timeOffset="291.863">613 502 27598,'1'17'967,"-11"239"1156,-29 194-1895,44-657-1970,-5 203 1749,0 1 1,0-1-1,0 0 0,1 1 0,-1-1 0,1 1 0,0-1 0,0 1 1,0-1-1,0 1 0,1 0 0,0-1 0,-1 1 0,1 0 0,0 0 1,0 0-1,1 1 0,-1-1 0,1 0 0,-1 1 0,1-1 0,0 1 1,0 0-1,0 0 0,0 0 0,0 1 0,0-1 0,1 1 0,-1-1 1,0 1-1,1 0 0,-1 0 0,1 1 0,0-1 0,-1 1 1,1 0-1,-1 0 0,1 0 0,0 0-7,167-9-670,-118 4-1443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1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29798,'0'0'622,"0"0"-437,28-1 23,477-57 1098,-11 16-658,446 20-648,-827 23 0,1 6 0,-1 4 0,-1 5 0,-1 5 0,0 4 0,8 9 0,31 31-1946,-125-52-1509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09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930 145 26046,'0'0'2292,"0"0"-1368,3-17-482,22-111 986,-25 129-1408,0-1 0,-1 1 0,1-1 0,0 1 1,0-1-1,-1 0 0,1 1 0,0-1 0,-1 1 0,1-1 0,0 0 0,-1 1 0,1-1 0,0 0 1,-1 1-1,1-1 0,-1 0 0,1 0 0,-1 0 0,1 1 0,0-1 0,-1 0 0,1 0 1,-1 0-1,1 0 0,-1 0 0,1 0 0,-1 0 0,1 0 0,-1 0 0,1 0 0,-1 0 1,1 0-1,-1 0 0,1 0 0,-1 0 0,1-1 0,-1 1 0,1 0 0,-1 0 0,1 0 0,0-1 1,-1 1-1,1 0 0,-1-1 0,1 1 0,0 0 0,-1-1 0,1 1 0,0 0 0,0-1 1,-1 1-1,1-1 0,0 1 0,0-1 0,-1 1-20,-3 4-52,-337 367 124,240-259-68,-10 7 15,6 6 0,-40 66-19,130-171 9,0 1-1,2 0 1,0 1-1,1 1 1,1 0-1,2 0 1,0 1-1,1 0 1,1 0-1,2 1 0,0 0 1,2 0-1,1 1 1,0 20-9,4-37-4,-1 0 0,2 0 0,-1 0 0,1-1 0,0 1 0,1-1 0,0 0 0,0 0 0,1 0 0,0 0 0,0-1 0,1 0 0,0 0 0,0-1 0,0 1 0,1-1 0,0-1 0,0 1 0,1-1 0,0 0 0,0-1 0,2 1 4,196 64-110,-163-58 93,-34-10 10,-1 0 0,0 1 0,0 0-1,0 0 1,0 0 0,0 1 0,-1 1 0,1-1-1,-1 1 1,0 1 0,0-1 0,0 1-1,0 0 1,-1 1 0,0-1 0,0 1 0,-1 0-1,0 1 1,0 0 0,0-1 0,-1 1 0,3 6 7,-3 11-3,-2 0 1,-1 0-1,0 0 1,-2 0 0,-1 0-1,-1 0 1,0-1-1,-2 1 1,-1-1 0,-1 0-1,-1 0 1,-8 16 2,-9 38 7,4 6-54,5 1 0,3 1 0,3 0 0,5 0 0,4 60 47,46 171-121,-34 325 122,-12-418 3,6 621-9,16-635 4,-12-165 1,-9-45-2,0 0 1,0 0-1,0 1 1,0-1-1,0 0 1,0 0 0,0 0-1,0 0 1,0 1-1,1-1 1,-1 0-1,0 0 1,1 0-1,-1 1 1,0-1-1,1 0 1,-1 0 0,1 1-1,-1-1 1,1 1-1,0-1 1,-1 0-1,1 1 1,0-1-1,-1 1 1,1-1-1,0 1 1,-1 0-1,1-1 1,0 1 0,0 0-1,0-1 1,-1 1-1,1 0 1,0 0-1,0 0 1,0 0-1,0 0 1,0 0-1,-1 0 1,1 0-1,0 0 1,0 0 0,0 0-1,0 0 1,-1 1-1,1-1 1,0 0-1,0 1 1,-1-1-1,1 0 1,0 1-1,0-1 1,-1 1 0,1-1-1,0 1 1,-1 0-1,1-1 1,-1 1-1,1-1 1,-1 1-1,1 0 1,-1 0-1,1 0 2,70-190-908,-34 77-675</inkml:trace>
  <inkml:trace contextRef="#ctx0" brushRef="#br0" timeOffset="1245.137">3096 778 28966,'0'0'944,"0"0"-672,0 0-15,0 0 255,177-57-176,-98 29-144,-2-1-120,-5-1-48,-6 5-24,-11 1-72,2-8-360,-13 9-833,-16-1-1679</inkml:trace>
  <inkml:trace contextRef="#ctx0" brushRef="#br0" timeOffset="1526.271">3633 145 17156,'0'0'9914,"0"0"-9146,0 0 80,-35 101-48,22-40-152,-3 12-159,3 8-153,0 3-168,0 7-104,0 0-32,-1-2-32,4-8-40,1-8-224,2-16-241,-4-22-271,5-13-280,-1-20-1929</inkml:trace>
  <inkml:trace contextRef="#ctx0" brushRef="#br0" timeOffset="1793.138">3243 356 8082,'0'0'19516,"0"0"-18524,0 0-448,-68 103-200,57-48-128,9 0-128,2-4-72,11-5-16,39-15-352,-4-11-616,0-14-2137</inkml:trace>
  <inkml:trace contextRef="#ctx0" brushRef="#br0" timeOffset="2749.396">3898 299 20940,'0'0'4819,"0"0"-3072,0 0-582,-10 21-162,-77 139-50,32-78-912,3 1 1,4 3-1,4 2 1,4 2-1,3 2 1,5 1-1,0 13-41,19 49-100,13-153 89,0-1 1,1 1-1,-1-1 0,1 1 0,0-1 1,-1 0-1,1 1 0,0-1 0,0 0 0,0 1 1,0-1-1,0 0 0,0 0 0,0 0 1,0 0-1,1 0 0,-1 0 0,0 0 0,1 0 1,-1-1-1,0 1 0,1 0 0,-1-1 1,1 1-1,-1-1 0,1 0 0,-1 1 0,1-1 1,-1 0-1,1 0 0,0 0 0,-1 0 1,1 0-1,-1 0 0,1-1 0,-1 1 0,1 0 1,-1-1-1,1 1 0,-1-1 0,1 0 1,-1 1-1,1-1 11,63-30-154,64-92 191,-128 123-36,-1 0 0,1 0-1,0 0 1,-1 0 0,1 0 0,0 0-1,-1 0 1,1 1 0,0-1 0,-1 0 0,1 1-1,-1-1 1,1 0 0,0 1 0,-1-1-1,1 0 1,-1 1 0,1-1 0,-1 1-1,1-1 1,-1 1 0,0 0 0,1-1-1,-1 1 1,0-1 0,1 1 0,-1 0-1,0-1 1,0 1 0,1-1 0,-1 1 0,0 0-1,0-1 1,0 1 0,0 0 0,0 0-1,0-1 1,0 1 0,0 0 0,0-1-1,0 1 1,0 0 0,-1-1 0,1 1-1,0-1 1,0 1 0,-1 0 0,1-1-1,0 1 1,-1-1 0,1 1 0,-1 0 0,1-1-1,-1 1 1,1-1 0,-1 0 0,0 1-1,1 5 8,-15 440 166,14-443-173,1 0 0,0-1 0,0 1 0,0 0 1,0-1-1,0 1 0,1 0 0,-1-1 1,1 1-1,0 0 0,-1-1 0,1 1 0,0-1 1,1 1-1,-1-1 0,0 0 0,1 1 1,-1-1-1,1 0 0,0 0 0,0 0 0,0 0 1,0-1-1,0 1 0,0 0 0,0-1 1,0 1-1,1-1 0,-1 0 0,1 0 0,-1 0 1,1 0-1,-1 0 0,1 0 0,-1-1 1,1 1-1,0-1 0,0 0 0,-1 0 0,1 0 1,0 0-1,-1 0 0,1-1 0,0 1 1,-1-1-1,1 0 0,-1 1 0,3-2-1,7-3 13,1-1 0,-1 0-1,0 0 1,0-1 0,-1-1 0,0 0-1,0-1 1,-1 0 0,0 0-1,0-1 1,-1 0 0,-1-1 0,3-4-13,-5 8-2,0 0 0,0 0 0,-1-1 1,0 1-1,0-1 0,-1 0 1,0 0-1,-1-1 0,0 1 0,0-1 1,-1 0-1,0 0 0,0 0 1,0-7 1,-3 14-12,1 0 0,-1 1 0,0-1 1,0 1-1,1-1 0,-1 1 1,0-1-1,0 1 0,0 0 0,-1-1 1,1 1-1,0 0 0,0 0 1,-1 0-1,1 0 0,-1 0 0,1 0 1,-1 0-1,1 0 0,-1 1 1,1-1-1,-1 0 0,0 1 0,1 0 1,-1-1-1,0 1 0,1 0 1,-1 0-1,0 0 0,0 0 0,1 0 1,-1 0-1,0 1 0,1-1 1,-1 0-1,0 1 0,1-1 12,-71 15-643,-214 145 783,158-81 667,29-27-199,93-62-398,10-12-207,1 0-1,1 1 1,1-1 0,0 1 0,2 1 0,0-1-1,1 2 1,2-1 0,0 1 0,0 1 0,2 0 0,0 1-1,4-2-2,13-21 4,-1-1-7,80-110-73,5 6-1,7 5 1,66-54 76,-65 100 8,-122 94-8,-1-1 0,1 1 1,0 0-1,0 0 0,-1 0 1,1 0-1,0 0 1,0 0-1,0 0 0,-1 0 1,1 0-1,0 0 0,0 0 1,-1 0-1,1 0 0,0 1 1,0-1-1,-1 0 1,1 1-1,0-1 0,-1 0 1,1 1-1,0-1 0,-1 1 1,1-1-1,-1 1 0,1-1 1,-1 1-1,1 0 1,-1-1-1,1 1 0,-1 0 1,1-1-1,-1 1 0,0 0 1,1 0-1,-1-1 0,0 1 1,0 0-1,0 0 1,0-1-1,0 1 0,1 0 1,-1 0-1,0-1 0,-1 1 1,1 0-1,0 0 0,0 0 1,0-1-1,0 1 1,-1 0-1,1 0 0,0-1 1,-1 1-1,1 0 0,0-1 0,-1 7 9,-35 331 186,39-328-197,-1 0 0,2 0 0,-1 0 0,1-1 1,1 1-1,0-1 0,0 0 0,1 0 0,0-1 1,0 0-1,1 0 0,0 0 0,1-1 0,-1 0 1,1 0-1,1-1 0,-1 0 0,8 3 2,-4-1-15,-1 0 0,0 1 0,-1 0 1,0 1-1,0 0 0,-1 0 0,0 1 0,-1 0 0,0 1 0,3 8 15,-9-15-1,0 1 0,0 0-1,0 0 1,-1 0 0,0 1-1,0-1 1,-1 0-1,0 0 1,0 0 0,0 1-1,-1-1 1,0 0 0,0 0-1,-1 0 1,0 0 0,0 0-1,0 0 1,0 0 0,-1-1-1,0 1 1,0-1-1,-1 0 1,1 0 0,-1 0-1,0 0 1,-1-1 0,0 1 1,-141 102 3,121-90-6,-1-2 0,-1-1 0,0-1 0,-1-1 0,0-2 0,0 0 0,-1-2-1,-1-2 1,1 0 0,-17 0 3,44-6-46,0 0 0,-1-1 0,1 1 0,0 0 0,0-1 0,0 0 0,0 1 0,0-1 0,0 0 0,0 0 0,0 0 0,0 0 0,0-1 0,0 1-1,1 0 1,-1-1 0,1 1 0,-1-1 0,1 0 0,-1 1 0,1-1 0,0 0 0,0 0 0,0 0 0,0 0 0,0 0 0,0 0 0,0 0 0,1 0 0,-1 0 0,1 0 0,0-1-1,-1 1 1,1 0 0,0 0 0,0 0 0,1-1 0,-1 1 0,0 0 0,1 0 46,8-62-6170,8 16-10954</inkml:trace>
  <inkml:trace contextRef="#ctx0" brushRef="#br0" timeOffset="3001.526">4045 1463 25389,'0'0'2113,"0"0"-873,0 0-512,120 41-248,-80-15-104,2 3-151,21 15-161,-12-9-64,-5-3-1385</inkml:trace>
  <inkml:trace contextRef="#ctx0" brushRef="#br0" timeOffset="3002.526">4812 1832 29158,'0'0'1048,"0"0"-791,0 0-257,0 0-297,0 0-2351</inkml:trace>
  <inkml:trace contextRef="#ctx0" brushRef="#br0" timeOffset="559.175">1719 678 29094,'0'0'922,"0"0"-417,0 0-243,0 0-24,19-10 44,222-92 80,-176 83-769,1 2-1,1 4 1,1 2-1,-1 4 0,1 2 1,2 3 407,-69 3-9,0 0 0,-1 0 1,1 0-1,0 0 1,-1 0-1,1 0 1,-1 0-1,1 0 0,-1 0 1,0 1-1,1-1 1,-1 0-1,0 0 1,0 0-1,0 1 0,0-1 1,0 0-1,0 0 1,0 0-1,0 0 1,0 1-1,-1-1 0,1 0 1,0 0-1,-1 0 1,1 0-1,-1 0 1,1 0-1,-1 0 0,0 0 1,1 0-1,-1 0 1,0 0-1,0 0 0,0 0 9,1 0 1,-43 110 495,5 2 1,5 1-1,5 2 1,5 0-1,-5 92-496,12-101 66,-10 63-359,86-295-29,-45 101 188,75-110-1495,-54 74-1031</inkml:trace>
  <inkml:trace contextRef="#ctx0" brushRef="#br0" timeOffset="842.517">1879 1273 26126,'0'0'2936,"-41"119"-2232,21-38-192,7 11 9,8 3-41,5-6-112,14-12-112,23-14-96,15-20 16,12-17 40,10-22-24,10-4-80,-1-26-104,5-17-8,-3-10-112,25-30-480,-23 12-656,-16 6-3017</inkml:trace>
  <inkml:trace contextRef="#ctx0" brushRef="#br0" timeOffset="7404.872">1599 3510 24661,'0'0'4231,"0"0"-2861,0 0-835,0 0-63,0 0-116,-6-3-102,5 3-251,0-2 2,0 1 1,-1 0-1,1 0 1,-1 1-1,1-1 1,-1 0-1,1 0 1,-1 1-1,1-1 1,-1 1-1,0 0 1,1-1-1,-1 1 1,0 0 0,1 0-1,-1 0 1,0 0-1,0 0 1,1 0-1,-1 1 1,0-1-1,1 0 1,-1 1-1,1-1 1,-1 1-1,0 0 1,1 0-1,-1-1 1,1 1-1,0 0 1,-1 0-1,1 0 1,0 1-1,-1-1 1,1 0-6,-65 53-65,3 1 0,3 4 0,-44 55 65,97-107-129,0 1 0,1 0 0,1 0 0,-1 0 0,1 1-1,1-1 1,-1 1 0,2 1 0,-1-1 0,1 0 0,-1 7 129,5-14-74,0-1 0,0 1 0,0-1 0,1 1-1,-1-1 1,0 0 0,1 1 0,-1-1 0,1 0 0,-1 0 0,1 0 0,0 0 0,-1 0 0,1 0 0,0-1 0,0 1 0,0-1 0,-1 1-1,1-1 1,0 1 0,0-1 0,0 0 0,0 0 0,0 0 0,0 0 0,0 0 0,-1-1 0,1 1 0,0 0 0,0-1 0,0 0 0,0 1-1,-1-1 1,1 0 74,5 0-196,24-5 83,-1-1 1,1-2 0,-2 0-1,1-3 1,-1 0 0,-1-2-1,9-6 113,29-13 795,-35 18-533,-19 8-171,1 0 0,1 0 0,-1 1 1,1 1-1,0 1 0,1 0 0,-1 0 0,1 2 0,-1 0 0,8 0-91,-18 31 295,-10-14-261,-2 0-1,0 0 1,0-1-1,-2 0 1,1-1 0,-2 0-1,0 0 1,0-1 0,-1-1-1,-4 3-33,-14 17 4,-196 191-2882,180-182-1448</inkml:trace>
  <inkml:trace contextRef="#ctx0" brushRef="#br0" timeOffset="7675.019">1301 4396 26710,'0'0'1160,"0"0"-632,-60 146-272,41-87 96,3-3-152,10-9-136,1-10-64,5-11-152,0-16-392,0-10 96,18-2 40,4-28-272,17-27-1049,-4 4-1175,0 2-3522</inkml:trace>
  <inkml:trace contextRef="#ctx0" brushRef="#br0" timeOffset="7940.84">1616 4286 19796,'0'0'3478,"19"-8"-1253,-12 6-2067,14-7 284,1 2 0,-1 0 1,2 1-1,-1 2 0,1 0 0,20-1-442,-39 5 35,1 0 1,-1 0-1,0 0 0,0 1 1,0 0-1,0-1 0,0 1 0,0 1 1,0-1-1,0 1 0,0-1 1,0 1-1,-1 0 0,1 0 0,0 1 1,-1-1-1,0 1 0,0 0 1,0 0-1,0 0 0,0 0 0,0 0 1,-1 0-1,0 1 0,0 0 1,0-1-1,0 1 0,0 0 0,-1 0 1,1 0-1,-1 0 0,0 0 1,0 0-1,-1 0 0,1 0 0,-1 0 1,0 1-1,0-1 0,0 1-35,-2 12-53,0 1-1,-1 0 0,-1-1 1,-1 1-1,0-1 0,-1 0 0,-1-1 1,0 1-1,-1-2 0,-1 1 1,-1-1-1,0 0 0,-1-1 1,0 0-1,-1-1 0,-1 0 1,0-1-1,-1 0 0,-9 5 54,-4 2-2364</inkml:trace>
  <inkml:trace contextRef="#ctx0" brushRef="#br0" timeOffset="8173.084">1603 4595 26734,'0'0'1176,"0"0"-616,-90 123-360,53-70-56,2-4-32,2-1-48,5-7-64,1-7-168,7-13-128,1-17-208,8-4-1224,2 0-18773</inkml:trace>
  <inkml:trace contextRef="#ctx0" brushRef="#br0" timeOffset="8174.084">1546 4822 26414,'0'0'1512,"0"0"-584,118 53-328,-63-31-48,2-2-135,-2-4-225,0-1-168,-3-7-24,21-8-329,-14-2-511,-9-15-3497</inkml:trace>
  <inkml:trace contextRef="#ctx0" brushRef="#br0" timeOffset="8457.362">2600 3850 30623,'0'0'656,"0"0"-568,0 0-88,0 0 40,0 0 176,145-61-40,-88 35-104,0 2-40,-2 4-32,-7 1-72,-6 3-152,-7 2-424,-5 0-297,-8-5-807,-8 3-88,-10 0-3538</inkml:trace>
  <inkml:trace contextRef="#ctx0" brushRef="#br0" timeOffset="8640.889">3041 3542 21061,'0'0'3732,"0"0"-1571,0 0-965,0 0-301,0 0-418,0 0-213,-8 14 154,6-12-394,-4 7 43,1 0-1,0 0 1,1 0 0,0 0-1,0 1 1,1-1 0,0 1-1,1 0 1,0 0 0,1 0-1,-1 9-66,2 52-129,-2 0-1,-4 0 1,-3-1-1,-3 0 1,-4 0-1,-2-2 0,-15 35 130,16-69-1944</inkml:trace>
  <inkml:trace contextRef="#ctx0" brushRef="#br0" timeOffset="8842.479">2631 3595 28326,'0'0'840,"0"0"-648,0 0-128,0 0-64,68 113 0,-20-98-344,3-11-1112</inkml:trace>
  <inkml:trace contextRef="#ctx0" brushRef="#br0" timeOffset="9910.817">3175 3603 26214,'0'0'1099,"0"0"-478,-7 19-213,-68 155 916,-27-25-779,69-107-456,3 1 0,1 2 1,2 1-1,2 1 0,3 1 1,-11 33-90,-46 306 326,74-350-254,1-1 0,2 1 0,2 0 0,1 0 0,2-1 0,2 4-72,-4-33 10,0 1-1,0-1 1,1 1-1,0-1 1,0 0-1,0 0 0,1 0 1,0 0-1,1 0 1,-1 0-1,1-1 1,1 0-1,-1 0 1,1 0-1,0 0 0,0-1 1,1 0-1,-1 0 1,1 0-1,0-1 1,1 0-1,-1 0 1,1 0-1,0-1 0,0 0 1,0 0-1,0-1 1,0 0-1,1 0 1,-1-1-1,0 0 1,1 0-1,-1 0 0,1-1 1,0-1-1,-1 1 1,1-1-1,1-1-9,2-5-58,0-1-1,-1-1 0,1 0 1,-2 0-1,0-1 1,0-1-1,-1 1 0,0-1 1,-1 0-1,0-1 1,0 0-1,-2 0 0,1 0 1,-2-1-1,1 0 1,-2 0-1,0 0 59,8-29-54,-2 0 1,-2 0-1,-2-1 0,-1-40 54,-7 106 2,-1-2 0,-2 1 0,0-1 0,-1 1 0,-1-2 1,-1 1-1,0-1 0,-2-1 0,-1 0 0,0 0 0,-1-1 0,-1-1 0,-9 9-2,6-7 23,0-2 0,-1-1 0,-1 0-1,-1-1 1,0-1 0,-1-1 0,-1 0 0,1-2 0,-2-1 0,0-1 0,0 0 0,0-2 0,-1-1-1,0 0 1,-1-2 0,1-1 0,-1-1 0,-4-1-23,26-1 7,0 0 0,0-1 0,0 1 0,1 0 0,-1-1 0,0 0 0,0 0 0,1 0 0,-1 0 0,0 0 0,1 0 0,-1-1 0,1 1 0,0-1 0,-1 0 0,1 0 0,0 1 0,0-1 0,0-1 0,0 1 0,1 0 0,-1 0 0,0-1 0,1 1 0,0-1 0,0 1 0,-1-1 0,2 0 0,-1 1 0,0-1 1,0 0-1,1 0 0,-1 0 0,1 1 0,0-1 0,0 0 0,0 0 0,1 0-7,23-113 48,6 65-44,1 1 1,4 2 0,1 2 0,2 1-1,23-20-4,-46 49-5,137-144-716,153-123 721,-274 255-2,2 1 0,1 2 0,1 1 0,0 1 0,2 3 0,28-12 2,-62 30 16,0 0 0,1 0-1,0 0 1,-1 1 0,1-1 0,0 1 0,0 0 0,0 0 0,0 0-1,0 1 1,0-1 0,0 1 0,0 0 0,0 0 0,0 1 0,0-1-1,0 1 1,0 0 0,0 0 0,0 0 0,-1 0 0,1 1-1,0 0 1,-1-1 0,1 1 0,-1 1 0,0-1 0,1 0 0,-1 1-1,0 0 1,0-1 0,-1 1 0,1 0 0,-1 1 0,3 2-16,-1 11 24,0 1 0,0-1 1,-2 1-1,0 0 0,-1 0 1,-1 0-1,-1 0 0,-1 2-24,1 10 30,-3 175 72,10-193-99,0 0-1,0-1 0,1 1 1,0-1-1,1-1 0,1 1 1,-1-1-1,2-1 0,-1 0 0,1 0 1,1-1-1,3 2-2,20 20 22,-27-26-16,0 1 0,-1 0 0,1 0-1,-1 1 1,0 0 0,-1 0 0,1 0 0,-1 1 0,0-1 0,-1 1 0,0 0 0,0 1 0,0-1 0,-1 1 0,0 0-1,0 0 1,-1-1 0,0 2 0,-1-1 0,0 0 0,0 0 0,0 0 0,-1 1 0,-1-1 0,1 0 0,-1 0 0,-1 1-1,1-1 1,-2 0 0,1 0 0,-1 0 0,-3 6-6,-18 11 12,0-2-1,-2-1 0,0 0 1,-2-2-1,0-2 1,-1 0-1,-1-2 0,0-1 1,-6 0-12,16-4-7,-1-1 0,0-1 0,0-1 1,-1 0-1,-1-2 0,1-1 0,-1 0 1,1-2-1,-1-1 0,0-1 0,-7 0 7,26-3-88,-1 0 0,1 0 0,-1 0 0,1-1 0,0 1 0,0-1-1,0 0 1,0-1 0,1 1 0,-1 0 0,1-1 0,0 0 0,0 0 0,0 0 0,1 0-1,-1 0 1,1-1 0,0 1 0,0-1 0,0 1 0,1-1 0,0 0 0,0 1 0,0-1 0,0 0-1,1 0 1,0 0 0,0 0 0,0 0 0,0 0 0,1 1 0,0-2 88,-1 2-169,-2-56-3102</inkml:trace>
  <inkml:trace contextRef="#ctx0" brushRef="#br0" timeOffset="10190.38">3394 4799 28022,'0'0'1760,"0"0"-1007,120 71-217,-65-38-96,0-3-184,-2-3-160,-3-1-72,-2-2-24,-4-5-216,-11-5-1169,-18-8-1007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8:57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1 517 29966,'0'0'761,"0"0"-444,0 0-182,24-7 101,870-298 889,-675 264-1741,-176 26-310,-17 0-2611,-7-2-7416</inkml:trace>
  <inkml:trace contextRef="#ctx0" brushRef="#br0" timeOffset="262.144">728 0 27710,'-5'27'2064,"-52"419"-250,39 9-804,22 27-1010,-4-434-2,17 381-1073,-20-453-381,-5-12-763</inkml:trace>
  <inkml:trace contextRef="#ctx0" brushRef="#br0" timeOffset="536.477">759 689 18964,'0'0'2598,"19"-9"1983,-2-1-3820,111-33 992,-119 42-1665,-1 1-1,0-1 1,0 2 0,1-1-1,-1 1 1,0 0 0,0 1 0,0 0-1,0 0 1,0 1 0,-1 0-1,1 0 1,-1 1 0,1 0 0,-1 0-1,-1 1 1,1-1 0,0 2 0,-1-1-1,0 1 1,-1 0 0,1 0-1,-1 0 1,0 1 0,-1 0 0,1 0-1,1 4-87,10 29 80,-1-1 0,-2 2 0,-2 0 0,-2 1 0,-2 0-1,-1 0 1,-2 0 0,-2 1 0,-2-1 0,-2 2-80,2-32 7,-1 199-10,0-201-60,0-1 0,0 0 0,0-1 0,-2 1 0,1 0-1,-1 0 1,0-1 0,-1 0 0,1 1 0,-2-1 0,1-1 0,-1 1 0,0-1 0,-4 4 63,-67 36-5346,37-39-8010</inkml:trace>
  <inkml:trace contextRef="#ctx0" brushRef="#br0" timeOffset="802.954">733 1074 26790,'0'0'780,"0"0"-200,0 0-143,0 0-67,9 23-158,29 76-127,-35-88-82,0-1 1,-1 1-1,-1-1 0,0 1 0,0 0 1,-1 0-1,0 0 0,-1 0 0,0-1 1,-1 1-1,0 0 0,-1-1 0,0 0 0,0 1 1,-1-1-1,-1 0 0,0-1 0,0 1 1,-6 6-4,-2 5-4,6-7 510,26-25-274,162-122-124,-180 133-123,0-1-12,0-1 1,0 1-1,0 0 1,1 0-1,-1 0 1,0 0-1,1 1 1,-1-1-1,0 0 1,1 1-1,-1-1 1,1 0-1,-1 1 1,1 0-1,0-1 1,-1 1-1,1 0 1,-1 0-1,1 0 1,0 0-1,-1 0 1,1 0-1,-1 0 1,1 1-1,-1-1 1,1 1-1,-1-1 1,1 1-1,-1-1 1,2 2 26,-2 18-1110</inkml:trace>
  <inkml:trace contextRef="#ctx0" brushRef="#br0" timeOffset="1102.826">128 2299 25213,'0'0'2878,"0"0"-1953,0 0-584,0 0-38,0 0 87,0 0 60,41-6-54,150-32-131,-146 20-234,-1-2-1,0-2 1,-2-2-1,-1-2 1,23-19-31,-3 4 17,305-206 99,-313 227-143,-49 52-76,-9-14 103,-2-1-1,0-1 0,-1 0 0,0 0 1,-2 0-1,0-1 0,0 0 1,-6 4 0,-9 15 0,-315 480-1119,305-455-924</inkml:trace>
  <inkml:trace contextRef="#ctx0" brushRef="#br0" timeOffset="1352.456">1121 2192 30022,'0'0'617,"0"0"-449,0 0-104,63 118 32,-47-88-56,-1-4-8,2-9-32,5-17-568,-4-6-1281,-5-19-9089</inkml:trace>
  <inkml:trace contextRef="#ctx0" brushRef="#br0" timeOffset="4518.507">3674 1273 29014,'0'0'1008,"0"0"-567,0 0-177,0 0 104,0 0 8,119-65-136,-62 33-136,2 2-64,0 3-40,7 5-208,-16 8-520,-17 12-1497</inkml:trace>
  <inkml:trace contextRef="#ctx0" brushRef="#br0" timeOffset="4786.143">3832 1928 28438,'0'0'2225,"0"0"-1953,0 0-184,0 0 8,0 0 208,0 0 240,127-44-224,-39-70-184,19-36-136,-4-6-192,-28 38-632,-25 29-3289</inkml:trace>
  <inkml:trace contextRef="#ctx0" brushRef="#br0" timeOffset="5051.477">5193 628 28350,'0'0'688,"0"0"-368,121 6-216,-71-6-56,-6 0-48,-9 6-160,-11 3-840,-17 7-6930</inkml:trace>
  <inkml:trace contextRef="#ctx0" brushRef="#br0" timeOffset="5301.846">4996 1294 25589,'0'0'3273,"0"0"-3001,0 0-104,140-15 152,-65-19 104,10-7-136,3-9-127,0-3-73,-5 2-48,-6 0-40,-5-13-176,-22 13-745,-15 8-3416</inkml:trace>
  <inkml:trace contextRef="#ctx0" brushRef="#br0" timeOffset="5568.52">5270 405 27926,'0'0'992,"0"0"-304,-33 150-80,22-38-87,2 32-113,1 12-144,1-2-136,5-14-56,2-38-56,0-25-16,0-27-192,0-21-408,2-19-177,7-6-295,-3-4-1112</inkml:trace>
  <inkml:trace contextRef="#ctx0" brushRef="#br0" timeOffset="5768.789">5505 567 27022,'0'0'1176,"26"167"-272,-6-37-336,-1 18 56,-1-25-159,-7-33-193,-7-32-168,-2-15-104,1 0-48,-3-3-216,-11-5-249,-14-13-839,-3-16-2217</inkml:trace>
  <inkml:trace contextRef="#ctx0" brushRef="#br0" timeOffset="6085.505">4803 827 19852,'0'0'7583,"0"0"-5666,7 17-1389,87 227 953,-89-223-1473,0 1-1,-2 0 1,0 0-1,-2 1 0,0-1 1,-1 0-1,-1 1 0,-2-1 1,0 0-1,-1 0 1,-1 0-1,-1-1 0,-1 0 1,-1 0-1,-3 3-7,-18 22-35,-2-2-1,-2-1 1,-1-2-1,-3-1 1,-1-2-1,-2-1 1,-26 16 35,33-21 24,47-29-1,110-2-3,8 1 195,0-5-1,109-19-214,-130 3 81,-1-4-1,104-39-80,-185 52-231,0-2 0,0-1 0,-1-1 0,-1-1-1,-1-1 1,0-2 0,-1-1 0,1-2 231,28-26-3210</inkml:trace>
  <inkml:trace contextRef="#ctx0" brushRef="#br0" timeOffset="7257.779">6083 348 24173,'0'0'3813,"0"0"-2517,0 19-642,1 164 749,1-175-1411,1 0 0,0 0 0,0 0 0,1 0 0,-1 0 0,2-1 0,-1 0 0,1 0 0,0 0 0,1-1 0,-1 1 0,1-1 0,1-1 1,-1 1-1,1-1 0,0 0 0,0 0 0,0-1 0,1 0 0,-1-1 0,1 1 0,0-1 0,0-1 0,0 1 0,1-2 0,-1 1 0,0-1 0,1 0 0,-1-1 1,1 0-1,-1 0 0,1-1 0,-1 0 0,1 0 0,-1-1 0,0 0 0,0-1 0,0 0 0,0 0 0,0 0 0,-1-1 0,1 0 0,1-3 8,9-6-568,-1-1 1,0-2-1,-2 1 0,1-2 0,-2 0 0,0-1 1,-2 0-1,0-1 0,0 0 0,-2-1 0,0 0 0,5-20 569,7-89 2615,-21 113-127,3 40-1861,5 402 651,-11-346-1208,-10 152-23,-11 0 1,-47 198-49,36-312 44,33-115-68,0 1-1,-1-1 1,0 0-1,1 1 0,-1-1 1,0 0-1,-1 0 1,1 0-1,0-1 0,-1 1 1,0-1-1,0 1 1,1-1-1,-1 0 0,-1 0 1,1 0-1,0 0 1,0-1-1,-1 1 0,1-1 1,-1 0-1,1 0 1,-1 0-1,1 0 1,-1-1-1,0 1 0,1-1 1,-1 0-1,0 0 1,-1-1 24,-4-3-174,0-1 1,0 0 0,0 0 0,1-1 0,0 0 0,0-1 0,1 0 0,-1 0 0,1-1 0,1 1-1,0-1 1,0-1 0,0 1 0,1-1 0,-3-8 173,-11-12-152,-7-7 42,10 17 317,1-1 0,0 0 0,2-1 0,0-1 1,1 0-1,2-1 0,0 0 0,1 0 0,2-1 0,0 0 0,1-1 0,-1-23-207,9 42 2,1 0-1,0 0 1,0 0-1,0 0 1,1 1-1,0 0 1,0 0-1,1 0 1,-1 0-1,1 0 1,0 1 0,0 0-1,0 0 1,1 1-1,0-1 1,-1 1-1,1 0 1,0 1-1,0-1 1,1 1-1,-1 1 1,0-1-1,1 1 1,1 0-2,4-3 11,21-7 44,0 2 1,1 1-1,0 2 1,1 1-1,-1 2 0,20 1-55,-51 2 1,0 1-1,-1-1 1,1 0-1,0 1 1,-1-1-1,1 1 0,-1 0 1,1 0-1,-1 0 1,1 0-1,-1 0 1,0 1-1,1-1 1,-1 1-1,0 0 1,0-1-1,0 1 1,0 0-1,0 0 1,-1 0-1,1 0 0,0 1 1,-1-1-1,0 0 1,0 1-1,1-1 1,-1 1-1,-1-1 1,1 1-1,0 0 1,-1-1-1,1 1 1,-1 0-1,0-1 0,0 1 1,0 0-1,0-1 1,0 1-1,0 0 1,-1-1-1,0 1 1,1 0-1,-2 1 0,-37 164 310,4-49 10,92-215-246,-42 67-157,2 0 0,0 1-1,2 1 1,1 1 0,1 1-1,1 1 1,1 1 0,24-18 83,-46 39 6,1 0 0,0 1 0,-1-1 1,1 1-1,0-1 0,0 1 0,0 0 0,0-1 1,0 1-1,1 0 0,-1 1 0,0-1 1,0 0-1,1 1 0,-1-1 0,0 1 1,1 0-1,-1-1 0,1 1 0,-1 1 1,0-1-1,1 0 0,-1 0 0,0 1 1,1-1-1,-1 1 0,0 0 0,0 0 1,1 0-1,-1 0 0,0 0 0,0 0 0,0 1 1,0-1-1,0 0 0,-1 1 0,1 0 1,0-1-1,-1 1 0,1 0 0,-1 0 1,0 0-1,1 0 0,-1 0 0,0 0 1,0 1-1,0-1 0,-1 0 0,1 0 1,0 1-1,-1-1 0,0 0 0,1 2-6,0 106 123,9-120-783,55-91-3820,-37 51-3843,5 4-5960,-23 37 29751,1 7-7269,-1 4-5277,15 16-4474,-18-11 3235,4 9-1758,0 0 0,1-1-1,1 0 1,1-2-1,0 1 1,1-1-1,0-1 1,0-1-1,2 0 1,-1-1-1,1-1 1,16 6 75,-14-12-1931</inkml:trace>
  <inkml:trace contextRef="#ctx0" brushRef="#br0" timeOffset="7535.409">7412 521 30318,'0'0'601,"0"0"-369,65 168 88,-27-46 376,3 44-96,-4 33-600,-12 24 0,-19-2 0,-6-24 0,-9-21 0,-6-36 0,2-49 0,0-30-1960</inkml:trace>
  <inkml:trace contextRef="#ctx0" brushRef="#br0" timeOffset="2902.472">2300 450 21981,'0'0'7745,"0"0"-6960,0 0-369,0 0-104,0 0-16,0 0 32,0 0-64,-39 26-96,8 11-56,-26 34-48,-24 44-56,-11 37-8,6 5-416,29-36-416,22-40-1561</inkml:trace>
  <inkml:trace contextRef="#ctx0" brushRef="#br0" timeOffset="3140.429">1932 1478 29614,'0'0'688,"0"116"-263,0-43-73,0 8-48,0 0-104,4-4-128,7-6-48,0-10-24,0-12-24,-4-13-144,-1-18-136,-4-18-72,1-2-41,3-67-847,-2 4-8,1-6-728</inkml:trace>
  <inkml:trace contextRef="#ctx0" brushRef="#br0" timeOffset="3402.292">2166 1204 24229,'0'0'2385,"0"0"-1249,141-134-352,-65 76-192,8 5-64,3 2-168,3 5-152,-7 5-96,-10 9-56,-14 9-56,-11 3 0,-17 8-600,-14 4-1464</inkml:trace>
  <inkml:trace contextRef="#ctx0" brushRef="#br0" timeOffset="3568.852">2638 626 28518,'-5'21'890,"-39"319"-242,14 1 0,15 1 0,16 54-648,17-533-2858,-7 41 615,2-1-3004</inkml:trace>
  <inkml:trace contextRef="#ctx0" brushRef="#br0" timeOffset="4104.15">2773 1154 2168,'0'0'19681,"0"0"-14472,21 0-4090,-8-1-928,-8 0-139,0 0 0,0 0 0,0 1 0,0-1 0,0 1 0,0 1 0,0-1 0,0 1 0,0-1 0,0 2 0,0-1 0,0 0 0,-1 1 1,1 0-1,0 0 0,-1 0 0,0 1 0,1 0 0,-1-1 0,0 2 0,0-1 0,-1 0 0,1 1 0,-1-1 0,2 3-52,9 24 127,-2-1-1,-1 2 1,-1-1-1,-2 1 1,-1 1 0,-2-1-1,-1 1 1,-1 0 0,-2 0-1,-1 1 1,-2 9-127,2-33 17,0 30 28,3-18-36,-1 0 1,-1 0-1,0 0 0,-2 0 0,-1 0 1,-1 0-1,0 0 0,-1-1 0,-2 1 1,0-1-1,-1 0 0,-1-1 0,-1 0 1,0 0-1,-1-1 0,-2 0 0,-5 7-9,14-22-17,0 0 0,0 0 0,-1 0 0,1 0 0,-1-1 0,1 1 0,-1-1 0,0 0 0,0 0 0,0 0 0,0-1 0,0 1 0,-1-1 0,1 0 0,0 0 0,-1-1 0,1 1 0,0-1 0,-1 0 0,1 0 0,0-1 0,-1 1 0,1-1 0,0 0 0,-1 0 0,1 0 0,0 0 0,0-1 0,0 0-1,0 0 1,0 0 0,0 0 0,1-1 0,-1 0 0,1 1 0,-1-1 0,1 0 0,0-1 0,-2-2 17,-4-8-53,2-1 0,-1 0 0,2 0 0,0 0 0,1-1 0,0 0 0,1 0 0,1 0 0,1 0 0,0-1 0,1 1 0,1-1 0,0 1 0,1-1 0,2-4 53,-4 17 9,1 0 0,0 0-1,0 0 1,0 0-1,0 0 1,0 0 0,1 0-1,0 0 1,0 0-1,0 1 1,0-1 0,1 0-1,0 0 1,-1 1-1,1-1 1,1 1 0,-1-1-1,0 1 1,1 0-1,-1 0 1,1 0 0,0 1-1,0-1 1,0 0-1,1 1 1,-1 0 0,1 0-1,-1 0 1,1 0-1,-1 1 1,1-1-1,0 1 1,0 0 0,0 0-1,0 0 1,0 1-1,0-1 1,0 1-9,1 5 14,0 0 0,-1 0 0,0 0 0,0 0-1,0 1 1,-1 0 0,0 0 0,0 0 0,0 0 0,-1 0 0,0 1-1,0-1 1,-1 1 0,0-1 0,0 1 0,0 0 0,-1-1-1,0 8-13,6 131-50,36-137-384,-37 22 382,-7 10 22,-2 0-1,-2-1 0,-2 0 1,-1 0-1,-7 13 31,8-20 7,-13 99 407,21-131-404,0 1 0,0 0-1,0 0 1,0 0-1,1 0 1,-1 0 0,0-1-1,0 1 1,1 0 0,-1 0-1,0 0 1,1-1-1,-1 1 1,1 0 0,-1-1-1,1 1 1,0 0-1,-1-1 1,1 1 0,0-1-1,-1 1 1,1-1-1,0 1 1,-1-1 0,1 1-1,0-1 1,0 0 0,0 1-1,-1-1 1,1 0-1,0 0 1,0 0 0,0 1-1,0-1 1,0 0-1,-1 0 1,1 0 0,0-1-1,0 1 1,0 0-1,0 0 1,0 0 0,-1-1-1,1 1 1,0 0 0,0-1-1,0 1 1,-1 0-1,1-1 1,0 1 0,-1-1-1,1 0 1,0 1-1,-1-1 1,1 1 0,-1-1-1,1 0 1,-1 0-10,14-9 39,-1 0-1,-1-1 1,0-1 0,0 0 0,-1-1 0,-1 0-1,0 0 1,4-10-39,11-11 7,109-159-731,-75 105-951</inkml:trace>
  <inkml:trace contextRef="#ctx0" brushRef="#br0" timeOffset="22948.99">1285 3005 27022,'0'0'709,"0"0"-267,-20 3-34,-89 13 797,107-16-757,7-1-247,376-98 183,-90 52-375,2 13 0,1 13 0,169 13-9,97-7 1,1719-133-4,-1882 137-10,16 19 13,-5 38-1970,-340-37-1598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2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10762,'0'0'15252,"0"0"-12516,0 0-2240,0 0-32,0 0 200,0 0-111,-7 23-225,7-21-192,0 0-88,-2 6-48,-16 16-16,1 1-296,-7-3-1329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2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28 19428,'0'0'2686,"0"0"1744,0 0-2737,0 0-972,0 0-35,0 0-49,-5-4-189,-12-15-201,12 14-107,5 27 83,-6 126 386,-7-1 1,-12 35-610,3-35 104,8 1 1,4 37-105,24-197-653,3-9-1256,1-7-2659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26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 27150,'0'0'2216,"0"0"-1864,0 0-64,0 0 345,0 0-137,0 0-280,0 0-80,0 41 16,5-21-8,-3 5-40,-2 9-48,0 5-24,-18 11-32,-14 7 0,-8 6-232,-28 26-240,11-18-881,5-12-2111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27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25 277 23885,'0'0'2198,"0"0"-884,0 0-478,0 0-15,0 0-83,0 0-193,-6-1-141,-13 0-40,58 0-130,18 1-132,739-64 190,589-19-225,-462 12 192,-621 53-216,-322 5-222,1 2-515,1-2-881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4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28310,'0'0'0,"0"0"-8,0 0-824,0 0-3369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3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0 610 26238,'0'0'4152,"0"0"-3575,0 0-393,0 0-40,123-63 80,-55 39-64,4 4-104,3 3-40,-5 1-16,-2 2-56,20-12-288,-18 3-801,-11-1-903</inkml:trace>
  <inkml:trace contextRef="#ctx0" brushRef="#br0" timeOffset="270.247">568 14 26982,'0'0'1224,"0"0"-888,0 0-152,0 0 352,-33 124-8,24-61-168,-2 8-112,0 8-79,0 2-97,-4 0-40,-3-4-32,3-6-64,0-12-473,-7-5-271,4-19-264,3-15-3033</inkml:trace>
  <inkml:trace contextRef="#ctx0" brushRef="#br0" timeOffset="536.145">125 0 26710,'0'0'1032,"0"0"-864,0 0-80,0 0 16,24 117-16,-4-74-64,8-4-24,32-11-232,-6-12-976,1-16-1177</inkml:trace>
  <inkml:trace contextRef="#ctx0" brushRef="#br0" timeOffset="1490.035">813 69 25373,'0'0'1490,"0"0"-694,0 0-120,0 0 91,-1 20-177,1-5-484,0-7-72,0 0 0,0-1 0,-1 1 0,0 0 0,0-1 0,0 1 0,-1-1 0,-1 1 0,1-1 0,-1 0 0,0 0 0,-1 0 0,0 0 0,0-1 0,0 0 0,-2 2-34,-73 75 8,-3-4 0,-3-3 0,-20 8-8,-54 48-262,156-130 242,-1-1 1,1 2-1,0-1 1,0 0-1,0 1 1,0-1-1,0 1 1,0 0 0,1 0-1,-1 0 1,1 0-1,0 0 1,0 1-1,0-1 1,0 0-1,1 1 1,-1 0-1,1-1 1,0 1-1,0 0 1,0 0-1,1 0 1,-1 0-1,1 0 1,0-1 0,0 1-1,0 0 1,1 0-1,-1 0 1,1 0-1,0 0 1,0-1-1,1 1 1,-1 0-1,1 0 20,9 8 35,-1 0-1,0 1 1,-1 0-1,0 0 1,-1 1 0,0 1-1,-1-1 1,-1 1-1,-1 0 1,4 14-35,21 279 516,-17-109-343,1-146-116,-14-52-52,0 0-1,1 0 1,-1 0-1,0-1 1,1 1 0,-1 0-1,1-1 1,-1 1-1,0 0 1,1-1 0,0 1-1,-1-1 1,1 1-1,-1 0 1,1-1 0,0 0-1,-1 1 1,1-1-1,0 1 1,-1-1-1,1 0 1,0 1 0,0-1-1,0 0 1,-1 0-1,1 0 1,0 1 0,0-1-1,0 0 1,-1 0-1,1 0 1,0 0 0,0-1-1,0 1 1,-1 0-1,1 0 1,0 0 0,0-1-1,-1 1 1,1 0-1,0-1 1,0 1-1,-1-1 1,1 1 0,0 0-1,-1-1 1,1 0-1,-1 1 1,1-1 0,0 1-1,-1-1 1,0 0-1,1 1 1,-1-1 0,1 0-1,-1 0 1,0 1-1,1-1 1,-1 0-1,0 0 1,0 1 0,0-2-5,11-19 17,-1 0 0,-1-1 0,-1 0 0,-1-1 0,-1 0 0,-1 0 0,-1-1-17,1-1 2,77-421-313,-76 434 220,-12 50 64,-11 14 87,-3 0 1,-2-2 0,-2 0-1,-15 19-60,22-36 24,4-9 1,2 0-3,-1 0 0,-1 0 1,0-1-1,-2-1 0,-1-1 0,-1 0 1,-1-1-1,0 0 0,-2-2 0,0 0 1,-8 4-23,-57-3 145,83-20-151,-1 0 1,1-1-1,-1 0 1,1 1-1,0-1 0,0 0 1,0 0-1,0 0 1,0-1-1,0 1 0,0 0 1,1-1-1,-1 1 1,1-1-1,0 1 1,0-1-1,0 0 0,0 1 1,0-1-1,0 0 1,1 0-1,-1 0 0,1 0 1,0 0-1,0 1 1,0-1-1,0 0 0,1 0 1,-1 0-1,1 0 1,0 0-1,-1 1 0,1-1 1,1-1 5,-1-4-18,2-15-38,2 1 0,0-1 0,2 1 0,0 0-1,1 1 1,2-1 0,0 2 0,10-16 56,-1 0-70,40-76-446,4 1-1,6 4 1,40-45 516,-83 119 16,1 2 1,2 1-1,1 1 1,1 2-1,2 1 1,0 2 0,3 0-17,44-2 696,-77 28-660,0 1 0,-1 0 0,1 0 0,-1 0 1,1 1-1,-1-1 0,0 1 0,0-1 0,-1 1 0,1 0 1,-1-1-1,0 1 0,0 0 0,0 0 0,0 0 0,0 0 1,-1 0-1,0 0 0,0 0 0,0 0 0,-1 0 0,1 0 1,-1 3-37,1 11 63,3-2-39,1 0 1,0-1-1,1 1 1,1-1-1,1 0 0,-1-1 1,2 1-1,0-1 1,1-1-1,1 0 1,0 0-1,0 0 1,8 5-25,22 32 136,-33-40-134,0 0 0,-1 1 0,-1-1 0,0 1 0,0 0 0,-1 1 0,0-1 0,-1 1 0,-1-1 0,1 1 1,-2 0-1,0 0 0,0 0 0,-1 0 0,-1 0 0,0 0 0,-1 0 0,0 0 0,0 0 0,-1-1 0,-1 1 0,0-1 0,-1 0 0,0 0 0,0 0 0,-1-1 0,-1 0 0,0 0 0,0 0 0,-1-1 0,0 0 0,0-1 0,-1 0 0,0 0 0,-7 4-2,2-3-32,0-1-1,0 0 1,-1-1-1,1-1 1,-2 0-1,1-1 1,-1 0 0,1-1-1,-1-1 1,0-1-1,0 0 1,-1-1 0,-7-1 32,21 0-63,-1 0 1,1 0-1,-1 0 1,1 0-1,0-1 1,-1 1-1,1-1 1,0 0-1,-1 0 1,1 0-1,0-1 1,0 1-1,0-1 1,0 1-1,0-1 0,1 0 1,-1 0-1,0-1 1,1 1-1,-1 0 1,1-1-1,0 1 1,0-1-1,0 0 1,0 0-1,1 0 1,-1 0-1,1 0 1,-1 0-1,1 0 1,0 0-1,0-1 1,1 1-1,-1 0 1,1-1-1,-1 1 1,1-1-1,0-1 63,15-126-1728,-13 126 1864,0 0-1,1 1 0,-1-1 0,1 0 0,1 1 0,-1-1 0,1 1 1,-1 0-1,1 0 0,0 0 0,0 1 0,1 0 0,-1 0 0,1 0 1,0 0-1,0 0 0,0 1 0,0 0 0,0 0 0,0 0 0,1 1 1,-1 0-1,1 0-135,19-2 47,0 2 0,1 0 1,-1 2-1,0 0 1,0 2-1,0 1 0,0 1 1,12 4-48,19 3-1537,-2-2-4748</inkml:trace>
  <inkml:trace contextRef="#ctx0" brushRef="#br0" timeOffset="2001.673">1265 586 28190,'0'0'1592,"0"0"-1384,0 0 16,0 0 281,0 0-161,0 0-200,156-53-112,-95 31-32,0 2-104,-4 3-296,0-5-433,-13 4-791,-15 2-2233</inkml:trace>
  <inkml:trace contextRef="#ctx0" brushRef="#br0" timeOffset="2285.168">1734 349 25870,'0'0'1520,"-4"21"-360,-65 316 926,56-272-2014,-3 0-1,-2-2 1,-4 0 0,-2-1 0,-25 43-72,48-102 5,0 1 0,0-1 0,0 0 0,0 0 0,-1 0 0,1-1 0,-1 1 0,0 0 0,0 0 0,0-1 0,0 1 0,-1-1 0,1 0 0,-1 0 0,1 0 0,-1 0 0,0 0 0,0 0 0,1-1 0,-1 1-1,0-1 1,-1 0 0,1 0 0,0 0 0,0 0 0,0-1 0,-1 1 0,1-1 0,0 0 0,0 0 0,-1 0 0,1 0 0,0-1 0,0 1 0,-1-1 0,1 0 0,0 0 0,0 0 0,0 0 0,0 0 0,0-1 0,0 0 0,0 0-5,-3-6-11,2 0 0,-1 0 0,1-1 0,0 0 0,1 0-1,0 0 1,0 0 0,1-1 0,0 1 0,1 0 0,0-1 0,0 0-1,1 1 1,1-1 0,-1 1 0,1-1 0,1 1 0,0-1 0,0 1-1,1 0 1,0 0 0,1 0 0,0 0 0,0 1 0,1-1 0,0 1-1,0 0 1,1 0 11,32-35-298,1 2-1,2 1 1,2 2-1,1 2 1,17-8 298,-26 18-571,47-37-2289</inkml:trace>
  <inkml:trace contextRef="#ctx0" brushRef="#br0" timeOffset="3517.534">1767 138 5057,'0'0'16905,"0"0"-12221,0 0-3387,0 0-255,0 0-290,0 0-227,0 6-22,-2 1-436,0 1-1,0-1 0,0 1 1,-1-1-1,0 0 1,-1 0-1,0 0 0,0 0 1,0-1-1,-1 0 1,0 0-1,0 0 0,-4 4-66,-8 11 89,-54 59-2,-3-3 0,-4-3 0,-3-4-1,-22 12-86,79-63 0,-55 48-493,205-168-3596,-124 99 4141,-1 1 1,1-1-1,0 1 1,-1-1-1,1 1 0,0 0 1,0 0-1,0 0 1,0 0-1,0 0 1,0 0-1,0 0 1,0 1-1,1-1 0,-1 1 1,0-1-1,0 1 1,1 0-1,-1 0 1,0 0-1,0 0 0,1 0 1,-1 1-1,0-1 1,0 0-1,0 1 1,0 0-1,0 0 1,1 0-1,-1 0 0,0 0 1,-1 0-1,1 0 1,0 0-1,0 1 1,0-1-1,-1 1 0,1-1 1,-1 1-1,1 0 1,-1 0-1,0 0 1,0-1-1,1 3-52,9 34 244,-2 1-1,-1-1 1,-3 2-1,-1-1 1,-2 1 0,-1-1-1,-4 31-243,2 6-10,13-88-1045,26-68-1517,-18 35-56</inkml:trace>
  <inkml:trace contextRef="#ctx0" brushRef="#br0" timeOffset="3802.677">1778 529 22749,'0'0'4457,"0"0"-3681,127-73-48,-72 45-256,-5 7-112,-8 3-208,-7 4-152,-9 6-72,-4-4-496,-4 2-552,-7 1-5697</inkml:trace>
  <inkml:trace contextRef="#ctx0" brushRef="#br0" timeOffset="4087.162">1995 286 24389,'0'0'2977,"-14"23"-1688,-136 248 691,87-130-1696,7 3 0,6 2 0,-4 44-284,50-174 3,4-17-25,5-13-27,18-39-379,3 1 1,2 2 0,2 0 0,17-19 427,-40 59-109,169-227-862,-174 233 1013,1 0 0,0 0 0,0 1-1,1-1 1,-1 1 0,1 0 0,-1 0 0,1 0-1,0 1 1,0-1 0,0 1 0,0 0 0,1 0 0,-1 0-1,1 0 1,-1 1 0,1 0 0,-1 0 0,1 0-1,0 1 1,-1-1 0,1 1 0,0 0 0,0 1 0,-1-1-1,1 1 1,0 0 0,1 0-42,2 7 72,-1-1-1,0 1 1,0 1-1,-1-1 1,0 1-1,-1 0 1,0 0-1,0 1 1,-1 0-1,0-1 1,-1 1-1,0 1 1,0-1-1,-1 0 1,-1 1-1,1 9-71,2-6 3,-2 0 0,1 0 0,-1 1 0,-1-1 0,-1 1 0,0-1 0,-1 0 0,0 1 0,-1-1 0,-1 0 0,0 0 0,-1 0 0,-1 0 0,0-1 0,-1 0 0,0 0 0,-1 0 0,0-1 0,-1 1 0,0-2 0,-1 1 0,-1-2 0,1 1 0,-2-1 0,-3 2-3,9-9-85,0 0 0,0-1 0,0 1 0,0-1 0,-1-1 0,1 1 0,-1-1 0,1 0 0,-1 0 0,1-1 0,-1 1 0,0-1 0,1 0 0,-1-1 0,0 1 0,1-1 0,-1-1 0,1 1 0,-1-1 0,1 0 0,0 0 0,0 0 0,0-1 0,-3-1 85,-44-71-2314,36 38-419</inkml:trace>
  <inkml:trace contextRef="#ctx0" brushRef="#br0" timeOffset="4434.432">1870 874 8122,'0'0'12158,"0"0"-8250,0 0-2848,0 0-302,0 0 0,0 0-165,-3 18-243,-10 57-90,-34 4 243,46-77-450,16-3 187,107-6-1032,-120 11 772,1 0 0,-1-1-1,0 1 1,0 0 0,-1 1 0,1-1-1,-1 0 1,0 0 0,0 1 0,0-1-1,-1 0 1,1 1 0,-1-1 0,0 1-1,0-1 1,-1 0 0,1 1-1,-1-1 1,0 0 0,-1 1 0,1-1-1,0 0 1,-1 0 0,0 0 0,-1 1 20,-22 34 1189,24-38-677,23-14 570,158-133-948,-67 39-3118,-64 57-1873</inkml:trace>
  <inkml:trace contextRef="#ctx0" brushRef="#br0" timeOffset="4685.197">2591 251 25365,'0'0'1657,"0"0"-1393,0 0-264,0 0-16,140-32-848,-120 24-5994</inkml:trace>
  <inkml:trace contextRef="#ctx0" brushRef="#br0" timeOffset="4935.701">2696 320 24973,'0'0'2103,"-13"28"-818,-85 194 346,96-218-1604,-22 51 172,2 2 0,3 0 0,2 2 0,2 0 1,0 19-200,15-79-1,1 1 0,-1 0 0,0 0 0,1 0 0,-1 0 0,0 0 0,0-1 0,1 1 0,-1 0 1,0 0-1,1 0 0,-1 0 0,0 0 0,1 0 0,-1 0 0,0 0 0,0 0 0,1 0 0,-1 0 0,0 0 1,1 0-1,-1 1 0,0-1 0,1 0 0,-1 0 0,0 0 0,0 0 0,1 0 0,-1 1 0,0-1 0,0 0 1,1 0-1,-1 0 0,0 1 0,0-1 0,0 0 0,1 0 0,-1 1 0,0-1 0,0 0 0,0 0 0,0 1 0,0-1 1,0 0-1,0 1 0,1-1 0,-1 0 0,0 1 0,0-1 0,0 0 0,0 0 0,0 1 0,0-1 0,0 0 1,-1 1 0,23-29-94,-19 24 63,129-197-2034,-78 114-1707,-32 52 854,18-33-13846</inkml:trace>
  <inkml:trace contextRef="#ctx0" brushRef="#br0" timeOffset="5108.175">2696 320 23941,'123'32'2510,"-121"-31"-2436,-1 0-1,1 0 1,0 0 0,0 0-1,-1 1 1,1-1 0,0 0-1,-1 1 1,1-1 0,-1 1-1,0-1 1,1 1 0,-1 0-1,0-1 1,0 1 0,0 0-1,0 0 1,-1 0 0,1 0-1,0 0 1,-1 0 0,1 0-1,-1 0 1,0 0 0,0 0-1,0 0 1,0 0 0,0 0-1,0 1 1,0-1 0,-1 0-1,1 0 1,-1 1-74,0 9 338,3 75 672,3 20-613,-4-1 0,-6 1 0,-4-1-1,-10 34-396,-59 153-38,77-291 6,1-1 1,-1 1 0,1 0 0,-1-1-1,1 1 1,-1-1 0,0 1-1,0-1 1,1 1 0,-1-1-1,0 1 1,-1-1 0,1 0-1,0 1 1,0-1 0,0 0-1,-1 0 1,1 0 0,-1 0-1,1 0 1,-1 0 0,1-1-1,-1 1 1,1 0 0,-1-1-1,0 1 1,1-1 0,-1 0 0,0 0-1,1 1 1,-1-1 0,0 0-1,0 0 1,1 0 0,-1-1-1,0 1 1,1 0 0,-1-1-1,0 1 1,1-1 0,-1 1-1,1-1 1,-1 0 0,1 0-1,-1 0 1,1 0 0,-1 0-1,1 0 1,0 0 0,-1 0 0,1 0-1,0-1 1,0 1 0,0 0-1,0-1 1,0 1 0,1-1-1,-1 1 1,0-1 0,0 1-1,1-1 1,-1 0 31,-43-111-3746,26 56-932</inkml:trace>
  <inkml:trace contextRef="#ctx0" brushRef="#br0" timeOffset="5277.206">2633 661 24349,'0'0'1686,"0"0"-995,0 0-369,6 19-151,-4-13-164,4 10 4,-1 0 0,-1 0-1,0 1 1,-1 0 0,-1-1 0,0 1 0,-2 0-1,0 0 1,0 0 0,-2 1-11,0-6-25,-1 0-1,0 0 1,-1-1 0,0 1 0,-1-1 0,0 0-1,-1 0 1,0-1 0,-1 1 0,0-1 0,0-1-1,-1 1 1,0-1 0,-1-1 0,0 0 0,-1 0-1,1 0 1,-1-1 0,-5 1 25,-5-13 2416,37-18-1865,251-151-747,-257 168 143,79-44-775,-7 4-463</inkml:trace>
  <inkml:trace contextRef="#ctx0" brushRef="#br0" timeOffset="5853.557">3224 523 27734,'0'0'1207,"0"0"-724,0 0-203,0 0 124,0 0 24,0 0-137,13 16-115,40 52-44,-49-63-127,-1 0 0,0 1 0,0 0 1,0 0-1,-1 0 0,1 0 0,-1 0 0,-1 0 1,1 1-1,-1-1 0,0 1 0,-1-1 0,0 1 1,0-1-1,0 1 0,-1-1 0,1 1 1,-2-1-1,1 0 0,-1 1 0,0-1 0,0 0 1,-1 0-1,1 0 0,-1 0 0,-1-1 1,1 1-1,-1-1 0,0 0 0,0 0 0,-1 0 1,1 0-1,-1-1 0,0 0 0,0 0 1,-1 0-1,1-1 0,-6 3-5,-3 7-6,-14 13-331,-1 0-1,-1-2 1,-1-2 0,-1-1 0,-23 11 337,51-29-189,0-1 0,0 0 1,0 0-1,0 0 0,0 0 0,0-1 0,0 0 1,0 0-1,0 0 0,-1 0 0,1-1 0,0 0 1,-1 0-1,1 0 0,-1 0 0,1 0 0,0-1 1,-1 0-1,1 0 0,0 0 0,-3-2 189,-7-15-6128</inkml:trace>
  <inkml:trace contextRef="#ctx0" brushRef="#br0" timeOffset="6133.934">2944 712 24349,'0'0'3625,"0"0"-2857,0 0 112,0 0-192,0 0-111,120 103-209,-89-75-184,2-3-104,0-5-40,6-8-40,3-10-24,6-2-248,7-4-296,2-20-233,26-25-375,-15 5-1672,-9 1-10187</inkml:trace>
  <inkml:trace contextRef="#ctx0" brushRef="#br0" timeOffset="6623.176">3753 564 19636,'0'0'3432,"0"0"-889,0 0-843,0 0-494,0 0-375,0 0-266,3-8-186,7-26-142,-37 46 309,-199 148-634,219-151 33,1 0 1,0 0 0,1 1-1,0 0 1,1 0-1,0 0 1,0 0 0,1 0-1,1 1 1,-1 0 0,2 0 54,-8 23-21,-79 286 58,85-275-80,7-47-83,180-316-769,-176 307 859,-1 1 0,1 0 0,1 0-1,0 1 1,0 0 0,1 1 0,0 0 0,0 0 0,1 1 0,0 0-1,1 1 1,-1 0 0,1 1 0,0 1 0,0 0 0,1 0 0,-1 1-1,1 0 1,0 1 0,5 1 36,-14 3 26,1 0 0,0 0 0,-1 0 0,1 1 0,-1 0 0,0 0 0,0 0 0,0 1 0,0-1 0,-1 1 0,1 0 0,-1 0 0,0 0 0,0 0 0,0 1 0,-1-1 0,0 1 0,1 0 0,-2-1 0,1 1 0,0 0 0,-1 0 0,0 0 0,0 0 0,-1 1 0,1-1 0,-1 0 0,0 0 0,-1 0 0,1 0 0,-1 1 0,0-1 0,0 0 0,-1 0 0,1-1 0,-1 1 0,0 0 0,-3 4-26,-5 11 26,-1-1 0,-1-1 0,-1 0-1,-1 0 1,0-2 0,-1 1 0,-1-2 0,0 0-1,-1-1 1,-1-1 0,0 0 0,-17 8-26,25-15-10,-1 0 0,0 0-1,-1-1 1,1 0 0,-1-1 0,0 0 0,-1-1 0,1 0 0,0-1 0,-1-1-1,1 0 1,-7-1 10,17 0-11,0-1-1,0 1 1,1-1-1,-1 0 1,0 0-1,1 0 1,-1 0-1,0 0 1,1 0-1,0 0 0,-1 0 1,1-1-1,0 1 1,-1-1-1,1 1 1,0-1-1,0 1 1,0-1-1,0 0 1,1 1-1,-1-1 1,0 0-1,1 0 0,-1 1 1,1-1-1,-1 0 1,1 0-1,0 0 1,0 0-1,0 0 1,0 0-1,0 1 1,1-1-1,-1 0 1,0 0-1,1 0 0,-1 0 12,20-72-848,-18 70 878,0 0-1,0 0 0,1 0 0,-1 0 0,1 1 0,0-1 0,0 1 0,0 0 0,0 0 1,0 0-1,1 0 0,0 0 0,-1 1 0,1 0 0,0 0 0,0 0 0,0 0 1,0 0-1,0 1 0,1 0 0,-1 0 0,0 0 0,1 0 0,2 1-29,70-1-206,-41 1-944</inkml:trace>
  <inkml:trace contextRef="#ctx0" brushRef="#br0" timeOffset="6950.516">4036 858 22797,'0'0'1592,"0"0"-428,23-2 85,185-11 494,-200 12-1630,0 0 0,-1 1 1,1 0-1,-1 1 1,1 0-1,-1 0 0,1 1 1,-1-1-1,0 2 0,0-1 1,0 1-1,0 0 0,0 0 1,0 1-1,-1 0 0,0 0 1,1 1-1,-2-1 1,1 1-1,-1 1 0,1-1 1,-1 1-1,-1 0 0,1 0 1,-1 0-1,0 1 0,-1-1 1,1 1-1,-1 0 1,-1 0-1,2 4-113,-2 6-21,-1-1-1,-1 1 1,-1-1 0,0 1 0,-1-1 0,-1 0-1,0 1 1,-1-1 0,-1-1 0,0 1-1,-1-1 1,-1 0 0,-1 0 0,0 0 0,0-1-1,-2-1 1,1 0 0,-2 0 0,0 0-1,0-2 1,-2 1 0,1-1 0,-8 4 21,19-14-61,-1 1 0,1 0 0,-1 0-1,0-1 1,0 1 0,0-1 0,0 0 0,0 0 0,0 1 0,0-1 0,0-1 0,0 1 0,-1 0 0,1 0 0,0-1 0,0 1 0,-1-1-1,1 0 1,-1 0 0,1 0 0,0 0 0,-1 0 0,1 0 0,0-1 0,-1 1 0,1-1 0,0 1 0,0-1 0,-2-1 61,-6-16-1794</inkml:trace>
  <inkml:trace contextRef="#ctx0" brushRef="#br0" timeOffset="7235.236">4358 762 26766,'0'0'2176,"0"0"-1912,-20 114-120,13-65 440,5-5-144,2-5-287,0-5-105,0-11-48,2-7-8,12-10-177,3-6-127,5 0-120,11-20-176,-7 1-344,-2-1-2433</inkml:trace>
  <inkml:trace contextRef="#ctx0" brushRef="#br0" timeOffset="7517.59">4619 1056 21797,'0'0'4806,"0"0"-3220,0 0-718,0 0-16,0 0-216,0 0-169,14-1-183,47-7-140,-9-40-89,-36 26-102,-12 16-21,1 0-1,-1 1 1,1 0-1,1 0 1,-1 0-1,1 1 1,0 0-1,0 0 1,0 0-1,0 1 1,1 0-1,-1 0 1,1 1-1,0-1 1,0 1-1,0 1 1,5-1 68,-7 55 16,-50 18 244,6-18-1144,36-41-610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4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947 1 28254,'0'0'679,"-21"8"-348,-294 136 639,255-111-767,1 1-1,1 4 0,2 2 0,-39 37-202,88-72 6,1 1-1,1 0 1,-1 1 0,1-1 0,0 1 0,1 0 0,-1 0 0,2 1 0,-1-1-1,1 1 1,0 0 0,0 0 0,1 0 0,0 0 0,1 0 0,-1 1 0,2-1-1,-1 0 1,1 1 0,0-1 0,1 0 0,0 1 0,0-1 0,1 0 0,0 0-1,1 0 1,0 0 0,0 0 0,0 0 0,1-1 0,0 0 0,1 2-6,12 17 8,-2 0 0,-1 2 0,-2 0 0,0 0 0,-2 1 0,-1 0 0,-1 1 0,-2 0 0,-1 0 0,0 10-8,-6-4 25,-2 0-1,-2-1 1,-1 0 0,-1 0 0,-2 0 0,-1-1 0,-2-1 0,-2 0 0,-13 24-25,14-22 4,-3 0 0,0-1 0,-2 0 0,-2-2 0,-1 0 0,-1-1 0,-2-2 0,-1 0 0,-1-1 0,-28 21-4,43-41 2,35-3-158,-10-6 156,-1 1 0,1 1-1,-1 0 1,0 1-1,0 0 1,0 1 0,0 1-1,0 0 1,0 0 0,-1 1-1,0 1 1,0 0-1,-1 1 1,1 0 0,-1 1-1,-1 0 1,1 0 0,-2 1-1,1 1 1,-1 0-1,-1 0 1,1 0 0,-2 1-1,0 1 1,0-1-1,-1 1 1,0 0 0,3 11 0,6 37 63,-3 0 0,-3 1-1,-2 0 1,-3 1 0,-2 25-63,-1-38 35,20 1366 972,-31-1231-1007,-9-1 0,-42 175 0,56-332 0,12-57-946,4-9-685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4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77 444 29614,'0'0'1505,"0"0"-1505,0 0-384,0 0 384,0 0 8,0 0-8,186-98-537,-114 50-1143,-8 3-2201</inkml:trace>
  <inkml:trace contextRef="#ctx0" brushRef="#br0" timeOffset="250.07">480 204 27286,'0'0'992,"-4"106"-552,4-35-80,0 14 24,0 0-152,0-2-128,2-6-56,0-8-40,-2-12-8,0-12-48,0-9-304,0-11-592,-11-13-2057</inkml:trace>
  <inkml:trace contextRef="#ctx0" brushRef="#br0" timeOffset="251.07">0 113 27830,'0'0'824,"0"0"-640,0 0-112,0 0-64,167-2-8,-82-14-552,-2-7-3145</inkml:trace>
  <inkml:trace contextRef="#ctx0" brushRef="#br0" timeOffset="1338.039">798 0 27206,'0'0'1049,"0"0"-159,-7 21-163,-52 125 448,-210 306-782,262-439-391,-1 0 0,2 1 0,0 0 0,0 0 0,1 0 0,1 1 0,1-1 1,0 1-1,1 0 0,0 0 0,1 1-2,41 33-17,-17-30 18,-16-8 0,-2-1 0,1 1 0,-1 1 0,-1-1 0,0 1 0,0-1 0,-2 1 1,1 0-1,-1 0 0,-1 1 0,0-1 0,-1 0 0,0 0 0,-1 1 0,0-1 0,-3 7-1,3 5 9,-8 189 53,9-211-62,1 0 1,-1 0-1,1 0 1,0 0 0,-1 0-1,1 0 1,0 0-1,0 0 1,0-1-1,0 1 1,1 0-1,-1-1 1,0 1 0,1-1-1,-1 1 1,1-1-1,0 0 1,-1 0-1,1 1 1,0-1 0,0 0-1,-1-1 1,1 1-1,0 0 1,0 0-1,0-1 1,0 1-1,0-1 1,0 0 0,0 0-1,0 1 1,1-1-1,-1 0 1,0-1-1,0 1 1,0 0-1,0-1 1,0 1 0,0-1-1,0 1 1,0-1-1,-1 0 1,1 0-1,0 0 1,0 0 0,0 0-1,-1-1 1,1 1-1,-1 0 1,1-1-1,-1 1 1,1-1-1,-1 1 1,0-1 0,0 0-1,0 0 1,0 0-1,123-249-1179,-92 172 997,-29 111 325,-15 0-120,-1-1-1,-1 0 0,-2-1 1,-1-1-1,-1 0 1,-21 25-23,12-17 9,-1-1 1,-2-2 0,-1-1-1,-1-1 1,-2-2 0,-10 6-10,28-24 44,-1 0 1,0-1 0,-1-1-1,0-1 1,0-1 0,-1 0-1,0-1 1,0-1 0,-1-1 0,0-1-1,0 0 1,0-2 0,0 0-1,-1-1 1,-2-1-45,21-1 8,0 1 0,0 0 1,-1-1-1,1 0 0,0 0 0,0 1 0,0-1 0,0 0 1,0-1-1,0 1 0,0 0 0,0-1 0,1 1 0,-1-1 1,0 1-1,1-1 0,-1 0 0,1 1 0,0-1 0,-1 0 1,1 0-1,0 0 0,0 0 0,0 0 0,1-1 0,-1 1 1,0 0-1,1 0 0,0 0 0,-1-1 0,1 1 0,0 0 1,0 0-1,0-1 0,0 1 0,1 0 0,-1 0 1,1-1-9,24-91 38,11 32-51,3 3-1,3 1 0,3 1 1,12-9 13,-1 0-64,64-78-326,6 6 1,114-96 389,-236 231-1,3-5 1,1 1 0,-1 0 1,1 0-1,0 1 0,1 0 1,-1 1-1,1 0 0,0 0 1,1 1-1,-1 0 0,1 0 1,0 1-1,0 1 1,0 0-1,4-1 0,-12 5 5,1 0 0,-1 0 1,1 0-1,-1 0 0,0 0 0,0 1 1,0-1-1,0 1 0,0-1 0,0 1 1,-1 0-1,1-1 0,-1 1 0,0 0 1,0 0-1,0 0 0,0 0 1,-1 0-1,1 1 0,-1-1 0,1 0 1,-1 0-1,0 0 0,-1 0 0,1 0 1,0 0-1,-1 1 0,0-1-5,1 6 14,0 4-5,0 0 0,1 0-1,1 1 1,0-1 0,1 0 0,0-1-1,0 1 1,2 0 0,0-1 0,0 0-1,1 0 1,0-1 0,1 1 0,1-1-1,-1-1 1,2 1 0,-1-2 0,2 1-1,-1-1 1,3 1-9,43 30 6,-43-33-5,-1 0 0,0 1 0,0 0 0,-1 0 0,0 1 0,0 1 0,-1 0 0,0 0 0,-1 1 1,0 0-1,-1 0 0,4 7-1,-9-11 1,-1-1 1,1 1-1,-1-1 0,-1 1 1,1-1-1,-1 1 1,0-1-1,-1 1 1,0-1-1,0 1 1,0-1-1,-1 1 0,1-1 1,-2 0-1,1 0 1,-1 0-1,0 0 1,0 0-1,0-1 1,-1 1-1,-2 2-1,-101 103 46,93-98-42,-5 7 6,-1-1 1,0-1-1,-2-1 0,0 0 1,0-2-1,-2-1 1,0-1-1,0-1 1,-1 0-1,-1-3 1,0 0-1,-23 5-10,46-14-41,0 0 0,0 0 0,0 0 1,0 0-1,-1 0 0,1-1 0,0 0 0,0 1 0,0-1 1,0 0-1,0-1 0,0 1 0,0 0 0,0-1 0,1 0 0,-1 0 1,1 1-1,-1-1 0,1-1 0,-1 1 0,1 0 0,0-1 1,0 1-1,0-1 0,1 1 0,-1-1 0,1 0 0,-1 0 0,1 0 1,0 0-1,0 0 0,0 0 0,0 0 0,1 0 0,-1 0 1,1 0-1,0-1 0,0 1 0,0 0 0,0 0 0,0 0 0,1-1 1,0 0 40,-3-4 11,1 0 1,1 0-1,-1 0 1,1-1-1,1 1 1,-1 0-1,1 0 1,1 0-1,0 0 0,0 0 1,0 0-1,1 0 1,0 0-1,1 1 1,0 0-1,0 0 1,0 0-1,1 0 1,0 0-1,0 1 1,1 0-1,0 0 1,0 1-1,0-1 1,0 1-1,1 0 1,0 1-1,0 0 1,1 0-1,-1 1 1,7-3-12,2 3 129,0 1 1,0 1-1,1 0 1,-1 1-1,1 1 1,-1 0-1,0 1 1,1 1-1,-1 1 1,14 4-130,87 43-2584,-82-32-6223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49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26214,'0'0'2743,"0"0"-1571,0 0-652,0 0-189,0 0-76,0 0-26,19 2 3,147-9 104,-53-24-272,-2-5-1,58-29-63,-11 4-1838,-114 48-2336,-42 14-5641,-5 4 2229,-46 36 15047,-19 20 2291,36-8-8386,24-26-962,2 0 0,1 1 1,1-1-1,1 1 0,2 0 1,1 25-405,0 3 213,-7 63 159,-5 0 1,-5-1-1,-28 97-372,25-104 48,39-119-106,11-21-318,-2 0 0,0-2 0,-2-1 0,21-34 376,-34 47-255,16-23-787,-8 6-454</inkml:trace>
  <inkml:trace contextRef="#ctx0" brushRef="#br0" timeOffset="306.888">163 1026 25998,'0'0'3088,"-50"112"-2424,34-43-192,5 2 1,11-10-81,5-13-136,25-15-96,10-11-56,15-12 8,8-10-8,16 0-48,26-28-56,36-21-208,32-26-864,-24 8-1593,-26 2-14747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5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313 456 12395,'0'0'4662,"0"0"1546,0 0-2070,0 0-2581,0 0-932,0 0-298,-5 2 122,-3 12 231,38-4-288,50-1-80,-42-8-291,1-2-1,-1-2 0,0-1 0,0-3 1,-1 0-1,15-7-20,165-39-990,-216 54 989,-1-1-1,1 0 1,0 0-1,-1 1 1,1-1-1,-1 0 1,1 1-1,-1-1 1,1 0-1,-1 1 1,1-1-1,-1 1 1,1-1-1,-1 1 1,1-1 0,-1 1-1,0 0 1,1-1-1,-1 1 1,0-1-1,1 1 1,-1 0-1,0-1 1,0 1-1,0 0 1,0-1-1,0 1 1,1 0-1,-1-1 1,0 1-1,-1 0 1,1-1-1,0 1 1,0 0-1,0-1 1,0 1-1,0 0 1,-1-1-1,1 1 1,0-1-1,-1 1 1,1 0-1,0-1 1,-1 1-1,1-1 1,0 1 0,-1-1-1,1 1 1,-1-1-1,1 1 1,-1-1-1,0 0 1,0 1 1,-124 124 446,-600 582 202,673-655-861,44-42-463,35-35-331,22-24-2374,6-7-5863</inkml:trace>
  <inkml:trace contextRef="#ctx0" brushRef="#br0" timeOffset="304.255">427 892 21869,'0'0'5185,"0"0"-4297,0 0-72,48 130-144,-33-72-136,-2 1-136,-2-4-159,-2 2-137,-7-1-40,-2 1-56,0 0-8,0-4-88,0 2-497,-4-15-903,4-20-1449</inkml:trace>
  <inkml:trace contextRef="#ctx0" brushRef="#br0" timeOffset="522.639">628 1232 23621,'0'0'2449,"0"0"-1649,0 0-336,0 0-64,141-40-88,-60-5-312,-11 3-224,-9-3-5001</inkml:trace>
  <inkml:trace contextRef="#ctx0" brushRef="#br0" timeOffset="955.203">1566 1 12507,'0'0'13277,"0"0"-10173,0 0-2754,0 0 140,21 3-44,160 25-67,-162-26-291,-16-3-135,-1 0 0,1 0 0,0 1 0,0-1 0,0 1 0,0 0 0,0-1-1,0 1 1,0 1 0,0-1 0,0 0 0,0 1 0,0 0 0,0-1 0,0 1 0,-1 0 0,1 1 0,0-1 0,0 0 0,-1 1 0,1-1 0,-1 1 0,0 0 0,1 0 0,-1 0 0,0 0 0,0 0 0,0 1 0,0-1-1,-1 1 1,1-1 0,-1 1 0,1-1 0,-1 1 0,0 0 0,0 0 0,0 0 0,0 0 0,-1-1 0,1 1 0,-1 0 0,0 0 0,0 0 0,0 0 0,0 0 0,0 0 47,-8 12-45,-1-1 0,0-1 0,0 0 0,-2 0 0,1-1 1,-2 0-1,1 0 0,-2-2 0,0 0 0,-8 6 45,5-4 47,-137 100 1599,151-111-1523,5-2-50,151-101-24,-91 69-150,-62 34 104,1 1 0,-1-1 1,1 0-1,-1 0 0,0 1 0,0-1 1,0 1-1,0-1 0,0 1 0,0 0 0,0-1 1,-1 1-1,1 0 0,0-1 0,-1 1 1,0 0-1,1 0 0,-1 0 0,0-1 0,0 1 1,0 0-1,0 0 0,0 0 0,0-1 0,-1 1 1,1 0-1,0 0 0,-1 1-3,0 6 30,0 23 74,-2 0 0,-1 1-1,-1-1 1,-2 0 0,-1-1 0,-10 24-104,-15 33 71,-29 122 25,62-210-98,0 0 0,1-1 0,-1 1 0,0 0 0,1 0 0,-1 0 0,1 0 0,-1 0 0,0 0 0,1 0 0,-1 0 0,1 0 0,-1 0 0,0 0 1,1 0-1,-1 0 0,1 0 0,-1 0 0,0 0 0,1 1 0,-1-1 0,0 0 0,1 0 0,-1 0 0,1 1 0,-1-1 0,0 0 0,0 0 0,1 1 0,-1-1 1,0 0-1,0 1 0,1-1 0,-1 0 0,0 1 0,0-1 0,1 0 0,-1 1 0,0-1 0,0 1 0,0-1 0,0 0 0,0 1 0,0-1 0,0 1 0,0-1 1,0 0-1,0 1 0,0-1 0,0 1 0,0-1 0,0 0 0,0 1 0,0-1 0,0 0 0,0 1 0,-1-1 0,1 1 0,0-1 0,0 0 0,0 1 0,-1-1 1,1 0-1,0 1 2,20-27-200,-19 24 185,147-239-636,-148 242 651,0 0 0,0 0 0,1 0 1,-1 0-1,0 0 0,0 1 0,0-1 0,1 0 0,-1 0 0,0 0 0,1-1 0,-1 1 1,1 0-1,0 0 0,-1 0 0,1 0 0,0 0 0,-1-1 0,1 1 0,0 0 1,0 0-1,-1-1 0,1 1 0,0-1 0,0 1 0,0-1 0,0 1 0,0-1 0,0 1 1,0-1-1,0 0 0,0 0 0,0 1 0,0-1 0,0 0 0,0 0 0,0 0 1,0 0-1,0 0 0,1 0 0,-1-1 0,0 1 0,0 0 0,0-1 0,0 1 1,0 0-1,0-1 0,-1 1 0,1-1 0,0 1 0,0-1 0,0 0 0,0 1 0,0-1 1,-1 0-1,1 0 0,0 1 0,-1-1 0,1 0 0,-1 0 0,1 0 0,-1 0 1,1 0-1,-1 0 0,1 0 0,-1 0 0,0 0 0,1 183 20,22-225-1196,-1 6-1149,1 1-4031</inkml:trace>
  <inkml:trace contextRef="#ctx0" brushRef="#br0" timeOffset="1220.568">2132 541 25613,'0'0'1377,"0"0"-705,0 0 56,0 0-248,0 0-312,0 0-168,0 0-224,-72 113-1872</inkml:trace>
  <inkml:trace contextRef="#ctx0" brushRef="#br0" timeOffset="1786.868">1238 1111 24021,'0'0'3091,"0"0"-1974,0 0-485,0 0 13,-14 18-190,-37 53-172,45-49-76,20-20-155,1-2 1,0 0 0,-1-1 0,1 0-1,-1-1 1,1-1 0,-1 0 0,0-1 0,0 0-1,0-2 1,-1 1 0,4-4-53,583-297-451,-586 299 443,0 1 0,0 0-1,1 1 1,0 0 0,0 2 0,0 0 0,0 0-1,0 1 1,1 1 0,-1 1 0,15 1 8,-28 1 1,0 0 0,0 0 0,-1 0 0,1 0 1,-1 0-1,1 0 0,-1 0 0,0 1 1,0-1-1,0 0 0,0 1 0,0-1 1,-1 1-1,1-1 0,-1 1 0,1 0 1,-1-1-1,0 1 0,0-1 0,0 1 1,0 0-1,-1-1 0,1 1 0,-1-1 0,1 1 1,-1 0-2,0 3 2,-2 10 24,-2-1-1,1 0 1,-2 0-1,0-1 1,-1 1-1,0-1 0,-1-1 1,-1 1-1,0-2 1,-6 7-26,-10 19 103,24-38-103,-5 7 13,-1 0 0,1 0 1,1 1-1,-1 0 0,1 0 0,0 0 1,1 1-1,0-1 0,1 1 0,-1 0 0,2 0 1,-1 0-1,1 1 0,1-1 0,-1 0 1,2 1-1,-1-1 0,1 1 0,1-1 0,0 1 1,0-1-1,1 1 0,0-1 0,1 0 0,-1 0 1,3 2-14,20 19-9,37 58-57,-61-84 65,0-1-1,0 0 1,0 1-1,0-1 0,-1 1 1,0-1-1,1 1 1,-1-1-1,0 1 1,-1-1-1,1 1 0,-1-1 1,0 1-1,1-1 1,-1 0-1,-1 1 1,1-1-1,0 0 0,-1 0 1,0 0-1,0 0 1,0 0-1,0 0 1,0 0-1,0-1 0,-1 1 1,1-1-1,-1 1 1,-1-1 1,-15 14-43,-2 0 1,0-2 0,-1 0 0,-1-2-1,0 0 1,0-2 0,-1 0 0,0-2-1,-1-1 1,0 0 0,0-2 0,0-1-1,-1-1 1,1-1 0,-1-1-1,-20-3 44,37 1-52,0 0 0,1-1 0,-1 0 0,1 0 0,-1-1 0,1 0 0,0 0 0,0-1 1,0 0-1,1-1 0,-1 1 0,1-1 0,0-1 0,0 0 0,1 1 0,0-2 1,0 1-1,0-1 0,1 0 0,0 0 0,0-1 0,1 1 0,0-1 0,0 0 1,1 0-1,0-1 0,1 1 0,-1-1 0,2 1 0,-1-1 0,1 0 0,0 1 0,1-3 51,1 9 48,1 1 1,0-1-1,-1 1 0,1-1 0,0 1 0,-1 0 0,1 0 0,0 0 0,0 0 0,0 0 0,0 0 0,0 1 0,0-1 0,0 1 0,1-1 0,-1 1 0,0 0 0,0 0 0,0 0 0,0 0 0,0 0 0,1 0 0,-1 1 0,0-1 0,0 1 0,0-1 0,0 1 0,0 0 0,2 1-48,218 76 1207,99 15-2989,-237-70-2202</inkml:trace>
  <inkml:trace contextRef="#ctx0" brushRef="#br0" timeOffset="2486.804">2467 833 28574,'0'0'664,"23"-9"-354,240-124 458,-231 114-731,35-20-592,-1-3 0,-2-3 1,22-22 554,-82 64-215,-1 0 1,1 0 0,0-1-1,-1 1 1,1-1-1,-1 0 1,0 0-1,-1 0 1,1 0 0,0 0-1,-1-1 1,0 1-1,0-1 1,-1 0 0,1 1-1,-1-1 1,0 0-1,0-3 215,-2 7 75,1 0-1,-1 0 1,0 0-1,0 0 0,0 1 1,0-1-1,0 0 1,0 1-1,0-1 1,0 1-1,0-1 1,-1 1-1,1 0 0,0-1 1,0 1-1,0 0 1,-1 0-1,1-1 1,0 1-1,0 0 0,0 0 1,-1 1-1,1-1 1,0 0-1,0 0 1,0 1-1,0-1 0,-1 0 1,1 1-1,0-1 1,0 1-1,0-1 1,0 1-1,0 0 0,0 0 1,0-1-1,0 1 1,0 0-1,1 0 1,-1 0-1,0 0 1,0 0-1,1 0 0,-1 0 1,1 0-1,-1 0 1,1 0-1,-1 1-74,-6 16 219,1 1 0,1-1-1,1 1 1,1 0 0,0 0-1,1 0 1,2 0 0,-1 0 0,2 0-1,2 7-218,-2 28 231,-5 404 632,1-429-846,-1 0 1,-1 0-1,-2-1 1,-1 0-1,-1 0 1,-1-1-1,-1 0 1,-2 0-1,-4 4-17,13-25 2,-1-1 0,0 0 0,0-1-1,-1 1 1,1-1 0,-1 0 0,0 0 0,0-1 0,0 1-1,-1-1 1,1-1 0,-1 1 0,1-1 0,-1-1-1,0 1 1,0-1 0,0 0 0,0 0 0,0-1 0,0 0-1,0-1 1,0 1 0,0-1 0,0 0 0,0-1 0,1 0-1,-1 0 1,0 0 0,1-1 0,0 0 0,-1 0 0,1-1-1,0 0 1,1 0 0,-1 0 0,1-1 0,0 1-1,0-1 1,0 0 0,0-1 0,1 1 0,0-1 0,0 0-1,1 0 1,0 0 0,0-1 0,0 1 0,1-1 0,-1-2-3,0-7-13,2-1 0,-1 1 0,2-1-1,0 1 1,1-1 0,1 1-1,0 0 1,1-1 0,1 1-1,0 1 1,1-1 0,1 0-1,1 1 1,0 0 0,1 1-1,0 0 1,1 0 0,1 0-1,0 1 1,1 1 0,0 0-1,1 0 1,10-6 14,266-251-2386,-195 189-214</inkml:trace>
  <inkml:trace contextRef="#ctx0" brushRef="#br0" timeOffset="2740.293">3756 251 27134,'0'0'1463,"0"0"-755,0 0-116,-2 20-2,-7 125 104,10-53-506,2-35-197,-3 0 0,-2 0 0,-3 0 0,-2-1 0,-3 1 0,-5 10 9,-12-18-590,26-48 557,0 0 1,1-1 0,-1 1 0,0 0 0,0-1 0,0 1 0,1-1 0,-1 0-1,0 1 1,0-1 0,0 0 0,0 1 0,0-1 0,0 0 0,0 0 0,0 0 0,0 0-1,0 0 1,0 0 0,0 0 0,0 0 0,1 0 0,-1 0 0,0-1 0,0 1-1,0 0 1,0 0 0,0-1 0,0 1 0,0-1 0,1 1 0,-1-1 0,0 1 0,0-1-1,1 0 1,-1 1 0,0-1 0,1 0 0,-1 0 0,0 1 0,1-1 0,-1 0 0,1 0-1,0 0 1,-1 0 0,1 0 0,0 1 0,-1-1 0,1 0 0,0 0 0,0 0-1,0 0 1,0 0 0,0-1 32,-33-92-2496,17 45-1916,1 1-9172</inkml:trace>
  <inkml:trace contextRef="#ctx0" brushRef="#br0" timeOffset="2903.901">3436 634 23461,'0'0'3097,"0"0"-1729,0 0-392,-142 39-256,102-3-224,5 5-304,9 1-192,8-3 0,14-9-480,4-13-408,22-15-208,17-2-120,9-15 39,9-15 489,3-4 688,36-9 256,-15 8-256,-4 5-3120</inkml:trace>
  <inkml:trace contextRef="#ctx0" brushRef="#br0" timeOffset="3100.456">3912 671 18828,'0'0'5077,"18"10"-2055,-5-3-2653,1-1-80,-1 0 1,0 2 0,0-1-1,0 2 1,-1 0-1,-1 0 1,1 1 0,-1 0-1,-1 1 1,8 11-290,-12-11-20,-1-1 1,-1 1-1,0 0 1,0 1 0,-1-1-1,0 1 1,-1-1-1,-1 1 1,0 0-1,0-1 1,-1 1-1,-1 6 20,-1-13-13,0-1-1,1 1 1,-1-1-1,-1 0 1,1 1-1,-1-1 1,0 0-1,0-1 1,0 1-1,0 0 0,0-1 1,-1 0-1,0 0 1,0 0-1,0 0 1,0 0-1,0-1 1,-2 1 13,-10 9-79,-8 7-520,3-2-976</inkml:trace>
  <inkml:trace contextRef="#ctx0" brushRef="#br0" timeOffset="3370.742">3870 1241 26478,'0'0'1464,"0"0"-352,0 0-320,-109 135-448,62-82-280,-29 34-64,12-14-384,1-4-1624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0:04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28206,'0'0'0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0:59:5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0 898 27910,'0'0'2464,"0"0"-2111,0 0-129,0 0 112,121-103 32,-45 68-96,30-9-64,-5 5-80,6-2-48,0 1-24,-17 9-48,2-3-8,-8 8-120,-3-1-368,-22 7-584,-22 4-1185</inkml:trace>
  <inkml:trace contextRef="#ctx0" brushRef="#br0" timeOffset="279.549">787 95 29286,'-4'20'839,"-34"232"1377,-3 215-2216,-22 168 151,60-615-209,2-9-71,0-1 0,-1 1 0,0 0 0,0 0 0,-1-1 0,-1 1 0,0-1 0,0 0 0,-1 0 1,0 0-1,-1-1 0,-3 5 129,7-13-50,1-1 1,0 0-1,-1 1 1,1-1 0,-1 0-1,1 0 1,-1 0-1,1 0 1,0-1 0,-1 1-1,1 0 1,-1-1-1,1 1 1,0 0 0,-1-1-1,1 0 1,0 1-1,0-1 1,-1 0 0,1 0-1,0 1 1,0-1-1,0 0 1,0 0 0,0 0-1,0-1 1,0 1-1,0 0 1,0 0 0,1 0-1,-1-1 1,0 1-1,1 0 1,-1-1 0,1 1-1,0 0 1,-1-1-1,1 1 1,0-1 0,0 1-1,0 0 1,0-1-1,0 1 1,0-1 0,0 1-1,0-1 1,1 1-1,-1 0 1,0-1 0,1 1-1,0 0 1,-1-1-1,1 1 1,-1 0 0,2-1 49,-3-6-273,-6-57-2136,3-3-3331</inkml:trace>
  <inkml:trace contextRef="#ctx0" brushRef="#br0" timeOffset="529.595">489 993 26398,'0'0'1320,"0"0"-712,0 0-72,-118 96-232,85-46-192,6 1-64,10-2-48,8-9-320,9-23-656,18-11-2017,6-6-14962</inkml:trace>
  <inkml:trace contextRef="#ctx0" brushRef="#br0" timeOffset="721.658">564 1160 22749,'0'0'3209,"0"0"-1785,129-59-552,-70 37-240,-2 3-304,0 3-232,-2 0-96,17-12-552,-13 3-728,-6-3-9867</inkml:trace>
  <inkml:trace contextRef="#ctx0" brushRef="#br0" timeOffset="963.374">1381 460 26806,'0'0'2562,"0"0"-1818,0 20-413,-1 239 649,-7-113-977,-6-1 0,-29 120-3,38-246-556,6-50-95,28-137-1708,-5 79-427</inkml:trace>
  <inkml:trace contextRef="#ctx0" brushRef="#br0" timeOffset="1376.641">1600 217 25149,'0'0'1999,"0"0"-686,0 0-460,19 5-146,-9-3-623,-4-1-43,0 0 0,0 0 1,0 1-1,0 0 0,0 0 1,-1 0-1,1 1 0,-1-1 0,1 1 1,-1 1-1,0-1 0,0 1 1,0 0-1,-1 0 0,0 0 1,1 1-1,-1 0 0,-1-1 0,1 2 1,-1-1-1,0 0 0,3 6-41,21 64 148,-3 2 0,-3 1 0,-3 0 0,-5 2 0,-2-1 0,-4 1 1,-4 1-1,-5 63-148,3-136-38,-1 1 1,1-1-1,-2 1 1,1-1-1,-1 0 1,0 1-1,-1-1 1,0 0 0,0 0-1,-1 0 1,0 0-1,0 0 1,-1-1-1,0 1 1,0-1-1,-1 0 1,0 0 0,0-1-1,0 1 1,-1-1-1,0 0 1,0-1-1,-1 1 1,0-1-1,0-1 1,0 1-1,0-1 1,-1 0 0,1-1-1,-1 0 1,0 0-1,0-1 1,0 0-1,-1 0 1,1-1-1,0 0 1,-1 0 0,-4-1 37,7-3-172,0 1 1,0-1 0,0-1 0,1 1 0,-1-1 0,1 0 0,0-1 0,0 1-1,0-1 1,1 0 0,-1 0 0,1 0 0,0-1 0,1 1 0,-1-1 0,1 0-1,0 0 1,1 0 0,0-1 0,-1-2 171,-27-81-5901,18 42-111,1-2 5389,4-101 12265,25 145-10250,-17 130 291,-24 13-36,7-103-1562,1-5-44,2 0 1,0 1-1,2 1 0,1 0 1,1 0-1,2 0 1,1 1-1,2 0 0,1 1 1,2-1-42,2-31 7,0 1-1,1-1 1,-1 0 0,1 0 0,0 0 0,-1 0-1,1 0 1,0-1 0,0 1 0,-1 0 0,1-1-1,0 1 1,0-1 0,0 0 0,0 1 0,0-1-1,-1 0 1,1 0 0,0-1 0,0 1 0,0 0-1,0 0 1,0-1 0,0 1 0,-1-1 0,1 0-1,0 0 1,0 1 0,-1-1 0,1 0 0,-1 0-1,1-1 1,-1 1 0,1 0 0,-1 0 0,0-1-1,1 1 1,-1-1 0,0 1 0,0-1 0,1 0-7,272-311-1868,-208 239 677,52-59-6590,-36 35-8016</inkml:trace>
  <inkml:trace contextRef="#ctx0" brushRef="#br0" timeOffset="2005.449">2293 367 28574,'0'0'895,"0"0"-502,-11 17-19,-194 253 837,135-186-1287,74-34-662,7 47 854,-3 0 1,-5 0-1,-6 47-116,1-4 1,2-95 0,0-42 12,0-8 22,4-27-65,1 0 1,2 0-1,1 1 1,2 0-1,0 0 1,3 1-1,5-9 30,-4 5-149,2 2-1,1 0 1,1 0 0,2 2-1,1 1 1,17-19 149,-29 38-8,0 0 0,1 1 0,1 0 0,-1 0 0,1 1 0,1 1 0,0 0 0,0 1 0,0 0 0,0 0 0,1 1 0,0 1 0,0 0 0,1 1 0,-1 1 0,1 0 0,-1 0 0,1 2 0,1 0 8,-11 0 26,-1 0 0,0 0 0,1 0 0,-1 1 0,0 0 0,0-1 0,0 1 0,0 1 0,0-1 0,0 0 0,0 1 0,0-1 0,0 1 0,0 0 0,-1 0 0,1 0 0,-1 0 0,1 1 0,-1-1 0,0 1 0,0-1-1,0 1 1,0 0 0,-1-1 0,1 1 0,-1 0 0,0 0 0,1 0 0,-1 1 0,-1-1 0,1 0 0,0 0 0,-1 2-26,1 4 37,0 0 0,-1 0 0,0 1-1,0-1 1,-1 0 0,-1 0 0,1 0 0,-1 0 0,-1 0-1,0-1 1,0 1 0,-1 0-37,-7 12 25,-1-1 0,-1 0 0,-1 0-1,0-2 1,-2 0 0,0 0 0,-1-2 0,-1 0 0,0-1 0,-1 0-1,0-2 1,-1 0 0,-1-1 0,-6 1-25,-75 6 20,99-22-43,0 1 0,1 0 0,0-1 0,-1 0 0,1 1 1,0-1-1,0 0 0,0 0 0,1 0 0,-1-1 0,1 1 0,0 0 0,0 0 0,0-1 0,0 1 0,0-1 1,1 1-1,0-1 0,-1 1 0,1-1 0,0 1 0,1-1 0,-1 1 0,1-1 0,0 1 0,-1 0 0,3-4 23,-3 3-17,1-1 19,-1 1 0,1-1 0,1 0 0,-1 0 0,1 1 0,0-1 0,0 1 1,0-1-1,0 1 0,1 0 0,0 0 0,0 0 0,0 0 0,0 0 0,1 1 0,-1 0 0,1-1 0,0 1 0,0 1 0,0-1 0,0 0 1,1 1-1,-1 0 0,1 0 0,-1 0 0,1 1 0,0 0 0,2-1-2,143-3 410,-14 47-1496,-101-31-1906</inkml:trace>
  <inkml:trace contextRef="#ctx0" brushRef="#br0" timeOffset="2412.971">2874 566 29062,'0'0'736,"0"0"-360,184-23-39,-96-3 47,1-3-232,1-9-152,20-21-384,-22 8-889,-20 3-3416</inkml:trace>
  <inkml:trace contextRef="#ctx0" brushRef="#br0" timeOffset="2679.192">3448 103 28518,'0'0'928,"0"0"-285,0 0 23,-8 25-148,-42 170-83,27-69-843,-5-1 0,-27 66 408,55-188-77,0 0 0,0 0 0,-1 0 0,1 0 0,-1 0 0,1 0 0,-1 0 0,0 0 1,0 0-1,0 0 0,-1 0 0,1 0 0,-1-1 0,1 1 0,-1-1 0,0 1 0,0-1 0,0 0 0,0 1 0,-1-1 0,1 0 0,0-1 0,-1 1 0,0 0 1,1-1-1,-1 1 0,0-1 0,0 0 0,0 0 0,0 0 0,1 0 0,-2 0 0,1-1 0,0 0 0,0 1 0,0-1 0,0 0 0,0 0 0,0-1 0,0 1 1,0-1-1,-2 0 77,-3-8-243,1-1 0,0 0 0,0-1 1,1 0-1,1 0 0,0 0 0,0 0 1,1-1-1,1 0 0,0 0 0,0 0 1,1 0-1,1 0 0,0-4 243,-2 2-440,-8-61-5656,4 0-8101</inkml:trace>
  <inkml:trace contextRef="#ctx0" brushRef="#br0" timeOffset="3098.033">3104 119 18684,'0'0'6264,"0"0"-3475,0 0-1505,0 0-635,0 0-386,0 0-59,-1 17-63,0-6-137,0-1-1,0 0 0,1 0 0,1 0 0,0 1 1,0-1-1,1 0 0,0 0 0,1-1 0,0 1 1,1 0-1,0-1 0,0 0 0,1 0 0,0 0 0,1 0 1,-1-1-1,3 2-3,0-3-63,-1-1 0,1 0 0,0-1 0,0 0 0,1 0 0,-1-1 0,1 0 1,0 0-1,1-1 0,-1-1 0,0 1 0,1-1 0,-1-1 0,1 0 0,0 0 0,-1-1 0,1 0 1,0 0-1,-1-2 0,7 0 63,12-3-274,-1-1 0,1-1 0,-1-1 0,-1-2 0,1-1 0,10-6 274,59-23 2399,-96 61-1745,-2-6-574,-1 1 0,-1-1 0,-1 1 0,0-1 1,-1 0-1,0-1 0,-1 0 0,-1 0 0,0 0 1,-1-1-81,-13 26 48,-26 47-2,20-40-36,2 1 1,2 2 0,2 0-1,3 1 1,1 1 0,-8 44-11,24 12-4,3-105-2,0 0 0,1 0 0,-1 0 0,1 0 0,0 0 0,0-1 0,-1 1 0,1-1 0,0 1 0,1-1 0,-1 0 0,0 1 0,0-1 1,0 0-1,1 0 0,-1-1 0,1 1 0,-1 0 0,0-1 0,1 0 0,-1 1 0,1-1 0,-1 0 0,1 0 0,-1 0 0,1-1 0,-1 1 0,1-1 0,-1 1 0,0-1 1,1 0-1,-1 0 0,0 0 0,1 0 0,-1 0 0,0-1 0,0 1 0,0 0 0,0-1 0,0 0 0,0 1 0,-1-1 0,1 0 0,0-1 6,211-239-4225,-172 190-662</inkml:trace>
  <inkml:trace contextRef="#ctx0" brushRef="#br0" timeOffset="3891.945">3691 746 23213,'0'0'3369,"-6"18"-2002,-64 258 500,60-170-1672,-26 118-118,32-216-70,1 0 0,-1 0 0,-1-1 0,1 1 0,-1-1 0,-1 0 0,1-1 0,-1 1 0,0-1 0,0-1 0,-1 1 0,0-1 0,0 0 0,0 0 0,-1-1 0,1 0 0,-1 0 0,0-1 0,0 0 0,-1 0 0,1-1 0,0 0 0,-1-1 0,0 0 0,1 0 0,-1-1 0,1 0 0,-1 0 0,0-1 0,-6-1-7,5-1 25,-1-1 0,1 0 0,1-1 0,-1 0 0,1 0 0,0-1 0,0 0 0,0-1 0,1 0 0,0 0 0,0-1 0,1 0 0,0 0 0,0 0 0,1-1 0,0 0 0,1-1 0,0 1 0,1-1 0,-1 0 0,2 0 0,-1-1 0,2 1-1,-1-1 1,1 1 0,1-1 0,0 0 0,1-3-25,-1 7 20,0 0-1,1-1 1,0 1-1,0 0 1,1-1-1,0 1 0,0 0 1,0 0-1,1 0 1,0 0-1,1 0 1,0 0-1,0 0 1,0 1-1,1 0 1,0-1-1,0 1 1,0 1-1,1-1 0,0 1 1,0-1-1,3-1-19,38-28-63,1 2-1,2 2 1,1 3-1,2 1 1,0 3-1,2 2 0,0 2 1,1 3-1,1 2 64,9-3-388,-34 10 362,1 0 1,-1-3-1,0 0 1,-1-2-1,-1-1 1,26-17 25,-52 28-3,-9 28 155,-15 24 138,12-33-244,1 0 0,1 0 0,1 0 0,0 1 0,1 0 1,1 0-1,0 0 0,1 1 0,1-1 0,1 1 0,1 0 0,1 12-46,0-25 2,1 0-1,0-1 1,0 1 0,1-1-1,-1 1 1,1-1-1,0 0 1,0 0 0,0 0-1,1 0 1,0-1-1,-1 1 1,1-1 0,0 0-1,1 0 1,-1-1 0,0 1-1,1-1 1,-1 0-1,1 0 1,0 0 0,2 0-2,-1 0 1,0 0 0,-1 1 1,0-1-1,1 1 0,-1 1 0,0-1 1,0 1-1,0-1 0,-1 1 0,0 1 1,1-1-1,-1 1 0,-1-1 0,1 1 1,-1 0-2,-1 0 4,-1-1-1,1 0 1,-1 1 0,0-1 0,-1 1 0,1-1-1,-1 1 1,0-1 0,0 1 0,0-1 0,-1 1 0,0-1-1,0 1 1,0-1 0,0 0 0,0 1 0,-1-1 0,0 0-1,0 0 1,0 0 0,-1 0 0,1-1 0,-1 1 0,0 0-1,0-1 1,0 0 0,-1 1-4,-99 74 115,89-71-105,1 0-1,-2 0 0,1-2 0,-1 0 0,1-1 1,-1 0-1,-1-1 0,1 0 0,0-2 1,-1 0-1,-14-1-9,26 0-11,0-1 0,-1 0 1,1-1-1,0 1 0,0-1 0,0 1 1,0-1-1,1 0 0,-1-1 0,0 1 1,1-1-1,-1 1 0,1-1 0,0 0 1,0 0-1,0-1 0,1 1 0,-1-1 1,1 1-1,-1-1 0,1 0 0,1 0 1,-1 0-1,0 0 0,1 0 0,0 0 1,0 0-1,0 0 0,0-1 0,1 1 1,0 0-1,0-1 0,0 1 0,0 0 1,1-2 10,40 1 73,101 7-782,-93-2-1112</inkml:trace>
  <inkml:trace contextRef="#ctx0" brushRef="#br0" timeOffset="4772.216">4307 322 28414,'0'0'684,"0"0"-222,27 0 6,182-6 328,-170 1-864,0-1 0,0-2-1,-1-2 1,0-2 0,-1-1 0,0-2-1,32-19 69,-16-19-1314,-52 52 1305,0-1 1,0 1-1,0 0 1,0-1-1,0 1 1,-1-1-1,1 1 1,-1-1-1,1 1 1,-1-1-1,0 1 1,1-1 0,-1 1-1,0-1 1,0 0-1,0 1 1,0-1-1,0 1 1,-1-1-1,1 0 1,0 1-1,-1-1 1,1 1-1,-1-1 1,1 1-1,-1-1 1,0 1-1,0 0 1,0-1 0,0 1-1,0 0 1,0 0-1,0-1 1,0 1-1,0 0 1,0 0-1,-1 0 1,1 0-1,0 1 1,-1-1-1,1 0 1,-1 0-1,0 1 9,-2-2 55,-1 0 0,0 0 0,1 1 0,-1 0 0,0 0 0,0 0 0,1 0 0,-1 1 0,0 0 0,0 0 0,0 0 0,0 1 0,1-1 0,-1 1 0,0 0 0,0 1 0,1-1 0,-1 1 0,1 0 0,-1 0-1,1 0 1,0 1 0,0-1 0,0 1 0,0 0 0,0 0 0,1 1 0,-1-1 0,1 1 0,0 0 0,0-1 0,0 1 0,1 1 0,-2 3-55,-16 20 67,2 0 0,2 2 0,0 0 0,2 1 0,2 1 0,0 0 0,2 0 1,2 1-1,1 1 0,0 7-67,7-39-1,-1 0 1,1 0-1,0 0 1,0 0-1,-1 0 1,2 0 0,-1 0-1,0 0 1,0 0-1,1 0 1,-1-1-1,0 1 1,1 0 0,0 0-1,0 0 1,-1-1-1,1 1 1,0 0-1,0-1 1,1 1 0,-1 0-1,0-1 1,0 0-1,1 1 1,-1-1-1,1 0 1,-1 0-1,1 1 1,0-1 0,-1 0-1,1-1 1,0 1-1,0 0 1,-1 0-1,1-1 1,0 1 0,0-1-1,0 0 1,0 0-1,0 1 1,0-1-1,0 0 1,0-1 0,0 1-1,0 0 1,-1 0-1,1-1 1,0 1-1,1-1 1,6 0-42,0 1 1,0-1-1,0-1 0,-1 0 0,1 0 0,-1-1 0,1 0 0,-1 0 0,0-1 1,0 0-1,0 0 0,-1-1 0,1 0 0,-1 0 0,0-1 0,-1 0 0,1 0 1,-1 0-1,-1-1 0,1-1 42,-6 8-8,1-1 0,-1 0 0,0 1-1,0-1 1,0 1 0,1-1 0,-1 1 0,0-1 0,0 1 0,1 0 0,-1-1 0,0 1 0,1-1-1,-1 1 1,1-1 0,-1 1 0,0 0 0,1-1 0,-1 1 0,1 0 0,-1 0 0,1-1 0,-1 1 0,1 0-1,-1 0 1,1 0 0,-1 0 0,1 0 0,0-1 0,-1 1 0,1 0 0,-1 0 0,1 0 0,-1 0-1,1 1 1,-1-1 0,1 0 0,-1 0 0,1 0 0,0 0 0,-1 0 0,1 1 0,-1-1 0,1 0 0,-1 1-1,0-1 1,1 0 0,-1 1 0,1-1 0,-1 0 0,0 1 0,1-1 0,-1 1 0,0-1 0,1 1-1,-1-1 1,0 0 0,1 1 0,-1 0 0,0-1 8,5 42 24,-4-27-6,12 143 865,-7 0 1,-10 76-884,5-227 8,0 1 0,0-1 0,-1 1 0,0-1 0,0 1 0,-1-1 0,1 1 0,-2-1 0,1 0 0,-1 1 0,0-1 0,-1 0 0,0 0 0,0 0 0,0-1 0,-1 1 1,0-1-1,0 0 0,0 0 0,-1 0 0,0 0 0,0-1 0,-1 0 0,0 0 0,1 0 0,-2-1 0,1 0 0,0 0 0,-1 0 0,0-1 0,-5 2-8,8-4 6,-1 0 0,0 0-1,0 0 1,0-1 0,0 0 0,0 0 0,0 0-1,0 0 1,0-1 0,0 0 0,0 0-1,0 0 1,1 0 0,-1-1 0,0 0-1,1 0 1,-1 0 0,1-1 0,0 1 0,0-1-1,0 0 1,0 0 0,0-1 0,1 1-1,-1-1 1,1 0 0,0 0 0,0 0-1,0 0 1,1 0 0,0-1 0,-1 1-1,2-1 1,-1 1 0,0-1 0,1 0 0,0 0-1,0 0 1,0 0 0,1-3-6,0-10-45,1 0 0,2 0 1,0 0-1,0 1 0,2-1 0,0 1 1,1 0-1,0 0 0,2 1 0,0 0 1,1 0-1,0 1 0,1 0 0,1 0 1,1 1-1,9-9 45,9-17-187,62-87-1057,-29 36-3587,3-7-12804</inkml:trace>
  <inkml:trace contextRef="#ctx0" brushRef="#br0" timeOffset="5463.44">5416 0 27926,'0'0'687,"0"0"-180,0 0-91,21 7-11,63 24-153,-80-30-261,1 0 0,-1 0 0,0 1 0,0 0 0,0 0 0,0 0 0,0 0-1,0 0 1,-1 1 0,1 0 0,-1 0 0,0 0 0,0 0 0,0 0 0,0 1 0,0-1 0,-1 1 0,1 0 0,-1-1-1,0 1 1,0 0 0,0 1 0,-1-1 0,0 0 0,0 0 0,0 1 0,0-1 0,0 0 0,-1 1 0,0-1 0,0 1 0,0-1-1,-1 1 1,1-1 0,-1 0 0,0 1 0,0-1 0,-1 1 9,-5 11-115,0 0 0,-2 0 0,0 0 0,0-1 0,-2-1 0,1 0 0,-2 0 0,-1 0 115,-28 32 149,-3-1 0,-1-3 1,-2-1-1,-2-3 0,-2-2 1,-12 5-150,195-166 1133,-79 70-1536,-2-2 0,-3-3 0,-3-1 0,8-18 403,-46 69-55,-1-1 1,0 0-1,-1 0 1,0 0-1,-1 0 1,-1-1-1,1 0 0,-2 0 1,0 0-1,0 0 1,-1-5 54,-30 31 769,10 19-533,2 1 0,1 0-1,1 2 1,2-1-1,2 2 1,-4 20-236,10-40 44,5-14-38,-9 25 40,1 0 0,1 1-1,2 0 1,1 0 0,1 1 0,1-1 0,2 13-46,3-34 2,0 0 1,0 0 0,1 0 0,0 0-1,1-1 1,0 1 0,0-1 0,0 0-1,1-1 1,0 1 0,1-1 0,-1 0-1,1-1 1,0 1 0,0-1-1,1-1 1,-1 0 0,1 0 0,6 2-3,37 28 8,-46-32-8,0 1 0,-1-1 1,0 1-1,0 1 0,0-1 1,0 0-1,0 1 1,-1 0-1,1 0 0,-1 0 1,0 0-1,0 1 0,-1-1 1,1 1-1,-1-1 0,0 1 1,0 0-1,-1 0 0,0 0 1,1 0-1,-2 0 0,1 0 1,0 1-1,-1-1 0,0 0 1,0 0-1,-1 0 0,0 0 1,1 1-1,-2-1 1,1 0-1,0 0 0,-1 0 1,0-1-1,0 1 0,-1 0 1,1-1-1,-1 0 0,0 1 1,0-1-1,-1 0 0,0 1 0,-15 7 0,0-1 0,-1 0 0,0-1 0,0-2-1,-1 0 1,0-1 0,-1-1 0,1-1-1,-12 1 1,-80 23 4,112-27-4,-1-1 0,1 0 0,-1 0 0,1 0 0,-1 1 0,1-1 0,0 1 0,0-1 0,0 1 0,0 0 0,0-1 0,0 1 0,0 0 0,1 0 0,-1-1 0,0 1 0,1 0 0,0 0 0,-1 0 0,1 0 0,0 0 0,0 0 0,0-1 0,0 1 0,0 0 0,1 0 0,-1 0 0,0 0 0,1 0 0,0 0 0,-1-1 0,1 1 0,0 0 0,0-1 0,0 1 0,0 0 0,0-1 0,0 1 0,1-1 0,-1 1 0,0-1 0,1 0 0,-1 0 0,1 0 0,-1 1 0,1-1 0,0-1 0,-1 1 0,1 0 0,0 0 0,0-1 0,0 1 0,-1-1 0,1 1 0,0-1 0,0 0 0,0 0 0,138 64-648,-93-49-1761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0:13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1281 0 26110,'0'0'4593,"0"0"-4241,0 0-240,0 0-24,50 140 144,-25-82 80,3 7-104,3 6-112,-5 6-64,-6 7-32,-7 5 0,-13 18-320,-33 31-400,-13-24-1177,-13-11-7777</inkml:trace>
  <inkml:trace contextRef="#ctx0" brushRef="#br0" timeOffset="500.57">1 1890 29486,'0'0'650,"0"0"-374,0 0-181,38-4 54,361-70 355,-123-4-353,-20 5-75,118-12-76,-239 72 4,-133 12-5,0 1 1,1 0-1,-1 0 1,0 0-1,0 1 1,1-1-1,-1 0 1,0 1-1,0-1 1,0 1-1,0 0 1,0 0-1,0 0 1,0 0-1,0 0 1,0 0-1,0 0 1,-1 1-1,1-1 1,0 1-1,-1-1 1,1 1-1,-1 0 1,0-1-1,1 1 1,-1 0-1,0 0 1,0 0-1,0 0 1,0 0-1,-1 0 1,1 0-1,0 1 1,-1-1-1,0 0 1,1 0-1,-1 0 1,0 1-1,0-1 1,0 0-1,-1 0 1,1 0-1,0 1 1,-1-1-1,1 0 1,-1 0-1,0 0 1,0 0-1,0 0 1,0 0-1,0 0 1,0 0-1,0 0 1,-11 29 10,0-1-1,-2 0 1,-1-1-1,-2 0 1,-1-1-1,-1-1 1,-19 21-10,-163 197 77,-132 118-77,-32 36 32,-61 121-24,409-490-273,21-32-287,84-96-1234,15-26-565,6 5 0,5 5-1,49-33 2352,-151 137-89,-1 0 223,0 0 1,1 1-1,0 0 1,1 1-1,0 0 0,0 1 1,1 1-1,-1 0 1,1 1-1,2 0-134,-13 4 134,1 0-1,-1 0 0,1 1 0,-1-1 1,0 1-1,1 0 0,-1 0 0,1 0 1,-1 0-1,1 1 0,-1-1 0,1 1 1,-1 0-1,0 0 0,0 0 0,1 1 1,-1-1-1,0 1 0,0-1 0,0 1 1,0 0-1,-1 0 0,1 1 0,-1-1 1,1 0-1,-1 1 0,0 0 0,1-1 1,-1 1-1,-1 0 0,1 0 0,0 0 1,-1 0-1,2 4-133,18 125 1679,-22-9-1014,-6 0 0,-5-1 0,-24 101-665,-7 67 324,18 78-283,28-359-314,10-25 2,83-161-2340,-44 62-2801</inkml:trace>
  <inkml:trace contextRef="#ctx0" brushRef="#br0" timeOffset="781.166">1540 2364 29862,'0'0'670,"-25"26"-389,-181 195-143,165-175-68,-39 41 44,3 3 0,5 4 0,3 2 0,-20 44-114,54-20 127,35-115-123,1-1 0,0 0 1,1 0-1,-1 0 0,1-1 0,0 1 0,0 0 0,0-1 0,0 1 0,1-1 1,-1 1-1,1-1 0,0 0 0,0 0 0,0-1 0,0 1 0,1 0 1,-1-1-1,1 0 0,-1 0 0,1 0 0,0 0 0,0-1 0,0 1 1,0-1-1,0 0 0,0 0 0,0-1 0,0 1 0,0-1 0,0 0 1,1 0-1,-1 0 0,0 0 0,0-1 0,0 0 0,0 0 0,0 0-4,29 0-3,-1-2 0,0-2-1,0 0 1,0-2-1,-1-2 1,0-1-1,-1-1 1,0-1-1,0-2 1,-2-1 0,0-2-1,0 0 4,37-18-290,-2-2 0,-1-3 0,-2-2 0,-3-4-1,-1-1 1,-2-3 0,-2-3 0,-3-1 0,3-10 290,57-106-2679,-69 94-971,5-23-11176</inkml:trace>
  <inkml:trace contextRef="#ctx0" brushRef="#br0" timeOffset="1156.307">2160 993 29638,'0'0'1021,"-4"34"-648,-14 352 54,35 436 738,129 875-1022,-132-1444-143,-16-214 0,-15-50 0,-67-161-291,28-1-505,7-2-1,8-1 1,8-3-1,0-71 797,22-46-1023,10 288 1089,1 0 0,-1 0 0,2 0 0,-1 0 0,1-1 0,1 1 0,0 0 0,0 0 0,0 1-1,1-1 1,0 0 0,0 1 0,1 0 0,0 0 0,0 0 0,1 0 0,0 0 0,0 1 0,1 0 0,-1 0 0,1 1-1,1-1 1,-1 1 0,1 1 0,0-1 0,1 1-66,31-13 213,1 2-1,1 3 0,1 0 1,-1 3-1,1 2 1,1 1-1,28 1-212,-65 4 15,358-10 540,-74 39-1642,-193-19-1026</inkml:trace>
  <inkml:trace contextRef="#ctx0" brushRef="#br0" timeOffset="1940.957">3409 1160 29222,'0'0'1265,"0"0"-684,0 0-353,22-4-109,17-1-26,1 1 1,0 3 0,0 1-1,0 1 1,9 4-94,543 68 260,-489-43-287,-100-29 21,-1 1 1,0 0-1,0-1 1,0 1-1,0 0 1,0 0-1,0 0 1,0 0-1,0 1 1,-1-1-1,1 0 1,-1 1-1,0-1 1,0 1 0,0-1-1,0 1 1,0 0-1,0-1 1,-1 1-1,1 0 1,-1-1-1,0 1 1,0 0-1,0 0 1,0 0-1,0-1 1,-1 1-1,1 0 1,-1-1 0,0 1-1,0 0 1,0-1-1,0 1 1,0-1-1,-1 3 6,-8 11-4,0 0 1,-1-1-1,0-1 0,-1 1 0,-1-2 0,0 0 0,-1 0 1,0-2-1,-9 6 4,-6 7-1,-104 88 8,-541 479 24,385-307-211,243-231-655,52-55-1075,16-15 602,81-55-1165,-84 61 2671,-1 0 0,1 2 0,0 0 0,1 1 0,0 0 0,1 2 0,-1 1-1,2 0-197,-12 2 130,0 0 0,0 1 0,0 0 0,0 1 0,0 0 0,0 0 0,0 1 0,1 0 0,-1 1 0,0 1 0,0-1 0,0 1-1,0 1 1,0 0 0,-1 0 0,1 1 0,-1 1 0,0-1 0,0 1 0,-1 1 0,1 0 0,-1 0 0,0 0 0,-1 1 0,1 0-1,-1 2-129,2 7 79,-2 1-1,0 1 0,-1-1 1,0 1-1,-2 0 0,0 1 0,-1-1 1,-1 1-1,-1-1 0,0 1 1,-1 0-1,-3 11-78,3-3 34,-25 171-273,25-251-370,6-5 499,2 2 0,2-1 0,3 2 1,3-1-1,2 2 0,21-46 110,-31 82 15,1 0 1,1 1-1,1 0 1,0 0-1,1 1 0,1 1 1,0 0-1,1 1 1,1 0-1,0 1 1,0 1-1,2 0 0,-1 1 1,2 1-1,-1 0 1,1 2-1,0 0 0,1 1 1,0 1-1,0 0 1,1 2-1,-1 0 1,1 1-1,0 1 0,16 1-15,-29 1 18,1 0-1,-1 1 0,0 0 1,0 0-1,1 0 0,-1 1 1,0 0-1,-1 1 0,1 0 1,0 0-1,-1 0 0,1 1 1,-1 0-1,0 0 0,0 0 1,-1 1-1,0 0 0,1 0 1,-1 0-1,-1 1 0,1 0 1,-1 0-1,0 0 1,-1 0-1,1 1 0,-1-1 1,0 1-1,-1 0 0,0 0 1,0 0-1,0 0 0,0 6-17,1 13 11,-2-1 0,-1 1 0,0-1 0,-2 0 0,-1 1 0,-1-1 0,-2 0 0,0-1 0,-1 1 0,-2-1 0,0-1 0,-2 1 0,0-2 0,-2 0 0,0 0 0,-1-1 0,-2-1 0,-6 7-11,20-23-54,0 0 1,-1 0 0,0 0 0,0 0 0,0 0-1,0-1 1,-1 0 0,1 1 0,-1-1-1,0-1 1,0 1 0,0 0 0,0-1 0,0 0-1,-1 0 1,1 0 0,-1-1 0,1 1 0,-1-1-1,0 0 1,1-1 0,-1 1 0,0-1 0,0 0-1,0 0 1,1 0 0,-1 0 0,0-1-1,0 0 1,0 0 53,-22-22-2032</inkml:trace>
  <inkml:trace contextRef="#ctx0" brushRef="#br0" timeOffset="2603.413">4700 1034 28310,'24'-5'738,"287"-33"677,-291 37-1361,-1 0 0,1 1 1,-1 1-1,1 1 1,-1 0-1,1 2 1,-1 0-1,0 1 1,-1 1-1,1 1 1,-1 1-1,-1 0 0,1 1 1,-1 1-1,-1 1 1,0 0-1,0 1 1,-2 1-1,1 0 1,-1 1-1,-1 1 1,-1 0-1,0 0 0,5 10-54,-12-10 8,0-1-1,-1 2 1,0-1-1,-1 0 0,-1 1 1,-1-1-1,0 1 0,-1-1 1,0 1-1,-1-1 0,-1 1 1,-1-1-1,0 1 1,-1-1-1,-1 0 0,0-1 1,-1 1-1,0-1 0,-1 0 1,-1 0-1,0-1 0,-1 0 1,-9 10-8,9-9-9,0-1 0,-1 0 1,-1 0-1,0-1 0,-1 0 1,0-1-1,-1 0 0,0-1 1,-1 0-1,0-1 0,0-1 1,-1 0-1,0-1 0,0-1 1,-1 0-1,0-1 0,0-1 1,0-1-1,0 0 0,-1 0 1,1-2-1,-5 0 9,14-3-12,1 0 0,-1-1 0,1 0 0,-1 0 0,1 0 0,0-1 0,0 0 0,1 0 0,-1-1 0,1 1 0,0-1 0,0 0 0,0-1 0,1 1 0,0-1 0,0 0 0,0 0 0,1 0 0,0 0 0,0-1 0,0 1 1,1-1-1,0 0 0,-1-6 12,-19-170-285,35 223 529,-4 20-82,-2 1 0,-3 1 0,-2-1 0,-4 5-162,2 28 79,0-36-39,-1-22-12,2-1 0,1 1 0,2 0 0,1-1 0,9 30-28,-7-50 4,1 0 0,0-1 0,2-1 1,-1 0-1,2 0 0,-1 0 0,2-2 0,0 1 0,0-1 1,1-1-1,0-1 0,1 1 0,0-2 0,0 0 0,1-1 1,0 0-1,0-1 0,1-1 0,0-1 0,0 0 0,0 0 1,0-2-1,0 0 0,12-1-4,238 13 85,-260-14-85,0 1 1,-1-1-1,1 1 0,0 0 0,-1 1 0,1 0 1,-1-1-1,0 2 0,1-1 0,-1 0 0,0 1 1,0 0-1,0 0 0,-1 1 0,1-1 0,-1 1 0,0 0 1,0 0-1,0 1 0,-1-1 0,1 1 0,-1 0 1,0 0-1,0 0 0,-1 0 0,0 0 0,0 1 0,0-1 1,0 1-1,-1-1 0,0 1 0,0-1 0,0 1 1,-1 0-1,0 0 0,0 2 0,-3 37 2,-1 0 0,-3-1 0,-1 1 0,-2-2 0,-2 1 0,-2-2 0,-2 1 0,-2-2 0,-2-1 0,-1 0 0,-2-1 0,-14 17-2,-2 7 1,-2-2 1,-3-1-1,-2-3 0,-2-1 1,-4-3-1,-1-2 0,-2-2 1,-3-3-1,-2-3 0,-1-2 1,-2-2-1,-42 16-1,94-50 2,0 0 0,0-1 1,0 0-1,-1-1 0,1 0 0,-1-1 0,0 0 0,0-1 1,1 0-1,-1-1 0,-3-1-2,12 1 4,1-1 1,-1 0-1,0-1 1,1 1-1,0 0 0,-1-1 1,1 1-1,0-1 1,0 0-1,0 0 0,0 0 1,0 0-1,0 0 1,0 0-1,1 0 0,-1-1 1,1 1-1,0 0 1,0-1-1,-1 0 0,2 1 1,-1-1-1,0 1 1,0-1-1,1 0 0,0 0 1,-1 1-1,1-1 1,0 0-1,0 0 0,1 1 1,-1-1-1,0 0 1,1 0-1,0 1 0,0-1 1,0 1-5,2-22 2,1 0 0,1 1-1,1 0 1,1 0 0,1 0 0,1 1 0,1 1 0,1-1 0,1 2 0,1-1 0,14-16-2,33-45 0,4 2 0,3 4 0,4 2 0,2 3 0,4 4 0,3 3 0,2 4 0,56-29 0,-95 64-130,2 1 1,1 3-1,0 2 0,43-11 130,-73 24-160,64-21-1281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00:38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18446 8390 27438,'0'0'2160,"0"0"-1480,0 0-327,0 0-209,0 0 128,0 0 152,-6 75-120,-9-14-216,-3 8-88,9 10-320,5-18-1113,4-23-19675</inkml:trace>
  <inkml:trace contextRef="#ctx0" brushRef="#br0" timeOffset="7428.23">19983 4003 29262,'0'0'1441,"0"0"-1089,0 0-168,0 0-80,0 0 440,-7 146-56,7-71-200,0 8-184,5 1-104,6 1 0,2-2 0,-2 0 0,6-4 0,27 17-512,-4-21-912,1-19-3137</inkml:trace>
  <inkml:trace contextRef="#ctx0" brushRef="#br0" timeOffset="7659.172">21686 5285 30535,'0'0'1688,"0"0"-1504,-118 73-120,63-36-16,2 5-24,-1 21-24,14-12-392,9-9-1216</inkml:trace>
  <inkml:trace contextRef="#ctx0" brushRef="#br0" timeOffset="8103.856">22469 5261 26046,'0'0'1169,"0"0"-745,0 0-138,0 0 556,0 0 592,0 0-508,-7-14-344,2 5-487,3 8-83,1 0-1,0 0 0,0 0 1,-1-1-1,1 1 0,0 0 0,0 0 1,0 0-1,0-1 0,0 1 1,1-1-1,-1 1 0,0-1 1,1 1-1,-1-1 0,1 1 1,-1-1-1,1 1 0,0-1 1,0 1-1,0-1 0,-1 0 1,2 1-1,-1-1 0,0 0 1,0 1-1,0-1 0,1 1 1,-1-1-1,1 1 0,-1-1 1,1 1-1,0-1 0,-1 1 1,1-1-1,0 1 0,0 0 1,0-1-1,0 1 0,0 0 1,0 0-1,1 0 0,-1 0 0,0 0 1,1 0-1,-1 0 0,0 0 1,1 1-1,-1-1 0,1 0 1,-1 1-1,1-1 0,0 1 1,-1 0-1,1-1 0,-1 1 1,1 0-1,0 0 0,1 0-11,243-5 295,2355-139-295,-1963 109 0,-844 35-1334,127 0-629</inkml:trace>
  <inkml:trace contextRef="#ctx0" brushRef="#br0" timeOffset="8937.13">22596 3914 28254,'0'0'987,"0"0"-442,-1 26 90,-4 165 380,4-177-971,1-1 1,1 0-1,0 0 1,1 1-1,0-1 0,1 0 1,1 0-1,0-1 0,1 1 1,0-1-1,1 0 0,0 0 1,1-1-1,0 0 1,1 0-1,0 0 0,0-1 1,2 0-1,-1-1 0,1 0 1,0-1-1,1 0 0,0 0 1,0-1-1,1-1 1,0 0-1,0 0 0,0-1 1,1-1-1,0 1-44,14-7 0,-1-1 0,0-2 0,-1 0 0,1-1 0,-1-2 0,0-1 0,-1 0 0,0-2 0,-1-1 0,0-1 0,0-1 0,-2-1 0,0 0 0,0-2 0,12-13 0,-22 21 0,311-263 0,-317 268 0,-2 0 0,0 0 0,0 0 0,0 0 0,0 1 0,1-1 0,0 1 0,-1 0 0,1 0 0,0 1 0,1-1 0,-1 1 0,0 0 0,1 0 0,-1 0 0,1 1 0,0-1 0,-1 1 0,1 0 0,0 1 0,0-1 0,0 1 0,0 0 0,0 0 0,-1 0 0,1 1 0,0 0 0,0 0 0,0 0 0,-1 0 0,1 1 0,-1 0 0,1 0 0,-1 0 0,1 1 0,11 18 0,-2 0 0,0 1 0,-1 1 0,-2 1 0,0-1 0,-1 2 0,-2-1 0,0 2 0,14 33 0,-7-21 0,-7-12 0,1-1 0,2 0 0,0 0 0,2-2 0,0 1 0,2-1 0,0-1 0,2-1 0,4 3 0,-16-19 0,1 0 0,0-1 0,1 0 0,-1 0 0,1 0 0,-1-1 0,1 0 0,0 0 0,1-1 0,-1 0 0,0 0 0,1 0 0,-1-1 0,1-1 0,-1 1 0,1-1 0,-1 0 0,1-1 0,-1 0 0,1 0 0,-1 0 0,0-1 0,0 0 0,1-1 0,-1 1 0,-1-2 0,1 1 0,0-1 0,-1 0 0,3-2 0,28-22 0,-2-2 0,-2-1 0,0-2 0,-3-1 0,0-1 0,10-20 0,87-96 0,-125 147 0,0 0 0,1 1 0,0-1 0,-1 1 0,1 0 0,0 0 0,1 0 0,-1 0 0,1 0 0,-1 1 0,1-1 0,0 1 0,0 0 0,0 0 0,0 1 0,0-1 0,0 1 0,0 0 0,1 0 0,-1 0 0,0 1 0,1-1 0,-1 1 0,0 0 0,1 1 0,-1-1 0,0 1 0,1-1 0,-1 1 0,0 1 0,0-1 0,0 0 0,0 1 0,0 0 0,0 0 0,0 0 0,0 1 0,-1-1 0,1 1 0,0 1 0,187 197 0,-153-173 0,1-1 0,1-2 0,1-2 0,1-1 0,1-3 0,0-1 0,2-2 0,0-2 0,0-3 0,1-1 0,1-2 0,0-2 0,41-1 0,-75-3-8,0-1 0,0-1 0,0 0 0,0-1 0,0 0-1,0-1 1,0 0 0,0-1 0,-1-1 0,0 0 0,1-1 0,-1 0 0,-1-1 0,1 0 0,-1 0 0,0-2-1,0 1 1,-1-1 0,0-1 0,-1 0 0,0 0 0,0-1 0,-1 0 0,0 0 0,-1-1 0,0 0 0,-1-1-1,0 1 1,0-1 0,3-13 8,-7-15-1213</inkml:trace>
  <inkml:trace contextRef="#ctx0" brushRef="#br0" timeOffset="683.139">19159 7238 29006,'0'0'887,"0"0"-371,0 0-260,0 0 8,0 0 160,24 0-32,-5 1-327,256-17 337,-217 3-558,0-2 0,-1-2-1,-1-4 1,-1-1 0,-1-3 0,32-20 156,-79 41-211,-1 0-1,1 0 1,-1-1 0,1 0 0,-2 0 0,1-1 0,0 1 0,-1-1-1,0 0 1,0-1 0,-1 1 0,0-1 0,0 0 0,-1 0 0,1 0-1,-2 0 1,1-1 0,-1 1 0,0-1 0,0 1 0,-1-1 0,0 0 0,-1 0-1,1 0 1,-2-3 211,1-4 114,0-1 0,-1 1 1,-1-1-1,-1 1 0,0-1 0,-1 1 0,-1 0 0,0 1 0,-1-1 0,0 1 1,-1 0-1,-1 1 0,0-1 0,-3-1-114,11 13 61,-1 1 1,1 0 0,-1-1-1,0 1 1,1 0-1,-1 0 1,0-1-1,0 1 1,0 0-1,0 0 1,0 0-1,0 0 1,0 0 0,0 0-1,0 0 1,0 1-1,-1-1 1,1 0-1,0 1 1,0-1-1,-1 0 1,1 1 0,-1 0-1,1-1 1,0 1-1,-1 0 1,1 0-1,-1 0 1,1 0-1,0 0 1,-1 0-1,1 0 1,-1 0 0,1 0-1,-1 1 1,1-1-1,0 1 1,-1-1-1,1 1 1,0-1-1,0 1 1,-1 0-1,1 0 1,0-1 0,0 1-1,-1 1-61,-31 127 744,-51 668 497,83-789-1268,2-5-8,-1 1-1,0-1 0,-1 1 1,1-1-1,0 1 0,-1-1 0,0 1 1,0-1-1,0 0 0,0 0 1,0 1-1,-1-1 0,1 0 0,-1 0 1,0 0-1,0 0 0,0-1 1,0 1-1,-1 0 0,1-1 0,-1 1 36,-13-37-1640,-8-150-1416,-21-105-7217,21 195 11457,-8 4 4877,-15 6-113,43 111-5302,8-23-700,0 0 1,0-1-1,1 0 1,-1 0-1,1 0 1,0-1-1,0 1 1,0-1-1,0 0 1,1-1-1,-1 1 1,0-1-1,1 0 1,-1-1-1,1 1 1,-1-1-1,1 0 1,-1 0-1,1-1 1,-1 0-1,1 0 1,4-1 53,-7 2-56,66-14-3641,-3-11-8441</inkml:trace>
  <inkml:trace contextRef="#ctx0" brushRef="#br0" timeOffset="1770.094">20047 6670 26798,'0'0'1156,"0"0"-456,0 0 220,-10 18-153,-126 206 397,-188 262-666,317-475-503,0 0 0,0 0-1,1 0 1,1 1 0,0 0 0,0 0 0,2 1 0,-1-1-1,1 1 1,1 0 0,1 0 0,0 0 0,0 0 0,1 0-1,1 3 6,3-12-12,0 0-1,1 0 0,-1 0 0,1-1 1,0 0-1,0 0 0,0 0 0,0-1 0,0 1 1,1-1-1,-1 0 0,1-1 0,0 0 0,-1 0 1,1 0-1,0 0 0,0-1 0,0 0 0,-1 0 1,1-1-1,0 1 0,0-1 0,-1 0 0,1-1 1,-1 0-1,1 1 0,4-4 13,165-88-110,-155 80 84,220-174-89,-272 235 538,9-11-350,1 1-1,2 1 1,2 1-1,2 0 1,1 2-1,3 0 1,1 0-1,2 1 1,2 0-1,1 1 1,3-1-1,1 1 1,3 0-1,4 32-72,-2-54 0,0 0 0,2 0 0,0 0 0,1-1 0,2 0 0,0 0 0,1-1 0,1 0 0,1 0 0,0-1 0,2-1 0,0 0 0,1 0 0,10 8 0,-21-23-2,0 0 1,-1 0-1,1 0 0,0 0 0,0 0 1,1-1-1,-1 0 0,0 1 0,1-1 1,0-1-1,-1 1 0,1 0 1,0-1-1,0 0 0,0 0 0,0 0 1,0 0-1,0-1 0,0 0 0,0 1 1,0-2-1,0 1 0,0 0 0,0-1 1,0 1-1,0-1 0,0 0 1,0-1-1,0 1 0,0-1 0,-1 0 1,1 1-1,-1-2 0,1 1 0,-1 0 1,0-1-1,2-1 2,6-13-82,-1-1-1,-1 0 1,0-1-1,-1 0 1,-2 0-1,0-1 1,0 1-1,-2-1 1,-1-1-1,0 1 1,-1 0-1,-2-1 1,0-17 82,0 35-1,0-1 0,0 0 1,-1 0-1,1 1 1,-1-1-1,1 0 0,-1 1 1,0-1-1,-1 1 0,1-1 1,0 1-1,-1 0 0,0-1 1,0 1-1,0 0 0,0 0 1,0 0-1,-1 0 0,0 1 1,1-1-1,-1 1 1,0-1-1,0 1 0,0 0 1,0 0-1,-1 0 0,1 1 1,0-1-1,-1 1 0,1 0 1,-1 0-1,0 0 0,-1 0 1,-19 0 6,0 0 0,0 2 0,0 1 0,0 1 0,1 1 0,-1 1 0,1 1 0,0 1 0,1 1-1,-1 0 1,2 2 0,-1 1 0,1 1 0,1 1 0,0 0 0,-3 5-6,22-18 0,-81 51 197,3 3 0,1 4 0,-59 58-197,133-105 166,31-26-137,28-27-3,-3-1 0,-1-3 0,28-34-26,-60 61 2,75-81-55,-5-4 1,-4-4 0,-6-4 0,-4-3-1,-5-3 1,11-36 52,41-86-260,-104 218 356,-17 44 60,-6 217 363,11-227-519,-1 1 0,2-1 0,0 0 0,0-1 0,1 1 0,1-1 0,-1-1 0,2 0 0,0 0 0,0-1 0,0 0 0,1-1 0,1 0 0,-1 0 0,1-1 0,0-1 0,1 0 0,0-1 0,-1 0 0,3-1 0,29 18 0,-35-19 0,0 1 0,0 0 0,-1 0 0,1 1 0,-1 0 0,0 1 0,-1 0 0,1 0 0,-1 1 0,0 0 0,0 0 0,-1 0 0,0 1 0,-1 0 0,0 0 0,0 1 0,0-1 0,-1 1 0,0 0 0,-1 0 0,0 0 0,-1 1 0,1-1 0,-2 1 0,0-1 0,0 1 0,0 0 0,-1 0 0,-1 5 0,-5 3 0,-1 0 0,0 0 0,-2-1 0,0 0 0,-1 0 0,0-1 0,-1-1 0,-1 1 0,-1-2 0,0 0 0,0 0 0,-2-2 0,1 1 0,-2-2 0,-4 3 0,-14 14 0,-2-1 0,0-1 0,-2-3 0,-1 0 0,0-3 0,-16 5 0,-17-12-116,70-16 82,-1 0-1,0-1 1,1 0 0,0 1 0,0-1-1,0 0 1,0 0 0,0 0 0,1 0-1,0 0 1,0 0 0,0-1 0,0 1-1,1 0 1,0-1 0,-1 1 0,2 0-1,-1-1 1,0 1 0,1 0 0,0 0-1,0-1 1,0 1 0,0 0-1,1 0 1,0 0 0,0 0 0,0 0-1,1 0 35,1-5-7,1 0 0,1 0-1,-1 1 1,2 0 0,-1 0-1,1 0 1,0 1-1,0 0 1,1 0 0,0 1-1,1 0 1,-1 0-1,1 1 1,0 0 0,0 1-1,1 0 1,-1 0 0,1 1-1,0 0 1,0 1-1,0 0 1,0 1 0,0 0-1,0 0 1,0 1-1,1 0 1,-1 1 0,0 0 7,331-1-1757,-224 0-11</inkml:trace>
  <inkml:trace contextRef="#ctx0" brushRef="#br0" timeOffset="2800.97">21607 7068 30254,'-19'6'621,"-244"95"482,210-77-998,2 2 0,0 3 0,2 1 0,-21 19-105,67-47-45,0-1-1,0 1 1,0 0 0,0-1 0,1 1 0,-1 1 0,0-1 0,1 0 0,0 1 0,-1-1 0,1 1 0,0 0 0,0-1 0,1 1 0,-1 0-1,0 0 1,1 0 0,0 1 0,0-1 0,0 0 0,0 0 0,0 1 0,1-1 0,-1 1 0,1-1 0,0 0 0,0 1 0,0-1 0,1 0 0,-1 1-1,1-1 1,0 0 0,0 1 0,0-1 0,0 0 0,0 0 0,1 0 0,0 0 0,0 1 45,7 13 9,0-1 0,-2 1 0,0 0 1,0 1-1,-2 0 0,0 0 0,-1 0 0,-1 1 1,-1-1-1,-1 1 0,0-1 0,-1 1 0,-1 0 0,-3 13-9,3 25 127,3 210 89,-2-265-226,0 0 1,0 0 0,1 0-1,-1 0 1,0 0 0,1 0-1,0 0 1,0 0 0,-1-1-1,1 1 1,0 0 0,0-1-1,1 1 1,-1 0 0,0-1-1,0 1 1,1-1 0,-1 0-1,1 1 1,-1-1 0,1 0-1,0 0 1,-1 0 0,1 0-1,0 0 1,0-1 0,0 1-1,0 0 1,-1-1 0,1 1-1,0-1 1,0 0 0,0 0-1,0 0 1,0 0 0,0 0-1,0 0 1,0 0 0,0 0-1,0-1 1,0 1 0,0-1-1,0 0 1,-1 1 0,1-1-1,0 0 1,0 0 0,-1 0-1,1 0 1,0-1 0,-1 1-1,1 0 1,-1-1 0,0 1-1,1-1 1,-1 1 0,0-1-1,0 0 10,22-24-90,-2 0-1,-1-1 0,-1-1 1,-1-1-1,-1 0 0,6-19 91,-2 7 0,54-102-40,49-94-309,134-189 349,-251 416-35,4-8 29,0 1 0,1 1 0,0 0-1,2 0 1,0 2 0,0-1-1,2 2 1,-1 0 0,2 1-1,5-3 7,-20 14 8,0-1 0,1 1 0,-1 0 0,1 0-1,-1 0 1,1 1 0,-1-1 0,1 0 0,0 1 0,-1 0-1,1 0 1,0 0 0,-1 0 0,1 0 0,0 0 0,-1 0-1,1 1 1,-1 0 0,1-1 0,-1 1 0,1 0 0,-1 0-1,1 0 1,-1 1 0,0-1 0,1 1 0,-1-1-1,0 1 1,0 0 0,0-1 0,0 1 0,-1 0 0,1 1-1,0-1 1,-1 0 0,1 0 0,-1 1 0,0-1-8,28 106 631,-20-4 129,-4 0 0,-10 92-760,5-175 67,-9 92 75,-4-1 1,-6 0 0,-4-2-1,-5 0 1,-7 7-143,6-42 0,22-86 0,3-57-123,3 0 0,3-1 0,2 1 0,4 0 0,3 1 0,3 0 0,2 1 0,19-45 123,43-109-679,-75 213 648,0 1 0,1-1-1,0 1 1,1 0 0,-1 0 0,1 0-1,0 0 1,0 1 0,1 0 0,0 0 0,0 0-1,0 1 1,5-3 31,-8 6 14,-1 0 0,1-1 0,0 1 0,0 1 0,-1-1 0,1 0 0,0 1 0,0-1 0,0 1 0,0 0-1,0 0 1,0 0 0,0 0 0,-1 1 0,1-1 0,0 1 0,0 0 0,0 0 0,0 0 0,-1 0 0,1 0 0,0 0 0,-1 1 0,1-1 0,-1 1-1,0 0 1,0 0 0,1 0 0,-1 0 0,0 0 0,0 0 0,-1 0 0,1 1 0,0 0-14,9 17 71,0 0 0,-2 1 0,-1 0 0,0 1 0,-1 0 0,-2 0 0,0 0 0,-1 1 1,-2-1-1,0 1 0,-1 0 0,-1 0 0,-2 0 0,-3 19-71,2-21 3,-1-1 0,-2 0 0,0 0 0,-1-1 0,-1 1 0,0-2 0,-2 1 0,0-1 0,-1 0 0,-1-1 0,-4 4-3,-25 16-126,36-75-309,5 33 422,1 0 1,0 0-1,0 0 1,0 0-1,0 0 1,1 0-1,0 0 1,0 1-1,0-1 1,1 1-1,-1-1 1,1 1-1,0 0 1,0 0-1,1 0 1,-1 1-1,1-1 1,0 1-1,0 0 1,0 0 0,0 0-1,1 0 13,-2 4-1,-1 1 0,0-1 0,0 1 0,0 0 0,0 0 0,0 0 0,0 0 0,-1 0 0,1 0 0,0 0 0,-1 1 0,0-1 0,0 1 0,0-1 1,0 1-1,0-1 0,0 1 0,0-1 0,-1 1 0,0 0 0,1-1 0,-1 1 0,0 0 0,0 0 0,0-1 0,-1 2 1,2 2-4,1 8-44,-1-1 0,0 1 0,0 0 0,-2-1 0,1 1 0,-2 0 0,0-1 0,-1 1 0,0-1 0,-1 0 0,0 0 1,-1 0-1,0 0 0,-1-1 0,-1 0 0,0 0 0,-5 5 48,-51 64 1016,75-80-655,77-41-212,84-58-839,-95 51-716</inkml:trace>
  <inkml:trace contextRef="#ctx0" brushRef="#br0" timeOffset="3645.14">22734 7052 28174,'0'0'1167,"0"0"-259,0 0-448,0 0-178,0 0 143,31-5-34,209-39 21,179-36-1018,-391 85-782,-52 15 322,1-4 1331,-8 13-99,0 1 0,2 2 0,2 1 0,1 1 0,1 2 0,2 0 0,2 1-1,1 1 1,2 1 0,2 1 0,1 1 0,2 0 0,-2 20-166,11-48-28,1 0 0,0 0 0,1 1 0,1-1 0,0 1-1,1-1 1,0 1 0,1-1 0,2 11 28,-2-22-58,-1 0 0,1-1 0,0 1 0,0-1 0,0 1 0,0-1 0,0 1 0,1-1 0,-1 0 0,0 0 0,1 0 0,-1 0 0,1 0 0,-1 0-1,1 0 1,-1 0 0,1 0 0,0 0 0,-1-1 0,1 1 0,0-1 0,0 0 0,-1 1 0,1-1 0,0 0 0,0 0 0,1 0 58,24 1-1811</inkml:trace>
  <inkml:trace contextRef="#ctx0" brushRef="#br0" timeOffset="4468.719">23501 6983 22237,'0'0'3895,"0"0"-2322,6 19-609,33 197 860,-38 300-400,-10-402-1307,-4 0-1,-6-1 1,-4-1-1,-31 84-116,29-140-929,25-55 890,-1 0-1,0 0 1,1-1-1,-1 1 0,0 0 1,0 0-1,0-1 1,0 1-1,0 0 0,1-1 1,-1 1-1,0-1 1,0 1-1,0-1 0,-1 0 1,1 1-1,0-1 1,0 0-1,0 0 0,0 1 1,0-1-1,0 0 1,0 0-1,0 0 0,0-1 1,-1 1-1,1 0 1,0 0-1,0-1 0,0 1 1,0 0-1,0-1 1,0 1-1,0-1 0,0 1 1,0-1-1,0 0 1,1 1-1,-1-1 0,0 0 1,0 0-1,1 0 1,-1 1-1,0-1 0,1 0 1,-1 0-1,0 0 1,1 0-1,0 0 0,-1 0 1,1 0-1,-1 0 1,1-1 39,-113-242-1795,90 192 1896,3 0 1,2-1 0,2-1-1,3-1 1,2 0-1,3-1 1,2 0 0,2 0-1,3 0-101,1 49 30,-1 1 0,1-1 0,1 0 0,-1 0 0,1 1 0,0-1-1,1 1 1,-1-1 0,1 1 0,1-1 0,-1 1 0,1 0 0,0 0-1,0 0 1,1 1 0,0-1 0,0 1 0,0 0 0,1 0 0,0 0-1,0 1 1,0-1 0,0 1 0,0 0 0,1 1 0,0-1 0,0 1-1,0 0 1,0 1 0,0 0 0,7-2-30,-9 3 4,1-1 0,-1 1 0,1 0 0,-1 1 0,1-1 0,0 1 0,-1 0 0,1 0 0,0 0 0,-1 1 0,1 0 0,0 0 0,-1 0-1,1 0 1,-1 1 0,0 0 0,1-1 0,-1 2 0,0-1 0,0 0 0,0 1 0,-1 0 0,1 0 0,0 0 0,-1 0 0,0 1 0,0-1 0,0 1 0,0 0 0,-1 0 0,1 0 0,-1 0 0,0 0 0,0 0 0,-1 1 0,1-1 0,-1 1 0,1 3-4,-2 17 10,0 0 0,-2 0 1,-1 0-1,-1 0 0,-1 0 1,-2-1-1,0 0 0,-1 0 1,-2 0-1,0-1 0,-1-1 1,-2 0-1,0 0 0,-1-2 1,-1 1-1,-1-2 0,-1 0 1,-9 7-11,17-14 4,-210 249 67,197-247 124,37-44-98,26-23-164,3 2 0,2 1-1,48-39 68,-49 46-101,180-166-1598,109-70 1699,-174 172-1157,-30 72 1255,-129 35-61,1 0-1,-1 0 0,1 0 0,-1 0 0,1 0 0,-1 0 0,1 0 0,-1 1 0,1-1 0,-1 1 0,1-1 0,-1 1 0,0-1 0,1 1 0,-1 0 0,0 0 0,0 0 1,1 0-1,-1 0 0,0 0 0,0 0 0,0 0 0,0 0 0,0 0 0,0 1 0,-1-1 0,1 0 0,0 1 0,-1-1 0,1 0 0,-1 1 0,1-1 0,-1 1 0,0-1 1,1 1-1,-1-1 0,0 1 0,0-1 0,0 1 0,0-1 0,0 1 0,-1-1 0,1 1 0,0-1 0,-1 1 0,1-1 0,-1 1-36,-28 75 1062,-26 11-577,-3-4 0,-4-2 0,-27 24-485,67-79 32,-7 8-20,3-1-54,-1-1-1,-1-1 1,-2-1 0,-1-2-1,-1-1 1,-1-2 0,-2-1-1,-14 7 43,45-29-11,-1 0 1,0 0-1,0 0 0,-1 0 0,1-1 0,0 0 0,-1 0 0,1-1 0,-1 1 1,0-1-1,0-1 0,1 1 0,-1-1 0,0 0 0,0 0 0,1 0 1,-1-1-1,0 0 0,0 0 0,1-1 0,-1 1 0,1-1 0,-1 0 0,1-1 1,0 1-1,0-1 0,0 0 0,0-1 0,1 1 0,-1-1 0,1 0 0,0 0 1,0 0-1,0 0 0,0-1 0,1 0 0,0 0 0,0 0 0,0 0 1,-1-4 10,1-10-59,0 0 1,2-1 0,0 1-1,1-1 1,1 1 0,1 0 0,0-1-1,2 1 1,0 0 0,1 0-1,1 1 1,1-1 0,1 2 0,0-1-1,1 1 1,1 0 0,0 0-1,2 2 1,0-1 0,9-9 58,-9 12 28,0 1 1,1 0-1,0 0 0,1 1 1,0 1-1,1 0 1,0 1-1,1 1 0,0 0 1,0 1-1,0 1 1,1 1-1,0 0 0,0 1 1,0 1-1,1 0 1,-1 1-1,1 1 0,-1 1 1,1 1-1,-1 0 0,1 1 1,-1 1-1,0 0 1,0 2-1,0 0 0,0 1 1,5 3-29,160 77-586,-107-48-1370</inkml:trace>
  <inkml:trace contextRef="#ctx0" brushRef="#br0" timeOffset="5152.638">24678 7104 30150,'-19'7'570,"-355"123"67,369-128-559,-31 13-490,64-12-795,87-11-140,-110 12 1379,-1-1 0,1 1 1,-1 0-1,0 0 0,0 0 1,-1 0-1,1 1 1,-1 0-1,0-1 0,0 1 1,0 0-1,-1 1 0,0-1 1,0 0-1,0 1 0,0-1 1,-1 1-1,0-1 0,0 1 1,-1 0-1,0 0 0,0-1 1,0 1-1,0 0 0,-1-1 1,0 1-1,0 0 0,-2 1-32,3 13 160,-6 34 1,-2-1-1,-3 0 1,-2 0 0,-3-1-1,-1-1 1,-3-1-1,-2 0 1,-2-2-1,-18 26-160,19-29 12,-1-2-1,8-12-229,41-58-71,37-50-100,3 3 1,3 3 0,3 4 0,3 2 0,8-1 388,-71 58-18,1 0-1,0 0 0,0 1 1,1 0-1,0 1 1,0 0-1,0 2 1,1-1-1,0 1 1,0 1-1,0 1 0,8-1 19,-19 3 31,0 0 0,0 1-1,0-1 1,0 1 0,1 0-1,-1-1 1,0 1 0,0 1-1,0-1 1,-1 0 0,1 1-1,0-1 1,0 1 0,-1 0-1,1 0 1,-1 0 0,0 0-1,1 1 1,-1-1-1,0 0 1,0 1 0,-1 0-1,1-1 1,0 1 0,-1 0-1,0 0 1,1 0 0,-1 0-1,0 0 1,-1 0 0,1 0-1,-1 0 1,1 1 0,-1-1-1,0 2-30,-8 119 840,-4-94-778,-2-1 1,-1-1-1,-1 0 1,-2-1-1,0-1 0,-2-1 1,-1-1-1,-1 0 1,-1-2-1,0 0 1,-13 7-63,35-29-1,-10 12-56,-1-1-1,0 0 0,0-1 1,-1 0-1,-1-1 0,1-1 0,-2 0 1,1-1-1,-1 0 0,0-1 1,0-1-1,-1 0 0,1-1 0,-13 1 58,24-8-77,1-1-1,0 1 0,-1-1 0,1 0 0,0 0 0,1 0 0,-1 0 0,1 0 0,0-1 0,0 1 0,0-1 0,0 1 0,1-1 1,0 0-1,0 1 0,0-1 0,0 0 0,1 0 0,0 0 0,0 0 0,0 1 0,1-1 0,0 0 0,-1 0 0,2 0 0,-1 1 1,0-1-1,2-1 78,0-5-28,1 1 1,0 0-1,0 0 1,1 0-1,0 1 1,1 0-1,0 0 1,0 0-1,1 1 1,0 0-1,1 0 1,-1 1-1,2-1 1,-1 2-1,1-1 1,0 1-1,0 1 1,1 0-1,-1 0 1,1 1-1,0 0 1,1 1-1,-1 0 1,0 0-1,1 1 1,0 0 27,248 3-599,-203 5-3791</inkml:trace>
  <inkml:trace contextRef="#ctx0" brushRef="#br0" timeOffset="5488.901">25162 7488 26302,'0'0'2858,"0"0"-2096,24-14-567,160-80 332,-149 82-488,0 2 0,1 2 0,0 1 0,1 1 0,-1 2 1,24 2-40,-55 1 13,0 1 1,0 0 0,0 0 0,0 1 0,0-1 0,0 1-1,0 0 1,0 1 0,0-1 0,-1 1 0,1 0 0,0 0 0,-1 0-1,0 1 1,1 0 0,-1-1 0,0 1 0,-1 1 0,1-1-1,0 1 1,-1-1 0,0 1 0,0 0 0,0 0 0,0 0-1,-1 1 1,1-1 0,-1 1 0,0-1 0,-1 1 0,1 0 0,-1 0-1,0 0 1,0 0 0,0-1 0,-1 1 0,0 3-14,0 16 29,-1 0 0,0 1 0,-2-1 0,-2 0 0,0 0 0,-1-1 1,-1 1-1,-1-1 0,-1-1 0,-1 0 0,-2 0 0,0-1 0,-1 0 0,0-1 0,-2-1 1,-1 0-1,0-1 0,-6 5-29,19-19-51,0 0 0,0-1-1,0 1 1,0 0 0,0-1 0,-1 0 0,1 0 0,-1 0 0,0 0 0,0-1-1,0 1 1,0-1 0,-1 0 0,1 0 0,0-1 0,-1 1 0,0-1 0,1 0 0,-1 0-1,0-1 1,1 1 0,-1-1 0,0 0 0,-1-1 51,-18-46-1783,7-74-942,12 61 110</inkml:trace>
  <inkml:trace contextRef="#ctx0" brushRef="#br0" timeOffset="5755.627">25469 7382 21253,'0'0'4352,"0"0"-2487,0 0-905,-4 146-336,-9-81-104,2-2-304,0-4-120,4-9-96,7-15-64,0-17-256,27-18 128,10 0-288,29-57-664,-7 3-2297,-4 1-15963</inkml:trace>
  <inkml:trace contextRef="#ctx0" brushRef="#br0" timeOffset="6004.384">25903 7415 5665,'0'0'15829,"0"0"-11252,0 0-3223,0 0-449,3 19-222,10 103-60,-13-120-620,0 0 0,1 0 0,-1 0 0,0 0 0,1 0 1,-1-1-1,1 1 0,0 0 0,0 0 0,-1-1 0,1 1 0,0 0 1,0-1-1,1 1 0,-1-1 0,0 1 0,1-1 0,-1 0 0,0 1 1,1-1-1,-1 0 0,1 0 0,0 0 0,-1 0 0,1 0 0,0-1 1,0 1-1,0 0 0,-1-1 0,1 0 0,0 1 0,0-1 0,0 0 1,0 0-1,0 0 0,0 0 0,0 0 0,0 0 0,-1 0 0,1-1 1,0 1-1,1-1-3,76-33-355,56-53-109,-135 87 479,1-1-1,0 1 1,0-1 0,0 1-1,0-1 1,0 1 0,0 0-1,0 0 1,0-1 0,0 1-1,0 0 1,1 0 0,-1 0-1,0 0 1,0 0 0,0 0-1,0 1 1,0-1 0,0 0-1,0 1 1,0-1 0,0 0-1,0 1 1,0-1 0,0 1-1,0-1 1,-1 1 0,1 0-1,0-1 1,0 1 0,0 0-1,-1-1 1,1 1 0,0 0-1,-1 0 1,1 0 0,-1 0-1,1 0 1,-1 0 0,1 0-1,-1 0 1,0 0 0,1 0-1,-1 0 1,0 0 0,0 0-1,0 0 1,0 0 0,0 0-1,0 0 1,0 0 0,0 0-1,0 0-14,-9 62 642,1-46-550,-1-1 0,0 0 0,-1-1 1,-1 0-1,-1-1 0,0 0 0,0 0 0,-2-1 0,-3 2-92,-40 43 131,40-14-2566,22-43-3477</inkml:trace>
  <inkml:trace contextRef="#ctx0" brushRef="#br0" timeOffset="6171.434">26552 7595 27558,'0'0'2344,"0"0"-2056,0 0 49,0 0 271,0 0-184,0 0-256,0 0-104,20 20-64,19-20-184,-1 0-608,-3 0-1249</inkml:trace>
  <inkml:trace contextRef="#ctx0" brushRef="#br0" timeOffset="6337.433">26903 7619 11034,'0'0'18428,"0"0"-17884,123-56-304,-62 31 49,20-5-233,-15 8-56,-14 5-1569</inkml:trace>
  <inkml:trace contextRef="#ctx0" brushRef="#br0" timeOffset="6804.164">21546 8329 25405,'0'0'1337,"0"0"-176,-19-2-223,-83-4 1441,315 11-1950,39-5-119,1259-52 497,-37 36-806,-521 60-50,-707-28-1282,-186-15-1050</inkml:trace>
  <inkml:trace contextRef="#ctx0" brushRef="#br0" timeOffset="-16040.202">8841 740 29262,'0'0'583,"36"2"-63,258-1 227,107-93-214,-362 89-541,-39 2 7,1 1 0,0 0 0,-1 0-1,1 0 1,0 0 0,-1 0 0,1 0 0,-1 0-1,1 0 1,0 0 0,-1 0 0,1 0-1,0 0 1,-1 1 0,1-1 0,-1 0-1,1 0 1,0 1 0,-1-1 0,1 0-1,-1 1 1,1-1 0,-1 0 0,1 1-1,-1-1 1,1 1 0,-1-1 0,0 1 0,1-1-1,-1 1 1,0-1 0,1 1 0,-1 0-1,0-1 1,0 1 0,1-1 0,-1 1-1,0 0 1,0-1 0,0 1 0,0-1-1,0 1 1,0 0 0,0-1 0,0 1-1,0 0 1,0-1 0,0 1 0,0-1 0,-1 1-1,1 0 1,0-1 0,0 1 0,-1-1-1,1 1 1,0 0 0,-1-1 0,1 1-1,-1-1 1,1 0 0,0 1 0,-1-1-1,1 1 1,-1-1 0,1 1 0,-1-1-1,1 0 1,-1 0 0,0 1 0,0-1 1,-120 128 32,87-98-12,-213 184 160,43-40-46,7 8 0,-90 116-134,230-213-284,58-84 228,-1 1 1,0-1-1,1 0 1,0 0-1,-1 0 1,1 0-1,0 0 1,-1 0-1,1 0 1,0 0-1,0 0 1,0 0-1,0 0 0,0 0 1,0-1-1,0 1 1,0 0-1,0-1 1,0 1-1,0 0 1,1-1-1,-1 0 1,0 1-1,0-1 1,1 0-1,-1 0 1,0 1-1,0-1 1,1 0-1,-1 0 1,0 0-1,1-1 1,-1 1-1,0 0 0,1-1 56,3 1-330,37 1-3061</inkml:trace>
  <inkml:trace contextRef="#ctx0" brushRef="#br0" timeOffset="-15756.197">9269 1381 29134,'0'0'691,"5"30"9,23 213 511,-32-184-1003,-3 0 0,-2-1 0,-2 0 1,-3-1-1,-4 4-208,-30 139-35,43-164-342,13-48-497,50-185 19,-57 191 859,0 0 0,0 0 0,1 0 0,0 1 0,0-1 0,1 0 0,-1 1 0,1-1-1,0 1 1,1 0 0,-1 0 0,1 0 0,0 0 0,1 1 0,-1 0 0,1 0 0,-1 0 0,1 0 0,0 1 0,1 0 0,-1 0 0,1 0 0,-1 0 0,1 1 0,0 0 0,0 0 0,0 1 0,0 0 0,0 0 0,5 0-4,141-4-80,-71-18-604,-25-1-4203,0-6-13520</inkml:trace>
  <inkml:trace contextRef="#ctx0" brushRef="#br0" timeOffset="-15240.286">10492 0 28062,'0'0'802,"0"0"-260,22 8-72,69 29 64,-86-33-492,-1-1-1,0 1 1,1 0-1,-2 0 1,1 1-1,0-1 0,-1 1 1,0 0-1,0 0 1,0 0-1,-1 0 0,0 0 1,0 0-1,0 1 1,0-1-1,-1 1 0,0 0 1,0-1-1,-1 1 1,1 0-1,-1-1 0,0 1 1,-1 0-1,0 2-41,1 6 40,1-3-34,0 0-1,-1 0 0,-1 1 1,0-1-1,-1 0 1,0 0-1,0 0 1,-1-1-1,0 1 1,-1 0-1,-1-1 1,1 0-1,-2 0 1,1 0-1,-1-1 0,-1 0 1,1 0-1,-2-1 1,1 1-1,-1-2 1,-6 5-6,-177 87-252,208-98 318,10-6-46,0 0 1,0-2-1,-1-1 0,1-1 0,-2-2 0,0 0 0,9-7-20,8-1-14,243-109-693,-217 111 605,-66 17 110,-1 1 0,1 0 0,-1-1 0,1 1 1,-1 0-1,1 0 0,-1 0 0,0 0 1,0 0-1,1 1 0,-1-1 0,0 0 1,0 0-1,0 1 0,0-1 0,-1 1 1,1-1-1,0 1 0,0-1 0,-1 1 0,1-1 1,-1 1-1,0 0 0,1-1 0,-1 1 1,0 0-1,0-1 0,0 1 0,0 0 1,0-1-1,0 1 0,-1 0 0,1-1 0,0 1 1,-1-1-1,1 1 0,-2 1-8,2 9 84,-2 23 36,-2-1 0,-1-1 0,-1 1 0,-2-1 0,-2 0-1,-2 3-119,-2 11 87,-187 647 370,180-548-1011,56-160-481,81-145-3151,-61 73-3529</inkml:trace>
  <inkml:trace contextRef="#ctx0" brushRef="#br0" timeOffset="-14983.037">11204 697 25958,'0'0'2448,"0"0"-1632,0 0-384,0 0 112,0 0-111,53 130-169,-53-77-104,0 0-104,0-1-56,-7-5-72,-28-2-536,2-9-385,-2-15-1359</inkml:trace>
  <inkml:trace contextRef="#ctx0" brushRef="#br0" timeOffset="-14540.809">10529 1101 26574,'-20'10'1381,"-16"10"-1002,1 1 0,1 2 0,0 1 0,2 2 0,1 1 0,-5 8-379,22-19 51,1 1-1,0 0 1,2 1 0,0 0 0,1 0-1,1 1 1,1 1 0,0 0-1,1 0 1,2 0 0,0 1-1,1-1 1,1 1 0,1 0-1,0 4-50,1-20-25,1 0 0,-1 0 0,1-1 0,0 1 0,0 0 0,0 0 0,1 0 0,-1 0-1,1 0 1,0-1 0,1 1 0,-1 0 0,1-1 0,0 1 0,0-1 0,1 0 0,-1 1 0,1-1-1,0 0 1,0-1 0,0 1 0,0 0 0,1-1 0,0 0 0,-1 0 0,1 0 0,0 0 0,1-1-1,-1 1 1,0-1 0,1 0 0,-1 0 0,4 0 25,12-1-263,1-1 0,-1 0 0,1-2 0,-1 0-1,0-2 1,0 0 0,0-1 0,-1-1 0,0-1 0,0 0 0,0-2-1,-1 0 1,0-1 0,-1-1 0,0 0 0,-1-2 0,0 0-1,-1 0 1,3-4 263,-5 6-13,6-3 138,71-60 429,3 5 1,2 3-1,4 5 1,2 4-1,3 4 1,2 5-1,69-20-554,-80 53 363,-94 15-359,-1 0-1,1 0 1,0 0-1,-1 0 1,1 0 0,-1 0-1,1 0 1,0 0-1,-1 0 1,1 1-1,-1-1 1,1 0 0,0 0-1,-1 1 1,1-1-1,-1 1 1,1-1 0,-1 0-1,1 1 1,-1-1-1,0 1 1,1-1-1,-1 1 1,1-1 0,-1 1-1,0-1 1,1 1-1,-1 0 1,0-1 0,0 1-1,0-1 1,1 1-1,-1 0 1,0-1 0,0 1-1,0 0 1,0-1-1,0 1 1,0-1-1,0 1 1,0 0 0,0-1-1,-1 1 1,1 0-1,0-1 1,0 1 0,0-1-1,-1 1 1,1-1-1,0 1 1,-1 0 0,1-1-1,0 1 1,-1-1-1,1 1 1,-1-1-1,1 0 1,-1 1 0,1-1-4,-28 36 95,-334 262 770,178-126-198,181-171-662,1 0 1,0 1-1,0-1 1,0 0-1,0 1 1,0 0-1,0-1 1,0 1-1,0 0 1,1 0-1,-1 0 0,1 0 1,-1 0-1,1 0 1,0 0-1,0 1 1,0-1-1,0 0 1,0 1-1,0-1 1,1 1-1,-1-1 0,1 1 1,0-1-1,0 1 1,0-1-1,0 1 1,0-1-1,0 1 1,1-1-1,-1 1 0,1-1 1,-1 0-1,1 1 1,0-1-1,0 0 1,0 1-1,1-1 1,-1 0-1,0 0 1,1 0-1,0 0 0,-1 0 1,1 0-1,0-1 1,0 2-6,116 18 29,-99-20-26,0 1-1,-1 1 1,1 1 0,-1 0-1,0 2 1,0 0 0,-1 1-1,1 1-2,-15-7 2,0 1-1,0-1 1,0 1-1,0 0 0,-1 0 1,1 0-1,-1 0 0,0 0 1,1 1-1,-1-1 0,0 1 1,0-1-1,-1 1 1,1 0-1,-1 0 0,1-1 1,-1 1-1,0 1 0,0-1 1,0 0-1,0 0 0,-1 0 1,1 0-1,-1 1 1,0-1-1,0 0 0,0 0 1,0 1-1,0-1 0,-1 0 1,0 0-1,1 0 0,-1 0 1,0 0-1,-1 0 1,1 0-1,0 0 0,-1 0 1,0 0-1,0 0 0,0-1 1,0 1-1,0-1 0,-1 1-1,-22 18 6,-2-1-1,-1-2 0,0-1 0,-1-1 1,-1-1-1,-11 3-5,12-4-4,-399 161-566,237-133-1363,159-42-383</inkml:trace>
  <inkml:trace contextRef="#ctx0" brushRef="#br0" timeOffset="-14290.098">10823 2012 29998,'0'0'675,"19"9"-229,205 99-133,-141-74-1150,1-4 0,1-4 1,2-3-1,20 0 837,99 26 1711,-187-45-1468,0 1 0,0 1 0,-1 0 1,1 2-1,-2 0 0,1 1 0,-1 0 1,0 2-1,-1 0 0,13 11-243,-26-18-84,0 0 0,0 0 0,-1 0 0,1 0-1,-1 1 1,0-1 0,0 1 0,-1-1 0,1 1 0,-1 0 0,0 0-1,0 0 1,-1 0 0,1-1 0,-1 1 0,0 0 0,0 0-1,-1 2 85,1-4-302,0 17-4944</inkml:trace>
  <inkml:trace contextRef="#ctx0" brushRef="#br0" timeOffset="-3359.41">12958 7897 29574,'0'0'849,"0"0"-425,0 0-400,0 0 128,0 0-32,140-30-72,-76 26-48,-3 4-488,-17 20-897,-20 4-2376</inkml:trace>
  <inkml:trace contextRef="#ctx0" brushRef="#br0" timeOffset="-3171.56">12853 8652 30158,'0'0'1161,"0"0"-873,0 0-200,0 0 56,0 0 80,0 0-64,210-88-16,-30-60-96,0-14-24,-20 12-24,-27 24-8,1 3-64,-13 7-448,-21 5-520,-27 31-857,-29 16-6033</inkml:trace>
  <inkml:trace contextRef="#ctx0" brushRef="#br0" timeOffset="-2874.844">14332 7198 28238,'0'0'1672,"0"0"-847,0 0-321,0 0 88,132-33-8,-71 31-232,11 2-352,7 0 0,0 0 0,-4 0 0,-9 18 0,-12 9-152,-14 40-664,-16-5-689,-18-1-903</inkml:trace>
  <inkml:trace contextRef="#ctx0" brushRef="#br0" timeOffset="-2592.597">14477 7922 26286,'0'0'1688,"0"0"-528,0 0-488,0 0-216,0 0 1,0 0-41,0 0-160,127 24-144,-41-63-56,3-9-40,-1-5 0,-2-6-16,23-34-264,-23 12-945,-16 6-1151</inkml:trace>
  <inkml:trace contextRef="#ctx0" brushRef="#br0" timeOffset="-2591.597">14966 6770 28038,'-53'109'1152,"0"31"-176,1 30-303,15 7-153,15-3-136,2-3-184,2-5-128,3-18-56,2-34-16,6-29-56,5-28-256,2-21-256,0-10-681,2-26 169,9-6-216,-2-28-16252</inkml:trace>
  <inkml:trace contextRef="#ctx0" brushRef="#br0" timeOffset="-2326.642">14996 7169 28822,'-11'156'912,"-4"33"-39,2-11-425,6-11-64,3-11-56,2-22-176,0-25-152,2-28-16,-3-22-296,-16 6-248,1-14-1313,-6-9-4240</inkml:trace>
  <inkml:trace contextRef="#ctx0" brushRef="#br0" timeOffset="-1941.696">13898 7449 29278,'0'0'807,"0"0"-468,0 0-46,17 21 39,104 135 146,-111-141-471,-1 0 1,-1 1 0,0 0-1,0 0 1,-2 1-1,0 0 1,-1 0 0,-1 1-1,-1 0 1,0-1-1,-1 1 1,-1 0 0,0 0-1,-2 0 1,0 0 0,-1 0-1,-1 0 1,0-1-1,-2 1 1,0-1 0,-1 0-1,0 0 1,-2-1-1,-7 13-7,-3-6-26,-1-1 1,-1-1-1,-1-1 0,-1-1 0,-1-1 0,-1-1 0,0-1 0,-1-1 0,0-2 0,-1 0 0,-1-1 0,0-2 0,-1-1 0,1-1 0,-26 4 26,46-11 2,6-1 1,0 0 0,-1 0-1,1-1 1,0 1 0,0 0-1,-1 0 1,1 0 0,0 0-1,0 0 1,-1 1 0,1-1-1,0 0 1,0 0 0,0 1-1,-1-1 1,1 1 0,0-1-1,0 1 1,0 0 0,0-1-1,0 1 1,0 0 0,0 0-1,0 0 1,0-1 0,0 1 0,1 0-1,-1 0 1,0 0 0,0 1-1,1-1 1,-1 0 0,1 0-1,-1 0 1,1 0 0,0 1-1,-1-1 1,1 0 0,0 0-1,0 0 1,0 1 0,0-1-1,0 0 1,0 1 0,0-1-1,0 0 1,0 1-3,134 85 391,-66-45-275,1-4 0,2-2 0,1-4 0,2-3 0,1-3 0,1-4 0,0-3 0,78 10-116,-103-24-12,0-2 0,0-3-1,0-1 1,0-3 0,0-2 0,-1-3 0,0-1 0,12-6 12,-26 4-406,0-2-1,-1-2 1,-1-1 0,-1-1 0,0-2 0,-2-1 0,0-2-1,-1-1 1,-2-1 0,0-2 0,14-18 406,2-17-5773</inkml:trace>
  <inkml:trace contextRef="#ctx0" brushRef="#br0" timeOffset="-971.774">15553 7015 29030,'0'0'707,"0"0"-400,0 0-59,0 0 85,14 24-31,42 81-149,-18 30-63,-37-125-89,0 1 1,1 0-1,1-1 1,-1 1-1,2-1 1,-1 0-1,1 0 1,1 0-1,0-1 1,0 1-1,1-1 1,1 0-1,-1-1 1,1 1-2,0-6-22,-1 0 0,1-1 1,0 1-1,0-1 0,0-1 0,0 1 1,0-1-1,0 0 0,0-1 1,0 0-1,1 0 0,-1 0 0,0-1 1,0 0-1,0-1 0,0 1 1,0-1-1,0-1 0,0 1 1,-1-1-1,1 0 0,-1-1 0,0 0 1,0 0-1,0 0 0,-1 0 1,1-1-1,-1 0 0,3-3 22,20-13-347,-1 0 0,-1-2 0,-1-1 0,-2 0 0,0-2 0,-1-1 0,-2-1 0,0 0 0,-2-2 0,0-4 347,-11 19 502,-1 0-1,-1-1 0,0 1 0,-1-1 1,-1 0-1,-1-1 0,0 1 0,0-14-501,-17 427 1673,-26 80-1673,3-45-7,-2-89 7,39-339 0,0-1-1,-1 0 1,1-1 0,-1 1-1,0 0 1,0 0 0,0-1-1,0 1 1,0-1 0,0 1-1,-1-1 1,1 0 0,-1 0-1,0 0 1,1-1 0,-1 1-1,0 0 1,0-1 0,0 0-1,0 0 1,0 0 0,-1 0-1,1 0 1,0-1 0,0 1-1,-1-1 1,1 0 0,0 0-1,0 0 1,-1 0 0,1-1-1,0 1 1,0-1 0,-1 0-1,1 0 1,0 0 0,0 0-1,0-1 1,0 1 0,0-1-1,1 0 1,-1 0 0,0 0-1,1 0 1,-1 0 0,1 0-1,0-1 1,0 1 0,0-1-1,0 0 1,0 0 0,0 0 0,-421-395-660,386 371 652,-1 2 0,-1 1 0,0 2 1,-2 1-1,-38-12 8,75 32 1,4 1-1,-1 0 0,0 1 0,0-1 0,0 0 1,0 0-1,1 0 0,-1 0 0,0 0 0,0 0 0,0 0 0,0 0 0,1 0 0,-1 0 0,0 0 0,0-1 1,0 1-1,0 0 0,1-1 0,-1 1 0,0 0 0,0-1 0,1 1 0,-1-1 0,0 1 0,1-1 1,-1 1-1,1-1 0,-1 0 0,0 1 0,1-1 0,0 0 0,-1 1 0,1-1 0,-1 0 0,1 0 0,0 1 1,-1-1-1,1 0 0,0 0 0,0 0 0,0 0 0,0 1 0,-1-1 0,1 0 0,0 0 0,1 0 1,-1 0-1,0 1 0,0-1 0,0 0 0,0 0 0,1 0 0,-1 0 0,0 1 0,1-1 0,-1 0 0,1 0 1,189-68 3,283-142-343,-457 203 321,-3 1 8,0 1-1,1 0 1,0 0 0,0 1 0,0 1-1,1 1 1,-1 0 0,15-1 10,-28 4 0,1 0 0,0 1 1,-1-1-1,1 1 0,-1-1 0,1 1 1,-1 0-1,1 0 0,-1-1 0,1 1 1,-1 0-1,0 0 0,0 0 0,1 1 1,-1-1-1,0 0 0,0 0 1,0 1-1,0-1 0,0 0 0,-1 1 1,1-1-1,0 1 0,-1-1 0,1 1 1,-1 0-1,1-1 0,-1 1 0,0-1 1,1 1-1,-1 0 0,0-1 1,0 1-1,0 0 0,-1-1 0,1 1 1,0 0-1,-1-1 0,1 1 0,-1-1 1,1 1-1,-21 78 50,-238 327 173,262-395-325,20-30 65,-20 16 32,293-294-1568,-37 54 1205,-253 237 378,0 0 0,0 1 0,0 0-1,1 0 1,-1 0 0,1 1-1,0 0 1,0 0 0,0 1 0,0 0-1,1 0 1,-1 1 0,0 0-1,4 0-9,-8 3 21,-1 0-1,1 0 1,-1 0-1,0 0 0,0 1 1,0 0-1,0-1 1,0 1-1,-1 0 0,1 0 1,-1-1-1,0 1 1,0 0-1,0 0 0,0 1 1,0-1-1,-1 0 0,1 0 1,-1 0-1,0 0 1,0 1-1,0-1 0,0 0 1,-1 0-1,1 0 1,-1 1-1,0-1 0,0 0-20,1 10 50,-13 120 264,65-215-760,42-64-2362,-52 75-218</inkml:trace>
  <inkml:trace contextRef="#ctx0" brushRef="#br0" timeOffset="-710.53">16855 7135 5321,'0'0'18688,"0"0"-14196,0 0-3867,5 17 89,41 265 1155,-37-163-1516,-5 0-1,-8 65-352,-27 14-2066,31-182 124</inkml:trace>
  <inkml:trace contextRef="#ctx0" brushRef="#br0" timeOffset="-526.956">17324 7041 29830,'0'104'1289,"0"18"-729,7-3 72,2 13-176,-3 18-456,-6 10 0,0 5 0,-26 9 0,-14 0 0,-3-13 0,-8-3 0,-2-6 0,1-8 0,8-31-112,13-29-2249</inkml:trace>
  <inkml:trace contextRef="#ctx0" brushRef="#br0" timeOffset="-6314.646">8960 7585 23917,'0'0'6001,"0"0"-5529,0 0-367,120 4 287,12-51 88,52-34-128,13-16-144,-13 2-144,-45 24-40,-54 26-24,-26 15 0,-8 7-224,21-19-344,-8 7-1289,-12-3-7089</inkml:trace>
  <inkml:trace contextRef="#ctx0" brushRef="#br0" timeOffset="-5256.145">9951 6691 28214,'0'0'723,"0"0"-206,0 0-5,-20 19 70,-62 76-14,35 40-91,-92 461 110,26 6-1,17 83-586,91-617-392,8-70-57,64-118-172,50-169-2214,47-192 2835,2-7-1279,-117 379 1802,-48 109-486,-1-1 1,1 0 0,0 1 0,0-1 0,0 1 0,-1-1 0,1 1 0,0-1-1,0 1 1,0-1 0,0 1 0,0 0 0,0 0 0,0-1 0,0 1 0,0 0-1,0 0 1,0 0 0,0 0 0,0 0 0,0 0 0,0 1 0,0-1 0,0 0-1,0 0 1,0 1 0,0-1 0,0 1 0,0-1 0,0 1 0,0-1 0,-1 1-1,1-1 1,0 1 0,0 0 0,-1-1 0,1 1 0,0 0 0,-1 0 0,1-1-1,-1 1 1,1 0 0,-1 0 0,1 0 0,-1 0 0,1 0 0,-1 0 0,0 0-1,0 0 1,1 0 0,-1 0 0,0 0 0,0 0 0,0 0 0,0 0 0,0 0-1,0 0 1,-1 0 0,1 0 0,0 1-38,12 50 331,-3 2-1,-1-1 1,-3 1 0,-2 0 0,-3 4-331,1-21 102,7 140 35,-8 1-1,-8 0 1,-7-1-1,-18 59-136,32-230-66,-32 68-1275,17-80 622,-39-115-4011,40 78 2061,-53-134-19046,49 130 21883,-1 1 6371,-25-65 3057,-31-153-31,75 257-9265,0 4-216,0 0-1,0 1 0,0-1 1,0 0-1,1 0 0,-1 1 1,1-1-1,0 0 0,0 0 1,0 0-1,0 0 0,0 1 1,1-1-1,-1 0 1,1 0-1,0 0 0,0 1 1,0-1-1,0 1 0,0-1 1,1 1-1,-1-1 0,1 1 1,-1-1-1,1 1 0,0 0-83,3 1 29,0 0-1,0 0 1,0 0 0,-1 1-1,1-1 1,0 1-1,0 1 1,0-1-1,0 1 1,0-1-1,0 2 1,0-1 0,-1 0-1,1 1 1,-1 0-1,1 0 1,-1 0-1,1 1 1,-1-1-1,0 1 1,0 0 0,0 0-1,-1 0 1,1 1-1,-1 0 1,0-1-1,0 1 1,0 0-1,0 0 1,-1 1 0,1-1-1,-1 0 1,0 1-1,-1 0 1,1-1-1,-1 1 1,0 0-1,0 0 1,0 0 0,-1 0-1,1 3-28,-3 5 43,0-1 1,0 0-1,-1 0 0,-1 0 0,0-1 0,0 1 1,-1-1-1,-1 0 0,1 0 0,-2-1 0,0 1 1,0-1-1,-1-1 0,0 0 0,-1 0 1,1 0-1,-2-1 0,1 0 0,-1-1 0,-7 4-43,18-11 2,-1 0 0,1 0 0,-1 0-1,1 0 1,-1 0 0,1 0-1,0 1 1,-1-1 0,1 0-1,-1 0 1,1 1 0,-1-1 0,1 0-1,-1 1 1,1-1 0,-1 0-1,1 1 1,-1-1 0,0 1 0,1-1-1,-1 1 1,0-1 0,1 1-1,-1-1 1,0 1 0,0-1 0,1 1-1,-1-1 1,0 1 0,0 0-1,0-1 1,0 1 0,0-1-1,0 1 1,0-1 0,0 1 0,0 0-1,0-1 1,0 1 0,0-1-1,0 1 1,0 0 0,-1-1 0,1 1-1,0-1 1,0 1 0,-1-1-1,1 1-1,11-1 0,233-43-486,-243 43 450,-1 0-1,1 0 0,0 0 0,-1 0 0,1 0 1,-1 0-1,1 0 0,0 1 0,-1-1 0,1 0 1,0 0-1,-1 1 0,1-1 0,-1 1 0,1-1 1,-1 0-1,1 1 0,-1-1 0,1 1 0,-1-1 1,0 1-1,1-1 0,-1 1 0,1 0 0,-1-1 1,0 1-1,0-1 0,1 1 0,-1 0 0,0-1 1,0 1-1,0 0 0,0-1 0,0 1 1,0 0-1,0-1 0,0 1 0,0 0 0,0-1 1,0 1-1,0-1 0,0 1 0,0 0 0,-1-1 1,1 1-1,0 0 0,-1-1 0,1 1 0,0-1 1,-1 1-1,1-1 0,0 1 0,-1-1 0,1 1 1,-1-1-1,0 1 37,-4 9-390,0 1 0,-1-1 1,0-1-1,-1 1 0,0-1 0,-1 0 1,0-1-1,0 1 0,-1-2 1,0 1-1,-2 0 390,-7 7-1061,-118 99-5074,-8-5 5023,-360 218 11647,286-198-9894,-98 58 2548,285-160-2455,43-25-579,19-7-125,-1-1 0,0-2 0,-1-1 0,0-1 0,0-2 0,4-3-30,521-240 118,144-60 75,-678 307-183,62-9-3,-74 58-35,-13-26 32,0 0-1,-1-1 1,-1 0-1,0 0 1,-1 0 0,-1-1-1,0-1 1,0 1-1,-1-1 1,-10 8-4,0 4 3,-113 121-208,-7-5 0,-44 28 205,165-152-198,-103 70-3203,108-84-1196</inkml:trace>
  <inkml:trace contextRef="#ctx0" brushRef="#br0" timeOffset="-5016.609">10060 8848 28590,'0'0'912,"0"0"-64,0 0-343,154 88-81,-113-58-256,-1 0-120,-1-1-48,9-5-400,-10-8-1585,-8-14-6889</inkml:trace>
  <inkml:trace contextRef="#ctx0" brushRef="#br0" timeOffset="-4742.702">11220 7382 28494,'0'0'2042,"-23"25"-1427,-233 280 90,-79 134-578,316-408-841,18-30 196,4-2 120,2-2 321,-3 2 77,-1 0 0,0 0 0,1-1 0,0 2 0,-1-1 0,1 0-1,-1 0 1,1 0 0,0 1 0,0-1 0,-1 1 0,1-1 0,0 1 0,0 0 0,0 0 0,0 0 0,-1 0-1,1 0 1,0 0 0,0 0 0,0 0 0,0 1 0,-1-1 0,1 1 0,0 0 0,0-1 0,-1 1 0,1 0 0,-1 0-1,1 0 1,-1 0 0,1 0 0,-1 0 0,1 1 0,11 117 999,-14-88-886,2 237 161,-2-265-297,0-1 1,1 0 0,-1 0 0,1 0-1,-1 1 1,1-1 0,0 0-1,0 0 1,0 1 0,0-1-1,1 0 1,-1 0 0,1 0 0,-1 1-1,1-1 1,0 0 0,0 0-1,0 0 1,0 0 0,0 0 0,0 0-1,0 0 1,1-1 0,-1 1-1,1 0 1,-1-1 0,1 1-1,0-1 1,-1 1 0,1-1 0,0 0-1,0 0 1,0 0 0,0 0-1,0 0 1,0 0 0,1 0-1,-1-1 1,0 1 0,0-1 0,0 0-1,1 0 1,-1 1 0,0-1-1,0-1 1,1 1 0,-1 0-1,0 0 1,0-1 0,3 0 22,38-24-1152,-1-15-1194</inkml:trace>
  <inkml:trace contextRef="#ctx0" brushRef="#br0" timeOffset="-3846.998">11174 7623 21949,'16'-19'1608,"17"-16"-975,1 0-1,2 2 1,2 2 0,0 1-1,4 1-632,14 1 311,0 1 0,2 4 0,1 1 0,43-7-311,48-19-1062,-119 23-2103,-60 20 6779,21 8-3447,0-1-1,0 1 1,0 0 0,1 1-1,-1 0 1,1 0-1,0 1 1,0 0-1,0 0 1,1 0 0,0 1-1,0 0 1,0 0-1,1 1 1,0 0 0,0 0-1,0 0 1,1 0-1,0 1 1,1-1 0,0 1-1,0 0 1,-1 4-167,-51 121 457,6 3 1,6 2-1,-10 69-457,-97 523 4,139-694-335,12-83 181,79-277-375,-57 251 449,152-425-408,-167 481 482,0-1 0,1 2 0,1-1 0,0 1 0,1 1 0,1 0 0,10-11 2,-18 22 13,0 1-1,0-1 1,0 1 0,0 0 0,0 0 0,1 0 0,-1 0 0,1 1 0,0 0-1,0 0 1,0 0 0,0 0 0,0 1 0,0 0 0,0 0 0,1 0 0,-1 1-1,0 0 1,0 0 0,1 0 0,-1 1 0,0-1 0,0 1 0,0 1 0,0-1-1,0 1 1,0 0 0,0 0 0,3 1-13,4 6 9,-1 0 0,0 1 0,0 1 0,-1-1 1,0 1-1,-1 1 0,-1 0 0,1 0 0,-2 1 0,0 0 0,0 0 0,-1 1 0,-1 0 0,0 0 0,-1 0 1,-1 0-1,0 1 0,-1-1 0,0 1 0,-2 0 0,1 0 0,-3 14-9,-2 14 5,-2-1 1,-1 0-1,-3-1 0,-1 0 1,-2 0-1,-2-1 0,-1-1 1,-2 0-1,-2-2 0,-2 0 1,-24 31-6,-52 53-47,96-119 48,1 0 1,-1 0-1,0 0 0,0 0 1,0 0-1,-1 0 0,1-1 1,0 1-1,-1-1 0,1 0 1,-1 0-1,1 0 0,-1 0 1,0 0-1,1 0 0,-1-1 1,0 1-1,1-1 0,-1 0 1,0 0-1,0 0 0,1 0 1,-1 0-1,0 0 0,0-1 1,1 0-1,-1 1 0,0-1 1,1 0-1,-1 0 0,1 0 1,-1-1-1,1 1 0,0-1 1,-1 1-1,1-1 0,0 0 1,0 0-1,0 0 0,-1-2-1,0-11-5,1 0-1,0 0 1,1-1 0,1 1-1,1-1 1,0 1-1,1 0 1,0 0-1,2 0 1,0 0-1,0 0 1,1 1-1,1-1 1,0 1-1,1 1 1,1-1-1,0 1 1,1 0-1,1-1 6,-7 8 1,0 0 0,0 0 0,0 0 0,1 1 0,0-1-1,0 1 1,0 0 0,0 0 0,1 0 0,0 0-1,0 1 1,0 0 0,1 0 0,0 0 0,-1 1 0,1 0-1,0 0 1,0 0 0,1 1 0,-1 0 0,1 0-1,-1 1 1,1-1 0,-1 1 0,1 1 0,0-1-1,-3 4-1,-1-1 1,0 1-1,0-1 1,0 1-1,0 0 0,-1 0 1,1 0-1,-1 0 1,0 1-1,0-1 1,0 1-1,0-1 1,0 1-1,-1 0 0,0 0 1,0 0-1,0-1 1,0 1-1,0 0 1,-1 0-1,0 0 1,0 0-1,0 0 0,0 0 1,-1 0-1,1 0 1,-1 0-1,0 2 1,0 6 0,0 11-13,-2 0 0,-1 0 0,-1-1 0,0 1 0,-2-2 0,-1 1 1,-6 12 12,-19 62-60,31-94 59,0 1-1,1 0 0,-1 0 0,1 0 1,0 0-1,0 0 0,0 0 0,0 0 0,1 0 1,-1 0-1,1 0 0,-1 0 0,1 1 1,0-1-1,0 0 0,1 0 0,-1 0 1,1 1-1,0-1 0,-1 0 0,1 0 1,1 0-1,-1 0 0,0 0 0,1-1 0,-1 1 1,1 0-1,0-1 0,0 1 0,0-1 1,0 1-1,0-1 0,1 0 0,-1 0 1,1 0-1,-1 0 0,3 0 2,19 0 13,-22-2-1,0 0-1,0-1 0,0 1 0,0 0 0,0 0 1,1 0-1,-1 0 0,0 1 0,0-1 1,0 0-1,0 1 0,0 0 0,0-1 0,0 1 1,0 0-1,0 0 0,-1 0 0,1 0 1,0 0-1,0 1 0,-1-1 0,1 0 0,-1 1 1,1 0-1,-1-1 0,0 1 0,0 0 0,1-1 1,-1 1-1,0 0 0,-1 0 0,1 0 1,0 0-1,0 1-11,2 80 551,22-96-65,191-200-1773,-146 148-1300</inkml:trace>
  <inkml:trace contextRef="#ctx0" brushRef="#br0" timeOffset="-21116.31">1626 797 4145,'0'-18'16074,"0"-4"-12862,-7-136 2071,7 157-5235,0-1 0,0 1-1,0 0 1,0-1 0,0 1-1,0-1 1,-1 1 0,1 0-1,-1-1 1,1 1 0,-1 0-1,1-1 1,-1 1 0,0 0-1,1 0 1,-1 0 0,0 0-1,0 0 1,0 0 0,0 0-1,0 0 1,0 0 0,0 0 0,0 0-1,-1 0 1,1 1 0,0-1-1,0 0 1,-1 1 0,1-1-1,0 1 1,-1 0 0,1-1-1,0 1 1,-2 0-48,-47 30 573,-58 66-305,-34 25-63,4 6 0,7 5 0,5 7-1,6 4 1,-69 115-205,149-193 25,3 3-1,2 1 1,4 1 0,3 1-1,4 2 1,1 4-25,14-40 10,1 0 1,2 1-1,2 0 1,2 0-1,1 0 1,1-1-1,3 1 1,1 0-1,1 0 1,3-1-1,1 0 1,1-1-1,5 8-10,157 306 4,-84-185-41,-75-137 24,-2 1 0,0 0-1,-3 1 1,0 0 0,-2 1 0,-1 0 0,-1 0-1,-2 0 1,-1 0 0,-1 0 0,-5 26 13,-4 19-62,-5-1 1,-2 0 0,-4-1-1,-8 13 62,-21 62-107,-7-2 0,-7-2 0,-5-4-1,-7-2 1,-16 13 107,35-72-6,34-53 16,2 1 0,1 1 1,1 0-1,1 1 0,2 1 1,1 1-1,2 0 0,1 1 1,1 1-11,-1 166-214,12-195 181,0 1-1,0-1 1,0 1-1,1-1 1,0 0-1,0 0 1,1 0-1,-1 0 1,1 0-1,0 0 1,0-1-1,1 0 1,-1 1-1,1-1 1,0 0-1,0-1 1,4 4 32,45 59-234,-44-39 236,0 0 1,-2 0-1,-1 1 0,-1 0 0,-2 0 1,-1 0-1,0 12-1,-2-36 3,8 240 216,-36 728 521,-1-150-31,43 971-262,-3-59-447,-25-1508 0,13-183-7,1-59-882,-3-33-1053,-9-15-1061</inkml:trace>
  <inkml:trace contextRef="#ctx0" brushRef="#br0" timeOffset="-18459.77">3285 1338 29662,'0'0'1050,"0"0"-543,0 0-295,0 0-68,37-9 233,348-110 313,-333 100-688,881-354-450,-811 306-2059,-197 122 3286,38-9-682,2 1-1,2 2 1,3 1 0,1 2-1,3 0 1,2 2 0,2 1 0,3 1-1,2 0 1,3 1 0,2 1 0,3 0-1,3 1 1,1-1 0,4 25-97,0 210 36,20-202-219,-18-91 181,0 1 1,0 0-1,-1-1 0,1 1 0,0-1 1,0 1-1,0-1 0,0 1 0,0-1 1,0 1-1,0-1 0,0 0 0,0 0 1,0 0-1,0 1 0,0-1 0,0 0 1,0 0-1,0 0 0,0 0 0,0-1 1,0 1-1,0 0 0,0 0 0,0-1 1,0 1-1,0 0 0,0-1 0,0 1 1,0-1-1,-1 1 0,1-1 0,0 0 1,0 1-1,0-1 0,-1 0 0,1 0 1,0 1-1,-1-1 0,1 0 0,-1 0 1,1 0-1,-1 0 0,1 0 0,-1 0 1,0 0-1,1 0 0,-1 0 0,0 0 1,0 0-1,0 0 2,148-324-66,-31-14-2319,-98 262-65</inkml:trace>
  <inkml:trace contextRef="#ctx0" brushRef="#br0" timeOffset="-18205.978">4381 1129 10562,'-29'26'14271,"-36"38"-12866,2 3-1,3 3 0,-15 27-1404,28-30 229,4 1 0,3 2 0,2 2-1,4 1 1,3 2 0,4 1 0,2 1-1,5 1 1,2 1 0,4 0 0,-1 47-229,15 103 420,1-222-403,0 0 0,0-1 0,1 1 0,0 0 0,0-1 0,0 1 0,1-1 0,0 0 0,0 0 0,1 0 0,0 0 0,0 0 0,0-1 0,1 0 0,0 0 0,0 0 0,0 0 0,0-1 0,1 0 0,0 0 0,-1-1 0,1 1 0,1-1 0,-1 0 0,0-1 0,1 0 0,6 2-17,5 0 20,1 0-1,0-1 1,0-1 0,0-1 0,0-1 0,1 0 0,-1-2-1,0 0 1,15-4-20,37-16 21,0-2 0,-1-4 0,-2-3-1,-1-3 1,-2-3 0,-1-2 0,37-33-21,580-430-500,-556 412-386,-24 15-848</inkml:trace>
  <inkml:trace contextRef="#ctx0" brushRef="#br0" timeOffset="-17762.777">5580 996 30775,'0'0'1145,"21"1"-921,188-14-172,-105-14-34,-1-4-1,-2-5 0,37-21-17,-108 47-292,-1-2 0,0-1 0,-2-2 0,1 0 1,-2-2-1,0-1 0,-1-1 0,-1-1 0,-1-1 0,0-2 0,-1-1 292,-11 10-574,0-1 0,-2 0 0,0 0 0,0-1 1,-1-1-1,-1 1 0,-1-1 0,-1 0 0,0 0 0,2-15 574,-6 22 397,0 1-1,-1-1 0,0 0 1,0 0-1,-1 1 0,0-1 0,-1 0 1,0 1-1,0-1 0,-1 1 1,-1 0-1,1 0 0,-4-5-396,2 5 204,0-1 1,0 1-1,-1 0 0,0 0 1,-1 1-1,0-1 0,0 2 1,-1-1-1,0 1 0,0 0 0,0 0 1,-1 1-1,0 1 0,-1-1 1,-1 0-205,-8 13 298,-19 122 30,35-106-273,-23 222 530,5 226-585,2-2-14,19-467 21,-17 87-305,16-87 278,1 0 0,-1 0-1,0 0 1,0-1 0,0 1-1,0 0 1,-1-1 0,1 1-1,0-1 1,-1 1 0,1-1-1,-1 1 1,1-1 0,-1 0-1,0 0 1,0 0 0,1 0-1,-1 0 1,0 0 0,0-1-1,0 1 1,0 0 0,0-1-1,0 0 1,0 1 0,0-1-1,0 0 1,0 0 0,0 0-1,0 0 1,0-1 0,0 1-1,0 0 1,0-1 0,0 1-1,0-1 1,0 0 0,0 0-1,0 0 1,1 0 0,-1 0 20,-6-4-130,-1-1 0,2 0 0,-1 0 0,1-1 1,0 0-1,0 0 0,0-1 0,1 0 0,1 0 0,-1 0 0,-3-8 130,-57-99-1332,20 30-2815,-3-10-10466</inkml:trace>
  <inkml:trace contextRef="#ctx0" brushRef="#br0" timeOffset="-17456.207">5832 566 21133,'0'0'3840,"0"0"-3648,160 89-192,-77-73-4072</inkml:trace>
  <inkml:trace contextRef="#ctx0" brushRef="#br0" timeOffset="-16564.524">6794 407 26190,'0'0'2205,"0"0"-1142,0 0-127,0 0-127,-13 24-201,-95 162 169,13-53-655,-5 0-107,7 4-1,5 5 0,7 3 0,-30 80-14,103-206-24,0 0 0,2 0 0,0 0 1,2 1-1,0 0 0,1 0 0,1 0 0,0 6 24,3-21-5,0-1-1,1 1 0,-1-1 0,1 1 1,0-1-1,0 0 0,0 0 0,1 0 1,0 0-1,-1 0 0,1 0 0,1-1 1,-1 1-1,0-1 0,1 0 0,0 0 1,0 0-1,0-1 0,0 1 0,0-1 1,0 0-1,0 0 0,1-1 0,-1 1 1,1-1-1,2 1 6,48 27 31,-43-16-32,0 1 0,-1 0 0,-1 1 1,-1 0-1,0 1 0,-1 0 0,0 0 1,-1 0-1,-1 1 0,-1 0 0,0 0 1,-2 1-1,0 0 0,0-1 0,-2 1 1,0 0-1,-1 0 0,-1 0 0,-1-1 1,0 1-1,-2 6 1,6 136 28,-1-155-29,0 1 0,0-1 0,1 1 0,-1-1 0,1 0 0,1 0 0,-1 0 0,1 0 0,0 0 0,0-1 0,0 1 0,1-1 0,-1 0 1,1 0-1,0 0 0,0 0 0,1-1 0,-1 1 0,1-1 0,0-1 0,-1 1 0,1 0 0,1-1 0,-1 0 0,0 0 0,0-1 0,1 0 1,-1 1-1,5-1 1,-1 0-2,2 0 0,-1 0 0,0-1 0,0 0 0,0 0 0,0-2 0,0 1 0,0-1 0,0 0 0,-1-1 0,1 0 0,-1-1 0,1 0 0,-1-1 0,0 1 0,1-3 2,8-7-70,0-2 0,-1 0 0,0-1 0,-1-1-1,-1 0 1,-1-1 0,-1-1 0,-1 0 0,0-1 0,-2 0 0,0-1 0,-1 0 0,3-15 70,1-9-103,-1-1 1,-3-1-1,-2 0 0,-1 0 1,-3 0-1,-2-9 103,-1 45 4,1 9 3,0 0 0,-1-1 0,1 1 0,-1-1 0,0 1 0,0-1 0,0 1 0,0 0-1,-1-1 1,1 1 0,-1-1 0,0 1 0,0 0 0,0 0 0,0-1 0,-1 1 0,1 0-1,-1 0 1,0 0 0,0 0 0,0 1 0,0-1 0,0 1 0,-1-1 0,1 1 0,-1 0-1,1-1 1,-2 1-7,-23 11 135,-71 148 60,36-40-82,-29 55 181,-7-4 0,-36 37-294,120-183 28,-1-1 0,-1-1 1,-1 0-1,-1-2 0,-1 0 0,0 0 0,-1-2 0,-1-1 0,0 0 0,-1-2 1,-2 1-29,21-13 3,1 1 0,-1-1 0,1 0 0,-1 0 0,0 0 0,1-1 1,-1 1-1,0 0 0,0-1 0,1 0 0,-1 1 0,0-1 1,0-1-1,0 1 0,1 0 0,-1-1 0,0 1 0,0-1 0,1 0 1,-1 0-1,0 0 0,1 0 0,-1 0 0,1 0 0,-1-1 0,1 1 1,0-1-1,0 0 0,0 0 0,0 0 0,0 0 0,0 0 0,0 0 1,0 0-1,1-1 0,-1 1 0,1-1 0,0 1 0,0-1 0,0 1 1,0-1-1,0 0 0,0 0 0,1 1 0,-1-1 0,1 0 0,0 0 1,0 0-1,0 1 0,1-3-3,-1-34-14,3 1 0,1 0 0,1-1 0,3 2 0,1-1 0,2 1 0,1 1-1,2 0 1,1 0 0,2 2 0,21-32 14,53-111-594,7 5-1,8 4 1,7 5-1,120-130 595,-206 259-233,2 2 0,2 1 0,1 1 0,1 2 0,1 1 0,2 2 0,1 1 233,-35 22 13,0 0-1,1 0 1,-1 0-1,1 0 1,0 1-1,0-1 1,-1 1-1,1 0 1,0-1 0,0 1-1,0 1 1,1-1-1,-1 0 1,0 1-1,0-1 1,0 1-1,0 0 1,0 0-1,1 1 1,-1-1-1,0 0 1,0 1-1,0 0 1,0 0-1,0 0 1,0 0-1,0 0 1,0 1-1,0-1 1,-1 1-1,1 0 1,0 0-1,-1 0 1,0 0-1,1 0 1,-1 0-1,0 1 1,0-1-1,0 1 1,0-1-1,-1 1 1,2 2-13,1 17 67,0 1 1,-2-1 0,0 1-1,-2-1 1,0 1-1,-2 0 1,0-1-1,-2 0 1,-1 3-68,-82 243 239,20-87 538,66-176-731,-3 3-4,1-1 1,-1 1 0,2 0 0,-1-1 0,1 1 0,1 0 0,0 1 0,0-1 0,0 0 0,1 0 0,0 0 0,0 0 0,1 1 0,1-1 0,-1 0-1,1 0 1,0 0 0,1-1 0,0 1 0,0 0 0,3 3-43,5-3 33,1-2 1,-1 1-1,1-2 0,1 1 0,-1-2 1,1 0-1,0 0 0,-1-1 0,2 0 1,-1-2-1,0 1 0,8-1-33,8 2 47,47 5 47,-45-6-65,-1 1 1,0 2 0,0 0-1,0 3 1,0 0 0,-1 2-30,-26-9-1,0-1 1,-1 1-1,0 0 1,1 1-1,-1-1 1,1 0-1,-1 1 1,0-1 0,0 1-1,0 0 1,0-1-1,0 1 1,0 0-1,-1 0 1,1 1 0,-1-1-1,1 0 1,-1 0-1,0 1 1,0-1-1,0 1 1,0-1-1,0 1 1,0-1 0,-1 1-1,1-1 1,-1 1-1,0 0 1,0-1-1,0 1 1,0 0 0,0-1-1,-1 1 1,1 0-1,-1-1 1,1 1-1,-1-1 1,-1 3 0,-63 81 38,-23-14-182,-3-4 1,-3-4-1,-52 24 144,128-76-69,0-1 0,-1 0 0,0-2 0,-1 0 0,0-1 0,0-1 0,-1-1 0,0-1 0,0-1 0,0 0 0,-1-2 0,-3 0 69,20-4-24,0 0 0,-1-1 0,1 1-1,0-1 1,1 0 0,-1 0 0,0-1 0,1 1 0,0-1 0,0 0 0,0 0-1,0-1 1,1 1 0,0-1 0,-1 1 0,2-1 0,-1 0 0,1 0 0,-1-1-1,1 1 1,1 0 0,-1-1 0,1 1 0,0-1 0,0 0 0,1 1 0,-1-1-1,1 0 1,1 1 0,-1-1 0,1 0 0,0 1 0,0-1 0,0 1 0,1-1-1,0 1 1,0 0 0,0 0 0,1 0 0,0 0 0,0 0 0,0 0 0,1 1-1,1-2 25,8-1 113,0 0 0,1 2-1,0 0 1,0 0 0,1 1-1,-1 1 1,1 0-1,0 1 1,0 1 0,0 0-1,0 1 1,0 1 0,0 0-1,-1 1 1,5 1-113,-17-3 4,28 4 63,-1 2 0,1 0 0,-1 2 0,0 1 0,0 2 0,-2 1 0,1 0 0,14 11-67,66 39-2944,-79-45 1206,35 20-12761</inkml:trace>
  <inkml:trace contextRef="#ctx0" brushRef="#br0" timeOffset="-12740.076">2283 10067 24141,'0'0'1074,"-7"-20"-365,-45-138 406,8-11 3094,43 168-4176,0 0-1,-1 0 1,1 0 0,-1 1 0,1-1-1,-1 0 1,1 1 0,-1 0-1,1-1 1,-1 1 0,1 0-1,-1-1 1,0 1 0,1 0 0,-1 0-1,1 0 1,-1 1 0,0-1-1,1 0 1,-1 1 0,1-1 0,-1 1-1,1-1 1,-1 1 0,1 0-1,-1-1 1,1 1 0,0 0-1,-1 0 1,1 0 0,0 0 0,0 0-1,0 0 1,0 1 0,0-1-1,0 0 1,0 1 0,0-1-1,0 0 1,0 1 0,1-1 0,-1 2-33,-1-1 21,-489 550 103,407-441-473,90-106-94,9-7 351,1 0 0,-1 0 0,0-2 0,0 0 0,-1-1 0,1 0 0,-1-1 0,0 0-1,1-2 93,24-9-154,-33 14 135,84-37-69,3 4 0,0 5 0,97-20 88,-106 44 88,-99 43 34,-217 117-82,187-125-7,1 2 1,1 2-1,1 1 0,2 3 1,2 1-1,1 2 1,2 1-1,2 2 1,2 2-1,1 0 1,-20 44-34,19-19 33,2 0 1,3 2 0,4 2-1,3-1 1,3 2 0,3 1-1,3 0 1,4 0-1,2 33-33,4-14 7,1-94-8,-1 1 0,1-1 0,0 1 0,-1-1 0,1 1 0,0-1-1,-1 0 1,1 1 0,0-1 0,-1 0 0,1 0 0,0 0 0,0 1 0,-1-1 0,1 0 0,0 0 0,0 0 0,-1 0-1,1 0 1,0 0 0,0 0 0,0-1 0,-1 1 0,1 0 0,0 0 0,-1-1 0,1 1 0,0 0 0,-1-1 0,1 1-1,0 0 1,-1-1 0,1 1 0,-1-1 0,1 1 0,0-1 0,-1 0 0,1 1 0,-1-1 0,0 1 0,1-1-1,-1 0 1,0 1 0,1-1 0,-1 0 0,0 0 0,0 1 0,1-1 0,-1 0 0,0 0 0,0 1 0,0-1 0,0 0-1,0 0 1,0 1 0,0-1 0,0 0 0,0 0 0,-1 0 1,161-300-588,-115 219 355,2 3 1,5 1-1,2 3 0,61-62 233,-76 92 21,3 3-1,1 1 1,2 3-1,1 1 1,2 2 0,2 3-1,16-7-20,-58 35 22,0-1 0,0 1 0,1 1 0,0-1 0,0 1 0,-1 1 0,2 0 0,-1 0 0,0 1 0,0 0 0,1 0 0,-1 1 0,0 0 0,1 1 0,-1 0 0,0 0 0,0 1 0,0 1 0,0-1 0,0 1 0,0 1 0,-1 0 0,3 1-22,0 12 30,-1 0 1,0 1-1,-1 0 1,-1 1 0,-1 0-1,-1 0 1,0 0 0,-2 1-1,0-1 1,-1 1 0,-1 0-1,-1 0 1,0 1-1,-2-1 1,-1 0 0,-2 12-31,4-29 2,-3 28 0,-1 0 1,-1 0 0,-2-1 0,-1 0 0,-1 0-1,-2-1 1,-1 0 0,-1-1 0,-2 0 0,-12 18-3,26-45-33,-32 45-210,32-46 178,1 1-1,-1 0 1,1-1 0,-1 1 0,1-1 0,-1 1 0,1 0 0,-1-1 0,0 1 0,1-1 0,-1 0 0,0 1 0,1-1 0,-1 1 0,0-1-1,1 0 1,-1 0 0,0 1 0,0-1 0,1 0 0,-1 0 0,0 0 0,0 0 0,0 0 0,1 0 0,-1 0 0,0 0 0,0 0-1,0 0 1,1 0 0,-1-1 0,0 1 0,0 0 0,1-1 0,-1 1 0,0 0 0,1-1 0,-1 1 0,0-1 0,1 1 0,-1-1-1,0 1 1,1-1 0,-1 1 0,1-1 0,-1 0 0,1 1 0,0-1 0,-1 0 0,1 1 0,0-1 0,-1 0 0,1 0 0,0 1-1,0-1 1,-1 0 0,1 0 0,0 0 0,0 0 65,-7-27-5678</inkml:trace>
  <inkml:trace contextRef="#ctx0" brushRef="#br0" timeOffset="-12429.342">2345 11049 26582,'0'0'2012,"0"0"-1137,0 0-404,-24 21-29,2-3-341,0 1-23,1 0 0,0 2 0,1 0 0,1 1 0,2 1 0,-4 5-78,-269 458 56,225-417-1457,61-74 402,4-9 398,1 1 0,0-1-1,1 0 1,1 1-1,0-1 1,1 1 0,0 0-1,1 0 1,0 0-1,5-7 602,83-116 5006,-87 130-4786,0 1 0,0 0-1,0 0 1,1 0 0,0 1 0,0 0-1,0 0 1,0 0 0,0 1-1,1 0 1,0 1 0,-1 0 0,1 0-1,0 0 1,7 1-220,12 0 117,1 2-1,-1 0 0,0 2 1,1 2-1,-1 0 1,16 6-117,-15-4 131,116 24-388,0-6 0,1-7-1,71-2 258,-107-14-1767,-16-2-549</inkml:trace>
  <inkml:trace contextRef="#ctx0" brushRef="#br0" timeOffset="-12164.428">3568 10167 30655,'0'0'1144,"0"0"-1144,0 0-152,0 0 128,0 0 24,171 12 0,-101-18-48,2-10-528,11-19-305,-19 5-807,-18-1-5137</inkml:trace>
  <inkml:trace contextRef="#ctx0" brushRef="#br0" timeOffset="-11972.248">3932 9603 28206,'0'0'984,"0"0"-272,0 0-360,0 0 273,-86 178-145,69-60-192,-5 22-88,2 6-56,0-12-88,0-13-24,3-31-32,-1-17-48,3-21-272,-2-15-232,-10-17-553,1-8-695,2-12-1129</inkml:trace>
  <inkml:trace contextRef="#ctx0" brushRef="#br0" timeOffset="-11750.363">3406 9838 28710,'0'0'680,"0"0"-496,0 0-80,0 0-16,135 87-88,-27-87-152,-14 0-1496,-6-20-9778</inkml:trace>
  <inkml:trace contextRef="#ctx0" brushRef="#br0" timeOffset="-10636.437">4206 9808 26414,'0'0'1432,"0"0"-305,-11 24-367,-77 145 438,-275 339-500,349-490-698,5-9 1,1 0-1,0 1 0,0 0 0,1 1 0,1 0 1,0 0-1,0 0 0,1 1 0,0-1 0,1 1 1,0 0-1,1 1 0,1-1 0,0 3 0,4-11-1,0-1-1,0 1 1,0-1-1,1 1 1,-1-1-1,1 0 1,0 0 0,0 0-1,0 0 1,1-1-1,-1 1 1,1-1-1,-1 0 1,1 0 0,0 0-1,-1-1 1,1 1-1,0-1 1,0 0-1,0 0 1,1 0-1,-1 0 1,0-1 0,0 0-1,0 0 1,0 0-1,1 0 1,-1-1-1,0 1 1,0-1 0,1-1 1,22 4-111,-23-2 100,-1 1 0,1-1 1,0 1-1,-1 0 0,1 0 0,-1 0 0,0 1 0,1 0 0,-1-1 0,0 1 0,0 0 0,0 0 0,0 1 0,0-1 0,0 1 0,-1-1 0,1 1 0,-1 0 0,0 0 0,0 0 0,0 0 0,0 0 0,0 1 0,-1-1 0,1 0 0,-1 1 0,0-1 0,0 1 0,0 3 11,4 117 164,-6-87-92,-4 62 137,0-78-186,2 0-1,1 1 1,0-1-1,2 1 1,1 0 0,0-1-1,1 1 1,2-1-1,0 0 1,1 0 0,1 0-1,1-1 1,1 0-1,1 0 1,1-1 0,0 0-1,8 10-22,-15-26-2,0 0 1,0 0-1,0 0 0,1-1 0,-1 0 0,0 1 1,1-1-1,0 0 0,-1-1 0,1 1 0,0-1 0,0 0 1,0 0-1,0 0 0,0 0 0,0 0 0,0-1 1,0 0-1,0 0 0,0 0 0,0-1 0,0 1 1,1-1-1,-1 0 0,-1 0 0,1 0 0,0-1 0,0 1 1,0-1-1,-1 0 0,1 0 0,-1 0 0,1 0 1,-1-1-1,0 0 0,0 1 0,0-1 0,0 0 1,-1-1-1,1 1 0,-1 0 0,1-1 2,88-172-681,-79 135 397,32-191-363,-42-47 148,-2 278 517,1 1 1,-1-1-1,0 0 1,0 0-1,0 0 0,1 0 1,-1 0-1,0 1 1,0-1-1,0 0 0,0 0 1,-1 0-1,1 0 0,0 0 1,0 0-1,0 1 1,-1-1-1,1 0 0,-1 0 1,1 0-1,0 1 1,-1-1-1,1 0 0,-1 0 1,0 1-1,1-1 1,-1 0-1,1 1 0,-1-1 1,0 1-1,0-1 1,1 1-1,-1-1 0,0 1 1,0 0-1,1-1 0,-1 1 1,0 0-1,0-1 1,0 1-1,0 0 0,0 0 1,0 0-1,1 0 1,-1 0-1,0 0 0,0 0 1,0 0-1,0 0 1,0 0-1,0 1 0,1-1 1,-1 0-1,0 1 0,0-1 1,0 0-1,0 1-18,-47 158 583,21-70-531,-4-2 1,-3-1-1,-4-2 1,-4-2-1,-3-1 0,-4-2 1,-16 15-53,33-61 66,9-9-31,-118 89 152,137-109-176,-1-1-1,0 0 1,1 0 0,-1 0 0,0 0 0,-1-1-1,1 0 1,0 0 0,-1-1 0,1 1 0,-1-1 0,1 0-1,-1 0 1,0-1 0,1 0 0,-1 0 0,0 0-1,1-1 1,-1 0 0,0 0 0,1 0 0,-1-1-1,1 1 1,0-1 0,-1-1 0,1 1 0,0-1-1,0 0 1,-2-1-11,4-6-5,0 1 0,0 0-1,1-1 1,0 0 0,0 1 0,1-1-1,1 0 1,-1 0 0,2 1-1,-1-1 1,2-7 5,-1 9-7,6-45-54,2-1-1,3 1 1,2 1 0,2 0 0,2 1-1,3 1 1,13-22 61,-29 61-13,29-68-69,3 2 0,3 2-1,4 1 1,2 2-1,4 2 1,3 3 0,3 2-1,2 2 1,4 3-1,34-25 83,-71 67-3,0 0-1,2 2 0,0 1 0,0 1 0,1 1 1,1 1-1,0 2 0,1 1 0,0 1 1,0 1-1,1 2 0,28-1 4,-55 6 11,0-1 0,1 1 0,-1 0 0,0 1 0,0-1 0,0 1 0,1-1 0,-1 1 0,0 0 0,0 1 0,0-1 0,0 1 0,-1 0 0,1 0 0,0 0 0,-1 0 0,1 1 0,-1-1 0,0 1 0,0 0 0,0 0 0,0 0 0,0 0 0,-1 1 0,1-1 0,-1 1 0,0 0 0,0-1 0,0 1 0,-1 0 0,1 0 0,-1 0 0,0 0 0,0 0 0,0 1 0,-1-1 0,1 3-11,3 267 604,-2-257-601,1-1 0,1 0 0,0 0 0,1 0 0,1 0 0,1-1-1,0 0 1,0 0 0,2-1 0,0 0 0,1 0 0,0-1 0,1 0 0,0-1 0,8 6-3,80 118 32,-95-127-31,0 1-1,-1-1 1,0 1 0,0 0-1,-1 0 1,0 0 0,-1 0-1,0 0 1,-1 0 0,0 0-1,-1 0 1,0 0 0,0 0-1,-1 0 1,0 0 0,-1 0-1,0-1 1,-1 1 0,0-1 0,0 0-1,-1 0 1,-4 5-1,-9 13 4,-1-1-1,-1 0 1,-2-2 0,0-1-1,-2 0 1,-12 8-4,-127 90 10,66-66-9,-29-4-2,122-49-9,0 1 1,0-1-1,0 0 1,0 0 0,0-1-1,-1 1 1,1-1 0,0 0-1,-1 0 1,1 0-1,-1-1 1,1 0 0,-1 0-1,1 0 1,-1 0 0,1 0-1,-1-1 1,1 0-1,-1 0 1,1 0 0,0-1-1,-1 1 1,1-1 0,0 0-1,0-1 1,0 1-1,1 0 1,-1-1 0,0 0-1,1 0 1,0 0 0,0 0-1,0-1 1,0 1-1,0-1 1,-2-3 9,-4-24-58,1 1 0,2-1-1,0-1 1,2 1 0,2-1 0,1 1-1,1-1 1,2 0 0,1-3 58,-4 27 8,1 0-1,-1-1 1,2 1-1,-1 0 1,1 0 0,0 0-1,1 0 1,0 0 0,0 0-1,1 0 1,0 1-1,0-1 1,1 1 0,0 0-1,0 0 1,0 0-1,1 0 1,0 1 0,1 0-1,-1 0 1,1 0-1,0 1 1,1 0 0,-1 0-1,1 0 1,0 1-1,0 0 1,1 0 0,-1 1-1,1 0 1,0 0 0,-1 1-1,1 0 1,1 1-8,18 3 91,0 1 1,0 2 0,0 1-1,-1 1 1,0 1-1,0 1 1,-1 2 0,0 0-1,-1 2 1,0 0-1,-1 2 1,-1 0 0,10 10-92,152 128 21,-176-144-87,0 0 1,-1 1-1,0 0 1,0 0-1,-1 0 1,-1 1-1,1 0 1,-2 0-1,1 0 1,0 7 65,7 39-3381,-10-13-8754</inkml:trace>
  <inkml:trace contextRef="#ctx0" brushRef="#br0" timeOffset="-7974.523">7656 5776 20236,'0'0'6604,"0"0"-4861,0 0-1278,-18-17-159,-60-53-3,74 67-269,0 0 0,1 0 0,-1 1 0,0-1 0,-1 1 0,1 0 0,0 0 0,-1 1 0,1-1-1,0 1 1,-1 0 0,0 0 0,1 0 0,-1 1 0,0-1 0,1 1 0,-1 0 0,0 1-34,-11-1 89,1 1-74,-1 1 0,1 1 0,0 0 1,0 1-1,0 0 0,0 2 0,1-1 0,0 2 0,0 0 0,1 0 0,0 2 0,0-1 0,0 2 0,2 0 0,-1 0 1,-1 3-16,-317 303 6,185-166 21,8 7 0,6 5 1,-2 21-28,106-144 12,1 0 1,3 1 0,1 1 0,2 2 0,2 0 0,2 0-1,2 2 1,1 0 0,3 1 0,2-1 0,1 2 0,3-1-1,2 1 1,2-1 0,1 1 0,7 27-13,10-6 46,3-2 1,3-1 0,3-1-1,3-1 1,3-1-1,2-2 1,3-1-1,2-3 1,16 16-47,14 25 61,-5 3 0,31 67-61,-70-110 2,-3 2 0,-2 1 0,-3 1 0,-3 1 0,-2 0-1,-3 1 1,-3 0 0,-3 0 0,-2 0 0,-3 1 0,-3-1-1,-3 0 1,-2 0 0,-3-1 0,-3-1 0,-11 28-2,-27 50 4,-6-3-1,-6-2 1,-5-3 0,-7-3 0,-4-3-1,-20 13-3,-154 229 8,251-361-41,0 0 0,0 0-1,1 0 1,0 1-1,0-1 1,0 1-1,1 0 1,0 0 0,0 0-1,1 0 1,-1 0-1,2 0 1,-1 0 0,1 0-1,0 1 1,1-1-1,0 2 34,48 12-425,-39-20 400,1 0-1,0 1 1,-1 0-1,0 0 1,1 1 0,-1 1-1,0 0 1,0 0 0,-1 1-1,1 0 1,-1 1 0,0 0-1,-1 0 1,1 1 0,-1 0-1,-1 0 1,1 1 0,-1 0-1,-1 0 1,1 1 0,-1 0-1,0 2 26,11 26 5,-3 0-1,-1 0 0,-1 2 0,-3-1 1,3 22-5,42 312 285,-16 3 1,-17 0-1,-20 204-285,-56 508 231,32-776-217,16-39 16,7-265-97,0 0 1,0 0 0,1 0-1,0 0 1,1 0 0,-1-1-1,1 1 1,1-1 0,-1 1-1,1-1 1,0 0-1,0 0 1,1 0 0,0 0-1,0-1 1,0 1 0,1-1-1,0 0 1,0 0 0,0-1-1,0 0 1,1 0 0,0 0-1,0 0 1,0-1 0,0 0-1,0 0 1,1-1 0,-1 0-1,1 0 1,0 0 0,-1-1-1,1 0 1,0 0-1,0-1 1,2 0 66,40 2-2012</inkml:trace>
  <inkml:trace contextRef="#ctx0" brushRef="#br0" timeOffset="11359.224">1453 12465 27990,'0'0'2288,"0"0"-1863,0 0-337,0 0 40,124-45 272,12 21-64,70-5-112,36-1-24,21 7-40,6 1-80,-15 4-48,16-2-8,8-3 192,-6-1-120,-2 6-72,-5-3-24,-68 5-392,-48-2-1072</inkml:trace>
  <inkml:trace contextRef="#ctx0" brushRef="#br0" timeOffset="12416.079">8495 13657 21797,'0'0'184,"0"0"-184,0 0-2993,0 0-2280</inkml:trace>
  <inkml:trace contextRef="#ctx0" brushRef="#br0" timeOffset="12670.255">8184 13623 22405,'0'0'1627,"-22"5"-228,-143 38 1460,63 1-9,102-43-2843,0-1 0,-1 0 0,1 0 0,0 0 0,-1 1 0,1-1 0,0 0 0,0 0 0,-1 1 0,1-1 0,0 0 0,0 1 0,-1-1 0,1 0 0,0 1 0,0-1 0,0 0 0,0 1 0,0-1 0,0 0 0,-1 1 0,1-1 0,0 0 0,0 1 0,0-1 0,0 1 0,0-1 0,0 0 0,0 1 0,0-1 0,1 0 0,-1 1 0,0-1 1,0 0-1,0 1 0,0-1 0,0 0 0,1 1 0,-1-1 0,0 0 0,0 1 0,1-1 0,-1 0 0,0 1 0,0-1 0,1 0 0,-1 0 0,0 0 0,1 1 0,-1-1 0,0 0 0,1 0 0,-1 0 0,0 0 0,1 1 0,-1-1 0,0 0 0,1 0 0,-1 0 0,0 0 0,1 0 0,-1 0 0,1 0 0,-1 0 0,0 0 0,1 0 0,-1 0 0,0-1 0,1 1-7,35 4 120,0-3 0,0-1 0,-1-1 0,1-2 0,0-2 0,-1-1 0,31-9-120,436-135 331,-159 41-727,-342 108 380,84-31-1569,-55 9-3002,-17 3-9909</inkml:trace>
  <inkml:trace contextRef="#ctx0" brushRef="#br0" timeOffset="13086.253">8969 13089 17604,'0'0'8716,"0"0"-6401,-20-19-1609,-104-103 1474,123 116-916,18 9-1282,208 22-778,-224-23 793,0-1 1,0 1-1,1-1 1,-1 1-1,-1-1 1,1 1-1,0 0 1,0 0-1,-1-1 1,1 1-1,-1 0 1,1 0-1,-1 0 1,0 0-1,1 0 1,-1 0-1,0 0 1,0-1-1,-1 1 1,1 0-1,0 0 1,-1 0-1,1 0 1,-1 0-1,1-1 1,-1 1-1,0 0 1,0 0-1,-1 0 3,1 4 13,-14 66 187,4 1 0,3 0 1,4 1-1,4 71-200,-1-89 31,1 129-17,1 199-9,-17-1 0,-50 271-5,31-513 0,30-150-392,5-141-3754,0 61-1406</inkml:trace>
  <inkml:trace contextRef="#ctx0" brushRef="#br0" timeOffset="13265.85">8780 14184 27006,'0'0'1520,"0"0"-800,0 0-376,-99 106 8,60-37-200,-3 12-152,-8 30-64,11-21-472,6-17-736</inkml:trace>
  <inkml:trace contextRef="#ctx0" brushRef="#br0" timeOffset="13447.053">8934 14227 28430,'0'0'856,"0"0"-432,133-33-232,-52 1-192,-13 2-248,-11-1-1680</inkml:trace>
  <inkml:trace contextRef="#ctx0" brushRef="#br0" timeOffset="13869.801">9508 13503 30214,'0'0'747,"0"0"-359,0 0 7,0 23 131,-5 363-29,-54 99-497,54-464-4,2-30-143,5-41-322,62-243-473,-42 215 730,-13 46 121,58-215-2050,90-212 2141,-155 449 54,1 0 0,0 0 0,1 1 0,0 0 0,1-1 0,-1 1 1,2 1-1,-1-1 0,2 1 0,-1 0 0,1 0 0,0 1 0,0 0 0,1 0 0,0 1 1,0 0-1,1 0 0,-1 1 0,1 0 0,1 0 0,8-2-54,-14 7 48,1 1 0,-1 0 0,1 1 0,-1-1 0,0 1-1,0 0 1,1 0 0,-1 0 0,0 1 0,-1-1 0,1 1 0,0 0 0,-1 0 0,0 0 0,1 1-1,-1-1 1,-1 1 0,1 0 0,0 0 0,-1-1 0,0 2 0,0-1 0,0 0 0,0 0 0,-1 1-1,0-1 1,0 1 0,1 3-48,2 2 67,25 74 160,-4 1 0,-3 1 0,-4 1 0,-4 1 0,-4 0 0,-3 28-227,-1 303 100,-7-399-150,0 0 0,-2 1 0,-1-1 0,0 0 0,-1-1-1,-2 1 1,1-1 0,-2 0 0,-6 8 50,14-25-52,-1 0 0,1 0 0,-1-1 0,0 1 0,1-1 0,-1 1 0,0 0 0,0-1 0,0 0 0,0 1 0,0-1 0,-1 0-1,1 1 1,0-1 0,-1 0 0,1 0 0,-1 0 0,1 0 0,-1 0 0,1 0 0,-1-1 0,0 1 0,1-1 0,-1 1 0,0-1 0,1 1 0,-1-1 0,0 0 0,0 0-1,1 0 1,-1 0 0,0 0 0,0 0 0,0 0 0,1-1 0,-1 1 0,0-1 0,1 1 0,-1-1 0,0 1 0,1-1 0,-1 0 0,1 0 0,-1 0 0,1 0 0,-1 0-1,1 0 1,0-1 0,-1 1 0,1 0 0,0-1 0,0 1 0,0-1 0,0 1 0,0-1 52,-78-203-7318,53 128-2086</inkml:trace>
  <inkml:trace contextRef="#ctx0" brushRef="#br0" timeOffset="15013.422">9823 13691 22613,'0'0'2707,"0"0"-889,0 0-766,0 0-382,0 0-305,0 0-149,19 0-40,-8-1-142,-8 0-27,-1 0 0,1 1 1,-1-1-1,1 1 0,-1-1 0,1 1 0,0 0 1,-1 0-1,1 0 0,-1 0 0,1 0 0,-1 1 1,1-1-1,-1 1 0,1 0 0,-1 0 0,1 0 0,-1 0 1,0 0-1,1 0 0,-1 0 0,0 1 0,0-1 1,0 1-1,0 0 0,0 0 0,-1-1 0,1 1 1,0 0-1,-1 1 0,1-1 0,-1 0 0,0 0 1,0 1-1,0-1 0,0 0 0,0 1 0,0-1 0,-1 1 1,1-1-1,-1 1 0,1 2-7,-5 22 68,-1 1 1,-1-1-1,-1 0 0,-1 0 1,-1-1-1,-2 0 0,0-1 1,-15 23-69,0-12 457,25-59-93,1 17-351,0 3-11,-1 1 0,1-1-1,0 0 1,-1 0 0,1 0 0,1 0 0,-1 1 0,0-1-1,1 0 1,-1 0 0,1 1 0,0-1 0,0 0 0,0 1-1,0-1 1,0 1 0,1-1 0,-1 1 0,1-1 0,0 1-1,0 0 1,-1 0 0,3-1-2,6 37-47,-10 52 52,-5 0 0,-3 0 0,-12 51-5,4 77 31,16-213-30,0-1 1,0 1-1,1 0 0,-1-1 1,0 1-1,1-1 1,-1 1-1,1 0 0,-1-1 1,1 1-1,-1-1 1,1 1-1,-1-1 1,1 0-1,-1 1 0,1-1 1,0 1-1,-1-1 1,1 0-1,0 0 0,-1 1 1,1-1-1,0 0 1,-1 0-1,1 0 1,0 0-1,-1 0 0,1 0 1,0 0-1,0 0 1,-1 0-1,1 0 0,0 0 1,-1 0-1,1-1 1,0 1-1,-1 0 1,1 0-1,0-1 0,-1 1 1,1 0-1,0-1 1,-1 1-1,1-1 1,-1 1-1,1-1 0,-1 1 1,1-1-1,-1 1 1,0-1-1,1 1 0,-1-1 1,1 0-1,-1 1 1,0-1-1,0 0 1,1 1-1,-1-1 0,0 0 1,0 1-1,0-1 1,0 0-1,0 1 0,0-2-1,158-268-56,376-688-4365,-435 742-3686,-93 179 19761,-61 223-10666,36-135-886,-77 181 436,95-231-535,1 1 0,-1 0 1,1 0-1,-1-1 0,1 1 0,0 0 1,0 0-1,0-1 0,0 1 0,0 0 1,0 0-1,0-1 0,0 1 0,1 0 1,-1 0-1,1-1 0,-1 1 0,1 0 1,0-1-1,0 1 0,0-1 0,0 1 0,0-1 1,0 1-1,0-1 0,0 0 0,0 0 1,1 1-1,-1-1 0,0 0 0,1 0 1,-1 0-1,1 0 0,0-1 0,-1 1 1,1 0-1,0-1 0,-1 1 0,1-1 1,0 1-1,-1-1 0,1 0 0,0 0 1,0 1-1,-1-1 0,1-1 0,0 1-3,41 18 19,-33-5-13,-1 0 1,0 0 0,0 1-1,-1 1 1,-1 0 0,-1 0 0,0 0-1,0 0 1,-2 1 0,0 0-1,-1 0 1,0 0 0,-2 0 0,0 1-1,0-1 1,-2 1 0,0 1-7,2 6 27,8 247 119,-13 0 0,-22 117-146,24-351 0,8-103-1,2 1 0,3 0 0,3 0-1,3 1 1,8-15 1,-11 31-6,4-13-6,20-75-359,5 2 1,7 1-1,19-27 371,-66 152 12,1-1 0,-1 1 0,2-1 0,-1 1 0,1 0 0,1 1 0,-1-1 0,1 1 0,1 0 0,-1 0 0,1 1 0,0 0 0,0 0 1,1 1-1,0 0 0,0 0 0,0 1 0,1 0 0,-1 0 0,1 1 0,0 0 0,0 1 0,0 0 0,0 0 0,4 0-12,-9 3 19,0 1 0,0-1 0,0 0 0,0 1 0,-1 0 0,1 0 0,0 0 0,-1 0 0,1 1 0,-1-1 0,0 1-1,0 0 1,0 0 0,0 0 0,0 0 0,-1 1 0,1-1 0,-1 1 0,0 0 0,0-1 0,-1 1 0,1 0 0,-1 0 0,1 0 0,-1 0 0,0 2-19,16 112 147,-18-88-142,-1-1 1,-1 0-1,-2 0 0,0-1 0,-2 1 0,-2-1 0,0-1 0,-2 0 0,-1 0 1,-1-1-1,-1 0 0,-1-1 0,-3 1-5,-134 174-53,142-190 38,0 0-1,0-1 0,-1 0 0,-1 0 0,1-2 1,-1 1-1,-1-1 0,1-1 0,-1 0 0,0-1 1,-1 0-1,1-1 0,-1-1 0,0 0 0,0-1 1,-7 0 15,15-2-16,1-1 0,-1 1 0,0-1 0,1-1 1,-1 1-1,1-1 0,-1 0 0,1 0 0,0 0 1,-1-1-1,1 0 0,1 0 0,-1 0 0,0-1 0,1 1 1,0-1-1,0 0 0,0-1 0,0 1 0,0-1 1,1 1-1,0-1 0,0 0 0,1 0 0,-1 0 1,1-1-1,0 1 0,0-1 0,1 1 0,-1-3 16,-23-178-686,23 162 634,1 18 56,-1 0 0,1 0 0,0-1-1,0 1 1,1 0 0,0-1 0,0 1 0,1 0-1,-1-1 1,1 1 0,1 0 0,-1 0 0,1-1-1,0 1 1,0 0 0,1 1 0,0-1-1,0 0 1,0 1 0,1 0 0,0 0 0,0 0-1,0 0 1,0 0 0,6-3-4,3 5 72,0 1 1,0 1-1,1 1 0,-1-1 1,0 2-1,1 0 0,-1 1 1,0 0-1,0 1 0,0 0 1,0 1-1,0 0 1,-1 2-1,0-1 0,0 1 1,3 3-73,239 140 573,-15-7-3275,-171-110-2170</inkml:trace>
  <inkml:trace contextRef="#ctx0" brushRef="#br0" timeOffset="15631.983">11533 13225 30142,'0'0'579,"24"5"-336,13 3-165,1-2 0,0-2 0,1-1-1,-1-2 1,24-3-78,16-9 120,0-3-1,0-4 1,-1-3-1,-2-3 1,49-24-120,-98 38-248,-1-2 0,0 0 0,0-2 0,-2-1 1,0 0-1,0-2 0,13-13 248,-34 28-102,1 0 1,-1 0-1,1-1 1,-1 1-1,0-1 1,1 1-1,-1-1 1,-1 0-1,1 0 1,0 0-1,-1 0 1,1 0-1,-1 0 1,0 0-1,0-1 1,0 1-1,-1 0 1,1-1-1,-1 1 1,0 0 0,0-1-1,0 1 1,0 0-1,0-1 1,-1 1-1,0 0 1,1-1-1,-1 1 1,-1 0-1,1 0 1,0 0-1,-1 0 1,1 0-1,-1 0 1,0 0-1,0 0 1,0 1-1,0-1 1,-1 1-1,-1-2 102,-13-6 336,0 2 0,-1 0 0,0 0 0,0 2 0,-1 0-1,0 2 1,0 0 0,0 1 0,0 0 0,-1 2 0,1 0 0,-1 2 0,-4 0-336,17-1 58,1 1 1,-1 0-1,0 0 1,0 0-1,1 1 1,-1 0-1,1 0 1,0 1-1,0 0 1,-1 0 0,2 0-1,-1 1 1,0 0-1,1 0 1,0 0-1,0 1 1,0-1-1,0 1 1,1 0-1,-1 1 1,2-1 0,-1 1-1,0 0 1,1 0-1,0 0 1,1 0-1,-1 1 1,1-1-1,0 1 1,1 0-59,-6 23 53,2 1 1,1-1-1,2 1 1,1 0-1,1-1 1,2 1-1,1-1 1,1 1-1,7 25-53,-2 9-479,-8-57-472,-1-34-58,0 16 824,0-46-2068,0-2-2001</inkml:trace>
  <inkml:trace contextRef="#ctx0" brushRef="#br0" timeOffset="15901.944">12031 12456 28438,'0'0'1032,"0"0"-736,0 0-152,-64 134 128,53-67-15,7 6-145,4 4-80,0 2-32,0 0-185,30-2-423,1-22-968,2-26-3009</inkml:trace>
  <inkml:trace contextRef="#ctx0" brushRef="#br0" timeOffset="16898.026">12403 12817 19660,'0'0'2851,"0"0"-531,0 0-269,20-14-626,58-38-466,-54 42-155,-24 22-641,-1-8-24,-2 16-44,-2 0 1,0 0 0,0-1-1,-2 1 1,-1-1 0,0-1-1,-1 1 1,-1-2-1,-1 1 1,-13 15-96,-9 20 108,-300 519 232,296-461-296,39-109-43,0 0-1,0 0 1,0-1 0,0 1-1,0-1 1,0 1 0,0-1-1,1 0 1,-1 0 0,0 0-1,1 0 1,-1 0 0,1-1-1,-1 1 1,1-1-1,-1 1 1,1-1 0,-1 0-1,1 0 1,-1 0 0,1-1-1,0 1 1,-1 0 0,1-1-1,-1 0 1,1 1 0,-1-1-1,0 0 1,1-1-1,79-29 68,-73 25-67,0 1 0,1 0 1,0 1-1,-1 0 0,1 1 1,0 0-1,1 1 0,-1 0 1,0 0-1,1 1 0,-1 0 1,1 1-1,-1 0 0,1 1 1,7 1-2,-15 1 1,1-1 1,-1 1-1,0 0 0,0 0 1,0 0-1,0 0 1,-1 1-1,1-1 0,-1 1 1,0 0-1,0-1 0,0 1 1,0 0-1,-1 0 1,0 0-1,0 0 0,0 0 1,0 1-1,0-1 1,-1 0-1,0 0 0,0 4-1,1-1 7,12 186 200,-13-153-190,1-1 1,2 1-1,1 0 1,2-1-1,3 0 1,0-1-1,3 0 1,1 1-18,-13-36-5,0-1 1,1 1-1,-1-1 0,1 1 1,-1-1-1,1 1 1,0-1-1,0 1 0,0-1 1,0 0-1,0 0 0,1 0 1,-1 1-1,1-1 1,-1 0-1,1-1 0,0 1 1,0 0-1,0 0 0,0-1 1,0 1-1,0-1 1,0 0-1,0 0 0,1 0 1,-1 0-1,0 0 0,1 0 1,-1 0-1,1-1 1,-1 1-1,1-1 0,-1 0 1,1 0-1,-1 1 0,1-2 1,-1 1-1,1 0 1,-1-1-1,1 1 0,-1-1 1,1 1-1,-1-1 0,0 0 1,1 0-1,-1-1 1,1 1 4,11-20-67,0-1 1,-1-1 0,-1 0-1,-1 0 1,-1-1 0,-1-1-1,5-22 67,0-5-100,-3 0 0,-2-1 0,-2-1-1,-2 1 1,-3-1 0,-3-33 100,1 86 6,0 0 1,0-1-1,0 1 1,0 0-1,0 0 0,-1 0 1,1 0-1,0 0 1,0 0-1,-1 0 1,1-1-1,0 1 0,-1 0 1,1 0-1,-1 0 1,0 0-1,1 1 0,-1-1 1,0 0-1,1 0 1,-1 0-1,0 0 0,0 1 1,0-1-1,0 0 1,0 1-1,0-1 1,0 1-1,0-1 0,0 1 1,0-1-1,0 1 1,0 0-1,0-1 0,0 1 1,0 0-1,-1 0 1,1 0-1,0 0 1,0 0-1,0 0 0,0 0 1,0 0-1,0 1 1,0-1-1,-1 0 0,1 1 1,0-1-1,0 1 1,0-1-1,0 1 0,0-1 1,0 1-1,1 0 1,-1-1-1,0 1 1,0 0-1,0 0 0,1 0 1,-1 0-1,0 0 1,1 0-1,-1 0-6,-113 166 189,86-120-153,-32 58 29,-5-4-1,-4-2 0,-4-3 1,-84 84-65,154-177 4,-3 4 11,-1 0-1,0-1 1,0 1-1,0-1 1,-1 0 0,1-1-1,-1 0 1,-1 0-1,1-1 1,-1 0-1,0 0 1,1-1-1,-2 0 1,1-1 0,-4 1-15,12-3 4,-1-1 0,0 1 1,1-1-1,-1 1 1,1-1-1,-1 0 1,1 0-1,-1 0 1,1 0-1,0 0 1,-1 0-1,1 0 1,0 0-1,0 0 1,0 0-1,0-1 0,0 1 1,0 0-1,0-1 1,0 1-1,1-1 1,-1 1-1,0-1 1,1 0-1,-1 1 1,1-1-1,0 1 1,0-1-1,-1 0 0,1 1 1,0-1-1,0 0 1,0 1-1,1-1 1,-1 0-1,0 1 1,1-1-1,-1 1 1,1-1-1,-1 0 1,1 1-5,0-11 11,1-18-15,2 0 0,2 1 0,0 0 0,2 0 0,1 0 0,2 1 0,10-21 4,105-236-331,131-211 331,-228 439-56,3 2-1,3 1 0,2 1 0,2 3 1,2 1-1,2 1 0,24-17 57,-50 51 20,0 2 1,1 0-1,0 0 1,1 2-1,0 0 0,1 2 1,0 0-1,0 1 1,1 1-1,0 1 0,0 0 1,0 2-1,0 0 0,21 1-20,-34 3 18,1 0 0,-1 0 0,0 1 0,0 0 0,0 0-1,-1 1 1,1 0 0,0 0 0,-1 1 0,0 0 0,0 0-1,0 1 1,0 0 0,-1 0 0,0 1 0,0-1 0,0 1-1,-1 0 1,0 1 0,0 0 0,-1-1 0,1 1 0,-1 1-1,-1-1 1,0 1 0,0-1 0,2 7-18,26 144 325,-31-141-318,1-1 0,1 1 0,0-1 0,2 0 0,-1 0 0,2 0 0,0 0 1,1-1-1,1 1 0,0-2 0,1 1 0,0-1 0,1 0 0,4 3-7,110 76 0,-104-82 0,-1 0 0,-1 1 0,0 0 0,-1 2 0,-1 0 0,0 0 0,0 2 0,0 1 0,-11-10 0,0-1 0,0 1 0,-1 0 0,0 0 0,0 0 0,-1 1 0,1-1 0,-2 1 0,1-1 0,-1 1 0,0 0 0,-1-1 0,0 1 0,0 0 0,0 0 0,-1-1 0,0 1 0,-1 0 0,0-1 0,0 1 0,-1-1 0,1 0 0,-1 0 0,-2 2 0,-4 8 0,-1 0 0,0-1-1,-2 0 1,0-1 0,0 0-1,-2-1 1,1 0 0,-2-1-1,-1 0 1,-21 15-49,-2-2 0,0-2 0,-2-2 0,0-1 0,-2-2 0,0-2 0,0-2 0,-21 3 49,-49-4-61,111-14 55,0 1-1,0-1 1,0 0-1,0 0 1,-1 0-1,1-1 1,0 1 0,0 0-1,0-1 1,0 1-1,-1-1 1,1 0 0,0 0-1,0 0 1,0 0-1,1 0 1,-1 0 0,0 0-1,0-1 1,0 1-1,1 0 1,-1-1 0,1 0-1,-1 1 1,1-1-1,0 0 1,0 0 0,0 0-1,0 0 1,0 0-1,0 0 1,0 0 0,1 0-1,-1 0 1,1 0-1,-1 0 1,1-1 0,0 1-1,0 0 1,0 0-1,0 0 1,0-1 0,0 1-1,1 0 1,0-2 6,0-5 14,0 1 0,1 0 0,0-1 0,0 1 0,1 0 0,0 0 0,0 0 0,1 1 0,0-1 1,1 1-1,-1 0 0,2 0 0,-1 0 0,0 1 0,1 0 0,1 0 0,-1 0 0,1 1 0,-1 0 0,2 0 0,-1 1 0,0 0 0,1 0 0,0 1 1,0 0-1,0 0 0,0 1 0,0 0 0,1 0 0,-1 1 0,1 0-14,16 0-36,0 2 1,1 0-1,-1 2 0,0 1 0,0 1 1,-1 1-1,1 1 0,-1 1 1,0 1 35,39 13-1259</inkml:trace>
  <inkml:trace contextRef="#ctx0" brushRef="#br0" timeOffset="17062.063">13900 14367 29822,'0'0'1353,"0"0"-1129,0 0-128,0 0-96,0 0-168,0 0-2689</inkml:trace>
  <inkml:trace contextRef="#ctx0" brushRef="#br0" timeOffset="20550.756">16366 12574 26942,'0'0'1225,"0"0"-492,-1 25-84,-20 170 518,-28-28-662,-6-2 0,-25 37-505,51-128 15,13-15-55,36-57-77,8-21 67,-2 0-1,0-2 1,-1-1-1,-2-1 1,0-1-1,3-6 51,11-9-98,387-418-1036,-423 456 1135,-1-1 0,1 1 0,-1 0 0,1 0 1,-1 0-1,1-1 0,0 1 1,-1 0-1,1 0 0,0 0 1,0 0-1,0 0 0,0 0 1,0 0-1,0 1 0,0-1 1,0 0-1,0 0 0,0 1 1,0-1-1,0 1 0,1-1 1,-1 1-1,0-1 0,0 1 1,1 0-1,-1 0 0,0-1 1,1 1-1,-1 0 0,0 0 1,0 0-1,1 1 0,-1-1 1,0 0-1,1 0 0,-1 1 1,0-1-1,0 0 0,1 1 0,-1 0 1,0-1-1,0 1 0,0 0 1,1 0-2,-3 155 699,3-153-701,0 0 1,1 0-1,-1 0 1,1 0-1,0-1 1,0 1 0,0-1-1,0 0 1,0 1-1,0-2 1,1 1 0,-1 0-1,1-1 1,-1 1-1,1-1 1,0 0-1,-1 0 1,1 0 0,0-1-1,0 1 1,0-1-1,0 0 1,-1 0 0,1-1-1,0 1 1,0-1-1,0 1 1,-1-1-1,1 0 1,0-1 0,1 0 1,25-7-219,0-1 1,-1-2-1,0-1 1,-1-1 0,-1-1-1,0-2 1,-1-1-1,-1 0 1,-1-2-1,2-3 219,-15 14-152,46-51 1215,-67 64-428,-130 107 89,-486 376-929,637-494-4564,9-7-939,-8 6-6822,-10 8 22319,-6 9-4201,-49 89 695,-5 63-5010,7 65-781,-51 164-1301,103-388 805,-1 0-1,0 0 1,0-1 0,0 1-1,0 0 1,0 0 0,-1 0 0,1 0-1,0 0 1,-1 0 0,0 0-1,1-1 1,-1 1 0,0 0 0,0 0-1,0-1 1,0 1 0,0-1-1,0 1 1,0-1 0,-1 1 0,1-1-1,-1 0 1,1 1 0,-1-1 0,1 0-1,-1 0 1,0 0 0,1 0-1,-1-1 1,0 1 0,0 0 0,1-1-1,-1 1 1,0-1 0,0 0-1,0 1 1,0-1 0,0 0 0,0 0-1,0 0 1,0-1 0,0 1 0,1 0-1,-1-1 1,0 1 0,0-1-1,-1 0 5,1 0 20,1 0-1,0 0 1,0 0-1,0 0 1,0 0-1,1 0 1,-1-1-1,0 1 1,0 0-1,1 0 1,-1-1-1,0 1 1,1-1-1,0 1 1,-1 0-1,1-1 1,0 1-1,0-1 1,-1 1-1,1-1 1,0 1-1,1 0 1,-1-1-1,0 1 1,0-1-1,0 1 1,1-1-1,-1 1 1,1 0-1,-1-1 0,1 1 1,0 0-1,0 0 1,-1-1-1,1 1 1,1-1-20,133-97 155,7-11-571,-5-7 0,-6-5 1,73-92 415,-151 153-1746</inkml:trace>
  <inkml:trace contextRef="#ctx0" brushRef="#br0" timeOffset="20834.071">17037 13146 27246,'0'0'1000,"0"0"-712,0 0-288,125 26-152,-50-26-632,-10-8-4097</inkml:trace>
  <inkml:trace contextRef="#ctx0" brushRef="#br0" timeOffset="21084.568">17250 13075 27022,'0'0'1097,"0"0"-461,0 0-54,-3 24 35,-7 309 822,10-250-1242,1 215 391,-13 0 1,-28 125-589,27-375-6,12-47-8,1-1 0,-1 1-1,1 0 1,0-1 0,-1 1 0,0 0 0,1-1 0,-1 1-1,1-1 1,-1 1 0,0-1 0,1 1 0,-1-1 0,0 1-1,0-1 1,1 0 0,-1 1 0,0-1 0,0 0 0,0 0-1,1 0 1,-1 1 0,0-1 0,0 0 0,0 0 0,1 0-1,-1 0 1,0 0 0,0-1 0,0 1 0,0 0 0,1 0-1,-1 0 1,0-1 0,0 1 0,1 0 0,-1-1-1,0 1 1,0-1 0,1 1 0,-1-1 0,0 1 0,1-1-1,-1 1 1,1-1 0,-1 0 0,1 1 0,-1-1 0,1 0-1,-1 0 1,1 1 0,0-1 0,-1 0 0,1 0 0,0 1-1,0-1 1,0 0 0,-1 0 0,1 0 0,0 0 0,0 1-1,0-1 1,0-1 14,-40-100-2755,23 47-625</inkml:trace>
  <inkml:trace contextRef="#ctx0" brushRef="#br0" timeOffset="21250.856">16870 13734 29086,'0'0'960,"0"0"-479,0 0-97,112 83-160,-44-58-224,40-5-16,-16-6-1233,-9-8-10257</inkml:trace>
  <inkml:trace contextRef="#ctx0" brushRef="#br0" timeOffset="21700.911">17478 13111 29718,'0'0'1171,"0"0"-768,0 0-322,23-8 113,189-59 283,-18 7-1932,148-69 1455,-305 111 605,13-19-6314,-48 36 5397,-1-1-1,1 0 0,-1 0 1,1 0-1,-1 0 1,0 0-1,0 0 0,0 0 1,0 0-1,0-1 1,0 1-1,0 0 0,-1-1 1,0 1-1,1 0 1,-1-1-1,0 1 0,0-1 1,0 1-1,0 0 1,0-1-1,-1 1 1,1-1-1,-1 1 0,0 0 1,0 0-1,1-1 1,-1 1-1,-1 0 0,1 0 1,0 0-1,0 0 1,-1 0-1,1 0 0,-1 0 1,0 1-1,1-1 1,-1 0-1,0 1 0,-1-1 313,-25-23 7827,-6-2-3659,-76-29 94,107 56-4217,0 0-1,0 1 1,0-1-1,0 1 0,0 0 1,0 0-1,0 0 1,0 0-1,1 0 1,-1 1-1,0 0 0,1-1 1,-1 1-1,1 0 1,-1 0-1,1 0 1,0 0-1,0 1 0,0-1 1,0 1-1,1-1 1,-1 1-1,1-1 1,-1 1-1,1 0 0,0 0 1,0 0-1,0 0 1,0 0-1,1 0 1,-1 0-1,1 0 0,0 0 1,0 0-1,0 0 1,0 0-1,0 0 1,1 0-1,-1 0 0,1 0 1,0 0-1,0 0 1,1 2-45,-3 10 135,-1 66 123,1-19-166,-2 1-1,-3-1 1,-2-1-1,-11 34-91,11-64-161,-1 1 0,-2-1 0,-1 0 0,-1-1 1,-2-1-1,-13 20 161,28-48-24,0-1 0,0 1 0,0-1 0,0 1 0,0-1 0,0 1 0,-1 0 0,1-1 1,0 1-1,0-1 0,0 1 0,-1-1 0,1 1 0,0-1 0,0 1 0,-1-1 0,1 1 1,-1-1-1,1 1 0,0-1 0,-1 0 0,1 1 0,-1-1 0,1 1 0,-1-1 0,1 0 1,-1 0-1,1 1 0,-1-1 0,1 0 0,-1 0 0,1 0 0,-1 1 0,0-1 0,1 0 1,-1 0-1,1 0 0,-1 0 0,0 0 0,1 0 0,-1 0 0,1 0 0,-1-1 0,1 1 0,-1 0 1,1 0-1,-1 0 0,0-1 0,1 1 0,-1 0 0,1 0 0,-1-1 0,1 1 0,0-1 1,-1 1-1,1 0 0,-1-1 0,1 1 0,0-1 0,-1 1 0,1-1 0,0 1 0,-1-1 1,1 0 22,-5-38-1272,5 35 1160,-1-55-2758,-1-5-1136</inkml:trace>
  <inkml:trace contextRef="#ctx0" brushRef="#br0" timeOffset="22808.722">17872 12730 23437,'0'0'4181,"0"0"-2997,0 0-832,0 19 162,-2 18-266,-1-11-162,2 0-1,0 0 0,2-1 0,0 1 1,2 0-1,1 0 0,1-1 1,7 19-86,-9-40-83,1 1 1,-1-1 0,1 0-1,0 0 1,1 0 0,-1-1-1,0 0 1,1 1 0,0-1 0,0-1-1,0 1 1,0-1 0,0 0-1,1 0 1,-1 0 0,1-1 0,-1 0-1,1 0 1,-1 0 0,1-1-1,-1 0 1,1 0 0,0 0-1,-1-1 1,1 0 0,-1 0 0,1 0-1,-1-1 1,1 1 0,-1-2-1,0 1 1,0 0 0,0-1 0,0 0-1,0 0 1,-1 0 0,1-1-1,-1 1 1,0-1 0,0 0-1,3-5 83,75-90 1235,-82 98-1217,1 0-1,0 0 0,-1 0 0,1 0 0,0 1 1,-1-1-1,1 0 0,0 0 0,0 0 0,0 1 0,0-1 1,0 0-1,0 1 0,0-1 0,0 1 0,0-1 1,0 1-1,0 0 0,0-1 0,0 1 0,0 0 1,1 0-1,-1 0 0,0 0 0,0 0 0,0 0 0,0 0 1,0 0-1,0 0 0,1 0 0,-1 1 0,0-1 1,0 0-1,0 1 0,0-1 0,0 1 0,0-1 1,0 1-1,0 0 0,0-1 0,0 1 0,-1 0 0,1 0 1,0 0-1,0-1 0,-1 1 0,1 0 0,0 0 1,-1 0-1,1 0 0,-1 0 0,1 0 0,-1 0 1,0 1-1,1-1 0,-1 0 0,0 1-17,5 69 662,-12-42-534,-1-1-1,-1 0 1,-1 0-1,-2-1 1,0-1-1,-2 0 1,-1 0-1,-1-1 1,-10 10-128,-4 13 108,-4 5 8,-138 249 394,160-275-449,1 0 0,2 1 1,0 0-1,2 1 0,1 0 1,1 0-1,2 0 1,0 0-1,2 0 0,3 20-61,-2-43 7,2 0-1,-1-1 0,0 1 0,1-1 1,0 1-1,0-1 0,1 0 1,0 0-1,0 0 0,0 0 1,0 0-1,1 0 0,-1-1 0,1 0 1,1 0-1,-1 0 0,0 0 1,1-1-1,0 1 0,0-1 1,0 0-1,0-1 0,0 1 1,1-1-1,-1 0 0,1 0 0,-1-1 1,1 0-1,0 0 0,0 0-6,11 2-9,1-1-1,0 0 1,0-2 0,0 0-1,1-1 1,-1-1-1,-1 0 1,1-1-1,5-3 10,-6 2-111,0-2-1,0 0 0,-1-1 0,0 0 1,-1-2-1,1 0 0,-2 0 0,1-1 1,-1-1-1,-1-1 0,0 0 1,0 0-1,-2-1 0,1-1 0,-2 0 1,0-1-1,0 1 0,-2-2 0,0 1 1,0-2-1,-2 1 0,0-1 0,0 0 112,19-172-424,-25 189 439,0-1-1,0 0 0,0 1 0,0-1 1,0 0-1,0 0 0,0 1 0,0-1 0,-1 0 1,1 1-1,0-1 0,0 0 0,-1 1 1,1-1-1,0 0 0,-1 1 0,1-1 1,0 0-1,-1 1 0,1-1 0,-1 1 0,1-1 1,-1 1-1,1-1 0,-1 1 0,0-1 1,1 1-1,-1 0 0,1-1 0,-1 1 1,0 0-1,1 0 0,-1-1 0,0 1 0,1 0 1,-1 0-1,0 0 0,0 0 0,1 0 1,-1 0-1,0 0 0,0 0 0,1 0 1,-1 0-1,0 0 0,1 0 0,-1 1 0,0-1 1,1 0-1,-1 0 0,0 1 0,1-1 1,-1 1-1,1-1 0,-1 0 0,0 1 1,1-1-1,-1 1 0,1-1 0,-1 1 0,1 0 1,0-1-1,-1 1 0,1-1 0,0 1 1,-1 0-1,1 0-14,-71 104 608,1 12-280,23-31-262,-3-3 0,-4-2 1,-4-2-1,-3-3 0,-31 26-66,85-93 25,0-1 1,-1 0 0,0 0-1,-1-1 1,0-1-1,0 1 1,0-1 0,-1-1-1,0 0 1,0 0-1,-1-1 1,1 0 0,-1-1-1,1 0 1,-1 0-1,0-1 1,0-1 0,-1 0-1,1-1 1,-8 0-26,16-2 10,0 0 0,0 0 0,1 0 1,-1-1-1,1 1 0,-1-1 0,1 1 0,0-1 1,0 0-1,0 0 0,1 0 0,-1 0 0,1 0 0,-1-1 1,1 1-1,0 0 0,0 0 0,1-1 0,-1 1 1,1-1-1,-1 1 0,1-1 0,0 1 0,0-1 0,1 1 1,-1-1-1,1 1 0,0-3-10,-1 1 4,1-8-4,1 0-1,0 0 0,1 0 0,0 1 1,1-1-1,0 1 0,1 0 1,1 0-1,0 0 0,0 1 0,8-10 1,148-228-666,136-154 666,-184 254-299,179-228-1619,-288 370 1937,-1 1 1,1 1-1,0-1 1,1 1-1,0 0 0,-1 0 1,2 0-1,-1 1 0,0 0 1,1 0-1,0 1 0,0 0 1,0 0-1,0 0 1,0 1-1,1 0 0,-1 1 1,1-1-1,-1 1 0,1 1 1,-1 0-1,1 0 0,1 0-19,-4 5 77,0 0 0,0 0-1,-1 0 1,1 1-1,-1-1 1,-1 1-1,1 0 1,-1 1-1,0-1 1,0 0-1,-1 1 1,0-1-1,0 1 1,0 0-1,-1 0 1,0 0-1,0 6-76,2 3 65,141 636 326,-140-636-395,0 1-1,-1 0 1,-1 0 0,-1 0-1,0 0 1,-1 0 0,-1 0-1,-1 0 1,0 0 0,-1-1-1,-1 1 1,0-1 0,-2 1-1,1-1 1,-2-1 0,0 1 0,-7 9 3,3-11-40,0-2-1,-1 1 1,-1-2-1,1 1 0,-2-2 1,1 0-1,-2 0 0,1-2 1,-1 1-1,0-2 0,-1 0 1,0-1-1,0-1 0,0 0 1,-1-1-1,0-1 1,0 0-1,0-1 0,0-1 1,0-1-1,0 0 0,-4-2 42,14 2-194,0-1 0,0 0 1,0-1-1,0 1 0,0-1 0,1 0 0,-1-1 0,0 0 0,1 0 0,0 0 0,-1-1 0,2 0 0,-1 0 0,0-1 1,1 1-1,0-1 0,0 0 0,0-1 0,0 1 0,1-1 0,0 0 0,0 0 0,1 0 0,0-1 0,0 1 0,0-1 1,1 0-1,0 0 0,0 0 0,1 0 0,0 0 0,0-2 194,23 5 3138,244 26-1907,-208-16-2942</inkml:trace>
  <inkml:trace contextRef="#ctx0" brushRef="#br0" timeOffset="26732.891">24308 13742 30198,'0'0'865,"0"0"-617,120-32-48,-50 13-8,9-1-192,26-6-128,-19 4-1153,-16 3-2815</inkml:trace>
  <inkml:trace contextRef="#ctx0" brushRef="#br0" timeOffset="25967.133">22657 13399 7746,'19'-7'16262,"71"-24"-12733,175-38-2607,-261 68-893,5-2 23,-1 1 0,0-1 0,1 2 0,-1-1 0,1 1 0,0 0 0,-1 1 0,1 0 0,0 1 0,-1-1 1,1 2-1,-1-1 0,1 1 0,-1 0 0,1 1 0,-1 0 0,0 1 0,0-1 0,-1 1 0,1 1 0,-1-1 0,0 1 0,0 1 0,0-1 0,-1 1 0,0 1 0,2 2-52,-3 5 106,-1 0 0,0 1 0,-1 0 0,0 0-1,-2 0 1,0 0 0,0 0 0,-1 0 0,-1 0 0,-1 0 0,0 0-1,-1 0 1,-2 5-106,-13 39 165,-3 0 0,-3 0 0,-2-3 0,-3 0 0,-13 17-165,31-53 36,-19 37-5,-2-2 0,-3-1 1,-2-2-1,-2-1 1,-44 44-32,82-94-21,0 0 1,0 1 0,0-1-1,0 0 1,0 0-1,0 0 1,0 1 0,0-1-1,0 0 1,-1 0-1,1-1 1,0 1-1,-1 0 1,1 0 0,0-1-1,-1 1 1,1-1-1,-1 1 1,1-1-1,-1 1 1,1-1 0,-1 0-1,1 0 1,-1 0-1,0 0 1,1 0-1,-1 0 1,1 0 0,-1 0-1,1-1 1,-1 1-1,1-1 1,-1 1 0,1-1-1,-1 0 1,1 1-1,0-1 1,-1 0-1,1 0 1,0 0 0,0 0-1,0 0 1,-1 0-1,1 0 1,0 0-1,0-1 1,1 1 0,-1 0-1,0-1 1,0 1-1,1 0 1,-1-1-1,1 1 1,-1-1 0,1 1-1,-1-1 1,1 1-1,0-1 1,0 0 0,0 1-1,0-1 1,0 1-1,0-1 1,0 1-1,0-1 1,1 1 0,-1-1 20,10-249-3913,1 155 264</inkml:trace>
  <inkml:trace contextRef="#ctx0" brushRef="#br0" timeOffset="26449.502">22940 13264 16804,'0'0'9350,"0"21"-6763,0 360-881,0-259-1839,0-120 96,-1 1-1,1-1 0,0 0 0,0 1 0,0-1 0,0 0 1,0 0-1,1 1 0,-1-1 0,1 0 0,-1 0 0,1 1 0,0-1 1,0 0-1,0 0 0,0 0 0,0 0 0,0 0 0,1 0 0,-1 0 1,1-1-1,-1 1 0,1 0 0,-1-1 0,1 1 0,0-1 1,0 0-1,0 0 0,0 1 0,0-1 0,0 0 0,0-1 0,0 1 1,1 0-1,-1-1 0,0 1 0,0-1 0,1 0 0,-1 1 0,0-1 1,1 0-1,-1 0 0,0-1 0,0 1 0,1 0 0,-1-1 1,0 0-1,0 1 0,0-1 0,1 0 0,-1 0 0,0 0 0,0 0 1,0-1-1,0 0 38,45-31-616,51-80-8120,-67 73 7527,15-2 10941,-4 43-7610,-31 2-2136,1-1 0,-1 0 0,0-1 0,1 0 0,-1-1 0,1 0 0,-1-1 0,0 0 0,1-1 0,-1 0 0,0-1 0,0 0 0,0-1 0,-1 0 0,1-1 0,-1 0 0,0-1 0,0 1 0,-1-2 0,0 0 0,0 0 0,0 0 0,1-4 14,24-12 20,-32 21 18,0-1 1,0 1-1,0 0 1,0 1 0,0-1-1,0 0 1,0 0-1,1 1 1,-1-1-1,1 1 1,-1 0 0,1 0-1,0 0 1,-1 0-1,1 0 1,0 1 0,0-1-1,-1 1 1,1 0-1,0 0 1,0 0-1,0 0 1,0 0 0,-1 0-1,1 1 1,0 0-1,0-1 1,-1 1 0,1 0-1,0 0 1,-1 1-1,1-1 1,-1 0-1,1 1 1,-1-1 0,0 1-1,0 0 1,0 0-1,0 0 1,0 0 0,0 0-1,0 1 1,-1-1-1,1 1-38,4 15 37,0 1-1,-2 0 1,0 1 0,-1-1-1,-1 0 1,-1 1-1,-1 0 1,-2 12-37,2-5 9,1-21-74,-1 0 1,-1 0 0,1 0 0,-1 0 0,0-1-1,0 1 1,0 0 0,-1-1 0,0 1 0,0-1-1,-1 1 1,1-1 0,-1 0 0,-3 4 64,7-9-1034,3 0-1330</inkml:trace>
  <inkml:trace contextRef="#ctx0" brushRef="#br0" timeOffset="23250.037">19794 13077 29278,'0'0'728,"0"0"-368,150-16 129,-26-23-113,-3-3-152,-9 1-136,-22 5-88,-27 15-72,1-1-264,4-2-304,-22 11-649,-20 1-983</inkml:trace>
  <inkml:trace contextRef="#ctx0" brushRef="#br0" timeOffset="23506.297">20564 12371 27238,'0'0'1041,"0"22"-276,-5 296 2325,-22 99-3090,-13-75 501,-4 24-569,4 304 68,41-670-30,-1-1-1,0 1 1,1 0 0,-1 0-1,0 0 1,1-1-1,-1 1 1,1 0 0,-1 0-1,0 0 1,1 0 0,-1 0-1,1 0 1,-1 0 0,0 0-1,1 0 1,-1 0 0,1 0-1,-1 0 1,1 0 0,-1 0-1,0 0 1,1 0-1,-1 0 1,1 0 0,-1 1-1,0-1 1,1 0 0,-1 0-1,0 1 1,1-1 0,-1 0-1,0 0 1,1 1 0,-1-1-1,0 0 1,0 1-1,1-1 1,-1 0 0,0 1-1,0-1 1,1 1 0,-1-1-1,0 0 1,0 1 30,19-43-1396,-8-1-627</inkml:trace>
  <inkml:trace contextRef="#ctx0" brushRef="#br0" timeOffset="24017.163">20099 13116 27598,'0'0'1032,"0"0"-352,-26 121 120,15-50-103,-2 8-233,-3 8-200,1 1-96,2-1-104,2-6-64,7-10-16,4-14-208,6-19-368,14-19-961,0-19-3232</inkml:trace>
  <inkml:trace contextRef="#ctx0" brushRef="#br0" timeOffset="24823.973">20115 13347 5529,'0'0'18396,"0"0"-14059,0 0-3690,20-16-150,65-49-90,-84 64-398,0-1 0,0 1 0,0-1 0,0 1 0,0-1 0,0 1 0,1 0 0,-1 0 0,0 0 0,1-1 0,-1 1 0,1 0 0,-1 1 0,1-1 0,0 0 0,-1 0 0,1 1 0,0-1 0,0 1-1,0-1 1,-1 1 0,1 0 0,0 0 0,0 0 0,0 0 0,-1 0 0,1 0 0,0 0 0,0 1 0,0-1 0,-1 1 0,1-1 0,0 1 0,-1 0 0,1 0 0,0-1 0,-1 1 0,1 0 0,-1 0 0,1 1 0,-1-1 0,0 0 0,1 0 0,-1 1 0,0-1 0,0 1 0,0-1 0,0 1 0,0-1 0,0 1 0,-1 0 0,1-1 0,0 1-9,-9 80 323,-86 71-91,93-152-228,0 0 0,0-1 1,0 1-1,0 0 0,1-1 0,-1 1 0,0 0 1,1 0-1,-1 0 0,1 0 0,-1 0 1,1-1-1,-1 1 0,1 0 0,0 0 0,-1 0 1,1 0-1,0 0 0,0 0 0,0 0 1,0 1-1,0-1 0,0 0 0,0 0 0,0 0 1,0 0-1,0 0 0,0 0 0,1 0 1,-1 0-1,0 0 0,1 0 0,-1 0 0,1-1 1,-1 1-1,1 0 0,0 0 0,-1 0 1,1 0-1,0-1 0,-1 1 0,1 0 0,0-1 1,0 1-1,0 0 0,0-1 0,0 1 1,-1-1-1,1 1 0,0-1 0,0 0 0,0 1 1,0-1-1,0 0 0,0 0 0,0 0 0,1 0 1,-1 0-1,0 0 0,0 0 0,0 0 1,0 0-1,0 0 0,0-1 0,0 1 0,0 0 1,0-1-1,0 1 0,0-1-4,1 1 14,0-1-1,0 1 1,-1 0-1,1 0 1,0 0-1,0 0 0,0 0 1,0 0-1,0 0 1,0 0-1,0 1 1,-1-1-1,1 1 1,0 0-1,0-1 1,-1 1-1,1 0 1,0 0-1,-1 0 1,1 0-1,-1 0 1,1 0-1,-1 1 0,1-1 1,-1 0-1,0 1 1,0-1-1,0 1 1,0-1-1,0 1 1,0 0-1,0 0 1,0-1-1,-1 1 1,1 0-1,0 1-13,-2 34-29,-2-1 0,-1 0-1,-1 0 1,-3 0 0,0-1-1,-3 0 1,-1 0 0,-1-1 0,-2-1-1,-1 0 1,-1-2 0,-3 1 0,-1-1 29,-47 95 187,45-52 189,59-69-121,-24-13-241,0-1 1,0 0 0,0-1-1,-2 0 1,1-1 0,-1 0-1,-1-1 1,0 0 0,0 0-1,0-2-14,5-6-20,104-148-440,-69 92-120,3 2-1,3 2 0,4 3 0,2 3 0,3 2 0,39-27 581,-98 86 12,-2 2 37,1 0 0,-1 0 0,1 0 0,-1 1 1,1-1-1,0 1 0,0 0 0,0 0 0,0 0 0,1 1 0,-1-1 1,0 1-1,1 0 0,-1 0 0,1 1 0,-1-1 0,1 1 1,1 0-50,9 41 1258,-15-3-1161,-1-1-1,-2 1 0,-2-1 0,-1 0 0,-2-1 0,-2 1 0,-1-2 0,-2 1 0,-1-2 0,-2 0 0,-1 0 0,-2-2 0,-1 0 0,-1-1 0,-18 18-96,29-35-70,0-1 1,0 0 0,-2-1-1,1 0 1,-2 0 0,1-2-1,-1 1 1,-1-2 0,0 0-1,0 0 1,-1-1 0,0-1-1,-1-1 1,1 0 0,-1-1-1,-7 1 70,21-5-41,-1-1 0,1 0 0,-1 0 0,1 0 0,-1 0 0,1-1-1,-1 1 1,1-1 0,-1 1 0,1-1 0,-1 0 0,1 0 0,0 0 0,-1 0-1,1 0 1,0-1 0,0 1 0,0-1 0,0 1 0,0-1 0,0 0 0,1 0 0,-1 0-1,0 0 1,1 0 0,-1 0 0,1 0 0,0-1 0,0 1 0,0 0 0,0-1 0,0 1-1,1-1 1,-1 1 0,1-1 0,-1 1 0,1-1 0,0 1 0,0-1 0,0 1-1,0-1 1,1 1 0,-1-1 0,1 1 0,-1-1 0,1 1 0,1-3 41,-2-8 7,2 0-1,-1 0 1,2 0 0,0 0 0,0 0 0,2 0 0,-1 1-1,1 0 1,1 0 0,0 0 0,1 1 0,0-1-1,1 2 1,0-1 0,1 1 0,0 0 0,1 1 0,6-5-7,-7 11 111,0 0 1,0 0 0,0 1 0,0 0-1,1 1 1,-1 0 0,0 1 0,1 0-1,-1 0 1,1 1 0,-1 0 0,0 0 0,1 1-1,-1 1 1,0 0 0,0 0 0,0 0-1,-1 1 1,1 1 0,-1-1 0,0 1-1,0 1 1,1 1-112,26 10 90,22 9-203,2-4 1,1-1-1,0-4 0,30 4 113,18 2-1807</inkml:trace>
  <inkml:trace contextRef="#ctx0" brushRef="#br0" timeOffset="25587.043">22052 12903 27414,'0'0'2588,"-20"18"-1850,-138 127-250,-269 215-684,422-354 82,0 0 0,1 0 0,0 0 0,0 0 1,0 1-1,1 0 0,-1 0 0,2 0 0,-1 0 0,1 0 0,0 1 0,1-1 0,-1 0 0,2 1 1,-1 7 113,-92 583 2537,51-426-2626,54-205-95,1 0 0,2 1 0,1 1 0,2 1 0,1 0-1,10-12 185,-13 18-78,30-44-119,2 2-1,3 2 1,2 2 0,3 3-1,49-39 198,-97 90 50,1 0 0,0 1-1,1 0 1,0 1-1,0 0 1,0 0 0,1 1-1,-1 0 1,1 1 0,0 0-1,1 1 1,-1 0 0,1 1-1,0 0-49,-9 2 32,0 0 0,0 1 0,0-1 1,0 1-1,-1 0 0,1-1 0,0 1 0,0 1 0,-1-1 0,1 0 0,0 1 0,-1-1 1,1 1-1,-1 0 0,0 0 0,1 0 0,-1 0 0,0 0 0,0 0 0,-1 1 0,1-1 1,0 0-1,-1 1 0,1 0 0,-1-1 0,0 1 0,0 0 0,0 0 0,0 0 0,-1-1 1,1 1-1,-1 0 0,1 3-32,6 109 287,-7-104-258,-4 16-25,0 0 0,-2 0-1,0-1 1,-2 0 0,-1 0-1,-2-1 1,0 0-1,-1-1 1,-1 0 0,-2-1-1,0-1 1,-2 0 0,0-1-1,-1 0 1,-1-2-1,-1 0 1,-1-2 0,0 0-1,-1-1 1,-1-1-1,-2 0-3,16-10-18,1 1-1,-1-2 0,0 1 1,0-1-1,-1-1 0,1 0 1,-1 0-1,0-1 0,0 0 1,1 0-1,-1-1 0,0-1 1,0 0-1,-4 0 19,13-2-16,-1 0 0,1 0 0,0 0-1,0 0 1,0 0 0,0 0 0,0 0 0,0 0 0,0-1-1,1 1 1,-1 0 0,1 0 0,0-1 0,0 1 0,-1 0-1,2-1 1,-1 1 0,0 0 0,0-1 0,1 1 0,-1 0-1,1-1 1,0 1 0,0 0 0,0-1 16,6-6 16,0 1 0,0 0-1,1 0 1,1 1 0,-1 0 0,1 1-1,0-1 1,0 2 0,1-1 0,0 1 0,0 1-1,0 0 1,1 0 0,-1 1 0,1 0-1,0 1 1,0 0 0,0 1 0,0 0 0,0 1-1,8 1-15,-9-2 1,282-42-709,-192 24-1194</inkml:trace>
  <inkml:trace contextRef="#ctx0" brushRef="#br0" timeOffset="27532.317">15737 15237 20076,'33'-1'7039,"534"-39"-4513,409-31-262,461 44-2264,-1020 51 125,-2 19 0,60 28-125,1300 140 555,991 51-498,-2558-247-1496,-172-15-2267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11:34.023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27748 975 23917,'0'0'3985,"0"0"-2825,0 0-664,0 0-136,114-4 177,-57 17-129,2 7-224,-2 6-184,-15 9 0,-31 38-248,-18 10-497,-25-12-1687</inkml:trace>
  <inkml:trace contextRef="#ctx0" brushRef="#br0" timeOffset="446.748">27108 1955 11146,'0'0'15348,"0"0"-11745,-13 17-3252,12-16-346,-32 60 352,34-59-343,1 0-1,0 0 0,-1 0 1,1 0-1,0-1 1,0 1-1,0-1 0,0 1 1,1-1-1,-1 1 0,0-1 1,0 0-1,1 0 1,-1 0-1,1-1 0,-1 1 1,1-1-1,-1 1 0,1-1 1,-1 0-1,1 0 1,-1 0-1,1 0 0,-1 0 1,1 0-1,-1-1 1,1 1-1,-1-1 0,1 0 1,-1 0-1,1 0 0,-1 0 1,0 0-1,0 0 1,1-1-1,0 0-13,396-123 632,443-189-386,-839 313-257,62-29-298,-29 1-2692,-20-1-3355,-20-8-5067,-31-3 10010,-47 4 5620,60 29-3687,-43-19 3918,-2-2 3308,23 15-6361,42 14-1340,1 0 0,-1 0 0,0 0 0,0 1 0,1-1 0,-1 0 0,0 1 1,1-1-1,-1 1 0,1 0 0,-1 0 0,0-1 0,1 1 0,0 0 0,-1 0 1,1 0-1,-1 1 0,1-1 0,0 0 0,0 0 0,0 1 0,0-1 0,0 1 0,0-1 1,0 1-1,0-1 0,1 1 0,-1-1 0,0 1 0,1 0 0,0 0 0,-1-1 1,1 1-1,0 0 0,0-1 0,0 1 0,0 0 0,0 0 0,0-1 0,0 1 0,1 0 1,-1-1-1,1 1 0,-1 0 0,1-1 0,0 1 0,0 1-45,-1 10 76,8 301 1808,21 84-1884,3 18 519,-9 548-304,-22-959-216,-1 0-1,1 0 1,-1 0 0,0 0 0,0 0-1,-1 0 1,1 0 0,-1 0-1,0 0 1,0 0 0,-1-1-1,0 1 1,1 0 0,-2-1 0,1 1-1,0-1 1,-1 0 0,0 0-1,0 0 1,0 0 0,0 0-1,-1-1 1,1 1 0,-1-1 0,0 0-1,0 0 1,0 0 0,-1-1-1,1 0 1,-1 1 0,1-2-1,-1 1 1,0 0 0,1-1 0,-1 0-1,0 0 1,0 0 0,0-1-1,0 0 2,-1 0-41,0-1-1,0-1 1,0 1 0,1-1-1,-1 0 1,1 0-1,-1-1 1,1 0 0,0 0-1,0 0 1,0 0-1,0-1 1,1 0-1,-1 0 1,1 0 0,0 0-1,0-1 1,1 0-1,-1 1 1,1-1-1,-2-5 42,-8-7-191,-51-74-1126,4-7-591</inkml:trace>
  <inkml:trace contextRef="#ctx0" brushRef="#br0" timeOffset="980.351">27674 1961 22957,'0'0'5098,"0"0"-3715,0 0-1073,0 0-26,17 23-26,94 134 83,-107-148-387,1-1 0,0 0 0,1-1 1,0 1-1,0-1 0,0 0 1,1-1-1,0 1 0,1-1 1,-1-1-1,1 0 0,0 0 1,1 0-1,-1-1 0,1 0 1,-1-1-1,1 1 0,1-2 0,-1 0 1,0 0-1,0 0 0,1-1 1,8 0 45,48-10-3813,-65 16-3597,-197 202 15099,131-145-7150,3 3 0,4 2-1,2 3 1,4 2 0,3 3 0,3 1 0,3 4-539,23-2 2,28-72-13,-1-9-5,0-1 0,-1 0 0,1 0 0,0 0 0,-1-1 0,1 0 0,-1 0 0,0 0 0,0-1 0,-1 0 0,1 0 0,-1-1 0,1 0 0,3-4 16,390-347-3968,-59 79 2221,-98 99 6132,61-24-4385,-279 187 277,-9 4-137,1 0 0,0 1 0,1 1 0,-1 1-1,2 0 1,-1 1 0,1 1 0,0 0 0,0 2-1,12-2-139,-21 46-33,-9-30-51,0-1 0,-1 1 0,1 0 0,-2-1 0,0 1-1,0-1 1,0 0 0,-1 0 0,-1 0 0,1 0 0,-1 0 0,-1 0 0,0-1 0,0 0 0,-1 0 0,0-1-1,0 1 85,-2-5-3752,6-5-6797,2-10 6145</inkml:trace>
  <inkml:trace contextRef="#ctx0" brushRef="#br0" timeOffset="1230.143">28892 1988 11827,'0'0'17603,"-140"170"-17019,24-22-312,-20 30-39,0 5 191,9-3-120,13-23-184,4-11-72,21-33-32,16-34-16,23-24 16,10-16-16,1-3-24,4-10-168,13-26-344,13-20-1001,9-26-6368</inkml:trace>
  <inkml:trace contextRef="#ctx0" brushRef="#br0" timeOffset="1495.276">28504 2728 30158,'0'0'561,"0"0"-393,88 138-120,-53-73-24,0 1 48,3-7-72,27-6-96,-8-16-769,-2-21-2799</inkml:trace>
  <inkml:trace contextRef="#ctx0" brushRef="#br0" timeOffset="1946.84">29592 1754 7954,'0'0'17860,"0"0"-13754,26-3-3770,166-10 109,-178 13-401,-8-1-39,0-1 0,1 2 0,-1-1 0,1 1-1,-1 0 1,1 0 0,-1 1 0,1 0 0,-1 0-1,0 0 1,1 1 0,-1 0 0,0 0 0,0 1 0,0-1-1,0 1 1,-1 1 0,1-1 0,-1 1 0,0 0 0,0 0-1,0 1 1,0-1 0,-1 1 0,0 0 0,2 2-5,-5 6-42,0-1 1,0 1-1,-2-1 0,1 1 1,-2-1-1,1 0 1,-2 1-1,1-1 1,-2 0-1,0 0 1,0-1-1,-1 1 1,0-1-1,-1 0 1,-1 0-1,0-1 1,0 0-1,-1 0 1,0 0-1,0-1 0,-10 7 42,15-12-12,-92 104-92,-5-4 0,-46 33 104,48-46 32,58-44 95,58-41 74,-1-6-122,-8-2-37,-1 2 1,1-1 0,0 1 0,-1 0 0,1 1 0,0 0-1,-1 1 1,1-1 0,-1 2 0,1-1 0,-1 1 0,0 0-1,0 1 1,0 0 0,-1 0 0,1 1 0,-1 0 0,0 0-1,0 1 1,1 2-43,6 15 64,-1 0 1,-1 1-1,-1 1 0,-2 0 0,0 0 0,-2 1 1,0 0-1,-2 0 0,-1 1 0,-1-1 0,-1 1 1,-2 0-1,-1 7-64,4 9 65,11 97 64,-14-139-132,0 1 1,1-1-1,-1 0 1,1 0 0,0 0-1,-1 1 1,1-1-1,0 0 1,0 0 0,-1 0-1,1 0 1,0 0-1,0 0 1,0 0 0,0-1-1,1 1 1,-1 0 0,0-1-1,0 1 1,0 0-1,0-1 1,1 0 0,-1 1-1,0-1 1,1 0-1,-1 1 1,0-1 0,1 0-1,-1 0 1,0 0-1,1 0 1,-1 0 0,0 0-1,1-1 1,-1 1-1,0 0 1,0-1 0,1 1-1,-1-1 1,0 1 0,0-1-1,0 0 1,1 1-1,-1-1 1,0 0 0,0 0-1,0 0 1,0 0-1,0 0 1,-1 0 0,1 0-1,0 0 1,0 0-1,-1 0 1,1-1 0,-1 1-1,1 0 1,0-1 2,15-22-306,-1-1 0,-2-1 0,0 0 0,-1 0 0,-2-1 0,2-10 306,-2 10-366,26-79-2044,-3-1-2752</inkml:trace>
  <inkml:trace contextRef="#ctx0" brushRef="#br0" timeOffset="2605.261">30151 1941 19796,'0'0'2654,"25"-10"2179,365-137-3010,132-63-1228,-502 202-638,-30 24 357,-43 82 1079,38-59-1218,-171 302 373,131-251-508,-254 435 31,305-517-71,-2 1 0,1 0 0,0 1 1,0-1-1,1 1 0,1 0 0,-1 0 0,1 1 1,1-1-1,0 1 0,1-1 0,0 1 1,0 5-1,10-8 13,-3-8-11,0-1 0,0 0 0,-1-1 0,1 1 0,0-1 0,-1 0 0,1 0 0,-1-1 0,0 0 0,0 0 0,0 0 0,0 0 0,-1-1 0,1 0 0,3-3-2,-6 5 1,375-307-32,-305 274 66,-71 49-25,-81 151 78,62-135-83,-73 121 31,7 3-1,-11 43-35,87-180 3,2 1 0,0-1 0,1 1 1,0 0-1,2 1 0,0-1 0,1 0 0,1 1 0,1 0 0,1 17-3,-1-33 0,1 0 0,-1-1 0,1 1 0,-1 0 1,1-1-1,0 1 0,0-1 0,0 1 0,1-1 0,-1 1 0,0-1 0,1 0 0,0 1 1,-1-1-1,1 0 0,0 0 0,0 0 0,0-1 0,0 1 0,1 0 0,-1-1 0,0 1 1,1-1-1,-1 0 0,1 0 0,-1 0 0,1 0 0,0 0 0,-1-1 0,1 1 0,0-1 1,-1 1-1,1-1 0,0 0 0,0 0 0,102-22-60,-59-3-108,-2-3 1,0-1-1,-2-2 1,-1-2-1,-2-1 0,26-30 168,-40 41-53,247-246-6,-270 266 100,0 0 0,1 0 0,-1 1 0,1-1 0,-1 1 0,1-1 0,0 1 0,0 0 0,0 0 0,0 1 0,0-1 0,0 0 0,1 1 0,-1 0 0,1 0 0,-1 0 0,0 0 0,1 1 0,0-1 0,-1 1 0,1 0 0,-1 0 0,1 0 0,-1 0 0,1 1 0,-1 0 0,1-1 0,-1 1 0,1 0 0,-1 1 0,2 0-41,77 144 215,-54-78-1705,-17-43-2501</inkml:trace>
  <inkml:trace contextRef="#ctx0" brushRef="#br0" timeOffset="-3419.554">21885 939 28758,'0'0'816,"0"0"-584,0 0-56,0 0 361,204 2-41,-66-26-160,39-17-120,12-4-104,-31 3-56,-47 14-48,-49 15-8,-23 9-168,-10 0-568,-29-2-1681,0-2-15563,-13 2 8730</inkml:trace>
  <inkml:trace contextRef="#ctx0" brushRef="#br0" timeOffset="-3169.21">22569 917 23141,'-12'20'3826,"-116"222"-1723,3 59-1467,13 6-1,13 4 1,14 4-1,6 44-635,54-237-105,6 1-1,5 1 1,6 0 0,6 91 105,8-179-903,3-18-3621,4-13-11558</inkml:trace>
  <inkml:trace contextRef="#ctx0" brushRef="#br0" timeOffset="-2901.194">23115 1245 27982,'0'0'1240,"0"0"-880,-42 104-176,5-39 56,-5 4 0,-2 4-136,-4-2-104,4-5-24,2-9-320,7-14-512,9-19-376,9-20-1769,6-18-10105,6-18 10113,5-1 2905</inkml:trace>
  <inkml:trace contextRef="#ctx0" brushRef="#br0" timeOffset="-2385.807">22711 1760 8874,'-13'24'7075,"-4"10"-3444,-68 132 3931,-35 111-5542,115-263-1998,0 0-1,0 1 1,1-1-1,1 1 1,1 0 0,0 0-1,1 0 1,0 1-1,2-1 1,-1 0-1,2 0 1,0 0 0,1 0-1,0 0 1,1-1-1,1 1 1,1-1-1,6 13-21,-11-25-23,1 0-1,0 0 1,0 0-1,0 0 1,0 0-1,0-1 1,0 1-1,0-1 1,0 0-1,1 1 0,-1-1 1,0 0-1,1 0 1,-1-1-1,1 1 1,-1 0-1,1-1 1,0 0-1,-1 1 1,1-1-1,-1 0 1,1 0-1,0-1 1,-1 1-1,1-1 0,-1 1 1,1-1-1,-1 0 1,1 1-1,-1-1 1,0-1-1,1 1 1,-1 0-1,0 0 1,0-1-1,0 0 1,1 0 23,74-78-374,-68 69 323,125-160-105,-10 11 158,104-100-2,-211 241 21,1 1 0,1 1 0,1 1 0,0 0 0,1 2 0,1 0 0,0 1 1,0 2-1,2 0 0,-1 1 0,1 2 0,22-6-21,-44 14 3,-1 0 1,1-1-1,0 1 1,-1 0-1,1 0 0,0 0 1,-1 0-1,1 0 0,0 0 1,-1 1-1,1-1 0,-1 0 1,1 1-1,0 0 1,-1-1-1,1 1 0,-1 0 1,1-1-1,-1 1 0,0 0 1,1 0-1,-1 0 0,0 1 1,0-1-1,1 0 1,-1 0-1,0 1 0,0-1 1,-1 0-1,1 1 0,0-1 1,0 1-1,-1-1 0,1 1 1,-1-1-1,1 1 0,-1 0 1,1-1-1,-1 1 1,0 0-1,0-1 0,0 1 1,0 0-1,0 1-3,-16 79 430,-155 250 995,147-293-1335,2 0 0,2 2 0,2 0 0,1 2 0,3 0 0,1 0 0,2 1 0,2 1 0,3-1 0,1 2 0,1 28-90,5-62 2,1-1 0,0 1 1,1-1-1,0 0 1,1 0-1,0 0 0,1 0 1,0-1-1,1 0 1,0 0-1,1 0 0,0-1 1,0 0-1,1 0 0,0-1 1,0 0-1,3 2-2,173 109 32,-105-74-28,-74-43-5,0 0 0,0 0 0,0 1 1,0-1-1,-1 1 0,1 1 0,-1-1 0,1 1 1,-1-1-1,0 1 0,0 0 0,-1 1 1,1-1-1,-1 0 0,0 1 0,0 0 0,-1 0 1,0 0-1,1 0 0,-1 0 0,-1 1 1,1-1-1,-1 0 0,0 1 0,0-1 0,-1 1 1,0-1-1,1 1 0,-2-1 0,1 1 0,-1 0 1,0-1-1,0 0 0,0 1 0,-1-1 1,0 0-1,0 1 0,0-1 0,-1 0 0,0-1 1,0 1 0,-20 19-1,-2-1 0,-1-2 0,0 0 0,-2-2 1,0-1-1,-1-1 0,0-1 0,-30 10 1,9-2 33,-1-1 0,-2-3 0,0-3 1,-1-1-1,0-3 0,-1-2 0,-33 0-33,78-10 19,8 0-13,-1 0 1,1 0 0,0 0 0,-1 0-1,1-1 1,-1 1 0,1-1 0,-1 1-1,1-1 1,-1 0 0,0 0 0,1 0 0,-1-1-1,1 1 1,-1-1 0,1 1 0,-1-1-1,1 0 1,-1 0 0,1 0 0,0 0-1,-1 0 1,1 0 0,0-1 0,0 1 0,0-1-1,0 0 1,0 1 0,0-1 0,1 0-1,-1 0 1,1 0 0,-1 0 0,1-1-1,0 1 1,-1 0 0,1 0 0,0-1 0,1 1-1,-1-1 1,0 1 0,1-2-7,1-4-1,0 0 1,1 1-1,0-1 0,0 1 1,1 0-1,0 0 1,0 0-1,1 0 1,0 0-1,0 1 0,1-1 1,0 1-1,0 0 1,0 1-1,1-1 0,3-2 1,398-369-450,-67 46-626,-199 179-4142,-48 44-14154</inkml:trace>
  <inkml:trace contextRef="#ctx0" brushRef="#br0" timeOffset="-1362.245">24520 1700 2296,'0'0'22107,"0"0"-18458,0 0-2316,0 0-864,0 0-162,0 0 51,21-8 30,267-98 140,-208 80-500,-28 7-36,1 3-1,1 1 0,0 4 0,7 0 9,-60 11-7,0 0 0,0 0 1,0 0-1,0 1 0,0-1 0,0 0 0,0 0 0,0 1 1,0-1-1,0 0 0,0 1 0,0-1 0,0 1 0,0-1 1,0 1-1,0 0 0,0-1 0,-1 1 0,1 0 0,0 0 1,0 0-1,-1-1 0,1 1 0,0 0 0,-1 0 1,1 0-1,-1 0 0,0 0 0,1 0 0,-1 0 0,0 0 1,1 0-1,-1 0 0,0 0 0,0 0 0,0 1 0,0-1 1,0 0-1,0 0 0,0 0 0,0 0 0,0 0 0,-1 0 1,1 0-1,0 0 0,-1 0 0,1 0 0,-1 0 0,1 0 1,-1 0-1,0 0 0,1 0 0,-1-1 0,0 1 1,1 0-1,-1 0 0,0-1 0,0 1 7,-115 128-57,-769 665-465,809-721-783,66-68-21,10-10-8448,13-23-1409</inkml:trace>
  <inkml:trace contextRef="#ctx0" brushRef="#br0" timeOffset="-1018.884">24824 2132 25365,'-2'19'2708,"-52"239"-1153,42-218-1405,-3 9-68,1 1 0,3 0 1,2 1-1,2 0 0,2 12-82,15-61-652,46-135-2069,-49 110 2163,56-146-709,-53 144 1653,1 1 0,2 0 0,0 0 0,2 1 0,0 1 0,2 1 0,0 0 0,19-17-386,70-18 1135,-102 55-1113,-1 0-1,0 0 1,1 1 0,-1-1 0,0 1-1,1-1 1,-1 1 0,0 0 0,1 1-1,-1-1 1,0 1 0,1-1 0,-1 1-1,0 0 1,0 0 0,1 0 0,-1 1-1,0-1 1,0 1 0,0 0 0,-1-1-1,1 1 1,0 1 0,-1-1 0,1 0-1,-1 1 1,0-1 0,0 1 0,0 0-1,0-1 1,0 1 0,0 0 0,0 2-22,3 12 29,-1 0 0,-1 0 1,0 0-1,-1 0 0,-1 1 1,-1-1-1,0 1 0,-1-1 1,-1 1-1,-1-1 0,-1 0 1,0 0-1,-1 0 0,0-1 1,-5 8-30,6-13-5,-60 95-140,63-105 101,0 0 0,0 0 0,0 0 0,0-1 0,0 1 0,0 0 0,0-1-1,0 1 1,-1 0 0,1-1 0,0 0 0,0 1 0,0-1 0,-1 0 0,1 0-1,0 1 1,0-1 0,-1 0 0,1 0 0,0 0 0,-1-1 0,1 1 0,0 0-1,0 0 1,-1-1 0,1 1 0,0-1 0,0 1 0,0-1 0,0 1-1,0-1 1,-1 0 0,1 0 0,0 1 0,1-1 0,-1 0 44,-14-30-6504,11-20-12801</inkml:trace>
  <inkml:trace contextRef="#ctx0" brushRef="#br0" timeOffset="-770.122">25822 1164 20884,'0'0'7322,"0"0"-7002,0 0-160,131 71 256,-109-20 304,-4 8-23,-10 5-249,-3-1-240,-5 2-128,0 0-48,-18-2-32,-10 4-40,-12 0-488,-8-4-849,-11-8-1391,-20-7-11003,13-17 10410,9-17 3001</inkml:trace>
  <inkml:trace contextRef="#ctx0" brushRef="#br0" timeOffset="-354.324">25740 1541 16596,'-3'23'9675,"-91"341"-6537,82-323-2882,1 0-1,2 1 1,2 0 0,2 0 0,0 39-256,5-71 13,0 1 1,1-1 0,1 0-1,-1 0 1,1 1 0,1-1 0,0 0-1,1-1 1,-1 1 0,2-1-1,-1 1 1,2-1 0,-1-1-1,1 1 1,0-1 0,1 0 0,0 0-1,0-1 1,1 0 0,-1 0-1,2 0 1,-1-1 0,1-1 0,0 1-1,0-2 1,7 4-14,25 5 5,1-2 0,0-2 1,0-1-1,0-2 0,1-3 0,0-1 0,0-2 0,13-2-5,-7 1 7,1 0-11,-35-1-9,-1 1 0,1 0 0,0 1 0,0 0 0,0 2 0,-1-1 0,1 2 0,-1 0 0,1 1 0,-1 0 0,0 1 0,0 0 0,11 8 13,-22-11-16,0 1 0,-1 0 0,1 1 0,-1-1 1,0 0-1,0 1 0,0-1 0,0 1 0,-1-1 0,1 1 1,-1 0-1,0 0 0,0 0 0,0 0 0,-1 0 1,1 0-1,-1 0 0,0 0 0,0 0 0,0 0 0,-1 0 1,1 0-1,-1-1 0,0 1 0,0 0 0,-1 0 1,1 0-1,-1-1 0,0 1 0,-1 1 16,-69 105-126,4-35 154,-4-3 0,-2-4 0,-3-3 0,-3-3-1,-3-4 1,-55 28-28,112-69 27,0-2 0,-2-1 0,1-1 0,-2-1-1,1-2 1,-2-1 0,-6 1-27,35-10 2,-1 1 0,1 0 0,-1-1-1,0 1 1,0-1 0,1 0 0,-1 0 0,0 0-1,0 0 1,1 0 0,-1 0 0,0 0 0,0 0-1,1-1 1,-1 1 0,0 0 0,0-1-1,1 0 1,-1 1 0,1-1 0,-1 0 0,1 0-1,-1 0 1,1 0 0,-1 0 0,1 0 0,0-1-1,0 1 1,-1 0 0,1-1 0,0 1 0,0 0-1,0-1 1,0 0 0,1 1 0,-1-1 0,0 1-1,1-1 1,-1 0 0,1 1 0,0-1 0,-1 0-1,1 0 1,0 0 0,0 1 0,0-1-1,0 0 1,0 0 0,1 1 0,-1-1 0,0 0-1,1 1 1,0-1 0,-1 0 0,1 1 0,0-1-1,0 0 1,-1 1 0,1 0 0,1-1 0,-1 0-2,8-16 3,2 1 0,0 0 1,0 0-1,2 1 1,0 1-1,1 0 0,12-10-3,-9 7 3,245-233 396,-132 129-1331,-3-2-3881,-40 33-12112</inkml:trace>
  <inkml:trace contextRef="#ctx0" brushRef="#br1" timeOffset="23107.218">22689 6445 28134,'0'0'858,"0"0"-334,0 0 0,0 0 127,0 0-43,26 13-26,1-1-479,0 0 0,1-2 0,0 0-1,0-2 1,1-2 0,0 0-1,1-2 1,20 0-103,208 0 32,0-11 0,99-21-32,-301 21-74,13-2-117,0 2 0,0 4-1,0 2 1,9 4 191,-38 4-1762</inkml:trace>
  <inkml:trace contextRef="#ctx0" brushRef="#br1" timeOffset="22615.912">21716 5867 29494,'0'0'848,"0"0"-647,0 0-129,149 8 184,-107 2 56,-5 3-280,-8 3-32,-16 10-480,-9-5-1113,-4-1-6168</inkml:trace>
  <inkml:trace contextRef="#ctx0" brushRef="#br1" timeOffset="22856.998">21707 6246 29150,'0'0'616,"0"0"-448,0 0-128,169-24-40,-105 8-704,-10-2-4897</inkml:trace>
  <inkml:trace contextRef="#ctx0" brushRef="#br1" timeOffset="22355.214">19910 5790 28222,'0'0'1299,"0"0"-958,0 0-263,19-12 55,58-37 144,-51 38-93,-24 21-144,-2-5-22,-17 219 235,-1-71-159,16-127-84,0-20-3,0 1 0,0 0-1,1-1 1,0 1 0,0 0-1,1-1 1,-1 1 0,2 0 0,-1 0-1,1 0 1,0-1 0,0 1-1,0 0 1,1-1 0,0 1 0,1-1-1,0 0 1,0 0 0,0 0-1,0 0 1,1 0 0,0-1 0,0 1-1,1-1 1,-1 0 0,1-1-1,0 1 1,1-1 0,-1 0 0,1 0-1,2 1-6,3-3 17,1-1-1,-1 0 1,0-1-1,1 0 1,-1-1 0,0 0-1,1-1 1,-1 0-1,0-1 1,0 0-1,0-1 1,-1 0-1,1-1 1,-1 0-1,0 0 1,0-1 0,7-6-17,144-138-140,-120 104 89,-3-2 1,-1-2 0,-3-2 0,-2-1 0,-3-1-1,-2-2 1,-2 0 0,-3-2 0,2-14 50,-19 55 221,-5 27-58,0 3-198,-19 375 406,18-145-71,4-47-129,-9 0 0,-9-1 0,-26 120-171,35-289 2,0 0 1,-2-1-1,-1 0 0,0-1 0,-2 0 1,-1-1-1,-1 0 0,-15 21-2,21-35 14,0 0-1,0-1 1,0 0-1,-1 0 1,-1-1 0,1 0-1,-1 0 1,0-1 0,-1 0-1,1 0 1,-1-1 0,0-1-1,0 0 1,-1 0-1,1-1 1,-1 0 0,0-1-1,0 0 1,0 0 0,0-1-1,-10-1-13,15-1 3,0 0 0,0 0 0,0-1 0,0 1 0,0-1 0,1-1 0,-1 1 0,1-1 0,0 0 0,-1 0 0,1 0 0,1-1 0,-1 0 0,0 0 0,1 0 0,0-1 0,0 1 0,0-1 0,1 0 0,-1 0 0,1 0 0,0-1 0,1 1 0,-1-1 0,1 1 0,0-1 0,1 0 0,-2-6-3,-2-7-3,1 0-1,1-1 1,1 1-1,1-1 1,0 1-1,2-1 1,0 0-1,3-14 4,7-4-35,1 1-1,2 1 0,1 0 0,2 1 0,1 1 0,2 0 1,1 2-1,2 0 0,11-10 36,-34 42 0,64-82-959,5 3 0,2 3 0,4 3 0,71-51 959,-66 55-5289</inkml:trace>
  <inkml:trace contextRef="#ctx0" brushRef="#br1" timeOffset="21156.881">17451 5885 26358,'0'0'2506,"0"0"-1469,0 0-625,0 0-92,0 0 74,4-2-80,19-5-255,-1 2 0,1 1 0,0 1 0,0 1 0,1 1 0,-1 1 0,7 2-59,1-2 41,-8 0-23,1 1 0,-1 1 0,1 1 0,-1 1 1,0 1-1,0 1 0,19 8-18,-34-11 3,0 0 1,-1 1-1,0 0 1,0 0 0,0 1-1,0-1 1,0 2-1,-1-1 1,0 1-1,0-1 1,-1 2-1,0-1 1,0 1-1,0-1 1,-1 1 0,0 1-1,0-1 1,0 0-1,-1 1 1,-1 0-1,1 0 1,-1 0-1,-1 0 1,1 1-4,-1 5 2,-1 0 0,0 0 1,-1 0-1,0 0 0,-2 0 0,1 0 1,-2 0-1,1-1 0,-2 0 0,0 0 1,-1 0-1,0 0 0,-1-1 0,0 0 1,-9 11-3,-147 156 23,-78 15-647,186-170-658,48-27-1066,6-12-3857</inkml:trace>
  <inkml:trace contextRef="#ctx0" brushRef="#br1" timeOffset="21458.166">18542 5701 28326,'0'0'994,"0"0"-289,0 0-227,0 0-108,-21 3-51,10-1-275,-2-1-9,0 1-1,0 0 1,0 1 0,1 0-1,-1 1 1,1 1 0,0 0-1,0 1 1,1 0 0,-1 1-1,-1 1-34,-37 29 94,2 3-1,2 1 1,1 2 0,3 3-1,1 1 1,3 2-1,1 1 1,0 7-94,27-40 20,1 0 0,1 1 0,0 0 0,2 0-1,0 1 1,1 0 0,1 0 0,-2 16-20,5-28 1,1 0 0,-1 0 0,1 0 1,1 0-1,-1 0 0,1-1 0,1 1 0,-1 0 0,1 0 0,0-1 0,1 1 0,-1-1 0,1 0 0,1 1 0,-1-2 0,1 1 0,0 0 0,0-1 0,1 1 0,0-1 0,0 0 0,0-1 0,0 1 0,1-1 0,4 3-1,19 5-157,0-1 1,0-1-1,1-2 0,1-1 1,-1-1-1,1-1 0,0-2 1,0-2-1,1 0 1,-1-2-1,21-4 157,74-7-4382,-13-9-10085</inkml:trace>
  <inkml:trace contextRef="#ctx0" brushRef="#br1" timeOffset="21741.144">18956 6050 30511,'0'0'648,"0"0"-472,0 0-88,0 0 168,0 0-112,0 0-144,0 0-136,64 16-240,-22-12-1105,-5-4-4400</inkml:trace>
  <inkml:trace contextRef="#ctx0" brushRef="#br1" timeOffset="24910.02">18726 5873 20884,'0'0'5598,"0"0"-2851,0 0-1891,0 0-440,0 0-58,2 1-93,69 30 370,-41-17-576,-1 1 0,-1 1 0,-1 2 0,0 0 0,-1 2 0,-1 1 0,-1 1 1,-1 1-1,-1 2 0,-1 0 0,-1 0 0,-2 2 0,5 10-59,36 27-3229,-45-60-712</inkml:trace>
  <inkml:trace contextRef="#ctx0" brushRef="#br1" timeOffset="25172.601">19178 5853 29278,'0'0'1705,"0"0"-1489,0 0-128,0 0 24,-125 87 64,83-46-128,3 3-48,4-1-88,2 12-424,9-13-1049,8-9-3216</inkml:trace>
  <inkml:trace contextRef="#ctx0" brushRef="#br1" timeOffset="51930.949">4926 9333 24021,'0'0'3745,"0"0"-3377,0 0-240,0 0-80,116 14 0,-81-11 0,9-1 0,0-2-32,9-2-16,-12-11-416,-10-7-5873</inkml:trace>
  <inkml:trace contextRef="#ctx0" brushRef="#br1" timeOffset="52182.579">5761 8796 29374,'0'0'704,"0"0"-512,-55 103-96,36-46 57,3 8 23,3 6-104,4 6-72,5 2-88,4-8-217,0-10-319,13-21-200,11-19-1416,-2-21-5714</inkml:trace>
  <inkml:trace contextRef="#ctx0" brushRef="#br1" timeOffset="52517.164">6309 8648 7746,'0'0'14392,"0"0"-8472,0 0-4617,0 0-852,0 0 9,-6 18 16,-92 290 192,85-256-637,2-1 0,3 1 0,2 1 0,1 48-31,5-99 0,0-1-1,0 1 1,-1-1-1,1 1 0,1 0 1,-1-1-1,0 1 1,0-1-1,0 1 1,1-1-1,-1 1 1,1-1-1,-1 1 1,1-1-1,0 1 1,0-1-1,-1 0 1,1 1-1,0-1 1,0 0-1,0 0 1,0 0-1,0 1 1,1-1-1,-1 0 1,0-1-1,1 1 1,-1 0-1,0 0 0,1 0 1,-1-1-1,1 1 1,-1-1-1,1 1 1,-1-1-1,1 0 1,-1 1-1,1-1 1,-1 0-1,1 0 1,0 0-1,-1 0 1,1-1-1,-1 1 1,1 0-1,-1-1 1,1 1-1,-1-1 1,1 1-1,-1-1 1,1 1-1,-1-1 1,0 0-1,1 0 1,4-4-26,0-1 0,-1 0-1,0 0 1,0-1 0,0 1-1,-1-1 1,0 0 0,0 0 0,0 0-1,-1-1 1,0 1 0,-1-1 0,0 0-1,0 1 1,-1-1 0,1 0-1,-2 0 1,1 0 0,-1 0 0,-1-2 26,-1 8-6,0 0 0,0 0 0,-1 0 0,1 0 0,-1 0 0,0 1 0,0-1 0,1 1 0,-1 0 0,0-1 0,0 1 1,0 1-1,0-1 0,0 0 0,0 1 0,-1 0 0,1-1 0,0 1 0,0 1 0,0-1 0,0 0 0,0 1 0,0-1 1,0 1-1,-1 0 6,-3 0-70,-30 12-1318,23-1-571</inkml:trace>
  <inkml:trace contextRef="#ctx0" brushRef="#br1" timeOffset="55750.355">11449 8615 10994,'0'0'15732,"0"0"-12177,0 0-3345,0 0-96,0 0 108,0 0-8,3-3-95,3-2-87,1 1 0,-1 0 0,1 0 0,0 0 0,-1 1 0,2 0 0,-1 1 0,0-1 0,0 1 0,1 1 0,-1-1 0,1 1 0,-1 1 0,1-1 0,7 2-32,191-4 45,-168 7-1174,-27-4-493</inkml:trace>
  <inkml:trace contextRef="#ctx0" brushRef="#br1" timeOffset="56488.927">11543 8240 21341,'0'0'6001,"0"0"-5017,0 0-592,0 0 8,-19 140-64,19-95-72,0 5-104,4 5-88,0 2-40,3 2-32,-3-5-8,5-5-200,-2-14-304,-3-15-1360</inkml:trace>
  <inkml:trace contextRef="#ctx0" brushRef="#br1" timeOffset="56748.562">12065 8319 29302,'0'0'656,"0"0"-488,0 0-112,0 0 201,-44 110-129,35-74-72,7 1-56,2 3-144,0-3-329,11-9-647,7-12-1992</inkml:trace>
  <inkml:trace contextRef="#ctx0" brushRef="#br1" timeOffset="57065.851">12455 8133 28390,'0'0'738,"-9"18"-342,5-10-377,-6 9 126,1 1 0,1 0-1,1 0 1,0 1 0,1 0 0,1 0-1,1 1 1,-1 9-145,5-18 17,0-1 0,0 0 0,1 1 1,1-1-1,-1 1 0,2-1 0,-1 0 0,1 0 0,1 0 0,0-1 0,0 1 0,1-1 0,0 0 0,1 0 0,0-1 0,0 1 0,1-1 0,0-1 1,0 1-1,2 0-17,8 8 8,-13-14-7,0 0 0,0 1 0,0-1 0,0 1 0,-1 0 1,1 0-1,-1 0 0,0 0 0,0 1 0,0-1 0,0 1 0,-1 0 0,0 0 1,1 0-1,-1 0 0,-1 0 0,1 0 0,0 1 0,-1-1 0,0 0 0,0 1 1,-1-1-1,1 1 0,-1-1 0,0 1 0,0 0 0,0-1 0,-1 1 0,1-1 1,-1 1-1,0-1 0,-1 0 0,0 3-1,-10 3 0,0 1-1,-1-2 1,0 0 0,0 0-1,-1-2 1,-1 1-1,1-2 1,-1 0 0,0 0-1,0-2 1,-3 1 0,14-4-32,0 1-62,0 0-1,-1 0 1,1 0-1,-1-1 1,0 0 0,1 0-1,-1 0 1,0 0 0,0-1-1,1 1 1,-1-1-1,0-1 1,0 1 0,0-1-1,1 1 1,-1-1-1,0-1 1,1 1 0,-1-1-1,1 0 1,-1 0 0,1 0 94,-3-18-1826</inkml:trace>
  <inkml:trace contextRef="#ctx0" brushRef="#br1" timeOffset="57331.477">12602 8127 27710,'0'0'1024,"0"0"-512,0 0-152,158-41-32,-97 21-200,25-13-128,-16 5-696,-13 4-7049</inkml:trace>
  <inkml:trace contextRef="#ctx0" brushRef="#br1" timeOffset="54615.551">9696 8942 27134,'0'0'1192,"0"0"-680,0 0-288,0 0 160,0 0 88,0 0-200,0 0-39,127-93-105,-83 78-64,4-1-48,2 2-16,18 0-136,-9 4-721,-13 3-3023</inkml:trace>
  <inkml:trace contextRef="#ctx0" brushRef="#br1" timeOffset="54917.82">10636 8449 29030,'0'0'1032,"0"0"-776,0 0-208,0 0-32,-90 108 105,68-50 15,-2 7-64,2 10-48,-2 6 0,4 3-24,3-5 0,6-12-168,6-13-265,5-27-375,11-17-528,7-10-14171</inkml:trace>
  <inkml:trace contextRef="#ctx0" brushRef="#br1" timeOffset="55300.956">10971 8386 27782,'0'0'1600,"0"0"-1141,-10 22-314,-58 150 634,55-117-690,2 0 0,3 0 0,2 0 0,2 1-1,4 44-88,0-98 1,-1 1 0,1-1 0,0 0 0,0 1 0,0-1 0,0 0 0,1 1 0,-1-1 0,1 0-1,-1 0 1,1 1 0,0-1 0,-1 0 0,1 0 0,1 0 0,-1 0 0,0 0 0,0 0 0,1 0 0,-1 0 0,1 0-1,-1-1 1,1 1 0,0-1 0,0 1 0,0-1 0,0 0 0,0 1 0,0-1 0,0 0 0,0 0 0,0-1 0,0 1-1,1 0 1,-1-1 0,0 1 0,1-1 0,-1 0 0,0 0 0,1 0 0,-1 0 0,0 0 0,1 0 0,-1-1 0,0 1-1,0-1 1,1 1 0,-1-1 0,0 0 0,0 0 0,0 0-1,7-6 1,-1 0 0,0 0 0,-1-1 0,0 0 0,0 0 0,-1-1 0,0 0 0,0 0 0,-1 0 0,0-1 0,-1 0 0,0 0 0,-1 0 0,0 0 0,1-3-1,-3 11 0,0 0 0,1-1 1,-1 1-1,0-1 1,0 1-1,-1-1 0,1 0 1,0 1-1,-1-1 1,0 1-1,0-1 0,1 0 1,-1 1-1,-1-1 1,1 0-1,0 1 0,-1-1 1,1 0-1,-1 1 0,0-1 1,0 1-1,0-1 1,0 1-1,0-1 0,-1 1 1,1 0-1,-1 0 1,0 0-1,1 0 0,-1 0 1,0 0-1,0 0 1,0 0-1,0 1 0,0-1 1,-1 1-1,1-1 1,0 1-1,-1 0 0,1 0 1,-3-1-1,-6 0-6,1 0 0,0 1 0,-1 0 0,1 1 0,-1 0 0,1 0 0,-1 1 0,1 1 0,0-1 0,-1 2 0,1-1 0,0 2 6,5 6-2814,5-10-2686</inkml:trace>
  <inkml:trace contextRef="#ctx0" brushRef="#br1" timeOffset="52999.62">6918 8972 22221,'0'0'5489,"0"0"-4945,0 0-136,0 0 24,0 0 96,0 0-192,132 16-200,-101-16-112,17 0-24,-9 0-456,-6 0-1240</inkml:trace>
  <inkml:trace contextRef="#ctx0" brushRef="#br1" timeOffset="53265.007">7109 8782 28910,'0'0'792,"0"0"-600,0 0-136,-35 123-32,33-76 8,2 4-32,0 5-128,0 13-672,0-14-624,0-14-16108</inkml:trace>
  <inkml:trace contextRef="#ctx0" brushRef="#br1" timeOffset="53516.94">7532 8696 28198,'0'0'904,"0"0"-608,0 0-176,-13 134 136,0-79 16,2 6-192,4 2-56,1-6-24,6-9-256,0-17-192,17-31-376,7-4 56,3-25-5953</inkml:trace>
  <inkml:trace contextRef="#ctx0" brushRef="#br1" timeOffset="53766.285">7885 8581 28182,'0'0'719,"0"0"-432,0 0-106,0 0 134,0 0-81,0 0-99,18 18-54,57 58 7,-10 35 290,-53-81-266,-1-8-41,-2 0-1,0 1 1,-2 0 0,0 0-1,-2 1 1,0 0 0,-2 0-1,-1 0 1,0 6-71,-5-25 0,0 1-1,0 0 1,-1-1-1,0 0 1,0 1-1,0-1 1,-1-1 0,1 1-1,-1-1 1,0 0-1,0 0 1,-1 0 0,1-1-1,-1 0 1,0 0-1,0 0 1,0-1-1,0 1 1,0-2 0,0 1-1,-1-1 1,-2 1 0,-106 14-670,112-16 606,0 0 0,0-1 1,0 1-1,0-1 0,0 0 0,0 0 0,1 0 0,-1 0 0,0 0 0,0-1 1,1 1-1,-1-1 0,1 1 0,0-1 0,-1 0 0,1 0 0,0 0 0,0-1 1,0 1-1,0 0 0,1-1 0,-1 1 0,1-1 0,-1 0 0,1 1 0,0-1 0,-1-2 65,-11-32-3349,1-11-7902</inkml:trace>
  <inkml:trace contextRef="#ctx0" brushRef="#br1" timeOffset="54015.763">8041 8571 27974,'0'0'848,"0"0"-496,0 0-136,144-35 16,-100 29-232,-7 4-328</inkml:trace>
  <inkml:trace contextRef="#ctx0" brushRef="#br1" timeOffset="19458.195">13299 6557 32111,'0'0'656,"0"0"-656,0 0-648,0 0-32,0 0-753</inkml:trace>
  <inkml:trace contextRef="#ctx0" brushRef="#br1" timeOffset="19724.653">13593 6680 30455,'0'0'72,"0"0"-72,0 0-3873</inkml:trace>
  <inkml:trace contextRef="#ctx0" brushRef="#br1" timeOffset="16636.353">5323 6005 26262,'0'0'812,"0"0"548,0 0-637,0 0-254,-9-19-62,-24-60-51,31 75-335,1 0 0,-1 0 0,1 0 0,0 0-1,0-1 1,1 1 0,-1 0 0,1-1 0,0 1 0,0 0-1,1-1 1,-1 1 0,1 0 0,0 0 0,0-1 0,0 1-1,1 0 1,-1 0 0,1 0 0,0 0 0,0 1 0,1-1-1,-1 0 1,1 1 0,-1 0 0,1-1 0,0 1 0,0 0-1,1 1 1,-1-1 0,1 0 0,-1 1 0,3-1-21,125-36 239,-94 36-209,1 2-1,-1 1 1,1 2-1,-1 2 1,0 1-1,0 2 1,20 7-30,-39-9 1,-2 0 1,1 2 0,-1 0 0,0 0 0,0 2 0,-1 0-1,0 1 1,0 0 0,-1 1 0,-1 1 0,0 0-1,-1 1 1,0 0 0,-1 1 0,0 0 0,-1 1-1,0 1-1,-4-4 3,-1 1-1,0-1 0,0 1 0,-2 1 1,1-1-1,-2 1 0,0-1 0,0 1 1,-2 0-1,1 0 0,-2-1 0,0 1 1,0 0-1,-1-1 0,-1 1 1,-1-1-1,0 0 0,0 0 0,-1 0 1,-1 0-1,0-1 0,-1 0 0,0 0 1,0-1-1,-2 0 0,0 1-2,-18 21-21,-1-2 1,-1-1-1,-2-1 0,0-2 0,-2-1 1,-1-1-1,-1-2 0,-1-2 1,-1-1-1,-1-2 0,0-1 0,-1-2 1,-10 1 20,40-14-47,7-1 20,-1 1 1,1-1-1,-1 1 1,0-1-1,0 0 1,0 0-1,1-1 1,-1 1-1,0 0 1,0-1-1,0 0 1,0 0-1,0 0 1,0 0-1,0 0 1,0-1-1,0 1 1,0-1-1,0 0 1,0 0-1,0 0 1,1 0-1,-1 0 1,0 0-1,1-1 1,-1 0 0,1 1-1,-1-1 1,1 0-1,0 0 1,-1-1 26,2-27-806,5-7-761</inkml:trace>
  <inkml:trace contextRef="#ctx0" brushRef="#br1" timeOffset="16910.37">6403 5638 27150,'0'0'1144,"0"0"-214,0 0-273,0 0-146,0 0-190,0 0-134,-25 14-71,5-3-95,-2 0 3,0 1 0,1 0 0,1 2 0,0 1 0,1 0 0,1 2 0,-4 4-24,-25 28 118,1 2 0,3 2 0,3 1 0,2 2 0,2 2 0,-21 48-118,49-88 10,1 0 0,1 1-1,1 0 1,0 0-1,1 0 1,1 1 0,1-1-1,1 17-9,1-28-4,0-1 1,1 1-1,0-1 0,0 0 1,1 1-1,0-1 0,1 0 1,-1 0-1,1 0 0,1 0 0,-1-1 1,1 1-1,0-1 0,0 0 1,1 0-1,0-1 0,0 1 1,0-1-1,1 0 0,0 0 1,0-1-1,0 0 0,0 0 0,5 2 4,18 5-84,1-1 0,0-1 0,1-2 0,0-1 0,0-1 0,0-2 0,1-1 0,-1-2 0,1 0 0,2-3 84,19 3-308,95-3-1555,-20-12-1702</inkml:trace>
  <inkml:trace contextRef="#ctx0" brushRef="#br1" timeOffset="17208.542">6747 6176 29046,'0'0'736,"0"0"-368,0 0-240,0 0 169,178 0 111,-88 0-168,11-2-144,4-3-56,-15-1-24,6 2-16,-8 0-8,6 4-200,-28 0-641,-16 0-1415</inkml:trace>
  <inkml:trace contextRef="#ctx0" brushRef="#br1" timeOffset="17458.992">7458 5705 28558,'0'0'1008,"0"0"-536,0 0-7,-66 160 7,51-83-176,-1 6-144,7 1-104,7-3-48,2-8-96,7-14-312,26-17-473,28-30-591,-6-12-1793,-5-2-12682</inkml:trace>
  <inkml:trace contextRef="#ctx0" brushRef="#br1" timeOffset="18077.14">8012 5928 25613,'0'0'1107,"0"0"-527,0 0-171,0 0 203,20-16 31,65-47-273,-83 61-358,0 1 0,1 0 0,-1-1 0,0 1 0,0 0 0,1 0 0,-1 0 0,0 0 0,1 1 0,-1-1 0,1 1 0,-1-1 0,1 1 0,-1 0 0,1 0 0,-1 0 0,1 0 0,-1 0 0,1 1 0,-1-1 1,1 1-1,-1 0 0,1-1 0,-1 1 0,0 0 0,0 0 0,1 1 0,-1-1 0,0 0 0,0 1 0,0-1 0,0 1 0,0 0 0,-1 0 0,1 0 0,0 0 0,-1 0 0,0 0 0,1 0 0,-1 0 0,0 0 0,0 1-12,5 5 46,6 13-19,0-1-1,-1 2 1,-2 0 0,0 0-1,-1 1 1,-1-1-1,-1 2 1,-2-1 0,0 1-1,-1-1 1,-1 13-27,18 93 80,-20-126-72,1 0-1,-1 0 0,1-1 1,-1 1-1,1 0 0,0-1 1,0 1-1,0 0 0,0-1 0,0 1 1,1-1-1,-1 0 0,1 1 1,-1-1-1,1 0 0,0 0 1,0 0-1,0 0 0,0 0 0,1 0 1,-1-1-1,0 1 0,1-1 1,-1 0-1,1 1 0,-1-1 0,1 0 1,0-1-1,-1 1 0,1 0 1,0-1-1,0 1 0,-1-1 1,1 0-1,0 0 0,0 0 0,-1 0 1,1-1-1,0 1 0,0-1 1,-1 0-1,1 1 0,0-1 1,-1 0-1,1-1 0,-1 1 0,1 0 1,-1-1-1,0 1 0,1-1 1,-1 0-8,32-25 7,-2-1 1,-1-1 0,-1-2 0,-1-1 0,-2-1 0,4-9-8,-25 35 1,78-111 249,-4-4 0,36-79-250,-113 248 328,-47 220-27,36 165-32,14-334-246,-5 0 1,-5 0 0,-3-1 0,-5 1 0,-4-2 0,-24 75-24,39-161 5,-1 0 1,0-1-1,-1 1 0,0-1 0,0 0 0,-1 0 0,0 0 1,-1-1-1,0 1 0,0-1 0,-1 0 0,0 0 0,0-1 1,-1 0-1,0 0 0,0 0 0,0-1 0,-1 0 0,0-1 1,-1 0-1,1 0 0,-1 0 0,0-1 0,-8 2-5,9-5 2,0 0 0,0-1 0,-1 0 0,1-1 0,0 0 1,0 0-1,0-1 0,0 0 0,0 0 0,1-1 0,-1 0 0,1 0 0,-1-1 0,1 0 0,0 0 0,0 0 0,1-1 0,-1 0 0,1-1 0,0 0 0,1 1 0,0-2 0,-1 1 0,2-1 0,-1 1 0,1-1 0,0-1 1,0 1-1,1 0 0,-2-7-2,-1-3-5,0 0 1,1 0-1,0-1 1,2 0 0,0 0-1,1 0 1,0 0-1,2 0 1,0 0 0,1 0-1,1 0 1,1 0-1,1 0 1,0 0 0,1 1-1,1 0 1,0 0-1,1 0 1,1 1 0,1 0 4,14-25-52,2 2 1,2 2 0,1 0 0,2 1-1,1 2 1,2 1 0,16-11 51,78-58-1282,4 4 1,20-3 1281,-43 30-2782</inkml:trace>
  <inkml:trace contextRef="#ctx0" brushRef="#br1" timeOffset="18358.318">9750 5888 29878,'0'0'745,"0"0"-577,0 0-88,0 0 72,0 0-64,114-11-88,-79 11-264,-8 11-633,-12 3-1431</inkml:trace>
  <inkml:trace contextRef="#ctx0" brushRef="#br1" timeOffset="18526.313">9661 6143 28702,'0'0'1160,"0"0"-848,0 0 33,0 0 79,0 0-192,142 0-168,-72 0-64,-8 2-488,-14 2-1433</inkml:trace>
  <inkml:trace contextRef="#ctx0" brushRef="#br1" timeOffset="19162.417">10794 6340 26998,'0'0'1192,"0"0"-248,0 0-144,151 20-159,-57-6-185,33-8-160,36-6-128,8-2-56,-9-20-24,-20 2-24,-21 8-48,-14 8-16,-32 4-368,-25 0-1473</inkml:trace>
  <inkml:trace contextRef="#ctx0" brushRef="#br1" timeOffset="31072.071">10647 6439 26190,'0'0'1078,"0"0"-389,5-19-187,39-128 663,-36 122-980,2 1 1,0 0 0,2 0-1,1 1 1,1 1 0,0 0 0,2 1-1,4-3-185,-13 20 12,0 1 0,1 0 0,-1 0 0,1 1 0,0-1-1,-1 2 1,1-1 0,0 1 0,0 0 0,0 1 0,0 0-1,0 0 1,0 1 0,0 0 0,0 0 0,-1 1 0,1 0-1,0 0 1,-1 1 0,1 0 0,-1 0 0,0 1 0,0 0-1,0 0 1,-1 1 0,1 0 0,1 1-12,3 1 11,13 8-3,1 0 0,0-2 0,0 0-1,2-2 1,-1-1 0,1-1 0,1-1 0,0-1 0,0-2-1,0-1 1,0-1 0,1-1 0,-1-2 0,1-1 0,-1-1-1,4-2-7,77-27 7,-75 19-49,2 1 1,0 2 0,0 2 0,0 1-1,28 0 42,308 9-382,-343-6 238,-1 0 1,0-2 0,0 0-1,0-2 1,-1-2-1,0 0 1,-1-2 0,20-10 143,29-16-2014</inkml:trace>
  <inkml:trace contextRef="#ctx0" brushRef="#br1" timeOffset="-58604.881">7819 1679 20804,'0'0'9540,"0"0"-7274,15 15-2129,46 52-262,-57-60-76,1-1 1,-1 1-1,0 0 1,0 0-1,-1 0 1,0 0-1,0 0 1,-1 1-1,0 0 1,0-1-1,-1 1 1,0 0-1,0 0 1,-1 0-1,0 0 1,-1-1-1,1 1 1,-3 7 200,-33 94 2548,36-107-2526,-1 0 0,1 0-1,0 0 1,-1-1 0,1 1-1,0 0 1,0 0-1,0 0 1,0 0 0,1 0-1,-1 0 1,0 0 0,1-1-1,0 1 1,-1 0-1,1 0 1,0-1 0,0 1-1,0 0 1,0-1 0,0 1-1,0-1 1,0 1-1,1-1 1,-1 1 0,0-1-1,1 0 1,-1 0 0,1 0-1,0 0 1,-1 0 0,1 0-1,0 0 1,0 0-1,-1-1 1,1 1 0,0-1-1,0 1 1,0-1 0,0 0-1,0 0 1,-1 0-1,1 0 1,0 0 0,0 0-1,1 0-21,27 0-186,-5 0-761</inkml:trace>
  <inkml:trace contextRef="#ctx0" brushRef="#br1" timeOffset="-63097.833">4130 525 8874,'0'0'21845,"0"0"-21221,0 0-512,0 0-80,0 0-16,0 0 0,62 98 8,-38-72-24,-2 4-80,-16 11-464,-3-7-785,-3-7-3000</inkml:trace>
  <inkml:trace contextRef="#ctx0" brushRef="#br1" timeOffset="-62838.215">2401 1764 30615,'0'0'629,"-17"23"-357,-50 77-195,66-99-76,0 0 0,-1 0 0,1 0 0,0 0 0,0 0 0,1 1 0,-1-1 0,0 0 0,0 1-1,1-1 1,-1 0 0,0 1 0,1-1 0,0 1 0,-1-1 0,1 1 0,0-1 0,0 1 0,0-1-1,0 1 1,0 0 0,0-1 0,0 1 0,0-1 0,1 1 0,-1-1 0,0 1 0,1-1 0,-1 1-1,1-1 1,0 0 0,0 1 0,-1-1 0,1 0 0,0 0 0,0 1 0,0-1 0,0 0 0,1 0-1,-1 0 0,60 6 49,-48-7-31,158-19 226,94-47 35,1427-453 77,-1280 433-764,-409 86 317,-2 0 21,0 0-1,-1 0 0,1 1 0,0-1 0,-1 0 0,1 0 0,0 0 0,-1 0 0,1 0 1,0 0-1,-1 0 0,1 0 0,0 0 0,0 0 0,-1 0 0,1 0 0,0 0 1,-1-1-1,1 1 0,0 0 0,-1-1 0,1 1 0,-1 0 0,1-1 0,0 1 0,-1-1 1,1 1-1,-1-1 0,1 1 0,-1-1 0,0 1 0,1-1 0,-1 1 0,1-1 0,-1 1 1,0-1-1,1 0 0,-1 1 0,0-1 0,0 0 0,0 1 0,1-1 0,-1 0 1,0 0-1,0 1 0,0-1 0,0 0 0,0 1 0,0-1 0,-1 0 0,1 1 0,0-1 1,0 0-1,0 1 71,-11-10-3412</inkml:trace>
  <inkml:trace contextRef="#ctx0" brushRef="#br1" timeOffset="-62588.238">4275 775 26414,'0'0'1017,"0"0"-287,0 0-214,5 35 392,85 587 1156,-63-190-917,-23 231-1147,-5-375-29,1 85 29,0-374-7,-1 0 0,1 1 0,-1-1-1,1 0 1,-1 0 0,0 0 0,1 0 0,-1 1 0,0-1 0,1 0 0,-1 1-1,0-1 1,0 1 0,0-1 0,1 1 0,-1-1 0,0 1 0,0-1 0,0 1-1,0 0 1,0-1 0,0 1 0,0 0 0,0 0 0,0 0 0,0 0 0,0 0-1,0 0 1,0 0 0,0 0 0,0 0 0,0 1 0,0-1 0,0 0 0,0 0-1,0 1 1,1-1 0,-1 1 0,0-1 0,0 1 0,0-1 0,0 1 0,1 0-1,-1-1 1,0 1 0,1 0 0,-1 0 0,0-1 0,1 1 0,-1 0 0,1 0-1,-1 0 1,1 0 0,-1 0 0,1 0 0,0-1 0,0 1 0,-1 0 0,1 0-1,0 0 1,0 0 0,0 0 0,0 0 0,0 0 0,0 0 0,0 0 0,0 0 7,-86-162-2538,41 66 88</inkml:trace>
  <inkml:trace contextRef="#ctx0" brushRef="#br1" timeOffset="-62156.585">3793 1562 20604,'0'0'6255,"0"0"-4381,16 24-1187,54 78-139,-57-77-460,0 0 0,-2 0-1,-1 1 1,-1 0 0,-1 1 0,-2 0 0,0 0 0,-2 0 0,-1 1 0,-1 0 0,-2-1-1,0 1 1,-2 2-88,2-15 5,-13 128-255,13-144 222,-1 1 0,1-1 0,0 1 0,-1 0-1,1-1 1,0 1 0,-1 0 0,1 0 0,0-1-1,-1 1 1,1 0 0,-1 0 0,1-1 0,0 1 0,-1 0-1,1 0 1,-1 0 0,1 0 0,-1 0 0,1-1-1,-1 1 1,1 0 0,0 0 0,-1 0 0,1 0 0,-1 0-1,1 1 1,-1-1 0,1 0 0,-1 0 0,1 0-1,0 0 1,-1 0 0,1 1 0,-1-1 0,1 0 0,-1 0-1,1 1 29,27-180-3448,28 66-3195,40 20-6035,-55 75 13562,2 8 6266,5 25 298,-27 30-4101,-23 69-1270,-11-57-1721,-2-1 0,-3-1-1,-3-1 1,-2 0-1,-2-2 1,-27 39-356,-18 35 196,-6-4-1,-5-4 1,-74 80-196,148-187 0,0 0 0,-1-1 0,-1-1 0,0 1 0,0-1 0,0-1 1,-1 0-1,-1-1 0,1 0 0,-1 0 0,-1-1 0,1-1 0,-8 2 0,7-21-158,17-9-186,1 0 0,1 1 0,1 0 1,1 0-1,1 0 0,1 1 1,1 0 343,44-84-2484</inkml:trace>
  <inkml:trace contextRef="#ctx0" brushRef="#br1" timeOffset="-61571.087">3874 430 29390,'0'0'788,"0"0"-395,0 0-140,15 17 231,188 193 776,147 46-1072,-238-181-177,38 42-46,-141-105-216,-9-7-3936,0-5-11024</inkml:trace>
  <inkml:trace contextRef="#ctx0" brushRef="#br1" timeOffset="-61006.735">4908 1657 28718,'0'0'784,"0"0"-552,0 0-112,0 0 208,-107 111 17,72-82-193,-2 3-152,-18 11-24,11-9-617,2-7-1191</inkml:trace>
  <inkml:trace contextRef="#ctx0" brushRef="#br1" timeOffset="-60520.129">4560 1560 27798,'0'0'1192,"0"0"-556,-5 19-148,-22 137 594,25-120-916,2 0 0,1-1 0,2 1 0,1-1 0,5 13-166,-7-38 17,0 0-1,1 0 0,1-1 1,-1 0-1,2 1 1,-1-1-1,1-1 1,1 1-1,-1-1 0,2 0 1,-1 0-1,1-1 1,0 0-1,0 0 0,1 0 1,0-1-1,0 0 1,1-1-1,-1 0 1,1 0-1,5 1-16,6 0 13,0-1 0,0-1 1,1 0-1,-1-2 0,1-1 0,0 0 1,0-1-1,-1-1 0,1-2 0,-1 0 1,1-1-1,-1 0 0,0-2 0,-1-1 1,18-8-14,-29 13-45,0 0 1,-1-1 0,1 0 0,-1 0 0,0-1 0,0 0-1,0 0 1,0-1 0,-1 0 0,0 0 0,0-1-1,0 1 1,-1-1 0,0 0 0,0-1 0,0 0-1,-1 1 1,0-1 0,0 0 0,-1-1 0,0 1 0,0-1-1,0-2 45,-3-10-1263,0 5-1005</inkml:trace>
  <inkml:trace contextRef="#ctx0" brushRef="#br1" timeOffset="-60272.715">4255 2519 29582,'-98'119'849,"-16"19"-401,4-10-176,0-4-56,3-2 16,13-7-104,15-21-88,20-21-40,24-21-112,13-19-256,6-9-424,3-10-793,9-12-887</inkml:trace>
  <inkml:trace contextRef="#ctx0" brushRef="#br1" timeOffset="-60089.213">4615 2505 30406,'0'0'609,"0"0"-369,153 48-24,-83-27 120,-2-3-24,-6 2-16,-3-2-152,-9-3-88,-8 1-56,-11 0-88,-16 6-400,-11-5-808,-4-5-7106</inkml:trace>
  <inkml:trace contextRef="#ctx0" brushRef="#br1" timeOffset="-59533.028">5257 1775 29006,'0'0'552,"0"0"-310,0 0-162,0 0-4,-7-17 81,4 10-136,2 6-8,-1-1 0,1 1 0,-1-1 0,1 0 0,0 0 0,0 0 0,0 0 0,0 0 0,0 0 0,0 0 0,0 0 0,1 0 0,-1 0 0,1 0 0,-1 0 0,1-1 0,0 1 0,0 0 0,0 0 0,0 0 0,1-1 0,-1 1 0,0 0 0,1 0 0,0 0 0,-1 0 0,1 0 0,0 0 1,0 0-1,0 0 0,0 0 0,0 0 0,1 0 0,-1 0 0,1 1 0,-1-1 0,1 1 0,-1-1 0,1 1 0,0 0 0,0-1 0,0 1 0,0 0 0,0 0 0,0 0 0,0 1 0,0-1 0,0 0 0,0 1 0,0-1 0,0 1 0,1 0 0,-1 0 0,0 0 0,0 0 0,1 0 0,0 0-13,35-3 126,1 1 0,-1 2 0,1 2 1,-1 1-1,9 4-126,-37-6 6,0 1 0,0 1 0,0 0 0,0 0-1,-1 1 1,1 0 0,-1 0 0,0 1 0,0 0 0,-1 1 0,1 0 0,-1 1 0,0-1 0,-1 1 0,0 1 0,0 0 0,0 0 0,-1 0 0,-1 0 0,1 1-1,-1 0 1,1 4-6,-1 3 5,0 1-1,-1 0 1,-1 0-1,0 0 1,-1 0-1,-1 0 1,-1 0-1,0 1 1,-2-1-1,0 0 1,0 0-1,-2 0 1,0 0-1,-1 0-4,-95 221 15,80-198-13,-1-1 1,-3-2-1,-1 0 1,-2-1-1,-1-2 1,-1-1-1,-2-1 1,-15 10-3,-25 20 4,77-58 16,7-5-18,0 1 0,-1 0 1,1 1-1,0 0 0,-1 1 0,1 1 1,-1 0-1,0 0 0,0 1 0,0 1 1,0 0-1,-1 1 0,8 4-2,142 147 25,-159-156-28,0-1-1,0 1 0,0 0 0,0-1 0,0 1 0,0-1 0,0 0 0,1 1 0,-1-1 0,0 0 0,0 0 0,0-1 0,1 1 0,-1 0 0,0-1 0,0 1 0,0-1 1,0 0-1,0 0 0,0 0 0,0 0 0,0 0 0,0 0 0,0 0 0,-1-1 0,1 1 0,0-1 0,-1 1 0,1-1 0,-1 1 0,0-1 0,0 0 0,1 0 0,-1 0 1,0 0-1,0 0 0,-1 0 0,1 0 0,0 0 0,-1 0 0,1 0 0,-1 0 0,0 0 0,1-1 0,-1 1 0,0 0 0,0 0 0,-1 0 0,1-1 4,1-1-15,46-133-2012,-7-3 0,10-77 2027,-26 90-4506</inkml:trace>
  <inkml:trace contextRef="#ctx0" brushRef="#br1" timeOffset="-58890.816">6013 1314 27358,'0'0'2119,"0"0"-1215,23-6-425,155-24 192,-117 27-512,-1-3 0,1-2 1,-1-3-1,-1-3 1,-1-2-1,55-23-159,-67 24-89,-52 29-351,-163 202-843,97-93 1407,5 3 1,5 3 0,-28 93-125,69-172 77,-58 189 388,75-178-195,4-60-267,1 0-1,-1 1 1,0-1-1,1 0 1,-1 1-1,1-1 0,-1 0 1,1 0-1,-1 0 1,1 0-1,0 0 1,0 0-1,-1 0 1,1 0-1,0 0 0,0 0 1,0 0-1,0 0 1,0 0-1,0-1 1,1 1-1,-1 0 0,0-1 1,0 1-1,0-1 1,1 1-1,-1-1 1,0 0-1,0 0 0,1 1 1,-1-1-1,0 0 1,1 0-1,-1 0 1,0 0-1,1 0 0,-1-1 1,0 1-1,0 0 1,1-1-1,-1 1 1,0-1-1,0 1 0,0-1 1,1 1-1,-1-1 1,0 0-1,0 0 1,0 1-1,0-1 0,0-1-1,114-107 51,-87 76-51,126-142-1,-154 175 0,0-1-1,0 1 1,1-1 0,-1 1 0,0-1-1,0 1 1,0-1 0,1 1-1,-1-1 1,0 1 0,0-1 0,1 1-1,-1-1 1,1 1 0,-1-1 0,0 1-1,1 0 1,-1-1 0,1 1 0,-1 0-1,1-1 1,-1 1 0,1 0 0,-1 0-1,1-1 1,-1 1 0,1 0 0,-1 0-1,1 0 1,-1 0 0,1 0-1,0 0 1,-1 0 0,1 0 0,-1 0-1,1 0 1,-1 0 0,1 0 0,0 0-1,-1 0 1,1 0 0,-1 1 0,1-1-1,-1 0 1,1 0 0,-1 1 0,1-1-1,-1 0 1,1 1 0,-1-1-1,0 0 1,1 1 0,-1-1 0,0 1-1,1-1 1,-1 1 0,0-1 0,1 1-1,-1-1 1,0 1 0,0-1 0,0 1-1,1-1 1,-1 1 0,0-1 0,0 1-1,0 0 1,-3 44 2,-71 190 89,40-145-65,14-32-3,3-16-6,1 1-1,3 0 0,2 1 1,1 0-1,2 1 1,-1 45-17,8-88 0,1 0 1,-1 0-1,1 0 1,-1 0-1,1 0 1,0 0-1,0 0 1,0 1-1,0-1 1,0 0-1,0 0 1,0 0 0,1 0-1,-1 0 1,1 0-1,-1 0 1,1 0-1,0 0 1,0 0-1,0 0 1,0 0-1,0 0 1,1-1-1,-1 1 1,0 0 0,1-1-1,-1 1 1,1-1-1,0 0 1,-1 1-1,1-1 1,0 0-1,0 0 1,0 0-1,0 0 1,0 0-1,0-1 1,0 1 0,0-1-1,0 1 1,0-1-1,0 0 1,0 0-1,0 1 1,0-1-1,1-1 1,-1 1-1,0 0 1,0-1-1,0 1 1,0-1-1,0 1 1,0-1 0,0 0-1,0 0 1,0 0-1,0 0 0,15-11 0,-1 0 0,-1-1 0,0-1 0,0 0-1,-1-1 1,-1 0 0,11-18 0,2 1-11,17-22-43,127-130-121,-168 182 177,0-1-1,0 1 1,1 0 0,-1 0-1,1 0 1,-1 0 0,1 0 0,0 0-1,0 1 1,-1 0 0,1-1-1,0 1 1,1 0 0,-1 0-1,0 0 1,0 1 0,0-1 0,0 1-1,1 0 1,-1 0 0,0 0-1,0 0 1,1 1 0,-1-1 0,0 1-1,0 0 1,0 0 0,0 0-1,0 0 1,0 0 0,0 1 0,0-1-1,0 1 1,-1 0 0,1 0-1,-1 0 1,1 0 0,-1 0 0,1 2-2,114 196 604,-114-197-667,0 0 0,0-1 0,1 0 0,-1 1 0,1-1 1,-1-1-1,1 1 0,0 0 0,0-1 0,0 0 0,0 0 0,0 0 1,0 0-1,0-1 0,0 0 0,0 1 0,0-2 0,0 1 0,0 0 1,0-1-1,0 1 0,0-1 0,0-1 0,0 1 0,0 0 0,-1-1 1,1 0-1,-1 0 0,1 0 0,-1 0 0,1 0 0,-1-1 0,0 1 1,0-1-1,0 0 0,-1 0 0,1 0 0,-1-1 0,1 1 1,-1 0-1,0-1 0,0 0 0,-1 1 0,1-1 0,-1 0 0,1-3 63,24-43-4889</inkml:trace>
  <inkml:trace contextRef="#ctx0" brushRef="#br1" timeOffset="-50546.581">8635 1890 17948,'0'0'8274,"0"0"-6115,0 0-1538,0 0-5,25 13 35,-8-3-534,0-1-23,0 0-1,0-1 0,1 0 1,0-1-1,0-1 1,1-1-1,-1-1 0,1-1 1,0 0-1,7-1-93,802-24 940,-703 23-1082,185-5 17,-112-27-2830,-149 16-1350</inkml:trace>
  <inkml:trace contextRef="#ctx0" brushRef="#br1" timeOffset="-50223.755">10266 1499 30398,'0'0'607,"0"0"-368,21 9-103,150 60 440,41-7-180,141 54-256,-266-62-121,-85-52-19,0 0 0,-1-1 0,1 1 0,0 0 0,-1 0 0,1 1 1,-1-1-1,1 0 0,-1 0 0,0 1 0,0-1 0,0 1 0,0-1 0,-1 1 0,1-1 0,0 1 0,-1-1 0,0 1 0,0 0 0,0-1 1,0 1-1,0-1 0,0 1 0,-1 0 0,1-1 0,-1 1 0,0-1 0,0 1 0,0-1 0,0 1 0,0-1 0,0 0 0,-1 0 0,1 0 0,-1 1 1,0-1-1,0 1 0,-15 13-19,-1-1 1,0-1 0,-1 0-1,0-2 1,-1 0 0,-1-1-1,1-1 1,-4 0 18,15-5-28,-189 86-1100,111-58-485</inkml:trace>
  <inkml:trace contextRef="#ctx0" brushRef="#br1" timeOffset="-44059.654">13001 1712 28950,'0'0'920,"0"0"-343,0 0-225,0 0-112,-72 136-112,72-84-80,0-5-48,52-4-376,-1-13-881,1-20-1087</inkml:trace>
  <inkml:trace contextRef="#ctx0" brushRef="#br1" timeOffset="-44333.58">13499 1111 20524,'0'0'8113,"0"0"-6139,0 0-1734,0 0-54,0 0 46,-6-11-41,-16-35-94,22 45-96,-1 0 0,0 0 1,1 0-1,-1 0 0,1-1 0,0 1 0,-1 0 0,1-1 0,0 1 0,0 0 0,0 0 0,0-1 0,0 1 0,0 0 0,0-1 0,0 1 0,0 0 0,1-1 0,-1 1 0,1 0 0,-1 0 0,1 0 0,-1-1 0,1 1 0,-1 0 0,1 0 0,0 0 0,0 0 0,0 0 1,0 0-1,0 0 0,0 0 0,0 1 0,0-1 0,0 0 0,0 0 0,0 1 0,0-1 0,0 1 0,1-1 0,-1 1 0,0-1 0,0 1 0,1 0 0,-1 0 0,0 0 0,1-1 0,-1 1 0,0 1 0,1-1 0,-1 0 0,0 0 0,0 0 0,1 1 0,-1-1 0,0 0 1,0 1-1,1-1 0,-1 1 0,0 0 0,0-1 0,0 1 0,1 1-1,34 79 5,-1 87 154,-7 1 1,-7 1-1,-4 121-159,-14-254 22,15 571 177,-18-596-209,0 0 0,-1 0 0,0 0 1,-1 0-1,0 0 0,-1 0 0,0 0 0,-1-1 1,0 0-1,-1 0 0,0 0 0,-1 0 0,0-1 1,-4 4 9,8-11-50,0-1 0,0 0 0,-1-1 0,1 1 0,-1 0 0,1-1 0,-1 1 0,0-1 0,1 0 1,-1 0-1,0 0 0,0 0 0,0 0 0,0-1 0,0 0 0,0 1 0,0-1 0,0 0 1,0 0-1,0 0 0,0-1 0,0 1 0,0-1 0,0 0 0,0 0 0,1 0 0,-1 0 0,0 0 1,0 0-1,1-1 0,-1 0 0,1 1 0,-1-1 0,1 0 0,0 0 0,0 0 0,0 0 0,0-1 1,0 1-1,0 0 0,-1-3 50,-32-38-2490</inkml:trace>
  <inkml:trace contextRef="#ctx0" brushRef="#br1" timeOffset="-43759.516">13637 1683 28494,'0'0'840,"0"0"-256,122-10 57,-71 6-137,-1-2-232,-4-2-136,3-4-88,1-5-48,22-21-368,-15 3-849,-6-3-1191</inkml:trace>
  <inkml:trace contextRef="#ctx0" brushRef="#br1" timeOffset="-43758.516">14266 1296 29014,'0'0'1032,"0"0"-559,0 0-97,0 0 112,0 0 48,0 0-128,151-101-168,-94 68-104,-2-3-72,0 5-64,-3-1 0,-4 7 0,-4 1-72,9-8-552,-14 9-528,-8 3-1169</inkml:trace>
  <inkml:trace contextRef="#ctx0" brushRef="#br1" timeOffset="-43508.668">14783 687 28102,'0'0'1160,"0"0"-384,0 0-97,-3 24-28,-20 168 227,-59 297-610,80-478-313,2-5-1,-1 0-1,1 0 0,-1 0 1,0-1-1,-1 1 0,1 0 1,-1-1-1,0 1 0,0-1 1,-1 0-1,0 1 0,0-1 1,0-1-1,0 1 0,-1 0 1,0-1-1,0 0 0,0 0 1,0 0-1,-1 0 0,0 0 1,1-1-1,-1 0 0,-3 1 47,-18-13-624,-15-48-991,17 8-2699,-3-15-10520</inkml:trace>
  <inkml:trace contextRef="#ctx0" brushRef="#br1" timeOffset="-43259.333">14364 681 27422,'0'0'1176,"0"0"-352,0 120-288,0-67-168,0-3-111,3-9-169,19-13-88,10-17-305,43-24-423,-9-21-816,-1-9-5722</inkml:trace>
  <inkml:trace contextRef="#ctx0" brushRef="#br1" timeOffset="-43075.949">15033 667 16331,'0'0'9205,"0"0"-6704,0 0-1644,0 0 13,-2 21-151,1 1-561,1-11-110,0 0 1,-1 0-1,0 0 1,-1 0-1,-1 0 1,0 0-1,0-1 0,-1 1 1,0-1-1,-4 7-48,-160 276-372,-78 92 372,216-340-34,-14 30-174,50-63-828,15-29-362,5-7-1618</inkml:trace>
  <inkml:trace contextRef="#ctx0" brushRef="#br1" timeOffset="-42400.716">14825 1470 22765,'0'0'2382,"-5"21"-790,-43 152 223,31-128-1447,2 1-1,2 1 0,2 0 1,2 1-1,2 0 1,1 33-368,5-75 19,-1 5-2,1-1 0,-1 1-1,1 0 1,1-1 0,0 1 0,1 0 0,0 0 0,0-1-1,1 1 1,1-1 0,0 1 0,0-1 0,1 0 0,0 0-1,1 0 1,0-1 0,1 1 0,-1-1 0,2-1 0,-1 1-1,1-1 1,1 0 0,0-1 0,0 1 0,3 1-17,-7-7 3,0-1 1,0 1-1,0-1 0,0 0 1,0 0-1,0 0 1,0 0-1,0-1 1,1 1-1,-1-1 0,0 0 1,0-1-1,0 1 1,1-1-1,-1 0 1,0 0-1,0 0 1,0 0-1,0-1 0,0 0 1,0 1-1,-1-1 1,1-1-1,-1 1 1,1-1-1,-1 1 0,0-1 1,0 0-1,0 0 1,0 0-4,71-113-3,-65 98-5,33-68-486,-5-2 1,-3-1-1,-3-2 1,0-20 493,-31 108 355,0 7 37,-43 133 738,26-97-1043,-133 276 12,137-294-98,0 0 0,-2-2-1,-1 0 1,0 0 0,-2-1 0,0-2 0,-1 1-1,-1-2 1,0-1 0,-1 0 0,-1-2-1,-14 7 0,-90 6 35,123-26-33,1-1 0,-1 1 0,0 0 1,1-1-1,-1 1 0,1-1 0,-1 0 0,1 0 0,-1 0 0,1 0 0,0 0 1,-1 0-1,1-1 0,0 1 0,0-1 0,0 1 0,0-1 0,0 0 0,1 0 1,-1 0-1,0 0 0,1 0 0,-1 0 0,1-1 0,0 1 0,0 0 0,0-1 0,0 1 1,0-1-1,0 1 0,1-1 0,-1-2-2,-3-89 59,5 90-59,6-34-12,2 1 0,2 0 1,2 1-1,1 0 0,1 1 0,2 1 1,2 1-1,1 0 0,1 1 0,9-8 12,-22 28-5,45-65-25,3 2-1,3 2 1,4 4 0,2 2 0,3 3-1,3 3 1,48-30 30,-106 80 1,0 1 0,1 1-1,0 0 1,0 0 0,1 2 0,0 0 0,0 1 0,1 0-1,0 1 1,0 1 0,0 1 0,1 0 0,15-1-1,-28 7 6,0 0 0,0 0 0,0 0 1,0 0-1,0 0 0,-1 1 0,1-1 0,-1 1 1,0 0-1,0 0 0,0 0 0,-1 1 1,0-1-1,0 1 0,0-1 0,0 1 0,0 0 1,-1-1-1,0 1 0,0 0 0,0 0 1,-1 0-1,0 0 0,0 0 0,0 0 1,0 0-1,-1 0 0,0 0 0,0 0 0,-1 3-6,2 6 30,-16 263 348,17-269-376,1 1-1,0 0 1,0-1-1,0 1 1,1-1-1,0 0 1,1 0-1,0 0 1,0 0-1,1-1 1,0 0-1,0 0 1,1 0-1,-1 0 1,2-1-1,-1 0 1,1 0-1,-1-1 1,2 0-1,3 2-1,-3-1 1,-1-1 0,1 1-1,-1 0 1,0 1 0,-1 0-1,1 0 1,-1 0 0,-1 1-1,1 0 1,-1 0 0,-1 0-1,0 1 1,0-1 0,0 1-1,-1 0 1,0 0 0,-1 1-1,-3 3-17,0 0 1,-1 1-1,-1-1 1,0 0-1,-1 0 1,0 0-1,-1-1 1,0 0-1,-1 0 1,-1 0-1,0 0 1,0-1-1,-1 0 1,-1-1-1,1 0 1,-2 0-1,1-1 1,-1 0-1,-1 0 1,-11 6 16,22-14-5,-37 29-613,0-1-1,-2-2 0,-1-2 1,-1-2-1,-30 12 619,-12 3-2766</inkml:trace>
  <inkml:trace contextRef="#ctx0" brushRef="#br1" timeOffset="-42143.576">15208 1973 29638,'0'0'1225,"0"0"-801,112-46 64,-59 40-56,1 6-168,3 0-184,0 8-80,3 10-336,10 20-688,-13-7-993,-16 3-17995</inkml:trace>
  <inkml:trace contextRef="#ctx0" brushRef="#br1" timeOffset="-42142.576">15820 2271 17764,'0'0'10890,"0"0"-9218,0 0-1095,0 108-241,13-96-224,0-8-112,0-4-1529</inkml:trace>
  <inkml:trace contextRef="#ctx0" brushRef="#br0" timeOffset="-3956.381">3953 3987 24869,'0'0'3550,"0"0"-2672,19-6-814,235-60-29,87 0 30,346-21-65,780 21 175,-1072 55-183,3940-9 130,-2367 23 258,952-111-229,-2507 102-1134,-293 1-1749</inkml:trace>
  <inkml:trace contextRef="#ctx0" brushRef="#br1" timeOffset="27511.106">5055 4342 20708,'0'0'1545,"0"0"3520,0 0-4017,0 0-448,0 0-344,0 0 120,0 0 48,-15 140-184,2-79-88,2 6-95,-2 4-25,2 4-32,4 2 0,7 20-209,0-22-463,7-18-1224</inkml:trace>
  <inkml:trace contextRef="#ctx0" brushRef="#br1" timeOffset="28134.227">6011 4222 27406,'0'0'995,"0"0"-528,0 0-90,0 0 62,-8 17-138,-5 11-227,1 0 0,2 0 0,0 1 0,2 0 0,2 1 0,-3 22-74,7-45 20,0 1-1,1 0 1,0 0-1,0 0 1,1 0-1,0 0 1,0 0-1,1 0 1,0 0-1,0 0 1,1 0-1,0 0 1,0 0-1,1-1 1,0 1-1,0-1 1,1 0-1,0 0 1,0 0-1,1 0 1,0-1-1,0 0 1,0 0-1,1 0 1,0-1-1,0 1 1,0-1-1,1-1 1,2 2-20,11 1 16,1-1 1,-1-1-1,2 0 1,-1-2-1,0 0 1,1-1-1,-1-2 1,1 0-1,6-2-16,10 2-28,-10-1-408,0-2-1,-1-1 1,1-1 0,-1-1 0,0-1 0,22-11 436,4-1-3213</inkml:trace>
  <inkml:trace contextRef="#ctx0" brushRef="#br1" timeOffset="28422.594">6469 4218 28750,'0'0'1016,"0"0"-496,0 0-111,0 0-65,-147 175-104,103-58-144,5 29-96,13-20-96,10-26-1265</inkml:trace>
  <inkml:trace contextRef="#ctx0" brushRef="#br1" timeOffset="29227.726">7977 4381 23317,'0'0'2897,"0"0"-2105,0 0-192,0 105 104,0-54-104,0 6-232,0 7-136,0 3-112,0 2-80,-2 0-16,2 0-24,0 10-144,0-16-592,2-18-2000</inkml:trace>
  <inkml:trace contextRef="#ctx0" brushRef="#br1" timeOffset="29943.368">8944 4210 26094,'0'0'1461,"0"0"-781,0 0-400,0 0 123,0 0 53,0 0-118,-6 19-152,-20 65-51,14 49 129,13-128-262,-1 1 0,1 0-1,0-1 1,0 1 0,1-1 0,0 1-1,0-1 1,0 0 0,0 1 0,1-1-1,0 0 1,0-1 0,0 1 0,1-1-1,0 1 1,-1-1 0,1 0 0,1 0 0,-1-1-1,1 1 1,-1-1 0,1 0 0,0 0-1,0-1 1,0 1 0,1-1 0,2 1-2,156 22-136,-144-26-145,0 0 0,0-2-1,0-1 1,0 0 0,-1-2 0,1 0-1,-1-1 1,-1-1 0,9-5 281,26-12-3777</inkml:trace>
  <inkml:trace contextRef="#ctx0" brushRef="#br1" timeOffset="30148.356">9395 4127 26974,'0'0'1048,"0"0"-400,-103 130-136,42-39 80,6-2-104,0 5-199,9 7-169,13 19-120,7-9-465,6-21-2671</inkml:trace>
  <inkml:trace contextRef="#ctx0" brushRef="#br1" timeOffset="31472.294">11414 4446 27910,'0'0'1024,"0"0"-544,0 0-376,0 0 96,0 0 312,-11 121-175,0-62-177,-2 6-96,-2 4-40,-1 4-24,3-2 0,4 24-360,5-18-673,0-18-2127</inkml:trace>
  <inkml:trace contextRef="#ctx0" brushRef="#br1" timeOffset="32305.078">12681 4200 27422,'0'0'655,"0"0"-330,-8 21 54,-40 136 553,44-146-902,1 0 1,1 0-1,0 0 0,1 0 1,0 0-1,0 0 1,1 0-1,1 0 0,0 0 1,0 1-1,1-1 0,0-1 1,1 1-1,0 0 1,1-1-1,1 1 0,-1-1 1,1 0-1,1-1 0,0 1 1,0-1-1,1 0 0,0-1 1,1 1-1,0-1 1,8 6-31,2-7 1,0-1 0,1 0 1,-1-2-1,1 0 0,0-1 1,0-1-1,0 0 0,0-2 1,0 0-1,1-1 0,5-2-1,-7 1-187,0-1-1,0 0 1,0-1-1,-1-1 1,0 0-1,0-2 1,0 0-1,-1-1 188,46-24-4356,-9-1-11471</inkml:trace>
  <inkml:trace contextRef="#ctx0" brushRef="#br1" timeOffset="32570.541">13192 4160 28798,'0'0'840,"0"0"-352,-138 182-167,54-52 135,-6 34-200,1 17-256,27-43-136,21-31-2353</inkml:trace>
  <inkml:trace contextRef="#ctx0" brushRef="#br1" timeOffset="44139.948">12883 5533 29822,'0'0'1161,"0"0"-815,0 0-227,5 24 84,47 165 221,-30-127-291,72 155 222,-91-213-350,0 1 1,0-1 0,0 0-1,0-1 1,1 1-1,0 0 1,0-1-1,0 0 1,0 0-1,0 0 1,0 0-1,1-1 1,-1 0-1,1 0 1,0 0-1,0 0 1,0-1-1,0 0 1,0 0-1,0 0 1,0 0-1,0-1 1,0 0-1,0 0 1,0 0 0,0-1-1,0 0 1,0 0-1,0 0 1,0 0-1,0-1 1,0 0-1,0 0 1,-1 0-1,4-3-5,153-113 11,-160 117-11,127-129-264,-7-5 0,-5-5 1,-7-5-1,-6-4 0,-6-5 0,11-40 264,-59 106-2226</inkml:trace>
  <inkml:trace contextRef="#ctx0" brushRef="#br1" timeOffset="58604.377">13650 7565 8002,'0'0'18756,"0"0"-17740,0 0-688,0 0 192,0 0 48,0 0-104,0 0-184,96 30-144,-69-30-40,1 0-48,3-8-16,-3-4-32,7-19-304,-8 3-720,-10-4-2697</inkml:trace>
  <inkml:trace contextRef="#ctx0" brushRef="#br1" timeOffset="59289.144">14207 7072 22005,'0'0'5537,"0"0"-4013,0 0-1066,0 0-92,0 0-44,0 0-67,18 15-107,57 48-88,-72-61-59,0 1 0,-1-1 1,1 0-1,0 1 1,-1 0-1,1-1 0,-1 1 1,0 0-1,0 0 1,0 0-1,-1 1 0,1-1 1,-1 0-1,1 1 1,-1-1-1,0 1 0,0-1 1,-1 1-1,1 0 1,-1-1-1,0 1 1,0 0-1,0-1 0,0 1 1,-1-1-1,1 1 1,-1 0-1,0 0-1,-1 7 3,-4 7-8,-1 0 1,-1 0-1,0-1 0,-1 0 0,-1 0 1,0-1-1,-2 0 0,0-1 0,0 0 1,-4 2 4,-5 8-14,-38 48-134,58-72 30,4-3-91,25-8 25,-17 5 172,-1 0-1,1 1 1,1 1 0,-1 0 0,0 0-1,1 1 1,-1 1 0,1 0 0,0 1 0,-1 0-1,2 0 13,-10 3 3,1 0 0,-1 1 1,0-1-1,0 1 0,-1 0 0,1-1 0,-1 1 0,1 1 0,-1-1 0,-1 0 0,1 0 0,-1 1 0,1-1 0,-1 1 0,0-1 0,-1 1 0,1-1 0,-1 1 1,0-1-1,0 1 0,0 0 0,-1-1 0,0 1 0,1-1 0,-2 1 0,1-1 0,-1 2-3,0 4-37,-1 0 1,0 0-1,0-1 0,-1 1 0,0-1 1,-1 0-1,0-1 0,0 1 0,-1-1 1,0 0-1,-1 1 37,-8 1-1644,12-31-4464,7-39-7404,8-2 6871,5 5 4899,56-91 5841,-34 96-4725,-29 43 2576,1 0-1,0 1 0,1 0 1,0 1-1,0 0 0,0 1 1,1 1-1,0 0 0,0 0 0,1 1 1,-1 1-1,11-1-1949,-22 2 69,1 0 0,1 1-1,-1-1 1,0 1 0,0 0 0,0 0-1,1 0 1,-1 0 0,1 1 0,-1 0-1,0-1 1,1 1 0,-1 0 0,1 0 0,-1 1-1,1-1 1,-1 1 0,0 0 0,1 0-1,-1 0 1,0 0 0,0 0 0,1 1-1,-1 0 1,0-1 0,-1 1 0,1 0 0,0 0-1,0 1 1,-1-1 0,0 1 0,1-1-1,-1 1 1,0 0 0,0-1 0,0 1-1,-1 0 1,1 0 0,0 3-69,-22 153 79,19-158-80,0 0 0,1 0 0,-1 0 0,0 1 0,1-1 0,0 0 0,-1 0 0,1 1 0,0-1 0,-1 0 0,1 1 0,0-1 0,0 0 0,0 1 0,0-1 0,1 0 0,-1 1 0,0-1 0,0 0 1,1 1-1,-1-1 0,1 0 0,-1 0 0,1 1 0,-1-1 0,1 0 0,0 0 0,0 0 0,0 0 0,-1 0 0,1 0 0,0 0 0,0 0 0,0 0 0,1-1 0,-1 1 0,0 0 0,0-1 0,0 1 0,0-1 0,1 1 1,-1-1-1,0 1 0,1-1 0,-1 0 0,0 0 0,1 1 0,-1-1 0,0 0 0,1 0 0,-1 0 0,0-1 0,1 1 0,-1 0 0,0 0 0,0-1 0,1 1 0,-1-1 0,0 1 0,1-1 1,79-17-1215,-45 3-1339</inkml:trace>
  <inkml:trace contextRef="#ctx0" brushRef="#br1" timeOffset="59665.321">15022 7453 26694,'0'0'2610,"0"0"-1600,0 0-664,0 0-118,0 0-52,18-19-76,60-60-63,-69 70-35,0 0 0,1 1 0,0 0-1,1 1 1,0 0 0,0 0-1,0 1 1,1 1 0,-1 0 0,1 0-1,1 1 1,-1 1 0,0 0 0,1 1-1,0 0 1,-1 1 0,13 0-2,-21 2 1,0 0 1,1 0 0,-1 0-1,0 0 1,0 1 0,0-1-1,-1 1 1,1 0 0,0 0-1,-1 1 1,1-1 0,-1 1-1,1-1 1,-1 1 0,0 0-1,0 0 1,-1 1 0,1-1-1,-1 1 1,0-1 0,1 1-1,-2 0 1,2 0-2,-2 0 2,1 0 1,0-1 0,0 1-1,1-1 1,-1 1-1,1-1 1,-1 0-1,1 0 1,0 0 0,0 0-1,1-1 1,-1 1-1,0-1 1,1 0-1,0 0 1,-1 0 0,1-1-1,0 1 1,0-1-1,0 0 1,0 0-1,0 0 1,0 0-3,7-3-11,0 0 0,-1-1 0,1 0 1,-1-1-1,0 0 0,0-1 0,0 0 0,-1 0 0,0-1 0,0 0 1,0-1-1,0 0 0,-1 0 0,4-6 11,24-16-487,79-62-2903,-66 51-2200</inkml:trace>
  <inkml:trace contextRef="#ctx0" brushRef="#br1" timeOffset="60065.578">15978 6873 27598,'0'0'1136,"0"0"-620,0 0-161,0 0 100,0 0-162,0 0-166,12 8-67,78 63-28,-88-65-31,0 0-1,0 0 1,0 1 0,-1-1 0,0 0-1,-1 0 1,1 1 0,-1-1 0,0 0-1,-1 1 1,1-1 0,-1 0 0,-1 0-1,1 0 1,-1 1 0,0-1 0,0-1-1,-1 1 1,0 0 0,0-1 0,0 1-1,0-1 1,-5 5-1,-21 42-195,52-34-75,-20-11 272,0 0 1,-1-1 0,0 1-1,0 0 1,-1 0-1,0 0 1,0 0-1,-1 1 1,0-1 0,0 0-1,0 0 1,-1 0-1,0 0 1,-1 0 0,1 0-1,-2 3-2,-51 92-809,54-101-278,1-4-1569,2-8-4273</inkml:trace>
  <inkml:trace contextRef="#ctx0" brushRef="#br1" timeOffset="60348.271">16510 7121 27150,'0'0'1025,"0"0"-635,0 0-236,1-18 151,0-97 143,-1 113-436,-1 0 0,0 0 0,0 0 0,0 1 0,-1-1 0,1 0 0,0 1 0,-1-1 0,1 1 0,-1-1 0,0 1 0,1 0 0,-1 0 0,0-1 0,0 1 0,1 0 0,-1 1 0,0-1 0,0 0 0,0 1 0,0-1 0,0 1 0,-1-1 0,1 1 0,0 0 0,0 0 0,0 0 0,0 0 0,0 0 0,0 1 1,0-1-1,0 0 0,0 1 0,0 0 0,0-1 0,0 1 0,0 0 0,0 0 0,0 0 0,0 0 0,1 1 0,-1-1 0,1 0 0,-1 1 0,1-1 0,-1 1 0,1-1 0,0 1 0,-1 0 0,1 0 0,0 0-12,-7 6 23,0 2-1,1-1 0,-1 1 1,2 0-1,0 1 1,0-1-1,1 1 1,0 0-1,1 1 0,0-1 1,1 1-1,0 0 1,1 0-1,0-1 1,1 2-1,0-1 1,1 4-23,0-14 1,0 1 1,-1-1 0,2 0-1,-1 0 1,0 0 0,0 1-1,1-1 1,-1 0 0,1 0 0,0 0-1,-1 0 1,1 0 0,0 0-1,0 0 1,0 0 0,1 0-1,-1 0 1,0-1 0,1 1 0,-1 0-1,1-1 1,0 1 0,-1-1-1,1 0 1,0 1 0,0-1-1,0 0 1,0 0 0,0 0 0,0 0-1,0-1 1,0 1 0,0-1-1,0 1 1,1-1 0,-1 0 0,0 1-1,0-1 1,1 0 0,-1-1-1,0 1 1,0 0 0,0-1-1,0 1 1,1-1 0,-1 1 0,1-2-2,54-50-234,-36 17-569</inkml:trace>
  <inkml:trace contextRef="#ctx0" brushRef="#br1" timeOffset="62210.219">13797 8084 10242,'0'0'5697,"0"0"3163,0 0-6084,0 0-2292,0 0-17,0 0 201,11 4-122,94 3 143,105-51 309,134-8-998,539-74 77,-557 83-22,3 14 1,6 14-56,-107 3 4,-215 6-260,-33 2-1045,-13 2-2747</inkml:trace>
  <inkml:trace contextRef="#ctx0" brushRef="#br1" timeOffset="62682.606">14182 8907 27038,'0'0'1560,"0"0"-584,0 0-328,0 0 41,0 0-305,0 0-208,0 0-72,33-8 0,-2-4 16,2-2-48,4 0-56,0 2-16,1 1 0,1-1-112,16-8-312,-7 2-809,-8-1-975</inkml:trace>
  <inkml:trace contextRef="#ctx0" brushRef="#br1" timeOffset="62958.604">14812 8459 29350,'0'0'712,"0"0"-528,0 0-16,0 0 257,-79 122-225,59-75-136,-2 9-32,-2 9-32,2 8 16,-2 4-16,2 4-40,4-6-216,3-8-193,6-12 49,5-12-144,2-13-376,2-14-1528</inkml:trace>
  <inkml:trace contextRef="#ctx0" brushRef="#br1" timeOffset="63414.538">15145 8469 25165,'0'0'3653,"0"0"-2617,0 0-750,0 0 150,-14 23-76,-86 159-125,73-128-204,2 2 1,3 0 0,2 2-1,2 0 1,4 1 0,2 1-1,2 0 1,0 43-32,12-101 1,-1-1 0,1 0 0,0 0 1,-1 0-1,1-1 0,0 1 0,0 0 0,0-1 0,0 1 0,0-1 0,-1 1 1,1-1-1,0 0 0,0 0 0,0 0 0,0 0 0,0 0 0,0 0 0,0-1 1,0 1-1,0-1 0,0 1 0,0-1 0,0 0 0,-1 0 0,1 0 0,0 0 1,-1 0-1,1 0 0,0 0 0,-1 0 0,1-1-1,22-20-72,-1-2 0,0 0 0,-2-1 0,-2-1 0,0-1 0,-1 0 0,5-13 72,-13 22-112,5-5-21,-6 10 12,0-1 0,-1 0 0,0 0 0,-2 0 0,1-1 0,-2 0-1,0 0 1,2-12 121,-7 26-1,0 0 0,0 0 0,0 0-1,0 0 1,0 0 0,0 0 0,-1 0 0,1 0-1,0 0 1,0 0 0,-1 0 0,1 1 0,-1-1-1,1 0 1,-1 0 0,1 0 0,-1 1 0,0-1-1,1 0 1,-1 1 0,0-1 0,1 0-1,-1 1 1,0-1 0,0 1 0,0-1 0,0 1-1,1 0 1,-1-1 0,0 1 0,0 0 0,0-1-1,0 1 1,0 0 0,0 0 0,0 0-1,0 0 1,0 0 0,0 0 0,0 0 0,0 0-1,0 1 1,0-1 0,1 0 0,-1 0 0,0 1-1,0-1 1,0 1 0,0-1 0,0 1-1,0-1 3,-49 22 148,42-16-347,-48 42 809,39-7-4084,17-40-5245</inkml:trace>
  <inkml:trace contextRef="#ctx0" brushRef="#br1" timeOffset="63687.657">15296 8828 28670,'0'0'1016,"0"0"-792,0 0-144,0 0 72,0 0-8,0 0-144,160-20-16,-110 4-536,-8 0-1448</inkml:trace>
  <inkml:trace contextRef="#ctx0" brushRef="#br1" timeOffset="64180.165">15524 8579 27262,'0'0'1368,"0"0"-1016,0 0-120,0 0 248,-61 134-128,39-76-200,0 5-56,0 6-64,0 0-24,4-2-8,5-8-120,9-16-248,4-19-336,2-16-488,11-8-4553</inkml:trace>
  <inkml:trace contextRef="#ctx0" brushRef="#br1" timeOffset="64430.35">15813 8530 24749,'0'0'4625,"0"0"-4281,0 0-224,-35 144 320,24-97-15,7 1-241,-1 1-120,5-6-32,0-5-32,0-11-40,0-11-176,7-10-145,15-10-351,0-18-440,-2-5-2241</inkml:trace>
  <inkml:trace contextRef="#ctx0" brushRef="#br1" timeOffset="64763.697">16092 8425 27430,'0'0'1075,"0"0"-486,0 0-29,-10 19 102,-31 60-178,37-70-419,1 0 1,-1 0-1,1 0 1,1 1-1,0 0 1,0-1-1,1 1 0,1 0 1,-1 0-1,1-1 1,2 8-66,-2 11 128,1-7-90,0 0 0,2 0-1,0 0 1,1-1 0,1 1 0,1-1 0,1 0-1,0-1 1,3 2-38,-8-15 1,3 3 0,0 1 1,-1-1-1,0 1 1,0 0-1,-1 1 1,-1-1-1,1 0 1,-2 1-1,0 0 1,0-1-1,-1 1 1,0-1-1,0 1 1,-3 7-2,1-13-8,-2-1 1,1 0 0,0 0 0,-1 0 0,0 0 0,0-1-1,0 1 1,0-1 0,0 0 0,-1 0 0,0-1 0,1 1 0,-1-1-1,0 0 1,0 0 0,0-1 0,0 0 0,0 0 0,-1 0 0,1 0-1,0-1 1,0 1 0,-1-2 0,1 1 0,-5-1 7,7 1-95,0-1-1,0 1 1,0-1 0,0 0-1,0 0 1,0 0 0,0 0 0,0-1-1,1 1 1,-1-1 0,0 1-1,1-1 1,-1 0 0,1 0 0,0 0-1,0-1 1,0 1 0,0 0-1,0-1 1,0 1 0,0-1 0,1 0-1,0 0 1,-1 1 0,1-1 0,0 0-1,0 0 96,-11-30-3444</inkml:trace>
  <inkml:trace contextRef="#ctx0" brushRef="#br1" timeOffset="65087.889">16127 8463 27406,'0'0'824,"0"0"-624,0 0-144,173-65-48,-121 53-8,-12 6-3329</inkml:trace>
  <inkml:trace contextRef="#ctx0" brushRef="#br1" timeOffset="68954.408">15129 10092 27246,'0'0'851,"0"0"-327,4-21 65,25-140 314,-23 120-722,-1 0 0,-2 0 0,-2-1 1,-1 1-1,-3-10-181,2 48 3,1 1 1,0 0-1,-1 0 0,1 0 1,-1 0-1,0 0 1,0 0-1,0 0 1,0 0-1,0 0 1,0 0-1,0 0 1,-1 1-1,1-1 0,-1 0 1,1 1-1,-1 0 1,1-1-1,-1 1 1,0 0-1,0-1 1,0 1-1,0 0 1,0 0-1,0 1 0,0-1 1,0 0-1,0 1 1,0-1-1,0 1 1,0 0-1,-1 0 1,1-1-1,0 2 1,0-1-1,0 0 0,0 0 1,-1 1-1,-1 0-3,-77 36-26,69-26 20,0 0 1,0 0 0,1 1-1,1 0 1,0 1 0,0 1-1,2-1 1,-1 1 0,2 1-1,0-1 1,1 1 0,0 1-1,1-1 1,1 1 0,0 0-1,1 0 1,1 0 0,1 0-1,0 0 1,1 8 5,3-14-3,1 0-1,-1 0 1,2 0-1,0 0 1,0-1 0,1 1-1,0-1 1,0-1-1,1 1 1,0-1-1,1 0 1,0-1 0,0 1-1,9 5 4,37 40-8,-48-44 7,0-1 0,0 1 0,-1 0 1,-1 1-1,0-1 0,0 1 0,-1 0 0,0 0 1,0 0-1,-1 0 0,-1 0 0,1 1 0,-2-1 0,0 1 1,0-1-1,0 0 0,-2 1 0,1-1 0,-1 0 1,-1 0-1,0 0 0,0 0 0,-1 0 0,0 0 0,-1-1 1,0 0-1,0 0 0,-1 0 0,0-1 0,-1 0 1,1 0-1,-2 0 0,1-1 0,-1 0 0,0-1 0,-1 0 1,1 0-1,-1-1 0,0 0 0,-1 0 0,1-1 1,-1 0-1,0-1 0,-1 1 1,9-3 1,1 0 1,-1 0-1,1 0 1,-1 0-1,0-1 1,0 1-1,1 0 1,-1-1-1,0 1 1,0-1-1,0 1 1,0-1-1,0 0 1,0 0-1,1 0 1,-1 0-1,0 0 1,0-1-1,0 1 1,0 0-1,0-1 1,0 1-1,1-1 1,-1 0-1,0 0 1,0 1-1,1-1 1,-1 0-1,1-1 1,-1 1-1,1 0 1,-1 0-1,1-1 1,0 1-1,-1-1 1,1 1-1,0-1 1,0 1-1,0-1 1,0 0-1,1 1 1,-1-1-1,0 0 1,1 0-1,-1 0 1,1 1-1,-1-1 1,1 0-1,0-1-1,0 0-21,1 0 0,-1 0 1,1 1-1,0-1 0,0 0 0,0 0 0,0 1 0,0-1 0,1 0 0,-1 1 0,1-1 0,0 1 0,0 0 0,-1-1 0,1 1 1,1 0-1,-1 0 0,0 1 0,0-1 0,1 0 0,-1 1 0,3-2 21,7-6-118,39-29-605,-1 1-747</inkml:trace>
  <inkml:trace contextRef="#ctx0" brushRef="#br1" timeOffset="69626.086">15581 10228 26734,'0'0'3087,"0"0"-2309,0 0-682,0 0 108,0 0 294,0 0-79,4-10-262,25-145-179,-28 153 19,-1 0 0,1 1 0,-1-1 0,0 0 0,1 0 0,-1 0 1,0 0-1,0 0 0,0 0 0,0 0 0,0 0 0,-1 0 0,1 0 0,-1 0 0,1 0 1,-1 0-1,0 0 0,0 0 0,1 0 0,-1 1 0,0-1 0,-1 0 0,1 1 0,0-1 0,0 0 1,-1 1-1,1 0 0,-1-1 0,1 1 0,-1 0 0,0 0 0,0 0 0,1 0 0,-1 0 1,0 0-1,0 1 0,0-1 0,0 0 0,0 1 0,0 0 0,0-1 0,0 1 0,0 0 0,0 0 1,0 0-1,0 0 0,0 0 0,0 1 0,0-1 0,0 1 0,0-1 0,0 1 0,0 0 3,-3 2-5,1 1-1,-1 0 1,0 0-1,1 0 1,0 0-1,0 1 1,0-1-1,1 1 1,-1 0-1,1 0 0,0 1 1,1-1-1,-1 1 1,1-1-1,0 1 1,1 0-1,-1 0 1,1 0-1,0-1 1,1 1-1,-1 0 0,1 0 1,0 1-1,1-1 1,0 5 5,0-9-1,-1 0 0,1 1-1,0-1 1,0 0 0,0 0 0,0 0 0,0 0 0,0 0 0,1 0 0,-1 0-1,0-1 1,1 1 0,0 0 0,-1-1 0,1 1 0,0-1 0,0 0 0,0 1 0,0-1-1,0 0 1,0 0 0,0 0 0,0 0 0,0-1 0,0 1 0,1-1 0,-1 1-1,0-1 1,1 0 0,-1 0 0,0 0 0,2 0 1,80-4-31,-54-6-381,-1-1-1,0-1 1,-1-1 0,0-1-1,22-17 413,-34 22-269,11-7-469,0-2 0,-1 0 0,-1-2 0,0 0 0,-2-2 0,0-1 738,57-104 2798,-25-27-741,-55 152-1843,-15 19 36,3-3-212,-2 0 8,1 1 1,0 0 0,1 1 0,1 0 0,1 1-1,0 1 1,1-1 0,1 2-47,7-18-5,1 0 1,-1 0 0,1 0-1,0-1 1,-1 1-1,1 0 1,0 0 0,-1 0-1,1 0 1,0 0-1,0 0 1,0 0 0,0 0-1,0 0 1,0 0-1,0-1 1,0 1 0,0 0-1,0 0 1,1 0-1,-1 0 1,0 0 0,1 0-1,-1 0 1,1-1-1,-1 1 1,1 0 0,-1 0-1,1 0 1,-1-1-1,1 1 1,0 0 0,-1-1-1,1 1 1,0-1-1,0 1 1,-1-1 0,1 1-1,0-1 1,0 1-1,0-1 1,0 0-1,-1 1 1,1-1 0,0 0-1,0 0 1,0 0-1,0 0 1,0 1 0,0-1-1,0-1 1,0 1-1,0 0 1,0 0 0,0 0-1,0 0 1,-1-1-1,1 1 1,0 0 4,57-24-432,-23-1 409,-1-1 0,-2-3 0,0 0 0,-2-2 1,-1-1-1,-2-1 0,-1-2 0,4-10 23,-26 35 732,-19 25-388,11-11-385,-367 419 190,296-333-103,3 4-1,5 2 1,4 3 0,5 3-1,-11 32-45,59-112-102,2 1-1,0 0 1,1 0-1,2 1 1,0 0-1,1 0 1,2 0-1,0 16 103,2 3-1515</inkml:trace>
  <inkml:trace contextRef="#ctx0" brushRef="#br1" timeOffset="69922.973">16225 10297 29166,'0'0'647,"0"0"-387,0 0-209,-22 5-42,2-2-6,11-2 0,0 0 0,1 0 0,-1 1 1,0 0-1,1 1 0,0-1 1,0 2-1,-1-1 0,2 1 1,-1 1-1,0-1 0,1 1 1,0 0-1,0 1 0,-3 3-3,-4 4 29,1 1-1,0 0 1,1 1-1,1 0 1,0 1-1,1 0 1,0 1 0,2 0-1,0 0 1,1 1-1,1 0 1,-1 6-29,7-22 12,1 0 0,0 0 0,0 0 0,0-1 0,0 1 0,0 0 0,0 0 0,0 0 0,1-1 0,-1 1 0,1-1 0,-1 1 0,1-1 0,0 0 0,-1 1 0,1-1 0,0 0 0,0 0 0,0 0 0,0 0 0,0-1 0,0 1 0,0 0 0,0-1 0,0 1 0,0-1 0,0 0 0,1 0 0,-1 0 0,0 0 0,0 0 0,0 0 0,0-1 0,0 1 0,0-1 0,0 1 0,0-1 0,0 0 0,0 0 0,0 0 0,0 0 0,0 0 0,0 0 0,-1 0 0,1-1 0,1 0-12,22-10-13,-1 0 1,0-2-1,-1 0 0,0-2 0,-1 0 1,-1-2-1,0-1 13,-1 2-80,57-50-637,-13 4-999</inkml:trace>
  <inkml:trace contextRef="#ctx0" brushRef="#br1" timeOffset="77736.071">6164 8993 7250,'0'0'16823,"0"0"-13042,26-2-3630,412-14-82,-237 28-287,171 33 218,2 2-121,116-21 417,1-21-1,472-58-295,-779 38 78,2021-222 555,124-204-545,-1699 293-526,-509 101-1630,-94 29-3194</inkml:trace>
  <inkml:trace contextRef="#ctx0" brushRef="#br1" timeOffset="78196.685">10938 9187 27726,'-20'5'656,"-158"36"59,245-70-271,93-41-297,106-46 73,1558-665 896,304-44-823,-2060 802-313,64-25-131,2 6 1,112-19 150,-213 62-1302,-76 21-1320,33-17 1882,-53 24-8500</inkml:trace>
  <inkml:trace contextRef="#ctx0" brushRef="#br1" timeOffset="78492.587">13426 9532 29334,'0'0'1345,"204"-45"-1161,13-24-112,46-14-40,20-12-16,-13 4 8,-29 6-24,-9 1 0,-15 5 16,-26 6 96,-29 16-48,-46 15-32,-35 16-32,-28 9-104,-9 7-384,-14 2-393,-10 6-1327</inkml:trace>
  <inkml:trace contextRef="#ctx0" brushRef="#br1" timeOffset="78743.525">14452 9859 30262,'0'0'233,"0"0"-233,0 0 0,191-55 24,-44-6 112,46-6 16,15-2-80,-11 10-72,-48 19-320,-28 9-345,-38 9-903,-30 12-2761</inkml:trace>
  <inkml:trace contextRef="#ctx0" brushRef="#br1" timeOffset="78927.57">15267 10536 29662,'0'0'0,"0"0"-1544,123-91-4433</inkml:trace>
  <inkml:trace contextRef="#ctx0" brushRef="#br1" timeOffset="97303.806">17341 4709 23165,'0'0'733,"0"0"-95,0 0 965,-17-20-703,-52-65-401,32-12 341,33 74-493,-5-25 1001,0 66-865,-93 438 130,82-200-3315,20-196-1760</inkml:trace>
  <inkml:trace contextRef="#ctx0" brushRef="#br1" timeOffset="97605.683">17727 4352 27846,'0'0'772,"0"0"-324,0 0-249,0 0 72,0 0 77,-1 25-72,-3 173 35,6-178-306,1 0-1,1 0 1,1-1 0,1 1 0,0-1 0,1-1 0,1 1 0,1-1 0,1-1 0,0 1 0,2-2 0,-1 1 0,2-2 0,0 0 0,1 0 0,1-1 0,0-1 0,0 0 0,2-1 0,-1-1 0,1-1 0,1 0 0,6 1-5,-12-6-111,0-2-1,0 1 0,0-2 1,0 0-1,0 0 0,1-1 1,-1 0-1,1-1 0,-1-1 1,0 0-1,1-1 0,-1 0 1,0-1-1,8-2 112,32-18-2016</inkml:trace>
  <inkml:trace contextRef="#ctx0" brushRef="#br1" timeOffset="97855.854">18139 4486 28350,'-75'112'776,"-6"34"-488,-4 34-200,26-40-88,21-30-608</inkml:trace>
  <inkml:trace contextRef="#ctx0" brushRef="#br1" timeOffset="98855.751">19656 4579 29062,'0'0'680,"0"0"-528,0 0-104,-99 153-24,64-85 64,2 7 104,0 23-112,5 26-48,6 13-32,9-23-424,6-31-2368</inkml:trace>
  <inkml:trace contextRef="#ctx0" brushRef="#br1" timeOffset="99272.633">20153 4226 29686,'0'0'582,"0"0"-322,0 0-175,0 0-46,0 0 77,-7 17 124,-51 202 73,53-182-285,1 1-1,2 0 1,2 0 0,2 0-1,1 0 1,5 26-28,-6-55 2,0 0 0,1 0 0,0 0 1,0 0-1,1-1 0,0 1 0,1-1 1,-1 0-1,2-1 0,-1 1 0,1-1 1,0 0-1,1 0 0,-1 0 0,1-1 1,1 0-1,-1-1 0,1 0 0,0 0 1,0 0-1,0-1 0,1 0 0,0-1 0,-1 0 1,7 1-3,90-13-218,50-85-1985,-88 41-849</inkml:trace>
  <inkml:trace contextRef="#ctx0" brushRef="#br1" timeOffset="99456.237">20535 4389 29854,'-77'130'528,"-13"38"-528,-9 39-408,29-51-472,22-34-576</inkml:trace>
  <inkml:trace contextRef="#ctx0" brushRef="#br1" timeOffset="114651.515">25765 4626 28518,'0'0'960,"0"0"-600,-62 106 136,34-50 33,1 1-65,1 4-104,4 0-160,-2 2-112,4 2-88,7 26-8,4-18-432,7-18-1137</inkml:trace>
  <inkml:trace contextRef="#ctx0" brushRef="#br1" timeOffset="104109.492">23332 4419 25894,'0'0'3456,"0"0"-2976,0 0-360,0 0-88,-33 106 64,13-46 80,-2 9-24,2 8-79,5 5-73,2 5 0,4 43-16,5-19-649,4-22-1359</inkml:trace>
  <inkml:trace contextRef="#ctx0" brushRef="#br1" timeOffset="104387.412">24044 4356 27622,'0'0'800,"0"0"-312,-33 142-272,33-71 32,0 0 80,26-4-120,18-6-128,13-10-48,11-9-16,11-17-16,7-11-24,8-14-128,44-12-304,-22-17-488,-17-7-2409</inkml:trace>
  <inkml:trace contextRef="#ctx0" brushRef="#br1" timeOffset="104637.692">24566 4464 28206,'-108'162'656,"-15"33"-656,18-5-192,13-1 104,15-8 80,27-48 8,17-41-3617</inkml:trace>
  <inkml:trace contextRef="#ctx0" brushRef="#br1" timeOffset="113829.718">22648 4817 20076,'0'0'8171,"0"0"-5737,0 0-2091,0 0-180,0 0 101,30-3 108,262-45 32,563-150-311,-649 181-738,-207 17 585,1 1 1,-1-1-1,0 1 1,1 0-1,-1-1 1,1 1-1,-1-1 0,1 1 1,-1 0-1,1-1 1,0 1-1,-1 0 1,1 0-1,0-1 1,0 1-1,-1 0 1,1 0-1,0-1 0,0 1 1,0 0-1,0 0 1,0-1-1,0 1 1,0 0-1,0 0 1,0 0-1,1-1 1,-1 1-1,0 0 1,0 0-1,1-1 0,-1 1 1,0 0-1,1-1 1,-1 1-1,1 0 1,-1-1-1,1 1 1,-1-1-1,1 1 1,-1 0-1,1-1 0,0 0 1,-1 1-1,1-1 1,0 1-1,-1-1 1,1 1 59,-39 16-2019</inkml:trace>
  <inkml:trace contextRef="#ctx0" brushRef="#br1" timeOffset="114101.618">23294 4770 27926,'0'0'960,"0"0"-320,0 0-32,171 8 25,-90-8-233,9-4-184,2-10-136,0 0-56,-2 0-24,-4 1-104,4-1-328,-20 6-937,-26 2-1503</inkml:trace>
  <inkml:trace contextRef="#ctx0" brushRef="#br1" timeOffset="114367.844">23450 5186 29214,'0'0'560,"0"0"-288,0 0 24,171-20 1,-53-19-297,-17 5-457,-15-1-4184</inkml:trace>
  <inkml:trace contextRef="#ctx0" brushRef="#br1" timeOffset="115300.826">26944 4760 27902,'0'0'1700,"0"0"-1181,0 0-302,0 0 182,0 0 91,15-20-121,47-65-152,-50 70-191,-2-1 0,0 0-1,-1 0 1,0-1-1,-2-1 1,0 1 0,0-1-1,-2 0 1,0-1-1,-2 1 1,2-11-26,-4 21 0,0 6-1,0-1 0,0 1 1,0-1-1,0 0 0,0 1 0,-1-1 0,1 0 1,-1 1-1,0-1 0,1 0 0,-1 1 1,0-1-1,-1 0 0,1 0 0,0 1 1,-1-1-1,0 0 0,1 1 0,-1-1 0,0 1 1,-1-1-1,1 1 0,0 0 0,-1-1 1,1 1-1,-1 0 0,0 0 0,1 0 0,-1 0 1,0 0-1,0 0 0,0 0 0,-1 1 1,1-1-1,0 1 0,-1 0 0,1 0 1,-2-1 0,-9 3-3,0 1 0,-1 0 0,2 1 0,-1 1 1,0 0-1,1 0 0,-1 1 0,1 1 0,1 0 1,-1 1-1,1 0 0,0 0 0,1 2 1,0-1-1,0 1 0,0 0 0,1 1 0,1 0 1,0 1-1,0 0 0,1 0 0,1 1 0,0-1 1,0 1-1,1 1 0,0-1 0,1 1 1,1 0-1,0-1 0,1 2 0,0-1 0,1 0 1,1 0-1,0 7 3,2 2 2,2 0 0,0 0 0,1-1 0,1 1 0,2-1-1,0 0 1,1-1 0,0 0 0,2 0 0,11 14-2,29 64-5,-40-77-15,-2 0 0,0 0 0,-2 1 0,0 0 0,-2 1 0,0 0 0,-1 0 0,-2 0 0,0 0 0,-1 4 20,-4-22 9,1 0-1,-1 0 1,0 0-1,0 0 1,0 0-1,0-1 1,-1 1-1,0-1 1,0 0-1,0 0 1,-1-1-1,1 1 1,-1-1-1,0 0 1,0 0-1,0 0 1,0-1-1,0 0 1,-1 0-1,1 0 1,-1-1-1,1 0 1,-1 0 0,0 0-1,1 0 1,-1-1-1,0 0 1,0-1-1,1 1 1,-1-1-1,1 0 1,-3-1-9,4 2 7,1-1 0,-1 1 0,1-1 0,0 0 0,0 0 0,-1 0 0,1 0 0,0-1 0,0 1 0,0-1 0,0 0 0,0 0 0,1 0 0,-1 0 0,0 0 0,1-1 0,0 1 0,-1-1 0,1 0 0,0 0 0,1 0 0,-1 1 0,0-2 0,1 1 0,-1 0 0,1 0 0,0 0 0,0-1 0,1 1 0,-1 0 0,1-1 0,-1 1 0,1-1 0,0 1 0,0-1 0,1 0-6,21-129 0,-7 106-165,1 1 0,2 1 0,1 1 0,1 0 0,0 2 1,2 0-1,1 1 0,0 1 0,2 2 0,0 0 0,1 2 0,1 0 0,0 2 0,1 1 0,18-5 164,7-5-2215</inkml:trace>
  <inkml:trace contextRef="#ctx0" brushRef="#br1" timeOffset="115544.197">25008 5859 27214,'0'0'3473,"0"0"-3209,163-34-112,10-9-80,42-8 88,17 1-40,-2 5-88,-17 9-32,-20 7-200,-51 9-1305,-39 4-3296</inkml:trace>
  <inkml:trace contextRef="#ctx0" brushRef="#br1" timeOffset="115760.535">26600 5786 25958,'0'0'5433,"0"0"-5033,0 0-320,175-20-80,-32 2-32,-19 5-288,-5-3-1233</inkml:trace>
  <inkml:trace contextRef="#ctx0" brushRef="#br0" timeOffset="126730.4">11776 13420 27694,'0'0'3041,"0"0"-3041,0 0-473,0 0 97,0 0 168,26 128-776,-28-94-3569</inkml:trace>
  <inkml:trace contextRef="#ctx0" brushRef="#br0" timeOffset="126941.043">11710 13925 21677,'0'0'9578,"0"0"-9130,0 0-336,0 0-104,0 0-8,0 0-288,0 0-1041,44 85-1999</inkml:trace>
  <inkml:trace contextRef="#ctx0" brushRef="#br0" timeOffset="121464.309">4058 12491 24117,'0'0'2577,"0"0"-465,0 0-1784,0 0 96,0 0 144,0 0-71,125 63-49,-55-67-152,16-16-120,3-3-48,10-1-40,-2 0-56,-1 5-32,-11 5-40,12 8-304,-27 6-953,-22 0-1599</inkml:trace>
  <inkml:trace contextRef="#ctx0" brushRef="#br0" timeOffset="121998.375">3830 13377 30102,'0'0'609,"-23"19"-347,-73 62-176,55-40 11,41-42-92,1 1 0,-1 0-1,1-1 1,-1 1 0,0 0 0,1-1-1,-1 1 1,1 0 0,-1 0 0,1-1 0,-1 1-1,1 0 1,-1 0 0,1 0 0,-1 0 0,1-1-1,-1 1 1,1 0 0,-1 0 0,1 0-1,-1 0 1,1 0 0,0 1 0,-1-1 0,1 0-1,-1 0 1,1 0 0,-1 0 0,1 0 0,-1 1-1,1-1 1,-1 0 0,0 1 0,1-1-1,-1 0 1,1 1 0,-1-1 0,0 0 0,1 1-1,-1-1 1,0 1 0,1-1 0,-1 0 0,0 1-1,1-1 1,-1 1 0,0-1 0,0 1-1,0-1 1,0 1 0,0-1 0,1 1 0,-1-1-1,0 1 1,0 0 0,0-1 0,0 1 0,0-1-1,-1 1 1,1-1 0,0 1 0,0-1-1,0 1-4,199-68 307,-80 18-235,35-14-8,2 6 0,5 7-64,-153 46-6,1 1-1,-1 0 1,0 0-1,1 1 1,0 0 0,-1 0-1,1 1 1,0 0-1,0 1 1,0 0 0,0 0-1,0 1 1,0 0-1,-1 0 1,1 1-1,0 1 1,-1-1 0,0 1-1,1 1 1,-1-1-1,0 1 1,-1 1-1,1 0 1,-1 0 0,0 0-1,0 1 1,4 4 6,-6 3-9,-1-1 0,-1 1-1,0 0 1,-1-1 0,0 1 0,-1 0 0,-1 0 0,0 1 0,0-1 0,-1 0 0,-1 0-1,-3 10 10,-15 64-15,-4-2-1,-3 0 0,-5-1 1,-29 54 15,-136 245 120,195-379-107,-2 1 3,1 0 0,0 0 1,1 0-1,-1 0 1,1 0-1,0 1 0,1-1 1,-1 1-1,1 0 1,0-1-1,0 1 0,1 0 1,0 0-1,0-1 1,0 1-17,14 6-10,-5-12 7,0-1 0,0 1 0,0-2 0,-1 0 1,1 0-1,0 0 0,-1-1 0,0 0 0,1-1 0,-1 0 0,0 0 0,-1-1 0,1 0 0,-1 0 0,1-1 3,109-75-516,-4-6 0,50-51 516,-135 114-129,132-123-4244,85-106 4373,-214 240 2018,-24 55-368,-7-36-1608,2 41 571,-3-23-518,1 1 0,2-1 0,0 0 0,1 1 0,2-1 0,0-1 0,2 1 0,0-1 1,2 0-1,0 0 0,3 1-95,-12-22-46,1 0-1,-1-1 1,1 1 0,0 0 0,-1 0 0,1-1-1,0 1 1,0 0 0,0-1 0,1 1 0,-1-1-1,0 1 1,0-1 0,1 0 0,-1 1 0,1-1-1,-1 0 1,1 0 0,0 0 0,-1 0 0,1-1-1,0 1 1,0 0 0,0-1 0,-1 1 0,1-1-1,0 1 1,0-1 0,0 0 0,0 0 0,0 0 0,0 0-1,0 0 1,0 0 0,-1-1 0,1 1 0,0-1-1,0 1 1,0-1 0,0 0 0,-1 0 0,1 1-1,0-1 1,-1 0 0,1-1 0,-1 1 0,1 0-1,-1 0 1,1-1 0,0 0 46,0-21-3207</inkml:trace>
  <inkml:trace contextRef="#ctx0" brushRef="#br0" timeOffset="122550.032">3168 13150 29654,'0'0'519,"0"0"-386,0 0-63,21 6 82,0-1-95,-11-3-32,0 0-1,1 1 1,-1 0 0,0 1 0,-1 0-1,1 0 1,-1 1 0,0 0 0,0 1-1,0 0 1,5 5-25,3 10 12,-1 1 1,-1 1-1,-1 0 0,-1 1 0,-1 1 0,-1-1 0,-1 2 0,-2-1 0,0 2 1,-2-1-1,-1 1 0,-1-1 0,-1 1 0,-1 1 0,-1-1 0,-2 3-12,8 50 4,4-4-5,-5-50 1,-2 1-1,-1-1 1,-1 1-1,-2-1 0,0 1 1,-4 20 0,-3-28-13,0-1 0,-2 0 0,0 0 0,-1-1 0,-1 0 0,0-1 0,-1 0 0,-1 0 0,0-2 0,-6 5 13,8-7-16,-17 22 7,-2-1 0,0-2 0,-3-1 1,0-2-1,-2-1 0,0-1 0,-2-2 0,-1-2 0,-1-1 0,-24 8 9,25-20 263,1019 37 880,-653-45-1234,0-14 0,51-20 91,-152 1-1308,-31-6-2346</inkml:trace>
  <inkml:trace contextRef="#ctx0" brushRef="#br0" timeOffset="123291.596">6555 12021 17156,'0'0'10606,"0"0"-8158,0 0-2328,0 0-49,0 0 175,9 26 56,69 168 60,-14 88-110,-37-136-232,-28-144-23,1 1-1,1-1 1,-1 0 0,0 0 0,0 0 0,1 1 0,-1-1 0,1 0 0,0 0-1,0 0 1,0 0 0,0 0 0,0 0 0,0 0 0,0-1 0,1 1 0,-1 0-1,1 0 1,-1-1 0,1 1 0,0-1 0,-1 0 0,1 1 0,0-1-1,0 0 1,0 0 0,0 0 0,0 0 0,0-1 0,0 1 0,0 0 0,0-1-1,1 0 1,-1 1 0,0-1 0,0 0 0,0 0 0,1 0 0,-1 0-1,0-1 1,0 1 0,0 0 0,1-1 3,11-5-4,1 0 0,-2 0 0,1-1 1,-1-1-1,0 0 0,0-1 0,-1-1 0,0 0 0,-1 0 0,0-1 1,2-3 3,12-10-27,103-109-370,-6-5-1,71-110 398,-94 120-190,-76 103 287,-23 47 161,-59 242 448,58-247-702,-1-12-5,0 0 0,1 1 1,-1-1-1,1 1 0,1-1 1,-1 1-1,1-1 0,0 1 0,0-1 1,1 1-1,-1-1 0,1 1 0,0-1 1,1 1-1,-1-1 0,1 0 0,0 0 1,1 0-1,-1 0 0,1 0 0,0 0 1,0-1-1,0 1 0,1-1 0,0 0 1,0 0-1,0 0 0,0 0 1,0-1-1,1 0 0,4 3 1,16-5-28,-1 0 0,1-2-1,-1-1 1,0-1 0,1-1-1,-1-1 1,-1-1 0,1-1 0,-1-1-1,0-1 1,-1-1 0,0-1 0,0-1-1,-2-1 1,10-7 28,-14 10-24,177-108-33,-192 145-397,-25 30-1860,13-33-796</inkml:trace>
  <inkml:trace contextRef="#ctx0" brushRef="#br0" timeOffset="123549.213">7561 12779 20364,'0'0'8898,"0"0"-8338,-103 152-200,65-71 9,3 17 63,11-5-256,5 2-120,3-4-48,10-22-8,1 0 0,5-20-32,0-17-72,0-19-176,0-13-249,16-15-55,19-70 8,-5 2-1312,1-6-3721</inkml:trace>
  <inkml:trace contextRef="#ctx0" brushRef="#br0" timeOffset="123983.095">7896 12542 28262,'0'0'678,"0"0"-369,10 26-48,-7-18-227,7 14 85,-2 1-1,0 0 0,-2 1 0,-1 0 1,0 0-1,-2 0 0,-1 0 1,-1 9-119,-5 41 59,-3 1 1,-4-2 0,-3 1 0,-4-2 0,-2 0 0,-3-1 0,-4-2-1,-2 0 1,-15 20-60,41-80-44,0 0 0,0 0-1,-1-1 1,0 1 0,-1-1 0,1 1-1,-2-1 1,1-1 0,-1 1 0,0-1-1,-1 0 1,0 0 0,0-1 0,0 0-1,-1 0 1,0-1 0,0 0 0,0 0-1,-1-1 1,1 0 0,-1-1-1,0 1 1,0-2 0,-1 1 0,1-1-1,-7 0 45,7-6-62,1-1 0,-1 1 0,1-1 0,1-1 0,-1 0 0,1 0 0,0 0 0,0-1-1,1 0 1,0 0 0,0-1 0,0 0 0,1 0 0,1 0 0,-1 0 0,1-1 0,1 0 0,-1 0-1,1 0 1,1 0 0,0 0 0,0-1 0,1-4 62,-8-13 83,2 0 0,1-1 0,2 0 0,0 0 0,2-1 0,1 1 1,2-28-84,2 49 32,0 1 0,1 0 0,-1 0 0,1 0 0,0 1 0,1-1 0,-1 1 0,1 0 0,0 0 0,1 1 0,-1-1 0,1 1 0,-1 0 0,1 1 0,1-1 0,-1 1 0,0 1 0,1-1 0,-1 1 0,1 0 0,0 0 0,0 1 0,0 0 0,0 0 0,-1 1 0,1 0 0,0 0 0,0 0 0,0 1 0,0 0 0,0 1 0,0-1 0,-1 1 0,6 2-32,-6-1 1,0 0 0,1 0 0,-1 0 0,0 1 0,-1 0 0,1 0 0,-1 0 0,0 1 0,0-1 0,0 1 0,0 1 0,-1-1 0,0 1 0,0-1 0,-1 1 0,1 0 0,-1 0 0,-1 1 0,1-1 0,-1 1 0,0-1 0,0 1 0,-1 0 0,0 0 0,0-1 0,-1 1 0,0 0 0,0 0 0,0 0 0,-1 0 0,0 0 0,-1-1 0,1 1 0,-1 0 0,-1-1 0,1 1 0,-1-1 0,0 0 0,0 0 0,-1 0 0,-3 5-1,-72 71 20,95-92-44,-1 0 0,2 1-1,-1 1 1,1 0 0,0 2 0,0 0-1,1 0 1,0 2 0,0 0 0,0 1-1,11 0 25,-27 5-42,-1 0 1,1 0-1,0 0 0,-1 1 0,0-1 0,1 0 0,-1 1 0,0-1 0,0 1 0,0 0 0,-1-1 0,1 1 1,0-1-1,-1 1 0,0 0 0,0 0 0,0-1 0,0 1 0,0 0 0,0-1 0,-1 1 0,1 0 0,-1-1 1,0 1-1,0 0 0,0-1 0,0 1 0,0-1 0,0 0 0,-1 1 0,1-1 0,-1 0 0,0 0 42,-25 46-2389</inkml:trace>
  <inkml:trace contextRef="#ctx0" brushRef="#br0" timeOffset="124265.167">6908 14209 29318,'0'0'1000,"-114"71"-391,67-39-321,23-7 24,24-17-8,55-8-200,72-45 144,60-36-8,27-14-88,-1-1-40,-27 15-40,-52 28-64,-35 13-8,-29 12 0,-15 5-168,19-19-408,-12 5-256,-10 1-1497</inkml:trace>
  <inkml:trace contextRef="#ctx0" brushRef="#br0" timeOffset="124499.776">7631 13655 29062,'0'0'960,"-9"100"-431,0-9-49,-2 39-56,-4 36-128,2 10-176,2-30-72,7-42-48,4-51 0,0-23-88,0-10-88,0-14-184,0-6-256,10-58 31,6-56-1199,-1 8 232,-4-5-19373</inkml:trace>
  <inkml:trace contextRef="#ctx0" brushRef="#br0" timeOffset="124648.669">7749 13505 24621,'0'0'3961,"0"0"-3201,0 0 104,70 203 9,-59-23-233,-6 37-104,-5 23-272,0 7-176,-5-10-88,5-3-8,0-23-592,7-59-1329,-5-55-711</inkml:trace>
  <inkml:trace contextRef="#ctx0" brushRef="#br0" timeOffset="125465.942">8753 12193 29550,'0'0'560,"0"0"-361,0 0-110,7 23 69,58 170 330,-23-104-429,-41-89-62,-1 1 0,1 0 0,0-1 0,0 1 0,0-1 0,0 1 0,0-1 0,0 0 0,0 1 0,0-1 0,0 0 0,0 0 0,0 0 0,1 1 0,-1-1 0,0 0 0,0-1 0,0 1 0,0 0 0,0 0 0,0 0 0,0-1 0,0 1 0,0 0 0,0-1 0,0 1 0,0-1 1,0 1-1,0-1 0,0 1 0,0-1 0,0 0 0,-1 0 0,1 1 0,0-1 0,-1 0 0,1 0 0,0 0 0,-1 0 0,1 0 0,-1 0 0,1 0 0,-1 0 0,1 0 0,-1 0 3,1-1 2,21-21-69,1 0 1,0 2-1,2 0 1,0 2 0,2 0-1,0 2 1,1 1 0,0 1-1,1 2 1,1 1-1,0 1 1,1 1 0,0 2-1,0 1 1,1 2-1,0 1 1,0 1 0,28 2 66,-57 0 11,1 0 1,0 0 0,0 1 0,0 0-1,1 0 1,-1 0 0,0 0-1,0 1 1,0 0 0,-1-1 0,1 1-1,0 1 1,0-1 0,0 1-1,-1-1 1,1 1 0,-1 0 0,1 0-1,-1 1 1,0-1 0,0 1-1,0-1 1,0 1 0,0 0 0,0 0-1,-1 1 1,0-1 0,1 0-1,-1 1 1,0-1 0,-1 1 0,1 0-1,-1-1 1,0 1 0,0 0-1,0 0 1,0 1-12,1 57 627,32-58-542,49-40-4,37-5-95,-119 40 13,1 1 1,-1-1-1,0 1 0,1-1 0,-1 1 1,0 0-1,1-1 0,-1 1 1,1 0-1,-1 0 0,0 0 0,1 0 1,-1 0-1,1 0 0,-1 1 1,0-1-1,1 0 0,-1 1 1,1-1-1,-1 1 0,0-1 0,0 1 1,1 0-1,-1 0 0,0-1 1,0 1-1,0 0 0,0 0 1,0 0-1,0 0 0,0 0 0,0 0 1,0 1-1,-1-1 0,1 0 1,0 0-1,-1 1 0,1-1 0,-1 0 1,1 1-1,-1-1 0,0 0 1,1 1-1,-1-1 0,0 1 1,0-1-1,0 0 0,0 1 0,0-1 1,0 1-1,-1-1 0,1 1 1,-1 0 0,-1 6 7,0 0 1,-1 0 0,0 0-1,0 0 1,-1-1 0,0 1-1,0-1 1,-1 0-1,0 0 1,0-1 0,-1 0-1,1 0 1,-1 0 0,-7 5-8,-4 6 2,-122 115 26,-5-7-1,-6-5 1,-51 24-28,-256 144 829,403-247-423,66-37-393,60-7 24,-1-3 0,-1-3 0,1-3 0,-2-4 0,55-19-37,-59 18 11,437-104-404,-340 66-2631,-118 28 36</inkml:trace>
  <inkml:trace contextRef="#ctx0" brushRef="#br0" timeOffset="125713.901">9718 12858 27326,'0'0'1584,"-132"95"-1016,11-1-120,-41 40 137,-9 14-137,13 0-256,20-12-96,44-37-64,26-28-16,24-28-16,25-19-16,8-8-80,15-16-464,22-6-1377,12-24-1272</inkml:trace>
  <inkml:trace contextRef="#ctx0" brushRef="#br0" timeOffset="125898.451">9233 13521 28654,'0'0'952,"112"2"-520,-31 13-31,11 3-33,5 4-80,-1-2-184,0-1-80,-4-3-24,-6-6-264,-7-8-208,-9-2-153,0-22-511,-19-9-288,-12-7-2753</inkml:trace>
  <inkml:trace contextRef="#ctx0" brushRef="#br0" timeOffset="126093.375">10373 13049 20884,'0'0'4697,"0"0"-2680,0 0-657,0 0-520,0 0-384,0 0-119,0 0-113,92-65-72,-66 89-104,-2 5-48,-2 5 0,-22 25-384,0-6-921,-6-1-1087</inkml:trace>
  <inkml:trace contextRef="#ctx0" brushRef="#br0" timeOffset="126566.719">9185 14087 28846,'0'0'722,"-15"17"-322,-50 58-66,62-72-304,0 1-1,-1 0 0,1 0 0,1 0 0,-1 0 1,1 0-1,-1 0 0,1 1 0,0-1 0,1 1 0,-1-1 1,1 1-1,0 0 0,0-1 0,1 1 0,-1 0 0,1 0 1,0 0-1,0 0 0,1 0 0,-1-1 0,1 1 0,0 0 1,0 0-1,1-1 0,-1 1 0,1-1 0,0 1 1,1-1-1,-1 0 0,1 0 0,-1 0 0,1 0 0,1 1-29,3 1-2,0 1 0,1-1 0,-1-1 0,1 1 0,0-1 0,1-1 0,-1 0 0,1 0 0,0 0 0,0-1 0,0-1 0,0 1 0,1-1 0,-1-1 0,6 1 2,-2-3-48,1 0-1,0-1 1,-1 0 0,1-1-1,-1-1 1,0 0-1,0-1 1,0 0 0,-1-1-1,1 0 1,-1-1 0,-1 0-1,0-1 1,0 0 0,0-1-1,-1 0 1,0-1 0,-1 0-1,4-6 49,216-220 379,-227 235-363,0-1 1,0 1 0,0 0-1,0 0 1,0 0-1,1 0 1,-1 0-1,0 1 1,0-1-1,1 1 1,-1-1 0,0 1-1,1 0 1,-1 0-1,0 0 1,1 0-1,-1 0 1,0 1-1,1-1 1,-1 0-1,0 1 1,0 0 0,1 0-1,-1 0 1,0 0-1,0 0 1,0 0-1,0 0 1,0 1-1,0-1 1,-1 1 0,1-1-1,0 1 1,-1 0-1,1-1 1,-1 1-1,0 0 1,1 0-1,-1 0 1,0 1-17,47 32 10,-33-32-16,1-1 0,0-1 0,0 0 1,0-1-1,0-1 0,0 0 0,0-2 0,0 1 0,-1-2 0,1 0 0,-1-1 0,0 0 1,0-1-1,8-6 6,20-4-1,-37 13 17,0 0 0,0 1-1,1 0 1,-1 0 0,1 0-1,-1 1 1,1 0 0,-1 0-1,1 1 1,0 0-1,-1 0 1,1 0 0,0 1-1,-1 0 1,1 0 0,-1 1-1,1 0 1,-1 0 0,0 0-1,1 1 1,-1 0 0,-1 0-1,1 0 1,0 1-1,-1 0 1,4 4-16,10 16 23,-17-19-22,1 0 0,0 0 1,1-1-1,-1 1 0,1-1 0,0 0 1,0 0-1,0 0 0,1-1 0,-1 1 1,1-1-1,0 0 0,0 0 0,0-1 1,0 0-1,0 0 0,1 0 0,2 1-1,8-3-40,1 1 0,-1-2 0,1 0 0,-1-1 0,1-1 0,-1-1 0,0 0 0,5-2 40,103-16-173,-123 21 176,1 0 0,0 1 0,-1 0 0,1-1 0,0 1 0,-1 0 0,1 0 0,0 0-1,0 0 1,-1 0 0,1 0 0,0 1 0,-1-1 0,1 1 0,0-1 0,-1 1 0,1-1 0,-1 1 0,1 0 0,-1 0 0,1 0 0,-1 0 0,0 0 0,1 0 0,-1 0 0,0 0-1,0 1 1,0-1 0,1 0 0,-1 1 0,-1-1 0,1 1 0,0-1 0,0 1 0,-1-1 0,1 1 0,-1-1 0,1 1 0,-1 0 0,1 0 0,-1-1 0,0 1 0,0 0 0,0-1-1,0 1 1,0 0 0,-1-1 0,1 1 0,0 0 0,-1-1 0,1 1 0,-1 0 0,0 0-3,-39 46 333,2-7-3644,37-39-3918</inkml:trace>
  <inkml:trace contextRef="#ctx0" brushRef="#br0" timeOffset="127497.844">3398 15113 27710,'0'0'844,"21"13"-129,-14-8-658,15 11 53,1-1-1,1-2 1,0 0-1,1-2 1,0 0 0,0-2-1,8 1-109,31 2 94,1-4 1,0-2-1,0-3 1,16-3-95,203-11 184,-1-12 1,76-25-185,28-1 220,405-21 345,1 34 0,734 65-565,-809 16 2,394 23 284,-379-29-4447,-607-34-9841</inkml:trace>
  <inkml:trace contextRef="#ctx0" brushRef="#br0" timeOffset="130661.792">19141 9327 23965,'0'0'3697,"0"0"-3089,0 0-64,0 0-112,0 0-48,0 0-216,83 124-168,-59-92-592,-9-1-1584</inkml:trace>
  <inkml:trace contextRef="#ctx0" brushRef="#br0" timeOffset="130913.788">19116 10398 28558,'-19'105'656,"8"-1"-448,2 1-64,9-32-88,2-20-56,22 8-24,20 44-656,-4-13-424,-8-7-3425</inkml:trace>
  <inkml:trace contextRef="#ctx0" brushRef="#br0" timeOffset="131178.604">19154 11913 22917,'-42'142'3513,"3"-8"-1969,17-45-992,11-24 160,4-18-328,7-1-328,11-5-56,11-7-1144,4-28-11587</inkml:trace>
  <inkml:trace contextRef="#ctx0" brushRef="#br0" timeOffset="131858.928">19178 8986 26414,'0'0'862,"0"0"-161,0 0-141,0 0-4,0 0-93,0 0-186,0-13-161,3-35-63,9 73 133,-8 22 22,-1 0-1,-2 0 1,-3-1 0,-1 1 0,-9 39-208,-44 362 1092,9 219-1092,32-326 201,0-60-77,12 1-1,19 110-123,4-124 0,-11 1 0,-27 258 0,-12 953 0,31-886 0,-9 1487 0,53-1379 0,-44-338-207,5-560-1813,-4 74-802</inkml:trace>
  <inkml:trace contextRef="#ctx0" brushRef="#br0" timeOffset="132788.97">19899 8956 21293,'0'0'2871,"0"0"691,0 0-2314,0 0-877,0 0-83,0 0-29,19-19-30,68-59-70,21 30-43,-84 41-99,128-25 4,2 6 0,0 7 0,2 7 0,-1 7 1,69 9-22,-51 7-38,0 8 0,-1 8 1,82 26 37,108 17 0,162-3 65,177-15-65,-251-22-25,1115 119 42,430 51 768,-1270-112-1688,-628-72-1068</inkml:trace>
  <inkml:trace contextRef="#ctx0" brushRef="#br0" timeOffset="133396.519">27858 9337 27574,'0'0'771,"0"0"-399,0 17 73,0 289 1313,2 1177-578,-31-204-513,-48 143-667,-71 1030 0,96-1800-55,53-594-1444,6-42-564</inkml:trace>
  <inkml:trace contextRef="#ctx0" brushRef="#br0" timeOffset="134421.547">19474 18178 26262,'0'0'1489,"0"0"-578,0 0-327,0 0-150,0 0 28,0 0-36,9-4-106,50-16-149,0 3-1,1 2 1,1 3-1,0 3 1,51-1-171,-95 8 11,140-14 157,1 8-1,1 6 1,119 15-168,183 73 306,-229-36-276,46-5 5,1-12 1,205-5-36,1640 66 105,-848-89-105,-290-58 0,-298 8 0,-86 34 0,-600 11-29,0-1-1,1 0 1,-1 1 0,0-1-1,1 1 1,-1 0-1,1 0 1,-1 0 0,0 0-1,1 0 1,-1 1 0,1-1-1,-1 1 1,0-1-1,1 1 1,-1 0 0,0 0-1,0 0 1,0 0 0,0 0-1,0 1 1,0-1-1,0 1 1,0-1 0,0 1-1,-1 0 1,1-1 0,0 1-1,-1 0 1,0 0-1,1 0 1,-1 0 0,0 1-1,0-1 1,0 0 0,0 0-1,-1 1 1,1 1 29,-43 28-2806,7-23-57</inkml:trace>
  <inkml:trace contextRef="#ctx0" brushRef="#br0" timeOffset="134847.252">27816 17243 25894,'0'0'934,"0"0"-424,-10-18-95,-30-60 115,22-7 1543,18 85-1800,23 31 617,-9 8-644,-2 1-1,-1 0 1,-2 0 0,-2 1 0,1 31-246,-1-21 14,20 175-9,51 285-5,-40-381 0,-20-176-341,-11 1-1302</inkml:trace>
  <inkml:trace contextRef="#ctx0" brushRef="#br0" timeOffset="135912.835">23288 9114 22133,'-4'-22'1151,"-28"-259"-486,45-262 2284,-13 399 321,0 145-3258,1-1-1,-1 1 1,0-1 0,0 1 0,1-1 0,-1 1 0,0-1-1,0 1 1,0-1 0,0 1 0,0-1 0,0 1 0,0-1-1,0 1 1,0-1 0,0 1 0,0-1 0,0 1-1,0-1 1,0 1 0,0-1 0,0 1 0,-1-1 0,1 1-1,0-1 1,0 1 0,-1-1 0,1 1 0,0-1 0,-1 0-1,1 1 1,0-1 0,-1 0 0,1 1 0,0-1 0,-1 0-1,1 1 1,-1-1 0,1 0 0,-1 0 0,1 1-1,-1-1 1,1 0 0,-1 0 0,1 0 0,-1 0 0,1 0-1,-1 0 1,1 0 0,-1 0 0,1 0 0,-1 0 0,1 0-1,-1 0 1,1 0 0,-1 0 0,1 0 0,-1 0 0,1-1-1,-1 1 1,1 0 0,-1 0 0,1-1 0,0 1-1,-1 0 1,1 0 0,-1-1 0,1 1-12,-47 117 184,-4-3 0,-6-1 1,-12 11-185,14-25 43,-272 482 41,297-524-468,35-50-388,20-8-666,10-5-374</inkml:trace>
  <inkml:trace contextRef="#ctx0" brushRef="#br0" timeOffset="136145.741">23487 8015 28510,'0'0'656,"31"140"-232,-18 4-40,-2 24 81,-4 5 7,-3-11-144,2-22-168,-1-27-96,-3-31-48,0-28-16,-2-17 0,0-1 0,0 1-104,-22 1-472,-4-13-801,-2-15-2031</inkml:trace>
  <inkml:trace contextRef="#ctx0" brushRef="#br0" timeOffset="136395.987">23134 8546 28814,'0'0'768,"0"0"-528,0 0-64,145-4 72,-90 4 65,4 0-97,4 4-216,30 4-144,-19-3-697,-10-5-2423</inkml:trace>
  <inkml:trace contextRef="#ctx0" brushRef="#br0" timeOffset="136662.214">24303 8072 29830,'0'0'666,"0"0"-427,-13 25-173,-73 171 124,71-140-134,2 1 0,2 1 0,3 0 0,2 0 0,3 0 0,3 24-56,0-75 2,0 1 0,1-1 0,0 1 1,0-1-1,0 0 0,1 1 0,0-1 1,1 0-1,0 0 0,0 0 0,0-1 1,1 1-1,0-1 0,0 1 0,0-1 1,1-1-1,0 1 0,0-1 0,1 0 1,-1 0-1,1 0 0,0-1 0,1 1 1,-1-2-1,1 1 0,0-1 0,-1 0 1,1 0-1,1-1 0,-1 0 0,0 0 1,5 0-3,22 1-84,0-2 0,0-1 0,0-2 0,0-2 0,-1 0 0,1-2 0,-1-2 1,0-1-1,-1-2 0,0-1 0,0-2 84,86-33-2081,-13 3-2717</inkml:trace>
  <inkml:trace contextRef="#ctx0" brushRef="#br0" timeOffset="137196.194">25267 8139 27966,'0'0'1227,"0"0"-591,0 0-184,0 0 158,-4 23-177,-31 153-25,13 69-69,22-239-344,0 0 1,1 0 0,0 0-1,0-1 1,0 1-1,1 0 1,0-1-1,0 1 1,1-1 0,-1 0-1,1 0 1,0 1-1,1-2 1,-1 1-1,1 0 1,0-1-1,0 0 1,0 0 0,0 0-1,1 0 1,0-1-1,0 1 1,0-1-1,0-1 1,0 1 0,1-1-1,-1 0 1,1 0-1,-1 0 1,1-1-1,0 0 1,0 0 0,0 0-1,0-1 1,-1 0-1,1 0 1,1 0 4,10-3-165,0-1 1,0 0 0,-1-2-1,1 1 1,-1-2-1,0 0 1,0-1-1,-1-1 1,-1 0 0,1-1-1,-1-1 1,-1 0-1,0 0 1,0-2 0,-2 1-1,1-2 1,-1 0-1,-1 0 1,-1 0-1,0-2 1,5-11 164,123-217-1073,-66 108 3464,-47 105-1051,-17 52-805,-5 42-161,-2 19-283,4 0 1,4-1 0,3 0-1,4-1 1,14 43-92,-4-50-747,-3-16-891</inkml:trace>
  <inkml:trace contextRef="#ctx0" brushRef="#br0" timeOffset="139500.827">19853 13037 20644,'0'0'2040,"0"0"-439,0 0-625,0 0-516,0 0-177,5-5-1,14-18 260,-13 25 2616,-5 18-3164,-1-18 302,-33 208 753,3 106-621,14 2 1,14 7-429,4-267 39,3 0 1,2 0 0,3-1-1,9 27-39,-16-158-869,12-73-1170,0 76-339</inkml:trace>
  <inkml:trace contextRef="#ctx0" brushRef="#br0" timeOffset="139981.867">20232 12732 28518,'0'0'776,"0"0"-146,0 0-225,0 0-45,21-15-42,74-45-114,15 29-37,-85 28-146,193-14 98,0 9 1,37 10-120,-133 0 29,818 21 338,-311-20-362,-610-3-10,0 1 0,-1 1 1,1 1-1,-1 0 0,1 2 0,-1 0 1,-1 1-1,1 0 0,8 6 5,-24-10-72,1 0-1,0 0 1,-1 1-1,0-1 1,0 1-1,0-1 1,0 1-1,0 0 1,0 0-1,0 0 1,-1 0-1,0 0 1,0 0-1,0 1 1,0-1-1,0 0 1,0 0-1,-1 1 1,0-1-1,1 1 1,-1-1-1,0 0 1,-1 1-1,1-1 1,-1 1 72,1 4-656,0 8-2322</inkml:trace>
  <inkml:trace contextRef="#ctx0" brushRef="#br0" timeOffset="140344.909">22979 12726 27574,'0'0'948,"0"0"-538,0 0-117,-3 19 226,-12 123 420,16 58-212,-13 396-65,-97 244-2267,102-799-712</inkml:trace>
  <inkml:trace contextRef="#ctx0" brushRef="#br0" timeOffset="141010.398">19921 14683 24949,'0'0'3362,"0"0"-2309,0 0-707,0 0 98,0 0 57,26-2-113,169-12 21,746 6 355,426 47-709,-1238-58-2221,-113 9-1213</inkml:trace>
  <inkml:trace contextRef="#ctx0" brushRef="#br0" timeOffset="143174.609">20936 13097 21061,'0'0'2380,"0"0"-626,0 0-443,0 0-264,0 0-282,0 0-209,-18 0 579,-430 875 319,405-766-3304,57-126-3154,3-9-9883</inkml:trace>
  <inkml:trace contextRef="#ctx0" brushRef="#br0" timeOffset="143427.035">20969 13116 21044,'0'0'7058,"0"0"-6258,39 109-200,-17-42-144,4 10-16,1 6-79,-1 15-121,-4-5-136,-7-2-56,-4-4-24,-11-24-24,0 0 0,0-14 0,0-13-232,-22-23-545,3-7-623,-3-6-3433</inkml:trace>
  <inkml:trace contextRef="#ctx0" brushRef="#br0" timeOffset="143593.778">20710 13681 18212,'0'0'10490,"0"0"-9986,0 0-192,0 0 184,0 0 9,138 11-169,-90-11-232,5-8-104,26-9-264,-11-1-705,-9 0-2143</inkml:trace>
  <inkml:trace contextRef="#ctx0" brushRef="#br0" timeOffset="143960.439">21604 13193 28702,'0'0'878,"0"0"-470,0 0-274,0 0 34,0 0 217,-6 23-76,-38 153 34,32-118-218,-9 35 25,4 1 0,4 1-1,1 69-149,12-162 8,-1 0 0,1 1 0,-1-1 0,1 0 0,0 1 0,0-1 0,0 1 0,0-1-1,0 0 1,0 1 0,1-1 0,0 1 0,-1-1 0,1 0 0,0 0 0,0 1-1,0-1 1,0 0 0,0 0 0,1 0 0,-1 0 0,0 0 0,1 0 0,0-1-1,-1 1 1,1 0 0,0-1 0,0 1 0,0-1 0,0 0 0,0 1 0,0-1-1,1 0 1,-1-1 0,0 1 0,0 0 0,1 0 0,-1-1 0,1 0 0,-1 1 0,0-1-1,1 0 1,0 0-8,19-3-28,0-1 0,0-2-1,0 0 1,-1-1 0,0 0-1,-1-2 1,0-1 0,0 0-1,-1-2 1,0 0 0,-1-1 0,0-1-1,-1 0 1,-1-2 0,0 0-1,-2 0 1,1-3 28,-2 8-183,29-31-1259,-8 5-1342</inkml:trace>
  <inkml:trace contextRef="#ctx0" brushRef="#br0" timeOffset="144528.503">22115 13229 25085,'0'0'3792,"0"0"-2440,0 0-780,0 0-245,0 0-179,0 0-59,-5 19 35,-36 201 174,33 156 17,7-374-317,1 0 0,-1 1 1,1-1-1,0 0 0,0 0 1,0 0-1,0 0 1,0 0-1,1 1 0,-1-1 1,1 0-1,-1 0 1,1 0-1,0 0 0,-1 0 1,1 0-1,0 0 1,1 0-1,-1-1 0,0 1 1,0 0-1,1-1 1,-1 1-1,1-1 0,-1 1 1,1-1-1,0 1 0,0-1 1,-1 0-1,1 0 1,0 0-1,0 0 0,0 0 1,0-1-1,0 1 1,0-1-1,1 1 0,-1-1 1,0 0-1,0 1 1,0-1-1,0 0 0,0-1 1,1 1-1,-1 0 1,0-1-1,0 1 0,0-1 1,0 1-1,0-1 0,0 0 1,0 0-1,0 0 1,0 0-1,-1 0 0,1-1 1,0 1-1,0-1 2,16-14-84,-2-1 0,1 0 1,-2-1-1,-1-1 0,0-1 0,-1 0 0,-1 0 0,8-21 84,-4 11-152,37-65-271,-4-2 0,-4-2 0,26-92 423,-64 161 840,-6 29-463,-1 3-146,-20 506 1172,20-491-1457,-1-1-28,0 0 0,1 0 0,0 0 1,2 0-1,0 0 0,1 0 0,0 0 0,1 0 1,1-1-1,0 0 0,2 0 0,-1 0 0,5 5 82,15 14-2475</inkml:trace>
  <inkml:trace contextRef="#ctx0" brushRef="#br0" timeOffset="147385.949">21164 14677 21044,'0'0'4559,"0"0"-2268,0 0-776,0 0-636,0 0-284,-1 4-215,2 271 1028,-5-168-1384,-5 0 0,-5 0 0,-4-1 0,-11 28-24,-8 35-627,37-168 571,1-1 0,-1 1 0,1-1 0,0 1 0,-1-1 0,1 0 0,0 1 1,-1-1-1,1 0 0,0 1 0,0-1 0,-1 0 0,1 0 0,0 0 0,0 0 0,-1 0 0,1 0 0,0 0 0,0 0 0,-1 0 0,1 0 0,0 0 0,0 0 0,-1-1 0,1 1 0,0 0 0,0-1 0,-1 1 0,1 0 0,0-1 0,-1 1 1,1-1-1,-1 1 0,1-1 0,0 1 0,-1-1 0,1 1 0,-1-1 0,0 0 0,1 1 0,-1-1 0,1 0 0,-1 1 0,0-1 0,0 0 0,1 1 0,-1-1 0,0 0 0,0 0 0,0 1 56,23-27-2720</inkml:trace>
  <inkml:trace contextRef="#ctx0" brushRef="#br0" timeOffset="147643.204">21663 14878 28558,'0'0'1216,"0"0"-503,9 110-289,-2-48-8,-1 11-64,3 5-56,-2 9-152,-1 4-80,-1-4-40,-5-4-24,0-6 0,0-1-112,0-18-424,0-21-1409</inkml:trace>
  <inkml:trace contextRef="#ctx0" brushRef="#br0" timeOffset="148256.779">20357 16016 26686,'0'0'1381,"0"0"-331,0 0-221,0 0-134,0 0-267,0 0-240,-7 8-125,2-1-52,0-1-1,0 1 1,1-1 0,0 1-1,0 1 1,1-1 0,0 0-1,0 1 1,0 0 0,1-1-1,1 1 1,-1 0 0,0 8-11,-13 214 519,11 187-519,6-224 161,4 122 96,-1-301-322,-3-34-127,37-243-3306,-27 174 6</inkml:trace>
  <inkml:trace contextRef="#ctx0" brushRef="#br0" timeOffset="148843.541">20447 15846 28654,'0'0'935,"0"0"-323,0 0-178,23-8 7,76-29-44,42 22 174,-99 16-480,84 5 157,0 6 0,52 14-248,-40-6 45,899 96 31,-1001-113-71,22-1-7,0 3-1,-1 3 1,0 2-1,-1 2 1,0 3 0,0 2-1,27 15 3,-57-14-13,-46-18 53,17 0-40,0-1 0,0 1 0,0 0 0,0 0 0,0 1 0,1-1 0,-1 0 0,0 1 0,0 0 0,0 0 0,0 0 0,1 0 0,-1 0 0,0 0 0,1 1 0,-1-1 0,1 1 0,0 0 0,-1 0 0,1-1 0,0 2 0,0-1 0,0 0 0,0 0 0,1 1 0,-1-1 0,1 1 0,-1-1 0,1 1 0,0 0 0,0-1 0,0 1 0,0 0 0,0 0 0,-11 38 0,2 0 0,1 1 0,2-1 0,2 2 0,2-1 0,1 0 0,4 16 0,-3-12 0,1 480 0,12-333 0,-11-191-77,-1-1 0,0 0 0,0 1 0,1-1-1,-1 1 1,0-1 0,0 1 0,0-1 0,-1 0 0,1 1 0,0-1 0,0 1-1,-1-1 1,1 0 0,-1 1 0,1-1 0,-1 0 0,0 0 0,1 1 0,-1-1-1,0 0 1,0 0 0,0 0 0,0 0 0,0 0 0,0 0 0,0 0 0,0 0-1,0 0 1,-1-1 0,1 1 0,0 0 0,0-1 0,-1 1 0,1-1 0,0 1-1,-1-1 1,1 0 0,-1 0 0,1 1 0,-2-1 77,-18 0-6624</inkml:trace>
  <inkml:trace contextRef="#ctx0" brushRef="#br0" timeOffset="149393.694">20223 17403 27134,'0'0'1988,"0"0"-1242,0 0-349,0 0 3,0 0-18,0 0-149,-1 7-105,1-7-121,0 1-1,0 0 0,-1 0 1,1 0-1,0 0 1,0 1-1,0-1 1,0 0-1,0 0 1,1 0-1,-1 0 1,0 0-1,0-1 1,1 1-1,-1 0 1,0 0-1,1 0 1,-1 0-1,1 0 0,0 0 1,-1 0-1,1-1 1,-1 1-1,1 0 1,0 0-1,0-1 1,-1 1-1,1-1 1,0 1-1,0 0 1,0-1-1,0 1 1,0-1-1,0 0 1,0 1-1,0-1 1,0 0-1,0 0 0,0 0 1,0 1-1,0-1 1,0 0-1,0 0-6,63-6 220,-32 1-126,98-9 162,1 7-1,1 4 1,43 9-256,307 60 0,-356-57 0,0-6 0,111-11 0,180-35-551,-305 68-391,-42 8-4026,-62-28 3805,7 1-12722</inkml:trace>
  <inkml:trace contextRef="#ctx0" brushRef="#br0" timeOffset="149859.548">21212 16320 25541,'0'0'1726,"0"0"-522,0 0-370,0 0-127,0 0-206,0 0-163,7 2-40,5 4-209,0 2 0,0-1 0,0 1 1,-1 1-1,0 0 0,-1 1 0,0 0 0,-1 0 0,0 1 0,0 0 0,2 6-89,8 7 127,98 126 117,-7 6-1,12 36-243,-106-163-161,37 44-2515,-42-71-560</inkml:trace>
  <inkml:trace contextRef="#ctx0" brushRef="#br0" timeOffset="150092.805">21957 16129 30366,'0'0'833,"0"0"-561,0 0-104,0 0 136,-162 177 0,81-60-184,-27 34-72,-3 7-48,12-22-80,27-37-216,6-14-152,22-28-785,7-12-2135</inkml:trace>
  <inkml:trace contextRef="#ctx0" brushRef="#br0" timeOffset="151024.472">21256 11732 27750,'0'0'812,"0"0"-138,0 0-152,0 0-102,0 0-82,-6 1-114,3 0-210,1 0 1,0 0-1,0 0 1,0 1-1,0-1 1,0 0-1,0 1 1,1-1-1,-1 1 1,0 0-1,1 0 0,-1-1 1,1 1-1,0 0 1,0 0-1,-1 1 1,1-1-1,0 0 1,1 0-1,-1 0 1,0 1-1,1-1 0,-1 0 1,1 1-1,0-1 1,0 0-1,0 1 1,0-1-1,0 0 1,0 1-1,1-1 1,-1 0-1,1 1 1,-1-1-1,2 1-14,-2 6 43,-26 521 635,19-353-1108,30-116-1015,-5-52-793</inkml:trace>
  <inkml:trace contextRef="#ctx0" brushRef="#br0" timeOffset="151264.475">21734 11708 30254,'0'0'689,"0"0"-473,-9 136-16,2-45 192,5 29 8,2-6-184,0-11-144,0-18-72,0-28-120,0-6-288,13-9-296,-4-23-1137,-2-17-7465</inkml:trace>
  <inkml:trace contextRef="#ctx0" brushRef="#br0" timeOffset="151945.475">20335 9857 23645,'0'0'2102,"0"0"-734,0 0-469,0 0-17,0 0-138,0 0-218,-6-5-192,2 1-285,4 5-46,0 0 1,0-1 0,0 1-1,0 0 1,0-1 0,0 1-1,0 0 1,-1-1 0,1 1-1,0-1 1,0 1 0,-1 0-1,1-1 1,0 1-1,-1-1 1,1 1 0,0-1-1,-1 1 1,1-1 0,-1 1-1,1-1 1,-1 0 0,1 1-1,-1-1 1,1 1 0,-1-1-1,1 0 1,-1 0-1,1 1 1,-1-1 0,0 0-1,1 0 1,-1 0 0,1 1-1,-1-1 1,0 0 0,1 0-1,-1 0 1,0 0 0,1 0-1,-1 0 1,0-1 0,1 1-1,-1 0 1,1 0-1,-1 0 1,0-1 0,1 1-1,-1 0 1,1 0 0,-1-1-1,1 1 1,-1 0 0,1-1-1,-1 1 1,1-1 0,-1 1-1,1-1 1,-1 1-1,1-1 1,0 1 0,-1-1-1,1 1 1,0-1 0,0 0-1,-1 1 1,1-1 0,0 1-1,0-1 1,0 0-4,-18 462 1220,-28 342-621,35-654-2846,11-171-588,0-6-4630</inkml:trace>
  <inkml:trace contextRef="#ctx0" brushRef="#br0" timeOffset="152291.208">20331 10043 17092,'0'0'9119,"0"0"-6559,5-20-1738,20-63-141,-20 72-615,1 1 0,0 1 0,0-1 0,1 1 0,1 0 0,-1 0-1,2 1 1,-1 0 0,1 1 0,0 0 0,0 0 0,1 1 0,0 0 0,0 1-1,1 0 1,-1 0 0,1 1 0,0 1 0,0 0 0,0 0 0,1 1-1,-1 0 1,1 1 0,-1 1 0,1 0 0,0 0-66,303-5 92,174 76-255,-140-35-4454,120-11 4617,-367-22-2990</inkml:trace>
  <inkml:trace contextRef="#ctx0" brushRef="#br0" timeOffset="152558.262">22518 9968 3441,'0'0'17764,"0"0"-16100,0 0-1664,0 0-3233</inkml:trace>
  <inkml:trace contextRef="#ctx0" brushRef="#br0" timeOffset="152808.338">22913 10145 26622,'0'0'1159,"0"0"-575,0 0 21,0 0 94,0 0-120,0 0-204,-8 4-143,-23 12-64,11 35 156,9 251 403,13-193-598,-2-22-43,-1 131 75,10-1 0,11 18-161,8-97-1307,-23-114-343</inkml:trace>
  <inkml:trace contextRef="#ctx0" brushRef="#br0" timeOffset="153275.11">20033 11595 24461,'0'0'2365,"0"0"-1006,0 0-479,0 0-84,0 0-158,0 0-142,7 0-31,846-27 842,12 20-1307,224 51 0,-871-23-83,-236-20-1532,-13-1-1096</inkml:trace>
  <inkml:trace contextRef="#ctx0" brushRef="#br0" timeOffset="153776.187">20879 10396 21749,'0'0'3303,"0"0"-1515,3-20-657,19-118 1286,-56 205-1278,-123 256-891,-102 312-248,234-555-1447,27-78-338,3-4-1113</inkml:trace>
  <inkml:trace contextRef="#ctx0" brushRef="#br0" timeOffset="154007.618">20907 10437 28270,'0'0'704,"0"0"-136,40 115-72,-25-44 33,-2 6-169,0 4-184,-4 4-112,-2-3-40,-7-3-24,0-8-176,0-12-312,-11-9-337,-7-17-943,-2-15-3417</inkml:trace>
  <inkml:trace contextRef="#ctx0" brushRef="#br0" timeOffset="154191.233">20526 10925 28150,'0'0'904,"0"0"-672,0 0 184,0 0 96,153-2-55,-85 2-121,5 0-136,3 0-120,1 0-80,-2 0-80,10-8-560,-17-4-1377,-18-2-12994</inkml:trace>
  <inkml:trace contextRef="#ctx0" brushRef="#br0" timeOffset="154440.86">21354 10465 19812,'0'0'9450,"0"0"-8930,0 0-224,-8 111 129,1-48 87,3 6-176,-5 6-184,0 4-96,-2-1-40,0 1-16,0-6-24,7 6-232,4-20-657,0-17-1535</inkml:trace>
  <inkml:trace contextRef="#ctx0" brushRef="#br0" timeOffset="154725.06">21295 10581 28462,'0'0'847,"0"0"-267,0 0-89,0 0-46,23-1-139,76-5-125,-86 5-171,1 2-1,0 0 1,0 0 0,-1 1 0,1 1-1,-1 0 1,1 1 0,-1 0-1,0 1 1,-1 0 0,1 1 0,-1 1-1,0 0 1,-1 1 0,1 0-1,-2 0 1,1 1 0,-1 1-10,-5-5 3,0 0 0,-1 0 0,1 1 0,-1 0 0,-1 0 0,1 0 0,-1 0 0,0 0 1,0 1-1,-1-1 0,0 1 0,0 0 0,0-1 0,-1 1 0,0 0 0,-1 0 0,1 0 0,-1 0 1,-1 0-1,1 0 0,-1 0 0,0 0 0,-1 0 0,0 0 0,-2 5-3,-89 152-7,-81 66-2184,130-172-361</inkml:trace>
  <inkml:trace contextRef="#ctx0" brushRef="#br0" timeOffset="154976.194">21905 10605 28974,'0'0'1969,"0"0"-1729,0 0-168,-22 146 0,17-89 80,3 6-72,2 4-48,-2 6-32,0 2-72,-11 16-488,2-20-1049,0-18-3536</inkml:trace>
  <inkml:trace contextRef="#ctx0" brushRef="#br0" timeOffset="155257.853">21935 10637 30166,'0'0'815,"0"0"-487,0 0-240,0 0 10,0 0 62,24 10-28,179 82 13,-197-89-138,-1 0 0,0 0 0,0 0 0,0 1 0,0-1 0,-1 1 0,1 0 0,-1 1 0,0-1 0,0 1 0,-1 0-1,0 0 1,1 0 0,-1 0 0,-1 0 0,1 1 0,-1-1 0,0 1 0,0 0 0,-1 0 0,0 0 0,0 0 0,0 0 0,-1 0 0,1 0 0,-1 0 0,-1 0 0,1 0 0,-1-1-1,0 1 1,-1 0 0,1 0 0,-1 0 0,-1 1-7,-11 17-54,-2-1-1,0-1 1,-1 0 0,-2-1-1,0-1 1,-1 0-1,-17 12 55,10-8-290,-38 35-1787,7-10-3050</inkml:trace>
  <inkml:trace contextRef="#ctx0" brushRef="#br0" timeOffset="156050.521">23069 10933 26758,'0'0'1416,"0"0"-213,0 0-291,0 0-248,0 0-246,0 0-177,9-1-94,354-50 553,-109 37-672,-148-6-3637,-82 5-4064</inkml:trace>
  <inkml:trace contextRef="#ctx0" brushRef="#br0" timeOffset="157260.495">23033 10554 21429,'0'0'3242,"0"0"-1205,0 0-916,0 0-325,0 0-93,0 0-171,-7-3-226,-24-11-152,69 11 535,377-25-622,-352 28-1377,-10 0-1090</inkml:trace>
  <inkml:trace contextRef="#ctx0" brushRef="#br0" timeOffset="157742.867">23829 10130 21677,'0'0'3378,"0"0"-1793,0 0-594,0 0-99,0 0-170,5 21-146,14 73-68,-12 89 674,-27 766 70,26-903-1248,-3-68-4,-2-2-283,1-1 0,2 2 0,0-1 0,1 0 1,2 1-1,0 0 0,1 0 0,4-4 283,18-46-2483,-3 0-2909</inkml:trace>
  <inkml:trace contextRef="#ctx0" brushRef="#br0" timeOffset="158479.613">24248 10230 28870,'0'0'831,"0"0"-260,0 0-162,0 0 21,22-8-102,77-23-124,25 23 94,-6 3 115,1-6 0,91-20-413,-88 18 0,0 6 0,1 5 0,-1 5 0,78 14 0,-82-8 0,70 0 0,-102-7 0,-1 3 0,0 3 0,0 4 0,-1 4 0,25 11 0,212 55 0,-215-43 0,-146-37 0,32 1 0,1 0 0,0 0 0,0 1 0,0 0 0,0 1 0,0 0 0,1 0 0,0 0 0,0 1 0,1-1 0,-1 1 0,1 1 0,0-1 0,1 1 0,0 0 0,0 0 0,0 0 0,1 1 0,0-1 0,0 1 0,1-1 0,0 1 0,0 0 0,1 0 0,0 0 0,1 0 0,0 8 0,-10 67 0,4-1 0,4 1 0,4 18 0,-2-61 0,44 515 0,-45-457 0,-5-89-1703,2-10-1595</inkml:trace>
  <inkml:trace contextRef="#ctx0" brushRef="#br0" timeOffset="159007.193">24158 11743 26846,'0'0'1540,"0"0"-764,0 0-104,0 0 35,20 1-157,306 2 577,73-14-646,-160 1-447,0 11 0,18 11-34,462 49 0,-420-61 0,-208-24 0,-90 23-18,-1-1 0,0 1-1,1 0 1,-1-1 0,0 1 0,0-1 0,0 1 0,0 0-1,0-1 1,0 1 0,-1-1 0,1 1 0,0 0 0,-1-1-1,1 1 1,-1 0 0,1-1 0,-1 1 0,0 0 0,1 0-1,-1-1 1,0 1 0,0 0 0,0 0 0,0 0 0,0 0-1,0 0 1,0 0 0,0 0 0,-1 1 0,1-1 0,-1 0 18,-38-26-1677,-9 0-1898</inkml:trace>
  <inkml:trace contextRef="#ctx0" brushRef="#br0" timeOffset="159861.492">24259 11487 27046,'0'0'1248,"0"0"-341,0 0-180,0 0-98,-5-19-118,0 3-413,3 9-64,-1-1 0,1 0 0,0 0 1,1 0-1,0 0 0,0 0 0,1 0 0,0 0 1,0 0-1,1 0 0,0 0 0,0 0 0,1 0 1,0 0-1,1-1-34,264-535 936,-199 380-811,-67 163-125,-1 1 0,0-1 0,0 1-1,1-1 1,-1 1 0,0-1 0,1 1 0,-1 0-1,0-1 1,1 1 0,-1-1 0,1 1-1,-1 0 1,1-1 0,-1 1 0,1 0 0,-1 0-1,1-1 1,-1 1 0,1 0 0,-1 0 0,1 0-1,-1 0 1,1-1 0,-1 1 0,1 0-1,0 0 1,-1 0 0,1 0 0,-1 0 0,1 1-1,-1-1 1,1 0 0,0 0 0,-1 0-1,1 0 1,-1 1 0,1-1 0,-1 0 0,1 0-1,-1 1 1,1-1 0,-1 0 0,0 1-1,1-1 1,-1 1 0,1-1 0,-1 0 0,0 1-1,1-1 1,-1 1 0,0-1 0,0 1 0,1-1-1,-1 1 1,0-1 0,0 1 0,0 0-1,0-1 1,1 1 0,-1-1 0,0 1 0,0-1-1,0 1 1,15 46 14,-13-41-10,125 503 19,-51-169-23,-70-400 0,17-85 0,7 0 0,7 2 0,52-134 0,-74 234 0,7-4 0,2 102 0,-9 24 0,-3 2 0,-4-1 0,-3 1 0,-4 1 0,-4 7 0,2 9 0,1-85-199,0-1 0,0 1-1,2-1 1,-1 0 0,1 0 0,1 0 0,0 0-1,1 0 1,0 0 0,1-1 0,2 4 199,11 8-2690</inkml:trace>
  <inkml:trace contextRef="#ctx0" brushRef="#br0" timeOffset="160324.048">26120 10816 30414,'0'0'569,"0"0"-340,-4-20-154,-23-162 127,27 178-201,1 1 1,-1 0-1,0-1 0,0 1 0,0-1 0,-1 1 0,1 0 0,-1-1 0,0 1 0,0 0 0,0-1 0,0 1 0,0 0 1,-1 0-1,1 0 0,-1 0 0,0 0 0,0 0 0,0 1 0,0-1 0,-1 1 0,1-1 0,-1 1 0,1 0 0,-1 0 0,0 0 1,0 0-1,0 1 0,0-1 0,0 1 0,0-1 0,0 1 0,0 0 0,-1 1 0,1-1 0,0 0 0,-1 1 0,1 0 1,-1 0-1,1 0 0,0 0 0,-2 0-1,-12 7-1,0 1 0,1 1 1,0 0-1,0 1 0,1 1 1,0 1-1,1 0 0,0 0 1,1 1-1,0 1 0,1 1 1,1-1-1,0 2 0,1 0 1,-18 19 0,1 1-1,2 1 1,2 1-1,1 1 0,2 1 1,2 1-1,2 1 0,1 0 1,2 1-1,3 1 1,1 0-1,2 0 0,-1 39 1,7-80-2,0 0 0,1 0 0,0 0 0,0 1 0,-1-1 0,2 0 0,-1 0 0,0 0 0,1 1 0,-1-1 0,1 0 0,0 0 0,0 0 0,0 0 0,1 0 0,-1 0 0,1 0 0,0-1 0,-1 1 0,1 0 0,0-1 0,1 1 0,-1-1 0,0 0 0,1 0 0,-1 0 0,1 0 0,-1 0 0,1-1 0,0 1 0,0-1 0,0 1 0,0-1 0,0 0 0,0 0 0,0-1 0,0 1 0,1-1 0,-1 1 0,1-1 2,7-3-4,0 0-1,0 0 0,-1-1 0,0-1 0,1 1 0,-1-2 1,-1 1-1,1-2 0,-1 1 0,0-1 0,-1 0 0,1-1 1,-1 0-1,-1-1 0,0 1 0,0-1 0,0-1 1,-1 1-1,-1-1 0,2-4 5,24-28-6,58-60-1697,-65 73-323</inkml:trace>
  <inkml:trace contextRef="#ctx0" brushRef="#br0" timeOffset="160589.704">25826 11063 29726,'0'0'801,"0"0"-425,0 0 96,39 100 48,-6-68-56,2-2-232,5-3-168,-1 1-40,1-3-24,-5 5-304,-9-6-944,-13-9-16092</inkml:trace>
  <inkml:trace contextRef="#ctx0" brushRef="#br0" timeOffset="193540.201">23566 15793 27798,'0'0'2064,"0"0"-1792,0 0-192,0 0 137,-15 125 231,15-80-96,0 10-160,0 12-40,-2 8 72,-5 24 8,-6 23 0,0 22-72,0 6-80,4-28-80,9-37-8,0-28-328,15-29-464,3-14-1545</inkml:trace>
  <inkml:trace contextRef="#ctx0" brushRef="#br0" timeOffset="193866.078">24160 15779 30214,'0'0'667,"0"0"-424,0 0-160,0 0 66,-17 23 82,-52 78-75,65-94-148,0 0 1,0 0 0,1 1-1,0-1 1,1 1 0,-1 0-1,1-1 1,1 1 0,-1 0-1,1 0 1,1 0 0,0 0-1,0 4-8,0 7 22,-3 0 13,1 0 0,1 0 0,1 1 0,1-1 0,1 0 0,0 0 0,2 0 0,0 0 0,1 0 0,0 0 0,2-1 0,0 0 0,1-1 0,1 0 0,5 6-35,-1-8-7,0-1 1,2 0 0,-1-2 0,2 1-1,0-2 1,0 0 0,1-1-1,0-1 1,1 0 0,0-1 0,0-1-1,1-1 1,-1-1 0,2 0 0,-1-2-1,0 0 1,1-1 0,-1-1 0,1 0-1,11-2 7,-7-1-202,0 0-1,0-2 1,0-1-1,0 0 1,0-2-1,-1-1 1,-1 0-1,1-2 1,-1-1 0,-1 0-1,3-4 203,51-30-2283</inkml:trace>
  <inkml:trace contextRef="#ctx0" brushRef="#br0" timeOffset="194115.016">24598 15848 20380,'0'0'10331,"0"0"-9739,-92 148-424,49-31 24,-1 33 192,4 13-56,10-3-216,12-16-112,16-41-160,2-10-392,2-34-953,7-24-2831</inkml:trace>
  <inkml:trace contextRef="#ctx0" brushRef="#br0" timeOffset="194282.476">24739 17024 26758,'0'0'4745,"0"0"-4249,0 0-344,0 0-144,0 0-8,0 0-488,0 0-1305</inkml:trace>
  <inkml:trace contextRef="#ctx0" brushRef="#br0" timeOffset="195619.088">20296 11844 20708,'0'0'6163,"0"0"-4465,0 0-1111,0 0-149,0 0-131,4-12-75,-3 10-219,1-3 8,-1 1 1,1 0 0,0 0-1,0-1 1,0 1 0,0 1-1,1-1 1,0 0 0,0 1-1,0-1 1,0 1 0,0 0-1,1 0 1,-1 0 0,1 0-1,0 1 1,0-1 0,0 1-1,0 0 1,0 0 0,0 1 0,4-2-22,48-8 85,0 3 0,1 2 0,0 2 0,17 3-85,5-1 17,665-14-92,-434 35-552,-178 5-4130,-49-4-13306</inkml:trace>
  <inkml:trace contextRef="#ctx0" brushRef="#br0" timeOffset="196080.805">24197 11564 27638,'0'0'1288,"0"0"-840,0 0 136,0 0 25,0 0-113,163 4-128,-91-12-96,27-6-168,36-6-72,30 3-32,12 7 16,-3 4-16,-19 6-168,-52 0-136,-26 0-1481</inkml:trace>
  <inkml:trace contextRef="#ctx0" brushRef="#br0" timeOffset="199826.051">23590 16559 28422,'0'0'1348,"-1"-25"-872,0 10-436,-1 4-24,1-1 0,0 1 0,1 0 0,0-1 0,1 1 0,1 0 0,-1 0-1,2-1 1,-1 1 0,2 1 0,0-1 0,0 0 0,0 1 0,2 0 0,-1-1-16,18-17 78,0 0 0,2 1 0,1 1-1,1 2 1,1 1 0,1 1 0,0 1 0,2 1-1,1 2 1,0 2 0,1 0 0,28-7-78,-45 17 5,-1 1 0,1 0 0,0 1 1,1 1-1,-1 1 0,0 0 0,1 1 0,0 1 1,-1 0-1,1 1 0,14 4-5,-24-1 0,-1 1 0,-1 0 0,1 0 0,-1 0 0,0 1 0,0 0-1,-1 0 1,1 0 0,-1 1 0,-1-1 0,1 1 0,-1 0 0,0 0 0,-1 0 0,0 0 0,0 1 0,0-1-1,-1 0 1,0 1 0,-1 0 0,0-1 0,0 1 0,0-1 0,-1 1 0,0-1 0,0 1 0,-1-1-1,0 0 1,-3 6 0,-8 22 6,-1-1 0,-2 0 0,-1-1 0,-2-1 0,-1-1 0,-1-1-1,-2 0 1,-1-2 0,-1-1 0,-14 11-6,14-10 22,-2 0-1,-1-2 1,-1-1-1,0-1 1,-2-2-1,-1-1 1,-1-1-1,-27 10-21,58-28 1,-1 0 0,1 0-1,-1-1 1,0 1 0,0-1-1,0 0 1,0 0 0,0 0 0,0 0-1,0 0 1,0-1 0,0 1 0,-1-1-1,1 0 1,0 0 0,0 0 0,0 0-1,0-1 1,-1 1 0,1-1-1,0 0 1,0 0 0,0 0 0,0 0-1,1-1 1,-1 1 0,0-1 0,0 0-1,1 1 1,-1-1 0,1 0-1,0-1 1,-1 1 0,1 0 0,0-1-1,0 1 1,0-1 0,1 0 0,-1 1-1,1-1 1,-1 0 0,1 0-1,-4-19-16,2 1 1,0-1-1,1 0 0,1 0 1,1 0-1,1 0 0,2-7 16,-2 6-6,2 0 0,1 0-1,1 1 1,0 0 0,2-1-1,1 2 1,0-1-1,2 1 1,0 1 0,2 0-1,0 0 1,1 1 0,1 1-1,1 0 1,0 1-1,1 0 1,1 1 0,5-2 6,-3 0 3,2 0 0,0 1 0,0 1 1,2 1-1,0 2 0,1 0 0,0 1 0,0 1 1,2 2-1,-1 0 0,1 2 0,0 0 1,0 2-1,1 1 0,0 1 0,0 2 0,0 0-3,-19 2 2,0 1 0,0 0-1,0 0 1,-1 0 0,1 1-1,-1 0 1,1 1 0,-1 0-1,0 0 1,-1 0-1,1 1 1,-1 0 0,0 0-1,0 1 1,0 0 0,-1 0-1,0 0 1,0 0 0,0 1-1,-1 0 1,0 0-1,0 0 1,-1 0 0,0 1-1,0-1 1,-1 1 0,1 5-2,0-2 16,-1 0 1,0 1 0,0-1 0,-1 0-1,-1 0 1,0 0 0,-1 1 0,0-1 0,0 0-1,-1 0 1,-1 0 0,0 0 0,0 0-1,-1-1 1,-1 1 0,0-1 0,0 0-1,-1-1 1,-4 8-17,-4-2 17,0-1 0,-1 0 0,0-1 0,-1-1 1,0-1-1,-1 0 0,0-1 0,-1 0 0,0-2 0,-1 0 0,0-1 0,0-1 0,0 0 0,-1-2 0,1 0 0,-1-2 0,0 0 0,0-1 1,0-1-1,-2 0-17,16-2-12,-1 0 1,1 1 0,0-2 0,0 1 0,0-1 0,1 0 0,-1 0 0,1-1 0,-1 1-1,1-1 1,0 0 0,1-1 0,-1 1 0,1-1 0,0 0 0,0 0 0,0 0 0,1-1-1,-1 1 1,1-1 0,1 0 0,-1 0 0,1 0 0,0 0 0,0 0 0,1-1 0,0 1-1,0 0 1,1-1 0,-1 1 0,1-1 0,1 1 0,-1 0 0,1-1 0,0 1 0,1 0-1,-1-1 1,1 1 0,0 0 0,1 0 0,0 0 0,0 1 0,0-1 0,0 1-1,5-5 12,1-1-53,1 1 0,0 0 0,1 1 0,0 0-1,0 1 1,1 0 0,0 0 0,1 2 0,0 0-1,0 0 1,0 1 0,2 0 53,-11 3-34,98-35-1293,-7 10-1181</inkml:trace>
  <inkml:trace contextRef="#ctx0" brushRef="#br0" timeOffset="200506.657">25973 16553 29198,'0'0'924,"0"0"-559,0-20-265,0-239 310,1 254-405,-1 0-1,1 0 1,-1 0 0,0 1-1,0-1 1,0 0-1,-1 0 1,0 1-1,0-1 1,0 0 0,0 1-1,-1-1 1,0 1-1,0-1 1,0 1 0,0 0-1,-1 0 1,0 0-1,1 0 1,-2 0-1,1 1 1,0-1 0,-1 1-1,1 0 1,-1 0-1,0 0 1,0 0-1,0 1 1,0 0 0,-1 0-1,1 0 1,-1 0-1,1 0 1,-1 1 0,0 0-1,1 0 1,-6 0-5,2 1 8,0 1 0,0 0 0,0 1 0,0-1 0,0 1 0,0 1 0,1 0 0,-1 0 0,1 0 0,0 1 0,-1 0 0,2 0 0,-1 1 0,0 0 0,1 0 0,0 1 0,0 0 0,1 0 0,0 0 0,0 0 0,-2 4-8,-78 156 0,79-149 11,1-1 0,1 1 0,0 0 1,1 0-1,1 0 0,0 0 0,2 1 1,0-1-1,1 0 0,0 1 0,1-1 0,1 0 1,1 0-1,1 0 0,0-1 0,1 0 1,1 0-1,0 0 0,2 0-11,103 110 109,-96-112-114,0 0-1,0 1 0,-2 1 1,0 1-1,-1 0 1,0 1-1,-2 0 1,0 1-1,-1 0 1,-1 1-1,-1 0 1,3 10 5,-8-12-14,-1 0 0,0 0 0,-2 0 0,0 0 0,-1 0 0,0 0 0,-2 0 1,0 0-1,-1 0 0,-1-1 0,0 0 0,-2 0 0,0 0 0,-1-1 0,0 1 0,-1-2 1,-1 0-1,0 0 0,-2-1 0,1 0 0,-2 0 0,0-2 0,0 0 0,-1 0 0,0-1 0,-1-1 1,-1 0-1,1-1 0,-2-1 0,1 0 0,-12 3 14,21-7 5,-1-1 0,0 1 1,0-1-1,1-1 0,-2 0 0,1 0 1,0 0-1,0-1 0,-1 0 0,1-1 1,0 0-1,-1 0 0,1 0 0,0-1 0,-1-1 1,1 0-1,0 0 0,0 0 0,0-1 1,1 0-1,-1 0 0,0-1 0,1 0 1,0-1-1,0 1 0,-6-7-5,8 1 1,0-1 0,1 0-1,0 0 1,1 0 0,0 0 0,1-1-1,0 1 1,1-1 0,0 1 0,1-1-1,0 0 1,1 1 0,0-1 0,2-3-1,7-34-5,3 0 1,1 1 0,3 1-1,2 0 1,2 2 0,2 0-1,2 2 1,1 0 0,3 2-1,1 1 1,2 1 0,3 0 4,236-247-566,-213 233-717</inkml:trace>
  <inkml:trace contextRef="#ctx0" brushRef="#br0" timeOffset="201654.572">21348 8581 22373,'0'0'2842,"0"0"-1713,0 0-315,0 0 960,0 0-678,0 0-472,12-21-203,35-73-101,-45 89-298,0 0-1,0 0 1,-1 0-1,0-1 1,0 1-1,-1 0 1,1-1-1,-1 1 0,0 0 1,-1-1-1,1 1 1,-1 0-1,0-1 1,-1 1-1,1 0 1,-1 0-1,0 0 1,0 0-1,-1-1-21,-2-6 44,2 1-29,-1 0-1,-1 0 0,0 0 0,0 1 0,-1 0 0,0 0 0,-1 0 1,0 1-1,-1 0 0,0 1 0,0-1 0,0 1 0,-1 1 1,-1 0-1,1 0 0,-1 1 0,0 0 0,-1 1 0,1 0 0,-1 0 1,0 1-1,0 1 0,-10-2-14,8 4-8,1 0 0,-1 1 0,0 1 0,1 0 0,0 0 0,-1 2 0,1-1 0,0 2 0,0-1 0,0 2 0,0 0 0,1 0 0,0 1 0,0 0 0,0 1 0,1 0 1,0 1-1,0 0 0,1 0 0,0 1 0,1 0 0,0 1 0,0 0 0,1 0 0,0 1 0,1 0 0,0 0 0,1 0 0,0 1 0,1 0 0,0 0 0,-1 8 8,1 0-3,0-1-1,1 1 0,2 0 1,0-1-1,1 1 0,0 0 1,2 0-1,1 0 0,0-1 1,1 1-1,1-1 1,1 0-1,1 0 0,6 12 4,17 30-16,3-1 0,3-2 0,26 33 16,-49-73-4,191 279-37,-199-291 30,-1 0 0,0 1-1,0-1 1,-1 1 0,0 0 0,0 0-1,0 0 1,-1 0 0,0 1-1,-1-1 1,1 0 0,-1 1 0,-1-1-1,0 1 1,0-1 0,0 1 0,-1-1-1,0 1 1,0-1 0,-1 1 0,0-1-1,0 0 1,-1 0 0,0 0-1,0 0 1,0 0 0,-1-1 0,0 1-1,-4 3 12,-10 0 1,0-1 0,0-1 0,-1-1 0,0-1 0,0 0 0,-1-1 0,1-1-1,-1-1 1,0-1 0,0-1 0,0 0 0,0-2 0,-11-1-1,19 2 6,-1 1 9,-1 0 0,0-1 0,0-1 0,0 0 0,0-1 0,0 0 0,1-1 0,-1-1 0,1 0 1,0-1-1,0 0 0,0-1 0,1-1 0,0 1 0,0-2 0,1 0 0,0 0 0,0-1 0,1-1 0,0 0 0,0 0 1,1 0-1,1-2 0,0 1 0,0-1 0,1 0 0,1 0 0,0-1 0,0-2-15,0-10-3,2-1 0,1 1-1,1-1 1,1 0 0,1 0-1,1 0 1,1 0 0,2 0 0,1 1-1,0 0 1,2 0 0,1 0-1,1 1 1,1 0 0,1 0-1,13-19 4,2 0-40,1 1-1,3 1 0,1 1 0,2 2 1,2 1-1,1 2 0,2 2 0,16-11 41,161-96-1105,-134 96-625</inkml:trace>
  <inkml:trace contextRef="#ctx0" brushRef="#br0" timeOffset="202295.977">25249 8905 22661,'0'0'5206,"0"0"-3648,0 0-1021,-11-17-127,-40-50-21,49 65-373,1 1-1,-1-1 1,0 1 0,1-1-1,-1 1 1,0 0-1,0-1 1,0 1 0,0 0-1,0 0 1,0 1-1,0-1 1,0 0 0,0 1-1,-1-1 1,1 1-1,0 0 1,0-1 0,0 1-1,-1 0 1,1 1-1,0-1 1,0 0-1,0 1 1,-1-1 0,1 1-1,0-1 1,0 1-1,0 0 1,0 0 0,-2 1-16,4-2 2,-11 8 16,0 0-1,0 0 1,1 1 0,1 0 0,0 1 0,0 0 0,0 0 0,2 1 0,-1 0 0,1 0 0,1 1 0,0 0-1,0 0 1,-2 11-18,3-8 6,2-1-1,-1 1 0,2 0 0,0 0 1,0 0-1,2 0 0,0 0 1,1 0-1,0 0 0,1 0 0,0 0 1,2 0-1,0-1 0,0 1 0,1-1 1,1 0-1,1 0 0,0-1 0,7 11-5,84 117 14,57 105-9,-150-236-4,-1-1 0,1 1 1,-2 0-1,0 0 0,0 0 0,0 1 0,-1-1 0,-1 1 0,0-1 1,0 1-1,-1-1 0,-1 1 0,0 0 0,0-1 0,-1 1 1,0-1-1,-1 0 0,0 0 0,0 0 0,-1 0 0,-1 0 0,-1 2-1,-11 1 15,0 0 0,-1-1 0,0-1 0,-1-1 0,-1-1 0,1 0 0,-1-1 0,0-2 0,-1 0 0,0-1 0,0-1 0,0 0 0,0-2 0,-1-1 0,1 0 0,-1-2 0,1-1 0,-21-3-15,38 5 8,1 0 1,-1-1-1,1 1 0,-1 0 1,1-1-1,-1 0 1,1 0-1,0 0 0,-1 0 1,1-1-1,0 1 1,0-1-1,0 0 0,0 0 1,0 0-1,0 0 1,1-1-1,-1 1 0,1-1 1,-1 1-1,1-1 1,0 0-1,0 0 1,0 0-1,1 0 0,-1 0 1,1 0-1,0-1 1,-1 1-1,1 0 0,1-1 1,-1 1-1,0-1 1,1 1-1,0-1 0,0 1 1,0-1-1,0 1 1,0-1-1,1 1 0,0-1 1,0 1-1,0-1-8,3-15 1,1 0-1,1 1 0,1-1 1,0 1-1,2 1 1,0-1-1,1 2 0,0-1 1,1 1-1,7-6 0,538-655-1172,-491 591-910</inkml:trace>
  <inkml:trace contextRef="#ctx0" brushRef="#br0" timeOffset="206712.951">19914 12724 15571,'0'0'3892,"0"0"1910,0 0-3661,0 0-1078,0 0-163,-6-14-229,-19-43-138,19 50-51,6 11-429,14 155 190,81 1194 277,-79-924-748,-5-473-2562,-4-8-1946</inkml:trace>
  <inkml:trace contextRef="#ctx0" brushRef="#br0" timeOffset="207061.863">19993 12558 28070,'0'0'1136,"0"0"-622,0 0-342,21-4-86,-5 1-64,-6 1-2,0 0 0,0 0 0,0 1-1,0 0 1,1 1 0,-1 0 0,0 1-1,1 0 1,-1 1 0,0 0-1,0 0 1,7 3-20,125 35 148,3-6 0,1-7 0,59 1-148,-94-13 67,121 15 10,1-11-1,35-9-76,389-9 22,-461 18-681,-142-5-903</inkml:trace>
  <inkml:trace contextRef="#ctx0" brushRef="#br0" timeOffset="207512.778">23093 12730 28510,'0'0'775,"0"0"-74,0 0-294,0 0-144,0 0 44,0 25 111,0 353 584,6-162-876,9 0 0,9 0-1,12 7-125,39 150-2032,-63-302-690</inkml:trace>
  <inkml:trace contextRef="#ctx0" brushRef="#br0" timeOffset="265664.679">343 16172 27326,'0'0'2422,"0"0"-1562,0 0-463,0 0-90,0 0-62,-16-13-95,-44-46-100,59 58-48,1-1-1,0 0 0,-1 0 1,1 0-1,0 0 0,0 1 1,0-1-1,0 0 0,1 0 1,-1 0-1,0 1 0,1-1 1,-1 0-1,1 0 0,0 1 1,0-1-1,-1 0 0,1 1 1,0-1-1,0 1 0,1-1 0,-1 1 1,0-1-1,0 1 0,1 0 1,-1 0-1,1 0 0,-1 0 1,1 0-1,-1 0 0,1 0 1,0 0-1,-1 0 0,1 1 1,0-1-1,0 1 0,-1-1 1,1 1-1,1 0-1,2-3 4,6-2-3,0 0-1,0 1 0,1 0 0,-1 1 0,1 0 0,-1 0 0,1 1 0,0 1 0,0 0 0,0 1 0,0 0 0,0 1 0,0 0 0,0 1 0,-1 0 0,1 1 0,0 0 0,-1 1 0,0 0 0,0 1 0,0 1 0,-1-1 0,1 1 0,-1 1 1,-1 0-1,1 1 0,-1-1 0,-1 2 0,1-1 0,-1 1 0,6 9 0,-5 0-2,0-1 0,-1 2 1,-1-1-1,0 1 0,-2 0 0,0 0 0,-1 1 1,-1-1-1,0 1 0,-2 0 0,-1 0 1,0 0-1,-1-1 0,-1 1 0,-1 0 1,-1-1-1,-1 1 0,0-1 0,-1 0 1,-1-1-1,-1 0 0,-1 0 0,-1 0 1,0-1-1,-2 1 2,-10 16-113,-2-1 1,-1-1 0,-1-1 0,-2-2-1,-1 0 1,-1-2 0,-2-1-1,0-2 1,-24 13 112,55-48-2025,15-17-1481</inkml:trace>
  <inkml:trace contextRef="#ctx0" brushRef="#br0" timeOffset="265945.869">1152 15864 29078,'0'0'908,"0"0"-525,-21 19-207,-4 2-99,-96 107 369,101-98-422,1 1-1,2 1 1,1 1-1,2 1 1,1-1 0,2 2-1,1 0 1,1 0-1,3 1 1,0 0 0,3 0-1,0 0 1,3 10-24,-1-37-12,1 0 0,-1 0 0,2 1 0,-1-1 0,1 0 0,1 0 0,0 0 0,0 0 0,1 0 0,0 0 0,0 0 0,1-1 0,0 0 0,0 0 0,1 0 0,0 0 0,1 0 0,0-1 0,0 0 0,0-1 0,1 1 0,0-1 0,0 0 0,1-1 0,0 0 0,0 0 0,0-1 0,0 0 0,1 0 0,-1-1 0,1 0 0,5 1 12,-5-3-125,0 0 1,0-1 0,0 0 0,0 0 0,0-1-1,0 0 1,0-1 0,0 0 0,-1 0 0,1-1-1,-1 0 1,1 0 0,0-2 124,36-24-5077,-1-10-14165</inkml:trace>
  <inkml:trace contextRef="#ctx0" brushRef="#br0" timeOffset="266213.782">1211 16393 28942,'0'0'856,"0"0"-736,0 0-64,0 0 136,133 47 24,-65-37-71,11-2-41,9-4-32,2-4-72,24 0-577,-18 2-1223,-26-2-17612</inkml:trace>
  <inkml:trace contextRef="#ctx0" brushRef="#br0" timeOffset="266380.152">1702 16178 28134,'0'0'1944,"0"0"-1744,-31 122-136,20-55 81,-2 10 119,11 2-184,2 4-80,0-4-240,6 10-481,10-22-999,-1-18-9978</inkml:trace>
  <inkml:trace contextRef="#ctx0" brushRef="#br0" timeOffset="266991.849">2318 16135 26478,'0'0'820,"0"0"-415,0 0 121,0 0 130,0 0-288,0 0-161,5 5 129,0 5-278,-1-1 0,0 1 0,-1-1 0,1 1 1,-2 0-1,1 1 0,-2-1 0,1 0 0,-1 0 1,-1 1-1,0-1 0,0 1 0,-1-1 0,-1 3-58,1 23 139,0 21-5,0-31-80,0 1-1,2 0 1,0-1 0,2 1 0,1-1-1,6 20-53,-10-44 1,1-1 0,-1 1 0,0 0 0,0-1 0,1 1 0,-1 0 0,1 0 0,-1-1 0,1 1 0,0-1 0,0 1 0,0-1 0,0 1 0,0-1 0,0 1 0,0-1 0,0 0 0,0 0 0,1 0 0,-1 1 0,0-1 0,1 0-1,-1-1 1,1 1 0,-1 0 0,1 0 0,0-1 0,-1 1 0,1-1 0,0 1 0,-1-1 0,1 0 0,0 1 0,0-1 0,-1 0 0,1 0 0,0 0 0,0-1 0,-1 1 0,1 0 0,0-1 0,-1 1 0,1-1 0,0 1 0,-1-1 0,1 0 0,-1 0 0,1 1 0,-1-1-1,1 0 1,-1-1 0,0 1 0,1 0 0,-1-1-1,24-24 15,-2-2 0,-1-1-1,-1 0 1,-1-2-1,-2 0 1,5-14-15,-2 7-10,18-30-61,-3-2 0,-3-1 1,-4-2-1,-2-1 0,0-14 71,-23 112 94,27 455 114,44 263 24,-70-706-201,-2 1 0,-2 0 0,-1 0 0,-2 0 0,-1 0 0,-2-1 1,-2 1-1,-1-1 0,-3 5-31,9-37 8,1 1 1,-1-1 0,0 1-1,0-1 1,0 0-1,-1 1 1,1-1 0,-1 0-1,0-1 1,0 1 0,0-1-1,-1 1 1,1-1-1,-1 0 1,0 0 0,0 0-1,0-1 1,0 1 0,-1-1-1,1 0 1,0 0-1,-1-1 1,0 0 0,1 1-1,-1-1 1,0-1-1,0 1 1,1-1 0,-1 1-1,0-2 1,0 1 0,0 0-1,1-1 1,-1 0-1,0 0 1,1 0 0,-1-1-1,1 1 1,-2-2-9,-6-6-8,1-1 0,0 0 0,0-1 0,1 0-1,1-1 1,-1 0 0,2-1 0,0 1 0,1-2 0,0 1 0,0-1 0,2 0 0,0 0 0,0-1 0,2 1 0,0-1 0,0-1 8,-1-5-24,1 0 1,0-1-1,2 1 1,0-1-1,2 1 1,0-1 0,2 1-1,0 0 1,1 0-1,1 0 1,1 0 0,1 1-1,1 0 1,1 0-1,0 1 1,2 0-1,0 0 1,3-2 23,207-265-2682,-183 232-595</inkml:trace>
  <inkml:trace contextRef="#ctx0" brushRef="#br0" timeOffset="267295.623">1 17797 29294,'0'0'736,"0"0"-680,0 0-56,206-5 320,-20-17 249,38-6-121,21-3-152,-4 3 72,-19 6-112,-1 7-136,3 3-88,4 0-24,6 2-8,3 10-304,-60 0-688,-34 0-2065</inkml:trace>
  <inkml:trace contextRef="#ctx0" brushRef="#br0" timeOffset="267646.4">3422 16300 29214,'0'0'1417,"0"0"-1417,0 0-88,0 0 48,112 50 16,-61-33-225,-10-3-1719</inkml:trace>
  <inkml:trace contextRef="#ctx0" brushRef="#br0" timeOffset="267926.897">3604 16638 30719,'0'0'696,"0"0"-608,0 0-88,0 0-48,0 0-616,123 65-2241</inkml:trace>
  <inkml:trace contextRef="#ctx0" brushRef="#br0" timeOffset="272897.745">51 17285 30198,'0'0'1225,"0"0"-1073,0 0-96,147-54 216,-70 39 104,10 1-144,10-2-144,2 2-72,-3 2 0,-6 0 0,-2 3-16,15 5-80,-27 2-432,-12 2-1129</inkml:trace>
  <inkml:trace contextRef="#ctx0" brushRef="#br0" timeOffset="275725.445">6752 15957 24077,'0'0'3075,"0"0"-1474,0 0-1054,0 0-291,-23 27 60,16-19-288,-37 44 189,2 1 0,3 3 0,-19 36-217,-271 573 793,216-420-636,96-213-205,2 0 0,2 2 0,1 0 0,1 0 0,2 1-1,1 0 1,2 0 0,0 20 48,29-58-1223,65-109-1216,-48 44-3394</inkml:trace>
  <inkml:trace contextRef="#ctx0" brushRef="#br0" timeOffset="276011.344">6802 16020 28374,'0'0'808,"27"211"-104,-8-75-240,1-2-119,-5-5-49,-4-3-152,-6-20-64,-5-25-56,0-25-24,0-15 0,-5-2 0,-6-3-64,-2-3-80,0-13-168,-11-8-265,4-6-479,-2-6-2849</inkml:trace>
  <inkml:trace contextRef="#ctx0" brushRef="#br0" timeOffset="276288.925">6298 16914 28582,'0'0'656,"0"0"-520,0 0 120,127 6 80,-63-6-136,4-2-104,-5-8-72,5 2-24,2 0-96,20 2-328,-15 0-528,-16-2-2489</inkml:trace>
  <inkml:trace contextRef="#ctx0" brushRef="#br0" timeOffset="276559.031">7344 16397 28342,'0'0'712,"0"0"-512,-5 128 48,-1-59 248,1 10-80,-1 6-135,-5 8-129,-2-1-96,0-3-16,-3-4-40,5-12-40,11-14-360,0-21-585,0-25-1767</inkml:trace>
  <inkml:trace contextRef="#ctx0" brushRef="#br0" timeOffset="276811.127">7265 16340 28598,'0'0'851,"0"0"-512,0 0-142,24 18 92,78 63-11,-81-68-257,-1 1 1,-1 1-1,0 0 0,-2 2 1,1 0-1,-2 1 0,0 0 1,-1 2-1,-1 0 0,-1 0 1,-1 1-1,-1 0 0,-1 1 1,0 1-1,-2 0 0,-1 0 1,0 0-1,-2 1 0,-1 0 1,0 0-1,-2 0 0,-1 0 1,-1 9-22,-6-10 6,-1-1-1,-1 0 1,-1 0 0,0 0 0,-2-2 0,0 1 0,-2-1 0,0-1 0,-1 0 0,-1-1-1,-1-1 1,0 0 0,-12 8-6,19-15-2,-134 114-834,130-118-19,7-5-813</inkml:trace>
  <inkml:trace contextRef="#ctx0" brushRef="#br0" timeOffset="277110.98">7936 16383 29686,'0'0'562,"0"0"-346,0 0-48,4 21 109,33 238 34,-31-186-574,-4 1 1,-3-1-1,-3 0 1,-3 1-1,-3-2 1,-3 1-1,-22 65 263,25-123-2378,5-15-3373</inkml:trace>
  <inkml:trace contextRef="#ctx0" brushRef="#br0" timeOffset="277411.145">8028 16241 27886,'0'0'1150,"0"0"-650,0 0-222,0 0 190,20 2 2,-1 0-375,-10-2-66,0 0 0,1 1 0,-1 1 0,1-1 0,-1 1 0,0 1 0,0 0 0,0 0 0,-1 1 0,1 0 0,-1 1 0,8 4-29,2 5 17,-1 0 1,0 1 0,-1 0 0,0 2-1,-2 0 1,0 0 0,0 1 0,-2 1-1,0 0 1,-2 1 0,0 0 0,-1 1-1,-1 0 1,-1 0 0,0 1 0,-2 0-1,-1 0 1,-1 0 0,0 1 0,-2-1-1,-1 1 1,0-1 0,-4 19-18,-2-15-69,-1-2 0,-2 1 0,0-1 0,-2 0 0,0-1 0,-1 0 0,-2-1 0,0-1 0,-2 0 0,0-1 0,-1 0 0,-1-1 0,-1-2 0,0 1 0,-2-2 0,1-1 0,-2-1 0,-10 6 69,-30 23-1899</inkml:trace>
  <inkml:trace contextRef="#ctx0" brushRef="#br0" timeOffset="277911.133">5649 17673 27998,'0'0'845,"0"0"-359,0 0-274,0 0 136,0 0 68,23-14-98,2-3-249,123-58 156,-98 64-89,1 3-1,0 1 0,0 3 1,0 2-1,34 4-135,-35-2 59,1001 42 827,-76-67-762,-612 15-352,-248 29-1350,-85-3-1017</inkml:trace>
  <inkml:trace contextRef="#ctx0" brushRef="#br0" timeOffset="278394.317">7037 18060 28878,'0'0'678,"0"0"-366,18 3 49,-3-1-259,-6-2-50,1 2 0,-1-1 0,0 1 1,0 0-1,0 1 0,0 0 0,0 1 0,-1 0 1,1 0-1,-1 0 0,0 1 0,0 1 0,1 1-52,29 32 48,-2 3-1,-2 0 0,-2 2 1,-2 2-1,-2 1 1,-2 1-1,-2 1 0,-2 1 1,-1 4-48,-10-28 7,14-1-2141,-22-25-857</inkml:trace>
  <inkml:trace contextRef="#ctx0" brushRef="#br0" timeOffset="278661.689">7565 18013 27318,'0'0'3145,"0"9"-2873,-129 121-184,50-34-56,-20 29-32,-21 11-232,23-24-1129,16-35-9769</inkml:trace>
  <inkml:trace contextRef="#ctx0" brushRef="#br0" timeOffset="282391.589">10960 15922 30038,'0'0'747,"0"0"-492,0 0-192,0 0 65,0 0 100,20 13-39,200 149 274,462 473 193,-317-352-656,-334-248-35,-70-32-996,-7-49-2205,30 6-2088</inkml:trace>
  <inkml:trace contextRef="#ctx0" brushRef="#br0" timeOffset="282652.106">12306 15987 29942,'0'0'697,"0"0"-513,0 0 184,-120 99 96,54-40-120,-15 14-168,-31 21-80,-30 29-72,-29 21 24,-3 4-40,30-24-8,41-29-40,22-7-232,30-28-232,7-7-1089</inkml:trace>
  <inkml:trace contextRef="#ctx0" brushRef="#br0" timeOffset="283242.066">10507 17443 29198,'0'0'632,"0"0"-576,0 0-56,162 21 304,-28-9 41,47 4-49,26 0-56,1 0-80,-9-1-56,-17-5-80,7-4-24,-10-2-360,-43-4-945,-33 0-3144</inkml:trace>
  <inkml:trace contextRef="#ctx0" brushRef="#br0" timeOffset="284134.417">10958 18084 27758,'0'0'607,"0"0"-407,17-19-87,102-114 711,7 23 226,-123 110-1048,-1 0 0,0 0 0,0 0 0,0 0 0,0 0-1,0 1 1,0-1 0,0 1 0,0-1 0,0 1 0,0 0 0,0-1 0,0 1 0,0 0 0,0 0 0,0 1 0,-1-1 0,1 0 0,0 0-1,-1 1 1,1-1 0,-1 1 0,1 0 0,-1-1 0,0 1 0,0 0 0,0 0 0,0 0 0,0 0 0,0 0 0,-1 0 0,1 0 0,0 0-1,-1 0 1,0 0 0,1 0 0,-1 0 0,0 0 0,0 0 0,0 0 0,0 0 0,-1 1 0,1-1 0,-1 0 0,1 0 0,-2 2-2,3 5 11,3 63 6,-4-58-15,-1 1 1,2-1-1,0 0 0,1 0 0,0 0 0,1 0 0,0 0 0,1 0 0,1-1 0,0 1 0,1-1 1,4 5-3,-8-16 1,1 0 1,0-1-1,0 1 1,0-1-1,0 0 1,0 0-1,0 0 1,0 0-1,0 0 1,0-1-1,0 0 1,0 1-1,1-1 1,-1 0-1,0-1 1,0 1-1,0 0 0,1-1 1,-1 0-1,0 0 1,0 0-1,0 0 1,0 0-1,0 0 1,-1-1-1,1 0 1,0 1-1,-1-1 1,1 0-1,-1 0 1,1 0-1,-1-1 1,0 1-1,0-1 1,0 1-1,0-1 1,-1 0-1,1 1 1,-1-1-1,1 0 1,0-3-2,23-26 54,-1-2-1,-1 0 1,-2-2 0,-2 0 0,-1-1 0,-2-1-1,-1-1 1,-2 0 0,-2-2-54,-8 16 284,-19 518-101,15-436-220,-3 0 0,-2 0 0,-2 0 0,-3-1 1,-2 0-1,-3-1 0,-2-1 0,-25 50 37,41-98-3,-1 0 0,0 0 0,0 0 0,-1-1-1,1 1 1,-1-1 0,-1 0 0,1 0 0,-1 0 0,0 0 0,0-1 0,0 0 0,0 0-1,-1 0 1,0-1 0,0 0 0,0 0 0,0 0 0,0-1 0,0 0 0,-1 0 0,1-1-1,-1 1 1,0-1 3,2 0 4,1 0-1,-1-1 0,0 1 0,1-1 0,-1 0 0,0 0 1,1 0-1,-1-1 0,1 0 0,-1 0 0,1 0 1,-1 0-1,1-1 0,-1 1 0,1-1 0,0 0 1,0-1-1,0 1 0,0-1 0,0 1 0,1-1 0,-1-1 1,1 1-1,0 0 0,0-1 0,0 1 0,0-1 1,1 0-1,-1 0 0,1 0 0,0 0 0,0-1 1,1 1-1,-1 0 0,1-1 0,0 1 0,0-1 0,0 1 1,1-1-1,-1 0 0,1 0-3,3-11 20,0-1 0,1 1 0,0 0 0,1 0-1,1 1 1,1-1 0,0 1 0,1 1 0,0-1 0,2 1 0,-1 1 0,2 0 0,4-5-20,-3 2 6,50-62-355,4 2 1,3 3-1,67-55 349,-59 58-2905</inkml:trace>
  <inkml:trace contextRef="#ctx0" brushRef="#br0" timeOffset="289820.792">9547 15243 17788,'0'0'7152,"-19"-14"-5324,-124-96-1397,130 99-576,1-1-1,0 0 1,1 0-1,0-1 1,1-1 0,0 0-1,1 0 1,1-1-1,0 0 1,1 0-1,0-1 1,2 0-1,0 0 1,0 0 0,2-1-1,0 1 1,1-1-1,1 0 1,0-2 145,0 1 796,0-17 1371,-2 46 320,-51 191-1277,31-138-1103,-26 83-89,-192 521-941,238-664-684,3-6-1631</inkml:trace>
  <inkml:trace contextRef="#ctx0" brushRef="#br0" timeOffset="290074.726">9325 14983 24525,'0'0'4473,"0"0"-3945,42 120-200,-29-43-96,-2 12 24,-4 6-71,-7-1-113,0-1-72,0-8-88,-11-12-761,-7-26-791,-2-21-1585</inkml:trace>
  <inkml:trace contextRef="#ctx0" brushRef="#br0" timeOffset="290341.842">9001 15409 17924,'0'0'1664,"0"0"6010,0 0-7002,0 0-224,0 0 224,123 26-400,-64-9-184,28-7-88,-8-6-552,-13-4-3409</inkml:trace>
  <inkml:trace contextRef="#ctx0" brushRef="#br0" timeOffset="290575.544">9772 14971 24453,'0'0'3945,"-10"22"-2815,-94 258 9,91-218-1024,3 0 0,3 1 0,2 0 0,3 22-115,2-84-1,-1 0 1,1 0-1,0 0 0,0 0 1,0 0-1,0 0 1,0 0-1,0 0 1,0 0-1,0 0 1,0 1-1,0-1 1,0 0-1,1 0 1,-1 0-1,1 0 1,-1 0-1,0 0 0,1 0 1,0 0-1,-1 0 1,1 0-1,0-1 1,-1 1-1,1 0 1,0 0-1,0 0 1,0-1-1,-1 1 1,1-1-1,0 1 0,0 0 1,0-1-1,0 0 1,0 1-1,0-1 1,0 1-1,0-1 1,1 0-1,-1 0 1,0 0-1,0 0 1,0 0-1,0 0 0,0 0 1,0 0-1,0 0 1,0 0-1,0 0 1,2-1 0,46-32-127,-18-10-280,-1-1-1,-3-1 1,-2-2-1,-1 0 0,-3-1 1,-2-2-1,9-35 408,15-35 117,-33 241 2165,-10-92-2134,-2 7-57,2 1 0,1 0 1,2-1-1,2 0 0,1 1 1,2-2-1,1 1 0,2 1-91,-10-36-18,-1 1 0,1 0 0,-1-1 0,1 1 0,-1 0 0,1-1 0,0 1 0,0 0 0,0-1 0,-1 1 0,2-1 0,-1 0-1,0 1 1,0-1 0,0 0 0,1 0 0,-1 0 0,0 0 0,1 0 0,-1 0 0,1 0 0,0 0 0,-1 0 0,1-1 0,0 1 0,-1-1-1,1 1 1,0-1 0,-1 0 0,1 1 0,0-1 0,0 0 0,-1 0 0,1 0 0,0-1 0,0 1 0,-1 0 0,1-1 0,0 1 0,0-1 0,-1 1-1,1-1 1,-1 0 0,1 0 0,-1 0 0,1 0 0,-1 0 0,1 0 0,-1 0 0,0 0 0,2-2 18,23-28-2557,-5-7-5038</inkml:trace>
  <inkml:trace contextRef="#ctx0" brushRef="#br0" timeOffset="291124.838">10312 14916 18340,'0'0'8882,"-14"20"-6536,-78 155-1186,74-107-943,2 1-1,4 0 1,2 1 0,4 0-1,3 0 1,3 6-217,-1-74 11,0 1 0,0 0 0,1-1-1,-1 1 1,1 0 0,0 0 0,0-1 0,0 1 0,0 0-1,1 0 1,-1-1 0,1 1 0,-1 0 0,1-1 0,0 1-1,0-1 1,0 1 0,0-1 0,1 1 0,-1-1-1,1 1 1,-1-1 0,1 0 0,0 0 0,0 0 0,0 0-1,0 0 1,0-1 0,0 1 0,1-1 0,-1 1 0,1-1-1,-1 0 1,1 0 0,-1 0 0,1 0 0,-1 0-1,1 0 1,0-1 0,0 1 0,-1-1 0,1 0 0,1 0-11,4 0 9,0 0 1,-1-1-1,1 0 1,0-1-1,-1 1 1,0-1-1,1-1 1,-1 1-1,0-1 1,0-1-1,0 1 1,-1-1-1,1 0 0,-1-1 1,0 0-1,0 1 1,2-4-10,15-12-323,0-2 0,-2 0 0,0-2 1,-2 0-1,0-1 0,7-16 323,-8 9-985,-1-1 0,-2-1 0,-1 0 1,-2-1-1,-2 0 0,0-1 0,-3 0 1,2-20 984,-9 49-1730,9-64-12115,-6 23 11944,-3 8 7825,-4 3 9028,4 38-14885,0 0-1,0-1 0,0 1 1,0 0-1,0-1 0,0 1 0,0 0 1,-1 0-1,1-1 0,0 1 1,-1 0-1,1-1 0,0 1 1,-1 0-1,1-1 0,-1 1 1,1-1-1,-1 1 0,1 0 0,-1-1 1,1 1-1,-1-1 0,0 0 1,1 1-1,-1-1 0,0 0 1,1 1-1,-1-1 0,0 0 1,1 1-1,-1-1 0,0 0 0,0 0 1,1 0-1,-1 0 0,0 0 1,0 0-1,1 0 0,-1 0 1,0 0-1,0 0 0,1 0 1,-1-1-1,0 1 0,1 0 0,-1 0 1,0-1-1,1 1 0,-1-1 1,0 1-1,1 0 0,-1-1 1,0 1-1,1-1 0,-1 1 1,1-1-1,-1 0 0,1 1 0,0-1 1,-1 1-1,1-1 0,-1 0 1,1 1-1,0-1 0,0 0 1,-1 0-1,1 1 0,0-1-66,-19 77 433,3 0-1,3 2 1,4 0-1,2 15-432,6-74 45,-6 310 173,6-324-301,1 0 0,0-1 0,1 1 1,-1 0-1,1 0 0,0-1 0,0 1 1,0-1-1,1 1 0,-1-1 0,1 1 1,0-1-1,0 0 0,1 0 0,0 0 1,-1 0-1,1 0 0,3 2 83,5 2-2102</inkml:trace>
  <inkml:trace contextRef="#ctx0" brushRef="#br0" timeOffset="291540.921">9417 16683 4097,'0'0'25149,"0"0"-24317,0 0-287,0 0 39,0 0-80,134 30-152,-66-30-168,2-12-40,0-2-72,-4 2-48,-11 6-24,-7 6 0,-9 0-200,-4 0-408,-8 0-769,-16 0-1911</inkml:trace>
  <inkml:trace contextRef="#ctx0" brushRef="#br0" timeOffset="291822.655">9770 16306 29790,'0'0'801,"0"0"-465,0 0 176,-9 162-80,9-73-184,9 35-168,20 50-80,-10-4-304,-3-36-1465,-8-44-10281</inkml:trace>
  <inkml:trace contextRef="#ctx0" brushRef="#br0" timeOffset="293799.429">13260 16356 29366,'0'0'856,"0"0"-639,0 0 239,0 0 8,157-24-192,-78-2-160,5-1-56,-1 1-32,-11 7-24,-12 7 0,-10 12-88,-19 13-536,-20 7-1601</inkml:trace>
  <inkml:trace contextRef="#ctx0" brushRef="#br0" timeOffset="294056.62">13323 16689 28710,'0'0'1704,"0"0"-1559,0 0-17,0 0 256,171-22-144,-105 21-152,19 4-88,-14 19-208,-21 0-2025</inkml:trace>
  <inkml:trace contextRef="#ctx0" brushRef="#br0" timeOffset="296560.429">15493 15399 6609,'0'0'19447,"0"0"-15142,0 0-4077,0 0-37,-16 24 156,-127 223 158,-225 563 27,35 7-509,312-767-142,38-67-677,8-18-340,3-15-1434</inkml:trace>
  <inkml:trace contextRef="#ctx0" brushRef="#br0" timeOffset="296816.632">15349 15831 29686,'0'0'769,"0"0"-593,0 0-112,54 166 24,-47-50 64,-7 36-64,0 16-56,-2-1-24,-14-9-8,1-41-64,2-33-360,0-30-377,2-27-695,-18-21-328,5-4-753,-6-2-9097</inkml:trace>
  <inkml:trace contextRef="#ctx0" brushRef="#br0" timeOffset="297072.713">14847 16502 25701,'0'0'4377,"0"0"-3968,0 0-361,0 0 24,0 0 264,155 55-96,-76-45-144,7 2-56,1 2-40,1 3 0,11 1-288,-23-4-1089,-19-8-4984</inkml:trace>
  <inkml:trace contextRef="#ctx0" brushRef="#br0" timeOffset="297322.673">15870 16131 29822,'0'0'1193,"0"0"-1065,-46 142-80,29-67 72,-1 20 48,1 23-120,1 24-48,5-12-152,7-37-648,0-44-2513</inkml:trace>
  <inkml:trace contextRef="#ctx0" brushRef="#br0" timeOffset="297523.923">15824 15967 26366,'0'0'3440,"0"0"-2559,0 0-769,23 9-62,2-1-33,115 61 141,-129-60-151,0 0-1,0 0 1,-1 1-1,0 0 1,-1 1 0,0 0-1,-1 1 1,0 0 0,-1 0-1,0 0 1,-1 1-1,0 0 1,-1 1 0,-1-1-1,0 1 1,-1 0 0,0 0-1,-1 0 1,-1 0-1,0 0 1,-1 0 0,0 0-1,-1 1 1,-1-1-1,0 0 1,-1 0 0,-1-1-1,-2 7-6,-15 35 1,-4-1-1,-1-1 1,-3 0-1,-2-3 1,-2 0-1,-3-2 0,-91 107-840,68-114-1521,17-26-2410,6-8-2309,-1-2-3658,-21-1 5316</inkml:trace>
  <inkml:trace contextRef="#ctx0" brushRef="#br0" timeOffset="297789.941">16298 15983 29342,'0'0'1401,"0"0"-1249,0 0-96,39 144-8,-32-75 104,-7 24-64,0-4-56,0 1-16,-13-3-16,-5-22 0,3-6 0,-1-13-48,3-29-104,2-9-681,2-8-2599</inkml:trace>
  <inkml:trace contextRef="#ctx0" brushRef="#br0" timeOffset="298039.169">16486 15945 30134,'0'0'585,"0"0"-417,0 0-120,151 146 200,-100-96-24,-3 1-128,-13 2-32,-11 3-32,-17 1 40,-7 4 64,-22 4-32,-24 4-56,-18 6-24,-47 36-24,14-19-144,-2-19-1000</inkml:trace>
  <inkml:trace contextRef="#ctx0" brushRef="#br0" timeOffset="301572.476">18444 16813 576,'0'0'3433,"0"0"-3433</inkml:trace>
  <inkml:trace contextRef="#ctx0" brushRef="#br0" timeOffset="301838.502">18444 16813 6953,'-103'-68'3273,"46"48"4462,41 19-3551,-83-23 3296,121 17-6736,474-79-102,-260 41-409,174-10-233,-404 54-11,16-2-66,1 1 0,-1 1 0,1 0 0,-1 2 0,1 1 0,-1 1 1,0 0-1,0 2 0,0 1 0,4 2 77,8 7-1107,-11-6-820</inkml:trace>
  <inkml:trace contextRef="#ctx0" brushRef="#br0" timeOffset="302021.788">19437 16265 27038,'0'0'1392,"0"0"-952,116 41 16,-62-15 40,3 4 16,-6 5-127,-7 1-177,-16 3-112,-12 1-32,-16 3-48,0 4 8,-33 5-24,-44 21-96,9-14-673,-9-12-1855</inkml:trace>
  <inkml:trace contextRef="#ctx0" brushRef="#br0" timeOffset="302721.58">16881 16788 27238,'0'0'2411,"0"0"-1651,0 0-628,21-10 11,249-147 237,10-58-327,-249 190-51,-28 23-4,-3 3 0,0-1 1,-1 0-1,1 1 1,0-1-1,0 0 1,0 1-1,0-1 0,0 1 1,0-1-1,0 0 1,0 1-1,0-1 1,0 0-1,0 1 0,0-1 1,0 1-1,0-1 1,0 0-1,0 1 1,0-1-1,0 0 0,0 1 1,1-1-1,-1 0 1,0 1-1,0-1 1,0 0-1,1 1 1,-1-1-1,0 0 0,0 0 1,1 1-1,-1-1 1,0 0-1,1 0 1,-1 1-1,0-1 0,1 0 1,-1 0-1,0 0 1,1 0-1,-1 0 1,0 1-1,1-1 1,-1 0-1,0 0 0,1 0 1,-1 0-1,1 0 1,-1 0-1,0 0 1,1 0-1,-1 0 0,0-1 1,1 1-1,-1 0 1,1 0-1,-1 0 1,0 0-1,1 0 0,-1-1 1,0 1 1,-59 321-44,22 12 64,38-327-18,0 0 0,0 0 0,0 0 0,1 0 0,0-1 0,0 1 0,0 0 0,1-1 0,0 0 0,0 0 0,0 1 0,0-2 0,1 1 0,0 0 0,0-1 0,0 0 0,1 0 0,-1 0 0,1 0 0,0-1 0,0 0 0,0 0 0,1 0 0,-1 0 0,1-1 0,-1 0 0,1 0 0,0-1 0,0 0 0,0 0 0,0 0 0,0 0 0,0-1-1,0 0 1,0-1 0,0 1 0,0-1 0,-1 0 0,1 0 0,0-1 0,0 0 0,-1 0 0,1 0 0,-1-1 0,3-1-2,6-6 0,1 0 0,-2-1-1,0-1 1,0 0 0,-1-1-1,0-1 1,-1 1 0,-1-2-1,0 1 1,-1-2 0,-1 1-1,5-13 1,19-41-11,-2-1 0,-4-2 0,-2 0 0,-4-2 0,-3 0 0,-2-11 11,-4-81 58,48 649 89,-48-403-78,-2-1-1,-4 1 1,-4 0-1,-3 0 1,-4 0 0,-3 0-1,-5 7-68,1-32 14,-2 0 0,-3-1 0,-2 0 0,-2-2 1,-3-1-1,-2 0 0,-12 13-14,36-57 1,0-1-1,-1 0 1,0-1 0,0 1 0,0-1 0,-1 1 0,0-1-1,0-1 1,0 1 0,0-1 0,-1 0 0,0 0 0,0 0-1,0-1 1,0 0 0,0 0 0,-1-1 0,1 1 0,-1-1-1,0-1 1,1 1 0,-1-1 0,0-1 0,0 1-1,0-1 1,0 0 0,0-1 0,0 1 0,-4-2-1,-3-6 0,1-1 0,0 0 0,0 0 0,0-1 0,2-1 0,-1 0 0,1-1 0,1 0 0,0-1 0,-2-4 0,12 17 0,-14-17-53,1-1 1,1 0-1,0-1 0,2-1 1,0 1-1,1-2 0,1 1 1,1-1-1,1 0 1,1 0-1,1-1 0,0 0 1,1-13 52,7-196-2762,10 130-1554</inkml:trace>
  <inkml:trace contextRef="#ctx0" brushRef="#br0" timeOffset="303301.823">17275 10337 7834,'0'0'2928,"0"0"-2928,0 0-3432</inkml:trace>
  <inkml:trace contextRef="#ctx0" brushRef="#br0" timeOffset="303571.403">17571 10627 8458,'0'0'20692,"0"0"-19796,114-10-616,9-9 57,52-3 103,23 2-96,-1 10-104,-22 10-112,-32 0-88,-29 4-8,-25 4-8,-25-2-16,-14-2-8,-1 2-16,-1-4-72,2-2-264,-17 0-448,-15-14-1401</inkml:trace>
  <inkml:trace contextRef="#ctx0" brushRef="#br0" timeOffset="303820.968">19049 10298 3313,'0'0'24557,"0"0"-23845,118 61-472,-61-30 64,2 3 328,-4 0-72,-9-1-231,-9 3-209,-17-1-56,-14 1-64,-6 3 24,-28 4 0,-18 5-24,-18 3-144,-65 0-361,15-9-871,-4-17-6994</inkml:trace>
  <inkml:trace contextRef="#ctx0" brushRef="#br0" timeOffset="304138.841">16589 10471 27734,'0'0'1184,"0"0"-424,0 0-248,169 150-79,-99-89-113,2 5-112,-6-1-120,-11-2-56,-11-4-16,-11-2-16,-5 2-216,-10-11-601,-5-21-1759</inkml:trace>
  <inkml:trace contextRef="#ctx0" brushRef="#br0" timeOffset="304387.767">17111 10414 29134,'-103'138'616,"-18"32"-464,-12 29-104,12-11-48,44-66-856,12-24-16868</inkml:trace>
  <inkml:trace contextRef="#ctx0" brushRef="#br0" timeOffset="308361.219">17212 10675 5017,'0'0'8242,"0"0"2557,0 0-7969,0 0-2600,-22 4-80,-67 11 319,87-15-382,-1 1 1,1-1-1,-1 0 1,1 0-1,-1 0 1,1 0-1,-1-1 1,1 1-1,-1-1 1,1 1-1,-1-1 1,1 0 0,0 0-1,0 0 1,-1 0-1,1 0 1,0-1-1,0 1 1,0-1-1,0 1 1,0-1-1,1 0 1,-1 0-1,0 1 1,0-3-88,-6-4 743,7 7-278,27-2 67,503-106-653,-522 108-74,72-22-915,-34-7-5647,-29 10-4706</inkml:trace>
  <inkml:trace contextRef="#ctx0" brushRef="#br0" timeOffset="308619.933">17341 10100 22893,'0'0'5529,"0"0"-4489,0 0-480,-61 107-79,48-24-1,4 27-136,4 30-136,5 6-112,0-21-88,0-33-8,5-21-304,8-25-584,-2-19-1833</inkml:trace>
  <inkml:trace contextRef="#ctx0" brushRef="#br0" timeOffset="309153.726">17703 10185 16420,'0'0'10838,"0"0"-8160,0 0-2360,0 0-158,0 0 61,0 18 67,7 310 54,24-173-329,-30-152-10,0 1-1,1 0 1,-1 0-1,1 0 0,0-1 1,0 1-1,0-1 0,1 0 1,-1 1-1,1-1 1,-1 0-1,1 0 0,0-1 1,0 1-1,1-1 0,-1 1 1,0-1-1,1 0 1,0 0-1,-1-1 0,1 1 1,0-1-1,0 1 0,0-1 1,0-1-1,0 1 1,0 0-1,0-1 0,0 0 1,0 0-1,0 0 1,0 0-1,0-1 0,0 0 1,0 0-1,3-1-2,2-3 2,1 0 0,-1-1 0,0 0 0,0-1 0,0 0 0,-1 0 0,-1-1 0,1 0-1,-1-1 1,0 1 0,-1-2 0,0 1 0,0 0 0,-1-1 0,2-5-2,-7 14 0,27-48 110,-2-2-1,-3 0 0,-1-2 1,-3 0-1,-3-1 1,-2-1-1,-2 0 0,-2 0 1,-3-1-1,-2-41-109,-28 377 280,3 11-280,-7 94 0,-46 197 0,53-465 0,-5-2 0,-38 101 0,62-206 0,0-1 0,-1 0 0,-1 0 0,0 0 0,0-1 0,0 1 0,-1-1 0,0 0 0,-1 0 0,0-1 0,0 0 0,-1 0 0,0 0 0,0-1 0,0 0 0,-1 0 0,0-1 0,0 0 0,-5 2 0,11-7 0,0 1 0,0-2 0,0 1 0,0 0 0,0 0 0,1-1 0,-1 1 0,0-1 0,0 1 0,0-1 0,0 0 0,1 0 0,-1 0 0,0 0 0,1 0 0,-1 0 0,1 0 0,-1 0 0,1-1 0,-1 1 0,1-1 0,0 1 0,0-1 0,0 1 0,0-1 0,0 0 0,0 0 0,0 1 0,0-1 0,1 0 0,-1 0 0,1 0 0,-1 0 0,1 0 0,0-1 0,-10-30 0,2-1 0,2-1 0,1 1 0,1-1 0,2 0 0,2 1 0,2-14 0,-2-4 0,-1 17-6,-1-18-4,1 0 0,3 0-1,2 1 1,3-1 0,2 1 0,2 0-1,2 1 1,4-5 10,6 1-604,22-62-1122,-23 36-3866,-14 33-4994</inkml:trace>
  <inkml:trace contextRef="#ctx0" brushRef="#br0" timeOffset="309419.659">15842 11568 27694,'0'0'3369,"0"0"-3057,0 0-312,0 0 96,234-59 312,7 21 24,51-7-128,17 0-152,-17 5-152,-43 9 0,-21 3 0,-19 2 0,-23 3 0,-20 3 0,-25-10-80,-45 7-1016,-32-1-2233</inkml:trace>
  <inkml:trace contextRef="#ctx0" brushRef="#br0" timeOffset="309853.708">18235 11164 17604,'0'0'10630,"0"0"-8173,21-18-2256,0 2-146,106-114 539,-100 88-538,-1-1 0,-3-1 0,-1 0 0,-2-2 0,-3-1 0,-1 0 0,-3-1 1,-1 0-1,-3-1 0,-2 0 0,-2-1 0,-2-7-56,-2 9 6,-2 1 0,-2-1 0,-2 1 1,-2 0-1,-2 1 0,-3 0 0,-1 0 1,-2 1-1,-2 1 0,-7-10-6,12 26-1,-1 0-1,-1 0 0,-2 1 1,0 1-1,-2 1 0,-1 0 1,-1 1-1,-1 1 0,-1 1 1,-1 1-1,-1 2 1,0 0-1,-5-1 2,-11 2-8,-1 2 0,0 2 0,-1 2 1,-1 2-1,0 1 0,0 2 0,-1 3 0,1 1 0,-1 2 1,0 2-1,0 2 0,1 2 0,0 1 0,0 3 0,0 1 1,-9 6 7,-21 12-9,1 3 0,2 4 1,1 2-1,2 4 1,-60 47 8,25-14 4,3 5 1,4 3 0,4 5-1,3 4 1,5 4-1,4 3 1,4 3 0,4 4-1,-22 51-4,63-99 20,3 1-1,2 1 0,3 2 1,2 0-1,3 2 1,3 0-1,-4 51-19,14-86 4,1 0-1,2 0 1,1 0-1,1 0 1,1 0-1,2-1 1,1 1-1,1-1 1,1 0-1,1 0 1,2-1 0,0 0-1,2 0 1,11 16-4,-7-19-185,0 0 0,2-1 0,1-1 0,0-1 0,2 0 1,0-2-1,1 0 0,1-2 0,0 0 0,15 6 185,69 21-4523</inkml:trace>
  <inkml:trace contextRef="#ctx0" brushRef="#br1" timeOffset="321725.868">30845 6702 26550,'0'0'2430,"0"0"-1496,0 0-502,0 0 81,-19-20-51,-64-62-52,-34-58 575,112 138-983,0 0-1,0 1 1,0 0-1,0-1 1,0 2-1,-1-1 1,1 0-1,0 1 1,0 0-1,-1 1 1,1-1-1,0 1 1,-1 0-1,1 0 1,0 0-1,0 1 1,0 0-1,0 0 1,0 0-1,1 1 1,-1-1-1,1 1 1,-1 0-1,1 1 1,0-1-1,0 1 1,1-1-1,-1 1 1,1 0-1,-1 1 1,1-1-1,1 0 1,-1 1-1,-1 2-1,-54 66 0,4 2 0,2 2 0,4 3 0,4 2 0,3 1 0,4 2 0,1 8 0,28-75 0,0-1 0,1 1 0,0 1 0,2-1 0,0 1 0,1 0 0,1 0 0,1 0 0,1 1 0,0-1 0,2 0 0,0 1 0,1-1 0,1 0 0,0 0 0,2 0 0,0-1 0,1 1 0,7 11 0,-10-25 0,1-1 0,-1 0 0,1-1 0,0 1 0,0-1 0,1 0 0,-1 0 0,1 0 0,-1 0 0,1-1 0,0 0 0,0 0 0,0 0 0,0 0 0,0-1 0,1 0 0,-1 0 0,0-1 0,0 1 0,1-1 0,-1 0 0,0 0 0,1-1 0,-1 0 0,0 0 0,1 0 0,0-1 0,129-66 0,-85 24 0,-3-3 0,-1-1 0,-3-2 0,-2-3 0,-2-1 0,-3-1 0,-2-2 0,18-44 0,-33 65 0,-1-1 0,-2-1 0,-1 0 0,-2-2 0,-2 1 0,3-25 0,-30 215 0,9-104 0,2 0 0,2 1 0,2-1 0,3 1 0,2 5 0,-3-37 0,2 1 0,0-1 0,0 0 0,2 0 0,0 0 0,1 0 0,0-1 0,1 0 0,1 0 0,1-1 0,0 0 0,0 0 0,2-1 0,-1 0 0,2-1 0,5 4 0,-10-12-3,1-1 0,-1 0 0,1 0 0,0-1 0,0 0-1,1-1 1,-1 0 0,0 0 0,0 0 0,1-1 0,-1 0 0,0-1 0,0 0 0,1 0 0,-1-1 0,0 0-1,0-1 1,0 1 0,-1-1 0,1-1 0,-1 0 0,1 0 0,-1 0 0,-1-1 0,1 0 0,4-4 3,-6 6-11,288-160-2773,-148 82-1158</inkml:trace>
  <inkml:trace contextRef="#ctx0" brushRef="#br1" timeOffset="322066.633">31731 6729 28446,'0'0'2137,"0"0"-1985,0 0 48,0 0 256,112 14-112,-55-14-168,6 0-144,1 0-32,10 0-296,-14 0-576,-21 0-1689</inkml:trace>
  <inkml:trace contextRef="#ctx0" brushRef="#br1" timeOffset="322334.971">31777 7023 23309,'0'0'6377,"0"0"-6001,0 0-96,0 0 97,164 18-97,-80-24-264,47-18-16,-21 7-737,-14-3-2183</inkml:trace>
  <inkml:trace contextRef="#ctx0" brushRef="#br1" timeOffset="322834.066">32939 6098 26886,'0'0'3266,"0"0"-2310,0 0-751,0 0-50,0 0 170,8 26 28,41 188 4,-44-156-337,-4 0 0,-2 0 0,-2 0 0,-3-1 0,-3 1 0,-2-2 0,-3 4-20,-61 154-503,63-213 485,12-31 56,0 24-51,-1-7 2,1-1 1,1 0-1,0 0 0,0 0 1,2 1-1,0-1 0,0 1 1,1-1-1,1 1 0,0 0 1,1 1-1,0 0 0,1 0 0,1 0 1,-1 0-1,2 1 0,0 1 1,0-1-1,1 2 0,0-1 1,1 1 10,-2 2-4,-1 1 1,1 0 0,1 0-1,-1 1 1,1 0-1,0 1 1,0 0 0,1 0-1,-1 1 1,1 1-1,-1-1 1,1 2 0,0 0-1,0 0 1,0 1-1,-1 0 1,1 1 0,0 0-1,0 1 1,0 0-1,-1 0 1,1 1 0,-1 1-1,0 0 1,0 0-1,0 1 1,-1 0 0,1 1-1,-1 0 1,-1 1-1,1-1 1,-1 2 0,0-1-1,-1 1 1,1 0-1,-2 1 1,1 0 0,-1 0-1,0 0 1,4 10 3,-6-5 17,0-1 0,-1 1 1,-1 0-1,0 0 0,-1 0 0,0 0 1,-1 1-1,0-1 0,-2 0 1,1 0-1,-2 0 0,0 0 0,0-1 1,-1 1-1,-1-1 0,-1 0 0,0 0 1,0 0-1,-1-1 0,-1 0 0,0 0 1,0-1-1,-1 0 0,-1-1 1,0 0-1,0 0 0,-1-1 0,0 0 1,-1-1-1,0 0 0,0-1 0,0-1 1,-1 0-1,0 0 0,-1-1 1,1-1-1,-1 0 0,1-1 0,-1-1 1,-14 2-18,13-2-26,-1 1 0,0-2 0,0 0 1,0-1-1,-1-1 0,1 0 0,1-1 1,-1-1-1,0-1 0,1 0 0,-1 0 1,1-2-1,0 0 0,1-1 0,-1 0 1,-6-6 25,17 9-110,0 0 1,1-1 0,0 1 0,0-1 0,0 1 0,0-1 0,1 0 0,0 0 0,0 0 0,0-1 0,0 1 0,1 0 0,0-1 0,0 1 0,1-1-1,-1 1 1,1-1 0,0 1 0,1-1 0,-1 1 0,1-1 0,0 1 0,1-1 109,5-36-3519</inkml:trace>
  <inkml:trace contextRef="#ctx0" brushRef="#br1" timeOffset="323149.65">33640 6644 27622,'0'0'2480,"0"0"-2304,0 0 249,0 0 47,145 8-184,-82-8-136,5-10-104,-2-3-48,17-7-128,-17 2-456,-13 0-1521</inkml:trace>
  <inkml:trace contextRef="#ctx0" brushRef="#br1" timeOffset="323399.443">34050 6378 29046,'0'0'1096,"0"0"-311,-46 160-185,28-79-16,-3 19-232,1-7-216,0 2-112,5-5-24,15-13-400,0-10-640,0-27-1761</inkml:trace>
  <inkml:trace contextRef="#ctx0" brushRef="#br1" timeOffset="323666.973">35100 6435 29414,'0'0'1186,"-20"-2"-809,1-1-316,5 0 5,-1 0 0,0 1 0,1 1 0,-1 1-1,0 0 1,0 1 0,0 0 0,1 1 0,-2 1-66,-2 5 66,-1 0 0,2 2 1,-1 0-1,1 0 0,1 2 1,0 0-1,0 1 1,2 0-1,-1 1 0,2 1 1,0 1-1,1-1 0,0 2 1,1 0-1,1 0 0,-4 11-66,7-18 3,0 1-1,1 1 0,0-1 0,1 1 1,1 0-1,0 0 0,0 0 0,1 1 1,1-1-1,0 1 0,0 0 0,2-1 1,-1 1-1,2 0 0,-1 0 1,2-1-1,0 1 0,0 0 0,1-1 1,1 0-1,0 0 0,1 0 0,0 0 1,1-1-1,0 1 0,1-1 0,0-1 1,0 0-1,1 0 0,1 0 0,0-1 1,0 0-1,6 4-2,2-4-15,0 0 1,1-2-1,-1 0 1,2-1-1,-1-1 0,0 0 1,1-2-1,0 0 0,0-1 1,0-1-1,0-1 1,0 0-1,0-2 0,0 0 1,6-2 14,169-55-2982,-118 20-2443</inkml:trace>
  <inkml:trace contextRef="#ctx0" brushRef="#br1" timeOffset="323948.544">32893 7603 30142,'175'0'1113,"53"-8"-977,50-10 72,3 1 296,-29 3 88,-13 4-520,-29 6-72,-28 4 0,-22 0 0,-33-2 0,-41 0-1032,-31-4-4409</inkml:trace>
  <inkml:trace contextRef="#ctx0" brushRef="#br1" timeOffset="344523.664">30495 5439 23997,'0'0'5593,"0"0"-5217,0 0-16,0 0 57,0 142-73,0-81-168,0 8-104,-2 4-48,-1-2-8,1-8-8,0-7-8,2-9-16,0 2-232,0-13-937,-2-13-2039</inkml:trace>
  <inkml:trace contextRef="#ctx0" brushRef="#br1" timeOffset="344794.354">30245 5995 25421,'0'0'4817,"0"0"-4272,0 101-81,0-50 8,9-1 16,15-7-208,9-8-136,6-15-64,9-14-24,5-6-56,2-18 0,-3-15 0,-6-9 0,-4-5 0,6-28 0,-8 14-568,-12 0-1569</inkml:trace>
  <inkml:trace contextRef="#ctx0" brushRef="#br1" timeOffset="345549.151">29736 4609 27206,'0'0'1651,"0"0"-122,0 0-908,0 0-320,0 0-8,-8-23-42,-26-75-123,-6-74-45,38 170-87,0-1 1,-1 1-1,0-1 1,1 1 0,-1 0-1,0 0 1,0 0-1,0 1 1,0-1-1,0 1 1,0 0-1,0-1 1,-1 1-1,1 1 1,0-1-1,-1 0 1,1 1 0,-1 0-1,1 0 1,0 0-1,-1 0 1,1 0-1,-1 1 1,1-1-1,0 1 1,-1 0-1,1 0 1,0 0-1,0 1 1,-1-1 0,1 1-1,0-1 1,1 1-1,-1 0 1,0 0-1,0 1 1,1-1-1,0 1 1,-1-1-1,1 1 1,0 0-1,0 0 4,-20 25-18,2 1 0,1 1-1,1 1 1,1 1 0,2 0-1,2 2 1,1-1-1,1 1 1,1 2 18,-7 22-11,1 0 0,4 1 0,2 1 0,2 0 0,4 0-1,1 36 12,3-92 0,-1 0-1,1-1 1,0 1-1,0 0 0,0 0 1,1 0-1,-1-1 0,1 1 1,0 0-1,0 0 0,0-1 1,0 1-1,1-1 1,-1 1-1,1-1 0,0 0 1,0 0-1,0 1 0,1-1 1,-1-1-1,1 1 0,0 0 1,-1-1-1,1 1 1,0-1-1,1 0 0,-1 0 1,0 0-1,1 0 0,-1-1 1,1 1-1,-1-1 0,1 0 1,-1 0-1,1 0 1,0 0-1,0-1 0,-1 0 1,1 0-1,0 0 0,0 0 1,2-1 0,5-4 10,-2-1 1,1 0 0,-1-1-1,0 0 1,0 0 0,-1-1-1,0 0 1,-1-1 0,1 0-1,-2 0 1,1 0 0,3-7-11,2-1 6,205-329-1741,-185 291-965</inkml:trace>
  <inkml:trace contextRef="#ctx0" brushRef="#br1" timeOffset="345810.756">30023 4798 28630,'0'0'992,"0"0"-272,0 0-223,79 128-65,-57-92-184,-4-5-176,-3-3-72,-4-6-8,7-17-232,-3-5-616,-2 0-1129</inkml:trace>
  <inkml:trace contextRef="#ctx0" brushRef="#br1" timeOffset="346060.763">30240 4709 28382,'0'0'1120,"0"0"-672,-131 111-192,70-56-88,4 16-168,13-14-280,20-14-1616</inkml:trace>
  <inkml:trace contextRef="#ctx0" brushRef="#br1" timeOffset="346594.983">30528 4220 28734,'0'0'1239,"0"0"-620,0 0-315,0 0-81,0 0 27,0 0-83,22 11-82,69 38-26,-86-47-58,-1 1 0,0-1 0,0 1 0,0 0 0,0 0-1,0 0 1,0 0 0,-1 1 0,0 0 0,0 0 0,0 0 0,0 0 0,0 0 0,-1 0-1,0 1 1,0-1 0,0 1 0,0-1 0,-1 1 0,0 0 0,0 0 0,0 0 0,0 0 0,-1-1-1,0 1 1,0 0 0,0 0 0,-1 0 0,1 0 0,-1 0 0,0 0 0,-1 1-1,-3 7-2,-1 0-1,0 0 1,0 0 0,-2 0 0,1-1 0,-2-1 0,0 1 0,0-1-1,-3 1 3,-149 141-9,160-152 4,-1 0-4,1-1 0,-1 1 0,1 0 0,-1-1-1,1 1 1,-1 0 0,1 0 0,0 0 0,-1 0 0,1 0 0,0 0 0,0 1 0,0-1 0,0 0 0,0 0 0,0 1-1,0-1 1,0 1 0,1-1 0,-1 1 0,1-1 0,-1 1 0,1-1 0,-1 1 0,1 0 0,0-1 0,0 1 0,0 0-1,0-1 1,0 1 0,0 0 0,0-1 0,0 1 0,1-1 0,-1 1 0,1 0 0,-1-1 0,1 1 0,-1-1 0,1 1-1,0-1 1,0 1 9,109 14-1026,-98-16 889,0 0-1,1 1 1,-1 0 0,0 1 0,0 0 0,0 1 0,0 1 0,0-1-1,-1 2 1,1 0 0,0 1 137,-10-4 16,0 1 0,0-1 0,0 0-1,-1 1 1,1 0 0,-1-1 0,0 1 0,1 0-1,-1 0 1,0 0 0,-1 0 0,1 0 0,0 0-1,-1 0 1,0 0 0,0 0 0,0 0 0,0 0-1,0 0 1,-1 0 0,1 0 0,-1 0 0,0 0-1,1 0 1,-2 0 0,1 0 0,0 0 0,0-1-1,-1 1 1,0 0 0,1-1 0,-1 0 0,0 1-1,0-1 1,-1 0 0,1 0 0,0 0 0,-1 0 0,1 0-1,-3 1-15,-228 159 911,231-159-1274,2-3-817</inkml:trace>
  <inkml:trace contextRef="#ctx0" brushRef="#br1" timeOffset="347011.934">31093 4691 28134,'0'0'1331,"0"0"-891,4-19-232,27-150 214,-31 164-404,0-38-112,0 42 90,0 0 0,-1 1-1,1-1 1,-1 0 0,1 1 0,-1-1-1,1 1 1,-1-1 0,1 1-1,-1-1 1,0 1 0,1-1-1,-1 1 1,0 0 0,1-1-1,-1 1 1,0 0 0,0 0 0,1 0-1,-1-1 1,0 1 0,0 0-1,1 0 1,-1 0 0,0 0-1,0 0 1,0 0 0,1 0 0,-1 0-1,0 1 1,0-1 0,1 0-1,-1 0 1,0 1 0,1-1-1,-1 0 1,0 1 0,1-1-1,-1 1 1,0-1 0,1 1 0,-1-1-1,1 1 1,-1-1 0,1 1-1,-1 0 1,1-1 0,-1 1-1,1 0 1,0-1 0,-1 2 4,-18 17 0,1 0 1,1 2-1,1 0 0,1 1 1,1 0-1,1 1 0,-9 21 0,22-44 0,-10 16 47,1 1 0,1 1 0,0 0 0,1 0 0,1 0-1,1 1 1,0 0 0,2 0 0,-2 19-47,7-37 2,0 0-1,0 1 1,0-1 0,0 0-1,1 0 1,-1-1 0,0 1-1,1 0 1,-1-1 0,0 1-1,1-1 1,-1 0 0,1 0-1,-1 0 1,0 0 0,1 0-1,-1 0 1,1-1 0,-1 1-1,0-1 1,1 1 0,-1-1-1,0 0 1,1 0 0,-1 0-1,0-1 1,0 1 0,0 0-1,0-1 1,0 1 0,0-1-1,-1 0-1,161-123-1559,-161 124 1574,0 0-1,0 0 1,-1 1-1,1-1 1,0 0 0,0 0-1,0 0 1,0 0-1,0 1 1,0-1-1,0 1 1,0-1-1,0 1 1,0-1 0,1 1-1,-1-1 1,0 1-1,0 0 1,0 0-1,0-1 1,1 1-1,-1 0 1,0 0 0,0 0-1,1 1 1,-1-1-1,0 0 1,0 0-1,0 1 1,0-1-1,1 0 1,-1 1 0,0-1-1,0 1 1,0 0-1,0-1 1,0 1-1,0 0 1,0 0-1,0-1 1,0 1 0,-1 0-1,1 0 1,0 0-1,0 0 1,-1 0-1,1 0 1,-1 0-1,1 0 1,-1 1-1,1-1 1,-1 0 0,0 0-1,1 0 1,-1 0-1,0 1 1,0-1-1,0 1-14,3 17 227,-3-14-210,0 1 1,0-1-1,1 0 0,0 0 0,0 1 1,0-1-1,0 0 0,1 0 0,0 0 0,0 0 1,1-1-1,-1 1 0,1-1 0,0 1 0,0-1 1,0 0-1,1 0 0,-1 0 0,1 0 0,0-1 1,0 0-1,1 1-17,47 10-580,-12-10-3707,8-3-12212</inkml:trace>
  <inkml:trace contextRef="#ctx0" brushRef="#br1" timeOffset="347641.897">33324 5015 27662,'0'0'1216,"0"0"-912,0 0-48,0 0 288,-85 108-103,83-64-89,2 7-72,0 8-32,6 6-104,3 8-80,-2 4-32,-5 4-32,-2-2-40,0 6-416,0-22-825,0-23-3784</inkml:trace>
  <inkml:trace contextRef="#ctx0" brushRef="#br1" timeOffset="347884.405">33046 5672 28686,'0'0'960,"0"0"-680,-4 134 16,6-73 321,18-2-177,8-11-256,3-11-32,6-17 48,0-12 40,3-8 8,-3-14-120,3-18-80,-5-11-48,0-6-64,11-32-360,-9 14-648,-6 2-1409</inkml:trace>
  <inkml:trace contextRef="#ctx0" brushRef="#br1" timeOffset="348525.528">32684 4435 4673,'0'0'19075,"0"0"-14794,0 0-3889,-2-17 156,-31-127 395,31 141-940,-1 0 0,1 0-1,0 0 1,-1 1 0,0-1 0,0 1 0,1-1 0,-1 1 0,-1 0 0,1 0 0,0 1-1,0-1 1,-1 0 0,1 1 0,-1 0 0,1 0 0,-1 0 0,0 0 0,1 1 0,-1-1-1,0 1 1,1 0 0,-1 0 0,0 0 0,1 1 0,-1-1 0,0 1 0,1 0 0,-1 0-1,1 0 1,-1 1 0,1-1 0,-1 1 0,1 0 0,0 0 0,0 0 0,0 0 0,0 0-1,0 1 1,1-1 0,-1 1 0,0 1-3,-23 23 54,2 1 1,1 1-1,1 1 0,1 2 0,2 0 0,2 0 1,0 2-1,3 0 0,1 1 0,1 0 1,2 1-1,-6 36-54,7 114 171,10-183-152,0 0 1,0 0 0,0-1-1,1 1 1,0 0 0,-1-1-1,1 0 1,0 1-1,0-1 1,0 0 0,0 0-1,1 0 1,-1 0 0,1 0-1,-1-1 1,1 1 0,-1-1-1,1 1 1,0-1 0,0 0-1,0 0 1,-1 0 0,1-1-1,0 1 1,0-1 0,0 0-1,0 1 1,0-1 0,0-1-1,0 1 1,0 0 0,0-1-1,0 1 1,0-1 0,0 0-1,0 0 1,0 0 0,-1 0-1,1-1 1,0 1-1,-1-1 1,1 0 0,-1 1-1,0-1 1,1 0 0,0-2-20,19-17 78,-1-1 0,-1-2 0,-2 1 0,0-2 0,14-26-78,46-62-400,-42 72-284,-7 6-895</inkml:trace>
  <inkml:trace contextRef="#ctx0" brushRef="#br1" timeOffset="348810.268">32945 4626 27486,'0'0'1864,"0"0"-1304,0 0 65,0 0-65,51 101-112,-38-79-208,2 3-152,1 1-88,-1 0 0,16-9-280,-5-5-504,-2-10-1217</inkml:trace>
  <inkml:trace contextRef="#ctx0" brushRef="#br1" timeOffset="349076.623">33164 4492 28262,'0'0'888,"0"0"-656,0 0-152,-129 124-40,103-80-40,8-9-976,12-13-8234</inkml:trace>
  <inkml:trace contextRef="#ctx0" brushRef="#br1" timeOffset="349276.723">33320 4212 28990,'0'0'662,"0"0"-317,0 0-28,0 0-20,21 9-105,62 29-110,-80-37-81,-1 0 0,0 1 0,1-1 0,-1 1 0,0 0 0,0 0 0,0-1 0,0 2 0,0-1 0,0 0 1,-1 0-1,1 0 0,-1 1 0,1-1 0,-1 1 0,0-1 0,0 1 0,0-1 0,0 1 0,-1 0 0,1 0 0,-1-1 0,1 1 0,-1 0 0,0 0 0,0-1 0,-1 1 0,1 0 0,0 0 0,-1-1 0,0 1-1,0 7-1,0-3-25,-2 1 0,1-1 0,-1 0 0,0 0 0,-1 0 0,1 0 0,-1 0 0,-1-1 0,1 0 0,-1 0 0,0 0-1,-1 0 1,1-1 0,-1 0 0,0 0 0,-1-1 0,-1 2 26,-17 15-141,24-19 123,0 1 0,0 0 0,1 0 0,-1-1 0,1 1 1,-1 0-1,1 0 0,0 0 0,0 0 0,0 0 0,1-1 0,-1 1 1,1 0-1,-1 0 0,1 0 0,0-1 0,0 1 0,0 0 0,0-1 1,1 1-1,-1-1 0,1 0 0,0 1 0,-1-1 0,1 0 0,2 2 18,3 8 14,-2-5 31,-1-1 1,0 1-1,0-1 0,0 1 0,-1 1 0,0-1 1,-1 0-1,1 1 0,-2-1 0,1 1 1,-1 0-1,0 0 0,0-1 0,-1 1 0,0 0 1,-1 0-1,1 0 0,-2-1 0,1 1 1,-1 0-1,0-1 0,0 1 0,-3 2-45,-67 48-701,62-57-1141,10-6-1091</inkml:trace>
  <inkml:trace contextRef="#ctx0" brushRef="#br1" timeOffset="349693.543">33840 4135 27190,'0'0'1271,"0"19"-434,-18 340 1013,3-127-1737,29-306-218,-10 63 46,46-94-217,-48 102 274,0 0 0,0-1 0,0 1 0,0 0-1,1 0 1,-1 1 0,1-1 0,0 0 0,0 1 0,0 0-1,0-1 1,0 1 0,0 1 0,1-1 0,-1 0 0,1 1-1,-1-1 1,1 1 0,-1 0 0,1 1 0,0-1-1,0 0 1,-1 1 0,1 0 0,0 0 0,0 0 0,2 1 2,0 3-2,0 0 0,0 0 0,0 1 1,-1 0-1,0 0 0,0 0 0,0 1 1,0 0-1,-1 0 0,0 0 0,0 0 1,0 1-1,-1-1 0,0 1 0,-1 0 1,2 6 1,-1-7 2,0 0 1,-1-1-1,0 1 1,0 0-1,-1 0 1,1 1-1,-1-1 1,-1 0-1,1 0 1,-1 1 0,0-1-1,0 0 1,-1 0-1,0 1 1,0-1-1,0 0 1,-1 0-1,0 0 1,0 0 0,-1 0-1,0-1 1,-3 6-3,-131 62-1231,107-63-1715</inkml:trace>
  <inkml:trace contextRef="#ctx0" brushRef="#br1" timeOffset="350109.458">35063 5076 28342,'0'0'760,"0"0"-392,-13 126 248,10-59 57,1 4-329,2 6-216,0 2-72,0 0-48,0-4-8,0 16-208,0-20-697,5-20-1967</inkml:trace>
  <inkml:trace contextRef="#ctx0" brushRef="#br1" timeOffset="350359.693">34824 5731 28870,'0'0'912,"0"0"-408,22 105-7,-5-58 47,5-2-216,0-1-168,2-7-80,0-13 96,7-14 48,0-10 32,4-14-104,2-26-88,0-13-64,-4-10-40,2-8-320,5-32-248,-10 19-841,-8 3-2487</inkml:trace>
  <inkml:trace contextRef="#ctx0" brushRef="#br1" timeOffset="350812.505">35087 4206 27422,'0'0'1539,"0"0"-1098,-7-18-307,-48-145 907,52 147-1010,4 13-16,-1 0 1,0 1 0,0-1 0,0 0 0,0 0-1,0 1 1,-1-1 0,1 0 0,-1 0 0,1 1-1,-1-1 1,0 0 0,0 1 0,0-1 0,-1 1 0,1-1-1,-1 1 1,1 0 0,-1 0 0,0-1 0,0 1-1,0 0 1,0 1 0,0-1 0,0 0 0,0 1-1,-1-1 1,1 1 0,-1-1 0,1 1 0,-1 0-1,1 0 1,-1 0 0,0 1 0,1-1 0,-1 1-1,0-1 1,0 1 0,-2 0-16,-5 5 10,1 1 0,-1 0 0,1 0 0,1 1 0,-1 0 0,1 0-1,0 1 1,1 0 0,0 1 0,0 0 0,0 0 0,-4 9-10,0-1 16,-10 9 7,2 0 0,1 2 0,1 1 0,2 0 0,1 1 0,1 0 1,1 1-1,2 0 0,1 1 0,2 0 0,1 1 0,-2 31-23,9-60 14,1 0 0,0 0 0,-1 0 0,1 0 0,1 0 0,-1 0 0,1 0 0,-1-1 0,1 1 0,0-1 0,0 0 0,0 0 0,1 0 0,-1 0 0,1-1 0,0 1 0,0-1 0,-1 0 0,2 0 0,-1 0 0,0-1-1,0 1 1,0-1 0,1 0 0,-1-1 0,0 1 0,1 0 0,-1-1 0,1 0 0,-1 0 0,1-1 0,-1 1 0,0-1 0,1 0 0,-1 0 0,0 0 0,0-1 0,1 0 0,-1 1 0,0-1 0,-1-1 0,1 1 0,0-1 0,0 0-14,186-134-1939,-150 103-407</inkml:trace>
  <inkml:trace contextRef="#ctx0" brushRef="#br1" timeOffset="351076.129">35087 4206 8754</inkml:trace>
  <inkml:trace contextRef="#ctx0" brushRef="#br1" timeOffset="351077.129">35087 4206 8754,'76'124'19772,"-76"-108"-18892,0 4-80,16 4-95,4 3-137,-1 1-208,3-3-168,-4 3-88,-3-2-64,-4-3-40,2 1-48,5-2-336,-3-8-712,-4-8-1345</inkml:trace>
  <inkml:trace contextRef="#ctx0" brushRef="#br1" timeOffset="351327.245">35389 4334 29046,'0'0'904,"0"0"-696,0 0-128,-129 89-48,79-26-32,12-9-528,12-7-1512</inkml:trace>
  <inkml:trace contextRef="#ctx0" brushRef="#br1" timeOffset="351809.743">35521 4078 27638,'0'0'1359,"0"0"-1020,0 0-99,0 0 25,0 0-94,16 16-59,51 55 12,-64-68-108,0 0 1,0 0-1,0 1 0,-1-1 1,0 1-1,0-1 0,0 1 1,0 0-1,0 0 1,-1 0-1,0 0 0,1 0 1,-2 0-1,1 0 1,0 1-1,-1-1 0,0 0 1,0 0-1,0 1 0,0-1 1,-1 0-1,0 1-16,0 1 19,-2 3-7,-1-1 1,-1 1 0,0-1 0,0 0 0,-1 0 0,1 0 0,-2-1 0,1 0 0,-1 0 0,0-1-1,-1 0 1,1 0 0,-1-1 0,0 0 0,-1 0 0,1-1 0,-3 1-13,-3 4 1,-41 28-460,91-30-1063,-30-7 1536,0 0 0,0 0 0,0 0 0,0 1 1,0 0-1,-1 0 0,1 0 0,0 1 0,-1 0 0,1 0 0,-1 1 0,0-1 0,1 1 0,-1 0 0,-1 0 0,1 1 1,0 0-1,-1-1 0,0 1 0,0 1 0,0-1 0,0 1 0,-1-1 0,1 1 0,-1 0 0,0 1 0,-1-1 0,1 0 1,-1 1-1,-1-1 0,1 1 0,0 0 0,-1-1 0,0 4-14,0 0 69,1 1-1,-2-1 1,1 0-1,-1 0 1,-1 0 0,1 1-1,-2-1 1,1 0-1,-1 0 1,-1 0 0,1 0-1,-2-1 1,1 1-1,-1-1 1,0 1 0,-1-1-1,0-1 1,-2 3-69,-54 45 315,43-41-3185,16-13 1615,18-13-10008</inkml:trace>
  <inkml:trace contextRef="#ctx0" brushRef="#br1" timeOffset="352142.54">36110 4226 26886,'0'0'2595,"0"0"-1782,0 0-412,0 0 107,-22-4-83,-72-9-176,91 13-239,-1 1-1,1-1 1,0 1 0,-1-1-1,1 1 1,0 0-1,0 0 1,0 1-1,-1-1 1,1 1-1,1-1 1,-1 1-1,0 0 1,0 0-1,1 0 1,-1 1-1,1-1 1,0 1-1,0-1 1,-1 1-1,2 0 1,-1-1-1,0 1 1,1 0-1,-1 0 1,0 2-10,-2 4 29,-5 8 5,1 0 0,1 1 1,1 0-1,1 1 0,0-1 1,1 1-1,2 0 0,-1 0 1,2 0-1,1 0 1,0 0-1,1 1 0,3 8-34,-3-21 7,0-1 1,0 0-1,1 0 0,0 0 0,1 0 0,-1 0 1,1 0-1,0-1 0,0 1 0,1-1 0,0 0 1,0 0-1,0 0 0,0 0 0,1-1 0,0 0 1,0 0-1,0 0 0,0 0 0,1-1 0,-1 0 1,1 0-1,0-1 0,0 1 0,0-1 0,0-1 1,4 2-8,3 0-128,1-1 0,0 0 0,-1-1 0,1 0 0,0-1 0,-1-1 0,1 0 1,0-1-1,-1 0 0,1-1 0,-1-1 0,6-2 128,28-15-2646</inkml:trace>
  <inkml:trace contextRef="#ctx0" brushRef="#br1" timeOffset="354389.77">29633 5741 11218,'0'0'12435,"0"0"-8770,0 0-2597,0 0-317,0 0-255,21-2-183,226-10 244,-98 12-218,309-2 260,33-22-599,1283-229-78,-1022 129-204,-568 96 220,1 9 0,107 5 62,-93 19 127,158 24-127,-113-2 303,191-5-303,-381-21-130,16 0-360,0-2 0,1-4 1,-2-2-1,21-7 490,-55 4-2476</inkml:trace>
  <inkml:trace contextRef="#ctx0" brushRef="#br1" timeOffset="355115.339">33399 2782 27046,'0'0'3304,"0"0"-2831,0 0-441,0 0 8,-15 114 144,15-64 104,-5 9-72,-1 4-96,-5 6-64,-2 0-24,-1 0-32,-1-4 0,6-8-160,9-11-464,0-17-961,7-17-887</inkml:trace>
  <inkml:trace contextRef="#ctx0" brushRef="#br1" timeOffset="355391.856">33474 2965 27134,'0'0'1304,"24"-10"-522,176-62 405,-130 59-860,1 2 0,1 4 0,0 3 0,48 3-327,-111 0 0,0 1 1,0 0 0,0 0 0,0 1-1,0 0 1,0 0 0,0 1-1,0 1 1,0-1 0,-1 1-1,1 1 1,-1-1 0,0 1-1,0 1 1,-1 0 0,1 0-1,-1 0 1,0 1 0,0 0-1,-1 0 1,0 1 0,0 0 0,0 0-1,-1 0 1,0 1 0,0 0-1,-1 0 1,0 0 0,-1 0-1,0 1 1,0-1 0,0 1-1,-1 0 1,-1 0 0,1 2-1,-2 1-14,-1 0 1,0 1 0,-1-1-1,0 0 1,-1 0-1,0 0 1,-1-1-1,0 1 1,-1-1 0,0 0-1,-1 0 1,0 0-1,-1-1 1,0 0-1,0 0 1,-1-1 0,-1 0-1,1 0 1,-3 0 13,-14 13-238,-1-1 1,0-1 0,-2-1-1,0-2 1,-1-1 0,-16 6 237,-25 7-1211,11-11-784</inkml:trace>
  <inkml:trace contextRef="#ctx0" brushRef="#br1" timeOffset="355658.711">34024 2441 24429,'0'0'3457,"0"0"-2809,-73 126-424,25-53 72,-7 10 152,-10 19-48,3-5-264,5 0-136,-2 19-120,22-37-560,8-14-1128</inkml:trace>
  <inkml:trace contextRef="#ctx0" brushRef="#br1" timeOffset="355924.852">33778 3034 26910,'0'0'1208,"0"0"-856,0 0-224,51 103-88,-27-75-40,0-9-856</inkml:trace>
  <inkml:trace contextRef="#ctx0" brushRef="#br1" timeOffset="356191.457">34449 2498 28438,'0'0'768,"0"0"-464,125-12-40,-68 6-88,4 2-176,27-4-320,-16 0-1368,-10-2-7546</inkml:trace>
  <inkml:trace contextRef="#ctx0" brushRef="#br1" timeOffset="356192.457">34850 2437 21533,'0'0'6353,"0"0"-5929,-118 81-304,56-34-40,-1 8 64,-1 4-56,3 6-88,6 0-168,16-9-296,21-13-200,14-17-1425,4-16-5320</inkml:trace>
  <inkml:trace contextRef="#ctx0" brushRef="#br1" timeOffset="356625.626">34442 2940 25053,'0'0'1966,"0"18"-772,-7 123-107,-2-99-773,-2 86 93,13-126-406,0-1 1,1 0-1,-1 0 1,1-1-1,-1 1 0,1 0 1,-1-1-1,1 0 1,0 1-1,-1-1 0,1 0 1,-1 0-1,1 0 1,0-1-1,-1 1 0,1-1 1,-1 0-1,1 1 1,-1-1-1,1 0 0,-1 0 1,0-1-1,3 0-1,142-119-855,-74 43 1078,-4-2 1,-3-3-1,12-27-223,-78 111 23,0-1 1,0 1-1,0-1 1,0 1-1,0-1 1,0 0 0,0 1-1,0-1 1,0 1-1,0-1 1,1 0-1,-1 1 1,0-1-1,0 1 1,0-1-1,1 0 1,-1 1 0,0-1-1,0 0 1,1 1-1,-1-1 1,0 0-1,1 1 1,-1-1-1,0 0 1,1 0 0,-1 1-1,1-1 1,-1 0-1,0 0 1,1 0-1,-1 0 1,1 0-1,-1 1 1,0-1-1,1 0 1,-1 0 0,1 0-1,-1 0 1,1 0-1,-1 0 1,1 0-1,-1-1 1,0 1-1,1 0 1,-1 0-1,1 0 1,-1 0 0,0 0-1,1-1 1,-1 1-1,1 0 1,-1 0-24,-5 55-139,4-48 222,0 2-81,-2 2 8,1 0 0,0 0 1,1 1-1,0-1 0,1 1 1,0-1-1,1 1 0,0-1 1,0 1-1,2-1 0,-1 0 1,1 1-1,1-2 0,0 1 1,1 0-1,0-1 0,3 5-10,34 28 67,-35-38-65,-1-1-1,-1 1 1,1 1-1,-1-1 1,0 1-1,0 0 1,0 0 0,-1 0-1,0 1 1,0-1-1,-1 1 1,1 0 0,-2 0-1,1 1 1,-1-1-1,1 6-1,-2-9-3,-1 0 1,0 0-1,0 0 0,0 0 0,-1 0 0,1 0 0,-1 0 0,0 0 0,0-1 0,0 1 0,-1 0 0,1-1 0,-1 1 0,0-1 0,0 1 1,0-1-1,-1 0 0,1 0 0,-1 0 0,1 0 0,-1 0 0,0 0 0,0-1 0,-1 0 0,1 1 0,0-1 0,-1 0 0,1-1 1,-1 1-1,1-1 0,-3 1 3,-12 5-1,0-1 0,0 0 0,-1-2 1,0 0-1,1-1 0,-1-1 0,0 0 1,0-2-1,-7 0 1,24-1 4,0 1-1,0 0 1,-1-1 0,1 0-1,0 1 1,0-1-1,-1 0 1,1 0 0,0 0-1,0-1 1,0 1 0,0 0-1,1-1 1,-1 0 0,0 1-1,1-1 1,-1 0 0,1 0-1,-1 1 1,1-1-1,0 0 1,0 0 0,0-1-1,0 1 1,0 0 0,0 0-1,0 0 1,1-1 0,-1 1-1,1 0 1,0-1-1,0 1 1,0 0 0,0-1-1,0 1 1,0 0 0,1-1-1,-1 1 1,1 0 0,-1-1-1,1 1 1,0 0-1,0 0 1,0 0 0,0 0-1,0 0 1,1 0 0,-1 0-1,1 0 1,-1 0 0,1 1-1,0-1 1,-1 0-1,1 1 1,0 0 0,0-1-1,0 1 1,0 0 0,2-1-4,182-128-340,-150 109 128,58-34-1315,-12 8-2148</inkml:trace>
  <inkml:trace contextRef="#ctx0" brushRef="#br1" timeOffset="358828.379">27128 8844 23597,'0'0'5347,"0"0"-3893,0 0-1085,0 0-120,0 0-12,0 0 17,27 6-42,182 62 225,-134-33-216,-5-4-94,-2 4-1,-2 2 1,39 30-127,-87-55 1,-1 2 0,0 0-1,-1 1 1,-1 1 0,0 0-1,-1 1 1,-1 1 0,0 0-1,-2 0 1,0 1 0,-1 1 0,-1 0-1,-1 0 1,5 20-1,-2 17 0,-3 0 0,-3 1 0,-2 0 0,-3 0 0,-2 0 0,-3-1 0,-2 1 0,-13 47 0,-209 786 0,203-795 0,4 0 0,3 2 0,6 0 0,3 1 0,5 0 0,4 1 0,4-1 0,11 52 0,-10-130 0,0 0 0,1-1 0,2 0 0,0 0 0,1-1 0,0 1 0,2-2 0,0 1 0,1-2 0,1 1 0,1-2 0,0 1 0,2-2 0,-1 0 0,2 0 0,9 5 0,1-2-2,0-2 0,2-1-1,0-1 1,0-2 0,1-1 0,1-1 0,0-1-1,0-1 1,1-2 0,-1-2 0,1 0 0,1-2-1,-1-2 1,0 0 0,0-2 0,0-2 0,6-2 2,-30 5-47,1 0 0,0-1 0,0 0 1,-1 0-1,0 0 0,1-1 1,-1-1-1,0 1 0,0-1 0,-1 0 1,1-1-1,-1 0 0,0 0 0,0 0 1,0 0-1,-1-1 0,0 0 1,0 0-1,-1-1 0,1 1 0,-1-1 1,-1 0-1,1 0 0,-1 0 0,0-1 1,0-3 46,-4 8-10,-1 0 0,1 0 0,-1 0-1,0 0 1,0 0 0,0 0 0,0 1 0,-1-1 0,1 1 0,-1-1 0,1 1 0,-1 0 0,0 0 0,0 0 0,0 0 0,0 1 0,0-1 0,0 1 0,-1 0 0,1 0-1,0 0 1,-1 0 0,1 1 0,-1-1 0,1 1 0,0 0 0,-1 0 0,1 0 0,-1 0 0,1 1 0,-1-1 0,1 1 0,-1 0 10,-4-1-7,-19 1 44,1 1 1,-1 2-1,0 0 1,1 2-1,0 1 1,0 1-1,0 1 1,1 2-1,1 0 1,0 1-1,1 2 1,0 0-1,1 2 1,0 0-1,1 2 1,1 0-1,1 1 1,1 1-1,1 0 1,0 2-1,2 0 1,0 1-1,2 0 0,0 1 1,2 1-1,0-1 1,2 2-1,1 0 1,-5 23-38,2 33-4,2-1 0,5 1 0,4 66 4,1-67-8,14 289-120,41 212 128,-7-114 80,89 781 91,-108-1027 28,-10 1 0,-8 95-199,-14-154 1,-7 0 0,-8 0-1,-6-2 1,-25 77-1,44-218-8,-1 0 0,0-1 0,-2 0 0,0 0 0,-1 0 0,-2-1 0,1 0 0,-2-1 0,-1 0 0,0-1 0,-1 0 0,-1-1 0,-3 3 8,-130 92-2554,73-73-3038</inkml:trace>
  <inkml:trace contextRef="#ctx0" brushRef="#br1" timeOffset="361947.92">26836 12383 30791,'0'0'784,"0"0"-648,0 0-88,0 0-8,0 0 24,0 0-56,90 12-8,-66-4-192,-2 3-320,-6-1-1113,-10-2-6400</inkml:trace>
  <inkml:trace contextRef="#ctx0" brushRef="#br1" timeOffset="362206.637">26580 12590 27950,'0'0'1240,"0"0"-800,0 0-64,0 0-144,0 0-112,-13 126-120,30-86-240,7-7-1168,-2-11-3721</inkml:trace>
  <inkml:trace contextRef="#ctx0" brushRef="#br1" timeOffset="362523.229">26663 12722 28638,'0'0'1016,"0"0"-524,0 0-41,29-14 37,199-88-5,-166 79-442,1 3 1,1 2-1,1 3 0,1 3 1,47-2-42,-103 13-1,-9 1 0,0-1 0,0 1-1,0-1 1,0 1-1,0-1 1,0 1 0,0 0-1,0 0 1,1 0-1,-1-1 1,0 1 0,0 0-1,0 0 1,0 1-1,1-1 1,-1 0-1,0 0 1,0 0 0,0 1-1,0-1 1,0 1-1,0-1 1,0 1 0,0-1-1,0 1 1,0 0-1,0-1 1,0 1 0,0 0-1,0 0 1,0 0-1,-1-1 1,1 1-1,0 0 1,-1 0 0,1 0-1,0 0 1,-1 0-1,1 1 1,-1-1 0,0 0-1,1 0 1,-1 0-1,0 0 1,0 0 0,0 1-1,0-1 2,-2 6-11,0 0-1,-1-1 0,0 0 1,0 1-1,0-1 1,-1 0-1,0-1 0,-1 1 1,1-1-1,-1 1 1,0-1-1,0-1 0,0 1 1,-1-1-1,0 0 1,-4 3 11,-6 5-43,-245 193-4122,-88 41 4165,154-133 620,211-115 734,401-199 547,-399 191-1854,246-146-2074,-222 124-1193</inkml:trace>
  <inkml:trace contextRef="#ctx0" brushRef="#br1" timeOffset="362806.752">27099 12687 28102,'0'0'1056,"0"0"-392,-87 104-128,39-39-215,-18 26-193,-13 25-88,-9 26-40,9-9 0,24-31-240,27-37-297,24-31-471,4-10 184,4-9-336,11-9-9731</inkml:trace>
  <inkml:trace contextRef="#ctx0" brushRef="#br1" timeOffset="363056.623">26944 13273 25021,'0'0'2873,"0"0"-2385,114-62 176,-73 41-80,-8 7-48,-9 6-304,-13 8-232,-6 0-784,-5 12-3056</inkml:trace>
  <inkml:trace contextRef="#ctx0" brushRef="#br1" timeOffset="363057.623">26317 13872 29710,'0'0'817,"0"0"-713,114-69 192,4-4 16,3-4-136,-12 8-128,-14 12-48,-30 20-104,14-5-568,-9 7-1401,-26 15-6569</inkml:trace>
  <inkml:trace contextRef="#ctx0" brushRef="#br1" timeOffset="363391.093">26924 13641 26934,'-13'18'1445,"-196"262"1464,197-258-2710,191-249-1031,-171 221 836,1 0 0,0 1 0,0 0 1,0 1-1,0-1 0,1 2 1,0 0-1,0 0 0,0 0 0,0 1 1,0 1-1,0 0 0,0 0 0,0 1 1,1 0-1,-1 1 0,0 0 1,0 1-1,0 0 0,0 1 0,0-1 1,0 2-1,-1 0 0,1 0-4,-6-2-19,0 0 0,0 1 0,0 0 0,0 0 0,-1 0 0,1 0 0,-1 0 0,0 1 0,1 0 0,-2 0 0,1-1 0,0 1 0,-1 1 0,0-1 0,0 0 0,0 1 0,0-1 0,-1 1 0,0-1 0,0 1 0,0 0 0,0-1 0,-1 1 0,0 0 0,0 0 0,0-1 0,-1 1 0,1 0 0,-1 0 0,0-1 0,-1 1 0,1-1 0,-1 1 0,0-1 0,0 1 0,0-1 0,0 0 0,-1 0 0,-2 3 19,-9 13-2,-2 0 1,0 0-1,-1-2 1,-1 0-1,0-1 1,-1-1-1,-1 0 1,-2-1 1,-6-2-262,27-13-1185,1 0-2331</inkml:trace>
  <inkml:trace contextRef="#ctx0" brushRef="#br1" timeOffset="363656.661">27143 13639 23997,'0'0'2465,"0"0"-1881,0 0-144,0 0 40,0 0-120,0 0-360,0 0-232,62 10-952,-62 4-2889</inkml:trace>
  <inkml:trace contextRef="#ctx0" brushRef="#br1" timeOffset="363923.206">27284 13452 27350,'0'0'1160,"0"0"-437,0 0-52,0 0 29,0 23-215,6 303 562,-6-283-926,4 29-48,-4 0 0,-3 0 0,-3-1-1,-3 0 1,-3 0 0,-3-1 0,-7 12-73,18-71 0,-1 0 0,-1-1 0,0 1 0,0-1 0,-1 0 0,0-1 0,0 1 0,-1-2 0,-1 1 0,1-1 0,-1 0 0,-1-1 0,1 0 0,-1 0 0,-1-1 0,1 0 0,-1-1 0,0 0 0,0-1 0,0 0 0,-1-1 0,1 0 0,-1-1 0,-9 1 0,-22 1 0,-1-2 0,1-2 0,0-1 0,0-3 0,0-1 0,-14-5 0,-162-23-209,122 21-838</inkml:trace>
  <inkml:trace contextRef="#ctx0" brushRef="#br1" timeOffset="366957.558">24774 13081 25389,'0'0'3855,"0"0"-2837,0 0-862,0 0-51,-21 0-4,-64 1-60,82-1-41,0 0 0,1 1 0,-1-1 0,1 1 0,-1 0 0,0 0 0,1 0 0,-1 0 0,1 1 0,0-1 0,-1 0 0,1 1 0,0 0 0,0 0 0,0-1 0,0 1 0,0 0 0,1 1 0,-1-1 0,0 0 0,1 0 0,0 1 0,0-1 0,-1 1 0,1-1 0,1 1 0,-1-1 0,0 3 0,-4 6-1,-10 34 42,2 1 0,2 1 0,2 0 1,2 0-1,2 1 0,2-1 0,2 1 0,4 34-41,-3-68 19,-1 0-1,2 0 1,0 0 0,1 0-1,0 0 1,1 0-1,0-1 1,2 0 0,-1 1-1,1-1 1,1-1 0,1 1-1,0-1 1,0 0-1,1-1 1,0 0 0,1 0-1,1 0 1,0-1-19,-7-8 0,1 0 1,-1 0-1,1-1 1,-1 1-1,1-1 1,0 0-1,0 0 1,0 0-1,0 0 1,0-1-1,0 1 1,0-1-1,0 0 1,-1 0-1,1-1 1,0 1-1,0-1 1,0 0-1,0 0 1,0 0-1,0-1 1,-1 1-1,1-1 1,-1 0-1,1 0 1,-1 0-1,0 0 1,1-1-1,-1 1 1,-1-1-1,1 0 1,0 0-1,0-1 0,82-115-105,-81 112 87,39-71-434,-3-3 0,-4 0 0,-3-3 0,21-86 452,-43 120-255,-3-1 0,-2-1 0,-2 1 0,-2-1 1,-3-17 254,0 27 1542,31 37-515,-22 3-999,0 1 1,0 1-1,0 0 1,0 0-1,0 1 1,0-1-1,0 2 1,-1-1-1,1 1 1,0 0-1,-1 1 1,1 0-1,-1 0 1,0 1-1,0-1 1,0 2-1,-1-1 1,1 1-1,-1 0 1,0 0 0,-1 0-1,1 1 1,-1 0-1,0 0 1,0 1-1,-1-1 1,0 1-1,0 0 1,-1 0-1,1 1 1,1 5-29,-8 8-30,0-1 0,-1 1 0,-1-1-1,-1-1 1,0 1 0,-2-1 0,0 0 0,-1-1 0,-1 1 0,-1-2 0,-1 0 0,-4 5 30,-14 26-466,-15 23-2852,30-55-2823</inkml:trace>
  <inkml:trace contextRef="#ctx0" brushRef="#br1" timeOffset="367205.414">25131 13113 26550,'0'0'1504,"0"0"-648,-46 124-200,31-65-120,4 4-135,2 8-209,7 8-176,2 6-16,0 26-577,0-25-967,0-21-2625</inkml:trace>
  <inkml:trace contextRef="#ctx0" brushRef="#br1" timeOffset="367507.057">25466 13170 26790,'0'0'1168,"-1"24"-285,-12 156 386,10-5-184,3-174-1084,0-1-1,0 1 1,0-1 0,0 0 0,0 1 0,0-1 0,0 1 0,0-1 0,0 1 0,0-1 0,0 0 0,0 1 0,0-1-1,0 1 1,0-1 0,1 0 0,-1 1 0,0-1 0,0 1 0,1-1 0,-1 0 0,0 1 0,0-1 0,1 0 0,-1 0-1,0 1 1,1-1 0,-1 0 0,0 0 0,1 1 0,-1-1 0,0 0 0,1 0 0,-1 0 0,1 0 0,-1 1 0,1-1-1,-1 0 1,0 0 0,1 0 0,-1 0 0,1 0 0,-1 0 0,1 0 0,-1 0 0,0 0 0,1 0 0,-1-1 0,1 1-1,-1 0 1,0 0 0,1 0 0,-1 0 0,1-1 0,-1 1 0,0 0 0,1 0 0,-1-1 0,0 1 0,0 0 0,1-1-1,-1 1 1,0 0 0,1-1 0,-1 1 0,0 0 0,0-1-1,66-118-229,118-284-772,-180 441 1919,-4-4-724,-3-13-150,2 0-1,1 0 1,1 0-1,0 0 1,2 1-1,0-2 1,2 1-1,0 0 0,1-1 1,1 0-1,1 0 1,1-1-1,1 0 1,5 8-44,126 106-1187,-104-100-679</inkml:trace>
  <inkml:trace contextRef="#ctx0" brushRef="#br1" timeOffset="367788.786">24585 14361 29686,'0'0'1009,"0"0"-593,0 0-64,182-61 88,-41 20-128,38-12-176,21-1-88,-7 13-48,-29 13-312,-57 18-1176,-34 6-9475</inkml:trace>
  <inkml:trace contextRef="#ctx0" brushRef="#br1" timeOffset="368055.443">26328 14681 30519,'0'0'1096,"0"0"-1016,0 0-24,0 0-16,114 0-40,-37 0-88,-9 0-712,-9 0-1673</inkml:trace>
  <inkml:trace contextRef="#ctx0" brushRef="#br1" timeOffset="368305.179">26887 14957 29454,'0'0'0,"0"0"-1448</inkml:trace>
  <inkml:trace contextRef="#ctx0" brushRef="#br1" timeOffset="378323.66">32456 5849 23733,'0'0'3279,"0"0"-1988,0 0-844,0 0-39,0 0 84,-2-1-89,1 0-393,1 1 0,-1 0 1,0-1-1,1 1 0,-1 0 0,0 0 0,0 0 1,1 0-1,-1-1 0,0 1 0,0 0 0,1 0 1,-1 0-1,0 1 0,0-1 0,1 0 0,-1 0 1,0 0-1,0 0 0,1 1 0,-1-1 0,0 0 1,1 1-1,-1-1 0,0 0 0,1 1 0,-1-1 1,1 1-1,-1-1 0,1 1 0,-1-1 0,1 1 1,-1 0-1,1-1 0,-1 1 0,1 0 0,0-1 0,-1 1 1,1 0-1,0-1 0,0 1 0,0 0 0,-1 0 1,1-1-1,0 1 0,0 0 0,0-1 0,0 1 1,0 0-1,0 0 0,0-1 0,0 1 0,1 0 1,-1 0-1,0-1 0,0 1 0,1 0 0,-1-1 1,1 1-11,-81 526 928,44-296-714,11 1 0,5 195-214,38-236-72,-18-192 63,0 1-1,0 0 1,0-1 0,0 1-1,1 0 1,-1 0 0,0-1 0,0 1-1,0 0 1,1-1 0,-1 1-1,0 0 1,0 0 0,1 0 0,-1-1-1,0 1 1,0 0 0,1 0-1,-1 0 1,0 0 0,1-1 0,-1 1-1,0 0 1,1 0 0,-1 0 0,0 0-1,1 0 1,-1 0 0,0 0-1,1 0 1,-1 0 0,1 0 0,-1 0-1,0 0 1,1 0 0,-1 0-1,0 0 1,1 1 0,-1-1 0,0 0-1,0 0 1,1 0 0,-1 0-1,0 1 1,1-1 0,-1 0 0,0 0-1,0 1 1,1-1 0,-1 0-1,0 0 1,0 1 0,0-1 0,1 0-1,-1 1 1,0-1 0,0 0 9,11-32-1064,-2-8-1300</inkml:trace>
  <inkml:trace contextRef="#ctx0" brushRef="#br1" timeOffset="378915.182">32465 5845 24797,'0'0'3737,"0"0"-2793,0 0-845,0 0 5,28-6 133,203-27 91,447 84-264,-385-60-48,-285 53 858,-69 863 693,61-890-1646,-2 1-12,1 0 0,1 0 0,0 0 1,1 1-1,1-1 0,1 0 1,1 0-1,0 0 0,1-1 0,1 0 1,1 0-1,0 0 0,1 0 0,1-1 1,10 13 90,-12-20-2017</inkml:trace>
  <inkml:trace contextRef="#ctx0" brushRef="#br1" timeOffset="379169.249">32575 7560 30142,'0'0'785,"0"0"-617,0 0 160,120 2 176,-12 0-56,1 2-208,-6 0-128,-8-1-72,-21-1-40,9 2 0,7 2 0,9 18-88,-24-2-1096,-21-1-4385</inkml:trace>
  <inkml:trace contextRef="#ctx0" brushRef="#br1" timeOffset="380006.225">33487 8078 24389,'0'0'2976,"0"0"-1896,0 0-345,0 0 42,0 0-201,0 0-258,-6 5-106,3-2-173,0 1 1,0 0-1,0-1 1,1 1-1,-1 0 0,1 1 1,0-1-1,0 0 1,0 0-1,1 1 1,0-1-1,0 1 1,0 0-1,0-1 1,0 1-1,1-1 1,0 1-1,0 0 1,1 0-1,0 3-39,-1 38 221,-24 899 473,22-601-694,12-239 0,-25-103 0,-208-23 0,70 21 0,-1 7 0,2 6 0,-47 15 0,55 11-900,112-30-913</inkml:trace>
  <inkml:trace contextRef="#ctx0" brushRef="#br1" timeOffset="380485.652">32643 9102 29302,'0'0'886,"0"0"-322,-21 14-69,-134 100 91,-222 252-444,374-364-141,0-1 1,0 1-1,0 0 1,0 0-1,1 0 1,-1 0-1,0 0 1,1 1-1,0-1 1,-1 1-1,1-1 1,0 1-1,1 0 1,-1 0-1,0 0 1,1 0-1,-1 0 1,1 0-1,0 1 0,0-1 1,1 0-1,-1 1 1,1-1-1,-1 1 1,1-1-1,0 0 1,0 1-1,0-1 1,1 1-1,-1-1 1,1 0-1,0 1 1,0-1-1,0 0 1,1 0-1,-1 0 1,1 0-1,-1 0 1,1 0-1,0 0 1,0 0-1,0-1 1,1 1-1,-1-1 1,1 1-2,34 11 89,1-2 0,0-2 0,1-1 0,-1-2 0,1-2 0,1-1 0,4-2-89,78 10 81,63 18-715,-114-18-991</inkml:trace>
  <inkml:trace contextRef="#ctx0" brushRef="#br1" timeOffset="383057.151">30666 10136 25277,'0'0'863,"0"0"1386,0 0-1096,0 0-603,0 0-113,-15 22-83,-173 301 206,-141 278-118,317-585-532,1 2 0,1 0-1,0 0 1,2 0 0,0 1-1,1 1 1,1-1-1,1 1 1,0 0 0,2 0-1,0 1 1,1-1 0,2 7 90,14 6-1713,8-16-1263</inkml:trace>
  <inkml:trace contextRef="#ctx0" brushRef="#br1" timeOffset="383294.185">30578 10424 27094,'0'0'1408,"0"0"-1008,0 0 240,77 164 32,-55-85-87,-3 7-233,-1 3-152,-9-2-112,-5-4-56,-4-6-16,0-8-16,0-10-96,-2-12-272,-11-13-281,2-12-319,0-16-704</inkml:trace>
  <inkml:trace contextRef="#ctx0" brushRef="#br1" timeOffset="383452.002">30414 10919 26238,'0'0'1968,"0"0"-944,0 0-480,0 0-200,0 0 17,0 0-49,116-35-168,-61 27-96,4 2-48,20 0-272,-16 2-697,-10 0-2735</inkml:trace>
  <inkml:trace contextRef="#ctx0" brushRef="#br1" timeOffset="383663.805">31087 10574 28238,'0'0'1120,"0"0"-432,-36 132-183,28-69 7,1 2-216,3 2-168,-3 2-88,3-3-40,-1-7-24,5-12-312,0-25-457,0-18-943,0-4-9266</inkml:trace>
  <inkml:trace contextRef="#ctx0" brushRef="#br1" timeOffset="383952.007">31084 10503 28750,'0'0'896,"0"0"-401,0 0 52,22 7-82,-2-1-390,125 52 310,-138-55-373,0 1 0,-1 0-1,1 0 1,-1 1 0,1 0-1,-1 0 1,-1 1 0,1-1-1,-1 1 1,0 1 0,0-1-1,-1 1 1,0-1 0,0 1-1,0 0 1,-1 1 0,0-1-1,-1 0 1,0 1 0,0 0-12,-3 13 1,-1 0-1,-1-1 1,-1 0 0,-1 1 0,-1-1 0,0-1-1,-2 1 1,0-1 0,-1-1 0,-1 0 0,-1 0-1,-1 0 1,0-2 0,-1 0 0,0 0 0,-2-1-1,0 0 1,0-2 0,-8 5-1,-12 18-94,-37 52-2330,68-82-786</inkml:trace>
  <inkml:trace contextRef="#ctx0" brushRef="#br1" timeOffset="384152.04">31527 10440 26270,'0'0'3400,"0"0"-3152,0 0 104,4 120 41,1-61-17,-3 6-176,2 6-120,-4 4-48,0-2-16,0-4-16,-6-11 0,-5-15-112,2-17-280,0-22-329,3-28-295,1-19-1584,1-9-8283</inkml:trace>
  <inkml:trace contextRef="#ctx0" brushRef="#br1" timeOffset="384410.109">31610 10422 26870,'0'0'1419,"0"0"-535,0 0-157,20 10-107,129 63 79,-145-71-686,5 0 8,0 1-1,0-1 0,-1 2 0,1-1 0,-1 1 1,0 1-1,0-1 0,0 1 0,-1 1 1,0-1-1,0 1 0,0 1 0,-1-1 0,1 1 1,-2 0-1,1 0 0,-1 1 0,0 0 1,0 0-1,-1 0 0,0 0 0,-1 1 0,0-1 1,0 1-1,-1 0 0,0 0 0,-1 0 1,1 0-1,-1 8-20,-8 3 1,-1 0 0,0-1 0,-2 0 0,0-1 0,-1 0 0,-1-1 0,0 0 0,-1 0 0,-1-1 0,-1-1 1,0-1-1,-1 0 0,0-1 0,-1 0 0,-16 8-1,28-17-11,-168 112-1492,135-98-204</inkml:trace>
  <inkml:trace contextRef="#ctx0" brushRef="#br1" timeOffset="395791.664">29611 9994 21533,'0'0'1365,"0"0"-715,0 0 474,0 0 1678,0 0-1514,-11-11-604,-37-34-86,48 45-581,0 1 1,0-1 0,0 1 0,0-1-1,0 1 1,0 0 0,0-1-1,0 1 1,0-1 0,0 1 0,0-1-1,0 1 1,0-1 0,-1 1-1,1-1 1,0 1 0,0-1 0,-1 1-1,1-1 1,0 1 0,-1-1 0,1 1-1,0-1 1,-1 0 0,1 1-1,-1-1 1,1 1 0,0-1 0,-1 0-1,1 0 1,-1 1 0,1-1-1,-1 0 1,1 0 0,-1 0 0,0 1-1,1-1 1,-1 0 0,1 0-1,-1 0 1,1 0 0,-1 0 0,1 0-1,-1 0 1,1 0 0,-1 0-1,0 0 1,1-1 0,-1 1 0,1 0-1,-1 0 1,1 0 0,-1-1-1,1 1-17,1 6 91,41 307 210,3 198 578,-21 129-879,-16-517-288,8-127-574,16-100-686,-15 29-730,-5-1-3052</inkml:trace>
  <inkml:trace contextRef="#ctx0" brushRef="#br1" timeOffset="396401.307">29795 9812 27574,'0'0'924,"0"0"-309,22-16-211,-4 1-302,-8 5-50,0 2 0,0 0 0,1 0-1,0 1 1,0 0 0,1 1-1,0 0 1,0 1 0,1 0-1,-1 1 1,1 0 0,5 0-52,40-1 156,1 2 1,-1 2 0,1 3-1,-1 3 1,0 2-1,38 11-156,-24-7 90,160 15 56,1-10 0,1-10-146,138 7 30,-49 2-124,231-23 94,-501 6 182,-53 22-161,-15 186 705,4-109-561,5 1-1,7 84-164,-1-83 12,0-65-12,-2 64 0,5 0 0,3-1 0,5 0 0,15 57 0,-22-144-47,-2-7-2467,-8-8-790</inkml:trace>
  <inkml:trace contextRef="#ctx0" brushRef="#br1" timeOffset="396831.309">30221 11623 22509,'0'0'3809,"0"0"-2269,0 0-576,0 0-112,21-6-134,133-35 235,-76 28-713,0 4-1,0 3 0,1 3 0,25 5-239,-79-2 34,977 72 397,-637-60-1823,-331-12-1529</inkml:trace>
  <inkml:trace contextRef="#ctx0" brushRef="#br1" timeOffset="400206.08">35124 7867 14859,'0'0'1841,"-2"20"5143,-13 155-2550,-24 623-2012,18-406-1832,19 142-590,4-249 79,36 663 427,12-182 17,-30-213-506,-14-437-256,-61-98 371,-181-38 439,166 23-568,-1 3 0,1 3 0,1 3 0,0 3 0,-26 11-3,24-6-41,-52 18-78,-1-5-1,-2-6 1,-1-6 0,-1-5-1,-40-3 120,156-13-333,1 0 0,-1-1 0,0 0 0,1-1 0,0 0 0,-1 0 0,1-2 0,0 1 0,1-1 0,-1-1 0,0 0 0,1 0 0,0-1 0,1-1-1,-2-1 334,-31-26-8476,11 0-2194</inkml:trace>
  <inkml:trace contextRef="#ctx0" brushRef="#br1" timeOffset="400597.677">33511 12296 22237,'0'0'1448,"-26"15"2425,-171 97-2186,165-96-1561,1 2-1,1 2 1,1 1-1,0 1 1,2 1 0,1 1-1,0 2 1,2 0 0,1 2-1,-19 30-125,40-56 15,1 0 1,-1 0-1,0 0 0,1 1 0,-1-1 0,1 1 1,0-1-1,-1 1 0,1 0 0,0-1 1,1 1-1,-1 0 0,1 0 0,-1-1 0,1 1 1,0 0-1,0 0 0,0 0 0,0 0 0,0-1 1,1 1-1,-1 0 0,1 0 0,0-1 0,0 1 1,0 0-1,0-1 0,0 1 0,1-1 0,-1 1 1,1-1-1,-1 0 0,1 1 0,0-1 1,0 0-1,0 0 0,2 1-15,34 8 85,1-2-1,0-1 1,0-3 0,1-1-1,-1-1 1,1-3-1,26-3-84,-1 3-4,-13 0-190,145-9-3355,-143 0-5188</inkml:trace>
  <inkml:trace contextRef="#ctx0" brushRef="#br1" timeOffset="401430.332">29874 12525 22693,'0'0'5258,"0"20"-3727,0 469 463,0 418-1661,29-1038-2493,-7 43-54,0 0-2968</inkml:trace>
  <inkml:trace contextRef="#ctx0" brushRef="#br1" timeOffset="401997.641">30012 12704 28502,'0'0'1230,"0"0"-788,29-13 13,192-84 392,-75 56-740,1 6-1,2 6 1,1 7 0,0 7 0,2 6-1,-1 6 1,52 11-107,-73-8 16,-8 5-7,-2 6-1,58 15-8,23 2-160,53-21-55,-253-7 216,0 0-1,0 1 0,0-1 0,0 1 0,0-1 0,0 1 0,0-1 0,0 1 0,0-1 0,0 1 0,0 0 0,0 0 0,0-1 0,0 1 0,-1 0 0,1 0 0,0 0 0,-1 0 0,1 0 0,-1 0 0,1 0 0,-1 0 1,1 0-1,-1 0 0,0 0 0,1 1 0,-1-1 0,0 0 0,0 0 0,0 0 0,0 0 0,0 0 0,0 1 0,0-1 0,0 0 0,-1 0 0,1 0 0,0 0 0,-1 0 0,1 0 0,-1 0 0,1 0 0,-1 0 0,1 0 1,-1 0-1,0 0 0,1 0 0,-1 0 0,0 0 0,0-1 0,0 1 0,0 0 0,0 0 0,0-1 0,0 1 0,0-1 0,0 1 0,0-1 0,-1 1 0,-84 39 16,79-3 186,51 307 455,39 287-649,-80-599-25,24 88-206,-19-112-565,-2-7-753</inkml:trace>
  <inkml:trace contextRef="#ctx0" brushRef="#br1" timeOffset="402431.028">29991 14028 26214,'0'0'3535,"0"0"-2527,0 0-709,0 0 69,0 0 109,22 0-43,275-1-2,1253-61-432,-1531 62-9,0 1-1,1 0 1,-1 2 0,0 0-1,-1 1 1,1 1 0,-1 1-1,1 0 1,3 4 9,-13-6-772,-6-4-1493</inkml:trace>
  <inkml:trace contextRef="#ctx0" brushRef="#br1" timeOffset="402979.088">30929 12698 29462,'0'0'888,"0"0"-655,0 0 359,72 113 24,-22-52-48,10 14-216,5 6-296,1 8-56,-2-1 0,-7-1 0,-7-6 0,-6-6 0,-7-10 0,-8-14 0,-3-11 0,7-24-512,-5-12-808,-6-4-1257</inkml:trace>
  <inkml:trace contextRef="#ctx0" brushRef="#br1" timeOffset="403219.288">31569 12700 31167,'0'0'1000,"0"0"-792,-176 172 144,58-26-312,-11 24-40,2 7 0,21-9 0,17-24 0,27-41-1048,14-31-2881</inkml:trace>
  <inkml:trace contextRef="#ctx0" brushRef="#br1" timeOffset="405893.25">31159 11470 21004,'0'0'3028,"0"0"-136,0 0-1895,0 0-495,0 0-7,-11-12 40,-36-34-55,48 47-463,-1-1 1,1 1-1,-1-1 0,1 1 1,-1 0-1,1 0 0,-1-1 1,0 1-1,1 0 0,-1 0 1,0-1-1,1 1 0,-1 0 1,0 0-1,0 0 0,0 0 1,0-1-1,0 1 0,0 0 1,0 0-1,0 0 0,0 0 1,0-1-1,-1 1 0,1 0 0,0 0 1,0 0-1,-1-1 0,1 1 1,-1 0-1,1 0 0,-1-1 1,1 1-1,-1 0 0,1-1 1,-1 1-1,1-1 0,-1 1 1,0-1-1,1 1 0,-1-1 1,0 1-1,0-1 0,1 1 1,-1-1-1,0 0 0,0 0 1,0 1-1,1-1 0,-1 0 1,0 0-1,0 0 0,0 0 1,0 0-1,1 0 0,-1 0 1,0 0-1,0 0 0,0 0 0,1-1 1,-1 1-1,0 0 0,0 0 1,0-1-1,1 1 0,-1-1 1,0 1-1,0 0 0,1-1-17,0 7 112,0 699 884,2-562-909,7 0 0,6 0-1,6-2 1,12 28-87,-14-121-141,-12-55-190,16-82-2106,-12 35-255</inkml:trace>
  <inkml:trace contextRef="#ctx0" brushRef="#br1" timeOffset="406179.119">31093 11260 27782,'0'0'1024,"0"0"-64,0 0-167,0 0-129,0 0-312,0 0-216,0 0-80,-81 99-40,37-28 8,-2 12-24,-2 8 8,2 1-8,6-5-160,10-8-192,10-16-280,11-21-633,7-23-983</inkml:trace>
  <inkml:trace contextRef="#ctx0" brushRef="#br1" timeOffset="406429.848">31056 11393 27822,'0'0'1040,"0"0"-696,0 0 144,0 0 8,0 0-127,0 0-129,98 102-160,-78-62-80,-4 27-8,-8-8-577,-8-8-1375</inkml:trace>
  <inkml:trace contextRef="#ctx0" brushRef="#br1" timeOffset="406612.435">30591 12180 29142,'0'0'650,"0"0"-392,0 0-83,5 20 217,48 132 362,95 115 183,-146-263-926,1-1-1,-1 0 0,1 0 0,0 0 1,0 0-1,0-1 0,1 1 1,-1-1-1,1 0 0,-1 1 1,1-2-1,0 1 0,-1 0 0,1-1 1,0 0-1,0 0 0,0 0 1,0 0-1,0 0 0,1-1 1,-1 0-1,0 0 0,0 0 1,0-1-1,0 1 0,0-1 0,0 0 1,0 0-1,0 0 0,0-1 1,0 1-1,0-1 0,-1 0 1,1 0-1,-1 0 0,3-2-10,111-103 88,-53 23-450,-5-3 1,-3-2-1,-5-3 1,6-21 361,-56 112-25,23-49-2641</inkml:trace>
  <inkml:trace contextRef="#ctx0" brushRef="#br1" timeOffset="410003.646">30539 9552 24485,'0'0'1783,"0"0"-736,0 0-668,0 0 78,0 0 941,0 0-667,3 12-411,10 33-227,-2 0-1,-1 1 1,-3 1 0,-2 0-1,-2 0 1,-2 0 0,-2 0-1,-4 21-92,1-19 67,16-56-62,110-148-137,-121 154 131,0 0-1,1 0 1,-1 0 0,1 0-1,-1 0 1,1 0-1,-1 0 1,1 0-1,-1 0 1,1 1-1,0-1 1,0 1-1,-1-1 1,1 1 0,0 0-1,0 0 1,-1 0-1,1 0 1,0 0-1,0 0 1,0 0-1,-1 0 1,1 1 0,0-1-1,-1 1 1,1-1-1,0 1 1,-1 0-1,1 0 1,0-1-1,-1 1 1,1 0-1,-1 1 1,0-1 0,1 0-1,-1 0 1,0 0-1,0 1 1,0-1-1,0 1 1,0-1-1,0 1 1,0-1 0,0 1-1,0 0 1,-1-1-1,1 1 1,-1 0-1,1-1 1,-1 1-1,0 0 1,0 0-1,0 0 1,0-1 0,0 1-1,0 0 1,0 0 1,0 5-13,0-1 0,-1 1 1,1 0-1,-1-1 0,-1 1 0,1-1 1,-1 0-1,0 1 0,-1-1 1,1 0-1,-1 0 0,0 0 1,-1-1-1,0 1 0,0-1 0,0 0 1,0 0-1,-1 0 0,1 0 1,-1-1-1,-2 1 13,-84 71-3373,68-61-2701</inkml:trace>
  <inkml:trace contextRef="#ctx0" brushRef="#br1" timeOffset="410294.756">30922 9931 28014,'0'0'1080,"0"0"-320,114-22-191,-66 12-105,-4-2-112,-2 5-208,-7-1-96,-4 2-24,-3 2-24,-4-4-488,-6 4-1241,-5-4-6465</inkml:trace>
  <inkml:trace contextRef="#ctx0" brushRef="#br1" timeOffset="410528.41">31264 9682 26062,'0'0'3000,"0"0"-2536,0 0-32,0 0-24,-74 105-159,60-64-185,3 3-64,0 1-48,7 10-417,2-11-887,2-13-1961</inkml:trace>
  <inkml:trace contextRef="#ctx0" brushRef="#br1" timeOffset="410694.616">31685 9793 24277,'0'0'2986,"0"0"-1695,0 0-332,0 0-71,0 0-249,0 0-292,-5-13-175,-19-39-67,22 51-101,1 0 1,-1 0-1,0 0 0,0 0 1,0 0-1,1 1 0,-1-1 1,0 1-1,0 0 0,0-1 1,0 1-1,0 0 0,0 0 1,0 0-1,0 0 1,0 1-1,0-1 0,0 0 1,0 1-1,0 0 0,0-1 1,1 1-1,-1 0 0,0 0 1,0 0-1,1 0 0,-1 0 1,1 0-1,-1 1 0,1-1 1,-1 0-1,1 1 0,0-1 1,-1 1-1,1 0-4,-4 2 15,-5 3 10,1 0 0,-1 1 1,1 1-1,1 0 1,-1 0-1,1 0 0,1 1 1,0 0-1,0 1 0,1-1 1,1 1-1,-1 1 0,2-1 1,0 1-1,0-1 0,1 1 1,0 0-1,1 1 0,1-1 1,-1 10-26,5-17-7,-1 0 0,1 0 1,0 1-1,1-2 1,-1 1-1,1 0 1,0-1-1,0 0 0,1 0 1,-1 0-1,1 0 1,0-1-1,0 1 1,0-1-1,0-1 0,0 1 1,1-1-1,-1 0 1,1 0-1,0 0 1,0-1-1,-1 0 1,1 0-1,0 0 0,0-1 1,0 0-1,4 0 7,-8 0-9,59 6-926,-5-3-1499</inkml:trace>
  <inkml:trace contextRef="#ctx0" brushRef="#br1" timeOffset="413514.615">30155 9899 29534,'0'0'810,"0"0"-319,0 0 27,0 0 10,0 0-139,0 0-152,-4 0-106,-225 58-2,123-37-129,-1-4 0,0-5 0,-1-5 0,-59-5 0,160-3 0,1 1 0,0-1 0,0 0 0,-1 0 0,1-1 0,0 0 0,0 0 0,1 0 0,-1-1 0,0 0 0,1 0 0,-1 0 0,1-1 0,0 0 0,0 0 0,0 0 0,1 0 0,0-1 0,0 0 0,0 0 0,0 0 0,1 0 0,-1-1 0,1 1 0,1-1 0,-1 0 0,1 0 0,0 0 0,0 0 0,1 0 0,0 0 0,0-1 0,0-1 0,-16-143 0,5-1 0,8-70 0,2 90 0,1 53 0,-3 0 0,-3 0 0,-4 1 0,-3 0 0,-4 1 0,-3 0 0,-3 2 0,-4 1 0,-3 1 0,-33-56 0,-237-329 0,273 413 0,-65-100 0,-71-155 0,155 278 0,0-1 0,1 0 0,1-1 0,1 1 0,1-1 0,1 0 0,2-1 0,0 1 0,1-16 0,5-113 0,-51 81 0,123 93 0,254-16 0,-207-14 0,-1-6 0,57-17 0,-69 11 0,2 4 0,0 6 0,25 3 0,-1 9-5,-122 32-2424,-14-26 379,0 7-8101</inkml:trace>
  <inkml:trace contextRef="#ctx0" brushRef="#br1" timeOffset="413844.323">29491 6526 29382,'0'0'727,"0"0"-157,0 0-125,0 0-12,0 0-35,0 0-53,14 7-125,180 63 27,-24-13-247,-168-56 0,-1-1 0,1 1 0,-1 0 0,0 0 0,0 0 0,1 0 0,-1 0 0,0 0 0,0 0 0,0 0 0,0 0 0,0 1 0,0-1 0,0 0 0,0 1 0,-1-1 0,1 0 0,0 1 0,-1-1 0,1 1 0,-1-1 0,0 1 0,1-1 0,-1 1 0,0 0 0,0-1 0,0 1 0,0-1 0,0 1 0,-1-1 0,1 1 0,0-1 0,-1 1 0,1-1 0,-1 1 0,1-1 0,-1 1 0,0-1 0,1 1 0,-1-1 0,0 0 0,0 0 0,-1 2 0,-56 49 0,-235 183-263,191-153-986</inkml:trace>
  <inkml:trace contextRef="#ctx0" brushRef="#br1" timeOffset="416901.362">29359 5911 26622,'0'0'1077,"0"0"-557,0 0 8,0 0 871,0 0-586,21-8-403,137-45 268,-93 39-579,1 3 0,1 4 1,0 2-1,0 3 0,0 3 0,0 3 1,23 6-100,135 3 25,-168-9-25,0-3 0,1-2 0,-1-2 0,1-3 0,-2-2 0,1-3 0,-1-2 0,-1-3 0,0-2 0,-2-2 0,0-3 0,21-14 0,-27 3 0,-1-3 0,-2-1 0,-2-2 0,-2-2 0,-1-2 0,-3-1 0,-1-2 0,-3-2 0,-1 0 0,-3-2 0,-2-2 0,-3 0 0,-2-1 0,-2-1 0,-2-1 0,-3-1 0,-3 0 0,-2-3 0,3-33 0,-5-1 0,-4 0 0,-6-35 0,1 79 0,-2 1 0,-3 0 0,-1 0 0,-3 1 0,-2 0 0,-2 1 0,-2 1 0,-2 0 0,-2 1 0,-21-33 0,19 50 0,-1 1 0,-1 0 0,-1 2 0,-1 1 0,-2 1 0,0 2 0,-1 1 0,-1 1 0,-1 1 0,-1 2 0,0 2 0,-1 0 0,-1 3 0,0 1 0,0 1 0,-30-3 0,-11-4 0,0 4 0,0 2 0,-1 4 0,0 4 0,-1 2 0,1 5 0,0 2 0,-21 8 0,34 0 0,1 3 0,1 2 0,1 4 0,1 2 0,1 2 0,1 3 0,2 3 0,1 2 0,2 2 0,2 3 0,1 2 0,-20 25 0,34-31 0,2 1 0,2 2 0,2 2 0,2 0 0,1 2 0,3 1 0,1 1 0,3 1 0,1 1 0,3 1 0,1 0 0,3 1 0,2 0 0,3 1 0,1 0 0,3 0 0,2 0 0,2 1 0,3-1 0,1 0 0,3-1 0,2 1 0,3-2 0,1 1 0,3-2 0,21 45 0,-20-53 0,2 0 0,2-1 0,1-1 0,2-1 0,2-1 0,1-1 0,2-2 0,1-1 0,1-1 0,2-2 0,1-1 0,1-2 0,1-1 0,1-2 0,1-2 0,5 0 0,-20-13-95,0-2-1,0 0 1,1-2 0,-1-1-1,1-1 1,0-1 0,24-2 95,-36 1-189,53 0-1436</inkml:trace>
  <inkml:trace contextRef="#ctx0" brushRef="#br1" timeOffset="660162.718">20090 8522 16564,'0'0'5710,"0"0"-2633,0 0-1837,0 0-281,0 0-180,-26 0-322,8-1-379,8 0-36,0 1-1,0-1 1,0 2 0,0-1-1,-1 2 1,1-1 0,0 1-1,0 1 1,1-1 0,-1 2-1,1 0 1,-1 0-1,1 0 1,0 1 0,0 0-1,-2 3-41,-147 125 636,5 6-1,7 7 0,-84 111-635,137-154 113,5 4 1,4 4-1,6 3 0,4 4 1,6 3-1,-27 70-113,81-162 26,1 1 0,2 1-1,1 0 1,1 0 0,1 1-1,2 0 1,1 0 0,2 0-1,1 1 1,2-1 0,1 1-1,1-1 1,2 1 0,1-1-1,2 0 1,1-1 0,1 0-1,2 0 1,1-1 0,7 13-26,24 12 21,1-1 0,3-3 1,2-1-1,3-3 1,1-2-1,47 30-21,147 133 9,-226-190-9,0 2 0,-1 0 0,-2 2 0,0 0 0,-1 0 0,-1 2 0,-1 0 0,-2 1 0,0 0 0,-1 1 0,-2 1 0,-1 0 0,-1 0 0,-1 0 0,-1 1 0,-2 0 0,-1 0 0,-1 1 0,-1-1 0,-2 1 0,0-1 0,-5 18 0,-7-7 0,-2-1 0,-2 0 0,-2-1 0,-1-2 0,-1 0 0,-2-1 0,-2-1 0,-13 13 0,-41 43 0,-3-4 0,-5-4 0,-3-4 0,-41 25 0,44-33 0,-171 133 0,374-290 0,-110 83-6,1 1 0,-1-1 0,1 1 0,0 0 0,1 1 0,-1-1 0,1 1 0,0 1 0,-1 0 0,1 0 1,0 0-1,0 1 0,0 0 0,1 1 0,-1 0 0,0 0 0,0 0 0,0 1 0,0 1 0,0-1 0,0 1 0,0 1 0,-1-1 0,1 1 0,-1 1 0,1-1 0,-1 1 0,3 3 6,-1 5-2,-1 1-1,-1 1 1,0-1 0,0 1-1,-2 1 1,0-1-1,0 1 1,-1 0-1,-1 0 1,-1 0-1,0 0 1,0 2 2,13 145 94,-7 0 0,-8 42-94,5 115 8,12 86-8,-16 0 0,-24 79 0,-6-172 0,12 286 0,20-524 0,4-1 0,3 0 0,3 0 0,4-1 0,2-1 0,4 0 0,2-2 0,4-1 0,30 51 0,29 7 0,-86-123-71,1 0 1,0-1-1,-1 1 0,1-1 1,0 0-1,0 0 0,1 0 1,-1 0-1,0-1 0,0 1 1,1-1-1,-1 0 0,1 0 0,0 0 1,-1 0-1,1-1 0,0 1 1,-1-1-1,1 0 0,0 0 1,-1 0-1,1-1 0,0 1 1,-1-1-1,1 0 0,-1 0 1,1 0-1,-1 0 0,1-1 1,-1 0-1,0 1 0,0-1 1,1 0-1,-1-1 0,-1 1 0,1 0 1,2-3 70,33-42-5011</inkml:trace>
  <inkml:trace contextRef="#ctx0" brushRef="#br2" timeOffset="1.0722E6">21653 3772 25189,'0'0'3664,"0"0"-2647,0 0-745,-19 4-106,-56 10 17,104-12 615,277-86-226,-148 57-459,0 7-1,2 7 0,79 6-112,-140 4 22,1756-8 473,-606 56-464,-1195-40-22,-92-3-963,-6-2-993</inkml:trace>
  <inkml:trace contextRef="#ctx0" brushRef="#br2" timeOffset="1.07326E6">24765 0 18828,'0'0'8642,"0"0"-8218,0 0-304,0 0 256,-61 158 288,32-75-48,-8 31-240,-5 29-208,-2 4-96,9-26-32,9-38-40,15-40-64,2-13-352,3-7-616,-1-11-2249</inkml:trace>
  <inkml:trace contextRef="#ctx0" brushRef="#br2" timeOffset="1.07351E6">24309 669 18340,'0'0'9314,"0"0"-8818,-9 164-120,1-93-88,5-8-72,3-18 232,5-21-32,21-18 88,16-6-199,10-24-145,12-21-88,8-12-48,27-32-24,-18 14-248,-17 8-1329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21:12.20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14863 15545 25253,'0'0'6322,"0"0"-5962,0 0-272,-68 132-88,51-72-168,-1-1-1529</inkml:trace>
  <inkml:trace contextRef="#ctx0" brushRef="#br0" timeOffset="201.939">14695 16567 31127,'0'0'808,"0"0"-808,-92 109-64,32-26-216,10-12-336,2-8-1201</inkml:trace>
  <inkml:trace contextRef="#ctx0" brushRef="#br0" timeOffset="-1399.602">11718 15668 27886,'0'0'1739,"0"0"-1198,0 0-403,0 0-73,-6 23 70,-82 371 502,75-327-549,-13 49 32,6 0-1,6 1 1,1 52-120,10-242 75,6 58-75,1 0 0,1 0 0,0 0 1,1 1-1,0 0 0,1 0 0,1 0 0,0 1 1,1 0-1,0 1 0,1 0 0,1 0 0,0 1 1,0 0-1,1 1 0,0 1 0,1 0 1,0 0-1,0 1 0,1 1 0,0 0 0,0 1 1,1 1-1,0 0 0,0 1 0,0 0 0,0 1 1,1 1-1,-1 1 0,1 0 0,-1 1 0,10 1 0,-21 0-1,1 0-1,-1 0 1,0 1-1,0 0 1,0 0-1,0 0 1,0 0-1,0 1 1,-1-1-1,1 1 1,-1 0-1,0 0 1,1 0-1,-1 0 1,-1 1-1,1-1 1,0 1-1,-1 0 1,0 0-1,0 0 1,0 0-1,0 0 1,-1 0-1,0 1 1,0-1-1,0 0 1,0 1-1,0-1 1,-1 1-1,0-1 1,0 1-1,0-1 1,-1 0-1,1 1 1,-1-1-1,0 1 1,0-1-1,-1 0 1,1 0-1,-1 0 1,0 0-1,0 0 1,0 0-1,-1 0 1,0 0-1,1-1 1,-2 1 1,-16 26 33,-1-1 1,-2 0 0,0-2 0,-2-1-1,-1-1 1,-1-1 0,-1-2 0,-1 0-1,-1-2 1,-6 1-34,23-12 13,-1-1-1,0 0 1,-1-1 0,1-1 0,-1 0-1,-1-1 1,1-1 0,-11 2-13,11-14-56,15-1-86,1 1 0,0-1 0,1 1 1,0 0-1,0 0 0,1 0 1,0 0-1,0 0 0,0 0 1,1 1-1,1 0 0,3-6 142,33-57-2043</inkml:trace>
  <inkml:trace contextRef="#ctx0" brushRef="#br0" timeOffset="-1144.656">12408 15873 22645,'0'0'7249,"0"0"-6841,97 118-95,-49-61 7,0 4 56,1 1-216,-6-1-120,-5 4-40,-1 8-120,-9-14-752,-10-19-1777</inkml:trace>
  <inkml:trace contextRef="#ctx0" brushRef="#br0" timeOffset="-861.375">13022 15908 17396,'0'0'13203,"0"0"-12715,-127 148-344,61-73-48,-4 2 72,0 0-120,-2-4-48,2-8 0,-14-16-320,21-17-1057,12-20-1895</inkml:trace>
  <inkml:trace contextRef="#ctx0" brushRef="#br0" timeOffset="-860.375">12343 16181 27438,'0'0'2704,"0"0"-2448,122 0-175,-54 0-1,51 7-48,-16 1-32,-13-4-1257</inkml:trace>
  <inkml:trace contextRef="#ctx0" brushRef="#br0" timeOffset="-202.47">13765 16403 29486,'0'0'1117,"0"0"-512,0-17-158,0-237 512,1 252-965,-1 0 1,0 0 0,0-1 0,0 1 0,0 0-1,-1 0 1,1 0 0,-1 0 0,1-1 0,-1 1-1,0 0 1,1 0 0,-1 0 0,0 0 0,0 0-1,-1 1 1,1-1 0,0 0 0,-1 0-1,1 1 1,-1-1 0,1 1 0,-1-1 0,0 1-1,0 0 1,1 0 0,-1 0 0,0 0 0,0 0-1,0 0 1,0 0 0,0 0 0,0 1 0,-1-1-1,1 1 1,0 0 0,0-1 0,0 1 0,-1 0-1,1 0 1,0 1 0,0-1 0,0 0 0,0 1-1,0-1 1,-1 1 0,1 0 0,0 0-1,0 0 1,0 0 0,1 0 0,-2 1 5,-13 7-25,1 1 1,0 0-1,1 1 0,0 1 1,1 0-1,0 1 1,1 1-1,1 0 0,0 0 1,0 1-1,0 3 25,-6 6-3,0 2 0,2 0-1,1 0 1,1 2 0,1 0-1,2 0 1,0 1 0,2 0-1,2 0 1,0 1 0,2 0-1,0 22 4,3-49 0,1 1 0,0-1 0,-1 0 0,1 0 0,1 0 0,-1 0 0,0 0 0,1 0 0,-1 0 0,1 1 0,0-2 0,0 1 0,0 0 0,1 0 0,-1 0 0,1 0 0,-1-1 0,1 1 0,0-1-1,0 1 1,0-1 0,0 0 0,1 0 0,-1 0 0,1 0 0,-1 0 0,1 0 0,-1-1 0,1 1 0,0-1 0,0 0 0,0 1 0,0-2 0,0 1 0,0 0 0,0 0 0,3-1 0,1 1-7,1-1 1,0 0-1,-1 0 0,1-1 1,0 0-1,-1 0 1,1-1-1,-1 0 0,0 0 1,0-1-1,0 1 0,0-2 1,0 1-1,0-1 1,-1 0-1,0 0 0,1-1 1,-2 0-1,1 0 0,-1-1 1,1 1-1,2-6 7,93-151-128,-27 0 2,-6-3-1,-8-4 0,-2-21 127,-6-8-129,-52 215 149,-44 242 288,30-177-234,-14 64 36,8 2 0,5 0 0,7 3-110,9-95-595,5-7-1008</inkml:trace>
  <inkml:trace contextRef="#ctx0" brushRef="#br1" timeOffset="-73326.696">28907 7686 23557,'173'0'5177,"-19"-8"-5177,-43-4-3297</inkml:trace>
  <inkml:trace contextRef="#ctx0" brushRef="#br1" timeOffset="-74888.771">28341 6063 22325,'0'0'6651,"0"0"-4920,0 0-1454,-10-18-37,-50-110 393,60 124-622,-1-1-1,0 1 0,0 0 0,0 0 0,0 0 0,0 0 0,-1 0 0,0 0 1,0 0-1,0 0 0,0 1 0,-1-1 0,1 1 0,-1-1 0,0 1 1,0 0-1,0 0 0,0 0 0,-1 1 0,1-1 0,-1 1 0,0 0 0,1 0 1,-1 0-1,0 0 0,0 1 0,0-1 0,-1 1 0,1 0 0,0 0 0,0 1 1,-4-1-11,-6 3 1,0 0 0,0 0 1,1 1-1,-1 1 0,1 1 1,0-1-1,0 2 0,1 0 1,0 0-1,0 2 0,0-1 1,1 1-1,-7 6-1,-47 33 8,2 3 0,2 2 0,2 3 0,3 3 0,2 2 0,-26 41-8,51-62 8,2 2 0,2 1 0,1 1 0,3 1-1,1 1 1,3 1 0,1 0 0,3 2 0,1-1 0,3 1 0,-2 30-8,8 119 108,4-191-108,-1 0 0,1 0 1,1 1-1,-1-1 1,1 0-1,0-1 0,0 1 1,1 0-1,0 0 1,0-1-1,0 0 0,0 0 1,1 1-1,0-2 1,0 1-1,0 0 0,1-1 1,0 0-1,0 0 1,0-1-1,0 1 0,0-1 1,1 0-1,-1 0 1,1-1-1,0 1 1,0-1-1,0-1 0,0 1 1,0-1-1,0 0 1,0-1-1,3 1 0,36-1-96,-1-2 1,1-2-1,-1-1 0,0-3 1,-1-2-1,0-1 0,0-2 1,-1-2-1,-1-2 0,-1-2 1,26-16 95,193-105-4224,-185 92-4847</inkml:trace>
  <inkml:trace contextRef="#ctx0" brushRef="#br1" timeOffset="-74509.473">28714 6605 3225,'0'0'21827,"0"0"-16790,0 0-4410,0 0-212,0 0-45,0 0-90,-20-13-133,-65-40-92,82 51-55,0 1 0,-1-1 1,1 0-1,-1 1 0,1 0 0,-1 0 1,0 0-1,0 0 0,1 1 0,-1-1 0,0 1 1,0 0-1,0 0 0,1 1 0,-1-1 1,0 1-1,0-1 0,1 1 0,-1 0 1,0 1-1,1-1 0,-1 1 0,1-1 1,-2 2-1,0 0-1,-15 8-2,1 2 0,1 0 1,0 1-1,0 1 0,2 1 0,0 0 0,1 1 0,0 1 0,2 0 0,0 1 1,1 0-1,1 1 0,-8 20 3,10-17 4,1 0 0,1 1 1,2 0-1,0 0 0,1 0 1,2 1-1,0-1 0,2 16-3,0-37-1,-1 0 0,1 0 0,-1 0 0,1 0 0,0 0 0,0 0 1,1 0-1,-1 0 0,0 0 0,1-1 0,0 1 0,0 0 1,0 0-1,0 0 0,0 0 0,0-1 0,1 1 0,0-1 1,-1 1-1,1-1 0,0 1 0,0-1 0,0 0 0,0 0 1,1 0-1,-1 0 0,0-1 0,1 1 0,0 0 0,-1-1 1,1 0-1,0 0 0,1 1 0,10-3-15,0 0 1,0 0-1,0-2 0,0 1 1,-1-2-1,1 0 0,-1-1 1,0 0-1,0-1 0,-1 0 1,1-1-1,-1 0 0,-1-1 1,0-1-1,0 0 0,0 0 1,-1-1-1,-1 0 1,1-1-1,3-6 15,-2 6-13,54-60-7,-64 70 20,1 1-1,0-1 0,0 0 0,0 1 0,0 0 0,0-1 0,-1 1 0,1 0 0,0 0 0,0 0 0,0 0 0,0 1 0,0-1 0,0 0 1,0 1-1,0-1 0,-1 1 0,1 0 0,0 0 0,0 0 0,-1 0 0,1 0 0,0 0 0,-1 0 0,1 0 0,-1 0 0,0 1 1,2 0 0,13 8 5,11-2-231,0-1-1,1-1 0,-1-2 0,1 0 0,0-2 0,0-1 0,1-2 0,24-3 227,-37 4-430,51-5-3020</inkml:trace>
  <inkml:trace contextRef="#ctx0" brushRef="#br1" timeOffset="-74225.911">29565 6556 29374,'0'0'832,"0"0"-624,0 0-39,-143 138 199,115-91-168,12 1-88,10-5-64,6-2-40,4-7 8,16-6-16,6-7-64,7-5-144,24-16-368,-7 0-681,-4-20-1543</inkml:trace>
  <inkml:trace contextRef="#ctx0" brushRef="#br1" timeOffset="-73622.31">30185 5792 29086,'-5'18'968,"-201"629"913,72-279-1446,117-286-369,30-100 68,24-40-71,-14 17-189,2 2 1,1 0-1,2 2 1,2 1 0,1 2-1,26-22 126,-56 54-1,1 0 0,-1 1 0,1-1 0,-1 1 0,1 0 0,-1-1 0,1 1 0,0 0 0,0 0 0,0 0 0,-1 0 0,1 0 0,0 1 0,0-1 0,0 0 0,0 1 0,0 0 0,1-1 0,-1 1 0,0 0 0,0 0 0,0 0 0,0 0 0,0 1 0,0-1 0,0 0 0,0 1 0,0-1 0,0 1 0,0 0 0,0 0 0,0 0 0,0 0 0,-1 0 0,1 0 0,0 0 0,-1 1 0,1-1 0,-1 1 0,1-1 0,-1 1 0,0-1 0,1 1 0,-1 0 0,0 0 0,0 0 0,0-1 0,-1 1 0,1 0 0,0 0 0,0 2 1,21 38 20,-19-29-18,2-1-1,0 0 0,0 0 1,1 0-1,0-1 0,1 0 0,1 0 1,0 0-1,0-1 0,1 0 1,0-1-1,0 0 0,1 0 0,1-1 1,-1 0-1,1-1 0,1-1 0,-1 1 1,1-2-1,0 1 0,0-2 1,1 0-1,0 0 0,2-1-1,10-5-11,0-2 0,-1-1 0,0-1 0,0-1-1,0-1 1,-1-1 0,0-1 0,-1-1 0,0-1 0,-1-1 0,0-1-1,-1 0 1,0-2 0,-2 0 0,0-2 0,0 0 0,-2-1 11,-4 9-14,0 0 0,-1 0 0,-1-2 1,0 1-1,-1-1 0,0 0 0,0-1 1,-1 0-1,-1-1 0,-1 1 0,1-1 0,-2-1 1,0 1-1,-1-1 0,2-13 14,-5 24 2,0 1 0,0-1 0,0 1 0,0-1 0,-1 1 0,0-1 0,0 1 0,0-1 0,0 0 0,0 1 0,-1-1 0,1 1 0,-1-1 1,0 1-1,0-1 0,-1 1 0,1 0 0,-1 0 0,1-1 0,-1 1 0,0 0 0,0 0 0,0 1 0,-1-1 0,1 0 0,-1 1 0,1-1 0,-1 1 0,0 0 0,0 0 0,0 0 0,0 0 0,0 1 0,-1-1 0,1 1 0,0 0 0,-1 0 0,1 0 0,-1 0 0,1 1 0,-1-1 0,0 1-2,-2 0 19,1 1-1,-1-1 1,0 1-1,0 1 0,0-1 1,0 1-1,1 0 1,-1 0-1,1 1 0,0-1 1,0 1-1,-1 1 0,2-1 1,-1 1-1,0-1 1,1 2-1,0-1 0,0 0 1,0 1-1,0-1 1,1 1-1,0 0 0,0 0 1,-3 6-19,-1 3 62,1 0-1,0 1 1,1 0 0,0 0 0,1 1 0,1-1 0,0 1 0,0 15-62,2-21 11,0 0-1,1-1 1,0 1 0,1 0 0,0 0 0,1-1 0,0 1 0,0-1 0,1 0 0,0 1-1,1-1 1,0 0 0,0-1 0,1 1 0,0-1 0,0 0 0,1 0 0,0 0 0,0-1-1,1 0 1,0 0 0,1-1 0,-1 0 0,4 2-11,25 12-9,1-2 1,1-1-1,0-2 0,1-1 0,1-3 1,0-1-1,0-2 0,1-1 0,3-2 9,52 5-1487,-69-10-716</inkml:trace>
  <inkml:trace contextRef="#ctx0" brushRef="#br0" timeOffset="-2827.567">14410 14113 31439,'0'0'616,"0"0"-616,0 0 0,0 0 32,0 0-32,144 26 0,-63-18-296,-10-2-320,-19 0-1249</inkml:trace>
  <inkml:trace contextRef="#ctx0" brushRef="#br0" timeOffset="-5459.338">11657 13551 11787,'0'0'9071,"0"0"-3210,0 0-4266,0 0-911,0 0-149,-6-7-171,-14-21-67,15 56 352,-6 912 532,-9-511-1087,9-507 259,5 11-344,3 0 0,2-1 0,4 1 0,3-7-9,-3 55-7,1 1 1,0 0-1,1 0 1,2 0-1,-1 1 1,2 0-1,0 0 1,2 1-1,-1 0 1,6-6 6,-10 16-2,-1 0 0,1 1-1,0-1 1,1 1 0,-1 0 0,1 0 0,0 0 0,0 1 0,1 0 0,-1 0 0,1 1 0,0 0 0,0 0 0,0 0 0,1 1 0,-1 0 0,0 1 0,1 0 0,-1 0 0,1 0 0,-1 1-1,1 0 1,-1 0 0,1 1 0,0 0 0,5 2 2,0 3 0,-1 0 0,1 0 0,-2 2-1,1-1 1,-1 2 0,0-1 0,-1 2-1,0-1 1,0 1 0,-1 1 0,0 0-1,-1 0 1,0 1 0,-1-1 0,-1 2-1,0-1 1,0 1 0,-1 0 0,-1 0-1,0 0 1,-1 1 0,2 10 0,-2-2 1,-1-1 0,0 0 1,-2 0-1,0 1 0,-1-1 0,-2 0 1,0 0-1,-1 0 0,-1 0 0,-1-1 1,-1 0-1,0 0 0,-2 0 1,0-1-1,-2 0 0,0-1 0,-6 8-1,5-7 1,0 0 0,-1-1 0,-1 0 0,-1-1 1,-1-1-1,0 0 0,-1-1 0,0-1 0,-1-1 0,-1 0 0,0-1 0,0-2 0,-1 1 0,-1-2 0,0-1 0,0-1 0,-1 0 0,1-2 0,-22 3-1,37-8-11,5 1-2,0-1 0,-1 0 0,1 1 1,0-1-1,0 0 0,0 0 0,0 0 1,-1 0-1,1 0 0,0 0 0,0-1 0,0 1 1,0 0-1,0 0 0,-1-1 0,1 1 1,0-1-1,0 1 0,0-1 0,0 0 1,0 1-1,0-1 0,0 0 0,1 1 1,-1-1-1,0 0 0,0 0 0,0 0 1,1 0-1,-1 0 0,0 0 0,1 0 1,-1 0-1,1 0 0,0 0 0,-1 0 1,1 0-1,0-1 0,-1 1 0,1 0 1,0 0 11,-1-64-1202,7 15-2777,11-11-9571</inkml:trace>
  <inkml:trace contextRef="#ctx0" brushRef="#br0" timeOffset="-5191.615">12222 14273 26414,'0'0'4329,"0"0"-3929,0 0-240,0 0 208,173-6-8,-96 4-208,4-2-72,-2 0-48,-7 4-32,-10 0 0,-16 0-136,-16 6-408,-14 8-721,-14-4-1623</inkml:trace>
  <inkml:trace contextRef="#ctx0" brushRef="#br0" timeOffset="-4501.099">12441 14496 28702,'0'0'824,"0"0"-568,0 0 312,0 0-79,119 39-233,-58-33-152,11-2-56,42-4-48,-17 0-344,-14 0-1649</inkml:trace>
  <inkml:trace contextRef="#ctx0" brushRef="#br0" timeOffset="-3532.11">12277 14358 29222,'0'0'1305,"0"0"-1057,0 0 88,0 0 136,112 0-56,-31-2-128,13-12-112,5-2 0,-3-2-80,-6 3-64,-13 3-32,-14 2 0,-12 4 0,-14 4 0,-11 0-256,-2-6-336,-6 0-512,-12-4-929</inkml:trace>
  <inkml:trace contextRef="#ctx0" brushRef="#br0" timeOffset="-3303.815">12687 13835 29422,'0'0'704,"-22"114"-183,11-37 15,0 28-80,2 17-80,0-11-176,3-13-128,-1-13-48,5-24-24,2 4-112,7-3-480,15-23-881,2-25-2655</inkml:trace>
  <inkml:trace contextRef="#ctx0" brushRef="#br0" timeOffset="-3043.983">13805 14121 26886,'0'0'3403,"0"0"-2527,0 0-786,0 0-42,0 0-7,-21-4-29,12 2-12,0 0 0,-1 0-1,1 0 1,-1 1 0,0 0-1,1 1 1,-1 0-1,0 0 1,1 1 0,-1 0-1,1 1 1,-1 0 0,1 1-1,0 0 1,0 0 0,-7 4 0,-9 5 24,0 2 0,1 0 0,1 2 0,0 0 0,1 2 0,1 0 0,0 2 0,2 0 0,0 1 0,1 1 0,1 0 0,2 2 0,0 0 0,1 0 0,2 2 0,0-1 0,2 2 0,1-1 0,1 1 0,-3 19-24,10-40 2,0-1 1,0 1-1,1 0 1,0 0-1,0 0 1,0 0-1,0 0 1,1-1 0,0 1-1,1 0 1,-1 0-1,1-1 1,0 1-1,0-1 1,1 0-1,0 1 1,0-1-1,0 0 1,0-1-1,1 1 1,0-1-1,0 1 1,0-1-1,0 0 1,1 0-1,-1-1 1,1 0-1,1 1-2,6 2 1,1-1 0,0 0-1,0-1 1,0-1 0,1 0-1,-1-1 1,1 0 0,0-1-1,-1 0 1,4-1-1,230-27-683,-138-5-872</inkml:trace>
  <inkml:trace contextRef="#ctx0" brushRef="#br0" timeOffset="-137695.823">23136 1812 12051,'0'0'13733,"0"0"-10403,0 0-2952,-1 19 135,-16 507 1403,-20-281-1505,-10-1 0,-45 121-411,12-124 24,80-240-24,0 0 0,-1 0 0,1 0 0,0-1 0,-1 1 0,1 0 0,-1 0 0,1-1 0,-1 1 0,1 0 0,-1-1 0,0 1 0,1 0 0,-1-1 0,0 1 0,1-1 0,-1 1 0,0-1 0,0 0 0,1 1 0,-1-1 0,0 0 0,0 1 0,0-1 0,0 0 0,0 0 0,1 0 0,-1 1 0,0-1 0,0 0 0,0 0 0,0-1 0,0 1 0,0 0 0,1 0 0,-1 0 0,0-1 0,0 1 0,0 0 0,0-1 0,1 1 0,-1 0 0,0-1 0,0 1 0,1-1 0,-1 0 0,0 1 0,1-1 0,-1 1 0,1-1 0,-1 0 0,1 1 0,-1-1 0,1 0 0,-1 0 0,1 0 0,0 1 0,-1-1 0,1 0 0,0 0 0,0 0 0,-1 0 0,1 0 0,0 1 0,0-1 0,0-1 0,-5-13 0,1-1 0,0 1 0,1-1 0,1 0 0,0 1 0,1-1 0,1 0 0,1 0 0,0 0 0,1 0 0,0 0 0,1 1 0,1-1 0,1 1 0,0 0 0,1 0 0,1 0 0,0 1 0,10-19 0,2 0 0,0 2 0,3 0 0,0 2 0,2 0 0,1 1 0,4 0 0,-14 11-1,0 1 1,1 0-1,0 2 0,2 0 1,0 0-1,0 2 0,1 0 1,0 2-1,1 0 0,1 1 1,-1 1-1,1 0 0,1 2 1,-1 1-1,1 0 0,0 2 1,0 0-1,0 2 0,0 0 1,2 2 0,-16 1 0,1 0 0,-1 1 0,1 0 0,-1 1 0,0 0 0,0 0 0,-1 1 0,1 0 0,-1 0 0,0 1 0,0-1 0,-1 2 0,0-1 0,0 1 0,0 0 0,-1 0 0,0 0 0,0 1 0,-1 0 0,0 0 0,-1 0 0,1 0 0,-1 1 0,-1-1 0,0 1 0,0 0 0,-1-1 0,0 3 0,3 8 1,-2 1 0,-1-1 0,0 1 0,-1 0 0,-2-1 0,0 1 0,0-1 1,-2 0-1,-1 0 0,0 0 0,-1 0 0,-6 12-1,-10 9 0,-1 0 0,-3-1 0,-1-2 0,-1 0 0,-2-2 0,-2-2 0,-1-1 0,-1-1 0,-2-1 0,0-3 0,-3-1 0,-9 4 0,-98 22-28,142-51-20,-1 0 1,1 0 0,0-1 0,0 0-1,-1 0 1,1 0 0,0 0 0,0-1-1,-1 1 1,1-1 0,0 0 0,0-1-1,0 1 1,0-1 0,0 1 0,0-1-1,0 0 1,1-1 0,-1 1 0,1-1-1,0 1 1,-1-1 0,1 0 0,0 0-1,1-1 1,-1 1 0,0-1-1,1 1 1,0-1 0,0 0 0,0 1-1,0-1 1,1 0 0,-1-1 47,-7-48-1830</inkml:trace>
  <inkml:trace contextRef="#ctx0" brushRef="#br0" timeOffset="-137443.799">23826 2693 15027,'0'0'14779,"202"0"-14251,-33 0-303,28 0 175,-13-4 0,-35-5-136,-50 1-176,-29 2-88,2-6-168,-13 4-696,-10-6-3129</inkml:trace>
  <inkml:trace contextRef="#ctx0" brushRef="#br0" timeOffset="-137277.725">24725 2129 24509,'0'0'5353,"0"0"-4696,-48 162-137,8-46-96,-8 34 32,0 14-176,8-8-192,25-16-88,15-30-344,4-35-416,20-21-1145</inkml:trace>
  <inkml:trace contextRef="#ctx0" brushRef="#br0" timeOffset="-136993.184">26325 2362 29918,'0'0'783,"-28"-1"-437,9 1-303,-4-2 22,0 2 0,1 0-1,-1 2 1,0 1 0,1 0 0,-1 2-1,1 0 1,-1 2-65,-9 9 68,-1 1-1,2 1 1,1 2-1,0 1 1,1 2-1,2 0 1,0 2-1,2 1 1,0 1 0,2 1-1,2 1 1,0 1-1,2 1 1,1 1-1,1 0 1,2 1-1,-10 33-67,18-52 1,-1 1-1,2 0 1,0 1 0,1-1-1,0 1 1,2 0-1,-1 0 1,2 1-1,0-1 1,1 1 0,1-1-1,1 1 1,0-1-1,1 1 1,0-1-1,2 0 1,0 0-1,0 0 1,4 5-1,2-7 0,0 0 0,0-1 0,2 0 0,-1 0 0,2-1 0,-1-1 0,2 0 0,0-1 0,0-1 0,0 0 0,1-1 0,1 0 0,-1-1 0,1-1 0,0 0 0,1-1 0,8 1 0,35 6 0,-1-3 0,1-2 0,0-3 0,17-2 0,-35 0-88,-1-3 1,0-1-1,1-2 1,-1-1-1,-1-3 1,1-1-1,-2-2 1,34-14 87,-1-9-1516</inkml:trace>
  <inkml:trace contextRef="#ctx0" brushRef="#br0" timeOffset="-142733.55">19802 2482 24797,'0'-17'4905,"-19"-282"-3219,20 294-1664,-1-1 0,0 0 1,0 1-1,-1-1 0,1 0 0,-1 0 0,0 1 0,-1-1 1,1 1-1,-1 0 0,0-1 0,-1 1 0,1 0 1,-1 0-1,0 0 0,0 0 0,-1 1 0,1-1 0,-1 1 1,0 0-1,0 0 0,-1 0 0,1 1 0,-1 0 0,0-1 1,0 1-1,0 1 0,0-1 0,0 1 0,0 0 1,-1 0-1,1 1 0,-1-1 0,0 1 0,-1 0-22,-7 4 7,1 0 0,-1 1 0,1 0 0,0 1 0,0 0 0,1 1 0,0 1 0,0 0 0,0 0 0,1 1-1,0 1 1,0 0 0,1 0 0,0 1 0,-2 4-7,-51 47 13,3 2-1,3 3 0,2 2 0,4 3 1,2 2-1,4 2 0,4 2 1,2 1-1,-8 34-12,31-68 44,1 1 0,3 0 0,2 1 1,1 0-1,3 0 0,2 1 0,2 0 0,3 35-44,-2-72 2,1 0-1,0 1 0,1-1 1,0 0-1,1 1 1,0-1-1,1 0 0,0 0 1,0 0-1,1-1 1,0 1-1,1-1 0,0 0 1,0 0-1,1-1 1,1 1-1,-1-1 0,1-1 1,0 1-1,1-1 0,0 0 1,0-1-1,0 0 1,1 0-1,1 0-1,1-1 0,1 0 0,0-1 0,0 0 0,0 0 0,1-1 0,-1-1 0,1 0 0,0-1 0,-1 0 0,1-1 0,0-1 0,0 0 0,-1 0 0,1-1 0,-1-1 0,1 0 0,-1-1 0,0 0 0,0-1 0,-1 0 0,1-1 0,-1 0 0,1-2 0,33-29 0,-2-2 0,-2-2 0,-2-1 0,-2-2 0,-1-2 0,-3-1 0,-2-2 0,-2-1 0,9-23 0,136-324 0,-174 396 0,0 0 0,0 0 0,0 0 0,0 1 0,0-1 0,0 0 0,0 0 0,0 0 0,0 0 0,0 0 0,1 1 0,-1-1 0,0 0 0,1 0 0,-1 1 0,0-1 0,1 0 0,-1 0 0,1 1 0,0-1 0,-1 0 0,1 1 0,-1-1 0,1 1 0,0-1 0,-1 1 0,1-1 0,0 1 0,0-1 0,-1 1 0,1 0 0,0-1 0,0 1 0,0 0 0,-1 0 0,1 0 0,0-1 0,0 1 0,0 0 0,0 0 0,0 0 0,-1 0 0,1 1 0,0-1 0,0 0 0,0 0 0,0 0 0,-1 1 0,1-1 0,0 0 0,0 1 0,-1-1 0,1 1 0,0-1 0,0 1 0,-1-1 0,1 1 0,-1-1 0,1 1 0,0 0 0,-1 0 0,25 53 0,-23-49 0,1 1-2,2 16-5,1-1 1,1 0 0,1 0-1,0-1 1,2 0 0,1 0-1,0-1 1,1-1-1,1 0 1,1 0 0,0-2-1,2 0 1,-1 0-1,2-1 1,0-1 0,1-1-1,10 5 7,123 11-1396,-84-27-994</inkml:trace>
  <inkml:trace contextRef="#ctx0" brushRef="#br0" timeOffset="-138631.15">21045 2366 29182,'0'0'1513,"0"0"-1281,0 0 112,146 6 96,-80-6-88,0 2-192,0 0-96,-9 0-64,-5 4 0,-1 4-168,-16 1-432,-13-3-1465</inkml:trace>
  <inkml:trace contextRef="#ctx0" brushRef="#br0" timeOffset="-138377.212">20637 2885 29150,'0'0'1000,"0"0"-559,0 0-97,175 12 56,-87-12-112,11-12-288,39-12-32,-27 2-1209,-14 1-11529</inkml:trace>
  <inkml:trace contextRef="#ctx0" brushRef="#br0" timeOffset="-136218.384">22070 4108 12355,'0'0'13242,"0"0"-9922,0 0-2699,0 0 59,19 3 33,601 45 883,323-33-1356,-621-32-261,-326 21-1646,-24 0-726</inkml:trace>
  <inkml:trace contextRef="#ctx0" brushRef="#br0" timeOffset="-135327.106">19664 6372 18892,'0'0'8421,"0"0"-6225,0 0-1863,0 0 62,5 24 157,22 221 247,-26 943 239,6-1126-1832,6-69 381,36-103-2393,-24 44-1122</inkml:trace>
  <inkml:trace contextRef="#ctx0" brushRef="#br0" timeOffset="-134843.488">20091 6439 28326,'0'0'1339,"0"0"-667,0 0-180,32-2 4,453-36 435,-469 37-920,438-36 217,17 19-228,151 51 0,-450-20 176,-185-18-129,11 3-45,-1 0 0,1 1 0,-1-1 0,0 1 0,1 0 0,-1 0 0,0 0 0,0 0-1,0 0 1,0 1 0,0-1 0,0 1 0,0 0 0,0 0 0,0 0 0,1 0 0,-1 1 0,0-1 0,0 1 0,0 0 0,0-1 0,0 1 0,0 1 0,1-1 0,-1 0-2,-23 74 0,13 19 0,5 1 0,4 0 0,5 61 0,0-43 0,12 713 0,-6-527 0,-7-298 12,1 0-45,-1 0-1,0-1 0,0 1 1,1 0-1,-1-1 1,0 1-1,0 0 1,0-1-1,0 1 0,0 0 1,0 0-1,0-1 1,0 1-1,0 0 0,0-1 1,0 1-1,0 0 1,0-1-1,-1 1 1,1 0-1,0-1 0,0 1 1,-1 0-1,1-1 1,-1 1-1,1-1 0,0 1 1,-1-1-1,1 1 1,-1-1-1,1 1 1,-1-1-1,1 1 0,-1-1 1,0 1-1,1-1 1,-1 0-1,0 0 1,1 1-1,-1-1 0,0 0 1,1 0-1,-1 0 1,0 1-1,1-1 0,-1 0 1,0 0-1,1 0 1,-1 0-1,0 0 1,0-1-1,1 1 0,-1 0 1,0 0-1,1 0 1,-1-1 33,-18-10-2837</inkml:trace>
  <inkml:trace contextRef="#ctx0" brushRef="#br0" timeOffset="-134510.937">19464 8250 30238,'0'0'695,"0"0"-377,0 0-126,33 9 174,43 7-94,1-3 0,0-4-1,46-1-271,1692-15 143,-1358-5-143,-432-5-109,-52-13-1053,-12 2-1336</inkml:trace>
  <inkml:trace contextRef="#ctx0" brushRef="#br0" timeOffset="-134161.778">20595 6974 6353,'0'0'18631,"0"0"-14051,0 0-3923,0 0-159,0 0-62,-12 18 22,-169 284 348,-159 308-1524,339-623-778,5-18-303</inkml:trace>
  <inkml:trace contextRef="#ctx0" brushRef="#br0" timeOffset="-133894.764">20584 6911 27566,'0'0'1240,"0"0"-800,0 0 160,88 150 49,-64-53-113,-4 27-216,-7-10-152,-6-11-88,-7-20-48,0-30-32,0 6-112,-5-10-424,-8-19-1209</inkml:trace>
  <inkml:trace contextRef="#ctx0" brushRef="#br0" timeOffset="-133628.24">20214 7572 25133,'0'0'4577,"0"0"-4073,0 0-279,0 0 295,166 0-128,-98 0-184,0 0-136,0 0-72,22-4-72,-15-6-544,-14-2-1289</inkml:trace>
  <inkml:trace contextRef="#ctx0" brushRef="#br0" timeOffset="-133377.449">21075 7136 28070,'0'0'1752,"0"0"-1151,-35 122-201,18-59-32,1 6-112,-1 6-160,1-2-96,3-2-32,0-10-344,4-15-529,3-19-871,1-19-1625</inkml:trace>
  <inkml:trace contextRef="#ctx0" brushRef="#br0" timeOffset="-133194.541">21005 7075 28382,'0'0'1592,"0"0"-938,0 0-362,21-1 68,140 12 47,-153-9-396,15 2 3,0 1 0,0 1 1,-1 1-1,0 1 0,0 1 1,-1 1-1,0 1 0,15 10-14,-33-19 0,-1 0 1,1 0-1,0 1 1,-1-1-1,1 1 0,-1-1 1,0 1-1,0 0 0,0 0 1,0 0-1,0 0 0,-1 0 1,1 1-1,-1-1 0,0 0 1,0 1-1,0-1 0,0 1 1,-1-1-1,0 1 0,1-1 1,-1 1-1,0-1 0,-1 1 1,1-1-1,-1 1 1,1-1-1,-1 1 0,0-1 1,0 0-1,-1 1 0,1-1 1,-2 2-1,-77 88 35,10-42-277,-1-2 0,-3-4 1,-1-3-1,-51 19 242,90-45-1606</inkml:trace>
  <inkml:trace contextRef="#ctx0" brushRef="#br0" timeOffset="-132911.415">21557 7061 29614,'0'0'659,"0"0"-125,0 24-66,0 152 157,-25 144-718,24-321 55,1 1 0,0 0 0,0 0 0,0 0 0,0 0 0,-1-1 0,1 1 1,0 0-1,0 0 0,0 0 0,-1 0 0,1 0 0,0 0 0,0 0 0,0 0 0,-1 0 0,1-1 1,0 1-1,0 0 0,-1 0 0,1 0 0,0 0 0,0 0 0,-1 0 0,1 1 0,0-1 0,0 0 1,0 0-1,-1 0 0,1 0 0,0 0 38,-3-29-986,3 4 389,18-189-9011,18 99 8817,17 8 8580,-52 105-7701,0 0 0,0 0 0,1 0 0,-1 0-1,0 1 1,1-1 0,-1 0 0,1 1 0,-1-1 0,1 1 0,0-1 0,0 1 0,0 0 0,-1-1-1,1 1 1,0 0 0,1 1 0,-1-1 0,0 0 0,0 0 0,0 1 0,0 0 0,0-1 0,1 1-1,-1 0 1,0 0 0,0 0 0,1 0 0,-1 0 0,0 1 0,0-1 0,0 1 0,1-1 0,-1 1-1,0 0 1,0 0 0,0 0 0,0 0 0,0 0 0,0 0 0,-1 1 0,1-1 0,0 1 0,-1-1-1,1 1 1,-1-1 0,1 1-88,59 92 579,-56-83-553,0 0 0,0 0 0,-1 0 0,0 1 0,-1 0 0,0-1 0,-1 1 0,0 0 0,-1 0 0,0 1 0,-1-1 0,-1 0 0,0 0 0,0 0 0,-1 0 0,-1 0 0,0 0 0,0-1 0,-1 1 0,-1-1 0,-5 10-26,-20 17 3,-3 0-1,0-2 1,-3-2 0,-1-1 0,-1-2 0,-1-1 0,-42 23-3,-149 95-2197,143-99-1315</inkml:trace>
  <inkml:trace contextRef="#ctx0" brushRef="#br0" timeOffset="-132100.816">23548 4544 20324,'0'0'6939,"0"0"-4801,0 0-1611,0 0-166,0 0 167,-3 23-101,-30 321 481,-1 1257-295,34-1595-611,35 569-2,-53-570 0,-148-17 0,52 9 0,0 5 0,0 5 0,1 5 0,0 5 0,1 5 0,1 4 0,-12 10 0,34-5-245,22-9-982</inkml:trace>
  <inkml:trace contextRef="#ctx0" brushRef="#br0" timeOffset="-131628.526">22831 6733 29558,'0'0'1585,"0"0"-1008,0 0-303,0 0-14,0 0-58,-22 18-108,-139 113-61,124-104-32,1 2 0,1 1 0,1 1 1,2 3-1,1 0 0,2 2 0,1 1 0,-10 19-1,35-51 1,0 0-1,0 0 1,0 0-1,0 1 1,1-1-1,0 0 1,0 1-1,1 0 1,-1-1-1,1 1 1,0 0-1,1 0 1,0 0-1,0-1 1,0 1-1,0 0 1,1 0-1,0 0 1,0 0-1,0-1 1,1 1-1,0-1 1,0 1-1,1-1 1,-1 0-1,1 1 1,0-1-1,1-1 1,-1 1-1,1 0 1,0-1-1,1 1 0,20 9 6,1 0 1,1-3-1,0 0 0,0-1 0,1-2 0,0-1 0,1-1 0,0-1 1,0-1-1,11-2-6,8 4-208,1-3 1,0-1 0,0-3 0,0-2-1,38-7 208,-2-11-2379</inkml:trace>
  <inkml:trace contextRef="#ctx0" brushRef="#br0" timeOffset="-130951.415">22960 5404 16123,'0'0'9684,"0"0"-7029,0 0-2059,0 0 31,0 0 30,0 0-123,-2 23-183,-11 139 38,10 11-129,4-171-259,0 1-1,0-1 0,0 0 1,0 1-1,0-1 0,0 0 1,1 1-1,-1-1 1,1 0-1,0 0 0,0 0 1,-1-1-1,1 1 1,0 0-1,1-1 0,-1 1 1,0-1-1,0 1 0,1-1 1,-1 0-1,1 0 1,-1 0-1,1-1 0,-1 1 1,1 0-1,-1-1 1,1 0-1,0 0 0,-1 1 1,1-2-1,-1 1 0,1 0 1,0 0-1,-1-1 1,1 1-1,-1-1 0,1 0 1,-1 0-1,1 0 1,-1 0-1,0 0 0,1-1 1,-1 1-1,0-1 0,2-1 0,5-7-4,-1-1 0,0-1 0,-1 1 0,0-1-1,-1 0 1,0-1 0,-1 0 0,0 1-1,-1-2 1,0 1 0,1-13 4,0 1-6,-1 0 1,-1 0-1,-1 0 1,-2 0-1,0 0 1,-2 0-1,0-2 6,1 22 2,0-1 1,-1 1-1,1-1 1,-1 1-1,-1 0 0,1 0 1,0 0-1,-1 0 0,0 0 1,0 0-1,-1 1 0,1-1 1,-1 1-1,0 0 0,0 0 1,-1 1-1,1-1 0,-1 1 1,0 0-1,1 0 0,-1 0 1,-1 1-1,1-1 0,0 1 1,0 1-1,-1-1 0,1 1 1,-1 0-1,-2 0-2,-5-1 2,0 1-1,-1 0 1,1 1 0,0 0-1,0 2 1,-1-1 0,1 1-1,0 1 1,0 1 0,1-1-1,-1 2 1,-2 1-2,-4 3 8,1 1 1,-1 1-1,2 1 0,0 0 0,0 1 1,1 1-1,1 1 0,0 0 0,1 1 1,1 0-1,0 1 0,1 0 0,1 1 1,1 1-1,0 0 0,2 0 0,0 1 1,1 0-1,1 0 0,1 1 1,-3 18-9,7-30 10,1 0 0,0 0 0,0 0 0,1 0 0,0 0 1,1 0-1,0 0 0,0 0 0,1 0 0,0-1 1,1 0-1,-1 1 0,2-1 0,-1 0 0,1-1 1,0 1-1,1-1 0,0 0 0,0-1 0,0 1 0,1-1 1,0 0-1,0-1 0,0 0 0,6 3-10,24 11-85,1-2 1,1-2-1,0-1 0,1-3 1,0 0-1,1-3 0,0-2 0,0-1 1,1-2-1,-1-2 0,13-2 85,48 2-2114</inkml:trace>
  <inkml:trace contextRef="#ctx0" brushRef="#br0" timeOffset="-129632.051">19495 11594 28230,'-3'19'848,"-45"259"667,13 2 0,5 150-1515,29-360 80,-2-26-37,1 0-1,2 0 1,2-1-1,2 1 1,2 0-1,2-1 1,2-1-1,1 1 1,17 39-43,-26-77-12,1 0 0,-1 0 1,1 0-1,0 0 0,0 0 0,0 0 0,1-1 0,-1 0 1,1 0-1,0 0 0,1 0 0,-1 0 0,1-1 1,-1 0-1,1 0 0,0 0 0,0 0 0,1-1 1,-1 0-1,0 0 0,4 0 12,-8-1-21,1-1 0,-1 0 0,1 0 0,0 0-1,-1-1 1,1 1 0,0 0 0,-1-1 0,1 1 0,-1-1 0,1 1 0,-1-1 0,1 1 0,-1-1 0,0 0 0,1 0-1,-1 0 1,0 0 0,1 0 0,-1 0 0,0 0 0,0-1 0,0 1 0,0 0 0,0-1 0,0 1 0,-1 0 0,1-1-1,0 1 1,-1-1 0,1 1 0,-1-1 0,1 1 0,-1-1 0,0 0 0,1 1 0,-1-1 21,30-148-2945,-23 70-1056</inkml:trace>
  <inkml:trace contextRef="#ctx0" brushRef="#br0" timeOffset="-129145.262">19712 11349 29070,'0'0'760,"0"0"-260,23-4-67,193-20 360,423-16-346,327-8-355,-882 48-93,13-2-4,1 4 1,-1 5-1,56 12 5,-150 36 166,-5-46-126,-1 49 40,2 0 1,2 0-1,3 0 1,3 0-1,2 0 1,4 6-81,1 17-2,32 196 2,-12 2 0,-5 196 0,-29-459-16,1-13 2,0 0 0,-1 1 0,0-1 0,1 0 0,-2 1-1,1-1 1,0 0 0,0 1 0,-1-1 0,0 0 0,0 0 0,0 1-1,0-1 1,0 0 0,-1 0 0,1 0 0,-1 0 0,0 0 0,0-1-1,0 1 1,0-1 0,0 1 0,0-1 0,-1 1 0,-2 0 14,-26 12-1334,-7-7-1076</inkml:trace>
  <inkml:trace contextRef="#ctx0" brushRef="#br0" timeOffset="-128845.713">19826 13216 19588,'0'0'9345,"0"0"-7086,0 0-2040,27-3-34,1298-114 986,-442 96-1171,-861 21-85,-13 1-15,0-1 1,0 0 0,0 0-1,0-1 1,0 0 0,0 0 0,0-1-1,-1-1 1,1 1 0,-1-1-1,6-3 100,-6-7-1983</inkml:trace>
  <inkml:trace contextRef="#ctx0" brushRef="#br0" timeOffset="-128265.168">20229 11892 10562,'0'0'16041,"0"0"-12243,26 5-3418,4 1-253,-1 1 0,0 1 0,0 2 0,-1 1 0,-1 1 0,0 1-1,17 12-126,515 363 1098,-476-321-1098,-3 3 0,-3 4 0,48 60 0,-40-25-97,-81-111-1981,-4-18-340</inkml:trace>
  <inkml:trace contextRef="#ctx0" brushRef="#br0" timeOffset="-127996.547">21457 11630 23789,'0'0'6954,"0"0"-6338,-130 84-224,36-3 8,-29 32-64,3-3-136,10-9-136,16-8-64,22-17 0,-1 13-96,-8 26-400,24-25-768,22-28-3409</inkml:trace>
  <inkml:trace contextRef="#ctx0" brushRef="#br0" timeOffset="-126873.613">26373 4412 23749,'0'0'988,"0"0"1933,0 0-1577,-13 19-596,-45 65-144,48-66-464,0 0-1,1 0 0,1 1 0,0 0 1,2 0-1,0 0 0,2 1 0,0 0 0,-1 10-139,-4 24 140,-66 319 370,17 2 0,-8 373-510,51 865 0,-7 55 0,51-841 0,-29-777 0,-20 508 0,-1-169 0,19-387 0,-1 0 0,1 0 0,0 0 0,0 0 0,-1 0 0,1-1 0,-1 1 0,0-1 0,1 0 0,-1 0 0,0 0 0,0 0 0,1 0 0,-1-1 0,0 1 0,0-1 0,0 0 0,0 0 0,0 0 0,0 0 0,0 0 0,0-1 0,0 1 0,0-1 0,1 0 0,-3 0 0,-13 0 0,-330 12 0,-550 137 0,374-71-610,-3-24 0,-96-19 610,547-34-2005</inkml:trace>
  <inkml:trace contextRef="#ctx0" brushRef="#br0" timeOffset="-126513.276">23425 11229 30511,'0'0'630,"-24"7"-378,-170 68-108,159-56-87,1 1 0,1 2 0,1 1-1,1 1 1,1 2 0,1 1 0,1 2-1,2 0 1,1 2 0,1 0 0,-1 6-57,20-29 12,0 0 0,1 0 0,0 1 0,0-1 0,1 1 0,0 0 0,0 0 0,1 0 0,0 0 0,1 0 0,0 1 0,1-1 0,0 0 0,0 1 0,1-1 0,0 0 0,0 0 0,1 0 0,1 0 0,-1 0 0,1 0 0,1 0 0,0-1 0,0 1 0,1-1 0,0 0 0,0-1 0,0 1 0,1-1 0,1 0 0,2 2-12,18 9 19,1-2 1,1 0-1,1-2 0,0-2 1,1 0-1,0-2 1,0-1-1,1-2 1,0-1-1,1-2 1,-1-1-1,7-1-19,46 6-266,1-4-1,0-3 1,23-6 266,-33-8-1748,-17-8-2186</inkml:trace>
  <inkml:trace contextRef="#ctx0" brushRef="#br0" timeOffset="-125442.993">24521 9527 1768,'0'0'22535,"0"0"-18854,0 0-2396,0 0-841,0 0-28,22 18 72,71 61-118,-87-75-348,-1 0 1,0 0 0,0 1-1,0-1 1,0 1 0,-1 0-1,0 0 1,0 1 0,0-1-1,-1 1 1,0 0 0,0 0-1,0 0 1,-1 1 0,0-1-1,2 6-22,-5-8 2,1-1-1,-1 1 0,0 0 1,0 0-1,0-1 0,0 1 1,-1-1-1,1 1 0,-1-1 1,0 0-1,0 1 0,0-1 1,0 0-1,-1 0 0,1 0 1,-1-1-1,0 1 0,0-1 1,0 1-1,0-1 0,0 0 1,-1 0-1,0 0-1,-20 12 43,-1-1-1,0-1 1,-1-1 0,0-2-1,0 0 1,-1-2 0,-17 3-43,43-10 164,25 0-41,24 0-66,-1-2 0,0-1 1,-1-3-1,37-10-57,-70 13 12,1 0-1,-1-1 0,0-1 0,0 0 1,-1-1-1,1 0 0,-1-1 1,0-1-1,-1 0 0,0 0 1,0-1-1,-1 0 0,0-1 1,-1 0-1,0-1 0,-1 0 1,0 0-1,5-9-11,-8 10-1,-1-1 1,1 0-1,-1 0 1,-1 0 0,0-1-1,-1 1 1,0-1-1,-1 1 1,0-1-1,-1 0 1,0 0-1,-1 1 1,0-1-1,-1 0 1,0 1-1,-1 0 1,0-1-1,-1 1 1,0 0-1,-1 0 1,0 1 0,-1 0-1,0 0 1,0 0-1,-1 0 1,-1 1-1,1 0 1,-1 1-1,-1 0 1,0 0-1,-4-2 1,0 0 0,-1 2-1,0 0 1,-1 0 0,1 1-1,-2 1 1,1 0 0,-1 2-1,1-1 1,-1 2-1,0 0 1,-1 1 0,1 1-1,0 0 1,-1 1-1,1 1 1,0 0 0,0 2-1,-1-1 1,2 2-1,-1 0 1,0 1 0,1 1-1,0 0 1,-14 8 0,8 2 8,0 1 1,1 0-1,0 2 0,2 0 1,0 1-1,1 1 0,2 1 1,0 0-1,1 1 1,1 0-1,1 1 0,1 0 1,2 1-1,0 1 0,2-1 1,0 1-1,2 0 0,1 1 1,1-1-1,1 1 1,1 0-1,2 0-8,-1-20 8,1 0 0,0 0 0,0-1 0,0 1 0,1-1 0,0 1 0,0-1 0,0 0 0,1 1 0,0-1 0,1-1 0,-1 1 0,1 0 0,0-1 0,0 0 0,1 0 0,-1 0 0,1 0 0,0-1 0,1 0 0,-1 0 0,1 0 0,0-1 0,0 1 0,0-1 0,3 0-8,15 9 0,-1-2 0,2-1 0,-1-1 0,1-1 0,1-1 0,-1-1 0,1-2 0,0 0 0,0-2 0,0 0 0,0-2 0,0-1 0,-1-1 0,1-2 0,0 0 0,-1-1 0,0-2 0,-1-1 0,0 0 0,0-2 0,-1-1 0,0-1 0,-17 10-35,0-2-1,0 1 0,0 0 1,0-1-1,-1 0 1,0-1-1,0 1 1,0-1-1,-1 0 1,0 0-1,0 0 1,0-1-1,-1 1 1,2-5 35,6-38-3747,-10 12-8797</inkml:trace>
  <inkml:trace contextRef="#ctx0" brushRef="#br0" timeOffset="-123589.155">21450 7949 11482,'0'0'8274,"0"0"-1270,0 0-4874,0 0-1352,-21 0-86,-68 2-192,85-2-479,0 0 1,0 0-1,0 1 0,0 0 1,1 0-1,-1 0 0,0 0 1,0 1-1,1 0 0,-1-1 1,1 1-1,-1 0 0,1 1 1,0-1-1,0 1 0,0-1 1,0 1-1,0 0 0,1 0 1,-1 0-1,1 0 0,0 1 1,0-1-1,0 1 0,-1 2-21,-3 5 42,-9 20 25,1 1 1,2 1-1,1 0 1,2 1-1,1 0 0,2 0 1,1 0-1,2 1 1,1 9-68,2-44 1,-27 447 676,19 42-677,7-313 40,-1 952-33,54-577-7,-47-536-336,0-51-204,11-154-2233,-9 88-668</inkml:trace>
  <inkml:trace contextRef="#ctx0" brushRef="#br0" timeOffset="-123314.524">21170 7990 27046,'0'0'2824,"0"0"-2472,0 0 161,0 0-73,0 0-232,-150 28-112,69 106 96,-4 16-16,2 0-40,10-18-16,8-20-64,8-19-40,10-20-16,12-20 0,11-13-280,9-15-248,4-7-729,11-18-2959</inkml:trace>
  <inkml:trace contextRef="#ctx0" brushRef="#br0" timeOffset="-123064.603">21034 8041 30214,'0'0'1081,"0"0"-913,0 0-8,0 0 208,52 125-96,-28-64-176,3 12-88,3 57-8,-3-18-712,-14-3-2409</inkml:trace>
  <inkml:trace contextRef="#ctx0" brushRef="#br0" timeOffset="-122814.426">20477 10464 29742,'1'17'628,"42"166"114,172 352 229,-207-515-924,2 0 0,0-1 1,1 0-1,1 0 0,1-1 0,1 0 0,0-2 1,1 1-1,1-2 0,0 0 0,1-1 1,8 5-48,-21-17 4,0 1 1,0-1-1,0 0 1,0 0-1,0-1 1,0 1-1,1-1 1,-1 0 0,0 0-1,1 0 1,-1 0-1,1-1 1,-1 0-1,1 0 1,-1 0-1,1-1 1,-1 1 0,0-1-1,1 0 1,-1 0-1,0-1 1,1 1-1,-1-1 1,0 0-1,0 0 1,0 0-1,-1-1 1,2 0-5,83-105-10,11-64-46,-8-4-1,-8-3 1,10-51 56,-58 127-1091,-15 20-1146</inkml:trace>
  <inkml:trace contextRef="#ctx0" brushRef="#br0" timeOffset="-121929.993">21345 9211 19636,'0'0'7990,"0"0"-5902,0 0-1669,0 0 57,0 0-22,0 0-162,14 12-156,44 37-80,-56-47-54,0 0 0,0 1 0,-1-1 0,1 1 0,0 0 0,-1-1 0,0 1 0,1 0 0,-1 0 0,-1 0 0,1 0 0,0 0 0,-1 0 0,1 0 1,-1 0-1,0 0 0,0 0 0,0 0 0,0 0 0,-1 0 0,1 0 0,-1 0 0,0 0 0,0 0 0,0 0 0,0 0 0,0-1 0,0 1 0,-1 0 0,0-1 0,1 1 0,-1-1 0,0 1 0,0-1 1,0 0-1,-1 0 0,1 0 0,0 0 0,-1 0-2,-14 13 4,0 0 1,-1-2 0,-1 0-1,0-1 1,0 0 0,-1-2-1,-1 0 1,1-2 0,-2 0-1,1-1 1,-1-1 0,-20 2-5,42-8 3,0 0 1,1 0-1,-1-1 1,0 1-1,0 0 1,0 0-1,0-1 1,0 1-1,0 0 1,0 0-1,0-1 1,0 1-1,0 0 1,0 0-1,0-1 1,0 1-1,0 0 0,-1 0 1,1-1-1,0 1 1,0 0-1,0 0 1,0 0-1,0-1 1,0 1-1,0 0 1,-1 0-1,1 0 1,0 0-1,0-1 1,0 1-1,-1 0-3,29-12-5,-3 5 5,1 1-1,0 0 0,0 2 1,1 1-1,-1 1 0,1 2 0,-1 0 1,1 2-1,17 3 1,-37-3 0,0 0 1,0 0-1,-1 0 1,1 1-1,-1 0 0,1 0 1,-1 1-1,0 0 1,0 0-1,0 0 1,-1 1-1,1-1 0,-1 1 1,0 1-1,-1-1 1,1 1-1,-1 0 1,0 0-1,0 0 0,-1 0 1,0 1-1,0-1 1,-1 1-1,1 0 1,-2 0-1,1 0 0,-1 0 1,0 0-1,0 0 1,-1 0-1,0 1 1,0-1-1,0 0 0,-2 6 0,1-8 14,0 0 0,-1 0-1,1-1 1,-1 1-1,0 0 1,0-1 0,0 1-1,-1-1 1,1 1-1,-1-1 1,0 0-1,-1 0 1,1-1 0,-1 1-1,1-1 1,-1 0-1,0 1 1,-1-2 0,1 1-1,0 0 1,-1-1-1,1 0 1,-1 0-1,0 0 1,0-1 0,1 1-1,-2-1-13,-139 9 484,134-12-478,0 0 0,-1-1-1,1 0 1,0-1-1,1 0 1,-1-1 0,1 0-1,0-1 1,0 0-1,0 0 1,1-1 0,0 0-1,0-1 1,1 0-1,0 0 1,0-1 0,1 0-1,0 0 1,1-1 0,0 0-1,0 0 1,1 0-1,-3-10-5,-4-10-1,1-1-1,2 0 1,1-1-1,1 0 1,1 0-1,3-1 1,-1-27 1,2 52 0,1-1 0,0 1 0,0-1 0,1 1 0,0-1 0,0 0 0,1 1 0,0-1 0,0 1 0,1-1 0,1 1 0,-1 0 0,1 0 0,0 0 0,1 0 0,0 1 0,0-1 0,1 1 0,0 0 0,0 0 0,1 0 0,0 1 0,0 0 0,0 0 0,1 1 0,0 0 0,5-4 0,13 0 0,1 1 0,0 1 0,0 2 0,0 0 0,1 2 0,-1 0 0,1 2 0,0 1 0,0 2 0,-1 0 0,1 2 0,11 3 0,-19-2 0,0 0 0,0 2 0,0 0 0,-1 1 0,0 1 0,0 1 0,-1 1 0,-1 0 0,0 1 0,0 0 0,-1 2 0,-1-1 0,0 2 0,-1 0 0,-1 1 0,0 0 0,1 3 0,-7-5 0,0 0 0,-1 1 0,0 0 0,-1 0 0,-1 0 0,0 0 0,-1 1 0,-1-1 0,0 1 0,-1-1 0,-1 1 0,0-1 0,-2 1 0,1-1 0,-2 0 0,0 0 0,0 0 0,-2 0 0,0-1 0,0 0 0,-2 0 0,1-1 0,-2 0 0,-3 5 0,-5 2 0,0-1 0,-1 0 0,0-1 0,-2-1 0,0-1 0,-1-1 0,-1 0 0,0-2 0,-1-1 0,0 0 0,-1-2 0,0-1 0,-1 0 0,0-2 0,0-1 0,0-1 0,-1-1 0,0-1 0,-182 12-878,115-14-1173</inkml:trace>
  <inkml:trace contextRef="#ctx0" brushRef="#br0" timeOffset="-119486.723">19968 6950 25237,'0'0'1178,"0"0"1461,0 0-1628,0 0-581,-19 4-40,-121 19 26,-89 16 1050,-159 4-1466,-178 2 0,303-39 0,271-18 0,0 8 0,1 0 0,-2-1 0,1 1 0,0-2 0,-1 1 0,0-1 0,0 0 0,-1 0 0,0-1 0,0 0 0,0 0 0,-1 0 0,0-1 0,0 0 0,-1 0 0,0 0 0,-1 0 0,1-1 0,-2 1 0,1-1 0,-1 0 0,0-2 0,3-18 0,-1-1 0,-2 0 0,-1 0 0,-1 1 0,-1-1 0,-4-12 0,-64-246 0,45 211 0,-71-258 0,15-4 0,-3-111 0,-40-358 0,89 666 0,7-1 0,5-1 0,7-1 0,6-1 0,8-72 0,38-59-23,-37 262 0,1 4-5,0-1 1,-1 1-1,-1-1 0,0 1 0,0 0 0,-1-1 0,-1 1 0,0 0 0,0 0 1,-1 0-1,-1 1 0,1 0 0,-4-4 28,-118-130-104,123 142 95,23 15 5,1-1 1,0-1 0,1-1 0,0-1 0,0-1 0,1-1 0,0 0 0,0-2-1,1-1 1,0-1 0,-1-1 0,1-1 0,15-1 3,-32 0 2,445 28-497,-432-25-1033,-6-2-1138</inkml:trace>
  <inkml:trace contextRef="#ctx0" brushRef="#br0" timeOffset="-119182.054">18390 2646 29062,'0'0'814,"0"0"-320,0 0 64,0 0-61,23 11-95,145 62 58,-146-67-445,-1 2 1,0 1-1,0 0 1,-1 2-1,-1 0 1,1 1-1,-2 1 1,0 1-1,0 0 1,7 10-16,-22-20 1,0-1 0,0 1-1,-1-1 1,1 1 0,-1 0 0,0 0 0,0 0 0,-1 0 0,1 1 0,-1-1 0,0 0 0,0 1 0,0-1 0,-1 0 0,0 1 0,1-1 0,-2 1 0,1-1 0,0 1 0,-1-1 0,0 0 0,0 1 0,0-1-1,-1 0 1,1 0 0,-1 0 0,0 0 0,0 0 0,0 0 0,-1 0 0,0 0-1,-103 98 2,93-93-4,-224 192-1173,171-140-371</inkml:trace>
  <inkml:trace contextRef="#ctx0" brushRef="#br0" timeOffset="-118515.592">17998 4995 26710,'0'0'1169,"0"0"-374,0 0-95,0 0-92,0 0-131,0 0-23,-4 13-156,-44 92-30,-168 163-172,214-267-97,0 0 1,0 1 0,0-1-1,1 1 1,-1-1 0,1 1-1,-1 0 1,1 0 0,-1 0-1,1 0 1,0-1 0,0 2-1,0-1 1,0 0 0,1 0-1,-1 0 1,0 0 0,1 0-1,-1 1 1,1-1 0,0 0-1,0 1 1,0-1 0,0 0-1,0 0 1,1 1 0,-1-1-1,1 0 1,-1 0 0,1 0-1,0 1 1,0-1 0,0 0-1,0 0 1,0 0 0,0 0-1,0-1 1,1 1-1,-1 0 1,1 0 0,-1-1-1,1 1 1,0-1 0,0 1-1,0-1 1,-1 0 0,3 1 0,28 5 4,-1-2 0,0-2 1,1-1-1,0-1 0,-1-1 1,3-2-5,17 0 10,2 0-288,-1-2 0,0-3 1,-1-2-1,0-2 0,46-17 278,-55 11-1680</inkml:trace>
  <inkml:trace contextRef="#ctx0" brushRef="#br0" timeOffset="-118079.946">18287 5130 23165,'0'0'5421,"0"0"-3990,-15 20-1115,-84 148 400,49-20-460,35-96-244,-2-2 1,-2 0 0,-2-1-1,-3-1 1,-10 14-13,33-58 3,-1 1 0,0-1 0,0 1 0,-1-1 0,1 0 0,-1 0 0,0 0 0,0 0 0,0 0 0,-1-1 0,0 1 0,1-1 0,-1 0 0,0 0 0,0 0 0,-1-1 0,1 1 0,0-1 0,-1 0 0,0-1 0,1 1 0,-1-1 0,0 0 0,0 0 0,0 0 0,1-1 0,-1 1 0,0-1 0,0 0 0,0-1 0,0 1 0,0-1 0,0 0 0,0 0 0,1-1 0,-1 1 0,0-1 0,1 0 0,-1-1 0,-2-1-3,-7-14 5,1 0 0,0-1 0,2-1 0,0 0 0,1-1 0,1 0 0,1 0 0,1-1 0,1 0 0,0 0 0,-1-23-5,1 7-2,1 0 0,3 0 1,1-1-1,1 1 0,2 0 1,2-1-1,2 2 0,1-1 1,2 0-1,1 2 0,2-1 1,16-31 1,-19 52 5,0 0 0,2 1 0,0 0 0,0 0-1,2 1 1,-1 1 0,2 0 0,0 1 0,0 0 0,1 1 0,1 1 0,0 0 0,0 1 0,1 1 0,0 1 0,0 0 0,0 1 0,1 1 0,0 1 0,0 0 0,1 1 0,-1 1 0,1 1-1,-1 1 1,1 0 0,-1 1 0,1 1 0,-1 1 0,0 1 0,0 0 0,11 5-5,12 5 32,0 2 1,-1 1-1,0 2 0,-2 2 1,0 2-1,-2 1 0,0 1 1,3 7-33,-29-25 5,-1 1 0,-1 0 0,1 0 0,-1 1 0,-1 0 0,1 0 0,-2 1 0,1 0 0,-1 0 0,-1 0 0,0 1 0,0 0 0,-1 0 0,-1 0 0,0 0 0,0 1 0,-1 0 0,-1-1 0,0 1 0,0 0 0,-1 0 0,0-1 0,-2 1 0,1 0 0,-2 5-5,-5 0 9,-1-1 0,0 1 0,-1-2-1,0 1 1,-2-1 0,0-1 0,0 0 0,-1-1-1,-1 0 1,-9 6-9,-70 57-41,-3-3 0,-3-5 1,-46 21 40,-112 52-1441,177-105-1402</inkml:trace>
  <inkml:trace contextRef="#ctx0" brushRef="#br1" timeOffset="-108355.699">20374 8428 24837,'0'0'995,"0"0"682,0 0-793,0 0-280,-8-19-145,-52-115 455,57 132-889,0 0-1,0 0 0,0 0 0,0 1 0,-1-1 1,1 1-1,0 0 0,-1 0 0,0 0 0,1 0 0,-1 1 1,1-1-1,-1 1 0,0 0 0,1 0 0,-1 1 1,1-1-1,-1 1 0,0-1 0,1 1 0,-1 0 0,1 0 1,0 1-1,-1-1 0,1 1 0,0 0 0,0 0 1,0 0-1,0 0 0,0 0 0,0 1 0,1-1 0,-1 1 1,1-1-1,0 1 0,0 0 0,-2 3-24,-7 3 42,-36 27 47,9-10-48,2 1 1,1 2 0,1 1 0,1 2 0,2 2 0,1 0-1,2 2 1,1 1 0,-6 14-42,26-32 3,0 1 1,1-1-1,1 1 0,1 1 0,1-1 1,0 1-1,2-1 0,0 1 0,1-1 1,2 1-1,0-1 0,1 1 0,0-1 1,2 0-1,1 0 0,0 0 0,2-1 1,0 0-1,1-1 0,1 1 0,0-2 1,1 1-1,3 1-3,22 31 1,-26-40 1,-1-1-1,0 1 1,-1 0-1,0 1 1,0 0-1,-1 0 1,-1 1-1,0 0 1,0 0-1,-2 0 1,1 1-1,-1 0 1,-1 0-1,0 0 1,-1 0-1,-1 0 1,0 0-1,0 0 1,-2 1-1,1-1 1,-2 0-1,0 0 1,0 0-1,-5 13-1,-11 0 3,-1-1-1,-1-1 1,-2-1-1,0-1 1,-1 0-1,-1-2 1,-1-1-1,-1-1 1,0-1-1,-16 6-2,-156 69 30,258-90-616,-47-3 590,0 0 0,0 0 0,0 1-1,0 1 1,0 0 0,0 1 0,0 1 0,0 0-1,-1 0 1,1 1 0,-1 1 0,0 0-1,0 1 1,0 0 0,-1 1 0,0 0-1,-1 1 1,1 0 0,-1 0 0,-1 1 0,0 1-1,0-1 1,0 3-4,3 14 18,-1 0 0,-2 1-1,-1 1 1,-1-1 0,-1 1-1,-2 0 1,0 1 0,-2-1 0,-1 1-1,-2-1 1,-3 28-18,3 11 24,-39 407 140,21-335 100,7 1-1,5 1 1,7 8-264,0-145 0,0 0 1,0 1-1,1-1 1,0 0 0,-1 0-1,2 0 1,-1 0-1,0 0 1,1 0 0,0 0-1,0 0 1,0 0-1,0-1 1,0 1-1,1-1 1,0 1 0,-1-1-1,1 0 1,0 0-1,1-1 1,-1 1 0,1-1-1,-1 1 1,1-1-1,0 0 1,-1 0-1,1-1 1,0 1 0,0-1-1,0 0 1,1 0-1,-1 0 1,0 0 0,0-1-1,0 0 1,1 0-1,-1 0 1,0 0-1,0-1 1,1 1 0,1-2-1,142-55-761,-79 9-445</inkml:trace>
  <inkml:trace contextRef="#ctx0" brushRef="#br1" timeOffset="-107851.105">18346 9377 28246,'0'0'1056,"0"0"-432,0 0-424,0 0-80,0 0 425,-22 187-201,7-49-112,-7 14-64,0 0-40,0-18-40,3-33-80,1-22-8,3-24-40,2-12-160,-9 11-232,4-11-505,-6-9-1751</inkml:trace>
  <inkml:trace contextRef="#ctx0" brushRef="#br1" timeOffset="-107534.438">17923 9917 29166,'0'0'699,"0"0"-372,0 0-68,-3 21 61,-16 169 64,19-62-366,0-128-16,1 1-1,-1 0 1,0 0-1,0 0 0,0 0 1,1 0-1,-1-1 1,0 1-1,1 0 0,-1 0 1,0-1-1,1 1 1,-1 0-1,1 0 0,0-1 1,-1 1-1,1-1 1,-1 1-1,1 0 0,0-1 1,-1 1-1,1-1 1,0 0-1,0 1 1,0-1-1,-1 0 0,1 1 1,0-1-1,0 0 1,0 0-1,0 0 0,-1 1 1,1-1-1,0 0 1,0 0-1,0 0 0,0 0 1,0-1-1,-1 1 1,1 0-1,0 0 0,0 0 1,0-1-1,0 1 1,-1-1-1,1 1 1,0 0-1,0-1 0,-1 1 1,1-1-1,0 1 1,-1-1-1,1 0 0,-1 1-1,48-29 167,210-177-609,-94 60-2681,-92 76-1371</inkml:trace>
  <inkml:trace contextRef="#ctx0" brushRef="#br1" timeOffset="-107183.353">18658 9511 27350,'0'0'1031,"0"0"-392,19 2-2,131 20 306,-132-18-892,0 0 0,0 1 0,0 1-1,-1 1 1,0 0 0,0 1 0,0 1 0,1 3-51,-14-10 3,0 1 0,0 0 0,-1 0 0,1 0 0,-1 1 0,0-1 0,0 1 1,0 0-1,-1 0 0,1 0 0,-1 0 0,0 0 0,0 0 0,0 1 0,-1-1 0,1 1 0,-1-1 0,0 1 0,-1-1 0,1 1 1,-1 0-1,0 0 0,0-1 0,0 1 0,-1 0 0,1-1 0,-1 1 0,0 0 0,-1-1 0,1 1 0,-1-1 0,0 0 0,0 0 1,0 1-1,-2 0-3,-11 18 5,-1-1 1,-1-1-1,-1 0 0,-1-1 1,-1-1-1,0-1 1,-2-1-1,-2 1-5,7-5 1,-399 299-24,354-249 27,62-63-5,0 1 0,0 0 0,0-1 0,0 1 0,0 0 0,-1-1 0,1 1 0,0 0 0,1-1 0,-1 1 0,0-1 0,0 1 0,0 0 0,0-1 0,0 1 0,1 0 0,-1-1 0,0 1 0,0-1-1,1 1 1,-1-1 0,0 1 0,1 0 0,-1-1 0,1 0 0,-1 1 0,1-1 0,-1 1 0,1-1 0,-1 1 0,1-1 0,-1 0 0,1 1 0,-1-1 0,1 0 0,0 0 0,-1 0 0,1 1 0,0-1 0,-1 0 0,1 0 0,-1 0 0,1 0 0,0 0 0,-1 0 0,1 0 0,0 0 0,-1 0 0,1 0 0,0-1 0,-1 1 0,1 0 0,-1 0 0,1-1 0,0 1 0,-1 0 0,1-1 0,3 1-3,36-4-15,-1-3 1,0-1-1,0-2 0,-1-1 0,0-2 0,-1-2 1,-1-1-1,0-2 0,18-14 19,-17 14-420,-1-2 0,-1-2 0,-1-1 0,-1-2 0,-1-1 1,-1-2-1,2-4 420,0-10-4036</inkml:trace>
  <inkml:trace contextRef="#ctx0" brushRef="#br1" timeOffset="-106932.775">18984 9448 28046,'0'0'968,"0"0"-648,0 0 288,-112 132 9,58-43-249,-14 27-160,-16 30-32,-1 14-104,8-6-48,14-10-24,21-30-104,18-31-480,6-28-1345</inkml:trace>
  <inkml:trace contextRef="#ctx0" brushRef="#br1" timeOffset="-106724.899">18653 10264 28790,'0'0'992,"0"0"-183,136 44-177,-75-9-168,1 7-240,-1 1-224,14 14-48,-16-11-680,-15-13-3761</inkml:trace>
  <inkml:trace contextRef="#ctx0" brushRef="#br1" timeOffset="-100719.307">17750 5984 17476,'0'0'12242,"0"0"-11057,0 0-761,0 0-64,0 0 152,0 0-112,0 0-232,37 8-168,23 0 0,32 3 0,35-3 0,26-2 0,7-2 0,-28-4 0,-27 2 0,5 2 0,-32-2-320,-3-2-2881</inkml:trace>
  <inkml:trace contextRef="#ctx0" brushRef="#br1" timeOffset="-100071.333">22590 6286 28070,'0'0'1224,"0"0"-456,0 0-79,0 0-81,0 0-80,0 0-152,-70 23-200,107-23-24,24 0 24,34 0-176,32-12 0,22-3 0,4 1 0,-8 10 0,-9 4 0,-20 0 0,-26 12-832,-20-8-2745</inkml:trace>
  <inkml:trace contextRef="#ctx0" brushRef="#br1" timeOffset="-99241.987">24214 10543 27918,'0'0'1280,"0"0"-744,0 0-280,162-56 160,-24 21 105,44 3-233,16 9-168,-10 17-80,-24 6-40,-34 10-24,-38 1-872,-29-3-4010</inkml:trace>
  <inkml:trace contextRef="#ctx0" brushRef="#br1" timeOffset="-71081.983">19252 5714 24597,'0'0'675,"0"0"63,3-18 822,31-135 751,-34 152-2286,1-1 1,-1 0-1,0 1 1,1-1-1,-1 1 1,1-1-1,0 0 1,-1 1-1,1 0 0,0-1 1,0 1-1,0-1 1,0 1-1,0 0 1,0 0-1,0 0 0,1-1 1,-1 1-1,0 0 1,1 1-1,-1-1 1,1 0-1,-1 0 0,1 1 1,-1-1-1,1 0 1,-1 1-1,1 0 1,0-1-1,-1 1 1,1 0-1,-1 0 0,1 0 1,0 0-1,-1 0 1,1 0-1,0 0 1,-1 1-1,1-1 0,0 0 1,-1 1-1,1 0 1,-1-1-1,1 1 1,-1 0-1,1 0 0,-1 0 1,0 0-1,1 0 1,-1 0-1,0 0 1,0 0-1,0 0 1,0 1-1,0-1 0,0 1-25,62 85 273,-57-74-264,2-1 0,-1 0 1,1 0-1,1-1 0,0 0 1,1-1-1,0 0 0,0 0 1,1-1-1,0 0 0,7 3-9,-14-10 6,1 0 0,-1 0 0,1-1 0,0 0 0,-1 0 1,1 0-1,0 0 0,0-1 0,0 0 0,0 0 0,-1 0 0,1 0 0,0-1 0,0 0 0,-1 0 0,1 0 0,0-1 0,-1 1 0,1-1 1,-1 0-1,0 0 0,0-1 0,1 1 0,-1-1 0,-1 0 0,1 0-6,93-101 6,-67 67-59,163-164-2367,-159 168 415,40-39-9526</inkml:trace>
  <inkml:trace contextRef="#ctx0" brushRef="#br1" timeOffset="-70328.368">23888 6112 29342,'0'0'523,"0"0"-482,0 0-31,0 0 78,10 17 34,36 53 9,-45-68-114,1 1 0,-1-1-1,1 0 1,0 0 0,-1 0 0,1 0-1,0 0 1,0 0 0,1 0 0,-1-1-1,0 1 1,1-1 0,-1 0-1,0 0 1,1 0 0,-1 0 0,1 0-1,0 0 1,-1-1 0,1 1 0,0-1-1,-1 1 1,1-1 0,0 0 0,0 0-1,-1-1 1,2 1-17,7-1 115,4-2-60,0 0-1,-1-2 1,0 0 0,0 0 0,0-1 0,0-1-1,-1 0 1,0-1 0,-1-1 0,0 0-1,0 0 1,0-1 0,-2-1 0,1 0-1,5-8-54,106-125 107,30-29-3129,-112 140-935</inkml:trace>
  <inkml:trace contextRef="#ctx0" brushRef="#br1" timeOffset="-69618.832">25595 9860 3049,'0'0'21431,"0"0"-16397,0 0-4376,0 0-406,0 0-108,0 0 223,10 18-26,66 118-18,-72-127-305,1-1-1,0 1 1,0-1 0,1 0 0,-1 0 0,2-1 0,-1 0-1,1 0 1,1 0 0,-1-1 0,1 0 0,0-1-1,0 0 1,1 0 0,-1 0 0,1-1 0,0-1 0,1 1-1,-1-1 1,0-1 0,1 0 0,0 0-18,19-3 25,0-1 0,-1-1 0,1-2 0,-1-1 0,0-1 0,-1-1 0,0-1 0,0-2 0,-1-1 0,0 0 0,-1-2 0,0-2 0,-1 0 0,-1-1 0,-1-1 0,3-4-25,32-22-792,-2-3 1,-2-3-1,-3-1 1,44-57 791,-26 17-6932</inkml:trace>
  <inkml:trace contextRef="#ctx0" brushRef="#br0" timeOffset="-149378.715">6087 1547 22157,'0'0'5217,"0"0"-3714,5 18-1032,56 285 1126,-51 241-625,-25-299-493,-32 160-479,11-121 115,30-304-84,3-332-231,1 328 195,2-1 0,0 1-1,2-1 1,1 1 0,1 0 0,0 0 0,2 0 0,1 0 0,1 1 0,1 0 0,1 1 0,1 0 0,1 1 0,0 0 0,2 0 0,1 1 0,0 1 0,1 1 0,1 0 0,1 1 0,0 1 0,4-1 5,-4 9 0,1 0 0,-1 2 0,1 0 0,1 1 0,-1 1 0,1 0 0,0 2 0,-1 0 0,1 1 0,0 2 0,0 0 0,0 1 0,0 0 0,-1 2 0,1 0 0,-1 2 0,0 0 0,0 1 0,-1 1 0,0 0 0,0 1 0,-1 1 0,0 1 0,-1 1 0,-1 0 0,6 6 0,-2 3 4,-1 2 0,-1 0 0,-1 0 0,-1 2 0,-1 0 0,-1 0 0,-1 1 0,-2 1 0,0 0 0,-2 0 0,-1 1 0,-1 0 0,-2 1 0,-1-1 0,-1 1 0,-1-1 0,-1 1 0,-3 10-4,2-9 10,-2 0 0,-1 0 0,-1 0 0,-2 0 0,0-1 0,-2 0 0,-2 0 0,0-1 0,-2-1 0,-1 0 0,-1-1 0,-2 0 1,0-1-1,-2-1 0,-8 8-10,-3-3 7,-2-2-1,0 0 1,-2-2 0,-1-2 0,-1-1 0,-1-2 0,-1-1 0,0-2 0,-1-2 0,-14 3-7,19-4 3,1-2 0,-2 0 0,1-3-1,-1-1 1,-1-1 0,0-2 0,-32 0-3,63-6-23,1 0-1,-1-1 1,1 1 0,0-1 0,-1 0-1,1 0 1,0-1 0,0 0 0,1 1-1,-1-1 1,1 0 0,-1 0 0,1-1-1,0 1 1,0-1 0,0 0 0,1 0-1,-1 0 1,1 0 0,0 0 0,0 0-1,0-1 1,1 1 0,-1 0 0,1-1-1,0 0 1,1 1 0,-1-1-1,1 0 1,0 1 0,0-1 0,0 0-1,1 1 1,-1-1 0,1 1 0,0-1-1,1 1 1,-1-1 0,1 1 0,0 0-1,1-3 24,6-22-504,1 1-1,2-1 1,0 2-1,2 0 1,1 0-1,7-7 505,41-58-4189</inkml:trace>
  <inkml:trace contextRef="#ctx0" brushRef="#br0" timeOffset="-149124.301">7591 2597 27806,'0'0'3537,"0"0"-3265,0 0-152,177 17-24,-74-17 128,29 0-72,-14 0-88,-13-3-32,-19-1-32,-25 4-64,11-2-360,-8 0-944,-25-4-3930</inkml:trace>
  <inkml:trace contextRef="#ctx0" brushRef="#br0" timeOffset="-148907.598">8027 2159 28302,'0'0'2825,"-40"104"-2337,12-1-168,-1 37 72,3 16 48,6-6-440,5-12 0,4-20 0,2-7 0,9-21 0,0-5-112,13-28-1192,1-29-2953</inkml:trace>
  <inkml:trace contextRef="#ctx0" brushRef="#br0" timeOffset="-148640.702">8906 2281 30759,'0'0'1184,"0"0"-1096,0 0-40,151 57-16,-87-41-8,6 0-24,15 6-16,-17-3-440,-20-3-1297</inkml:trace>
  <inkml:trace contextRef="#ctx0" brushRef="#br0" timeOffset="-148441.161">8812 3009 30647,'0'0'800,"0"0"-592,0 0-144,0 0 0,144-34 0,-93 27-64,45-3-56,-13 0-1345,-4 0-1463</inkml:trace>
  <inkml:trace contextRef="#ctx0" brushRef="#br0" timeOffset="-148073.84">10436 2526 29830,'0'0'787,"0"0"-232,-1-17-14,-2-55-42,1 64-483,-1 1 0,1 0 0,-1-1 0,0 1-1,-1 0 1,0 1 0,0-1 0,0 0 0,-1 1 0,0 0 0,0 0-1,0 1 1,-1 0 0,0-1 0,0 2 0,-1-1 0,1 1 0,-1 0-1,0 0 1,0 1 0,0 0 0,0 0 0,-1 1 0,1 0-1,-1 0 1,1 0 0,-1 1 0,0 1 0,0-1 0,1 1 0,-1 0-1,0 1 1,0 0 0,1 0 0,-7 2-16,-1-1 0,0 0 0,1 1 0,-1 0 0,1 1 0,0 1 0,0 0 0,1 1 0,-1 1 0,1 0 0,1 0 0,-1 1 0,1 1 0,1 0 0,-1 1 0,2 0 0,-1 1 0,2 0 0,-1 0 0,1 1 0,-6 12 0,-5 8 0,1 2 0,1 0 0,2 0 0,2 2 0,1 0 0,2 1 0,-2 15 0,4-9 0,2-1 0,2 1 0,2 0 0,2 42 0,1-75 0,1 0 0,0-1 0,1 1 0,0 0 0,0-1 0,1 0 0,0 1 0,1-1 0,0 0 0,0-1 0,1 1 0,0-1 0,1 0 0,0 0 0,0 0 0,0-1 0,1 0 0,0 0 0,1-1 0,3 3 0,11 7 0,1-2 0,0 0 0,0-2 0,1 0 0,1-1 0,0-2 0,1-1 0,-1-1 0,1-1 0,1-1 0,-1-1 0,1-1 0,0-2 0,-1 0 0,1-2 0,0-1 0,-1-2 0,1 0 0,-1-2 0,17-5 0,-16 2-96,0 0-1,-1-1 1,0-2-1,-1-1 1,0-1-1,-1-1 1,-1-1-1,0-1 1,-2-1-1,1 0 1,-2-2-1,10-13 97,12-25-2555</inkml:trace>
  <inkml:trace contextRef="#ctx0" brushRef="#br0" timeOffset="-143960.908">11749 2689 16011,'0'0'12547,"0"0"-11835,0 0-528,0 0-96,19 103 16,-12-66-8,-3 17-96,-1-11-528,-3-9-2464</inkml:trace>
  <inkml:trace contextRef="#ctx0" brushRef="#br0" timeOffset="-143707.546">11823 3435 2825,'0'0'26533,"0"0"-25813,0 0-159,-28 124-57,17-100-32,-7-4-152,-6 1-264,-29 15-56,3-6-664,-3-5-2097</inkml:trace>
  <inkml:trace contextRef="#ctx0" brushRef="#br0" timeOffset="-147674.302">6039 4506 22117,'0'0'6746,"0"0"-4966,27-2-1523,268-20 328,1611-80 697,-1527 105-1282,47 2 0,214-34 0,-516 14-15,171-3-375,-258 23-1638</inkml:trace>
  <inkml:trace contextRef="#ctx0" brushRef="#br0" timeOffset="-147374.869">10716 4692 29038,'0'0'3729,"0"0"-3729,0 0 0,-127-61-304,66 27-2353</inkml:trace>
  <inkml:trace contextRef="#ctx0" brushRef="#br0" timeOffset="-65344.706">6034 4674 24277,'0'0'1543,"0"0"-896,0 0 72,0 0 881,0 0-700,4-5-502,87-65 835,-47 57-1127,1 2 0,0 2 0,1 2-1,-1 2 1,2 2-106,19-3 58,768-64 120,62 66-166,-575 3-3,139 25-9,109 4 0,877 28 233,-1124-50-79,-389-25-2043,20 6-834</inkml:trace>
  <inkml:trace contextRef="#ctx0" brushRef="#br0" timeOffset="-60956.017">541 2867 21557,'0'0'1841,"0"0"764,0 0-905,4 18-694,16 124 279,-17 504 193,-1-533-1457,13-165 542,-7 10-524,7-46-37,3 1-1,5 0 0,3 2 0,5-2-1,-29 79-28,1 1-1,0 0 1,1 0-1,0 0 1,0 1 0,0-1-1,1 1 1,-1 0-1,2 0 1,-1 0-1,1 1 1,-1 0 0,1 0-1,1 1 1,-1-1-1,1 1 1,0 1-1,0-1 1,0 1 0,0 0-1,0 1 1,1 0-1,-1 0 1,1 0-1,5 1 29,149 1-2710,-117 10 493</inkml:trace>
  <inkml:trace contextRef="#ctx0" brushRef="#br0" timeOffset="-60612.646">1065 3402 27118,'0'0'1081,"0"0"-314,0 0-175,0 0 34,0 0-114,0 0-117,19-5-142,-7 3-220,-2 0-19,0 0 0,0 0 1,-1-1-1,1 0 0,-1-1 1,0 0-1,0 0 0,0-1 1,0 0-1,-1-1 0,0 0 0,0 0 1,1-2-15,6-6-30,-1 0 0,0-1 0,-1-1 0,-1 0 1,0-1-1,-1 0 0,-1-1 0,-1 0 0,-1-1 0,0 0 1,-1 0-1,-1-1 0,-1 1 0,-1-1 0,0 0 0,-2-1 1,0 1-1,-1 0 0,-2-6 30,1 24-1,0 0 1,-1 0-1,1 0 0,-1-1 1,0 1-1,0 0 1,0 1-1,0-1 0,0 0 1,0 0-1,0 0 1,-1 1-1,1-1 0,-1 0 1,1 1-1,-1 0 0,0-1 1,1 1-1,-1 0 1,0 0-1,0 0 0,0 0 1,0 0-1,0 0 0,0 0 1,0 1-1,0-1 1,0 1-1,0-1 0,0 1 1,-1 0-1,1 0 0,0 0 1,0 0-1,0 0 1,0 1-1,0-1 0,0 1 1,-1-1-1,1 1 0,0 0 1,0 0-1,1 0 1,-1 0-1,0 0 0,0 0 1,0 0-1,1 1 1,-1-1-1,0 1 0,1-1 1,0 1-1,-1-1 0,1 1 1,0 0-1,0 0 1,0 0-1,-1 1 1,-6 15 13,1 0 1,1 1-1,0-1 0,2 1 1,0 0-1,1 0 0,1 1 1,1-1-1,0 1 0,2-1 1,0 0-1,1 1 0,1-1 1,2 4-14,-3-13-10,1 1 0,0-1 0,0 0 0,1-1 1,1 1-1,-1-1 0,2 1 0,-1-2 0,1 1 1,1 0-1,-1-1 0,1 0 0,1-1 1,-1 0-1,1 0 0,1 0 0,-1-1 0,1-1 1,0 1-1,1-1 0,-1-1 0,1 0 0,0 0 1,0-1-1,0 0 0,10 1 10,-6-3-421,0-1 0,-1-1 0,1 0-1,-1-1 1,1 0 0,-1-1 0,0 0 0,0-1 0,9-5 421,41-21-6922</inkml:trace>
  <inkml:trace contextRef="#ctx0" brushRef="#br0" timeOffset="-60078.781">2065 2808 26070,'0'0'1268,"0"0"-540,0 0-165,0 0 20,-22-15-107,-71-46-114,91 60-352,0-1-1,1 1 0,-1 0 0,0-1 0,0 1 0,0 0 0,0 0 0,0 1 0,0-1 0,0 0 0,0 1 1,-1-1-1,1 1 0,0 0 0,0-1 0,0 1 0,-1 0 0,1 0 0,0 1 0,0-1 0,0 0 0,-1 1 1,1-1-1,0 1 0,0 0 0,0 0 0,0 0 0,0 0 0,0 0 0,0 0 0,0 0 0,1 1 0,-1-1 1,0 1-1,1-1 0,-1 1 0,1 0 0,0-1 0,-1 2-9,-4 4 27,-5 7 8,0 0 1,1 1-1,0 0 0,1 1 1,1 0-1,0 1 0,2 0 1,0 0-1,1 0 0,0 1 1,1-1-1,1 1 0,1 0 1,1 0-1,0 0 0,2 5-35,-2-20 2,1 0 0,0-1-1,0 1 1,0 0-1,0 0 1,0 0 0,1-1-1,-1 1 1,1 0 0,0 0-1,-1-1 1,1 1 0,1 0-1,-1-1 1,0 1-1,1-1 1,-1 0 0,1 1-1,0-1 1,-1 0 0,1 0-1,0 0 1,1 0 0,-1 0-1,0-1 1,0 1-1,1-1 1,-1 1 0,1-1-1,-1 0 1,1 0 0,0 0-1,-1 0 1,1 0 0,0-1-1,0 1 1,-1-1-1,1 0 1,0 0 0,0 0-1,0 0 1,0 0 0,-1-1-1,3 0-1,4-2 6,1 0 0,-1-1 0,0 0 0,0-1 0,-1 0 0,1 0 0,-1-1 0,0 0-1,-1 0 1,1-1 0,-1 0 0,-1 0 0,1-1 0,-1 0 0,-1 0 0,1 0 0,0-3-6,9-9 3,51-76 169,-61 104 20,-1 277 265,-4 321-204,-1-555-248,-3 0-1,-1 0 1,-3 0 0,-2-1-1,-2-1 1,-18 44-5,31-91 7,-1 0-1,0 0 1,0-1 0,0 1-1,0 0 1,0 0 0,-1-1 0,1 1-1,-1 0 1,1-1 0,-1 1 0,1 0-1,-1-1 1,0 1 0,0-1-1,0 1 1,0-1 0,0 1 0,0-1-1,0 0 1,0 0 0,0 1-1,-1-1 1,1 0 0,0 0 0,-1 0-1,1 0 1,-1-1 0,0 1-1,1 0 1,-1 0 0,1-1 0,-1 1-1,0-1 1,1 0 0,-1 0-1,0 1 1,0-1 0,1 0 0,-1 0-1,0 0 1,0-1 0,1 1 0,-1 0-1,0-1 1,1 1 0,-1-1-1,0 1 1,1-1 0,-1 0 0,1 0-1,-1 0 1,0 0-7,-6-15-7,1-1 0,1 1 0,0-1 0,1 0 0,1 0 0,0 0 0,2-1 0,0 0 0,1 1 0,0-1 0,2 0 0,1-6 7,-3 0-32,3-41-109,3 0-1,3 0 1,2 0 0,4 2 0,2-1-1,3-1 142,45-121-3013,-38 116-3772</inkml:trace>
  <inkml:trace contextRef="#ctx0" brushRef="#br0" timeOffset="-59829.465">2586 3046 28814,'0'0'896,"0"0"-544,-39 101-152,26-63 33,6-7-129,5-11-104,2-14-88,0-6-417,22-44 9,0-7-1272,-2-6-9114</inkml:trace>
  <inkml:trace contextRef="#ctx0" brushRef="#br0" timeOffset="-59579.39">2828 2153 6697,'0'0'20085,"0"0"-20085,0 0-888,0 0-1817</inkml:trace>
  <inkml:trace contextRef="#ctx0" brushRef="#br0" timeOffset="-59412.497">3139 2271 13083,'25'9'-6451,"14"4"5542,28 10 339,3 5 3143,-65-26-801,43 24 12247,-38 3-9527,-71-3-2116,53-25-2321,-173 56 477,175-54-530,1 0 0,-1 0 0,1 1 0,0 0 0,0 0 0,0 0 0,1 0 0,-1 1 0,1 0 0,0 0 0,1 0 0,-1 0 0,1 1 0,0-1 0,0 1 0,1 0 0,0 0 0,0 0 0,0 0 0,1 0 0,-1 0 0,2 1 0,-1-1 0,1 0 0,0 1 0,0-1 0,0 0 0,1 3-2,3 4 4,0 1 0,1-1 0,0 0 0,1 0 0,1 0 0,0-1 0,1 0 0,0 0 0,0-1 0,1 0 0,2 0-4,37 55 44,-41-55-41,-1 0 0,1 1 1,-2-1-1,0 1 0,0 0 0,-1 1 0,0-1 0,-1 1 1,-1 0-1,0 0 0,-1 0 0,0 0 0,-1 0 0,0 0 1,-1-1-1,-1 1 0,0 0 0,-1 0 0,0 0 1,-1-1-1,-3 8-3,-62 63-523,54-94-1767,15-12-467</inkml:trace>
  <inkml:trace contextRef="#ctx0" brushRef="#br0" timeOffset="-59245.998">3426 2656 25349,'0'0'2769,"0"0"-2385,0 0-144,145-63 224,-95 39-32,0 0-168,-1-3-136,-5-1-88,-5-3-40,-6-1-192,-7-1-400,-4-19-416,-7 11-2057,-8 1-10281</inkml:trace>
  <inkml:trace contextRef="#ctx0" brushRef="#br0" timeOffset="-58563.506">3891 2072 20748,'0'0'3867,"0"0"-1460,0 0-1243,0 0-446,-8 20 75,-42 154 381,18 340-584,31-502-592,0 1 0,1-1 0,1 1 0,0-1 0,1 0 0,0 0 0,1 1 0,0-1 0,1-1 0,0 1 0,1 0-1,0-1 1,1 0 0,0 0 0,1-1 0,0 0 0,0 0 0,4 3 2,-4-10-18,-1 0 1,1 0-1,0-1 1,0 0-1,-1 0 1,1-1-1,0 0 1,1 0-1,-1 0 0,0-1 1,0 0-1,0-1 1,0 1-1,0-1 1,0-1-1,0 1 0,0-1 1,0 0-1,-1-1 1,1 0-1,-1 0 1,0 0-1,1-1 0,-1 0 1,-1 0-1,1-1 1,-1 1-1,0-1 1,0 0-1,0-1 1,0 1-1,-1-1 0,0 0 1,0 0-1,2-5 18,30-42-157,-2-1-1,-3-2 1,-2-1 0,6-23 157,-12 31-140,-22 47 133,9-16-67,-1-1 0,0 0-1,-1-1 1,-1 0-1,-1 0 1,-1 0-1,-1-1 1,0 0-1,-2 0 1,0 0-1,-2-21 75,-1 41 23,1 0 0,-1-1-1,0 1 1,0 0 0,0 0-1,0 0 1,0 0 0,0 0 0,-1 0-1,1 0 1,0 0 0,0 1-1,-1-1 1,1 0 0,0 1-1,-1-1 1,1 1 0,-1-1 0,1 1-1,0 0 1,-1-1 0,1 1-1,-1 0 1,1 0 0,-1 0-1,1 0 1,-1 1 0,1-1 0,-1 0-1,1 0 1,-1 1 0,1-1-1,0 1 1,-1 0 0,1-1-1,0 1 1,-1 0 0,1 0-1,0-1 1,0 1 0,0 0 0,0 0-1,0 1 1,0-1 0,0 0-1,0 0 1,0 0 0,0 1-23,-7 15 77,0 0 1,1 0 0,1 1-1,0 0 1,2 0-1,0 0 1,1 0-1,0 1 1,2 0 0,0-1-1,1 1 1,3 12-78,-4-1 19,0-18-14,0 1-1,1 0 1,0 0-1,1 0 1,1 0-1,0 0 1,0 0-1,2-1 1,-1 1-1,2-1 1,-1 0-1,7 10-4,-10-19 1,1-1 1,0 0-1,-1 0 1,1 0-1,0 0 0,0 0 1,0 0-1,0-1 1,0 1-1,0-1 0,1 1 1,-1-1-1,1 0 1,-1 0-1,1 0 0,-1 0 1,1 0-1,-1-1 0,1 1 1,0-1-1,-1 0 1,1 0-1,0 1 0,-1-2 1,1 1-1,0 0 1,-1-1-1,1 1 0,0-1 1,-1 0-1,1 1 1,-1-1-1,1-1 0,-1 1 1,1-1-2,74-59-2,-37 18-131,-2-1-1,-2-2 1,-2-2 0,-2-1 0,-3-1 0,-1-2 0,11-33 133,-38 81-10,7-14 321,-8 30 117,-1 4-469,-3 52 258,-2 7-78,4 1 0,3 0 0,9 51-139,13-30 277,-16-104 203,53-291-215,-55 278-279,1 1 1,1 0-1,1 0 1,0 1-1,2-1 1,0 2-1,1 0 1,0 0-1,1 1 1,1 0-1,1 1 1,0 1-1,1 0 1,12-8 13,-24 20-78,-1 1 0,0-1 1,0 1-1,0 0 1,0 0-1,1 0 1,-1 0-1,1 0 0,-1 0 1,1 1-1,-1-1 1,1 1-1,-1 0 1,1-1-1,-1 1 0,1 0 1,-1 1-1,1-1 1,-1 0-1,1 1 1,-1 0-1,1-1 0,-1 1 1,1 0-1,-1 0 1,0 0-1,0 1 1,1-1-1,-1 0 0,0 1 1,0-1-1,0 1 1,-1 0-1,1 0 1,0 0-1,-1 0 0,1 0 1,-1 0-1,1 0 1,-1 0-1,0 1 1,0-1-1,0 0 0,0 1 1,-1-1-1,1 1 1,-1-1-1,1 2 78,3 33-6585</inkml:trace>
  <inkml:trace contextRef="#ctx0" brushRef="#br0" timeOffset="-58164.18">0 4514 27734,'19'-8'1235,"216"-73"-375,217-24 720,181-8-1580,-75 16 386,1786-465 177,-2077 488-1009,-173 63-1112,-86 11-726</inkml:trace>
  <inkml:trace contextRef="#ctx0" brushRef="#br0" timeOffset="-57446.943">1944 5035 28150,'0'0'1027,"2"-17"-628,16-260 882,-18 274-1273,0 0 0,0-1 0,0 1-1,0 0 1,-1 0 0,1 0 0,-1 0-1,0 0 1,0 1 0,0-1 0,0 0-1,-1 0 1,1 0 0,-1 1 0,0-1-1,1 1 1,-1-1 0,0 1 0,0 0-1,-1 0 1,1 0 0,0 0 0,-1 0-1,1 0 1,-1 1 0,0-1 0,1 1 0,-1 0-1,0 0 1,0 0 0,0 0 0,0 0-1,0 1 1,0-1 0,0 1 0,0 0-1,0-1 1,0 2 0,0-1 0,0 0-1,0 1 1,0-1 0,0 1 0,-3 1-8,-8 4-6,1 1 0,0 1 0,1 0 0,-1 1 1,1 0-1,1 1 0,0 0 0,0 1 0,1 0 0,1 1 1,0 0-1,0 0 0,1 1 0,1 0 0,0 0 1,1 1-1,0 0 0,1 0 0,1 1 0,0-1 0,1 1 1,0 2 5,-2-2 0,0-1 0,1 1 1,0 0-1,2 0 0,-1 0 1,2 1-1,0-1 0,1 0 1,1 1-1,0-1 0,1 0 1,0 1-1,2-1 0,-1-1 1,2 1-1,0 0 0,1-1 1,0 0-1,1-1 0,9 14 0,-13-25 1,-1 0-1,1 0 1,0 0-1,0 0 1,0 0-1,0-1 1,1 1-1,-1-1 0,0 0 1,1 0-1,-1 0 1,0 0-1,1-1 1,-1 1-1,1-1 1,-1 0-1,1 0 1,-1 0-1,1-1 1,-1 1-1,1-1 1,-1 0-1,0 0 0,1 0 1,-1 0-1,0 0 1,0-1-1,0 0 1,3-1-1,78-68 0,-83 70 0,229-271-194,-201 246 168,-26 51-57,-1 148 239,-1-171-151,0 0-1,1 0 1,-1 0 0,1 0-1,-1 0 1,1 0 0,0-1 0,0 1-1,0 0 1,0-1 0,0 0-1,0 1 1,0-1 0,1 0-1,-1 0 1,0 0 0,1 0-1,-1-1 1,0 1 0,1-1 0,-1 1-1,1-1 1,-1 0 0,1 0-1,-1 0 1,1 0 0,-1 0-1,1-1 1,-1 1 0,1-1 0,-1 0-1,1 1 1,-1-1 0,0 0-1,0-1 1,1 1 0,-1 0-1,0-1 1,0 1 0,0-1 0,0 1-1,-1-1 1,1 0 0,0-1-5,29-24-115,-3-1 0,0-2 1,-2-1-1,-1-1 1,8-15 114,81-96-602,-113 143 604,-1 0 0,1 0-1,-1-1 1,1 1 0,0 0 0,-1 0 0,1 0 0,-1 0 0,1 0 0,-1 0 0,1 0 0,-1 0-1,1 0 1,-1 0 0,1 0 0,0 0 0,-1 0 0,1 0 0,-1 1 0,1-1 0,-1 0 0,1 0-1,-1 1 1,1-1 0,-1 0 0,1 0 0,-1 1 0,0-1 0,1 1 0,-1-1 0,1 0 0,-1 1-1,0-1 1,1 1 0,-1-1 0,0 1 0,0-1 0,1 1 0,-1-1 0,0 1 0,0-1 0,0 1-1,0-1 1,0 1 0,0 0 0,0-1 0,0 1 0,0-1 0,0 1 0,0-1 0,0 1 0,0-1-1,0 1 1,0 0 0,0-1 0,-1 1 0,1-1 0,0 1 0,0-1 0,-1 1 0,1-1 0,0 0-1,-1 1 1,1-1 0,-1 1-2,-1 54 202,1-50-181,-4 131 340,5-134-365,1-1 0,-1 0 0,0 0 0,1 0 0,-1 0 0,1 0 0,-1 0 0,1 0 0,0 0 0,-1 0 0,1 0 0,0 0 0,0 0 0,0 0 0,-1 0 0,1-1 1,0 1-1,0 0 0,0-1 0,0 1 0,1-1 0,-1 1 0,0-1 0,0 1 0,0-1 0,0 0 0,0 1 0,1-1 0,-1 0 0,0 0 0,0 0 0,0 0 0,1 0 0,-1 0 1,0 0-1,0-1 0,0 1 0,1 0 0,-1-1 0,0 1 0,0-1 0,0 1 0,0-1 0,0 1 0,0-1 0,0 0 0,1 0 4,71-68-2695,-39 23-1982</inkml:trace>
  <inkml:trace contextRef="#ctx0" brushRef="#br0" timeOffset="-57180.962">3084 4078 28406,'0'0'707,"0"0"-384,-11 24 26,1-6-242,-1 3 14,1 0 1,1 1-1,1 0 1,0 0-1,2 0 1,1 1 0,-1 8-122,-4 343 680,10-343-638,-3-10-23,2-1 1,0 1-1,1-1 1,2 1-1,0-1 0,1 1 1,1-1-1,0 0 1,2 0-1,0-1 0,2 0 1,0 0-1,1 0 1,1-1-1,6 8-19,-13-24-21,-1 0 0,1-1 0,0 1 0,0-1 0,0 0 0,0 0 0,0 0 0,1-1 0,-1 1 0,0-1 0,0 1 0,0-1 0,1 0 0,-1 0 1,0-1-1,0 1 0,1-1 0,-1 1 0,0-1 0,0 0 0,0 0 0,0-1 0,0 1 0,0 0 0,0-1 0,-1 0 0,1 0 0,0 0 0,-1 0 0,0 0 0,1 0 0,-1-1 0,0 1 0,0-1 0,0 1 0,0-1 0,-1 0 0,1 0 0,-1 0 0,0 0 0,0 0 0,0 0 0,0 0 0,0-1 21,32-51-1321,-8 0-945</inkml:trace>
  <inkml:trace contextRef="#ctx0" brushRef="#br0" timeOffset="-56830.281">2714 4589 29062,'0'0'1457,"0"0"-1425,0 0-32,0 0 0,120-2 112,-10-16-40,4 1-72,30-15-184,-36 6-657,-34 1-4280</inkml:trace>
  <inkml:trace contextRef="#ctx0" brushRef="#br0" timeOffset="-56347.294">3689 4437 29086,'0'0'888,"0"0"-387,0 0-241,0 0-82,0 0-71,-22 12-63,-70 44-35,86-51-8,1 0 1,-1 1-1,1-1 0,0 1 0,0 0 0,0 1 1,1-1-1,0 1 0,1 0 0,-1 0 0,1 0 1,0 0-1,1 1 0,0-1 0,0 1 0,1-1 1,0 1-1,0 0 0,1 0 0,-1 0 0,2-1 0,0 8-1,-1-14 1,0 2 0,0 0 1,0-1 0,0 1-1,0-1 1,0 1-1,0 0 1,1-1-1,0 1 1,-1-1-1,1 1 1,0-1-1,0 1 1,0-1-1,0 0 1,1 1-1,-1-1 1,1 0-1,-1 0 1,1 0-1,0 0 1,0 0-1,0 0 1,0-1-1,0 1 1,0-1-1,0 1 1,1-1 0,-1 0-1,0 0 1,1 0-1,-1 0 1,1 0-1,-1 0 1,1-1-1,0 1 1,-1-1-1,1 0 1,-1 0-1,1 0 1,0 0-1,-1 0 1,1-1-1,0 1-1,4 0-6,0 1 0,0-1 1,0 0-1,0-1 0,0 0 0,-1 0 0,1 0 0,0-1 0,-1 0 0,1 0 0,-1-1 0,1 1 0,-1-1 0,0-1 0,0 1 0,-1-1 0,1 0 1,-1-1-1,0 1 0,0-1 0,0 0 0,0 0 0,-1-1 0,0 1 0,0-1 0,-1 0 0,0 0 0,0 0 0,2-6 6,-8-7-4285,-13 3-12781</inkml:trace>
  <inkml:trace contextRef="#ctx0" brushRef="#br0" timeOffset="-56080.594">1694 5499 30599,'117'-28'624,"53"-35"-440,47-20-120,22-10 160,0 4 64,9 5-144,-9 5-128,-15 12-16,-18 9-64,-29 11-240,-52 14-776,-42 9-3761</inkml:trace>
  <inkml:trace contextRef="#ctx0" brushRef="#br0" timeOffset="-44550.209">5817 4621 19708,'0'0'7627,"0"0"-5666,0 0-1540,0 0 27,0 0-118,-14-8-190,-45-22-66,112 16-299,465-67 298,-149 47 21,2 15-1,74 19-93,131 43 283,-397-9-403,-138-24-821</inkml:trace>
  <inkml:trace contextRef="#ctx0" brushRef="#br0" timeOffset="-43796.998">712 796 29222,'0'0'638,"0"0"-220,0 0-132,0 0-105,0 0-31,0 0 132,11 30-27,69 203 52,-68-196-275,2 12 6,2-1 0,2-1 0,3 0 0,14 23-38,-33-66 3,0 1 0,0 0 0,1-1 0,-1 0 0,1 1 0,0-1 0,1 0 0,-1-1 0,1 1 0,-1 0 0,1-1 0,0 0 0,0 0 0,1 0 0,-1 0 0,1-1 0,-1 0 0,1 0 0,0 0 0,0 0 0,-1-1 0,1 0 0,0 0 0,1 0 0,-1-1 1,0 1-1,0-1 0,0-1 0,0 1 0,0-1 0,0 1 0,0-1 0,0-1 0,0 1 0,0-1 0,0 0 0,4-2-3,8-14 16,-1 0 0,0-1-1,-2-1 1,0 0 0,-1-1 0,-1 0 0,-1-1 0,-1-1 0,5-14-16,-8 21-2,9-21-6,112-211-388,-86 192-595,-6 9-1296</inkml:trace>
  <inkml:trace contextRef="#ctx0" brushRef="#br0" timeOffset="-43618.82">1808 859 29734,'0'0'777,"0"0"-361,-46 112 56,33-66 8,0-3-256,6-4-152,1-7-72,6-6-56,0-13-264,2-16-288,13-19-737,-1-14-5104</inkml:trace>
  <inkml:trace contextRef="#ctx0" brushRef="#br0" timeOffset="-43387.508">1762 450 29062,'0'0'928,"0"0"-688,0 0-176,0 0-64,147 95-232,-88-63-1704</inkml:trace>
  <inkml:trace contextRef="#ctx0" brushRef="#br0" timeOffset="-43132.612">2700 829 29222,'0'0'935,"0"0"-305,0 0-129,0 0-66,-13-19-144,-87-141-82,99 156-210,0 0 1,0 1-1,-1-1 0,1 0 0,-1 1 1,0-1-1,0 1 0,0 0 1,-1-1-1,1 1 0,-1 0 1,1 0-1,-1 1 0,0-1 1,0 0-1,-1 1 0,1 0 1,0 0-1,-1 0 0,1 0 0,-1 1 1,0-1-1,1 1 0,-1 0 1,0 0-1,0 0 0,0 0 1,0 1-1,0 0 0,0-1 1,0 2-1,0-1 0,1 0 1,-1 1-1,-1 0 1,-6 9-3,0 0 0,0 1 0,1 0 0,0 1 0,1 0 1,0 1-1,1-1 0,1 2 0,0-1 0,1 1 0,-3 8 3,8-19 0,-9 16 0,2 1 0,0 0 0,1 0 0,2 0 0,0 1 1,1 0-1,0 0 0,2 1 0,1-1 0,1 0 0,0 1 0,3 8 0,-3-27 2,2 1-1,-1 0 1,0-1-1,1 1 1,-1 0-1,1-1 1,0 0-1,0 1 1,0-1-1,1 0 1,-1 0 0,1 0-1,0-1 1,0 1-1,0-1 1,0 1-1,0-1 1,0 0-1,1 0 1,-1 0-1,1-1 1,-1 1-1,1-1 1,0 0-1,-1 0 1,1 0-1,0 0 1,0-1-1,2 0 0,116-14 25,41-80-417,-77 32-518,-12 3-1016</inkml:trace>
  <inkml:trace contextRef="#ctx0" brushRef="#br0" timeOffset="-42867.222">3312 56 29718,'0'0'721,"-57"124"-449,15-9 128,-4 36 32,9 11-136,15-26-168,13-35-88,9-44-40,0-13 0,16-1-32,8-4-168,31-3-136,-5-14-504,-6-20-2137</inkml:trace>
  <inkml:trace contextRef="#ctx0" brushRef="#br0" timeOffset="-42107.015">3711 654 29366,'0'0'690,"0"0"-392,0 0-92,0 0 162,0 0-76,0 0-172,5-18-81,35-127-26,-40 143-13,-1 1 0,1-1 1,-1 0-1,1 1 0,-1-1 0,0 0 0,0 1 0,0-1 0,1 1 1,-2-1-1,1 1 0,0-1 0,0 1 0,0 0 0,-1 0 1,1 0-1,-1-1 0,1 1 0,-1 1 0,1-1 0,-1 0 0,1 0 1,-1 0-1,0 1 0,1-1 0,-1 1 0,0 0 0,0-1 1,0 1-1,1 0 0,-1 0 0,0 0 0,0 0 0,1 0 0,-1 0 1,0 1-1,0-1 0,0 1 0,1-1 0,-1 1 0,0 0 1,1-1-1,-1 1 0,1 0 0,-1 0 0,1 0 0,-1 0 0,1 0 1,0 1-1,-1-1 0,1 0 0,0 1 0,-25 13 23,2 2-1,0 0 1,0 2 0,2 1-1,1 0 1,0 2 0,1 0-1,2 1 1,-6 10-23,13-20 39,0 0-1,2 0 0,-1 1 1,2 0-1,0 1 1,0 0-1,2 1 1,-1-1-1,2 1 0,1 0 1,-3 14-39,8-29 5,1 1 1,-1 0-1,1-1 1,-1 1-1,1-1 1,0 1-1,0-1 0,-1 0 1,1 1-1,0-1 1,0 0-1,0 0 1,0-1-1,1 1 1,-1 0-1,0-1 1,0 1-1,0-1 0,1 0 1,-1 0-1,0 0 1,0 0-1,0 0 1,1 0-1,-1 0 1,0-1-1,0 1 1,0-1-1,1 0 0,-1 1 1,0-1-1,0 0 1,1-1-6,21-8 12,0 0-1,-1-1 1,0-2 0,0 0 0,-2-1 0,0-1 0,0-2-1,-2 0 1,7-7-12,-14 14 3,158-150 0,-171 161-4,1 0 1,-1-1-1,1 1 1,0 0-1,0-1 1,-1 1-1,1 0 1,0-1-1,0 1 1,0 0-1,0-1 1,-1 1-1,1 0 1,0 0-1,1-1 1,-1 1-1,0 0 1,0-1-1,0 1 1,0 0-1,0-1 1,1 1-1,-1 0 1,0-1-1,1 1 1,-1 0-1,0-1 1,1 1-1,-1-1 1,1 1-1,-1 0 1,1-1-1,-1 1 1,1-1-1,-1 0 0,1 1 1,-1-1-1,1 1 1,0-1-1,-1 0 1,1 0-1,0 1 1,-1-1-1,1 0 1,0 0-1,-1 0 1,1 0-1,0 1 1,0-1-1,-1 0 1,1 0-1,0-1 1,0 1-1,-1 0 1,1 0-1,0 0 1,-1 0-1,1-1 1,0 1-1,-1 0 1,1-1-1,0 1 1,-1 0-1,1-1 1,0 1 0,-2 8 9,-12 172 214,13-179-222,0 1 0,0 0 0,0 0 0,0 0 0,0-1 0,0 1 0,0 0 0,1 0 0,-1 0 0,1-1 0,-1 1 0,1 0 0,0-1 0,0 1 0,0 0 0,0-1 0,0 1 1,0-1-1,0 1 0,0-1 0,0 0 0,1 0 0,-1 1 0,0-1 0,1 0 0,0 0 0,-1 0 0,1 0 0,-1-1 0,1 1 0,0 0 0,-1-1 0,1 1 0,0-1 0,0 1 0,0-1 0,-1 0 1,1 0-1,0 0 0,0 0 0,0 0 0,0 0 0,-1-1 0,1 1 0,0 0 0,0-1 0,1 0-1,16-3-79,0 0 1,-1-2-1,1 0 0,-1-1 1,0 0-1,-1-2 0,0 0 0,0-1 1,-1-1-1,0 0 0,-1-1 1,0-1-1,-1 0 0,1-3 79,145-162-3527,-100 93-2160,-6-1-11803</inkml:trace>
  <inkml:trace contextRef="#ctx0" brushRef="#br0" timeOffset="-41935.571">4585 1 25189,'0'0'2282,"0"0"-861,0 0-645,0 0 61,-6 31-181,-70 387 477,72-388-1087,-6 34 18,3 0 0,3 0 0,3 1 0,3 22-64,19-31-721,-19-92-1685,-2 3-1594</inkml:trace>
  <inkml:trace contextRef="#ctx0" brushRef="#br0" timeOffset="-41725.24">4070 435 28398,'0'0'1056,"0"0"-648,0 0 0,125 8 17,-44-6-137,29-2-168,30 0-120,12-6 0,-25-4-616,-37 2-1289</inkml:trace>
  <inkml:trace contextRef="#ctx0" brushRef="#br0" timeOffset="-41119.912">5195 622 27958,'0'0'1922,"0"0"-1201,0 0-509,2-21-109,9-65-88,-10 80-35,0 0 0,1 1 0,-1-1 0,1 1 1,1-1-1,-1 1 0,1 0 0,0 0 0,0 0 1,0 0-1,0 1 0,1-1 0,0 1 1,0 0-1,0 0 0,5-3 20,-2 1 3,5 19 1506,64 20-924,-63-32-583,0 0 0,0 0-1,0-2 1,0 1 0,-1-2 0,1 0 0,0 0-1,-1-1 1,1-1 0,-1 0 0,0-1 0,0 0-1,0 0 1,-1-2 0,0 1 0,0-1 0,-1-1 0,0 0-1,0 0 1,-1-1 0,0-1 0,0 1 0,-1-1-1,0-1 1,-1 1 0,0-1 0,-1-1 0,0 1-1,-1-1 1,0 0 0,2-12-2,-4 20-15,-1-1 0,-1 1-1,1-1 1,-1 1 0,1-1-1,-1 0 1,-1 0 0,1 0 0,-1 1-1,1-1 1,-1 0 0,-1 0 0,1 0-1,-1 0 1,0 1 0,0-1 0,0 0-1,-1 1 1,1-1 0,-1 0 0,0 1-1,-1 0 1,1 0 0,-1 0 0,0 0-1,0 0 1,0 0 0,0 0 0,-1 1-1,1 0 1,-1 0 0,0 0 0,0 0-1,0 0 1,0 1 0,-1 0 0,1 0-1,-1 0 1,-2-1 15,1 2 6,0 1-1,0-1 1,0 1-1,0 0 1,0 0-1,0 1 1,0 0 0,0 0-1,0 0 1,1 1-1,-1 0 1,0 0-1,1 0 1,0 1-1,-1-1 1,1 1-1,0 1 1,0-1 0,1 1-1,-1 0 1,1 0-1,0 0 1,0 0-1,0 1 1,0 0-1,1 0 1,0 0-1,0 0 1,0 0 0,1 1-1,-1 1-5,-4 9 41,1 1 1,1 0-1,0-1 0,1 2 0,1-1 0,1 0 1,0 1-1,1-1 0,1 1 0,1 5-41,0-15 1,0-1-1,0 1 1,1-1-1,0 1 0,0-1 1,1 0-1,0 0 1,0 0-1,1 0 1,-1 0-1,2 0 0,-1-1 1,1 0-1,0 0 1,0 0-1,0-1 1,1 0-1,0 0 0,0 0 1,0-1-1,1 1 1,-1-2-1,1 1 1,0-1-1,0 0 1,0 0-1,5 1 0,15 3 0,0-1 0,0-1 0,0-2-1,1 0 1,-1-2 0,1-1 0,4-2 0,-20 2-135,0-1 1,0-1-1,0 0 0,0-1 1,-1 0-1,1-1 0,-1 0 0,0-1 1,0 0-1,7-5 135,6-7-2070</inkml:trace>
  <inkml:trace contextRef="#ctx0" brushRef="#br0" timeOffset="-40769.145">1024 1816 29630,'0'0'747,"22"-1"-409,269-28 159,-30-11-208,2781-473 637,-2021 332-1009,-800 141-997,-179 26-1259,-35 5-4245</inkml:trace>
  <inkml:trace contextRef="#ctx0" brushRef="#br0" timeOffset="-35034.271">5024 7276 22341,'0'0'3346,"0"0"-635,0 0-1844,0 0-478,0 0-53,-7 5 15,5 65-279,-4 1202 1254,29-710-1245,-14-431-84,0-178-673,24-170-2847,-18 102-2298</inkml:trace>
  <inkml:trace contextRef="#ctx0" brushRef="#br0" timeOffset="-34518.952">5210 7467 26110,'0'0'3106,"0"0"-2090,0 0-831,0 0-93,0 0 148,30 0 43,329-26 50,-82-6-232,1 12 0,69 13-101,-239 15-76,-1 6 1,-1 3-1,101 32 76,-109-23-804,1-5 0,1-4 1,0-4-1,51-2 804,-150-13 50,0 0 0,0 1 1,0-1-1,-1 0 0,1 0 1,-1 0-1,1 0 0,-1 0 1,0 0-1,0 0 0,0 0 1,0 0-1,0 1 0,0-1 1,0 0-1,-1 0 0,1 0 1,-1 0-1,1 0 0,-1 0 1,0 0-1,0 1 0,0-1 1,0 0-1,0 1 0,0-1 1,-1-1-51,0 1 56,1-1 0,-1 0 0,0 1 0,-1 0 0,1-1 0,0 1 0,0 0 0,-1 0 0,0 0 0,1 0 0,-1 1 0,0-1 0,0 1 0,0 0 0,0-1 0,0 1 0,0 0 0,0 1 0,0-1 0,0 1 0,0-1 0,0 1 0,-1 0 0,1 0 0,0 0 0,0 1 0,0-1 0,-3 2-56,-24 74 153,18 11-13,3 1-1,5-1 0,5 80-139,0-61 84,54 660-364,-58-729-4279,-12-32-6122</inkml:trace>
  <inkml:trace contextRef="#ctx0" brushRef="#br0" timeOffset="-34202.937">5486 9146 29382,'0'0'728,"0"0"-536,138 28 41,-10-22 183,40-5 24,27-1-120,5 0-56,-14 2-104,-26 4 48,-17 4 40,-34 2-152,-25 0-56,-23 2-40,-13 3-64,5 9-272,-3 14-304,-6-7-1017,-24-9-4496</inkml:trace>
  <inkml:trace contextRef="#ctx0" brushRef="#br0" timeOffset="-33326.143">5756 7680 25573,'0'0'1337,"0"0"-321,0 0-368,0 0-152,0 0 40,0 0-184,0 0 177,-55 85-73,11-4-160,-24 37-88,-11 34-112,-8 8-40,17-26-32,24-39-24,26-48-72,20-29-336,0-10-1249,17-8-3864</inkml:trace>
  <inkml:trace contextRef="#ctx0" brushRef="#br0" timeOffset="-33117.093">5848 7807 18212,'0'0'11074,"0"0"-10642,42 153-296,-29-72-80,-4 6 152,-1 4-48,-3-4-136,-1-10-24,-4-10-480,0-22-480,0-19-552</inkml:trace>
  <inkml:trace contextRef="#ctx0" brushRef="#br0" timeOffset="-32943.046">5418 8317 27190,'0'0'1216,"0"0"-688,0 0-176,0 0-16,130-43-120,-82 43-104,-2 0-64,4 0-48,18 0-168,-13 0-536,-9-4-2064</inkml:trace>
  <inkml:trace contextRef="#ctx0" brushRef="#br0" timeOffset="-32727.703">6054 7962 28510,'0'0'824,"0"0"-464,-7 103 16,-1-50 81,3 4-233,3 5-128,-2 3-96,2-6-152,-3-8-257,5-13-47,0-29-240,0-9-560,0 0-3913</inkml:trace>
  <inkml:trace contextRef="#ctx0" brushRef="#br0" timeOffset="-32453.802">6074 7903 27966,'0'0'820,"0"0"-412,0 0-18,0 0 44,20 15-64,64 47-135,-4-26-27,-76-36-204,0 0 0,0 1 0,0 0 0,-1 0 0,1 0 0,0 0 0,-1 1-1,1-1 1,-1 1 0,0 0 0,1 0 0,-1 0 0,0 1 0,0-1 0,0 1-1,0 0 1,-1-1 0,1 1 0,-1 1 0,0-1 0,0 0 0,0 0 0,0 1 0,0-1-1,-1 1 1,1-1 0,-1 1 0,0 0 0,0 3-4,-2 5 5,0 0-1,-1 0 1,-1-1 0,0 1 0,0-1-1,-1 1 1,-1-1 0,0 0-1,0-1 1,-1 1 0,-1-1 0,1 0-1,-2-1 1,1 1 0,-1-1 0,-1-1-1,0 0 1,-9 7-5,3 1 7,-261 238-226,268-249-109,6-6-2714,2-9-4817</inkml:trace>
  <inkml:trace contextRef="#ctx0" brushRef="#br0" timeOffset="-32236.845">6578 7883 28350,'0'0'864,"0"0"-504,0 0 88,0 0 25,22 141-121,-22-78-184,0 6-96,0 4-56,0 0-16,-11-10 0,-2-14-40,0-13-112,2-21-336,-3-17-129,6-23-1167,1-13-2009</inkml:trace>
  <inkml:trace contextRef="#ctx0" brushRef="#br0" timeOffset="-32023.67">6556 7905 24597,'0'0'2062,"0"0"-1062,21-10-369,72-31-64,-84 38-507,0 1 0,-1 0 0,1 1 0,0-1 0,0 2 0,0-1 0,0 1 1,0 1-1,0-1 0,0 1 0,0 1 0,0 0 0,-1 0 0,1 1 0,-1 0 0,1 0 0,-1 1 0,0 0 0,0 1 1,-1 0-1,1 0 0,-1 0 0,0 1 0,-1 0 0,1 0 0,-1 1 0,0 0 0,-1 0 0,0 0 0,0 1 1,0 0-1,-1 0 0,0 0 0,-1 0 0,0 0 0,2 9-60,-2-3 4,0 0 0,-1 0 0,-1 0 0,0 0 0,-1 1 0,0-1 0,-1 0 0,-1 0 0,0 0 0,-1 0 0,0 0 0,-2-1 0,1 1 0,-2-1 1,1 0-1,-2-1 0,0 1 0,0-1 0,-1 0 0,-1-1 0,0 0 0,0 0 0,-1-1 0,0-1 0,-1 1 0,0-1 0,-1-1 0,0 0 0,0-1 0,0 0 0,-1-1 0,0-1 0,0 0 0,-1 0 0,0-1 0,-10 1-4,-29 1-1080,9-5-1551</inkml:trace>
  <inkml:trace contextRef="#ctx0" brushRef="#br0" timeOffset="-31236.871">6683 4599 23885,'0'0'2246,"0"0"-1051,0 0-426,0 0 17,0 0-57,0 0-239,-2-7-179,-5-19-118,5 20-72,2 7-55,16 1679 1685,-45-1093-1711,29-387-182,13-232-2140,-6-8-1558</inkml:trace>
  <inkml:trace contextRef="#ctx0" brushRef="#br0" timeOffset="-30935.967">6337 6434 28798,'0'0'766,"2"25"-269,33 200 390,-32-217-854,10 48 127,3-1-1,2-1 1,3-1-1,2 0 1,2-2-1,2-1 0,3-1 1,1-1-1,11 9-159,-39-54 11,0 1 0,0-1 0,0 1 0,0-1 0,1 0 0,-1 0 0,1-1 0,0 1 0,-1-1 0,1 0 0,1 1 0,-1-2 0,0 1 0,0-1 0,1 1 0,-1-1 0,1 0 0,-1-1 0,1 1-1,-1-1 1,1 0 0,-1 0 0,1 0 0,-1 0 0,1-1 0,-1 0 0,1 0 0,-1 0 0,0-1 0,1 1 0,-1-1 0,1-1-11,7-9 0,-2-1 0,0 0 0,0-1 0,-1 0 0,-1 0 0,0-1 0,-1 0 0,2-8 0,8-14 0,139-328-1042,-121 263-837</inkml:trace>
  <inkml:trace contextRef="#ctx0" brushRef="#br0" timeOffset="-30190.951">5929 5516 25277,'0'0'2064,"0"0"-1147,0 0-465,0 0-5,-5 17-82,-23 137 242,22 191 628,6-343-1229,1 0 1,0 0-1,0 0 1,0 0-1,0-1 1,0 1-1,0 0 1,0-1-1,1 1 0,-1-1 1,1 1-1,-1-1 1,1 1-1,-1-1 1,1 0-1,0 0 1,0 0-1,0 0 0,-1 0 1,1 0-1,0-1 1,0 1-1,0-1 1,0 1-1,0-1 1,0 0-1,1 1 0,-1-1 1,0 0-1,0 0 1,0-1-1,0 1 1,0 0-1,0-1 1,0 1-1,0-1 1,0 0-1,0 0 0,0 1 1,-1-1-1,1 0 1,0-1-1,0 1 1,-1 0-1,1 0 1,-1-1-1,1 1 0,0-1-6,14-14-7,-1 0-1,0-1 0,-1-1 0,0 0 0,-2-1 0,0 0 1,-1-1-1,-1 0 0,-1-1 0,-1 0 0,-1-1 0,-1 1 0,0-1 1,-2 0-1,-1-1 0,0 1 0,-2-10 8,1 22-3,0 0-1,-1-1 1,-1 1-1,0-1 1,0 1-1,-1 0 1,0-1-1,-1 1 1,0 0 0,-1 0-1,0 0 1,0 0-1,-1 0 1,-1 1-1,1-1 1,-2 1-1,1 0 1,-1 1-1,0 0 1,-1 0 0,0 0-1,-5-4 4,4 6 1,0-1-1,0 2 1,0-1 0,-1 1-1,0 0 1,0 1 0,0 0-1,-1 1 1,1 0 0,-1 0-1,0 1 1,0 0 0,0 1-1,0 0 1,0 0 0,0 1-1,0 1 1,0 0 0,0 0-1,0 1 1,0 0 0,1 0-1,-1 1 1,1 1 0,-1 0-1,1 0 1,0 0 0,1 1-1,-1 1 1,1-1 0,0 2-1,0-1 1,1 1 0,-3 3-1,-10 14 2,1 1 1,2 0-1,1 2 1,0 0 0,2 0-1,2 2 1,0 0-1,2 0 1,1 1 0,1 0-1,2 0 1,1 1-1,1-1 1,2 1-1,1 13-2,1-34-1,0 1-1,1-1 0,0 0 0,1 0 0,0 0 1,0 0-1,1 0 0,1-1 0,0 1 0,0-1 1,0 0-1,1 0 0,1 0 0,0 0 0,0-1 1,0 0-1,1-1 0,0 1 0,1-1 0,-1-1 1,1 1-1,1-1 0,-1-1 0,1 1 0,0-2 0,0 1 1,1-1-1,-1 0 0,1-1 0,0 0 0,0-1 1,0 0-1,0-1 0,5 1 2,168-3-1407,-103-14-1372</inkml:trace>
  <inkml:trace contextRef="#ctx0" brushRef="#br0" timeOffset="-28586.458">5278 11359 27526,'0'0'1020,"0"26"-318,7 394 797,33 111-871,25 12-628,-26-362-376,-21-150-490,-10-43 201,12-123-2939,-13 57-1272</inkml:trace>
  <inkml:trace contextRef="#ctx0" brushRef="#br0" timeOffset="-28121.608">5502 11501 25085,'0'0'1949,"0"0"-845,18-6-308,136-34 634,430 18-341,-33-35-984,-212 17 174,111 11-279,-102 30 2,-331 0-9,0 0-1,0 2 1,0 0 0,0 1-1,0 0 1,-1 2 0,0 0 0,0 1-1,0 0 1,-1 1 0,2 3 7,-16-11 0,0 0 1,0 1-1,0-1 0,-1 0 1,1 1-1,0-1 1,0 1-1,-1-1 0,1 1 1,-1 0-1,1-1 1,0 1-1,-1 0 0,1-1 1,-1 1-1,0 0 0,1 0 1,-1-1-1,1 1 1,-1 0-1,0 0 0,0 0 1,1 0-1,-1-1 1,0 1-1,0 0 0,0 0 1,0 0-1,0 0 1,0 0-1,0-1 0,0 1 1,-1 0-1,1 0 1,0 0-1,0 0 0,-1-1 1,1 1-1,-1 0 1,1 0-1,0 0 0,-1-1 1,1 1-1,-1 0 1,0-1-1,1 1 0,-1-1 1,0 1-1,1 0 1,-1-1-1,0 0 0,0 1 0,-50 20 157,37-16-87,5 1-58,1 1 0,0 0 1,0 0-1,1 1 0,0 0 1,0 0-1,1 0 0,0 1 1,1 0-1,-1 1 0,2-1 1,-1 1-1,2 0 0,-1 0 1,1 0-1,1 0 0,0 0 1,0 1-1,1-1 0,0 1 1,1 0-1,0-1 1,1 1-1,0-1 0,2 7-12,-4-3 17,-2 224 124,10 1 1,20 99-142,-18-271-26,2 14-119,-3 1 1,-4 0 0,-4 17 144,0-93-120,0-1 0,0 1 0,-1 0-1,0 0 1,0 0 0,-1-1 0,1 1 0,-1 0 0,-1-1 0,1 0 0,-1 1-1,0-1 1,0 0 0,0-1 0,-2 3 120,-25 14-2163</inkml:trace>
  <inkml:trace contextRef="#ctx0" brushRef="#br0" timeOffset="-27804.135">5611 12922 29670,'24'7'586,"123"28"-328,0-6 0,2-7 0,0-6 0,1-7 0,1-6 0,-1-7 0,15-8-258,294-35 361,-202 17-478,192 4 117,-428 28-840,-66-3 159,-22-15-1427,-10-9-2364</inkml:trace>
  <inkml:trace contextRef="#ctx0" brushRef="#br0" timeOffset="-27554.651">6234 11856 29366,'0'0'592,"0"0"-440,0 0 64,162 166 97,-94-91 103,6 2-40,-1-2-144,-3-6-120,-6 0-72,-7-6-40,-7-2-24,-6-5-160,-5-11-256,-4-15-729,-8-15-807,-10-15-13211</inkml:trace>
  <inkml:trace contextRef="#ctx0" brushRef="#br0" timeOffset="-27354.515">6972 11722 25669,'0'0'3553,"0"0"-3177,-59 115-184,-2-3 160,-29 40-39,-17 18-121,-5-3-112,7-17-80,28-35-16,9-9-337,26-35-439,14-29-2960</inkml:trace>
  <inkml:trace contextRef="#ctx0" brushRef="#br0" timeOffset="-26297.53">10324 4822 27238,'0'0'657,"-3"22"-325,-52 309 1278,-206 2188 110,230-2110-1689,-33 2093-333,64-2288 253,3 62-13,37 261 62,-33-405 24,-8-131-13,-1 0-1,1 0 1,0 0 0,-1 0 0,0 0 0,1 0 0,-1-1 0,1 1 0,-1 0 0,0-1-1,1 1 1,-1-1 0,0 0 0,0 1 0,1-1 0,-1 0 0,0 0 0,0 0 0,1-1-1,-1 1 1,0 0 0,0-1 0,1 1 0,-1-1 0,0 1 0,1-1 0,-1 0 0,1 1-1,-1-1 1,0-1-11,-152-80 244,113 70-186,1 1 0,-2 2 0,1 2 0,-1 2 0,0 2 0,0 1 0,-4 3-58,40-1 1,-451 0 109,202 35-550,129-13-2334,89-17-404</inkml:trace>
  <inkml:trace contextRef="#ctx0" brushRef="#br0" timeOffset="-25871.447">8772 11211 28070,'0'0'1099,"0"0"-564,0 0-369,0 0 14,-15 21 167,-216 311 292,-38 52-36,265-378-580,-1 0 0,1 0 0,0 0 0,1 0 0,0 1 0,0 0 0,0 0 0,1 0 0,0 0 0,0 0 1,1 0-1,-1 1 0,2-1 0,-1 0 0,1 1 0,0-1 0,1 0 0,0 1 0,0-1 0,0 0 0,1 0 0,0 0 0,0 0 0,1 0 1,0 0-1,0 0 0,1-1 0,0 0 0,0 1 0,3 2-23,20 8 46,0-1 1,1-1-1,1-1 1,0-2-1,1-1 1,0-2-1,1 0 1,0-2-1,2-1-46,48 14 18,176 75-721,-194-62-1179</inkml:trace>
  <inkml:trace contextRef="#ctx0" brushRef="#br0" timeOffset="-24075.854">9364 10762 28182,'0'0'632,"0"0"-376,0 0-162,0 0 82,0 0 101,12-4-12,-5 2-225,-2 0-27,-1 1 1,1 0-1,-1 0 0,1 0 1,-1 0-1,1 1 1,0-1-1,-1 1 1,1 0-1,0 1 1,-1-1-1,1 1 1,0 0-1,-1 0 1,1 0-1,-1 1 0,4 1-13,-3-1 7,0-1 0,0 1 0,0 1 0,0-1-1,-1 1 1,1 0 0,-1 0 0,0 0-1,1 0 1,-1 1 0,-1 0 0,1 0 0,0 0-1,-1 0 1,0 0 0,0 1 0,0 0-1,-1-1 1,0 1 0,0 0 0,0 0 0,0 0-1,-1 0 1,1 1 0,-1-1 0,-1 0-1,1 1 1,-1-1 0,0 0 0,0 1 0,-1-1-1,1 0 1,-1 1 0,0-1 0,-1 0 0,1 1-8,-4 2 32,-1 1 0,0-1 0,0-1 0,-1 1 0,1-1 0,-1 0 0,-1-1 0,0 1 0,0-1 0,0-1 0,0 0 0,-1 0 0,0 0 0,0-1 0,0-1 0,-1 0 0,1 0 0,-1 0 0,0-1 0,1-1 0,-9 1-31,24-37 172,126 5 7,-108 26-145,-1-1 0,0-1 0,0-1 0,0-1 0,-1-1 0,0-1 0,-1 0 0,19-14-34,-31 18 9,0-1 0,-1 1-1,0-2 1,0 1-1,-1-1 1,0 0-1,0 0 1,-1-1-1,0 0 1,0 0-1,-1-1 1,0 0-1,-1 1 1,0-2-1,-1 1 1,0 0-1,0-1 1,-1 1-1,-1-1 1,1-10-9,-1 11-5,0 0-1,-1-1 1,0 1 0,-1 0-1,0 0 1,0-1 0,-1 1 0,0 0-1,-1 0 1,0 1 0,-1-1-1,0 1 1,-1-1 0,1 1 0,-2 0-1,1 1 1,-1 0 0,-1-1-1,1 2 1,-1-1 0,-1 1 0,1 0-1,-1 1 1,-1 0 0,1 0-1,-4-2 6,-2 2 0,0 0-1,0 1 0,0 0 1,0 1-1,-1 1 0,1 0 0,-1 1 1,0 0-1,0 1 0,0 1 0,0 1 1,0 0-1,0 0 0,1 2 0,-1 0 1,0 1-1,1 0 0,0 1 1,0 0-1,1 2 0,-1-1 0,1 2 1,1 0-1,-1 0 0,1 1 0,-7 7 1,5-5 5,1 2-1,0-1 1,0 2-1,2-1 1,-1 2-1,2 0 1,0 0-1,1 0 1,0 2-1,1-1 1,1 1-1,1 0 0,0 0 1,1 1-1,1-1 1,1 1-1,0 0 1,1 0-1,1 0 1,1 1-1,2 11-4,-1-21 4,1 1 0,1-1 0,0 1 0,0-1 0,1 0-1,0 0 1,0-1 0,1 1 0,0-1 0,1 0 0,-1 0 0,2-1 0,-1 0 0,1 0-1,0 0 1,0-1 0,1 0 0,0 0 0,0-1 0,1 0 0,-1 0 0,1-1-1,0 0 1,0-1 0,0 0 0,1 0 0,-1-1 0,8 1-4,-2-1-1,0 0-1,0 0 1,0-1 0,0-1-1,0-1 1,0 0 0,0-1-1,0 0 1,-1-1 0,1-1 0,-1 0-1,1-1 1,-1-1 0,-1 0-1,1-1 1,-1-1 0,0 0-1,7-6 2,-3-2-463,0 0 0,-2-1-1,0-1 1,-1 0 0,-1-1-1,0 0 1,4-11 463,13-45-9654</inkml:trace>
  <inkml:trace contextRef="#ctx0" brushRef="#br0" timeOffset="-23507.623">5975 8968 24045,'0'0'3554,"0"0"-2384,0 0-779,-1 21 57,14 214 684,39 291 456,-17 367-1588,-35-865 8,2 157-27,-7 0 0,-9-1 0,-29 136 19,11-227-456,25-109 90,18-169-1786,0 78-331</inkml:trace>
  <inkml:trace contextRef="#ctx0" brushRef="#br0" timeOffset="-23238.88">5811 9063 26558,'0'0'1088,"0"0"-592,0 0-392,0 0 136,0 0 216,4 115-232,-26-48-160,-4 10-64,-7 3 0,2 5-216,1 4-280,6-22-472,8-25-4377</inkml:trace>
  <inkml:trace contextRef="#ctx0" brushRef="#br0" timeOffset="-22989.466">6063 8953 28630,'0'0'856,"0"0"-272,0 0-87,0 0-25,131 90-224,-109-54-144,-9 5-56,-2 15-48,-11 50-272,-11-9-1057,-10-5-4120</inkml:trace>
  <inkml:trace contextRef="#ctx0" brushRef="#br0" timeOffset="-22806.07">5736 10791 28894,'0'0'582,"7"25"-302,55 177 257,-59-195-497,22 57 202,3-2-1,3 0 0,2-2 1,30 38-242,-62-95 18,0 0 0,1-1-1,-1 1 1,1-1 0,0 0 0,0 1 0,0-1 0,0 0 0,0 0 0,0 0 0,0-1 0,1 1 0,-1 0 0,1-1 0,-1 0-1,1 1 1,0-1 0,-1 0 0,1 0 0,0-1 0,0 1 0,0 0 0,0-1 0,0 0 0,0 0 0,-1 0 0,1 0 0,0 0 0,0-1-1,0 1 1,0-1 0,0 1 0,0-1 0,0-1-18,7-8 87,-1-1 1,0-1-1,0 0 1,-1 0-1,-1-1 0,0 1 1,-1-2-1,-1 1 0,5-14-87,0 2 34,133-344-697,-86 211-3943,-32 73-8930</inkml:trace>
  <inkml:trace contextRef="#ctx0" brushRef="#br0" timeOffset="-22090.983">6446 9710 30519,'0'0'554,"0"0"-375,0 0-76,0 0 94,0 0-48,0 0-87,17 16-38,52 51-20,-66-64-6,0 1-1,0 0 1,-1 0 0,1 0-1,-1 0 1,0 0 0,0 0 0,0 1-1,-1-1 1,1 0 0,-1 1 0,0 0-1,-1-1 1,1 1 0,-1 0 0,0-1-1,0 1 1,0 0 0,-1-1-1,1 1 1,-2 2 2,0 11-20,2-11 9,-2 0-1,1 0 1,-1 0 0,0 0 0,0 0-1,-1-1 1,1 1 0,-2-1 0,1 1-1,-1-1 1,0 0 0,0 0 0,0-1-1,-1 0 1,0 1 0,0-1 0,-1-1-1,1 1 1,-1-1 0,0 0 0,0 0-1,0-1 1,-1 0 0,1 0 0,-1 0-1,0-1 1,0 0 0,0 0 0,0-1-1,-1 0 12,11-20-258,5 14 256,0 1 0,1 1 0,-1-1 0,1 1 1,-1 1-1,1 0 0,0 0 0,0 1 0,0 0 1,0 0-1,0 1 0,0 0 0,0 1 0,3 0 2,-10-1 0,2 1 1,0-1 0,0 1 0,0 0 0,0 0 0,-1 0 0,1 0-1,0 1 1,0 0 0,-1-1 0,1 1 0,-1 1 0,0-1 0,1 0 0,-1 1-1,0 0 1,-1-1 0,1 1 0,0 0 0,-1 1 0,0-1 0,1 0 0,-1 1-1,-1-1 1,1 1 0,0 0 0,-1-1 0,0 1 0,0 0 0,0 0 0,0 0 0,-1 0-1,1 0 1,-1 0 0,0 0 0,0 0 0,0 0 0,-1 0 0,0 2-1,2-3 4,0-1 1,-1 1 0,1 0 0,-1 0-1,0 0 1,0 0 0,0 0 0,0 0 0,0 0-1,0 0 1,-1 0 0,0-1 0,1 1-1,-1 0 1,0 0 0,0 0 0,-1-1-1,1 1 1,0-1 0,-1 1 0,0-1 0,1 1-1,-1-1 1,0 0 0,0 0 0,-1 0-1,1 0 1,0 0 0,-1-1 0,1 1-1,-1 0 1,1-1 0,-1 0 0,0 0 0,1 0-1,-1 0 1,0 0 0,0 0 0,0-1-1,-1 1-4,-7-1 12,1 0 0,-1-1-1,1 0 1,0-1 0,-1 0-1,1 0 1,0-1-1,0-1 1,1 0 0,-1 0-1,1 0 1,-1-2 0,2 1-1,-1-1 1,0 0-1,1-1 1,0 1 0,1-2-1,0 1 1,0-1 0,0 0-1,1-1 1,0 1-1,1-1 1,-3-7-12,-1 3 3,1-1-1,1 0 0,1 0 1,0-1-1,0 0 1,2 0-1,0 0 0,1-1 1,0 0-1,1 1 1,1-1-1,0 0 1,1 0-1,1 0 0,1 1 1,0-1-1,1 0 1,0 1-1,1 0 1,1 0-1,1 0 0,4-8-2,1 11 7,0-1 1,1 2-1,1 0 0,0 0 0,1 1 0,0 0 0,0 2 0,1 0 0,0 0 0,0 1 0,1 1 0,0 0 0,0 2 0,1 0 0,-1 0 0,1 2 0,0 0 0,-1 1 0,1 0 0,0 1 0,0 2 0,0-1 0,-1 2 0,1 0 0,-1 1 0,0 1 0,0 0 0,0 1 1,14 8-9,-10-4 40,-1 0 0,-1 1 0,0 1 0,0 1 0,-1 1 0,-1 0-1,0 1 1,-2 1 0,1 0 0,-2 1 0,0 0 0,-1 1 0,-1 1-1,0 0 1,-2 0 0,0 1 0,-1 0 0,-1 1 0,-1 0-1,-1 0 1,-1 0 0,-1 0 0,0 11-39,-7-18 0,-2 1 0,0-1 0,0 0 0,-1-1 0,-1 0 0,0 0 0,-1 0 0,-1-1 0,0 0 0,0-1 0,-1 0 0,-1-1 0,1 0 0,-2-1 0,1 0 0,-1-1 0,-1 0 0,-2 0 0,6-1-1,0-1 0,0 1-1,-1-2 1,0 0 0,0 0 0,0-1-1,-1 0 1,1-1 0,-1 0 0,0-1 0,0 0-1,-8-1 2,-2-22-1952,21-1-2386</inkml:trace>
  <inkml:trace contextRef="#ctx0" brushRef="#br0" timeOffset="-21934.647">7225 10357 30743,'0'0'696,"0"0"-520,0 0-176,0 0-24,0 0-2017</inkml:trace>
  <inkml:trace contextRef="#ctx0" brushRef="#br1" timeOffset="-20052.252">2183 9406 21165,'0'0'6525,"0"0"-4850,0 0-1456,0 0-15,-12 20 181,-202 289 470,49-73-756,163-235-99,1 1 0,-1 0 0,0-1 1,1 1-1,0 0 0,-1 0 0,1 0 1,0 0-1,0 1 0,0-1 1,0 0-1,0 0 0,0 1 0,1-1 1,-1 0-1,1 1 0,0-1 0,0 1 1,0-1-1,0 0 0,0 1 0,0-1 1,0 1-1,1-1 0,-1 0 0,1 1 1,0-1-1,0 0 0,0 0 0,0 1 1,0-1-1,0 0 0,1 0 0,-1 0 1,1 0-1,-1-1 0,1 1 1,0 0-1,-1-1 0,1 1 0,0-1 0,24 5 7,0-1-1,0-2 0,1-1 0,-1-1 1,1-1-1,-1-1 0,26-4-6,8-6-43,-1-2-1,0-3 0,-1-2 0,-1-3 0,0-3 0,-2-1 1,33-23 43,-36 19-917,-12 1-1131</inkml:trace>
  <inkml:trace contextRef="#ctx0" brushRef="#br1" timeOffset="-19457.571">2466 9503 28190,'0'0'963,"0"0"-570,0 0-259,0 25 68,0 175 356,1-154-501,-1 0 1,-3 0 0,-1-1-1,-2 1 1,-3-1 0,-1 0-1,-2 0 1,-2-2 0,-13 27-58,23-62 3,0 0 1,0 0 0,-1 0-1,0-1 1,0 1 0,0-1-1,-1-1 1,0 1 0,-1-1-1,1 0 1,-1 0 0,0-1-1,-1 0 1,1 0-1,-1-1 1,0 0 0,0 0-1,-1-1 1,1 0 0,-1 0-1,1-1 1,-1 0 0,0-1-1,0 0 1,0 0 0,0-1-1,1 0 1,-1 0 0,0-1-1,0 0 1,0-1 0,0 0-1,1 0 1,-1-1 0,1 0-1,0-1 1,0 0 0,0 0-1,-4-3-3,-16-23-27,1-1 1,2-1-1,1-1 0,2-2 0,1 0 0,2-1 0,1-1 1,-2-11 26,-1 0 43,2-1 0,2-1 0,3 0 0,1-1 0,3-1 1,2 0-1,3 0 0,0-25-43,4 67 5,-1 0 0,1-1-1,1 1 1,0 0 0,0 0 0,1 0-1,0 0 1,1-1 0,0 2 0,1-1-1,0 0 1,0 0 0,1 1 0,0 0-1,1 0 1,0 0 0,1 0 0,-1 1 0,2 0-1,-1 0 1,7-6-5,15-3 8,1 1 0,0 1-1,2 1 1,-1 2 0,2 1 0,-1 1 0,1 2 0,1 1-1,0 2 1,-1 1 0,1 2 0,1 1 0,-1 1-1,30 5-7,-32-2 20,0 2 0,0 1-1,0 2 1,-1 1-1,0 1 1,-1 1 0,0 2-1,-1 1 1,0 1-1,-1 1 1,-1 2 0,-1 0-1,17 17-19,-30-25 20,0 0 0,-1 1 0,0 0 0,-1 1 0,0 0 0,-1 0 0,0 1 0,-1 1 0,0-1 0,-1 1 0,-1 0 0,0 1 0,-1 0 0,-1 0 0,0 0 0,-1 0-1,-1 0 1,0 1 0,-1-1 0,-1 1 0,0 0 0,-1-1 0,-1 1 0,0-1 0,-1 0 0,-1 0 0,0 0 0,-1 0 0,-1 0 0,0-1 0,-5 7-20,-24 35 39,-3-1 1,-3-2-1,-1-3 1,-3-1-1,-2-2 1,-1-2-1,-41 27-39,70-57-8,13-8-21,-2 0-1,1 0 1,-1-1-1,0 0 1,-1 0-1,1-1 0,-1-1 1,0 1-1,0-1 1,-1-1-1,1 1 1,-1-2-1,0 1 1,0-1-1,0-1 1,-3 0 29,-10-12-724,10-18-793</inkml:trace>
  <inkml:trace contextRef="#ctx0" brushRef="#br1" timeOffset="-18535.465">7363 8325 6433,'0'0'17878,"0"0"-13616,0 0-3809,0 0-6,0 0 97,22-23-112,139-155 110,-58 50-414,-5-5 0,-7-3 0,-5-5 0,20-56-128,-66 108 8,-5-2 0,-3-1 0,-5-2 0,-3-1-1,-5 0 1,2-49-8,0-94 79,-9 0-1,-12-13-78,-1 136 77,-6 0-1,-4 1 1,-5 0 0,-5 1 0,-5 1-1,-5 1 1,-5 2 0,-5 1 0,-45-84-77,-87-58 389,139 208-409,34 42-47,0 0-1,-1 1 1,1-1-1,0 0 1,-1 1 0,1-1-1,0 0 1,-1 0-1,1 1 1,-1-1 0,1 0-1,-1 0 1,1 0 67,22 28-1032,4 0-837</inkml:trace>
  <inkml:trace contextRef="#ctx0" brushRef="#br1" timeOffset="-18071.708">8285 4599 28470,'0'0'874,"0"0"-320,0 0-75,0 0 51,0 0-96,-19-2-176,-157-12-56,175 14-201,-53-2 3,1-2 1,0-3 0,0-1 0,1-3 0,0-3 0,-33-13-5,-118-92 320,203 135-256,68 151 0,-45-123-56,78 164-344,-61-115-2801,-3-3-9402</inkml:trace>
  <inkml:trace contextRef="#ctx0" brushRef="#br1" timeOffset="-13376.65">7939 4252 22981,'0'0'4716,"0"0"-3385,0 0-1082,0 0 7,22 4 68,142 15 271,1013 20 284,-1086-34-835,1339 118 279,-51-3-188,-573-109 183,-773-11-289,0-1-1,0-2 1,0-1 0,-1-2 0,27-7-29,-59 13 0,-1 0 0,1 0 0,-1 0 0,0-1 0,1 1 0,-1 0 0,1 0 0,-1 0 0,1 0 0,-1-1 1,1 1-1,0 0 0,-1 0 0,1-1 0,-1 1 0,1 0 0,-1-1 0,1 1 0,0 0 0,-1-1 0,1 1 0,0-1 0,-1 1 0,1-1 0,0 1 0,0-1 0,-1 1 1,1-1-1,0 1 0,0-1 0,0 1 0,0-1 0,0 1 0,0-1 0,0 1 0,0-1 0,0 1 0,0-1 0,0 1 0,0-1 0,0 1 0,0-1 0,0 1 0,0-1 1,1 1-1,-1-1 0,0 1 0,0-1 0,1 1 0,-1-1 0,0 1 0,1 0 0,-1-1 0,0 1 0,1-1 0,-1 1 0,1 0 0,-1-1 0,0 1 0,1 0 0,-1 0 1,1-1-1,-1 1 0,1 0 0,-1 0 0,1 0 0,0-1 0,-45-16-536,-3 3-724</inkml:trace>
  <inkml:trace contextRef="#ctx0" brushRef="#br0" timeOffset="2828.436">5004 7234 28446,'0'0'875,"0"0"-239,0 0-293,0 0-103,0 0 87,-9 21-35,5-12-262,-3 5 5,1 0 1,0 0-1,1 1 1,1 0-1,1 0 1,0 0-1,0 0 0,2 0 1,0 1-1,0-1 1,2 5-36,23 510 681,-36-219-429,-12-1 0,-42 170-252,54-361-222,21-131-533,53-147-1655,-32 66-1618</inkml:trace>
  <inkml:trace contextRef="#ctx0" brushRef="#br0" timeOffset="3370.327">5072 7365 27566,'0'0'2590,"20"-1"-1897,1447-77 95,-1180 59-794,124 15 6,-396 4-10,1 2-1,-1 0 1,0 1 0,0 0 0,0 1 0,-1 1-1,1 0 1,-1 1 0,0 0 0,-1 1 0,11 8 10,-23-15 15,0 0 1,0 1 0,0-1-1,0 1 1,0-1 0,0 0-1,0 1 1,0 0-1,0-1 1,-1 1 0,1 0-1,0-1 1,0 1 0,-1 0-1,1 0 1,0-1 0,-1 1-1,1 0 1,-1 0 0,1 0-1,-1 0 1,0 0-1,1 0 1,-1 0 0,0 0-1,0 0 1,1 0 0,-1 0-1,0 0 1,0 0 0,0 0-1,0 0 1,0 0-1,0 0 1,-1 0 0,1 0-1,0 0 1,-1 0 0,1 0-1,0 0 1,-1 0 0,1 0-1,-1 0 1,0 0-16,-12 19 12,0 0 0,2 1-1,0 0 1,2 1 0,0 0 0,1 0 0,1 1 0,2 0 0,0 1 0,1-1-1,2 1 1,0-1 0,1 5-12,-1-7 19,-63 901 368,62-882-453,0-21 16,1-1 0,1 1 0,0 0 0,1 0 0,1 0-1,1 0 1,1 0 0,0-1 0,1 1 0,1-1-1,1 0 1,1 0 0,0-1 0,3 4 50,4-5-1665</inkml:trace>
  <inkml:trace contextRef="#ctx0" brushRef="#br0" timeOffset="3703.39">4873 9130 30535,'0'0'840,"0"0"-648,0 0-104,182 8 200,-51-8 168,40-12-120,15-11-304,-4-3-32,-22 0 0,-26 7 0,-24 5 0,-23 4 0,-23 6 0,-7 4 0,26 0-72,-15 12-728,-11-2-1569</inkml:trace>
  <inkml:trace contextRef="#ctx0" brushRef="#br0" timeOffset="12021.065">7198 5702 22053,'0'0'2744,"0"0"1208,1-24-2122,4-78-1060,-3 95-728,1 0 0,-1-1-1,1 1 1,1 0 0,-1 1 0,1-1-1,0 1 1,1-1 0,-1 1-1,1 0 1,1 1 0,-1-1-1,1 1 1,0 0 0,0 1 0,0-1-1,1 1 1,0 0 0,-1 1-1,1 0 1,1 0 0,-1 0-1,0 1 1,1 0 0,-1 0-1,1 1 1,-1 0 0,1 1 0,0-1-1,-1 1 1,1 1 0,0 0-1,-1 0 1,8 2-42,22 3 0,0 2 0,0 2 0,-1 2 0,0 1 0,-1 1 0,-1 2 0,0 2 0,-1 1 0,25 19 0,-17-13 0,937 598 0,-934-599-287,-34-37-2749,-10-7-1555</inkml:trace>
  <inkml:trace contextRef="#ctx0" brushRef="#br0" timeOffset="12227.748">8956 5493 30198,'0'0'1305,"0"0"-641,0 0-112,-151 27-504,-16 40-48,-45 30 0,-32 33 0,-12 22 0,2 20 0,-18 11 0,64-41-680,35-25-4073</inkml:trace>
  <inkml:trace contextRef="#ctx0" brushRef="#br0" timeOffset="13342.815">3593 7566 24229,'0'0'935,"-1"-20"-235,-8-150 2193,-7 122-946,9 60-1543,18 682 598,6-247-817,-32-489-282,8 3 19,1 0 0,2 0 0,2-1 1,1 0-1,3 1 0,1-1 0,5-24 78,-7 54-4,-1 0 0,1 0 0,1-1 0,0 1 0,1 0 0,-1 0 0,2 1 0,0-1 0,0 1 0,0-1 0,1 1 0,1 1 0,-1-1 0,2 1 0,-1 0 0,1 0 0,0 1 0,1 0 0,-1 0 0,1 0 0,1 1 0,-1 1-1,1-1 1,0 1 0,0 1 0,1 0 0,-1 0 0,1 1 0,0 0 0,0 0 0,0 1 0,1 1 0,1 0 4,3 4 14,1 0-1,-1 1 1,0 1-1,0 0 1,0 1 0,-1 1-1,0 1 1,0 0-1,-1 0 1,0 1 0,0 1-1,-1 0 1,-1 1-1,0 0 1,0 1-1,0 1-13,-8-9 6,1 0 0,-1 0 0,-1 0 0,1 0 0,0 1 0,-1-1 0,0 1-1,0 0 1,-1-1 0,1 1 0,-1 0 0,0 0 0,0 0 0,-1 0-1,1 0 1,-1 0 0,0 0 0,-1 1 0,1-1 0,-1 0 0,0 0 0,0 0-1,0-1 1,-1 1 0,0 0 0,0 0 0,0-1 0,-1 1 0,1-1-1,-1 0 1,0 0 0,0 0 0,-1 0 0,1 0 0,-1-1 0,0 1 0,1-1-1,-2 0 1,1 0 0,-4 2-6,-93 60-467,-2-4 0,-55 21 467,96-50-1064,-15 6-2352</inkml:trace>
  <inkml:trace contextRef="#ctx0" brushRef="#br0" timeOffset="24328.333">11453 3804 24453,'0'0'4242,"0"0"-2845,0 0-862,0 0-126,0 0-38,0 12 73,-4 610 472,-45 97-916,54-601-1348,-6-109-759,-3-8-2720</inkml:trace>
  <inkml:trace contextRef="#ctx0" brushRef="#br0" timeOffset="24599.535">11074 4881 29750,'0'0'866,"4"24"-309,73 266 702,-56-225-1034,-9-20-203,3-2 0,1 0 0,2-1 0,3 0 0,1 0-22,-18-37 0,-1 0 0,1 0 0,0 0 0,0-1 0,0 0 0,1 1 0,0-1 0,0-1 0,0 1 0,0-1 0,0 0 0,1 0 0,-1 0 0,1-1 0,0 0 0,0 0 0,0 0 0,0-1 0,0 0 0,0 0 0,0 0 0,0-1 0,0 0 0,1 0 0,-1-1 0,0 0 0,0 0 0,0 0 0,0-1 0,0 0 0,0 0 0,-1 0 0,1-1 0,0 1 0,0-2 0,23-15 0,-1-2 0,-1-1 0,-1-1 0,-1-1 0,-1-1 0,-1-2 0,-1 0 0,-1-1 0,15-29 0,-5 9-451,-2 0 0,-2-3 1,-2 0-1,2-13 451,-3-3-5239</inkml:trace>
  <inkml:trace contextRef="#ctx0" brushRef="#br0" timeOffset="25912.856">11277 6491 28422,'0'0'1356,"0"0"-602,0 0-201,0 0-55,0-19-67,3-129 270,-3 146-700,0 0 0,-1 0 0,1 1 0,0-1 0,0 0 0,-1 0 1,1 0-1,-1 0 0,0 1 0,0-1 0,1 0 0,-1 1 0,0-1 0,0 0 0,0 1 0,-1-1 0,1 1 1,0 0-1,-1-1 0,1 1 0,-1 0 0,1 0 0,-1 0 0,1 0 0,-1 0 0,0 0 0,1 0 0,-1 1 0,0-1 1,0 1-1,0-1 0,1 1 0,-1 0 0,0-1 0,0 1 0,0 0 0,0 0 0,0 0 0,0 1 0,1-1 0,-1 0 1,0 1-1,0-1 0,0 1 0,1 0 0,-1-1 0,0 1 0,0 0-1,-11 4 0,-1 1 0,1 0 0,0 0 0,0 1 0,1 1 0,0 0 0,1 1 0,0 0 0,0 1 0,1 0 0,0 1 0,0 0 0,1 0 0,1 1 0,0 0 0,1 1 0,-2 3 0,-3 4 0,1 1 0,1 1 0,1 0 0,1 0 0,0 1 0,2 0 0,1 0 0,1 0 0,0 1 0,2-1 0,1 1 0,1 0 0,2 14 0,-1-28 0,0 0 0,1 0-1,0-1 1,1 1 0,0-1 0,0 1 0,1-1-1,0 0 1,1 0 0,0-1 0,0 0 0,1 1-1,0-2 1,1 1 0,-1-1 0,1 0 0,1 0-1,-1-1 1,1 0 0,0 0 0,1-1 0,-1 0-1,1 0 1,0-1 0,0-1 0,1 1 0,-1-1-1,1-1 1,-1 0 0,1 0 0,0-1 0,0 0-1,9-1 1,14-2-268,0-2-1,0-2 1,-1-1 0,1-1-1,-1-2 1,-1-1-1,0-2 1,-1-1-1,0-1 1,-1-1 0,-1-2-1,0-1 1,-2-1-1,15-15 269,74-63-1006,-78 60 1661,-2-1 0,-1-2 1,-2-1-1,-2-2 0,15-30-655,-32 27 231,-66 46-26,34 11-196,1 0 0,0 1 0,0 1 0,2 0 0,-1 1 1,2 1-1,-1 1 0,2 0 0,0 1 0,1 1-9,3-7 21,1 1 0,0 0 1,0 0-1,1 1 0,1 0 0,0 0 1,1 1-1,0 0 0,1 0 0,1 0 1,0 1-1,0-1 0,1 1 0,1 0 1,1 0-1,0 0 0,0 0 1,1 1-22,3-11-1,0 1 0,0-1 0,1 1 1,-1-1-1,1 0 0,0 0 1,0-1-1,0 1 0,0-1 1,0 0-1,1 0 0,0 0 1,0 0-1,0-1 0,0 0 1,0 0-1,0-1 0,0 1 0,0-1 1,1 0-1,-1 0 0,1-1 1,-1 0-1,1 0 0,-1 0 1,0 0-1,1-1 0,-1 0 1,0 0-1,1 0 0,-1-1 1,0 0-1,4-2 1,17-7-41,-1-2 1,0-1-1,-1 0 0,0-2 1,-2-1-1,0-1 0,0-1 1,-2 0-1,6-9 41,-13 15-14,227-220-1669,-240 232 1686,0 0 0,1 1 0,-1-1-1,1 0 1,-1 0 0,1 0 0,-1 0 0,1 1 0,0-1 0,-1 0 0,1 1 0,0-1 0,0 0 0,-1 1 0,1-1-1,0 1 1,0-1 0,0 1 0,0-1 0,0 1 0,0 0 0,0-1 0,0 1 0,0 0 0,0 0 0,0 0 0,-1 0 0,1 0-1,0 0 1,0 0 0,0 0 0,0 0 0,0 0 0,0 1 0,0-1 0,0 0 0,0 1 0,0-1 0,0 1 0,0-1-1,0 1 1,-1-1 0,1 1 0,0-1 0,0 1 0,-1 0 0,1 0-3,1 51 739,-3-47-712,-39 249 1234,40-240-1217,-1-11-40,0-1-1,0 1 1,0 0 0,1 0-1,-1 0 1,1 0 0,0 0-1,0 0 1,0 0 0,0-1-1,1 1 1,-1 0 0,1 0-1,-1 0 1,1 0 0,0 0-1,0-1 1,1 1 0,-1 0-1,0-1 1,1 1-1,0-1 1,-1 0 0,1 1-1,0-1 1,0 0 0,0 0-1,1 0 1,-1-1 0,0 1-1,1 0 1,-1-1 0,1 1-1,0-1 1,-1 0 0,1 0-1,0 0 1,1 0-4,8-2-7,-1-1-1,1-1 1,-1 1-1,1-2 1,-1 0 0,0 0-1,0-1 1,-1 0 0,1-1-1,-1 0 1,-1-1-1,1 0 1,-1 0 0,0-1-1,-1 0 1,1-1 0,-2 0-1,1 0 1,-1 0-1,0-2 8,8-6-48,128-165-286,-125 161 334,-17 47 32,-5 217 331,6-239-378,0 0-1,0 0 0,0 0 0,1-1 1,0 1-1,0-1 0,0 0 1,0 0-1,0 0 0,0 0 1,1 0-1,0-1 0,-1 1 1,1-1-1,0 0 0,0 0 1,0 0-1,1-1 0,-1 0 1,0 0-1,0 0 0,1 0 0,-1 0 1,1-1-1,-1 0 0,1 0 1,-1 0-1,0 0 0,1-1 1,-1 0-1,1 0 0,-1 0 1,0 0-1,0-1 0,0 0 1,0 0-1,0 0 0,0 0 1,0 0-1,-1-1 0,1 0 0,2-2 16,131-107-2360,-75 53 397</inkml:trace>
  <inkml:trace contextRef="#ctx0" brushRef="#br0" timeOffset="26200.113">13349 6043 27894,'0'0'1744,"0"0"-1312,0 0-7,0 0 183,-68 179-224,35-58-72,-4 27-48,6-12-96,9-32-80,11-37-40,7-29-40,-1-3-8,3-3 0,2-6-112,0-20-296,7-6-616,6-2-2001</inkml:trace>
  <inkml:trace contextRef="#ctx0" brushRef="#br0" timeOffset="26482.124">12888 6408 30366,'0'0'609,"0"0"-425,0 0 8,143 47 32,-36-23-224,-15-6-184,3-3-2105</inkml:trace>
  <inkml:trace contextRef="#ctx0" brushRef="#br0" timeOffset="26748.609">14035 6445 30142,'0'0'782,"0"0"-457,-26 1-230,-1 0-82,-133 22 33,128-12-57,1 1 0,0 2 1,1 1-1,1 2 0,0 0 1,-16 15 10,36-25 0,0 0 1,0 0 0,1 1 0,0 0-1,1 0 1,0 1 0,0 0-1,1 0 1,0 1 0,0 0-1,1 0 1,1 0 0,-1 1 0,2-1-1,-1 1 1,2 0 0,-1 0-1,2 0 1,-1 0 0,2 1-1,-1 4 0,2-11 1,0 0 0,0 0-1,0-1 1,0 1 0,1 0-1,0 0 1,0-1-1,0 1 1,1-1 0,-1 0-1,1 1 1,0-1 0,0-1-1,1 1 1,-1 0 0,1-1-1,0 0 1,-1 1-1,2-1 1,-1-1 0,0 1-1,0-1 1,1 0 0,0 0-1,-1 0 1,1 0 0,0-1-1,0 0 1,0 0 0,0 0-1,0-1 0,156-1-612,-83-24-240,-7-6-731</inkml:trace>
  <inkml:trace contextRef="#ctx0" brushRef="#br0" timeOffset="27015.194">14162 6475 27686,'0'0'1104,"0"0"-848,0 0-160,0 0 224,0 0 152,0 0-120,-86 108 1,82-102 39,4 2-80,0 4-152,0 0-64,18 6-48,8-1-16,7 3-32,22-2-256,-7-4-1057,-4-8-2735</inkml:trace>
  <inkml:trace contextRef="#ctx0" brushRef="#br0" timeOffset="27265.514">14717 6148 30166,'0'0'565,"-6"30"-319,-40 382 464,41-329-618,5-31-74,-3 0 0,-3-1 0,-1 1 0,-3-1 0,-2 0 0,-7 17-18,18-69 5,1 1 0,0-1 1,0 1-1,0 0 0,-1-1 1,1 1-1,0 0 0,-1-1 1,1 1-1,0 0 0,-1 0 1,1-1-1,0 1 0,-1 0 0,1 0 1,0-1-1,-1 1 0,1 0 1,-1 0-1,1 0 0,0 0 1,-1 0-1,1-1 0,-1 1 1,1 0-1,-1 0 0,1 0 1,-1 0-1,1 0 0,0 0 0,-1 1 1,1-1-1,-1 0 0,1 0 1,0 0-1,-1 0 0,1 0 1,-1 1-1,1-1 0,0 0 1,-1 0-1,1 1 0,0-1 1,-1 0-1,1 0 0,0 1 0,-1-1 1,1 0-1,0 1 0,0-1 1,-1 1-1,1-1 0,0 0 1,0 1-1,0-1 0,0 1 1,-1-1-1,1 0 0,0 1 1,0 0-6,-2-21-10,0 1 0,1-1 1,2 1-1,0-1 1,0 0-1,2 1 0,1 0 1,0 0-1,1 0 1,1 0-1,1 1 0,1 0 1,1-1 9,-5 10-18,1 0 1,0 1 0,0 0 0,0 0-1,1 1 1,1-1 0,-1 1-1,1 0 1,0 1 0,1 0-1,-1 0 1,1 1 0,1 0-1,-1 0 1,1 0 0,-1 1 0,1 1-1,0 0 1,1 0 0,-1 0-1,0 2 1,1-1 0,0 1-1,-1 0 1,1 1 0,-1 0-1,6 1 18,-8-1 7,-1 1 0,0 0 0,0 1 0,0-1 0,0 1-1,0 0 1,0 1 0,0-1 0,0 1 0,-1 1-1,0-1 1,1 1 0,-1-1 0,-1 1 0,1 1 0,0-1-1,-1 1 1,0 0 0,0 0 0,-1 0 0,1 0 0,-1 1-1,0-1 1,0 1 0,-1 0 0,0 0 0,0 0-1,0 0 1,-1 0 0,0 0 0,0 1 0,0-1 0,-1 0-1,0 1 1,0-1 0,-1 0 0,0 1 0,0-1 0,0 0-1,-1 0 1,0 0 0,0 0 0,-1 1-7,-13 12-13,-1 0-1,-1-2 1,0 0 0,-2 0 0,0-2 0,-1 0 0,0-2-1,-20 10 14,29-16-76,-19 10-628,10-7-1079</inkml:trace>
  <inkml:trace contextRef="#ctx0" brushRef="#br0" timeOffset="27565.192">15365 6447 29302,'0'0'910,"0"0"-398,0 0-213,0 0-6,0 0-136,-21 8-97,-133 62-37,144-64-21,0 0 1,0 1-1,1 1 0,-1-1 1,2 1-1,-1 1 0,1 0 1,0 0-1,1 1 0,0 0 1,1 0-1,0 0 0,0 1 1,1 0-1,1 0 0,0 0 1,0 1-1,1-1 0,0 1 1,0 11-3,2-17-3,1 1-1,0-1 1,0 1 0,0 0 0,1-1 0,0 1 0,0-1 0,0 0-1,1 1 1,0-1 0,0 0 0,1 0 0,0 0 0,0 0 0,0 0-1,1-1 1,0 0 0,0 1 0,0-1 0,1-1 0,-1 1 0,1-1-1,0 1 1,0-1 0,1-1 0,-1 1 0,1-1 0,3 1 3,70 14-1326,-41-17-265</inkml:trace>
  <inkml:trace contextRef="#ctx0" brushRef="#br0" timeOffset="27848.196">15799 6443 28822,'0'0'1202,"0"0"-719,0 0-231,0 0 68,-21 3-42,-72 13-150,84-14-120,0 1 0,0 0 1,0 1-1,0 0 0,1 0 0,-1 1 0,1 0 0,0 0 0,0 1 0,1 0 0,0 0 0,-5 6-8,-2 1 17,6-7-2,1 1 0,0 0 1,1 0-1,-1 0 0,1 1 0,1 0 1,-1 0-1,1 1 0,1 0 1,0-1-1,0 1 0,1 1 0,0-1 1,0 0-1,1 1 0,0 0 0,1-1 1,0 1-1,0 0 0,1 0 1,1-1-1,1 11-15,1-16-65,0 0 1,0 0-1,0 0 1,1 0-1,0-1 1,-1 1-1,1-1 1,1 0-1,-1 0 0,0 0 1,1-1-1,-1 0 1,1 0-1,0 0 1,0 0-1,0 0 1,0-1-1,0 0 1,0 0-1,0-1 1,0 1-1,0-1 1,0 0-1,1-1 0,-1 1 1,2-1 64,-2 1-121,37 0-1833</inkml:trace>
  <inkml:trace contextRef="#ctx0" brushRef="#br0" timeOffset="28383.054">16076 6140 29542,'0'0'810,"0"0"-445,0 0-186,0 0 144,-6 22-45,-50 259 376,-42 356-58,112-797-576,-9 140-91,1-1 1,1 1-1,1 0 0,1 1 1,0 0-1,2 0 0,0 1 1,1 0-1,0 1 0,2 1 1,0 0-1,1 1 0,0 0 0,1 1 1,6-3 70,-21 16-13,0 0 1,-1 0-1,1 0 1,0 0-1,0 0 1,0 1-1,0-1 0,0 0 1,0 0-1,0 1 1,0-1-1,0 1 1,1-1-1,-1 1 1,0-1-1,0 1 1,0 0-1,1 0 0,-1-1 1,0 1-1,0 0 1,1 0-1,-1 0 1,0 0-1,0 1 1,1-1-1,-1 0 1,0 0-1,0 1 0,0-1 1,1 1-1,-1-1 1,0 1-1,0-1 1,0 1-1,0 0 1,0 0-1,0-1 1,0 1-1,0 0 0,0 0 1,-1 0-1,1 0 1,0 0-1,0 0 1,-1 0-1,1 0 1,-1 0-1,1 1 1,-1-1-1,1 0 0,-1 0 1,0 0-1,0 1 1,1-1-1,-1 0 1,0 0-1,0 1 1,0-1-1,0 0 1,0 0-1,-1 1 0,1-1 1,0 0 12,0 79-2383,0-61-316</inkml:trace>
  <inkml:trace contextRef="#ctx0" brushRef="#br0" timeOffset="29733.926">15817 6836 27814,'0'0'1778,"0"0"-807,0 0-370,0 0-60,0 0-43,19 12-126,66 35-205,-77-45-166,1-1 0,-1 1 0,0-2 0,0 1 0,0-1 0,1 0 0,-1-1 0,0 0 0,0 0 0,1-1 1,-1 0-1,0 0 0,-1-1 0,1 0 0,0 0 0,-1-1 0,0 0 0,0 0 0,0-1 0,0 0 0,-1 0 0,4-4-1,0 2 2,10-6-4,0-1 0,-1-1 0,-1-1 1,-1-1-1,0 0 0,-1-1 0,-1-1 0,0 0 0,-2-2 0,0 1 1,-1-1-1,-1-1 0,-2 0 0,0 0 0,-1-1 0,-1 0 0,-1-1 1,-1 0-1,-2 1 0,0-1 0,-1-1 0,-2 1 0,0-9 2,-1 29-2,0 0-1,0 1 0,0-1 1,0 1-1,-1-1 1,1 1-1,-1 0 0,0 0 1,0-1-1,0 1 1,0 1-1,-1-1 0,1 0 1,-1 0-1,0 1 0,0 0 1,0-1-1,0 1 1,0 0-1,0 1 0,0-1 1,-1 0-1,1 1 1,-1 0-1,1 0 0,-1 0 1,1 0-1,-1 0 0,0 1 1,1 0-1,-1 0 1,0 0-1,1 0 0,-1 0 1,0 1-1,1-1 0,-1 1 1,1 0-1,-1 0 1,1 1-1,-1-1 0,1 1 1,0-1-1,-1 1 1,1 0-1,0 0 0,0 1 1,1-1-1,-1 1 0,0-1 1,1 1-1,-1 0 1,1 0-1,-1 1 3,-20 23 3,1 1-1,1 1 1,2 0 0,1 2-1,1 0 1,1 1 0,2 0-1,2 2 1,1-1 0,-6 30-3,10-23 2,1 0-1,2 0 1,2 0 0,2 1 0,4 30-2,-5-68-15,1-1-1,-1 1 1,1 0-1,0 0 1,0 0 0,0 0-1,0 0 1,0 0 0,1 0-1,0 0 1,-1-1-1,1 1 1,0 0 0,0 0-1,1-1 1,-1 1 0,0 0-1,1-1 1,0 0-1,-1 1 1,1-1 0,0 0-1,0 0 1,0 0-1,1 0 1,-1 0 0,0 0-1,1-1 1,-1 1 0,1-1-1,0 0 1,-1 0-1,1 0 1,0 0 0,0 0-1,0 0 1,-1-1 0,1 1-1,0-1 1,0 0-1,0 0 1,0 0 0,0 0-1,0-1 1,1 1 15,7-6-113,1 0-1,-1-1 1,-1 0 0,1-1-1,-1 0 1,0 0 0,-1-1 0,0 0-1,0-1 1,-1 0 0,4-7 113,1 1-165,60-81-840,-4-3 0,29-62 1005,-62 101 53,-31 53-30,-4 5-3,0 0 0,1-1 0,-1 1 1,1 0-1,0 0 0,0 0 0,0 0 0,0 1 1,0-1-1,1 0 0,-1 1 0,1-1 1,-1 1-1,1 0 0,0 0 0,0 0 1,0 1-1,0-1 0,1 0 0,0 1-20,1 10 162,-6 24 48,-2-1 0,-1 0 0,-2 0 0,-1-1 0,-1 0 1,-2 0-1,-1-1 0,-1 0 0,-2-1 0,-17 28-210,19-33 115,-27 51 428,39-99 26,9 4-593,0-1 0,2 2 0,0-1 0,2 1 0,0 1 1,1 1-1,4-4 24,1-3-66,70-80-127,-89 103 191,0 0 0,0 0 0,1 1 1,-1-1-1,0 0 0,1 1 1,-1-1-1,1 0 0,-1 1 1,1-1-1,-1 1 0,1-1 1,-1 1-1,1-1 0,-1 1 0,1-1 1,0 1-1,-1 0 0,1-1 1,0 1-1,-1 0 0,1-1 1,0 1-1,0 0 0,-1 0 1,1 0-1,0 0 0,0-1 0,-1 1 1,1 0-1,0 0 0,0 1 1,-1-1-1,1 0 0,0 0 1,0 0-1,-1 0 0,1 1 1,0-1-1,-1 0 0,1 1 0,0-1 1,-1 0-1,1 1 0,0-1 1,-1 1-1,1-1 0,-1 1 1,1-1-1,-1 1 0,1 0 1,-1-1-1,1 1 2,3 43-75,-3-33 93,-3-1-54,1 0 0,1 0 0,0 0 1,0 0-1,1 0 0,0 0 0,1-1 0,0 1 1,0 0-1,1-1 0,0 1 0,1-1 1,0 0-1,1 0 0,0 0 0,0-1 0,1 1 1,0-1-1,0-1 0,1 1 0,0-1 0,0 0 1,1-1-1,-1 0 0,2 0 0,-1 0 0,1-1 1,-1-1-1,1 1 0,1-1 0,6 2 36,-8-6-90,-1 1 0,1-1 0,-1-1 0,0 0 0,1 0 0,-1 0 0,0 0 0,0-1 0,0-1 0,0 1 0,0-1 0,0 0 0,-1-1 0,1 1 0,-1-1 0,0-1-1,0 1 1,-1-1 0,1 0 0,-1 0 0,0-1 0,0 0 0,-1 1 0,0-1 0,0-1 0,0 1 0,1-5 90,10-20 177,-1-1 0,-3 0 0,0-1 1,-2 0-1,-1-1 0,-2 1 0,-1-2 0,-2 1 0,-2 0 0,0-1 0,-3 0-177,3 34 13,-1-1 0,0 1 0,1 0 0,-1-1 0,0 1 0,0 0 0,0-1 0,0 1-1,0 0 1,0-1 0,0 1 0,-1 0 0,1-1 0,0 1 0,-1 0 0,1 0-1,-1-1 1,1 1 0,-1 0 0,0 0 0,0 0 0,1 0 0,-1 0 0,0 0-1,0 0 1,0 0 0,0 0 0,0 0 0,0 0 0,0 0 0,0 1 0,-1-1-1,1 0 1,0 1 0,0-1 0,-1 1 0,1 0 0,0-1 0,-1 1 0,1 0-1,0 0 1,-1 0 0,1 0 0,0 0 0,-1 0 0,1 0 0,0 0 0,-1 0 0,1 1-1,0-1 1,0 0 0,-1 1 0,1 0 0,0-1 0,0 1 0,0-1 0,-1 1-1,1 0 1,0 0 0,0 0 0,0 0 0,0 0 0,1 0 0,-1 0 0,0 0-1,0 0 1,0 0 0,1 0 0,-1 1 0,0 0-13,-15 19 29,0 1 0,1 1 1,2 0-1,0 1 0,1 0 0,2 1 1,0 0-1,2 1 0,1 0 0,1 0 0,-1 17-29,-5 145 82,12-188-82,0 1-1,0 0 1,1 0 0,-1 0 0,0-1 0,0 1 0,1 0-1,-1-1 1,1 1 0,-1 0 0,1-1 0,-1 1 0,1 0 0,-1-1-1,1 1 1,-1-1 0,1 1 0,0-1 0,-1 1 0,1-1-1,0 0 1,-1 1 0,1-1 0,0 0 0,0 0 0,-1 1-1,1-1 1,0 0 0,0 0 0,-1 0 0,1 0 0,0 0 0,0 0-1,0 0 1,-1 0 0,1 0 0,0 0 0,0 0 0,0-1-1,-1 1 1,1 0 0,0-1 0,-1 1 0,1 0 0,0-1-1,-1 1 1,1-1 0,0 1 0,-1-1 0,1 1 0,-1-1 0,1 1-1,-1-1 1,1 0 0,-1 1 0,1-1 0,-1 0 0,0 1-1,1-2 1,67-138-621,-31 52-453,-4-1 0,-3-2 0,-5 0 1,-3-2-1,4-62 1074,-24 90 651,-12 78 1124,-8 42-1076,3 1 0,3 1 0,1 0 0,4 1 0,0 31-699,4-61 89,-5 168-1258,16-179-2561</inkml:trace>
  <inkml:trace contextRef="#ctx0" brushRef="#br0" timeOffset="29997.792">17509 6528 29526,'0'0'448,"0"0"-448,-11 105-120,11-62-224,0-7-1408</inkml:trace>
  <inkml:trace contextRef="#ctx0" brushRef="#br0" timeOffset="30247.91">17511 6862 29166,'0'0'1473,"0"0"-945,0 0 88,0 0-128,-112 104-304,66-74-128,-6 1-56,-47 21-432,11-9-928,-6-2-3049</inkml:trace>
  <inkml:trace contextRef="#ctx0" brushRef="#br0" timeOffset="30531.14">11183 7307 27526,'0'0'795,"0"0"-104,0 0-127,0 0-100,30 14 128,127 48-13,30-6-262,2-10 1,1-7 0,2-9 0,182 5-318,694 15 285,103-49-285,-643-21 18,-305-5-2475,-179 18-3866</inkml:trace>
  <inkml:trace contextRef="#ctx0" brushRef="#br0" timeOffset="34412.131">4906 7493 27206,'0'0'2500,"0"0"-1505,-3 20-672,-8 135 517,6 1 0,9 29-840,39 625 63,-42-670-306,-16-308-2919,7 73 302</inkml:trace>
  <inkml:trace contextRef="#ctx0" brushRef="#br0" timeOffset="34880.475">4866 7191 29854,'0'0'1067,"0"0"-591,24-2-92,335-10 602,657-23-986,-780 36 0,-1 10 0,4 10 0,-151-10 0,-12-3 0,0 3 0,-1 3 0,-1 3 0,64 25 0,-136-42 0,0 0 0,0 0 0,0 0 0,0 1 0,-1-1 0,1 1 0,0-1 0,0 1 0,0 0 0,0 0 0,-1 0 0,1 0 0,0 0 0,-1 0 0,1 0 0,-1 0 0,1 1 0,-1-1 0,0 1 0,1-1 0,-1 1 0,0-1 0,0 1 0,0 0 0,0-1 0,-1 1 0,1 0 0,0 0 0,-1 0 0,1 0 0,-1 0 0,0 0 0,1 0 0,-1-1 0,0 1 0,0 0 0,0 0 0,0 0 0,-1 0 0,1 0 0,-1 0 0,1 0 0,-1 0 0,0 0 0,1-1 0,-1 1 0,0 0 0,0 0 0,0-1 0,0 1 0,-1-1 0,1 1 0,-1 0 0,-4 6 0,1 1 0,0 0 0,0 0 0,1 0 0,0 0 0,1 1 0,0 0 0,0-1 0,1 1 0,1 0 0,-1 0 0,2 0 0,-1 1 0,1-1 0,1 0 0,1 6 0,-2 5 0,6 66 0,3-2 0,5 1 0,3-1 0,9 21 0,0 2 0,5 23 0,-6 1 0,-6 1 0,1 107 0,-20-238-11,1-1 0,-1 0 0,0 1 0,0-1 0,0 1 0,0-1 0,0 0 1,0 1-1,0-1 0,0 1 0,-1-1 0,1 0 0,0 1 0,-1-1 0,1 0 0,-1 0 0,0 1 0,1-1 0,-1 0 0,0 0 0,0 0 1,0 0-1,1 0 0,-1 0 0,0 0 0,-1 0 0,1 0 0,0 0 0,0 0 0,0-1 0,0 1 0,-1 0 0,1-1 0,0 1 0,-1-1 0,1 1 1,0-1-1,-1 0 0,1 0 0,0 0 0,-1 1 0,1-1 0,-1 0 0,1-1 0,0 1 0,-1 0 0,1 0 0,-1-1 0,1 1 0,0 0 1,-2-2 10,-27-1-2340</inkml:trace>
  <inkml:trace contextRef="#ctx0" brushRef="#br0" timeOffset="35091.429">5364 9300 31655,'0'0'1064,"258"-14"-1016,-85-16-48,1-11 0,-25-2 0,-5-3 0,-6 5 0,-26 11 0,-13 11-352,-33 11-664,-27 4-1265</inkml:trace>
  <inkml:trace contextRef="#ctx0" brushRef="#br0" timeOffset="35700.127">4599 9146 20804,'0'0'7795,"0"0"-5665,0 0-1819,0 0-159,0 0 127,-20 10 82,-126 79 159,14 51-248,-208 286-129,-190 323-143,-284 573 0,493-783 0,146-252 0,-13-9 0,-12-7 0,-137 135 0,297-363-8,-2-1-1,-1-2 1,-3-2 0,-36 23 8,61-63-706,27-32-955,-6 30 1447,14-42-2981</inkml:trace>
  <inkml:trace contextRef="#ctx0" brushRef="#br0" timeOffset="36013.121">1160 12768 9482,'-8'24'15458,"-62"184"-11098,-60 191-3020,75-192 476,-17 148-1816,68-247 311,4-106-311,1-1 0,-1 1 0,0-1 0,1 1 0,-1 0 0,1-1 0,0 1 0,-1-1 0,1 0 0,0 1 0,0-1 0,0 0 0,0 1 0,0-1 0,0 0 0,0 0 0,0 0 0,1 0 0,-1 0 0,0 0 0,1 0 0,-1 0 0,0-1 0,1 1 0,-1 0 0,1-1 0,-1 1 0,1-1 0,0 0 0,-1 1 0,1-1 0,-1 0 0,1 0 0,0 0 0,-1 0 0,1 0 0,-1-1 0,1 1 0,0 0 0,0-1 0,16-1 0,-1-1 0,1-1 0,-1-1 0,0 0 0,0-1 0,-1-1 0,0-1 0,0 0 0,-1-1 0,0 0 0,1-2 0,-13 9 0,215-140 0,147-127 0,85-59 0,-289 219-2358,-127 78-6390</inkml:trace>
  <inkml:trace contextRef="#ctx0" brushRef="#br0" timeOffset="38546.181">28030 1003 26046,'0'0'3810,"-2"-22"-2765,-23-148-785,24 160-231,-1-1-1,0 0 0,-1 1 0,0-1 0,-1 1 1,0 0-1,0 0 0,-1 0 0,0 1 1,-1-1-1,0 1 0,-1 1 0,1-1 1,-2 1-1,1 0 0,-1 1 0,0 0 0,-1 0 1,0 1-1,0 0 0,0 0 0,-1 1 1,1 0-1,-3 0-28,0 3 1,0 1-1,0 1 1,0 0 0,1 0 0,-1 1 0,0 1 0,0 0-1,1 0 1,-1 1 0,1 1 0,-1 0 0,1 1 0,1 0-1,-1 0 1,1 1 0,0 0 0,0 1 0,1 0-1,-1 1 1,2 0 0,-2 2-1,-3 3-2,0 1-1,0 0 1,2 1 0,0 0-1,1 1 1,0 0 0,1 1-1,1 0 1,1 0 0,0 0-1,1 1 1,1 1-1,0 2 3,2-10-10,0 0 0,1 0 0,0 1 0,1-1 0,0 0 0,1 1-1,0-1 1,1 0 0,0 1 0,1-1 0,0 0 0,0 0 0,2 0-1,-1 0 1,1-1 0,1 1 0,0-1 0,0 0 0,1 0 0,1-1-1,-1 0 1,1 0 0,1 0 0,0-1 0,0 0 0,0-1 0,1 1-1,5 1 11,16 5-231,1-1 0,0-1-1,1-2 1,0-1-1,1-2 1,11 1 231,70 3-1875</inkml:trace>
  <inkml:trace contextRef="#ctx0" brushRef="#br0" timeOffset="39333.883">28927 786 27134,'0'0'1811,"0"0"-1255,0 0-227,-23-3 143,11 2-391,2-1-33,0 1 0,0 0 0,0 0 1,-1 1-1,1 1 0,0 0 0,0 0 1,0 1-1,0 0 0,0 0 1,1 1-1,-1 1 0,1 0 0,0 0 1,-3 2-49,-3 1 27,1 1-1,0 1 1,1 0 0,0 0 0,1 1 0,0 1 0,0 0 0,1 1-1,0 0 1,1 1 0,1 0 0,0 0 0,1 1 0,0 0 0,1 1-1,1 0 1,0 0 0,1 0 0,0 1 0,2-1 0,-3 16-27,7-27 3,-1 0 0,1 0 1,0 0-1,0 0 0,0-1 1,0 1-1,0 0 0,1 0 0,0-1 1,0 1-1,0-1 0,0 0 1,0 0-1,1 0 0,-1 0 1,1 0-1,0 0 0,0 0 1,0-1-1,0 0 0,1 0 0,-1 1 1,1-2-1,-1 1 0,1 0 1,-1-1-1,1 0 0,0 0 1,0 0-1,0 0 0,1 0-3,128 11 39,-92-16-89,-1-3 0,-1-1 0,0-1 0,0-3 0,-1-1 0,0-2 0,-1-1 0,-1-2 0,-1-1 0,0-2 0,-2-2 1,0-1-1,-2-1 0,0-2 0,25-30 50,5-14 117,-60 69-18,-3 7-59,-6 13-18,1 1 1,0-1 0,1 2-1,1-1 1,1 1 0,1 0-1,1 0 1,0 6-23,2-22 3,1 0-1,-1 0 1,1 0-1,-1 0 1,1 0-1,1 0 1,-1 0 0,0-1-1,1 1 1,0 0-1,0-1 1,0 0-1,0 1 1,0-1 0,1 0-1,0 0 1,-1 0-1,1 0 1,0-1-1,0 1 1,1-1 0,-1 1-1,0-1 1,1 0-1,0-1 1,-1 1-1,1-1 1,0 1 0,0-1-1,0 0 1,0-1-1,0 1 1,0-1-1,0 1 1,0-1 0,4-1-3,5 2-1,1-1 1,0-1 0,0 0-1,0-1 1,0-1 0,-1 0-1,1-1 1,-1 0 0,0-1-1,7-3 1,8-8-42,0 0-1,-1-2 0,-1-1 1,-1 0-1,0-2 0,-2-2 1,0 0-1,-2-1 0,5-8 43,-9 14 288,-24 40-50,1-6-304,1 2 69,1 2 1,0-1-1,1 0 0,2 1 0,-1-1 0,2 1 0,2 16-3,-1-31-3,1 1 0,-1-1 0,1 0 1,0 0-1,0 0 0,0 0 0,1-1 0,-1 1 0,1-1 1,0 1-1,1-1 0,-1 0 0,1 0 0,0-1 1,0 1-1,0-1 0,0 0 0,1 0 0,-1 0 0,1 0 1,0-1-1,0 0 0,0 0 0,0 0 0,0 0 1,0-1-1,0 0 0,0 0 0,1-1 0,-1 1 0,0-1 1,1 0-1,-1 0 0,0-1 0,1 0 0,-1 0 1,0 0-1,0-1 0,0 1 0,0-1 0,0 0 0,0-1 1,0 1-1,-1-1 0,3-2 3,30-16-174,-2-2 0,-1-1-1,0-2 1,-2-2 0,-1-1 0,11-15 174,-15 18-137,66-65 55,-4-4-1,-4-4 0,-4-4 1,2-12 82,-70 99 807,-25 47-369,8-21-500,-21 58 200,2 2 1,4 0 0,3 2-1,2 0 1,4 0 0,4 1 0,1 71-139,5-132 0,1 1 1,0 0 0,0 0-1,1-1 1,1 1 0,0-1 0,1 0-1,0 0 1,1 0 0,0 0-1,1-1 1,0 0 0,1 0 0,0 0-1,3 2 0,-9-12-21,0-1 0,-1 1 0,1 0 0,0-1 0,-1 1 0,1-1 1,0 1-1,-1-1 0,1 0 0,0 1 0,0-1 0,0 0 0,-1 0 0,1 1 0,0-1 0,0 0 0,0 0 0,0 0 0,0 0 0,-1 0 0,1 0 0,0 0 0,0 0 0,0-1 0,0 1 0,-1 0 0,1 0 0,0-1 0,0 1 1,0 0-1,-1-1 0,1 1 0,0-1 0,-1 1 0,1-1 0,0 1 0,-1-1 0,1 0 0,-1 1 0,1-1 0,-1 0 0,1 1 0,-1-1 0,1 0 0,-1 0 0,0 1 0,1-1 0,-1 0 0,0 0 0,0 0 0,1 1 0,-1-1 1,0 0-1,0 0 0,0 0 0,0 0 0,0 1 0,0-1 0,-1 0 0,1 0 0,0 0 0,0 0 0,-1 0 21,6-31-1518</inkml:trace>
  <inkml:trace contextRef="#ctx0" brushRef="#br0" timeOffset="39612.357">30323 740 30326,'0'0'817,"0"0"-585,145 30-96,-58-20-8,23 2-56,24 0-72,19-3-416,-28-1-993,-29-4-2800</inkml:trace>
  <inkml:trace contextRef="#ctx0" brushRef="#br0" timeOffset="40163.501">31781 863 28046,'0'0'1156,"0"0"-389,0 0-56,0 0 0,0 0-106,0 0-226,1-16-222,2-35-25,-3 80-50,-1-18-57,-5-28-29,5 12 4,0 1 0,0-1 0,-1 0 0,0 0 0,0 1 0,0-1 0,0 1 0,-1 0 0,0-1 0,0 1 0,0 0 0,0 1 0,0-1 0,-1 1 0,0-1 0,0 1 0,0 0 0,0 0 0,0 1 0,0-1 0,-1 1 0,1 0 0,-1 0 0,0 1 0,0-1 0,-1 1 0,-32 52 0,10 19-1562,28-57-581</inkml:trace>
  <inkml:trace contextRef="#ctx0" brushRef="#br0" timeOffset="40546.011">32467 752 27470,'0'0'2250,"0"0"-1608,-21 0-385,-137 0 641,68 3-689,-1 3-1,1 4 0,1 4 0,0 4 1,1 4-1,-5 6-208,87-26 0,-112 50 0,116-50 0,-1 0 0,0-1 0,1 1 0,-1 0 0,1 0 0,0 1 0,-1-1 0,1 0 0,0 1 0,0-1 0,1 1 0,-1 0 0,1 0 0,-1 0 0,1-1 0,0 1 0,0 0 0,0 1 0,0-1 0,1 0 0,-1 0 0,1 0 0,0 0 0,0 1 0,0-1 0,0 0 0,0 0 0,1 0 0,-1 0 0,1 0 0,0 0 0,0 0 0,0 0 0,1 0 0,-1 0 0,1 0 0,-1 0 0,2 0 0,9 12 0,2-1 0,0-1 0,0 0 0,1-1 0,1 0 0,0-1 0,1-1 0,0-1 0,0 0 0,1-1 0,4 0 0,-15-5 0,26 12-365,2-3 0,-1 0 0,1-3 0,1-1 0,-1-1 0,1-2 0,17 0 365,28 0-2942</inkml:trace>
  <inkml:trace contextRef="#ctx0" brushRef="#br0" timeOffset="40828.541">32791 1050 29006,'0'0'1607,"0"0"-1135,0 0-294,-25-2 90,-191-8 257,84 15-478,130-4-45,0 1 0,1 0 0,-1-1 0,0 1 0,1 0 0,-1 0 0,1 0 0,0 0 0,0 1 0,0-1 0,0 0 0,0 0 0,0 1 0,1-1 0,-1 0 0,1 1 1,-1-1-1,1 1 0,0-1 0,0 1 0,0-1 0,0 1 0,1-1 0,-1 0 0,0 1 0,1-1 0,0 1-2,0 12 53,1-5-124,0 0 1,1 0-1,0 0 1,1 0-1,0 0 1,1-1 0,0 0-1,0 0 1,1 0-1,0 0 1,1-1-1,0 0 1,0-1-1,0 1 1,1-1-1,0-1 1,1 1-1,-1-2 1,1 1-1,0-1 1,1 0-1,-1-1 1,1 0-1,0-1 1,0 0-1,0 0 1,7 0 70,46 18-2582</inkml:trace>
  <inkml:trace contextRef="#ctx0" brushRef="#br0" timeOffset="41279.171">33495 1234 30198,'0'0'958,"0"0"-665,0-18-173,-2-55 166,2 69-273,0-1 1,0 1 0,0-1-1,-1 1 1,1 0-1,-1-1 1,0 1 0,-1 0-1,1 0 1,-1 0-1,0 0 1,0 0 0,0 0-1,0 0 1,-1 0-1,1 1 1,-1-1 0,0 1-1,0 0 1,0 0-1,-1 0 1,1 0 0,-1 1-1,0-1 1,1 1-1,-1 0 1,0 0 0,0 0-1,0 1 1,-1-1-1,1 1 1,0 0 0,-1 0-1,1 1 1,0-1-1,-1 1 1,1 0-1,-1 0 1,1 1 0,-1-1-1,1 1 1,0 0-1,0 0 1,-1 0 0,1 1-1,0-1 1,0 1-1,0 0 1,0 0 0,0 1-1,-2 1-13,-12 10 2,2 0-1,-1 1 1,2 0-1,0 1 0,1 1 1,0 0-1,1 1 1,2 1-1,0 0 0,0 0 1,2 1-1,0 0 1,2 1-1,0 0 0,1 0 1,2 1-1,-3 21-1,6-41 1,0 0-1,0 1 0,0-1 1,0 1-1,0-1 0,1 1 0,0-1 1,-1 1-1,1-1 0,0 1 1,0-1-1,0 1 0,1-1 1,-1 1-1,0 0 0,1-1 1,0 0-1,0 1 0,0-1 1,0 1-1,0-1 0,0 0 0,0 0 1,1 0-1,-1 0 0,1 0 1,-1 0-1,1 0 0,0 0 1,0 0-1,0-1 0,0 1 1,0-1-1,0 0 0,1 1 0,-1-1 1,0 0-1,1 0 0,-1 0 1,0-1-1,1 1 0,-1-1 1,3 1-1,16-1 8,-1-1 1,1-2 0,0 0-1,-1 0 1,1-2-1,-1-1 1,0-1 0,-1 0-1,0-1 1,0-1 0,0-1-1,-1-1 1,-1 0-1,0-2 1,-1 0 0,0 0-1,8-10-8,-16 56 35,-9-25-39,1-1 1,0 0-1,1 0 1,0 0-1,0 1 1,1-1-1,0 0 1,0 0-1,0 0 1,1-1-1,0 1 1,0-1-1,1 1 0,0-1 1,0 0-1,0 0 1,1-1-1,0 0 1,0 1-1,0-1 1,1-1-1,0 1 1,1 0 3,81 36-1639,-44-28-586</inkml:trace>
  <inkml:trace contextRef="#ctx0" brushRef="#br0" timeOffset="41579.213">34211 1097 21221,'0'0'0</inkml:trace>
  <inkml:trace contextRef="#ctx0" brushRef="#br0" timeOffset="41845.187">34211 1097 18132,'0'0'4656,"0"0"-1823,10 2-1335,40 6 347,-50-8-1180,0 0-89,-11 5 347,-61 17-184,-170 69-79,239-89-656,0 0 1,0 0-1,1 0 0,-1 0 1,0 0-1,1 1 0,0-1 0,-1 1 1,1-1-1,0 1 0,0 0 1,1 0-1,-1 0 0,1 0 1,-1 0-1,1 0 0,0 1 1,0-1-1,0 0 0,0 0 1,1 1-1,0-1 0,-1 1 1,1-1-1,0 1 0,1-1 0,-1 0 1,1 1-1,-1-1 0,1 0 1,0 1-1,0-1 0,0 0 1,1 0-1,-1 0 0,1 0 1,0 1-5,81 101 8,-68-93-198,2 0 0,0-2 0,0 1 0,1-2 0,0-1 0,1 0 0,0-1 0,13 3 190,32 7-2073</inkml:trace>
  <inkml:trace contextRef="#ctx0" brushRef="#br0" timeOffset="42262.078">34680 1316 28750,'0'0'1863,"0"0"-1341,0 0-397,0 0 102,0 0 34,0 0-93,-13 7-20,-43 26-46,54-30-87,0 0 1,0 0-1,0 0 1,1 1-1,-1-1 1,1 1-1,0-1 1,0 1 0,0-1-1,1 1 1,-1 0-1,1-1 1,0 1-1,-1 0 1,2-1-1,-1 1 1,0 0 0,1-1-1,0 1 1,0-1-1,0 1 1,0-1-1,0 1 1,2 1-16,0 2 12,2 1 0,-1-1 1,1 0-1,-1 0 0,2-1 1,-1 1-1,1-1 0,0-1 0,0 1 1,1-1-1,0 0 0,0 0 0,0-1 1,0 0-1,1 0 0,-1 0 0,1-1 1,0-1-1,0 1 0,1-1 0,1 0-12,178 15-714,-170-16 325,-1 0 1,0-1-1,1-1 1,-1 0 0,0-1-1,0-1 1,0-1-1,0-1 1,-1 0 0,1-1-1,-1-1 1,-1 0-1,1-1 1,-1-1 0,-1 0-1,1-1 1,-2-1-1,1 0 1,-2 0 0,1-2-1,0-1 389,-10 8 278,1-1 1,-1 0-1,0 0 1,-1 0-1,1 0 0,-2-1 1,1 1-1,-1 0 0,0-1 1,0 1-1,-1-1 0,0 1 1,0-1-1,-1 0 1,0 1-1,0 0 0,-1-1 1,0 1-1,0 0 0,-1 0 1,0 0-1,-2-5-278,2 11 43,0-1-1,-1 1 1,1-1-1,0 1 1,-1 0-1,1 1 1,-1-1-1,1 0 1,-1 1-1,1 0 1,-1 0-1,1 0 1,-1 0-1,1 0 1,-1 1-1,1 0 1,-1-1-1,1 1 1,-1 1-1,1-1 1,0 0-1,0 1 1,-1 0-1,1-1 1,0 1-1,1 0 1,-1 1-1,0-1 1,1 0-1,-1 1 1,1 0-1,0-1 1,-1 1-1,1 0 1,1 0-1,-1 0 1,0 1-1,0 1-42,-4 11 75,0-1-1,1 1 1,1 1-1,1-1 1,0 0-1,1 1 1,1-1-1,0 1 0,1 0 1,1-1-1,1 2-74,-1 27-20,22 91-2727,-16-104-1772</inkml:trace>
  <inkml:trace contextRef="#ctx0" brushRef="#br0" timeOffset="43222.109">21496 5895 27870,'-174'72'353,"4"7"0,3 8 0,3 7-1,6 7 1,-100 84-353,148-91 298,5 3-1,4 6 1,-60 79-298,116-125 160,2 2-1,3 2 1,2 2 0,3 1-1,3 2 1,3 1-1,3 1 1,-1 14-160,18-50 35,1 0-1,2 1 1,1 0 0,1 0-1,2 0 1,1 0 0,2 1 0,4 24-35,-3-45 2,2 0 1,0 0 0,0 0 0,1-1-1,1 0 1,0 0 0,0 0 0,1-1-1,1 0 1,0 0 0,0-1 0,1 0-1,1 0 1,-1-1 0,2 0 0,-1-1 0,1 0-1,0-1 1,1 0 0,6 3-3,13 4 6,0-1 0,1-1 0,1-2 1,0-1-1,1-1 0,-1-2 0,22 0-6,26 1 41,0-4 0,0-4 0,0-3 0,0-3 0,-1-4 0,0-4 0,14-7-41,53-17 25,-2-6-1,-1-7 1,-4-6-1,-1-6 1,-4-6-1,-3-6 1,71-56-25,-148 91-4,-1-3-1,-2-2 1,-2-2 0,-2-3 0,8-14 4,-36 39-5,-1 0 1,-1-1 0,-2 0 0,-1-1 0,-1-1-1,-1-1 1,-2 0 0,-1 0 0,-1-1-1,-2-1 1,-1 1 0,1-15 4,-7 23 3,-1 1 1,0-1-1,-2 1 0,-1 0 1,0 0-1,-2 0 0,0 0 1,-1 1-1,-2 0 1,0 0-1,-1 1 0,-1 1 1,-1-1-1,-1 2 0,0 0 1,-1 0-1,-1 1 0,-1 1 1,0 1-1,-1 0 1,-1 1-1,0 1 0,-1 0 1,-1 2-1,-5-3-3,-21-6-16,0 1 1,-1 3-1,0 2 1,-2 2-1,1 2 1,-1 2-1,0 2 1,-1 2-1,-17 3 16,25 2-182,0 2-1,1 1 1,0 3 0,0 1-1,0 2 1,1 2 0,1 1-1,0 2 1,1 2 0,1 2 0,0 1-1,2 2 1,0 1 0,2 1-1,0 3 1,2 0 0,-27 31 182,6 8-4983</inkml:trace>
  <inkml:trace contextRef="#ctx0" brushRef="#br0" timeOffset="43728.385">22397 7911 28454,'0'0'675,"19"-9"-387,148-52 141,-84 56-244,1 4-1,-1 3 0,0 3 0,0 5 0,-1 3 1,-1 3-1,0 4 0,33 15-184,318 113 256,-6 18 0,-9 19 0,281 174-256,-589-303 76,338 162 132,9-21 0,138 27-208,-478-181-144,2-5 0,2-5 0,0-5-1,3-5 1,-1-6 0,2-5 0,118-5 144,-151-20-2142,-28-11-2922</inkml:trace>
  <inkml:trace contextRef="#ctx0" brushRef="#br0" timeOffset="44008.696">27631 8728 29582,'0'0'843,"0"0"-577,11 23-197,96 171 188,332 336 227,-428-516-477,0 1-1,-1 0 0,0 1 0,-1 0 0,-1 0 0,-1 1 0,0 0 0,-1 0 0,-1 1 1,-1-1-1,0 1 0,-1 4-6,-3-17-2,0 0 1,0 0 0,0 1-1,-1-1 1,0 0 0,0 0 0,0 0-1,-1 0 1,1-1 0,-1 1-1,0 0 1,-1-1 0,1 1-1,-1-1 1,0 0 0,0 0-1,0 0 1,-1 0 0,1 0-1,-1-1 1,0 1 0,0-1-1,0 0 1,-1-1 0,1 1-1,-1-1 1,1 1 0,-5 0 1,-140 35-295,146-37 281,-107 12-823,7-11-885</inkml:trace>
  <inkml:trace contextRef="#ctx0" brushRef="#br0" timeOffset="45869.954">19501 5238 24317,'0'0'1138,"0"0"1376,-21 2-1529,-180 12-125,136-6-565,0 3 0,1 3 0,1 2 0,-17 9-295,-148 35 538,-240 4-157,-252 87-24,506-123 140,210-28-497,0-1 0,0 1 0,-1-1 0,1 0 0,0 0 0,0 0 0,0 0 0,0-1 0,0 0 0,0 0 0,0 0 0,0 0 0,1 0 0,-1-1 0,1 1 0,0-1 0,0 0 0,0 0 0,0-1 0,0 1 0,1-1 0,-1 1 0,1-1 0,0 0 0,0 1 0,0-1 0,1 0 0,-1 0 0,1-1 0,0-1 0,-15-137 0,24-32 0,9 1 0,33-149 0,-14 102 0,70-568 0,-30-89 0,-69 764 0,18 109-49,209-32 58,271 35-839,-348-6-539,-6-6-897</inkml:trace>
  <inkml:trace contextRef="#ctx0" brushRef="#br0" timeOffset="46360.975">19876 1528 29750,'0'0'602,"-19"-17"-365,3 2-208,6 5-15,1 1 1,-1 0-1,-1 1 0,1 0 0,-2 1 0,1 0 0,-1 0 0,0 1 1,0 1-1,0 0 0,-1 1 0,-7-2-14,-9 4 31,0 1-1,1 1 1,-1 1 0,1 2-1,-1 1 1,1 1 0,0 1-1,0 1 1,1 2 0,0 1-1,1 1 1,0 1 0,0 2-1,2 0 1,-10 8-31,-42 24 37,2 4-1,3 2 1,2 4-1,2 3 1,3 2-1,3 3 1,3 3-1,2 2 1,4 3-1,3 2 1,3 1-1,3 3 1,4 2-1,4 1 1,3 2-1,3 1 1,5 1-1,3 1 1,4 1-1,3 1 1,1 53-37,9-100 7,2-1-1,2 1 1,2 0 0,1 0 0,2-1 0,2 0-1,2 0 1,1 0 0,2-1 0,2-1 0,1 0-1,3-1 1,0-1 0,3 0 0,0-2 0,3 0-1,0-2 1,2 0 0,2-2 0,20 17-7,-9-22 20,0-1 0,2-2 0,1-2 0,1-2 0,0-2-1,1-2 1,1-1 0,0-3 0,1-1 0,-1-3 0,2-1 0,-1-3 0,0-1 0,1-3 0,-1-1 0,0-3 0,-1-2 0,1-1 0,-1-3 0,10-5-20,25-5 15,-2-4 0,-1-3 1,-1-3-1,-2-4 0,-1-3 1,-2-2-1,-2-5 0,-2-2 1,-2-2-1,-2-4 0,-3-2 1,-2-3-1,-3-3 0,32-47-15,-65 73 0,-2 0 1,-1-2-1,-2 0 0,-2-1 0,-1 0 0,-2-1 0,-2-1 0,-2 0 0,-1 0 1,-2-1-1,-2 1 0,-2-1 0,-2 0 0,-1 0 0,-2 1 0,-3-1 0,-1 1 1,-1 1-1,-3 0 0,-1 0 0,-13-26 0,16 40-3,0 1 0,-1 0 0,-2 1 0,0 1 1,-1 0-1,-2 1 0,0 0 0,-2 1 0,0 1 0,-1 1 0,-1 1 0,0 0 0,-2 2 1,0 0-1,-1 1 0,0 2 0,-1 0 0,-4 0 3,20 10-70,1 1-1,-1 0 1,1 0 0,-1 0-1,0 1 1,0 0 0,0 1 0,0 0-1,1 0 1,-1 1 0,0-1-1,0 2 1,0-1 0,1 1-1,-1 1 1,1-1 0,-1 1-1,1 0 1,0 1 0,0 0 0,1 0-1,-1 0 1,1 1 0,0 0-1,-1 1 71,-31 37-2287</inkml:trace>
  <inkml:trace contextRef="#ctx0" brushRef="#br0" timeOffset="47274.035">20317 3701 20604,'0'0'1311,"0"0"3289,0 0-2868,0 0-873,0 19-163,-2 63-164,3-72-474,1 1 0,0-1 0,0 1 0,1-1 0,1 0 0,-1 0 0,2 0-1,-1 0 1,1-1 0,1 0 0,0 0 0,0 0 0,0-1 0,1 1-1,1-2 1,-1 1 0,1-1 0,1 0 0,-1-1 0,1 0 0,2 1-58,-10-6 3,66 45 48,2-3 1,2-3-1,1-3 0,2-3 0,32 7-51,-75-28 10,124 48 124,2-6-1,2-8 1,3-7 0,1-7 0,1-7 0,9-6-134,211 3 72,0-17 1,98-23-73,-28-22 0,-3-19 0,-3-21 0,-3-19 0,-5-19 0,253-111 0,-441 136 0,-5-12 0,-5-10 0,-5-11 0,-5-9 0,136-110 0,-252 151 0,-4-4 0,-4-5 0,-4-4 0,20-36 0,327-379 0,-394 461 0,3 3 0,2 2 0,3 2 0,2 4 0,1 3 0,3 2 0,2 4 0,1 3 0,2 4 0,1 2 0,2 4 0,1 4 0,0 3 0,24 0 0,-50 11 0,0 3 0,0 2 0,0 3 0,0 2 0,36 6 0,-43 6 0,0 1 0,0 3 0,-2 2 0,0 1 0,-1 3 0,-1 2 0,-1 1 0,-2 2 0,11 11 0,-21-17 0,346 268 0,-361-276-33,-16-19-1606,-4-11-1370</inkml:trace>
  <inkml:trace contextRef="#ctx0" brushRef="#br0" timeOffset="47990.596">32475 5530 29726,'3'17'841,"127"563"-187,-55-158 535,-18 11-1189,-15-146 108,-42-284-131,1 0 1,0 0 0,0 0 0,0 0 0,0-1-1,0 1 1,1 0 0,-1-1 0,1 1-1,0-1 1,0 1 0,0-1 0,0 0 0,0 0-1,0 0 1,0 0 0,1 0 0,-1 0-1,1-1 1,-1 1 0,1-1 0,0 0 0,-1 0-1,1 0 1,0 0 0,0 0 0,0 0-1,0-1 1,0 1 0,0-1 0,0 0 0,0 0-1,0 0 1,0-1 0,0 1 0,0-1-1,0 1 1,0-1 0,-1 0 0,1 0 0,0 0-1,0-1 1,-1 1 0,1 0 0,-1-1-1,1 0 1,-1 0 0,0 0 0,1 0 0,-1 0-1,0 0 1,0 0 0,-1-1 0,1 1 0,0-1-1,-1 1 1,1-1 0,-1 0 0,1-1 22,106-181-3602,-66 87-774</inkml:trace>
  <inkml:trace contextRef="#ctx0" brushRef="#br0" timeOffset="48326.464">33354 5769 22477,'19'-16'5896,"1"0"-5643,1 1 1,0 0 0,1 2-1,0 1 1,1 0 0,1 2 0,-1 0-1,2 2 1,2 0-254,98-15 131,0 5 0,0 6 1,1 5-1,1 6 0,98 13-131,382 50 607,-596-61-600,-5-1-2,-1 0 1,1 0-1,0 0 1,0 1-1,-1-1 0,1 2 1,0-1-1,-1 0 1,1 1-1,-1 0 0,0 0 1,0 1-1,0 0 1,0-1-1,0 2 1,0-1-1,-1 0 0,1 1 1,-1 0-1,0 0 1,0 0-1,-1 1 0,1-1 1,-1 1-1,0 0 1,0 0-1,0 0 0,-1 0 1,2 6-6,9 277 149,-14-196-53,1 676 343,35-397-1750,-35-346-587</inkml:trace>
  <inkml:trace contextRef="#ctx0" brushRef="#br0" timeOffset="48594.942">32934 7305 16331,'0'0'15508,"135"48"-14956,41-19-432,41 1-80,17-12-16,-14-12 56,-32-6-16,-15 0-32,-19-2-32,-34-12-208,-12-12-296,-34 7-640,-26-7-1745</inkml:trace>
  <inkml:trace contextRef="#ctx0" brushRef="#br0" timeOffset="49629.72">32817 6783 21429,'0'0'6452,"0"0"-4525,19-10-1451,330-182 649,-304 167-1082,-1-3-1,-1-1 0,-1-2 0,-2-2 1,-2-2-1,0-1 0,-3-2 0,-1-2 0,14-23-42,-46 84 70,-149 665 478,26-81-433,112-576-675,7-71 170,43-335-1508,-23 255 1385,-1-2-351,5 0 0,5 2-1,40-107 865,-65 221 73,-1 0-1,2 0 1,-1 1-1,1-1 1,0 0-1,1 1 1,0 0-1,0 0 1,0 0-1,1 0 1,0 1 0,0 0-1,1 0 1,0 0-1,0 1 1,0 0-1,1 0 1,-1 0-1,1 1 1,0 0-1,1 0 1,-1 1-1,1 0 1,1 0-73,-1 0 74,0 0 0,1 1 0,-1 1 1,1-1-1,-1 1 0,1 1 0,0 0 0,0 0 1,-1 0-1,1 1 0,0 1 0,-1-1 1,1 1-1,-1 1 0,0 0 0,0 0 0,0 0 1,0 1-1,0 0 0,-1 1 0,0 0 0,0 0 1,0 0-1,0 1 0,-1 0 0,0 0 1,0 1-1,-1-1 0,1 1 0,-2 1 0,1-1 1,-1 1-1,0 0 0,-1 0 0,1 0 0,-2 0 1,3 7-75,-5-4 30,1 0 0,-2 0 0,1 0 0,-1 0 0,-1 0 0,0 0 0,-1 0 0,0 0 0,0-1 0,-1 1 0,-1-1 0,0 0 0,0-1 0,-1 1 0,0-1 0,0 0 0,-4 3-30,-138 134 69,130-131-70,-189 147-1019,116-96-3665,11-12-11921</inkml:trace>
  <inkml:trace contextRef="#ctx0" brushRef="#br0" timeOffset="50076.547">33970 6690 29206,'-10'17'723,"-136"231"644,119-163-1363,35-83-196,4-7 177,-1 0 1,1-1-1,-1-1 0,0 0 0,-1 0 1,0-1-1,0-1 0,-1 1 0,0-2 1,0 1-1,-1-1 0,0 0 1,4-9 14,2 1-26,21-25 84,-25 25-145,2 0-1,0 1 0,1 1 1,0 0-1,1 1 1,1 1-1,1 0 0,0 1 1,0 0-1,2 1 0,-1 1 1,1 1-1,1 1 1,0 0-1,0 2 0,1 0 1,16-4 87,-33 12 11,1 0 0,0 0 0,0 0 1,-1 1-1,1-1 0,0 1 0,-1 0 0,0 0 1,1 0-1,-1 0 0,0 1 0,0-1 1,0 1-1,0 0 0,-1 0 0,1 0 1,-1 0-1,0 0 0,0 0 0,0 1 1,0-1-1,0 1 0,-1 0 0,1-1 0,-1 1 1,0 0-1,0 0 0,-1 0 0,1-1 1,-1 1-1,0 0 0,0 0 0,0 0 1,-1 0-1,1 0 0,-1 0 0,0 0 0,0 0 1,0-1-1,-1 4-11,1 14 157,-14 139 492,18-158-629,1 0 0,-1-1 0,1 1 0,0-1 0,-1 0 0,1 0 1,0 0-1,0 0 0,0-1 0,0 1 0,0-1 0,-1 0 1,1 0-1,0-1 0,0 1 0,0-1 0,0 0 0,2 0-20,7-18-3063,-8 6-6307</inkml:trace>
  <inkml:trace contextRef="#ctx0" brushRef="#br0" timeOffset="51309.061">30102 1946 25365,'0'0'2670,"0"0"-1325,0 0-695,0 0-80,0 0-89,0 0-178,21-14-107,166-87 19,81 15 97,172-27-312,-173 82 112,-248 34-76,0 1 0,-1 2 0,0 0 0,0 1 0,0 0 0,-1 1 0,0 2 0,0-1 0,-1 2 0,-1 0 0,0 1 0,0 1 0,-1 0 0,9 11-36,-20-21 0,54 51 5,-2 3 0,-2 2 0,-3 3 0,-3 2-1,-3 1 1,-2 3 0,-4 1 0,-3 2 0,-2 2-5,-7 7 0,-3 1 0,-4 0 0,-3 2 0,-4 0 0,-4 0 0,-2 58 0,19 156 0,-8-167 0,5 0 0,6-2 0,6-1 0,17 32 0,134 313 0,-184-468 0,0-5 0,-1 1 0,0 0 0,0 0 0,0-1 0,1 1 0,-1 0 0,0 0 0,0 0 0,1-1 0,-1 1 0,0 0 0,1 0 0,-1 0 0,0 0 0,0 0 0,1-1 0,-1 1 0,0 0 0,1 0 0,-1 0 0,0 0 0,1 0 0,-1 0 0,0 0 0,1 0 0,-1 0 0,0 0 0,1 0 0,-1 1 0,0-1 0,0 0 0,1 0 0,-1 0 0,-3-93-1287,-5 43-539</inkml:trace>
  <inkml:trace contextRef="#ctx0" brushRef="#br0" timeOffset="51609.413">31851 3877 30390,'0'0'571,"4"19"-301,59 147 402,-34-116-576,1-1 0,3-2 0,2-1 0,1-1 0,3-2 0,1-2 0,2-2 0,2-2 0,16 9-96,-53-40 0,1 0 0,0-1 0,0 0 0,1 0 0,0-1 0,-1 0 0,1 0 0,0-1 0,1-1 0,-1 1 0,1-1 0,-1-1 0,1 0 0,-1 0 0,1-1 0,0 0 0,-1-1 0,1 0 0,-1-1 0,1 1 0,-1-2 0,0 1 0,0-2 0,0 1 0,0-1 0,0 0 0,-1-1 0,1 0 0,-1 0 0,-1-1 0,3-2 0,22-33 0,-2 0 0,-3-3 0,-1 0 0,-2-1 0,-2-2 0,-2 0 0,-2-1 0,-2-1 0,1-14 0,64-361 0,-81 421-38,0 0 0,-1 0 0,1 0 0,0 0 0,0 0 0,0 0 0,1 1 0,-1-1 0,1 0 0,0 0 0,0 0 0,-1 1 0,2-1 0,-1 0 0,0 1 0,1-1 0,-1 1 0,1-1 0,0 1 0,-1 0 0,1 0 0,0 0 0,1 0 0,-1 0 0,0 0 0,0 0 0,1 1 0,-1-1 0,1 1 0,0 0 0,-1 0 0,1 0 0,0 0 0,-1 0 0,1 0 0,0 1 0,0-1 0,0 1 0,0 0 0,0 0 0,0 0 38,19 12-2763</inkml:trace>
  <inkml:trace contextRef="#ctx0" brushRef="#br0" timeOffset="51859.228">33056 7057 29846,'0'0'1377,"0"0"-1265,-39 104-72,21-82 0,3-18 320,15-16-216,0-19-144,9-7-1304</inkml:trace>
  <inkml:trace contextRef="#ctx0" brushRef="#br1" timeOffset="57800.671">9719 1170 22341,'0'0'5481,"0"0"-4921,0 0-560,53-142-232,-47 99-128,-6-4-288,0-1-456,-9-15-345,-10 14-1343,-5 6-6138</inkml:trace>
  <inkml:trace contextRef="#ctx0" brushRef="#br1" timeOffset="58309.295">5291 5031 18500,'327'152'5635,"174"41"-2651,-348-142-2651,2-8 1,1-5-1,2-8 0,1-7 1,1-6-1,0-8 0,1-6 0,0-8 1,-1-7-1,0-6 0,84-24-333,-19-21 132,-2-10 0,-4-9 0,-3-10-1,-5-9 1,194-126-132,-247 128 9,-4-6-1,-6-7 1,-4-7-1,-6-6 1,-5-5-1,-6-6 1,53-79-9,-117 125-30,-4-2 1,-4-3-1,-4-2 0,-4-3 1,-5-1-1,-4-2 0,-5-1 1,8-53 29,-35 131-62,0 1 1,-1-1-1,-2 0 1,0 0-1,-2 0 1,-1 0-1,-1 0 1,-4-18 61,4 38-17,-1 0 1,0 0 0,0 1 0,-1-1-1,0 0 1,0 1 0,0 0 0,-1 0 0,0 0-1,0 0 1,0 0 0,0 1 0,-1-1-1,1 1 1,-1 0 0,0 1 0,-1-1 0,-1 0 16,-188-73-647,92 44-2039</inkml:trace>
  <inkml:trace contextRef="#ctx0" brushRef="#br1" timeOffset="59048.07">8912 697 28654,'-221'10'420,"0"10"1,1 10-1,2 9 1,1 9-1,-158 61-420,186-33 73,4 8 0,3 9 0,5 7 0,4 7 0,5 9 0,6 6 0,-45 51-73,79-57 67,5 5 1,6 6-1,6 5 1,5 5 0,6 4-1,7 4 1,6 4-1,7 4 1,-45 124-68,98-214 24,4 1 1,2 1-1,4 2 1,2-1-1,3 2 1,3 0-1,3 0 0,3 0 1,3 1-1,3-1 1,3 0-1,4 11-24,12-9 6,3 0-1,3-2 1,3-1-1,3-1 0,2-2 1,3-1-1,4-3 1,1-1-1,3-2 1,3-2-1,2-3 0,2-2 1,50 36-6,-28-24 0,3-2 0,1-5 1,4-3-1,1-3 0,3-5 0,1-3 1,2-4-1,1-4 0,2-4 0,1-5 1,76 10-1,15-15 0,1-8 1,0-7 0,0-10 0,0-7-1,-1-8 1,-1-8 0,158-48-1,-131 20-1,-3-9 0,-4-8 1,-2-10-1,-5-8 0,-3-9 1,-5-8-1,-6-9 0,-4-7 0,-6-8 1,-6-8-1,9-22 1,-89 76 4,-4-4 1,-4-4-1,-4-3 1,30-55-5,-73 100 4,-3-1 0,-2-2 1,-2-1-1,-3-1 0,-2 0 0,-3-2 0,-3 0 1,-2-1-1,3-57-4,-12 65 1,-3-1 1,-2 0-1,-3 0 1,-1 0-1,-4 1 1,-1 0-1,-3 1 1,-2 0-1,-2 1 0,-3 1 1,-20-38-2,-28-35 7,-7 4 1,-4 2-1,-5 4 0,-72-71-7,100 116-28,-4 4 0,-2 1 0,-3 4 0,-2 3 0,-3 2 0,-2 4 0,-2 3 0,-2 3 0,-68-28 28,46 36-211,-1 4-1,-2 5 1,-1 4 0,-1 4-1,0 5 1,-60 1 211,-181 2-5360,28 16-14139</inkml:trace>
  <inkml:trace contextRef="#ctx0" brushRef="#br1" timeOffset="60961.428">19442 4362 10682,'-26'-20'4623,"-88"-65"386,-23 2-3704,-8-17-2582,142 98 1058,0 0 1,0 0 0,0 0-1,1 0 1,-1 0 0,1 0 0,-1-1-1,1 0 1,0 1 0,0-1-1,0 0 1,0 0 0,1 0-1,-1 0 1,1 0 0,0 0-1,-1-1 1,2 1 0,-1 0 0,0-1-1,1 1 1,-1 0 0,1-1-1,0 1 1,0-1 0,0 1-1,1 0 1,-1-1 0,1 1-1,0-1 1,0 1 0,0 0 0,0 0-1,1 0 1,-1 0 0,1 0-1,0 0 1,0 0 0,0 0-1,0 0 1,0 1 0,1-1-1,-1 1 1,1 0 0,-1 0 0,1 0 218,22-5-49,-1 2 0,1 0 0,0 2 0,0 1 0,1 1 0,-1 1 0,17 2 49,-2-1 375,199 11 3653,712 126 6461,-346-85-8237,2-27 0,54-27-2252,-365 0 339,3167 7 825,-3193-8-1960,-69-12-754</inkml:trace>
  <inkml:trace contextRef="#ctx0" brushRef="#br1" timeOffset="61408.874">28651 1670 28246,'0'0'1048,"0"0"-696,225 76-120,49-42 32,97-8-16,69-16 25,43-10 15,-17 2-80,-14 5-112,-29 5-48,-46 6-24,-42 6-24,-39 1 0,-35 3 0,-42 2-168,-46-9-472,-61-7-1001,-48-12-3384</inkml:trace>
  <inkml:trace contextRef="#ctx0" brushRef="#br1" timeOffset="134939.349">22835 15427 29798,'0'0'853,"0"0"-412,30 3-269,448 25 189,-467-27-356,287 42 70,-279-38-76,1 2 0,0 0 1,-1 0-1,-1 2 0,1 0 0,-1 2 0,-1 0 1,0 0-1,-1 2 0,0 0 0,-1 1 1,0 0-1,10 15 1,-10-8-28,-1 1 1,-1 0-1,-1 0 0,-1 2 1,-1-1-1,-1 1 0,-1 1 1,-2 0-1,0 0 1,-1 0-1,-2 0 0,-1 1 1,0 0-1,-3 17 28,-3 107-2649,6-195-1152,16-63-18624,-9 61 20155,1-5 2107</inkml:trace>
  <inkml:trace contextRef="#ctx0" brushRef="#br1" timeOffset="135104.356">24265 15328 17524,'0'0'4153,"0"0"1792,0 0-5281,-125 58-48,37 20-80,-28 31-120,6-1-64,14-9-95,15-12-97,24-20-104,2 8-56,2 4-8,25-10-433,12-20-1103,14-23-10018</inkml:trace>
  <inkml:trace contextRef="#ctx0" brushRef="#br1" timeOffset="135281.069">24251 15772 29790,'132'-25'737,"19"-5"-521,20 4-136,-13 7-56,-24 7-24,-7-2-280,-33 0-569,-26 0-2879</inkml:trace>
  <inkml:trace contextRef="#ctx0" brushRef="#br1" timeOffset="136033.298">24955 15494 22429,'0'0'5297,"-18"22"-3890,-114 159-950,115-146-407,1 1 0,2 0 0,2 1 0,1 1 0,2 0 0,1 0 0,2 1 0,2 0 0,1 35-50,3-66-31,-1-5-23,1 1 0,-1-1 1,1 1-1,0-1 0,-1 1 0,2-1 1,-1 1-1,0-1 0,1 1 1,0-1-1,-1 1 0,1-1 1,1 0-1,-1 1 0,0-1 0,1 0 1,0 0-1,0 0 0,0 0 1,0 0-1,0-1 0,0 1 1,1 0-1,-1-1 0,1 0 1,0 1-1,-1-1 0,1 0 0,1-1 54,7 1-284,1 0-1,0-2 0,-1 0 0,1 0 1,0-1-1,-1 0 0,1-1 0,-1 0 0,1-1 1,-1 0-1,0-1 0,0 0 0,10-6 285,154-97-3981,-23-33 4999,48-73 5992,48-48-5246,-182 206-1327,-65 55-436,1 0 1,-1 0-1,0 1 0,0-1 0,1 1 0,-1-1 1,0 1-1,0-1 0,0 1 0,0 0 0,0 0 0,0-1 1,0 1-1,0 0 0,0 0 0,0 0 0,0 0 1,-1 0-1,1 0 0,0 0 0,0 1 0,-1-1 1,1 0-1,-1 0 0,0 0 0,1 1 0,-1-1 0,0 0 1,1 1-1,-1-1 0,0 0 0,0 0 0,0 1 1,0-1-1,-1 0 0,1 1 0,0-1 0,0 0 0,-1 0 1,1 1-1,-1-1 0,1 0 0,-1 0 0,1 0 1,-1 0-1,0 1-1,1 8 4,-29 458 41,28-460-44,0 0-1,1 0 1,-1 0-1,2 0 0,-1 0 1,1 0-1,0 0 1,1-1-1,0 1 0,0 0 1,0-1-1,1 1 1,0-1-1,1 0 0,0 0 1,0 0-1,0 0 1,1-1-1,0 0 1,0 0-1,1 0 0,-1 0 1,1-1-1,1 0 1,-1 0-1,1-1 0,0 0 1,0 0-1,0 0 1,0-1-1,0 0 0,1-1 1,0 1-1,-1-1 1,1-1-1,0 0 1,0 0-1,0 0 0,0-1 1,0 0-1,0-1 1,3 0-1,11-8-24,-1-1 1,1-1 0,-2-1 0,0-1 0,0-1 0,-2 0-1,1-2 1,-2 0 0,0 0 0,-1-2 0,-1 0 0,-1-1-1,0-1 1,-1 0 0,3-9 23,-11 23-7,18-24 36,0-1 0,-2-1 0,-1 0 0,-2-2 0,-1 0 0,-2-1 0,-1 0 0,-2-1 0,-1-1 0,-2 0 0,-2 0 0,0-11-29,-16 79 127,-5 48-91,3 1-1,4 0 1,4 0 0,6 73-36,-2-29 51,-1-74-42,6 98 49,-7-1 0,-7 0 0,-6 0 1,-6-1-1,-7-1 0,-36 110-58,55-233 2,-1 0 1,-1-1-1,-1 0 1,-1-1 0,-1 0-1,0-1 1,-2 0-1,0-1 1,-1-1-1,-1 0 1,-12 9-3,26-23 6,0 0 0,0 0-1,0 0 1,0-1 0,-1 1 0,1-1 0,-1 1 0,1-1 0,-1-1-1,0 1 1,0 0 0,0-1 0,0 0 0,0 0 0,0 0 0,0 0-1,0-1 1,0 1 0,-1-1 0,1 0 0,0-1 0,0 1 0,0-1-1,0 1 1,-1-1 0,1 0 0,0-1 0,1 1 0,-1-1 0,0 0-1,0 0 1,1 0 0,-1 0 0,1-1 0,-1 1 0,1-1 0,0 0 0,0 0-1,1 0 1,-1 0 0,0-1 0,1 1 0,-2-4-6,1-19 5,1-1 1,1 0 0,2 0-1,0 1 1,2-1-1,1 0 1,1 1-1,1 0 1,1 0-1,2 1 1,0 0 0,2 0-1,0 1 1,2 0-1,1 1 1,0 1-1,4-2-5,-11 12 2,236-437-2060,-198 346-1205</inkml:trace>
  <inkml:trace contextRef="#ctx0" brushRef="#br1" timeOffset="136638.528">22960 16506 8082,'0'0'16721,"0"0"-12859,28 12-3154,9 5-489,0-3 0,1-1 0,1-1 0,0-3 0,0-1 0,14 0-219,173 5 1212,117-13-1212,-245-2 107,1-4 0,-1-4 0,-1-4 0,0-5 0,-1-4 1,58-23-108,-126 35-1,-1-2 1,-1 0-1,0-2 0,-1-1 1,0-1-1,-1-1 1,-1-1-1,-1-1 1,-1-1-1,-1 0 1,0-2-1,-2-1 1,-1 0-1,-1-1 1,7-14 0,-3 0-22,-2-1 1,-1 0-1,-2-1 1,-2-1-1,-2-1 1,-2 0-1,-1 0 1,-3 0-1,-1-1 1,-2 0-1,-3 0 1,-1 0-1,-2 1 1,-2-1-1,-1 1 1,-3 0-1,-11-30 22,-3 2 4,-3 1 0,-2 2-1,-4 1 1,-2 2 0,-6-3-4,17 36 2,0 2-1,-2 0 1,-1 2 0,-1 1-1,-1 1 1,-2 2 0,0 1-1,-2 1 1,0 2 0,-1 1-1,-1 2 1,-1 1 0,0 2-1,-1 1 1,-1 2 0,0 2 0,0 1-1,-1 2 1,-35 0-2,31 4-9,1 1 1,0 3-1,-1 1 1,1 3-1,0 1 1,1 2-1,0 2 1,0 1-1,2 2 1,-1 2-1,2 2 1,0 2-1,1 1 1,1 1-1,1 2 1,2 2-1,-18 17 9,-9 12 0,2 3 0,3 3-1,2 1 1,3 3 0,4 2 0,2 2-1,3 2 1,-21 52 0,35-66 21,3 1 1,1 0-1,4 2 0,2 1 0,3 0 0,2 1 1,3 0-1,3 1 0,3-1 0,2 1 0,3 0 0,3 0 1,3-1-1,2 0 0,3 0 0,3-1 0,2-1 1,23 50-22,-23-76-18,2 0 0,1-1 1,2-1-1,0-1 0,3-1 1,0-2-1,2 0 1,1-2-1,1-1 0,1-1 1,1-2-1,1-1 0,1-2 1,0-1-1,2-1 0,0-3 1,0 0-1,8-1 18,222 28-2138,-178-39-982</inkml:trace>
  <inkml:trace contextRef="#ctx0" brushRef="#br1" timeOffset="137704.957">19609 8029 25597,'0'0'3436,"0"0"-2497,27 14-777,112 43 8,53-26 98,759 2 1154,-838-30-1309,58 4 82,0-8-1,118-18-194,-251 15 5,-1-1 1,1-2-1,-1-2 0,0-2 0,-1 0 0,0-3 0,32-17-5,-63 28-76,0 0-1,0 0 1,0 0 0,0-1-1,-1 0 1,1 0-1,-1 0 1,0 0-1,0-1 1,-1 0 0,1 0-1,-1 0 1,0 0-1,0 0 1,-1-1-1,0 1 1,0-1-1,0 1 1,0-1 0,-1 0-1,0 0 1,0 0-1,-1 0 1,1 0-1,-1 0 1,-1 1 0,1-1-1,-1 0 1,0 0-1,0 0 1,-1 0-1,0-1 77,-22-39-3592</inkml:trace>
  <inkml:trace contextRef="#ctx0" brushRef="#br1" timeOffset="138071.506">19992 6094 26622,'0'0'1533,"0"0"-766,0 0-317,0 0-229,0 0-26,-10 30 177,-64 293 327,-17 202 222,-24 4-921,96-456-16,11-46-51,1 1 0,1 0 0,1 0 0,2 0 1,1 1-1,1 14 67,1-43-17,0 1 1,0 0-1,0 0 1,0-1-1,0 1 1,0 0-1,1 0 1,-1-1-1,0 1 1,1 0-1,-1-1 1,0 1-1,1 0 1,-1-1-1,0 1 1,1-1-1,-1 1 1,1 0-1,0-1 1,-1 1-1,1-1 1,-1 1-1,1-1 1,0 0 0,-1 1-1,1-1 1,0 0-1,-1 1 1,1-1-1,0 0 1,0 0-1,-1 0 1,1 1-1,0-1 1,0 0-1,-1 0 1,1 0-1,0 0 1,0 0-1,-1-1 1,1 1-1,0 0 1,0 0-1,-1 0 1,1-1-1,0 1 1,-1 0-1,1-1 1,0 1-1,-1 0 1,1-1-1,0 1 1,-1-1-1,1 1 1,0-1 16,8-5-310,1 0-1,-1 0 1,0-1 0,0 0 0,-1 0 0,0-1-1,0 0 1,-1-1 0,0 1 0,4-8 310,34-54-6854</inkml:trace>
  <inkml:trace contextRef="#ctx0" brushRef="#br1" timeOffset="138471.82">20492 6189 28326,'28'-7'755,"277"-49"-291,-62 36-357,1 11-1,211 20-106,-347-6 79,-1 6 0,0 4 0,-1 4 0,78 27-79,-138-22 410,-73-21 185,22-1-573,0 1 1,0 0-1,0 0 1,0 0 0,0 0-1,1 1 1,-1 0-1,1 0 1,0 0 0,0 1-1,1-1 1,-1 1 0,1 0-1,0 0 1,0 0-1,0 1 1,1-1 0,0 0-1,0 1 1,1 0-1,-1-1 1,1 1 0,0 0-1,1 0 1,-1 0-1,1 0 1,0-1 0,1 1-1,0 0 1,-1 0-1,2 0-22,-4 13 73,-9 310 466,-13 128-208,-29-20-2789,45-372-1224</inkml:trace>
  <inkml:trace contextRef="#ctx0" brushRef="#br1" timeOffset="139246.146">19122 11732 28398,'0'0'635,"12"22"-263,4 10-221,0 0 0,-3 1 0,-1 0 1,-1 1-1,-2 1 0,1 10-151,13 171 526,-9 1 0,-10 0 0,-9 5-526,3-108 109,-6 234-249,9-490-2329,0 53-2116</inkml:trace>
  <inkml:trace contextRef="#ctx0" brushRef="#br1" timeOffset="139638.51">19832 11379 30214,'1036'-28'910,"-347"21"-907,-326 3-51,-361 4 46,0-1 1,0 1 0,0 0-1,0 0 1,0 1 0,0-1-1,0 0 1,0 1 0,0-1-1,0 1 1,0 0 0,0-1-1,0 1 1,-1 0 0,1 0-1,0 0 1,0 0 0,-1 1-1,1-1 1,-1 0 0,1 1-1,-1-1 1,0 1 0,0-1-1,1 1 1,-1 0 0,0-1-1,0 1 1,-1 0 0,1 0-1,0 0 1,0 0 0,-1 0-1,0 0 1,1 0 0,-1 0-1,0 0 1,0 0 0,0 0-1,0 0 1,0 0 0,0 0-1,-1 0 1,1 0 0,0-1-1,-1 1 1,0 1 1,1 12 11,0 106 276,-5 1 1,-5-1 0,-6-1 0,-13 39-288,-10-17-295,-7-2 0,-5-2 0,-61 110 295,79-187-1516,5-28-1823</inkml:trace>
  <inkml:trace contextRef="#ctx0" brushRef="#br1" timeOffset="139904.199">19865 13026 27798,'0'0'3633,"0"0"-3289,0 0-248,169 87-80,-77-67-16,7-10-16,21-10-64,23 0 8,21-26-88,-2-10-328,-45 3-825,-41 1-2487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23:01.84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18135 2278 20844,'0'0'10011,"0"0"-9539,0 0-472,0 0-56,0 0-528,0 0-1289,0 0-9153,-22-34 4456</inkml:trace>
  <inkml:trace contextRef="#ctx0" brushRef="#br0" timeOffset="-382.346">17524 625 30807,'0'0'776,"0"0"-568,0 0-136,-77 140-56,59-53 8,18 0 8,5 5 40,43 3 0,42-10-48,46 5-24,33-15 16,10-21-16,-16-35-64,-21-19-384,-52-15-985,-20-19-5424</inkml:trace>
  <inkml:trace contextRef="#ctx0" brushRef="#br0" timeOffset="-196.781">18306 798 1728,'0'0'27814,"-114"89"-27054,35-2-311,-11 31-257,5 36-32,13 16-56,21-10-104,25-42-40,8-41-1657</inkml:trace>
  <inkml:trace contextRef="#ctx0" brushRef="#br0" timeOffset="-910.974">14891 643 24925,'0'0'3509,"0"0"-2611,0 0-788,0 0-20,0 0 139,0 0 144,-1-6 38,-11-36 356,12 42-732,-12 12 30,-100 160-3,-8-5-1,-112 118-61,99-125 1,-124 164 6,253-319-7,1-3 1,0 0-1,0 1 0,1-1 0,-1 0 1,0 1-1,1 0 0,0 0 1,0 0-1,0 0 0,0 0 1,0 0-1,0 0 0,1 1 0,-1-1 1,1 0-1,0 1 0,0 0 1,0-1-1,1 1 0,0-1 1,-1 1-1,1 0 0,0-1 1,0 1-1,1 0 0,-1-1 0,1 1 1,0-1-1,0 1 0,0-1 1,0 1-1,1-1 0,-1 0 1,1 1-1,0-1 0,0 0 0,0 0 1,3 2-1,10 1 6,0-1 0,1-1 0,-1 0 0,1-1 0,0 0-1,0-2 1,1 0 0,-1-1 0,0 0 0,0-1-6,14 1 7,106-6-8,-1-6 0,-1-6 0,0-6 0,-2-5 0,0-7 0,39-19 1,-158 50-50,26-6-207,0-1 0,-1-2-1,-1-2 1,0-1 0,-2-2 0,0-1 0,-1-2-1,-1-1 1,10-11 257,-9-5-2740</inkml:trace>
  <inkml:trace contextRef="#ctx0" brushRef="#br0" timeOffset="-631.813">15242 895 10762,'0'0'3809,"0"0"8338,0 0-11603,-134 93-104,86-6 288,-2 31-32,-1 34-184,7 10-208,18-14-184,15-32-80,11-23-40,11-32-544,13-24-2296</inkml:trace>
  <inkml:trace contextRef="#ctx0" brushRef="#br1" timeOffset="19105.677">13874 5918 24725,'0'0'4461,"0"0"-3198,0 0-987,0 0-81,0 0 122,0 0 47,-5-2-74,5 2-289,-1 0 3,0 0 0,1 0 1,-1 0-1,0 0 0,0 0 0,1 0 0,-1 0 1,0 0-1,0 0 0,1-1 0,-1 1 0,0 0 1,1 0-1,-1-1 0,0 1 0,1 0 0,-1-1 1,0 1-1,1-1 0,-1 1 0,1-1 0,-1 1 1,0-1-1,1 1 0,0-1 0,-1 0 0,1 1 1,-1-1-1,1 0 0,0 1 0,-1-1 0,1 0 0,0 1 1,0-1-1,-1 0 0,1 0 0,0 1 0,0-1 1,0 0-1,0 0 0,0 1 0,0-1 0,0 0 1,0 0-1,1 1 0,-1-1 0,0 0 0,0 0 1,1 1-1,-1-1 0,0 0 0,1 1 0,-1-1 1,1 1-1,-1-1 0,0 0 0,1 1 0,0-1 1,-1 1-1,1-1 0,-1 1 0,1-1 0,0 1 1,-1 0-1,1-1 0,0 1 0,-1 0 0,1-1 1,0 1-5,38-39 585,9 35-585,-1-2 0,1 2 0,-1 2 0,0 2 0,1 3 0,-1 1 0,0 2 0,-1 3 0,1 1 0,21 10 0,-44-15 0,0 2 0,-1 0 0,0 1 0,-1 2 0,0 0 0,0 1 0,-1 1 0,-1 1 0,0 1 0,0 1 0,-2 1 0,0 0 0,-1 1 0,0 1 0,-2 1 0,0 0 0,-1 1 0,5 11 0,-11-10 0,-2 0 0,-1 0 0,0 1 0,-2 0 0,0 0 0,-2-1 0,0 1 0,-1 0 0,-2 0 0,0 0 0,-1 0 0,-1 0 0,-1-1 0,-1 0 0,-1 0 0,-1-1 0,-10 20 0,-7 9 0,-3-1 0,-1-1 0,-2-2 0,-3-1 0,-1-1 0,-26 22 0,1-5 0,-3-3 0,-2-3 0,-3-3 0,-1-2 0,-53 25 0,111-68-4,-78 27-400,88-37 304,0 1-1,0 0 1,0-1-1,1 1 1,-1-1 0,1 1-1,0-1 1,0 1 0,0-1-1,0 0 1,0 1-1,1-1 1,0 1 0,0 0-1,0-1 1,0 1 0,0 0-1,1-1 1,0 0 100,28-57-2438</inkml:trace>
  <inkml:trace contextRef="#ctx0" brushRef="#br1" timeOffset="19366.153">15522 5900 28158,'0'0'1880,"0"0"-1306,0 0-374,-27 20 183,-186 156 309,151-115-524,3 4 0,2 1 1,3 3-1,3 3 0,-33 65-168,76-126 2,1 0 0,1 0 0,0 1-1,1 0 1,0 0 0,1 1 0,0-1-1,1 1 1,0 0 0,1 0 0,0 0-1,1 0 1,1 0 0,0 0 0,1 1-1,0-1 1,1 0 0,1 0 0,0-1-1,1 1 1,0-1 0,3 6-2,5-2-14,1 1-1,0-2 1,2 0-1,0-1 1,0 0-1,2-1 1,-1-1-1,2-1 1,-1 0-1,1-1 1,1-1-1,0-1 1,0-1-1,1 0 1,0-1-1,0-1 1,0-1 0,0-1-1,1-1 1,9-1 14,123 15-786,-7-14-1244</inkml:trace>
  <inkml:trace contextRef="#ctx0" brushRef="#br0" timeOffset="-16407.675">749 680 7250,'0'0'17059,"0"0"-12842,0 0-3394,0-17-199,0-77 288,0 93-589,0 12-92,22 212 235,-4 676 29,-19-762-447,-37 786 259,11-437-295,-197 3032-12,-61-604 0,253-2623 0,22-196 0,-33 297 0,-80 319 0,117-705-72,23-172-1750,-2 45-1037</inkml:trace>
  <inkml:trace contextRef="#ctx0" brushRef="#br0" timeOffset="-15609.991">2250 254 27566,'0'0'1001,"0"0"-264,0 0-132,0 0-67,0 0-92,0 0-110,-8-4-134,-27-12-90,26 12-19,11 4-16,333-15 277,345-16-292,-523 29-55,1518 13 45,-1077 7-49,502 31-10,-166 43-2428,-859-89-708</inkml:trace>
  <inkml:trace contextRef="#ctx0" brushRef="#br0" timeOffset="-15028.504">7855 329 22661,'0'0'5344,"0"0"-3851,-3 17-1218,-20 179 687,24 640-36,47-198-432,-8-203-134,-14 930-104,-27-1030-260,-45 2132 4,-64 159 0,70-2117 0,-110 1125 0,116-1392-2803,26-219-2380</inkml:trace>
  <inkml:trace contextRef="#ctx0" brushRef="#br0" timeOffset="-14094.516">186 12254 9322,'0'0'4777,"0"0"4881,0 0-6679,0 0-2232,0 0-7,0 0-97,17 1-135,119 6 42,-89-7-462,401 18 198,-73 22 38,1-17 0,1-17-1,170-25-323,-309 2 185,1536-85 361,180 56-52,-1464 17-890,-457 22-767</inkml:trace>
  <inkml:trace contextRef="#ctx0" brushRef="#br0" timeOffset="-11821.341">1735 1611 23037,'0'0'5406,"0"0"-3880,0 0-1174,0 0 54,-4 22 43,-16 147 304,15 116 82,-37 231-835,16-310 3,-8 56-3,6 92 0,28-236-137,0-119 113,0 1 0,0-1 0,0 0 0,0 0 0,1 1 0,-1-1 0,0 0 0,1 1 0,-1-1 0,0 0 0,1 1 0,-1-1 0,1 0 0,-1 1 0,1-1 0,-1 1 0,1-1 0,-1 1 0,1-1 0,0 1 0,-1-1 0,1 1 1,0 0-1,-1-1 0,1 1 0,0 0 0,-1 0 0,1-1 0,0 1 0,0 0 0,-1 0 0,1 0 0,0 0 0,0 0 0,0 0 0,-1 0 0,1 0 0,0 0 0,0 1 0,-1-1 0,1 0 0,0 0 0,-1 1 0,1-1 0,0 0 0,-1 1 0,1-1 0,0 1 0,-1-1 1,1 1-1,-1-1 0,1 1 0,-1-1 0,1 1 0,-1-1 0,1 1 0,-1 0 0,1-1 0,-1 1 0,0 0 0,1 0 24,16-47-1700,-3-11-1874</inkml:trace>
  <inkml:trace contextRef="#ctx0" brushRef="#br0" timeOffset="-11345.071">1825 1544 26398,'0'0'2955,"20"-6"-2128,191-37-374,561-9 255,158 35-708,-782 16 10,-82 1-14,180-2-117,1-10 0,73-20 121,-265 18 56,-75 3 230,7 7-273,0 0 0,-1 1 0,1 1 1,-1 0-1,0 0 0,0 1 0,0 1 0,0 1 1,1 0-1,-1 0 0,0 2 0,0-1 0,1 2 1,0 0-1,-1 1 0,2 0 0,-1 0 0,0 2 0,1-1 1,1 2-1,-1 0 0,1 0 0,0 1 0,1 0 1,0 1-1,0 0 0,1 0 0,1 1 0,-1 1-13,-7 26 58,2 2 0,1 0 0,3 0 0,0 1 0,3 0 0,2 0 0,-1 33-58,5-56 21,-20 331 506,18 128-527,4-286-16,-1-176 16,-1 32 0,2 1 0,2-1 0,2 1 0,2-1 0,4 10 0,16 62-1396,-25-100-617</inkml:trace>
  <inkml:trace contextRef="#ctx0" brushRef="#br0" timeOffset="-11045.61">1762 3323 27974,'0'0'3137,"0"0"-2825,0 0-232,171 48 24,-3-36 368,69-8 8,37-4-272,4 0-208,-25-10 0,-41-2 0,-15 0 0,-21 0 0,-36 0 0,-37 1 0,-39 3 0,-10-24-280,-14 4-1320,-16-3-4234</inkml:trace>
  <inkml:trace contextRef="#ctx0" brushRef="#br0" timeOffset="-10696.954">2481 1730 21469,'0'0'7185,"0"0"-6553,0 0-48,-73 132-48,25-59-39,-9 25-121,-17 27-120,-8 23-112,1 9-88,7-9-40,21-31 8,18-36-24,11-22-48,11-16-216,13-17-344,0-10-801,0-16-2039</inkml:trace>
  <inkml:trace contextRef="#ctx0" brushRef="#br0" timeOffset="-10445.698">2435 2002 23621,'0'0'5145,"0"0"-4809,17 171-240,-17-68 8,0-8 136,0-1-80,-11-3-160,2-26-8,-19-2-776,2-19-1464,-3-23-21325</inkml:trace>
  <inkml:trace contextRef="#ctx0" brushRef="#br0" timeOffset="-10179.41">1930 2434 16804,'0'0'11626,"0"0"-10842,0 0-240,0 0-48,176 23-111,-104-13-73,3-4-136,-3-2-136,-4-4-40,-5 0-168,16-23-408,-15-9-809,-14-6-2848</inkml:trace>
  <inkml:trace contextRef="#ctx0" brushRef="#br0" timeOffset="-9978.869">2923 2002 4673,'0'0'16035,"0"0"-8833,0 0-6234,-13 108-216,-4-45-120,-3 10-151,0 8-209,-2 6-144,0 2-88,0-2-40,3-6-32,1-7-472,7-22-1113,2-29-4632</inkml:trace>
  <inkml:trace contextRef="#ctx0" brushRef="#br0" timeOffset="-9712.738">2956 1992 28870,'0'0'751,"0"0"-358,25 6-74,82 24 63,-98-26-348,0 0 0,-1 0 0,1 1 0,-1 0 0,0 1 0,0 0 0,-1 0 0,0 1 0,0 0 1,0 0-1,-1 1 0,0-1 0,0 1 0,-1 1 0,0-1 0,-1 1 0,0 0 0,0 0 0,-1 0 1,0 0-1,0 1 0,-1-1 0,-1 1 0,1-1 0,-1 1 0,-1 0 0,0 0 0,-1-1 0,1 1 1,-2 0-1,1 0 0,-2-1 0,1 0 0,-1 1 0,0-1 0,-1 0 0,0 0 0,-1-1 0,0 1 1,0-1-1,-1 0 0,0 0 0,0-1 0,-5 5-34,-12 16-40,-1-1 0,-1 0-1,-1-2 1,-1-1 0,-2-2 0,0 0 0,-1-2 0,-1-2 0,-1 0-1,-23 8 41,-18-6-1321,55-19-357</inkml:trace>
  <inkml:trace contextRef="#ctx0" brushRef="#br0" timeOffset="-9462.518">3548 1998 4537,'0'0'24397,"0"0"-23509,0 0-183,0 116-257,0-59-72,-4 10-104,-9 8-152,-7 6-88,-4 6 0,-5 2-32,5-8-48,-2-12-208,4-16-208,4-29-169,7-16-223,7-8-976</inkml:trace>
  <inkml:trace contextRef="#ctx0" brushRef="#br0" timeOffset="-9229.599">3577 1949 5793,'0'0'19186,"0"0"-14568,0 0-4002,0 0-178,0 0-9,19 7-128,3 0-232,92 52 201,-102-49-217,-1 0 0,0 1 1,0 0-1,-1 1 0,-1-1 0,0 2 0,0 0 1,-1 0-1,-1 0 0,-1 1 0,0 0 0,0 0 1,-1 1-1,-1-1 0,-1 1 0,0 0 0,0 5-53,-2-8 7,-1 0 1,0-1-1,-1 1 0,0-1 0,-1 1 0,0 0 0,0-1 0,-2 0 1,1 0-1,-2 0 0,1 0 0,-1-1 0,-1 1 0,0-1 0,0-1 0,-1 1 1,-1-1-1,1 0 0,-1-1 0,-2 2-7,-29 25-206,-2-2 0,-2-1-1,0-3 1,-47 24 206,64-38-343,-48 27-1338</inkml:trace>
  <inkml:trace contextRef="#ctx0" brushRef="#br0" timeOffset="-8633.981">5284 1872 28254,'0'0'742,"0"0"-377,4 23 124,43 362 978,-41-117-742,-18 105-725,9-207-135,12-153-638,6-43-513,0-14-1292</inkml:trace>
  <inkml:trace contextRef="#ctx0" brushRef="#br0" timeOffset="-8179.737">5810 1503 28766,'22'-6'758,"367"-54"88,-198 51-233,160 14-613,167 66 65,-250-45-36,-268-26-13,1 1-1,0-1 1,-1 1-1,1-1 0,-1 1 1,1-1-1,-1 1 1,1-1-1,-1 1 0,1 0 1,-1-1-1,0 1 1,1 0-1,-1-1 1,0 1-1,0 0 0,1-1 1,-1 1-1,0 0 1,0 0-1,0-1 0,0 1 1,0 0-1,0 0 1,0-1-1,0 1 1,0 0-1,0 0 0,0-1 1,-1 1-1,1 0 1,0 0-1,0-1 1,-1 1-1,1 0 0,0-1 1,-1 1-1,1 0 1,-1-1-1,1 1 0,-1-1 1,1 1-1,-1-1 1,0 1-1,1-1 1,-1 1-1,1-1 0,-1 0 1,0 1-1,1-1 1,-1 0-1,0 0 0,0 1 1,1-1-1,-1 0 1,0 0-16,-8 12 51,-1 9 20,1 1 0,0 1-1,2-1 1,1 1 0,1 1 0,1-1-1,-1 21-70,3-30 17,-18 179 115,9 1-1,12 124-131,48 203-16,-48-519-38,-1-1 1,0 0-1,1 0 0,-1 0 1,0 1-1,0-1 1,0 0-1,0 0 0,0 1 1,0-1-1,0 0 0,-1 0 1,1 0-1,0 1 0,-1-1 1,1 0-1,-1 0 0,1 0 1,-1 0-1,0 0 1,1 0-1,-1 0 0,0 0 1,0 0-1,1 0 0,-1 0 1,0 0-1,0 0 0,0-1 1,0 1-1,0 0 0,0-1 1,-1 1-1,1-1 1,0 1-1,0-1 54,-24 2-3686</inkml:trace>
  <inkml:trace contextRef="#ctx0" brushRef="#br0" timeOffset="-7912.338">5275 3168 24277,'0'0'6650,"0"0"-6218,176 15-312,-23-15-40,22 0 360,5-6-40,-15-13-152,-27-3-136,-24 4-104,-29 4-8,-26 5 0,-17 3 0,-7 0-168,-17-12-448,-8 0-985,-10-3-3248</inkml:trace>
  <inkml:trace contextRef="#ctx0" brushRef="#br0" timeOffset="-7378.746">5374 2692 29774,'0'0'754,"0"0"-409,8-23-198,71-154 296,-28 102-365,2 2 0,4 2 0,3 3 0,14-8-78,-72 73 0,0 0 0,-1 0 0,1 1 0,0-1 0,1 1 0,-1-1 0,0 1 0,1 0 0,-1 0 0,1 0 0,-1 0 0,1 0 0,0 1 0,0-1 0,0 1 0,0 0 0,0 0 0,0 0 0,0 0 0,1 0 0,-1 1 0,0 0 0,0-1 0,0 1 0,1 0 0,-1 1 0,0-1 0,0 0 0,1 1 0,-1 0 0,0 0 0,0 0 0,0 0 0,0 0 0,0 1 0,2 0 0,24 113 4,41 544 539,-59-615-426,0-60 172,75-459-250,-81 457-36,1-9-20,0 1 0,2-1-1,1 2 1,1-1 0,1 1 0,1 0 0,2 1-1,10-14 18,-23 37 0,0-1-1,0 1 0,0-1 0,0 1 1,0 0-1,0-1 0,0 1 0,0 0 1,1 0-1,-1 0 0,1 0 0,-1 0 1,1 0-1,-1 1 0,1-1 1,-1 0-1,1 1 0,0-1 0,-1 1 1,1-1-1,0 1 0,-1 0 0,1 0 1,0 0-1,-1 0 0,1 0 0,0 0 1,0 0-1,-1 1 0,1-1 1,0 1-1,-1-1 0,1 1 0,-1-1 1,1 1-1,-1 0 0,1 0 0,-1 0 1,1 0-1,-1 0 0,0 0 0,1 0 1,37 65-1,-18-4 35,-4 1 0,-2 1 0,6 62-34,37 144 40,-58-268-61,0-1 0,0 1 0,0-1 0,0 1 0,0 0 0,0-1 0,0 1 0,1-1 0,-1 1 0,1-1 0,-1 1 0,1-1 0,-1 0 0,1 1 0,0-1 0,0 0 0,0 1 0,0-1 0,0 0 0,0 0 0,0 0 0,0 0 0,0 0 0,0 0 0,1 0 0,-1 0 0,0 0 0,1-1 0,-1 1 0,0 0 0,1-1 0,-1 1 0,1-1 0,-1 0 0,1 1 0,-1-1 0,1 0 0,0 0 0,-1 0 0,1 0 0,-1 0 0,1 0 0,-1-1 0,1 1 0,-1 0 0,1-1 0,-1 1 0,1-1 0,-1 0 0,1 0 21,27-25-1875,-1-11-2665</inkml:trace>
  <inkml:trace contextRef="#ctx0" brushRef="#br0" timeOffset="-6895.025">7106 2266 29142,'0'0'678,"0"-18"-174,4-111 361,-4 125-853,0 1 0,0 0 0,0-1 0,0 1 0,-1 0 0,1-1 0,-1 1 0,0 0 0,0 0 0,0 0 0,0 0 0,-1 0 0,1 0 0,-1 0 0,0 0 0,0 0 0,0 1 0,0-1 0,0 1 0,-1-1 0,1 1 0,-1 0 0,0 0 0,1 0 0,-1 0 0,0 0 0,0 1 0,0 0 0,0-1 0,0 1-1,-1 0 1,1 0 0,0 1 0,0-1 0,-1 1 0,1-1 0,0 1 0,-1 0 0,1 0 0,0 1 0,-1-1 0,1 1 0,-2 0-12,-4 1 1,0 0 1,1 0-1,-1 1 0,0 1 0,1-1 1,0 1-1,-1 1 0,2-1 0,-1 1 1,0 1-1,1-1 0,0 1 0,1 1 1,-1-1-1,1 1 0,0 1-1,-31 34 17,3 2 0,2 1-1,1 2 1,3 1 0,2 1 0,1 1-1,-15 51-16,26-64 29,2 1 0,1 0 0,2 1 0,2 0-1,0 17-27,5-49 1,2 0 1,-1 0 0,1 0-1,0 0 1,0 0 0,1 0-1,0 0 1,0 0 0,1 0-1,0 0 1,0 0 0,0-1-1,1 1 1,0-1 0,0 0-1,1 0 1,0 0 0,0 0-1,0-1 1,1 1 0,0-1-1,0 0 1,0 0 0,1-1-1,-1 0 1,1 0 0,0 0-1,0-1 1,1 1-3,1 0 3,0 0 1,0 0-1,1-1 0,-1 0 1,1-1-1,0 0 0,0 0 1,0-1-1,0 0 0,0 0 1,0-1-1,0-1 0,1 1 1,-1-1-1,0-1 1,0 0-1,-1 0 0,1-1 1,0 0-1,-1 0 0,0-1 1,1 0-1,-1 0 0,-1-1 1,1 0-1,-1-1 0,0 0 1,0 0-1,-1 0 0,1-1 1,-1 0-1,-1 0 1,1 0-1,-1-1 0,0 0-3,1-3-70,1-1-1,-2 1 0,1-1 1,-2-1-1,0 1 0,0 0 1,-1-1-1,0 0 0,-1 0 1,-1 0-1,0-9 71,-1 14-330,-1 1-1,1-1 1,-1 0 0,-1 0-1,0 0 1,0 1 0,0-1-1,-1 1 1,0 0 0,-1 0 0,1 0-1,-5-6 331,-59-67-17022,34 49 12480,8 13 5685,-1 3 5343,10 10 2135,8 9-3479,8 22-2037,23 35-2829,220 293 1262,-222-315-2765</inkml:trace>
  <inkml:trace contextRef="#ctx0" brushRef="#br0" timeOffset="-5534.021">1724 9048 25101,'0'0'3233,"0"0"-2729,11 136 104,-8-65 0,-3 10-87,0 2-121,-3 4-144,-16 19-96,-8 19-80,1-9-48,2-13-32,4-21-24,7-28-320,2-17-537,4-9-959,3-28-5586</inkml:trace>
  <inkml:trace contextRef="#ctx0" brushRef="#br0" timeOffset="-5130.934">2176 8557 3705,'0'0'20847,"24"-11"-16098,168-62-3463,142 25-236,496-109-828,-573 129-218,-253 27-1,1 1 0,-1 1 1,1-1-1,-1 0 0,1 1 1,-1 0-1,0 0 0,1 1 1,-1-1-1,0 1 0,0 0 1,0 0-1,0 0 0,0 0 1,0 1-1,0 0 0,-1-1 1,0 1-1,1 1 0,-1-1 1,0 0-1,0 1 0,-1 0 1,1-1-1,-1 1 0,0 0 1,0 0-1,0 1 0,-1-1 1,1 0-1,-1 0 0,0 1 1,0-1-1,0 1 0,-1-1 1,0 3-4,8 363 381,6-39-246,15-1-1,14-2 0,39 122-134,-71-409-260,2-1 0,1-1 0,3 0 0,1 0 0,19 28 260,-35-60-2085</inkml:trace>
  <inkml:trace contextRef="#ctx0" brushRef="#br0" timeOffset="-4863.128">1873 10321 24077,'0'0'6594,"0"0"-6178,0 0-280,228 39 224,-19-39 144,32-10-80,6-12-168,-21 5-256,-40 13 0,-19 4 0,-38 0 0,-32 0 0,-34 0 0,-17 0-40,3-4-584,-10-8-712,-15-6-1481</inkml:trace>
  <inkml:trace contextRef="#ctx0" brushRef="#br0" timeOffset="-4614.087">2689 9109 4673,'0'0'25205,"0"0"-24644,41 138-201,5-65-24,11-2-48,7-6-56,4-9-136,0-3-96,-2-6 0,4 5-360,-18-15-873,-14-15-1975</inkml:trace>
  <inkml:trace contextRef="#ctx0" brushRef="#br0" timeOffset="-4424.391">3322 8957 29782,'0'0'793,"-118"99"-297,0 15-216,-45 44-40,-10 20-72,13 1-112,31-11-56,28-28-80,37-35-600,14-38-2441</inkml:trace>
  <inkml:trace contextRef="#ctx0" brushRef="#br0" timeOffset="-3131.437">5188 9161 30575,'0'0'674,"0"0"-370,0 0-205,0 0 25,0 17 224,12 209 175,-5-109-493,-5 0 0,-6 0 0,-5-1 0,-15 70-30,14-50 0,10-134 0,1 1 0,0-1 0,0 1 0,1-1 0,-1 1 0,0-1 0,1 0 0,-1 1 0,1-1 0,0 0 0,0 0 0,0 0 0,0-1 0,0 1 0,0 0 0,0-1 0,1 1 0,-1-1 0,0 0 0,1 0 0,-1 0 0,1 0 0,0 0 0,-1 0 0,1-1 0,0 1 0,-1-1 0,1 0 0,0 0 0,-1 0 0,1 0 0,0 0 0,0-1 0,-1 1 0,3-2 0,-1 3 0,40-6 0,0-2 0,0-2 0,-1-1 0,-1-3 0,0-1 0,0-2 0,-2-2 0,0-2 0,-1-1 0,31-24 0,-51 35 0,282-190-191,-182 80-2069,-54 29-6015,-19 16-11774</inkml:trace>
  <inkml:trace contextRef="#ctx0" brushRef="#br0" timeOffset="-2964.605">5804 9277 16388,'0'0'12442,"-86"108"-11362,25 13-287,-9 56-321,6 34-128,11 12-8,16 8-120,20-2-216,8-14-72,7-51-1312,2-60-19069</inkml:trace>
  <inkml:trace contextRef="#ctx0" brushRef="#br0" timeOffset="-2158.732">4032 35 7330,'0'0'17526,"0"0"-13482,0 0-3679,-15 17-49,-47 57 75,54-62-351,1-1 0,0 1-1,0 0 1,2 1 0,0 0 0,0-1 0,1 2 0,0-1 0,1 0 0,1 1-1,0-1 1,1 1 0,1 0 0,0 0 0,0-1 0,2 1 0,0 1-40,-2-10 3,0-3-11,0 0 0,0 0-1,1-1 1,-1 1 0,0 0 0,1-1-1,-1 1 1,1 0 0,-1-1-1,1 1 1,0-1 0,0 1 0,0-1-1,0 1 1,0-1 0,0 1-1,0-1 1,0 0 0,0 0 0,1 0-1,-1 0 1,0 0 0,1 0-1,-1 0 1,1 0 0,0 0 0,-1-1-1,1 1 1,-1 0 0,1-1-1,0 0 1,-1 1 0,1-1 0,0 0-1,0 0 1,-1 0 0,1 0-1,1 0 9,5-24-709,-11 12-3140,-8-5-12529</inkml:trace>
  <inkml:trace contextRef="#ctx0" brushRef="#br0" timeOffset="1101.096">589 3564 6993,'0'0'17947,"37"0"-13991,344-12-3687,959-22 1050,-58 4-524,-744-5-711,750-30 14,-1148 63-90,83-5 9,0 10-1,-1 10 1,185 35-17,-325-19-124,-100-5-1435,-16-17-215</inkml:trace>
  <inkml:trace contextRef="#ctx0" brushRef="#br0" timeOffset="1653.541">5168 4274 30567,'0'0'610,"0"0"-332,-6-20-177,-37-138 68,41 143-164,0 0 0,-1-1 0,-1 1 0,0 0-1,-1 0 1,-1 1 0,0 0 0,-1 0-1,0 0 1,-1 1 0,-1 0 0,0 0 0,-1 1-1,0 0 1,-1 1 0,0 0 0,-1 1-1,0 0 1,0 1 0,-1 0 0,0 1 0,-1 1-1,0 0 1,-5-2-5,10 7-1,0 1-1,1-1 1,-1 2-1,0-1 0,0 1 1,0 0-1,0 1 1,1 0-1,-1 0 1,0 1-1,1 1 1,-1-1-1,1 1 1,0 0-1,0 1 0,0 0 1,0 0-1,0 1 1,1 0-1,0 0 1,0 1-1,1 0 1,-1 0-1,1 1 1,1-1-1,-1 1 0,1 0 1,0 1-1,1 0 1,-1-1-1,2 1 1,-1 1 1,-2 5 5,1 0 1,0 1 0,1 0-1,1 0 1,0 0 0,1 0-1,1 0 1,0 1 0,1-1-1,0 0 1,2 1 0,0-1-1,0 0 1,2 0 0,0 0-1,0 0 1,1-1 0,1 0-1,4 7-5,17 31 43,3-1 1,2-2-1,2-1 0,21 21-43,-13-15 25,-36-47-15,9 10 1,0 1 1,0 0-1,-2 1 1,-1 1 0,0 0-1,-1 1 1,-1 0-1,-1 0 1,-2 1-1,0 0 1,0 1 0,-2-1-1,1 19-11,-7-34 1,1 0-1,-2 1 1,1-1-1,-1 0 1,0 1-1,0-1 1,-1 0-1,0 0 1,0-1-1,-1 1 1,0-1-1,0 0 1,-1 0-1,1 0 1,-1 0-1,0-1 1,-1 0-1,1 0 1,-1 0 0,0-1-1,-1 1 1,1-2-1,-1 1 1,1-1-1,-174 70 10,132-59 13,0-2 1,0-3 0,0-1-1,-1-3 1,0-2-1,-10-2-23,56 0 8,0 0 0,-1-1 0,1 1 0,-1-1 0,1 0 0,-1 0-1,1 0 1,-1 0 0,1-1 0,-1 0 0,1 1 0,0-1 0,-1 0 0,1-1-1,0 1 1,0 0 0,0-1 0,0 0 0,0 0 0,0 0 0,0 0 0,1 0-1,-1 0 1,1-1 0,-1 0 0,1 1 0,0-1 0,0 0 0,0 0 0,0 0-1,1 0 1,-1 0 0,1 0 0,0-1 0,0 1 0,0 0 0,0-1 0,1 1-1,-1-1 1,1 1 0,0-1 0,0 1 0,0-1-8,2-5 0,0-1 1,1 0-1,0 1 1,0 0-1,1 0 1,0 0-1,1 0 1,0 0-1,0 1 1,1 0-1,0 0 1,1 1-1,-1-1 1,1 1-1,1 1 0,-1-1 1,6-2-1,-12 8 0,128-110 0,5 7 0,104-61 0,-187 129 0,602-362-882,-579 355-1093</inkml:trace>
  <inkml:trace contextRef="#ctx0" brushRef="#br0" timeOffset="1829.57">5959 5022 30543,'0'0'1680,"0"0"-1680,0 0-1256,-57-134-12235</inkml:trace>
  <inkml:trace contextRef="#ctx0" brushRef="#br0" timeOffset="5549.524">1904 1408 27046,'0'0'1360,"0"0"-586,0 0-217,0 0-157,0 0-168,-8 13-78,-5 16-78,1 0 1,1 0 0,2 1-1,1 1 1,2-1 0,1 1 0,1 0-1,1 0 1,2 14-77,-4 15 68,-37 563 522,27 64-590,23-497-166,-7-186 84,0-1 0,0 1 0,0-1 0,1 1 0,-1-1 0,1 0 0,0 1-1,0-1 1,1 0 0,-1 0 0,0-1 0,1 1 0,0 0 0,-1-1 0,1 0-1,0 1 1,1-1 0,-1-1 0,0 1 0,0 0 0,1-1 0,-1 1 0,1-1-1,-1 0 1,1 0 0,0-1 0,-1 1 0,1-1 0,0 1 0,0-1 0,0 0 82,29 1-3074</inkml:trace>
  <inkml:trace contextRef="#ctx0" brushRef="#br0" timeOffset="5885.066">2386 1173 19012,'0'0'8675,"24"-3"-6642,399-27-1753,2351-120-1866,-2132 128 1645,-446 18-2617,-1-2-4542,-126 2-9282</inkml:trace>
  <inkml:trace contextRef="#ctx0" brushRef="#br0" timeOffset="6541.284">6886 988 17660,'0'0'7755,"0"0"-5880,16 17-1704,53 57-91,-58-64-57,1-2 0,-1 1 0,2-1 0,-1-1 0,1 0 0,0-1 0,1 0 0,-1-1 0,1-1 0,0 0 0,0-1 0,0 0 0,1-2 0,-1 1 0,1-2 0,10 0-23,-12 0 7,1 0 1,-1 1-1,0 0 0,1 1 0,-1 1 0,0 0 0,0 0 1,-1 2-1,1-1 0,-1 2 0,0 0 0,0 0 0,0 1 1,-1 0-1,0 2-7,-8-7 119,0 0 1,0 1 0,0 0 0,-1 0 0,0-1-1,1 2 1,-1-1 0,0 0 0,0 0-1,-1 1 1,1-1 0,-1 1 0,0-1 0,0 1-1,0-1 1,0 1 0,0 0 0,-1 0 0,0-1-1,0 1 1,0 0 0,0 2-120,-44 32-1973,40-31 1932,0 0 0,0 0 0,1 0 0,0 0 0,0 0 0,1 1 0,-1-1 0,2 1 0,-1 0 0,1-1 0,0 1 0,1 0 0,0 6 41,-2 9-860,-2 381 3426,3-274-2394,-5-1 0,-6 1 0,-10 28-172,-56 193-2974,48-245-3856</inkml:trace>
  <inkml:trace contextRef="#ctx0" brushRef="#br1" timeOffset="38782.286">12208 7145 27262,'0'0'2020,"0"0"-1348,-4-20-394,-15-64 58,17 74-282,-2 1 0,1 0 0,-1 0 0,0 0 1,-1 1-1,0 0 0,-1 0 0,1 0 0,-2 0 0,1 1 1,-1 0-1,0 0 0,0 1 0,-1 0 0,0 0 0,0 1 1,0 0-1,0 0 0,-1 1 0,0 0 0,0 0 0,0 1 1,-2 0-56,-23-5 40,-1 1 0,-1 2 0,1 1 0,-1 2 0,-16 1-39,26 1 39,-224-6 44,0 10-1,1 12 1,-154 33-83,105 11 63,3 13 1,3 13 0,-80 43-64,259-85-9,2 4 1,1 5-1,4 4 1,2 5-1,2 5 1,-28 28 8,57-33-4,2 3 1,3 4-1,3 2 1,3 3-1,4 2 0,3 3 1,4 2-1,3 3 1,3 1-1,-25 75 4,26-44 53,22-52-18,-2-1 0,-3-1-1,-3-2 1,-2-1 0,-3-1-1,-10 9-34,0-18 7,-1-2 0,-3-2 0,-2-2 0,-1-3-1,-2-2 1,-2-2 0,-1-2 0,-2-4 0,-1-1-1,-25 6-6,-56 12 6,-1-5 0,-3-7 0,-1-6 0,-1-6 0,-1-7 0,-115-3-6,27 4 3,-847 86-70,771-93-185,217-42-14,94 30 211,1 1 0,0 0 1,0 0-1,0-1 1,0 1-1,0 0 1,0-1-1,0 1 0,1 0 1,-1 0-1,0-1 1,1 1-1,-1 0 1,1 0-1,-1 0 0,1-1 1,0 1-1,-1 0 1,1 0-1,0 0 1,0 0-1,0 0 0,0 1 1,0-1-1,0 0 1,0 0-1,0 0 1,0 1-1,0-1 0,0 1 1,0-1-1,1 1 1,-1-1-1,0 1 1,0 0-1,1-1 0,-1 1 1,0 0-1,1 0 1,-1 0-1,0 0 1,0 0-1,1 0 0,-1 0 1,1 1 54,0-2-354,35-9-4253</inkml:trace>
  <inkml:trace contextRef="#ctx0" brushRef="#br1" timeOffset="39225.273">5534 9332 27846,'0'0'1547,"0"0"-1068,0 0-297,0 0 193,-26 11-16,-171 81-44,-127 72 99,135-72-212,5 8-1,-12 19-201,116-51 72,78-67-71,0 1 0,1 0-1,-1 0 1,1 0 0,0 0 0,-1 0 0,1 0 0,0 1-1,0-1 1,0 0 0,0 1 0,1-1 0,-1 0 0,1 1-1,-1-1 1,1 1 0,0-1 0,0 1 0,0-1 0,0 1 0,1-1-1,-1 1 1,0-1 0,1 0 0,0 1 0,0-1 0,0 0-1,0 1 1,0-1 0,0 0 0,0 0 0,1 0 0,-1 0-1,1 0 1,-1 0 0,1 0 0,0 0 0,0-1 0,0 1-1,0-1 0,25 15 7,0-1-1,1-1 0,1-1 0,0-2 1,1-1-1,0-2 0,0 0 0,1-2 1,3-1-7,-12-1 8,586 82 253,-448-39-819,-135-35-1149</inkml:trace>
  <inkml:trace contextRef="#ctx0" brushRef="#br1" timeOffset="20685.043">18116 6320 5401,'0'0'20091,"0"0"-15545,0 0-4084,27-21-126,91-67-39,-108 80-253,2 1-1,-1 0 1,1 1-1,0 0 1,0 1-1,1 0 1,-1 1-1,1 0 1,0 1-1,0 1 1,0 0-1,1 0 1,12 1-44,-24 1 5,2 0 2,0-1-1,0 1 1,0 0 0,-1 0-1,1 0 1,0 0 0,0 1-1,0-1 1,-1 1-1,1 0 1,0 0 0,-1 0-1,1 1 1,-1-1 0,1 1-1,-1 0 1,0 0-1,0 0 1,1 1 0,-2-1-1,1 1 1,0-1 0,0 1-1,-1 0 1,0 0-1,1 0 1,-1 0 0,0 1-1,-1-1 1,1 1 0,-1-1-1,1 1 1,-1-1-1,0 3-6,6 20 33,-2 1 0,-2-1 0,0 1-1,-1 0 1,-2 0 0,-1 0-1,-2 9-32,1-9 18,1 1-1,1 0 0,1 0 0,2 0 0,0-1 1,8 26-18,-9-46 2,1 0 1,0 1-1,0-1 1,0 0-1,1-1 1,0 1-1,1-1 1,-1 1-1,1-1 1,1-1-1,-1 1 1,1-1-1,0 0 1,0 0-1,0 0 1,1-1-1,0 0 1,-1 0-1,1-1 1,1 0-1,-1 0 1,0-1-1,1 0 1,-1 0-1,1-1 1,0 0-1,2 0-2,5 0 3,1-1-1,-1 0 0,0-1 0,0-1 0,1 0 0,-1-2 1,0 1-1,-1-2 0,1 0 0,-1 0 0,0-2 0,0 0 1,6-4-3,31-29-34,-2-2 0,-1-1 0,-3-3 1,-2-2-1,-2-2 0,-2-1 0,-2-2 1,-2-2-1,-4-1 0,-1-1 0,-3-1 1,-3-2-1,-2-2 34,-6 28 115,-2-2-1,-2 0 1,-1-1 0,-2 0-1,3-30-114,-41 177 275,7 29-275,5 1 0,7 1 0,7 77 0,-5 44 0,-16 64 0,-15-2 0,-76 299 0,92-514 0,-6 0 0,-4-3 0,-33 69 0,59-160 0,-1 0 0,-1-1 0,0 0 0,-1 0 0,0-1 0,-1-1 0,0 1 0,-1-2 0,-4 3 0,12-11 0,1 0 0,-1 0 0,0 0 0,0 0 0,0-1 0,0 1 0,0-1 0,-1-1 0,1 1 0,-1 0 0,1-1 0,-1 0 0,0 0 0,1 0 0,-1-1 0,0 0 0,0 0 0,1 0 0,-1 0 0,0-1 0,1 1 0,-1-1 0,0 0 0,1-1 0,-1 1 0,1-1 0,-1 0 0,1 0 0,0-1 0,0 1 0,0-1 0,0 0 0,-2-2 0,-7-9 0,0-1 0,2 0 0,0 0 0,1-1 0,0-1 0,1 0 0,1 0 0,1-1 0,-2-8 0,-8-22 0,2-1 0,2 0 0,3-2 0,2 1 0,2-1 0,2 0 0,2 0 0,4-26 0,1 42 0,2 1 0,1 1 0,1-1 0,2 1 0,2 0 0,1 1 0,1 0 0,1 1 0,2 0 0,2 1 0,0 1 0,2 1 0,1 1 0,6-4 0,56-55-10,5 4-1,2 4 1,4 4 0,3 4-1,3 5 1,3 4 0,28-8 10,181-118-3186,-225 129-7215</inkml:trace>
  <inkml:trace contextRef="#ctx0" brushRef="#br1" timeOffset="19663.238">16515 6365 26142,'0'0'4088,"0"0"-3671,0 0-209,0 0 176,112 107 144,-59-72-72,4 3-208,0-1-152,-7 5-72,-4-5-24,-9-1-48,12-19-456,-12-9-584,-6-8-1289</inkml:trace>
  <inkml:trace contextRef="#ctx0" brushRef="#br1" timeOffset="19912.744">17160 6227 26318,'0'0'3920,"0"0"-3543,-158 105-241,79-46-48,-2 6-24,-13 22-64,21-14-513,19-16-2479</inkml:trace>
  <inkml:trace contextRef="#ctx0" brushRef="#br1" timeOffset="40771.518">17589 8194 11562,'0'0'14506,"0"0"-11033,0 0-2821,0 0-34,0 0-118,-13-6-67,-40-18-53,34 9 295,38 14-747,-11 1 112,232-3-40,155 20 0,-12 1 0,75-19 0,538-45 0,-656 10 0,-301 20 0,-46 7 0,-70-19-1123,34 12-1931</inkml:trace>
  <inkml:trace contextRef="#ctx0" brushRef="#br1" timeOffset="41419.912">18126 5819 9002,'0'0'15207,"0"0"-11495,0 0-3094,0 0-103,0 0 57,-12 25-68,-4 7-376,2 1-1,1 1 1,1 0-1,3 0 0,0 1 1,-1 21-128,-199 1392 1413,107-756-1390,92-542-821,20-117 5,13-41-4550,-6-22-9212</inkml:trace>
  <inkml:trace contextRef="#ctx0" brushRef="#br1" timeOffset="42020.926">17842 5793 24117,'0'0'3668,"21"-24"-2756,-8 9-876,1-3 9,2 0-1,0 1 1,0 1-1,2 0 1,0 2-1,1 0 1,0 1-1,1 0 1,1 2-1,1 0-44,48-13 233,2 2-1,1 4 0,0 3 0,1 3 1,1 3-1,37 2-232,54-3 210,0 7 0,0 7-1,105 18-209,-63 6 24,637 65-112,-629-64-963,-217-29 1056,0 1 0,1-1 0,-1 0 0,0 0 0,0 1 0,0-1 0,1 1 0,-1-1 0,0 0 0,1 1 0,-1 0 0,0-1 0,1 1 0,-1-1 0,0 1 0,1 0 0,-1-1 0,1 1 0,-1 0 0,1 0 0,0-1 0,-1 1 0,1 0 0,0 0 0,-1 0 0,1-1 0,0 1 0,0 0 0,0 0 0,0 0 0,0 0 0,0 0 0,0-1-1,0 1 1,0 0 0,0 0 0,0 0 0,1 0 0,-1-1 0,0 1 0,1 0 0,-1 0 0,0 0 0,1-1 0,-1 1 0,1 0 0,-1-1 0,1 1 0,-1 0 0,1-1 0,0 1 0,-1-1 0,1 1 0,0-1 0,0 1 0,-1-1 0,1 1 0,0-1 0,0 0 0,-1 1 0,1-1 0,0 0 0,0 0 0,0 0 0,0 0 0,0 1 0,-1-1 0,1 0 0,0 0 0,0-1-5,-55 17 380,44-14-355,0 0 0,0 0 0,0 1 0,0 1 0,1 0-1,0 0 1,0 1 0,0 0 0,0 0 0,1 1 0,0 0 0,0 0 0,0 1 0,0 2-25,-4 9 38,1 1 0,0 1 0,2 0 0,0 1-1,2 0 1,0 0 0,1 0 0,1 1 0,2 0 0,0 0 0,0 15-38,1-27 11,-26 306 567,14 0-1,17 133-577,-1-295 20,9 635-20,-11-782 0,0 37 0,2 0 0,2-1 0,2 0 0,2 0 0,9 29 0,-17-72-9,0 0 0,0-1 0,1 1 1,-1 0-1,0-1 0,0 1 0,1 0 0,-1-1 0,0 1 0,1 0 0,-1 0 1,0 0-1,1-1 0,-1 1 0,1 0 0,-1 0 0,0 0 0,1 0 0,-1 0 1,1-1-1,-1 1 0,0 0 0,1 0 0,-1 0 0,1 0 0,-1 0 0,0 1 1,1-1-1,-1 0 0,1 0 0,-1 0 0,0 0 0,1 0 0,-1 0 1,1 1-1,-1-1 0,0 0 0,1 0 0,-1 0 0,0 1 0,0-1 0,1 0 1,-1 1-1,0-1 0,1 0 0,-1 1 0,0-1 0,0 0 0,0 1 0,1-1 1,-1 0-1,0 1 0,0-1 0,0 1 0,0-1 0,0 0 0,0 1 0,0-1 1,0 1-1,0-1 0,0 0 0,0 1 0,0-1 0,0 1 0,0-1 1,0 1-1,0-1 0,0 0 0,-1 1 9,2-28-1588</inkml:trace>
  <inkml:trace contextRef="#ctx0" brushRef="#br1" timeOffset="45844.224">7042 2945 1640,'0'0'23731,"0"0"-19871,0 0-2571,0 0-1069,0 0-120,0 0 93,-8 18 55,-23 61-50,29-74-183,1 0 0,0 0 0,0 0-1,1 0 1,-1 0 0,1 0 0,0 0 0,1 0 0,-1 1 0,1-1 0,0 0 0,0-1 0,1 1 0,-1 0 0,1 0 0,0-1 0,1 3-15,4 9 43,216 472 892,-200-435-929,2-2 0,2 0 1,2-2-1,2-1 0,2-2 0,3-1 1,1-2-1,2-1 0,24 18-6,15-7 0,3-3 0,1-4 0,2-4 0,2-3 0,1-4 0,2-4 0,2-4 0,0-3 0,1-5 0,28-1 0,-16 0 0,2-4 0,0-6 0,0-4 0,1-4 0,-1-6 0,0-3 0,-1-6 0,51-15 0,471-127 0,-233 54 0,359-45 0,-137 94 0,2 27 0,19 27 0,-509 0 0,842 28 0,-248 40 0,484 117 0,-1047-159 0,-2 8 0,-1 6 0,-2 7 0,-2 7 0,-3 6 0,-2 7 0,-4 6 0,105 73 0,-167-81 0,-3 4 0,-2 3 0,-4 3 0,-4 4 0,-1 4 0,152 167 0,-108-134 0,-108-112-1046,-13-14-1237</inkml:trace>
  <inkml:trace contextRef="#ctx0" brushRef="#br1" timeOffset="46517.733">6989 2897 22221,'0'0'5049,"0"0"-3833,0 0-560,-4 113 40,-14-42-79,-6 12-169,0 5-80,-9 17-104,-6 15-136,4-11-72,2-13-32,9-19-24,11-23 0,2-5-184,0-10-176,2-39-296,2-13-953,1-25-14314</inkml:trace>
  <inkml:trace contextRef="#ctx0" brushRef="#br1" timeOffset="46825.078">6998 2923 29486,'0'0'760,"0"0"-103,145 158-193,-68-81-88,10 0-120,43 13-256,-21-19-216,-12-17-2457</inkml:trace>
  <inkml:trace contextRef="#ctx0" brushRef="#br1" timeOffset="48728.738">2336 449 28918,'0'0'1176,"0"0"-805,0 0-187,3-17 139,46-202 422,-44 198-724,-2 1 0,0 0 0,0-1 0,-2 0 0,-1 1 0,0-1 0,-3-11-21,1 29 2,0 0-1,0 1 1,0-1 0,0 1-1,0-1 1,-1 1-1,1 0 1,-1 0 0,0 0-1,1 0 1,-1 1-1,0-1 1,0 1 0,0-1-1,0 1 1,-1 0-1,1 0 1,0 1 0,0-1-1,-1 1 1,1-1 0,0 1-1,0 0 1,-1 0-1,1 0 1,0 1 0,-1-1-1,1 1 1,0 0-1,0 0 1,0 0 0,0 0-1,0 1 1,-1-1-2,-18 10 0,0 0 0,0 1 1,2 1-1,-1 1 0,2 1 1,-1 1-1,2 0 0,1 2 0,-15 18 0,11-17 7,1 1-1,1 1 1,1 1-1,1 0 1,2 1-1,0 1 1,1 1-1,1 0 1,1 1-1,2 0 1,0 0-1,2 1 1,1 0-1,1 1 1,0 10-7,5-32 4,1 0 0,0 1 1,0-1-1,0 1 0,1-1 0,0 0 1,0 1-1,1-1 0,0 0 1,0 0-1,0 0 0,0 0 0,1 0 1,0 0-1,1-1 0,-1 0 1,1 1-1,0-1 0,0 0 0,1-1 1,-1 1-1,1-1 0,0 0 0,0 0 1,1-1-1,-1 1 0,1-1 1,0 0-1,-1-1 0,1 1 0,1-1 1,-1 0-1,0-1 0,2 1-4,10 0 3,0 0 0,1-1-1,-1-1 1,0-1 0,0-1-1,0 0 1,0-1 0,0-1 0,0-1-1,-1 0 1,0-2 0,0 0-1,0 0 1,-1-2 0,0 0-1,7-6-2,21-15-118,-1-3-1,-2-1 0,-1-3 0,33-37 119,-1-6-1156,-9 9-1710</inkml:trace>
  <inkml:trace contextRef="#ctx0" brushRef="#br1" timeOffset="49072.896">3186 453 22157,'0'0'6052,"0"0"-4157,0 0-1436,0 0-127,-2-19 52,-18-156 30,20 171-411,0 0 0,-1 0 0,0 0 0,1 0 0,-1 0 0,-1 1 0,1-1-1,0 0 1,-1 1 0,0-1 0,0 1 0,0-1 0,0 1 0,-1 0-1,1 0 1,-1 0 0,0 0 0,0 1 0,0-1 0,0 1 0,0 0 0,0-1-1,-1 2 1,1-1 0,-1 0 0,1 1 0,-1-1 0,0 1 0,1 0-1,-1 0 1,0 0 0,0 1 0,0 0 0,0-1 0,0 1 0,0 1 0,0-1-1,0 0 1,1 1 0,-2 0-3,-8 7 2,1 0-1,0 1 0,0 0 1,1 1-1,1 0 1,-1 1-1,2 0 1,-1 0-1,2 1 0,-1 1 1,2-1-1,0 1 1,0 1-1,1-1 0,-2 8-1,-3 6 2,1 1-1,1 1 0,1-1 0,2 1 0,1 1 0,1-1 0,2 1 0,0 0 0,3 0 0,0 3-1,-1-29 0,0 0 1,0 0-1,0 1 0,0-1 0,1 0 0,0 0 1,0 1-1,0-1 0,0 0 0,1 0 0,-1 0 1,1-1-1,0 1 0,0 0 0,1-1 0,-1 1 1,1-1-1,-1 0 0,1 1 0,0-1 0,1-1 1,-1 1-1,0 0 0,1-1 0,-1 0 0,1 0 1,0 0-1,0 0 0,0 0 0,0-1 0,0 0 1,0 0-1,3 1 0,14-4-25,0 0-1,-1-2 1,1 0 0,-1-2 0,0 0 0,-1-1 0,1-1-1,-1 0 1,-1-2 0,0 0 0,0-1 0,-1-1 0,0-1-1,-1 0 1,-1-1 0,14-16 25,-1 6-213,72-61-1965,-8 6-5342</inkml:trace>
  <inkml:trace contextRef="#ctx0" brushRef="#br1" timeOffset="49389.716">4026 414 25814,'0'0'3455,"0"0"-2400,0 0-606,0 0-111,4-18-114,24-114-84,-23 15-103,-7 114-36,-1 0 0,0 0-1,0 0 1,0 1 0,0-1 0,-1 1 0,1-1 0,-1 1-1,1 0 1,-1 1 0,0-1 0,0 1 0,0-1-1,0 1 1,0 0 0,0 1 0,0-1 0,0 1-1,0-1 1,0 1 0,0 1 0,0-1 0,0 0-1,0 1 1,0 0 0,0 0 0,0 0 0,0 1-1,0-1 1,0 1 0,1 0 0,-1 0 0,1 0-1,-1 0 1,1 1 0,0-1 0,0 1 0,0 0-1,-22 15 14,2 1 0,0 2 0,1 0 0,2 1 0,0 1-1,1 1 1,1 1 0,2 0 0,0 2 0,2-1 0,1 2 0,1 0 0,1 0 0,1 1 0,-3 23-14,4 60 153,9-109-151,0 1 0,1-1 0,-1 0 0,1 0 0,-1 0-1,1 0 1,0 0 0,0 0 0,1 0 0,-1 0-1,0-1 1,1 1 0,0 0 0,0-1 0,0 1-1,0-1 1,0 0 0,0 1 0,0-1 0,1 0 0,-1-1-1,1 1 1,-1 0 0,1-1 0,0 1 0,0-1-1,0 0 1,0 0 0,0 0 0,0 0 0,0 0-1,0-1 1,0 1 0,0-1 0,1 0-2,111-10-557,-47-14-1077,-7-5-1938</inkml:trace>
  <inkml:trace contextRef="#ctx0" brushRef="#br1" timeOffset="49672.427">4589 451 23437,'0'0'5245,"0"0"-3308,0 0-1424,0 0-174,0 0 54,0-19-117,-1-63-120,2 77-153,-1 1-1,0 0 1,-1-1-1,1 1 0,-1 0 1,0-1-1,0 1 1,0 0-1,0 0 1,-1 0-1,0 0 1,1 0-1,-2 0 1,1 0-1,0 1 0,-1-1 1,1 1-1,-1 0 1,0 0-1,-1 0 1,1 0-1,0 0 1,-1 0-1,1 1 0,-1 0 1,0 0-1,0 0 1,0 0-1,0 0 1,0 1-1,0 0 1,0 0-1,-1 0 1,1 0-1,0 1 0,-1-1 1,1 1-1,0 0 1,-1 1-1,1-1 1,0 1-1,0 0 1,-1 0-1,1 0 0,0 0 1,0 1-1,0 0 1,0 0-1,0 0 1,1 0-1,-1 0 1,0 1-1,1 0 0,0 0 1,-1 0-3,-9 9 1,1 0 0,0 1 0,1 1 0,1 0 0,0 0 0,0 1 0,2 0 0,0 1 0,1 0 0,0 0 0,1 0 0,1 1 0,1 0 0,0 0-1,1 0 1,1 1 0,0-1 0,2 1 0,0-1 0,1 0 0,0 1 0,3 4-1,-3-12-73,1 0 0,1-1-1,0 0 1,0 1 0,1-1-1,0-1 1,1 1-1,0 0 1,0-1 0,0 0-1,1 0 1,1-1 0,-1 0-1,1 0 1,0 0 0,1-1-1,0 0 1,0 0 0,0-1-1,0 0 1,4 1 73,20 6-4034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24:05.39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008C3A"/>
    </inkml:brush>
    <inkml:brush xml:id="br2">
      <inkml:brushProperty name="width" value="0.1" units="cm"/>
      <inkml:brushProperty name="height" value="0.1" units="cm"/>
      <inkml:brushProperty name="color" value="#E71224"/>
    </inkml:brush>
    <inkml:brush xml:id="br3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6258 878 17948,'0'0'10498,"0"0"-7884,0 0-2145,0 0-97,0 0-26,28-13-50,17-9-240,1 3 0,1 1 0,0 2 0,19-1-56,187-9 0,-237 26 0,0 1 0,-1 0 0,1 2 0,-1-1 0,0 2 0,0 0 0,0 1 0,-1 0 0,1 2 0,-1-1 0,-1 2 0,1 0 0,-1 0 0,0 1 0,0 2 0,-7-5 0,0 1 0,0 0 0,0 0 0,-1 0 0,0 1 0,-1 0 0,0 0 0,0 0 0,0 0 0,-1 1 0,0-1 0,-1 1 0,0 0 0,0 0 0,-1 0 0,0 0 0,-1 0 0,0 0 0,0 0 0,-1 0 0,0 0 0,-2 4 0,-1 9 0,-2 0 0,-1-1 0,0 1 0,-2-1 0,0 0 0,-1-1 0,-1 0 0,-8 9 0,-26 37 0,-2-2 0,-3-2 0,-3-2 0,-3-2 0,-52 41 0,82-80-1,0-1 0,0-1 0,-2-2 0,0-1 1,-1-1-1,-5 1 1,34-15-8,0 1 0,0-1 0,0 1 0,0-1 1,0 1-1,0-1 0,0 1 0,0-1 0,0 1 0,0-1 1,0 1-1,0-1 0,0 1 0,-1-1 0,1 1 1,0-1-1,0 1 0,-1 0 0,1-1 0,0 1 0,0-1 1,-1 1-1,1 0 0,-1-1 0,1 1 0,0 0 0,-1-1 1,1 1-1,-1 0 0,1-1 0,-1 1 0,1 0 1,-1 0-1,1 0 0,-1 0 0,1-1 0,-1 1 0,1 0 1,-1 0-1,1 0 0,-1 0 0,1 0 0,-1 0 0,1 0 1,-1 0-1,1 1 0,-1-1 0,1 0 0,-1 0 1,1 0-1,-1 0 0,1 1 0,0-1 0,-1 0 0,1 0 1,-1 1-1,1-1 0,-1 0 0,1 1 0,0-1 1,-1 1 6,30-39-1164,-29 38 1157,43-50-2193</inkml:trace>
  <inkml:trace contextRef="#ctx0" brushRef="#br0" timeOffset="269.803">7774 714 12131,'0'0'13582,"0"0"-9475,0 0-3411,-19 8-296,-206 113 1014,188-99-1391,1 2 0,1 1 0,2 2 0,0 1 0,2 2 0,1 0 0,2 3 0,1 0 0,1 2 0,2 0 0,2 2 0,1 1 0,2 0 0,1 1 0,3 1 0,1 1 0,2 0 0,1 1 0,0 18-23,10-53 0,0-1 0,1 1 0,0 0 0,0-1 0,1 1 0,0-1 0,0 1 0,0-1 0,1 1 0,0-1 0,0 0 0,1 0 0,0 0 0,0 0 0,0 0 0,1 0 0,0-1 0,0 0 0,0 0 0,1 0 0,-1 0 0,1-1 0,0 0 0,0 0 0,1 0 0,-1 0 0,3 0 0,19 9-6,0 0 0,1-2-1,1-1 1,0-1 0,0-2 0,1-1 0,0-1-1,0-1 1,0-2 0,0-1 0,0-2 0,0 0 0,0-2-1,7-3 7,0 1-384,0-1-1,0-2 0,-1-1 1,0-3-1,-1 0 1,0-3-1,-1 0 0,-1-2 1,0-2-1,9-8 385,24-25-5797</inkml:trace>
  <inkml:trace contextRef="#ctx0" brushRef="#br0" timeOffset="519.646">8193 1008 29230,'0'0'2009,"0"0"-1801,0 0-88,0 0 72,160-4 96,-99-1-112,-4 3-120,-6 2-56,-10 0-240,-19 17-448,-15 1-1337,-7-4-12442</inkml:trace>
  <inkml:trace contextRef="#ctx0" brushRef="#br0" timeOffset="686.214">8160 1304 30326,'0'0'777,"0"0"-577,0 0-64,0 0 248,167-35-16,-84 15-216,42-4-152,-22 7-184,-18 1-1360</inkml:trace>
  <inkml:trace contextRef="#ctx0" brushRef="#br0" timeOffset="6544.007">15902 926 24349,'0'0'4680,"0"0"-3409,0 0-995,0 0 31,19 12 26,120 81 224,-129-85-543,0 0 0,-1 1 0,0 0 0,0 1 0,-1 0 0,-1 0 0,1 1 0,-1 0 0,-1 0 0,0 0 0,-1 1 0,0 0 0,-1 0 0,0 0 0,-1 1 0,0 0 0,-1-1 0,-1 1 0,0 0 0,0 0 0,-2 1-14,-2 276 192,4-288-181,0 1 0,0-1-1,1 0 1,-1 0 0,1 0 0,-1 0 0,1 0-1,0 0 1,0 0 0,0 0 0,0-1 0,0 1-1,0-1 1,0 1 0,0-1 0,1 0 0,-1 0-1,1 0 1,-1 0 0,1 0 0,-1-1 0,1 1 0,-1-1-1,1 0 1,-1 1 0,1-1 0,0-1 0,-1 1-1,1 0 1,-1 0 0,1-1 0,-1 0 0,1 1-1,-1-1 1,1 0 0,-1 0 0,0 0 0,1-1-1,-1 1 1,0 0 0,0-1 0,0 0 0,0 1 0,0-1-1,0 0 1,0 0 0,0-1-11,52-34 0,-2-2 0,-1-2 0,-2-3 0,-3-2 0,-1-1 0,4-11 0,-45 54 0,50-54 0,-2-3 0,-3-2 0,-3-2 0,-2-2 0,5-17 0,-36 55 0,6-11 0,-12 74 0,-33 462 0,26-327 0,3-67 0,-4 0 0,-4 0 0,-6 0 0,-3-1 0,-13 34 0,20-109 0,-1-1 0,-2 0 0,0 0 0,-2-1 0,0 0 0,-2-1 0,0-1 0,-16 19 0,23-33 0,-1 0 0,1 0 0,-1-1 0,-1 0 0,1 0 0,-1-1 0,0 0 0,-1-1 0,1 0 0,-1 0 0,0-1 0,-1 0 0,1-1 0,0 0 0,-1-1 0,0 0 0,0 0 0,1-1 0,-1-1 0,0 0 0,0 0 0,-7-2 0,8 0 0,-1-1 0,1 0 0,0-1 0,0 0 0,0 0 0,1-1 0,-1 0 0,1-1 0,0 0 0,1-1 0,0 1 0,0-2 0,0 1 0,1-1 0,0 0 0,0-1 0,1 1 0,0-1 0,1-1 0,-1 1 0,2-1 0,0 0 0,0 0 0,1 0 0,0 0 0,0-1 0,1 1 0,1-1 0,0 0 0,0 1 0,1-1 0,1 0 0,-1 0 0,2 1 0,0-1 0,0 1 0,0-1 0,2 1 0,-1 0 0,1 0 0,1 0 0,0 1 0,0-1 0,0 1 0,6-6 0,39-47 0,2 3 0,3 1 0,2 4 0,21-14 0,-31 27 0,332-309-1468,-310 280-1393</inkml:trace>
  <inkml:trace contextRef="#ctx0" brushRef="#br0" timeOffset="6801.376">17837 1079 29454,'0'0'1625,"0"0"-1241,0 0-64,0 0-8,0 0-88,0 0-128,0 0-96,130 105-200,-111-93-416,-12 2-801,-7 1-1087,-39 11-5538,-10-4 273,-5 1 1783</inkml:trace>
  <inkml:trace contextRef="#ctx0" brushRef="#br0" timeOffset="6969.721">17693 1415 11370,'0'0'15924,"0"0"-13460,0 0-1663,0 0-201,0 0-48,0 0-40,138 41-304,-42-47-208,-12-4-64,-16-3-1288</inkml:trace>
  <inkml:trace contextRef="#ctx0" brushRef="#br0" timeOffset="4549.719">10214 58 10522,'0'0'14350,"0"0"-10795,0 0-2794,0 0-132,-20-10-62,-61-28-91,80 37-464,0 0-1,0 0 1,0 0 0,0 1-1,0-1 1,-1 0 0,1 1-1,0-1 1,0 0 0,-1 1 0,1 0-1,0-1 1,-1 1 0,1 0-1,0 0 1,-1 0 0,1-1-1,0 2 1,-1-1 0,1 0 0,0 0-1,-1 0 1,1 0 0,0 1-1,-1-1 1,1 1 0,0-1-1,0 1 1,-1 0 0,1-1-1,0 1 1,0 0 0,0 0 0,0 0-1,0-1 1,0 1 0,0 0-1,0 1 1,0-1 0,0 0-1,1 0 1,-1 0 0,0 0 0,1 1-1,-1-1 1,1 0 0,0 0-1,-1 1 1,1-1 0,0 0-1,0 1 1,-1-1 0,1 1-1,0-1 1,0 0 0,1 1 0,-1-1-1,0 0 1,0 1 0,1-1-1,-1 0 1,1 1 0,-1-1-1,1 1-11,-1 10 80,-2 77 100,3-1 0,4 1 0,4-1-1,4 0 1,4-1 0,8 17-180,44 91 0,-69-191 0,0 0 0,1-1 0,-1 1 0,-1 0 0,1 0 0,0-1 0,-1 1 0,0 0 0,0-1 0,0 1 0,0-1 0,0 1 0,-1-1 0,0 0 0,0 0 0,0 1 0,0-1 0,0 0 0,0-1 0,-1 1 0,1 0 0,-1-1 0,0 1 0,0-1 0,0 0 0,0 0 0,0 0 0,-1 0 0,1-1 0,0 1 0,-1-1 0,1 0 0,-1 0 0,0 0 0,1-1 0,-1 1 0,0-1 0,-1 0 0,-4 4 0,-12 4-60,0 0 0,-1-2 0,1 0 0,-1-1 0,0-1 0,-1-2 0,1 0-1,-1-1 1,1-1 0,0-1 0,-1-1 0,1-1 0,0-1 0,0-1 0,0-1 0,1-1 0,0-1 0,0 0 0,1-2 0,0 0 0,0-2 0,2 0-1,-1-1 1,-8-9 60,-27-41-1400,19 15-2683,1-5-8780</inkml:trace>
  <inkml:trace contextRef="#ctx0" brushRef="#br0" timeOffset="4801.743">10006 332 22941,'0'0'6337,"0"0"-5865,118 10-72,-48-10-31,11 0-105,5 0-64,-3-2-128,-2 0-72,7 2-368,-20 0-1601,-18 0-13354</inkml:trace>
  <inkml:trace contextRef="#ctx0" brushRef="#br0" timeOffset="5052.055">11413 563 26766,'0'0'3443,"0"0"-2517,-19 8-734,-134 91 508,-873 763-11,720-613-638,273-223-73,14-12-12,1 0 0,0 1 0,1 1 1,1 1-1,0 0 0,1 1 0,-11 20 34,28-24-2584,19-17-1374</inkml:trace>
  <inkml:trace contextRef="#ctx0" brushRef="#br0" timeOffset="5302.159">11255 1164 24149,'0'0'6346,"0"0"-5810,-57 121-120,18-50 8,-14 23 64,-11 23-160,-3 21-248,1-12-80,15-25 0,21-32 0,12-22-48,7-4-424,11-17-296,0-10-1169,15-16-11450</inkml:trace>
  <inkml:trace contextRef="#ctx0" brushRef="#br0" timeOffset="5650.979">11899 1184 10202,'0'0'17040,"0"0"-13083,0 0-3500,-14 27 78,6-14-455,-100 181 416,-41 114-496,140-288 0,2 1 0,0-1 0,2 1 0,0 1 0,1-1 0,1 0 0,1 1 0,1 0 0,1-1 0,2 9 0,-1-26 0,1 0 0,0 0 0,0 0 0,0 0 0,1 0 0,-1 0 0,1 0 0,0-1 0,0 0 0,0 1 0,1-1 0,-1 0 0,1 0 0,0-1 0,0 1 0,-1-1 0,2 0 0,-1 0 0,0 0 0,0-1 0,1 1 0,-1-1 0,0 0 0,1 0 0,-1-1 0,1 1 0,-1-1 0,1 0 0,0 0 0,-1-1 0,1 1 0,-1-1 0,1 0 0,-1 0 0,0-1 0,1 1 0,-1-1 0,0 0 0,0 0 0,0 0 0,0-1 0,0 1 0,-1-1 0,3-2 0,6-2 0,0 0 0,-1 0 0,0-1 0,0 0 0,-1-1 0,0-1 0,-1 1 0,0-2 0,0 1 0,-1-1 0,0 0 0,-1-1 0,-1 0 0,0 0 0,0 0 0,-1-1 0,0 0 0,-2 0 0,1 0 0,-2 0 0,1-1 0,-1-6 0,-3 17 0,-1-1 0,1 1 0,0-1 0,-1 1 0,0-1 0,0 1 0,0 0 0,0 0 0,-1 0 0,1 0 0,-1 0 0,0 1 0,1-1 0,-1 1 0,0 0 0,-1-1 0,1 1 0,0 1 0,-1-1 0,1 0 0,-1 1 0,1 0 0,-1 0 0,0 0 0,1 0 0,-3 0 0,-101-11 0,14 11-69,85-3-1054,7-9-3174</inkml:trace>
  <inkml:trace contextRef="#ctx0" brushRef="#br0" timeOffset="16312.412">28841 1255 21557,'0'0'7776,"0"0"-5916,6-21-1688,-3 11-158,0-2 0,0 1-1,1 0 0,0 0 1,0 0-1,2 1 1,-1-1-1,1 1 0,1 0 1,-1 1-1,2 0 1,-1 0-1,1 0 0,4-1-13,26-22 56,2 2 0,1 1 0,1 2 0,42-18-56,-19 27 91,-64 19-85,1 0-1,0 0 1,-1 0-1,1 0 0,-1 0 1,1 0-1,-1 1 1,1-1-1,-1 1 1,0-1-1,0 1 1,0-1-1,0 1 1,0 0-1,0-1 0,0 1 1,-1 0-1,1 0 1,0 0-1,-1-1 1,0 1-1,1 0 1,-1 0-1,0 0 1,0 0-1,0 0 0,0 0 1,0 0-1,-1 0 1,1 0-1,-1-1 1,1 1-1,-1 0 1,0 1-6,0 9 48,-2 17 48,-1 1 0,-2-1 0,-1 0 0,-1-1 0,-1 1 0,-4 3-96,-15 51 78,15-40-76,2 0 1,2 1-1,2 0 0,1 0 0,2 28-2,3-69 0,0 0 0,1 0 0,0 1 0,0-1 0,0 0 0,0 0 0,0 1 0,1-1 0,-1 0 0,1 0 0,0 1 0,0-1 0,0 0 0,0 0 0,1 0 0,-1 0 0,1-1 0,0 1 0,0 0 0,0-1 0,0 1 0,0-1 0,0 1 0,1-1 0,-1 0 0,1 0 0,0 0 0,-1-1 0,1 1 0,0 0 0,0-1 0,0 0 0,0 0 0,1 0 0,-1 0 0,8 0 0,1 0 0,-1 0 0,1-1 0,0-1 0,-1 0 0,1-1 0,-1 0 0,0-1 0,0 0 0,0 0 0,0-1 0,0-1 0,-1 0 0,1-1 0,-1 1 0,-1-2 0,1 0 0,-1 0 0,0 0 0,2-4 0,153-181 0,-126 136 0,-2-1 0,-3-1 0,-2-2 0,-3-2 0,-2 0 0,6-30 0,-25 71 0,-9 50 0,-47 314 0,20-86 0,-11-1 0,-38 113 0,58-287 0,-4-2 0,-3-1 0,-4-1 0,-3-1 0,-18 26 0,52-101 0,0 0 0,0-1 0,-1 1 0,1 0 0,0-1 0,-1 1 0,0 0 0,1-1 0,-1 1 0,0-1 0,0 1 0,1-1 0,-1 1 0,0-1 0,-1 0 0,1 1 0,0-1 0,0 0 0,0 0 0,-1 0 0,1 0 0,-1 0 0,1 0 0,-1 0 0,1-1 0,-1 1 0,1 0 0,-1-1 0,0 1 0,1-1 0,-1 0 0,0 0 0,1 1 0,-1-1 0,0 0 0,0 0 0,1 0 0,-1-1 0,0 1 0,1 0 0,-1-1 0,0 1 0,1-1 0,-1 0 0,1 1 0,-1-1 0,1 0 0,-1 0 0,1 0 0,-1 0 0,1 0 0,0 0 0,0 0 0,-1-1 0,1 1 0,-1-1 0,-4-19 0,0 0 0,1-1 0,0 1 0,2-1 0,1 0 0,1 0 0,1 0 0,0 0 0,2 0 0,3-14 0,-1 7 0,2 0 0,1 1 0,2-1 0,1 1 0,1 1 0,1 0 0,1 0 0,1 2 0,2-1 0,0 2 0,17-19 0,22-21 0,3 1 0,2 4 0,36-26 0,190-161-367,-246 201-922</inkml:trace>
  <inkml:trace contextRef="#ctx0" brushRef="#br0" timeOffset="15019.338">26607 999 2256,'0'0'22281,"0"0"-18591,0 0-2307,0 0-767,0 0-125,0 0-61,-9-2-44,-41-4 107,50 6-375,0 0-39,13 1 57,94 11 93,-61-8-211,0 1-1,0 2 1,0 2 0,-1 3-1,-1 1 1,21 10-18,-58-20 1,-1 1 0,1-1 0,-1 1-1,0 0 1,0 1 0,0-1 0,0 1 0,-1 1 0,0-1 0,0 1 0,-1 0 0,1 0 0,-1 0 0,0 0 0,-1 1 0,0-1 0,0 1 0,0 0 0,-1 0 0,0 1 0,0-1 0,-1 0 0,0 0 0,0 1-1,0-1 1,-1 1 0,0-1 0,-1 1 0,0-1 0,0 0 0,-1 1 0,1-1 0,-2 0 0,1 0 0,-4 6-1,-11 18 5,-2 0 0,-2-2 0,-1 0 0,0-2 0,-3 0 0,0-1 0,-1-2 0,-14 9-5,39-32 0,-46 40-30,-2-2 0,-1-2 0,-2-2-1,-1-3 1,-57 25 30,125-68-1179,62-49-1615,-16 11-3415,13-15-10952</inkml:trace>
  <inkml:trace contextRef="#ctx0" brushRef="#br0" timeOffset="15298.775">27655 981 6865,'0'0'7323,"0"0"3773,0 0-7496,0 0-2726,0 0-204,0 0-114,-22 12-111,-219 155 612,207-138-1026,1 1 0,1 1 0,2 2 1,2 1-1,1 1 0,1 1 0,2 2 1,2 0-1,-12 32-31,30-64 0,1-1 0,1 1 0,-1 1 0,1-1 0,0 0 0,0 1 0,1-1 0,0 1 0,0-1 0,0 1 0,1-1 0,0 1 0,1 0 0,-1-1 0,1 1 0,0-1 0,1 1 0,0-1 0,0 0 0,0 0 0,1 1 0,0-1 0,0-1 0,0 1 0,1 0 0,-1-1 0,1 0 0,1 0 0,-1 0 0,1 0 0,1 0 0,14 3-156,0-1 0,1-1 0,0 0 0,0-2 0,0 0 0,0-2 0,1 0 0,0-1 1,-1-1-1,1-1 0,-1-1 0,1-1 0,-1-1 0,5-3 156,59-13-3602</inkml:trace>
  <inkml:trace contextRef="#ctx0" brushRef="#br0" timeOffset="15583.216">28036 1490 29918,'0'0'1817,"0"0"-1665,0 0-72,0 0-16,0 0 40,0 0-104,0 0-72,110 4-704,-77-4-3017</inkml:trace>
  <inkml:trace contextRef="#ctx0" brushRef="#br0" timeOffset="16749.303">28047 1296 26462,'0'0'3632,"0"0"-3247,0 0 15,0 0 72,112 95 8,-72-53-56,1 3-160,1 2-136,-7-3-80,-2-3-40,-9-7-8,-2-5-48,-7-9-456,-2-8-896,-6-12-3233</inkml:trace>
  <inkml:trace contextRef="#ctx0" brushRef="#br0" timeOffset="17049.778">28416 1290 14859,'0'0'15395,"-119"40"-14850,10 39-361,-40 29-184,19-7-88,21-16-2025</inkml:trace>
  <inkml:trace contextRef="#ctx0" brushRef="#br0" timeOffset="12428.76">19370 123 10922,'0'0'1335,"0"0"-592,0 0 1552,0 0 5736,0-4-4842,3-18 723,-219 725-2660,203-662-1705,17-55-5101,9-24-7035</inkml:trace>
  <inkml:trace contextRef="#ctx0" brushRef="#br0" timeOffset="12699.384">19808 198 28110,'0'0'1112,"-22"100"-256,7-35-343,-1 2-105,3-2-152,4-1-144,3-3-72,1-6-40,3-6-368,0-13-1241,0-16-10425</inkml:trace>
  <inkml:trace contextRef="#ctx0" brushRef="#br0" timeOffset="12949.539">20924 330 17892,'0'0'10743,"-19"11"-8151,-137 101-1837,-346 427 30,-250 217-785,683-689 0,-197 197-39,259-261-1154,7-13-736</inkml:trace>
  <inkml:trace contextRef="#ctx0" brushRef="#br0" timeOffset="13199.717">20608 1265 30695,'0'0'872,"-94"116"-440,32-41-32,-6 12-56,5 0-320,4 0-24,8-1 0,10-7-64,10-8-560,18-27-392,6-23-841,7-21-11706</inkml:trace>
  <inkml:trace contextRef="#ctx0" brushRef="#br0" timeOffset="13566.646">21191 1233 26158,'0'0'4052,"-18"21"-2743,-178 235-101,175-225-1204,1 0-1,2 1 1,1 1 0,2 0-1,1 1 1,1 1-1,2 0 1,2 1 0,1 0-1,2 0 1,-1 19-4,7-52 0,0-1 0,1 1 0,-1 0 0,0-1 0,1 1 0,-1-1 0,1 1 0,0-1 0,0 1 0,0-1 0,0 1 0,0-1 0,1 0 0,-1 0 0,1 0 0,-1 1 0,1-1 0,0-1 0,0 1 0,0 0 0,0 0 0,0-1 0,0 1 0,0-1 0,0 0 0,1 0 0,-1 1 0,1-1 0,-1-1 0,1 1 0,-1 0 0,1-1 0,-1 1 0,1-1 0,-1 0 0,1 0 0,0 0 0,-1 0 0,1 0 0,0-1 0,-1 1 0,1-1 0,-1 1 0,3-2 0,11-3 0,1 0 0,-1-1 0,0-1 0,-1 0 0,0-1 0,0-1 0,0-1 0,-1 0 0,-1 0 0,0-2 0,0 1 0,-1-2 0,-1 0 0,6-8 0,-11 16 0,0 0 0,0-1 0,-1 1 0,0-1 0,-1-1 0,1 1 0,-1 0 0,0-1 0,-1 0 0,1 0 0,-1 0 0,-1-1 0,0 1 0,0 0 0,0-1 0,-1 0 0,0 1 0,0-1 0,-1 0 0,0 0 0,0 1 0,-1-3 0,-3 5 0,0 0 0,-1 0 0,0 0 0,0 0 0,0 1 0,0 0 0,-1 0 0,1 0 0,-1 1 0,0-1 0,0 1 0,0 1 0,-1-1 0,1 1 0,-1 1 0,1-1 0,-1 1 0,0 0 0,1 0 0,-1 1 0,0 0 0,-1 0 0,-8-1-30,1 0 1,-1 0-1,0 2 0,0 0 1,1 1-1,-1 0 0,1 2 1,-14 3 29,-9 7-1187</inkml:trace>
  <inkml:trace contextRef="#ctx0" brushRef="#br0" timeOffset="25920.357">18629 1438 24773,'0'0'4313,"0"0"-3041,0 0-815,0 0-89,0 0-8,0 0 128,57 8-104,-9-14-160,9-9-96,9-3-128,-1 0 0,1-2 0,-9 7 0,-6 3 0,-12 10-8,-15 0-1064,-19 12-3953</inkml:trace>
  <inkml:trace contextRef="#ctx0" brushRef="#br0" timeOffset="179625.12">32970 8704 29734,'0'0'1273,"0"0"-1129,0 0-88,156-10 112,-22-8 120,32-11-24,-8-1-112,-33 2-80,-44 9-72,-30 5 0,-3-4-256,4-15-392,-8 3-1089,-20-4-6801</inkml:trace>
  <inkml:trace contextRef="#ctx0" brushRef="#br0" timeOffset="179891.394">33746 7938 27174,'0'0'1942,"0"0"-1092,-2 21-313,-6 207 884,42 101-593,4 129-813,-38-428-26,1-21-3,0 0 1,-1 1 0,0-1 0,-1 0-1,0 0 1,0 0 0,-1 0-1,0 0 1,0 0 0,-1 0 0,-3 5 13,5-13-60,-1 0 1,1 0 0,-1 0 0,1 0-1,-1 0 1,1-1 0,-1 1 0,1 0 0,-1-1-1,0 1 1,1-1 0,-1 0 0,0 0-1,1 1 1,-1-1 0,0 0 0,0 0-1,1-1 1,-1 1 0,0 0 0,1-1 0,-1 1-1,0 0 1,1-1 0,-1 0 0,1 1-1,-1-1 1,1 0 0,-1 0 0,1 0-1,-1 0 1,1 0 0,0 0 0,0-1 0,0 1-1,-1 0 1,1-1 0,0 1 0,1 0-1,-1-1 1,0 1 0,0-1 0,1 0-1,-1 1 1,0-1 0,1-1 59,-31-45-4386,-1-4-8870</inkml:trace>
  <inkml:trace contextRef="#ctx0" brushRef="#br0" timeOffset="180158.257">33393 8169 10082,'0'0'19108,"0"0"-18540,0 0-24,29 107-79,-16-54-129,2-2-168,7-3-168,29-19-136,-5-13-769,2-16-1231</inkml:trace>
  <inkml:trace contextRef="#ctx0" brushRef="#br0" timeOffset="180423.883">34101 8061 6825,'0'0'21989,"0"0"-21045,-65 100-175,14-39-241,-8 14-96,-5 6-88,-14 22-192,-10 17-136,9-11-16,11-13-152,15-13-40,21-22-120,5 1-328,8-1-265,12-20-95,9-15-24,20-16-96,2-10-305</inkml:trace>
  <inkml:trace contextRef="#ctx0" brushRef="#br0" timeOffset="181403.178">33961 8751 27846,'0'0'1792,"0"0"-1007,0 0-104,0 0-93,3 17-134,11 55-160,-31 111-19,17-178-273,-1 0 0,1 0 0,0 0 0,1 0 0,-1 0 0,1 0 0,0-1 0,0 1 0,0 0 0,1 0 0,0-1 0,0 1 0,0-1 0,0 1 0,1-1 0,0 0 0,0 0 0,0 0 0,0-1 0,0 1 0,1-1 0,0 1 0,0-1 0,0 0 0,0-1 0,2 2-2,130 69-5,-136-73-41,-1 0 1,1 1 0,-1-1 0,1 0-1,0 0 1,-1 0 0,1 0-1,-1 0 1,1 0 0,0 1 0,-1-1-1,1 0 1,0 0 0,-1 0-1,1 1 1,0-1 0,-1 0 0,1 1-1,0-1 1,0 0 0,-1 1 0,1-1-1,0 0 1,0 1 0,0-1-1,-1 0 1,1 1 0,0-1 0,0 1-1,0-1 1,0 0 0,0 1-1,0-1 1,0 1 0,0-1 0,0 0-1,0 1 1,0-1 0,0 1 0,0-1-1,0 1 1,0-1 0,0 0-1,1 1 1,-1-1 0,0 0 0,0 1-1,0-1 1,1 0 0,-1 1-1,0-1 1,0 0 0,1 1 0,-1-1 45,-47-4-1462,45 3 1321,-14-2 145,1 1 1,-1 0-1,1 1 0,-1 0 0,1 1 0,-1 1 0,0 1 1,1 0-1,0 1 0,-1 1 0,1 0 0,1 1 0,-1 0 1,1 2-1,-7 3-4,-3 5 174,2 1 1,0 1 0,1 1-1,0 1 1,2 1 0,0 1-1,1 0 1,2 1 0,0 1-1,1 1 1,1 0-1,2 1 1,0 0 0,2 1-1,0 0 1,2 1 0,1 0-1,1 0 1,2 0 0,-1 13-175,6-36 13,-1 0 0,1 0 0,0 0 0,0 0 0,1 0 0,-1 0 0,1 0 0,0-1 0,0 1 0,0 0 0,0-1 0,1 0 0,-1 0 0,1 1 0,0-1 0,0-1 0,0 1 0,0 0 0,0-1 0,1 0 0,-1 0 0,1 0 0,0 0 0,0 0 0,-1-1 0,1 1 0,0-1 0,0 0 1,0 0-1,4 0-13,131 13 103,-136-14-103,17 1-15,-1 0-1,0-2 1,0 0-1,0-1 1,0 0-1,0-2 0,0 0 1,-1-2-1,1 0 1,-1 0-1,-1-2 1,1 0-1,-2-1 1,1-1-1,-1-1 0,0 0 1,-1-1-1,-1 0 1,0-2-1,0 1 1,9-14 15,-20 23-31,0 0 0,-1 1 0,1-1 0,-1 0 0,0 0 0,0 0 0,-1-1 0,1 1 0,-1 0 0,0-1 0,0 1 0,0-1 1,0 1-1,-1-1 0,0 1 0,0-1 0,0 0 0,-1 1 0,1-1 0,-1 1 0,0-1 0,0 1 0,-1 0 0,0-1 0,1 1 0,-1 0 0,0 0 1,-1 0-1,1 0 0,-1 1 0,0-2 31,-4 2-21,0 0 1,1 1 0,-1-1-1,0 1 1,0 0 0,-1 1 0,1 0-1,0 0 1,0 1 0,-1-1-1,1 1 1,0 1 0,0 0-1,-1 0 1,1 0 0,0 1-1,0 0 1,0 0 0,0 1-1,1 0 1,-1 0 0,1 1 0,-1-1-1,1 1 1,0 1 0,-2 2 20,-136 148 591,112-114-481,19-25-75,9-8-1,-1-1 0,0 0 0,0 0 1,-1-1-1,0 1 0,0-1 0,0 0 0,-1-1 1,0 0-1,0 0 0,0 0 0,-1-1 0,0 0 0,0 0 1,0-1-1,0 0 0,0 0 0,0-1 0,-6 0-34,11-4 8,1 0 0,-1 0 0,1-1-1,-1 1 1,1-1 0,0 0 0,0 1 0,0-1-1,0 0 1,1 0 0,-1-1 0,1 1 0,0 0-1,0 0 1,0-1 0,0 1 0,0-1 0,1 1-1,-1-1 1,1 1 0,0 0 0,0-1 0,1 1 0,-1-1-1,1 1 1,0-1 0,-1 1 0,2-3-8,-2 6 0,3-18-2,1 0 0,1 1 0,0-1 0,1 1 0,1 0 0,1 1 0,0 0 0,1 0 0,1 1 0,0 0 0,7-8 2,-11 15-3,152-210-695,101-100 698,-234 285-27,3 1 0,0 2 0,2 0 0,1 2 0,1 2 0,2 1 0,0 1 0,2 2 0,36-17 27,-68 37 21,-1-1 0,1 1 0,-1 1-1,1-1 1,0 0 0,-1 1 0,1 0-1,0 0 1,0 0 0,0 0-1,0 1 1,0-1 0,0 1 0,0 0-1,0 1 1,0-1 0,0 0 0,0 1-1,0 0 1,0 0 0,-1 0-1,1 1 1,0-1 0,0 1 0,-1 0-1,1 0 1,-1 0 0,0 0 0,0 1-1,1 0 1,-2-1 0,1 1 0,0 0-1,0 0 1,-1 0 0,0 1-1,0-1 1,0 1 0,0-1 0,0 1-1,-1 0 1,1-1 0,-1 1 0,0 0-1,0 0 1,0 2-21,2 101 211,-4-95-211,-1 0 1,2 0 0,-1-1 0,2 1-1,-1 0 1,2 0 0,-1 0 0,2-1-1,0 1 1,0-1 0,1 0 0,0 0-1,1 0 1,0 0 0,1-1 0,0 0-1,1 0 1,5 6-1,45 26 0,-52-40 0,0-1 0,0 1 0,0 1 0,0-1 0,0 1 0,0 0 0,-1 0 0,1 0 0,-1 1 0,0 0 0,0 0 0,0 0 0,0 0 0,-1 0 0,0 1 0,0-1 0,0 1 0,0 0 0,-1 0 0,0 0 0,0 0 0,0 1 0,-1-1 0,1 1 0,-1-1 0,-1 0 0,1 1 0,-1 0 0,0-1 0,0 1 0,0-1 0,-1 1 0,0-1 0,0 2 0,-10 8 0,1 0 0,-2-1 0,0 0 0,0 0 0,-1-2 0,-1 1 0,0-2 0,-1 0 0,0-1 0,-1 0 0,-2 0 0,13-6 0,-21 13 0,0-1 0,-2 0 0,0-2 0,0-2 0,-1 0 0,-1-2 0,0-1 0,0-2 0,0 0 0,-1-2 0,-27 0 0,56-4-9,-1-1 0,1 1 0,0-1 0,-1 0 0,1 0 0,0 0 0,0 0 0,-1 0 0,1-1 0,0 1 0,-1-1 0,1 1 0,0-1 0,0 0 0,0 0 0,0 0 0,0 0 0,0 0 0,0 0 0,0-1 0,0 1 0,0-1 0,1 1 0,-1-1 0,0 0 0,1 1 0,0-1 0,-1 0 0,1 0 0,0 0 0,0 0 0,0 0 0,0 0 0,0-1 0,1 1 0,-1 0 0,1 0 0,-1-1 0,1 1 0,0 0 0,0-1 0,0 1 0,0 0 0,0 0 0,1-2 9,1-5-25,2-1 1,-1 2-1,1-1 1,0 0 0,1 1-1,0 0 1,0 0-1,1 0 1,0 1 0,0 0-1,1 0 1,0 0 0,0 1-1,0 0 1,1 0-1,0 1 1,0 0 0,0 0-1,1 1 1,0 0-1,0 1 1,0 0 0,0 0-1,0 1 1,1 0 0,-1 1-1,1 0 1,8 0 24,101 0-422,-68 4-885</inkml:trace>
  <inkml:trace contextRef="#ctx0" brushRef="#br0" timeOffset="181622.527">35397 8625 30927,'0'0'768,"0"0"-584,0 0-88,-33 114 144,4-37 24,-14 30-264,-17 17-72,12-17-664,7-31-1513</inkml:trace>
  <inkml:trace contextRef="#ctx0" brushRef="#br0" timeOffset="182544.702">35134 9369 29262,'0'0'1313,"0"18"-632,3 148 347,-2-164-1045,-1 0 0,1 0-1,0-1 1,0 1 0,0-1 0,1 1-1,-1-1 1,0 1 0,1-1 0,-1 1-1,1-1 1,-1 0 0,1 0 0,0 0-1,-1 0 1,1 0 0,0 0 0,0-1-1,-1 1 1,1 0 0,0-1 0,0 0-1,0 1 1,0-1 0,0 0-1,0 0 1,0 0 0,0 0 0,0 0-1,0-1 1,-1 1 0,1 0 0,0-1-1,0 1 1,0-1 0,0 0 0,-1 0-1,1 0 1,0 0 0,-1 0 0,1 0-1,0 0 1,-1 0 0,0-1 0,1 1-1,-1-1 1,0 1 0,0-1 0,1 1-1,-1-1 1,-1 0 0,2-1 17,31-31-434,-1-2 0,-2-1 0,-2-1 0,-1-1 0,-2-2 0,-2-1 0,-2 0 0,-2-2 0,5-17 434,123-224 1197,-106 233-1058,2 2 0,2 2 0,2 3 0,2 1 1,2 2-1,29-16-139,8-10-184,-17 2-402,-96 73 1247,13 9-430,1 0 0,0 1 1,2 1-1,0 0 0,1 0 1,1 1-1,0 0 0,-3 17-231,3-12 134,-237 782 1245,227-751-1379,4-16 0,2 1 0,1 0 0,2 0 0,2 1 0,1 0 0,2 9 0,46-252-39,-6 80-1410,5 1 0,5 2-1,5 3 1,21-28 1449,3 30 17,-73 110 140,0 0 0,0 1 1,0 0-1,1-1 0,-1 1 1,1 0-1,0 1 0,0-1 1,0 1-1,0 0 0,0 0 1,0 0-1,1 0 1,-1 1-1,1-1 0,-1 1 1,1 1-1,-1-1 0,1 0 1,0 1-1,-1 0 0,1 0 1,0 1-1,-1-1 0,1 1 1,2 1-158,1 3 77,-1 2 0,0-1 0,0 1 1,-1 0-1,0 0 0,0 1 0,-1 0 0,0 0 1,0 0-1,-1 1 0,0-1 0,0 1 1,-1 0-1,-1 0 0,1 0 0,-1 1 0,-1-1 1,0 1-1,0-1 0,0 0 0,-2 4-77,6 34 22,-1 0-1,-3 0 0,-2 0 1,-2 0-1,-7 30-21,9-65-26,-1 0-1,-1 0 1,0 0-1,0-1 1,-1 1-1,-1-1 1,0 0 0,-1 0-1,0 0 1,0-1-1,-1 0 1,0 0-1,-1-1 1,0 0-1,-1 0 1,0-1 0,0 0-1,-1 0 1,0-1-1,0 0 1,0-1-1,-1 0 1,0-1 0,0 0-1,-1-1 1,0 0-1,1-1 1,-8 1 26,16-4-47,-1 0 0,1 0 1,-1-1-1,1 1 0,0-1 1,-1 0-1,1 0 0,0 0 1,-1 0-1,1 0 0,0-1 0,0 1 1,0-1-1,1 0 0,-1 0 1,0 0-1,1-1 0,-1 1 0,1 0 1,-1-1-1,1 0 0,0 1 1,0-1-1,1 0 0,-1 0 1,0 0-1,1 0 0,0-1 0,0 1 1,0 0-1,0 0 0,0-1 1,1 1-1,-1-2 47,1-124-442,1 121 496,2-1 0,-1 1 0,1-1 0,0 1 0,0 0 0,1 0 0,1 0 0,-1 1 0,1-1 0,0 1 0,1 0 0,0 1 0,0-1 0,0 1 0,1 0 0,-1 1 0,2 0 0,-1 0 0,0 0 0,1 1 0,0 0 0,0 0 0,0 1 0,1 0 0,-1 1 0,1 0 0,-1 0 0,1 0 0,0 1 0,0 1 0,8 0-54,-14 3-1,0 0 1,0 0 0,0 0-1,0 0 1,-1 1-1,1 0 1,-1-1-1,0 1 1,0 0 0,-1 0-1,1 0 1,-1 0-1,1 0 1,-1 0 0,-1 1-1,1-1 1,-1 0-1,1 0 1,-1 1-1,0-1 1,-1 0 0,1 1-1,-1-1 1,0 0-1,0 0 1,0 0 0,0 0-1,-1 1 1,0-1 0,-9 23-4,0-2 1,-1 0-1,-2 0 1,-1-1 0,0-1-1,-8 8 4,-9 14 6,20-27 0,-57 117 974,70-134-977,-1 0-1,1 0 1,-1 0 0,1 0 0,0 0 0,-1 0 0,1 0 0,0 0 0,0 0 0,0 0 0,0 0 0,0-1 0,0 1 0,0 0-1,0-1 1,0 1 0,0-1 0,0 1 0,0-1 0,0 1 0,0-1 0,0 0 0,0 0 0,1 0 0,-1 1 0,0-1 0,0 0-1,0 0 1,1-1 0,-1 1 0,0 0 0,0 0 0,0 0 0,0-1 0,0 1 0,1-1 0,-1 1 0,0-1 0,0 1 0,0-1 0,0 0-1,0 1 1,0-1 0,-1 0 0,1 0 0,0 0 0,0 0-3,115-77-164,85-68-1852,-110 77 163</inkml:trace>
  <inkml:trace contextRef="#ctx0" brushRef="#br0" timeOffset="183377.837">37047 8189 32079,'0'0'427,"0"0"-262,-2 20-120,-34 138 6,-206 285-54,241-443-11,0 1 0,1-1-1,-1 1 1,0-1 0,0 1 0,1 0-1,-1 0 1,1-1 0,-1 1-1,1 0 1,-1 0 0,1-1-1,-1 1 1,1 0 0,0 0-1,0 0 1,-1 0 0,1 0 0,0 0-1,0-1 1,0 1 0,0 0-1,0 0 1,0 0 0,0 0-1,0 0 1,0 0 0,0 0 0,1 0-1,-1 0 1,0-1 0,1 1-1,-1 0 1,0 0 0,1 0-1,-1-1 1,1 1 0,-1 0 0,1 0-1,0-1 1,-1 1 0,1 0-1,0-1 1,-1 1 0,1-1-1,0 1 1,0-1 0,0 1 0,-1-1-1,1 0 1,0 1 0,0-1-1,0 0 1,0 0 0,0 1-1,0-1 1,0 0 0,0 0 14,3 2 27,-1 0 0,1 1 0,-1 0 0,0-1 0,0 1 0,0 0 0,0 1 0,-1-1 0,1 0 0,-1 1 0,0 0 0,0-1 0,0 1 0,0 0 0,-1 0-1,1 0 1,-1 0 0,0 0 0,0 0 0,-1 0 0,1 1 0,-1-1 0,0 0 0,0 0 0,-1 1 0,1-1-27,1 44 22,-3-1 0,-1 0 0,-3-1-1,-1 1 1,-3-1 0,-10 27-22,-9 76 0,29-149-6,1 0 0,-1 0 1,0-1-1,0 1 0,0 0 0,1 0 1,-1-1-1,0 1 0,0 0 0,0 0 1,1 0-1,-1-1 0,0 1 0,1 0 0,-1 0 1,0 0-1,0 0 0,1 0 0,-1 0 1,0-1-1,1 1 0,-1 0 0,0 0 0,1 0 1,-1 0-1,0 0 0,1 0 0,-1 0 1,0 0-1,1 1 0,-1-1 0,0 0 1,0 0-1,1 0 0,-1 0 0,0 0 0,1 0 1,-1 1-1,0-1 0,0 0 0,1 0 1,-1 0-1,0 1 0,0-1 0,1 0 1,-1 0-1,0 1 0,0-1 0,0 0 0,0 0 1,1 1-1,-1-1 0,0 0 0,0 1 1,0-1-1,0 0 0,0 1 0,0-1 0,0 0 1,0 0-1,0 1 6,61-94-879,52-115-9,-41 70 262,6 3 1,85-111 625,-143 221 192,2 0 0,0 1 0,2 1-1,0 2 1,2 0 0,0 1 0,1 2 0,20-10-192,16 10 777,-61 19-754,0 0-1,-1 1 1,0-1-1,1 0 0,-1 1 1,0-1-1,0 1 1,0 0-1,0-1 0,0 1 1,0 0-1,0 0 1,0-1-1,-1 1 0,1 0 1,-1 0-1,1 0 1,-1 0-1,0 0 0,0 0 1,0 0-1,0 0 1,0 0-1,0 0 0,-1 0 1,1-1-1,0 1 1,-1 0-1,0 0 0,1 0 1,-1 0-1,0-1 1,0 1-1,0 0-22,-9 24 49,-1-1 0,-1 0-1,-1 0 1,-2-1 0,0-1 0,-14 15-49,-17 30 3,25-37-3,1 1 0,2 1 0,1 1 0,1 0 0,2 1 0,2 1 0,-4 18 0,15-53 0,1 0 0,0 0 0,-1 0 0,1 0 0,0 0 0,0 0 0,0 0 0,-1 0 0,1 0 0,0 0 0,0 0 0,0 0 0,1 0 0,-1 0 0,0 0 0,0 0 0,0 0 0,1 0 0,-1 0 0,1-1 0,-1 1 0,1 0 0,-1 0 0,1 0 0,-1 0 0,1 0 0,0-1 0,-1 1 0,1 0 0,0-1 0,0 1 0,-1 0 0,1-1 0,0 1 0,0-1 0,0 1 0,0-1 0,0 0 0,0 1 0,0-1 0,0 0 0,0 0 0,0 0 0,0 1 0,0-1 0,0 0 0,0 0 0,0-1 0,0 1 0,0 0 0,0 0 0,0 0 0,-1-1 0,1 1 0,0 0 0,0-1 0,0 1 0,0-1 0,0 1 0,0-1 0,0 1 0,0-1 0,93-27 0,41-2 0,-133 32 0,-1-1 0,0 0 0,1 1 0,-1-1 0,0 1 0,0 0 0,0-1 0,0 1 0,0 0 0,-1 0 0,1-1 0,0 1 0,-1 0 0,1 0 0,-1 0 0,0 0 0,0 0 0,1 0 0,-1 0 0,-1 0 0,1 0 0,0 0 0,0 0 0,-1-1 0,1 1 0,-1 0 0,1 0 0,-1 0 0,0 0 0,0 0 0,-8 19 0,0-2 0,-1 1 0,-1-2 0,0 1 0,-2-1 0,0-1 0,-5 5 0,-16 22 0,17-20 0,5-11 0,0 1 0,2 1 0,0 0 0,0 0 0,2 1 0,0 0 0,0 1 0,2 0 0,0 0 0,1 0 0,1 1 0,-1 8 0,7-23-11,1 0 0,-1-1 0,1 1 0,0-1 0,0 0-1,0 0 1,0 0 0,0 0 0,1-1 0,-1 1 0,0-1 0,1 0 0,-1 0 0,1 0 0,0 0 0,-1 0 0,1-1 0,0 0-1,-1 0 1,1 0 0,0 0 0,-1 0 0,1-1 0,-1 0 0,1 0 0,-1 0 0,1 0 0,-1 0 0,1-1 11,78-25-1803,-49 15-10</inkml:trace>
  <inkml:trace contextRef="#ctx0" brushRef="#br0" timeOffset="183551.653">37600 9653 27822,'0'0'4089,"0"0"-3321,0 0-680,0 0-88,0 0 0,138-22 0,-112-6 0,0-13 0,-8 7-496,-11 3-5817</inkml:trace>
  <inkml:trace contextRef="#ctx0" brushRef="#br1" timeOffset="-2.14748E6">1258 10724 15091,'0'0'9513,"0"0"-6751,0 0-1897,0 0-10,0 0 173,0 0-42,-4-11-533,-75-144 94,76 150-542,-1 0 0,0 0 0,0 0 0,0 1 0,0-1 0,-1 1 0,0 0 0,0 0 0,0 1 1,0-1-1,-1 1 0,1 0 0,-1 1 0,0 0 0,0-1 0,0 2 0,0-1 0,0 1 0,0 0 0,0 0 0,0 0 0,-1 1 0,1 0 1,0 1-1,0-1 0,-1 1 0,1 0 0,0 1 0,0-1-5,-7 6-1,0 0 0,1 1 1,0 0-1,1 1 0,-1 1 0,2-1 0,-1 2 1,2-1-1,-1 1 0,1 1 0,1 0 1,-1 1 0,-7 8-3,0 0 0,1 1 1,1 0-1,1 1 1,1 1-1,1 0 1,2 1-1,0 0 0,1 0 1,2 1-1,1 0 1,0 0-1,2 0 0,1 1 1,2 21 2,0-41 0,1 0 0,0 0 0,0 0 0,1-1 0,0 1 0,0 0 0,1 0 0,-1-1 0,1 1 0,1-1 0,-1 0 0,1 0 0,0-1 0,1 1 0,-1-1 0,1 1 0,0-2 0,1 1 0,-1 0 0,1-1 0,0 0 0,0 0 0,0-1 0,0 0 0,1 0 0,-1 0 0,1-1 0,0 0 0,0 0 0,0-1 0,0 0 0,1 0 0,14 1-48,-1-1 0,1-1 0,-1-1-1,0 0 1,1-2 0,-1-1 0,0 0 0,-1-2 0,1 0 0,-1-2 0,0 0 0,-1-1 0,0-1-1,11-7 49,11-10-1191,-1-1 1,-2-2-1,-1-2 0,-1-2 0,27-32 1191,1-11-16009</inkml:trace>
  <inkml:trace contextRef="#ctx0" brushRef="#br1" timeOffset="-2.14748E6">1845 10671 27910,'0'0'2424,"0"0"-1919,0 0-161,20 116 96,-9-82-64,4-5-216,7-3-160,9-6-8,37-20-440,-9-6-1065,0-24-4792</inkml:trace>
  <inkml:trace contextRef="#ctx0" brushRef="#br1" timeOffset="-2.14748E6">1801 7862 29862,'0'0'809,"0"0"-269,0 0-103,0 0-5,0 0-138,-10 17-132,-224 487 69,-68 154-231,260-529-335,62-147-2671,7-27-1671</inkml:trace>
  <inkml:trace contextRef="#ctx0" brushRef="#br1" timeOffset="-2.14748E6">1970 7962 28814,'0'0'1504,"42"217"-1191,-23-75-129,-1 0 144,-5-7 56,-4-19-160,0-25-128,-9-30-96,2-18-24,-2-3-192,0-9-320,-15-7-849,-10-22-3112</inkml:trace>
  <inkml:trace contextRef="#ctx0" brushRef="#br1" timeOffset="-2.14748E6">1374 8606 24853,'0'0'5553,"0"0"-5048,112-66-329,-11 23 8,32-8 8,-6 1-112,-13 7-80,-13 11 0,-24 15-384,39-15-985,-17 5-2944,-20-1-15459</inkml:trace>
  <inkml:trace contextRef="#ctx0" brushRef="#br1" timeOffset="-2.14748E6">2687 8104 3881,'0'0'26357,"0"0"-25700,-62 162-433,38-63-16,7-6 264,6 3-200,4-1-168,7-16-80,0 0-24,0-20-80,7-24-328,13-42-344,-3-29-849,-6-19-7697</inkml:trace>
  <inkml:trace contextRef="#ctx0" brushRef="#br0" timeOffset="30745.573">5488 4522 28286,'0'0'2473,"0"0"-2209,0 0-184,0 0-56,0 124-8,0-79-16,0-11-528,0-8-1601</inkml:trace>
  <inkml:trace contextRef="#ctx0" brushRef="#br0" timeOffset="30746.573">5488 4997 31031,'0'0'1080,"0"0"-904,0 0-176,46 124-56,-28-92-584,-10-4-2657</inkml:trace>
  <inkml:trace contextRef="#ctx0" brushRef="#br0" timeOffset="28604.306">4245 3506 27262,'0'0'824,"0"0"1088,0 0-1528,0 0-111,0 0 183,0 0-56,-74 63-176,34-24-136,-1 9-56,-12 5-16,-4 6-16,-4 2-32,4-2-168,9-7-184,17-15-312,13-13-745,14-20-2192</inkml:trace>
  <inkml:trace contextRef="#ctx0" brushRef="#br0" timeOffset="28862.135">4311 3705 26902,'0'0'1064,"0"0"-240,0 0-88,0 0-72,24 110-183,-41-62-169,-14 5-208,-4 4-56,-7 1-48,1-3-248,-3-6-257,-13-2-399,15-13-248,5-12-2617</inkml:trace>
  <inkml:trace contextRef="#ctx0" brushRef="#br0" timeOffset="29112.127">3895 4303 17036,'-4'18'8771,"-54"326"-4461,42-181-3870,7 2-1,8 56-439,16-128-328,-3-90-511,7-129-897,-8 35-22,-2 1-980</inkml:trace>
  <inkml:trace contextRef="#ctx0" brushRef="#br0" timeOffset="29279.454">4046 4348 23229,'0'0'2503,"16"-23"-959,58-75-485,-71 93-994,1-1-1,-1 1 0,1 1 0,0-1 0,1 1 0,-1-1 1,1 1-1,0 0 0,0 1 0,0-1 0,1 1 0,-1 0 0,1 1 1,-1-1-1,1 1 0,0 0 0,0 0 0,0 1 0,0 0 1,0 0-1,1 0 0,-1 1 0,0 0 0,0 0 0,0 1 1,1 0-1,-1 0 0,0 0 0,0 0 0,0 1 0,0 0 1,-1 1-1,1-1 0,0 1 0,-1 0 0,0 0 0,0 1 1,0 0-1,0 0 0,0 0 0,-1 0 0,0 1 0,0-1 1,0 1-1,0 1-64,13 23 87,-1 0 1,-2 2-1,-1 0 0,-1 0 1,-2 1-1,-1 1 1,-1 0-1,-2 0 0,0 14-86,8 61 77,-4 0 1,-4 97-79,-6-193-33,-1 0 1,0 0 0,-1 0-1,0 0 1,-1-1-1,0 1 1,-1-1-1,0 1 1,-1-1-1,0 0 1,-1-1-1,0 1 1,-1-1 0,0-1-1,-7 9 33,11-15-46,1-1 1,0 1-1,-1-1 0,0 0 0,1 1 1,-1-1-1,0 0 0,0-1 0,0 1 1,-1 0-1,1-1 0,0 0 0,0 0 1,-1 0-1,1 0 0,-1 0 0,1-1 1,-1 1-1,1-1 0,-1 0 0,1 0 1,-1-1-1,1 1 0,-1-1 0,1 1 1,-1-1-1,1 0 0,0 0 1,-1-1-1,1 1 0,0-1 0,-1 0 46,-86-73-4125,89 74 4030,-45-48-6193</inkml:trace>
  <inkml:trace contextRef="#ctx0" brushRef="#br0" timeOffset="29595.725">4000 4609 25910,'0'0'1519,"0"0"-714,8-18-329,28-54-120,-35 71-344,-1-1 0,1 1 1,0 0-1,0-1 0,-1 1 0,1 0 0,0 0 0,0 0 0,0-1 0,1 1 1,-1 0-1,0 1 0,0-1 0,0 0 0,1 0 0,-1 0 0,0 1 0,1-1 0,-1 1 1,1-1-1,-1 1 0,1-1 0,-1 1 0,1 0 0,-1 0 0,1 0 0,-1 0 1,1 0-1,-1 0 0,1 0 0,-1 0 0,1 1 0,-1-1 0,1 1 0,-1-1 0,1 1 1,-1-1-1,0 1 0,1 0 0,-1 0 0,0-1 0,0 1 0,1 0 0,-1 0 1,0 0-1,0 1 0,0-1 0,0 0 0,0 0 0,-1 0 0,1 1 0,0-1 1,0 1-1,-1-1 0,1 0 0,-1 1 0,1-1-12,3 17 25,0 1 1,-1-1-1,0 1 1,-2 0-1,0-1 1,-1 1-1,-1 0 1,0 0-1,-2-1 1,0 1-1,-1-1 0,-3 7-25,-7 22-165,-1 0-1,-3-1 0,-2 0 1,-24 41 165,44-85-8,0-1 1,0 0 0,-1 0-1,1 0 1,0 0-1,0 0 1,0 0 0,-1 0-1,1 0 1,-1 0 0,1 0-1,-1 0 1,1 0 0,-1 0-1,1 0 1,-1-1-1,0 1 1,1 0 0,-1 0-1,0-1 1,0 1 0,0 0-1,1-1 1,-1 1 0,0-1-1,0 1 1,0-1-1,0 1 1,0-1 0,0 0-1,0 1 1,0-1 0,0 0-1,0 0 1,0 0 0,-1 0-1,1 0 1,0 0-1,0 0 1,0 0 0,0 0-1,0 0 1,0-1 0,0 1-1,0 0 1,-1-1 7,3-34-46,2 1-1,1-1 1,1 1 0,2 0-1,2 0 1,1 1 0,1 0 0,12-21 46,2-16-58,-9 22-285,45-118-180,-9 62-6630,-15 59 6154,-24 73 7051,-13 104-3730,-6 0 1,-14 64-2323,-4 113-614,24-343-675,0-13-1843</inkml:trace>
  <inkml:trace contextRef="#ctx0" brushRef="#br0" timeOffset="30227.451">4747 3409 28070,'0'0'947,"0"0"-340,0 0-86,0 0-29,0 0-62,14 20-112,-4-7-268,-4-7-37,-1 1 0,0 0-1,0 0 1,0 0 0,-1 0-1,0 1 1,-1 0-1,0 0 1,0 0 0,0 0-1,-1 0 1,0 1 0,-1-1-1,0 0 1,0 1 0,-1-1-1,0 1 1,-1 5-13,-104 341 37,38-165-328,58-155 186,31-56-35,161-131 143,-133 134-11,-49 20-5,1 1 1,-1-1 0,0 0-1,1 0 1,-1 0 0,0 1-1,0-1 1,0 0 0,-1 1-1,1-1 1,-1 1 0,1-1-1,-1 1 1,0-1 0,0 1 0,0-1-1,0 1 1,0 0 0,-1-1-1,1 1 1,-1-1 0,0 0-1,0 2 13,1 0-7,-7 23 2,-1-1-1,0 0 1,-2 0 0,-2-1-1,0 0 1,-1-1-1,-1-1 1,-2 0 0,-16 20 5,2 0 51,7-7 34,36-36-122,92-30-406,-104 30 417,1 1 1,0 0-1,0 0 1,0 0-1,-1 0 1,1 0-1,0 0 0,-1 0 1,1 0-1,-1 1 1,0-1-1,1 1 1,-1-1-1,0 1 1,0-1-1,0 1 0,0 0 1,0 0-1,0-1 1,-1 1-1,1 0 1,0 0-1,-1 0 1,0 0-1,1 0 1,-1 0-1,0 0 0,0 0 1,0 0-1,0 0 1,0 0-1,-1-1 1,1 1-1,0 0 1,-1 0-1,0 0 0,1 0 1,-1 0-1,0-1 1,0 2 25,0 0 8,-6 33 9,-3 0 0,0 0-1,-3-1 1,-1-1-1,-1 0 1,-12 18-17,-3 9 152,-99 230 734,115-235-487,19-52-294,6-7-87,0-1 1,0 0-1,-1-1 1,1 0-1,-1-1 0,0 0 1,-1 0-1,1-1 0,-1 0 1,-1-1-1,1 0 1,-1-1-1,-1 1 0,0-2 1,1 0-19,4-3 1,32-37-515,-4-1 0,-1-2-1,-3-1 1,-2-2 0,-2-2-1,2-12 515,1-12-3962</inkml:trace>
  <inkml:trace contextRef="#ctx0" brushRef="#br0" timeOffset="30496.85">5012 4313 27326,'0'0'1472,"-24"106"-640,11-31-160,-2 16-47,0 19-169,6-19-112,2 10-152,3-1-120,4-15-48,0 4-24,0-10-152,4-14-192,14-4-280,-1-16-673,-6-19-2511</inkml:trace>
  <inkml:trace contextRef="#ctx0" brushRef="#br0" timeOffset="39337.236">8237 3977 26158,'0'0'2621,"0"0"-1380,0 0-593,0 0-168,0 0-53,-2-3-102,15 85 262,40 408-322,-43-341-250,34 451-15,-3-408 0,-31-296-956,2 37-367,-3 1-999</inkml:trace>
  <inkml:trace contextRef="#ctx0" brushRef="#br0" timeOffset="41775.723">11251 3646 28678,'0'0'1522,"0"0"-767,0 0-325,0 0-31,0 0-29,0 0-40,-1 20-92,4 132-193,11-114-45,2 0 0,2-1 0,1-1 0,2-1 0,1 0 0,2-2 0,2-1 0,17 18 0,101 104 0,-143-152 0,-1 0 0,1-1 0,-1 1 0,1 0 0,-1 0 0,0 0 0,0 0 0,1-1 0,-1 1 0,-1 0 0,1 0 0,0 0 0,0 0 0,-1 0 0,1-1 0,-1 1 0,1 0 0,-1 0 0,0-1 0,0 1 0,0 0 0,0-1 0,0 1 0,0-1 0,0 1 0,-1-1 0,1 1 0,0-1 0,-1 0 0,1 0 0,-1 0 0,1 0 0,-1 0 0,0 0 0,1 0 0,-1 0 0,0-1 0,0 1 0,1-1 0,-1 1 0,0-1 0,0 0 0,0 0 0,0 0 0,0 0 0,0 0 0,1 0 0,-2 0 0,-10 4 0,-21 11-11,0-2 0,-1-2 0,-1-1 0,0-1 0,0-2 0,-1-2 0,0-2 0,-30 0 11,61-4-137,0-1 1,-1 1-1,1-1 0,0-1 1,0 1-1,0-1 0,1 0 0,-1 0 1,1 0-1,-1-1 0,1 0 1,0 0-1,0-1 0,1 1 1,-1-1-1,1 0 0,0 0 0,1 0 1,-1-1-1,1 1 0,0-1 1,0 0-1,1 0 0,0 0 1,0 0-1,-1-3 137,-16-48-5240</inkml:trace>
  <inkml:trace contextRef="#ctx0" brushRef="#br0" timeOffset="42059.272">11332 3885 25349,'0'0'3481,"0"0"-2673,0 0-80,140-20-239,-87 20-185,8 0-144,44 0-160,-15 0-16,-7 0-1329</inkml:trace>
  <inkml:trace contextRef="#ctx0" brushRef="#br0" timeOffset="42308.697">12559 3916 30783,'0'0'796,"0"0"-256,0 0-227,-18 22-37,-230 281-217,-91 67-59,-106 129 0,424-474-169,9-12 29,-1 0 0,2 1 0,0 1 0,0 0 1,2 0-1,0 1 0,0 1 0,2-1 0,0 1 0,1 0 0,0 1 1,2-1-1,0 1 0,0 7 140,4-14-3042</inkml:trace>
  <inkml:trace contextRef="#ctx0" brushRef="#br0" timeOffset="42476.533">12340 4555 29646,'0'0'1321,"0"0"-985,0 0-64,-68 142 168,26-73-8,-4 12-168,-6 6-208,-3 4-56,5-1 0,6-5 0,7-10 0,19-14-64,18-15-448,7-19-296,14-19-1329</inkml:trace>
  <inkml:trace contextRef="#ctx0" brushRef="#br0" timeOffset="42809.458">12763 4559 29222,'0'0'1629,"-5"18"-917,-94 235 452,62-177-1133,-120 285-22,152-350-9,2 1 0,0 0 0,0 0 0,1 0 0,0 0 0,1 0 0,0 0 0,1 0 0,2 12 0,0-21 0,1 0 0,-1-1 0,1 1 0,0-1 0,0 0 0,0 1 0,0-1 0,1-1 0,-1 1 0,1 0 0,-1-1 0,1 0 0,-1 0 0,1 0 0,0 0 0,-1 0 0,1-1 0,0 1 0,0-1 0,-1 0 0,1 0 0,0-1 0,0 1 0,-1-1 0,1 0 0,0 0 0,-1 0 0,1 0 0,-1-1 0,1 1 0,-1-1 0,0 0 0,2-2 0,12-5 0,-1-1 0,-1-1 0,0 0 0,-1-1 0,0 0 0,-1-2 0,0 1 0,-1-2 0,0 1 0,-1-2 0,-1 1 0,-1-1 0,0-1 0,-1 0 0,5-16 0,-11 29 0,0-1 0,0 1 0,0 0 0,-1 0 0,1-1 0,-1 1 0,0-1 0,-1 1 0,1-1 0,-1 1 0,0-1 0,0 1 0,0-1 0,-1 1 0,0-1 0,0 1 0,0-1 0,0 1 0,-1-1 0,1 1 0,-1 0 0,0 0 0,0 0 0,-1 0 0,1 0 0,-1 1 0,0-1 0,0 1 0,0-1 0,0 1 0,-1 0 0,0 0 0,-126-14 0,114 17 0,-72 16 281,54-2-2961,23-10 981,5-3-14535</inkml:trace>
  <inkml:trace contextRef="#ctx0" brushRef="#br0" timeOffset="39891.9">8748 4380 26862,'0'0'1540,"0"0"-445,0 0-328,0 0-254,0 0-157,0 0-144,8-10-105,-7 10-105,4-6 11,1 0-1,-1 1 1,1 0-1,0 0 1,0 1-1,1-1 0,-1 1 1,1 1-1,0-1 1,0 1-1,0 0 1,1 1-1,0 0-12,215-15 100,-217 17-99,0 0 0,0 0 0,0 1 0,0 0 0,0 1 1,0-1-1,0 1 0,0 0 0,-1 1 0,1-1 0,-1 1 0,1 0 0,-1 1 0,0-1 0,0 1 0,-1 0 0,1 0 0,-1 0 1,0 1-1,0 0 0,0-1 0,-1 1 0,0 1 0,0-1 0,0 0 0,0 1 0,-1 0 0,0-1 0,0 1 0,0 0 0,-1 0 0,0 0 1,0 0-1,-1 0 0,0 0 0,0 3-1,-2 17-1,-2 0 0,-1 0 0,-1-1 0,-1 0 0,-1 0 1,-2-1-1,0 0 0,-2 0 0,0-1 0,-1-1 0,-2 0 0,0-1 1,-1 0-1,-1-2 0,-1 0 0,-1 0 0,-1-2 0,0 0 0,-1-2 0,0 0 1,-74 40-586,88-84-4783,7-1-11331</inkml:trace>
  <inkml:trace contextRef="#ctx0" brushRef="#br0" timeOffset="40193.317">9480 4169 26302,'0'0'3174,"0"0"-1957,0 0-723,0 0-133,-20 12-4,-2 1-255,-98 79 354,103-73-438,0 0 0,2 1 0,0 1-1,1 0 1,1 1 0,1 0 0,2 1 0,0 0 0,1 1 0,1 0 0,1 1 0,2-1-1,0 1 1,2 0 0,0 0 0,2 1 0,1 10-18,1-29 0,0 1 0,0-1 0,1 0 0,0 1 0,0-1 0,1 0 0,0-1 0,0 1 0,0 0 0,1-1 0,0 0 0,0 0 0,1 0 0,0 0 0,0-1 0,0 0 0,1 0 0,-1 0 0,1 0 0,0-1 0,1 0 0,-1-1 0,1 1 0,0-1 0,-1 0 0,1-1 0,1 0 0,-1 0 0,0 0 0,0-1 0,1 0 0,-1-1 0,4 1 0,17-2-164,-2-1 0,1-1 0,0-2 0,0 0 0,-1-2 0,0-1 0,-1-1 0,0-1 0,0-1 0,-1-1 0,0-1 0,16-13 164,-34 23-151,58-35-2227</inkml:trace>
  <inkml:trace contextRef="#ctx0" brushRef="#br0" timeOffset="40542.566">9828 3853 29974,'0'0'1051,"0"0"-472,0 0-272,0 0-98,-2 24 103,-6 224 20,22 896-329,-23-1004-3,22-240-403,7 39-996,0 0-1304</inkml:trace>
  <inkml:trace contextRef="#ctx0" brushRef="#br0" timeOffset="40809.623">10238 4407 30767,'0'0'1248,"0"0"-928,0 0-232,0 0-40,0 0 104,0 0-56,123 4-64,-86 4-32,9 16-304,-11-4-472,-15 1-1193</inkml:trace>
  <inkml:trace contextRef="#ctx0" brushRef="#br0" timeOffset="41058.447">10100 4922 30999,'0'0'1008,"0"0"-712,0 0-160,0 0 192,0 0-328,123-39 0,-60 17 0,36-2 0,-16 9 0,-15 3-1584</inkml:trace>
  <inkml:trace contextRef="#ctx0" brushRef="#br0" timeOffset="44325.15">14300 5068 26318,'0'0'2760,"0"0"-2368,0 0-136,0 0-48,0 0 16,-112 47 65,88-27-89,-5 2-96,-8 17-104,4-3-168,0-7-1073</inkml:trace>
  <inkml:trace contextRef="#ctx0" brushRef="#br0" timeOffset="45302.436">15869 4567 27350,'0'0'2012,"0"0"-941,0 0-504,0 0-216,0 0-42,0 0-30,13-25-91,99-154 17,3 56-165,-115 122-41,1 0 1,0 0-1,0 0 0,0 0 0,0 0 0,-1 0 0,1 0 1,0 0-1,1 0 0,-1 1 0,0-1 0,0 0 0,0 1 0,0-1 1,1 1-1,-1-1 0,0 1 0,0-1 0,1 1 0,-1 0 1,0 0-1,1 0 0,-1 0 0,0 0 0,1 0 0,-1 0 1,0 0-1,1 0 0,-1 1 0,0-1 0,1 0 0,-1 1 1,0-1-1,0 1 0,1 0 0,-1-1 0,0 1 0,0 0 1,0 0-1,0-1 0,0 1 0,0 0 0,0 0 0,0 0 0,-1 0 1,2 1 0,3 118-12,-16 291 34,10-409-21,0 0-1,0 1 0,1-1 0,-1 0 1,0 0-1,1 1 0,0-1 1,-1 0-1,1 0 0,0 1 1,0-1-1,0 0 0,1 1 0,-1-1 1,1 0-1,-1 0 0,1 1 1,0-1-1,-1 0 0,1 0 1,0 0-1,0 0 0,1 0 0,-1 0 1,0 0-1,1 0 0,-1-1 1,1 1-1,0 0 0,-1-1 1,1 1-1,0-1 0,0 0 0,0 1 1,0-1-1,0 0 0,0 0 1,0-1-1,0 1 0,1 0 0,-1-1 1,0 1-1,0-1 0,1 0 1,-1 1-1,0-1 0,1 0 1,-1-1-1,2 1 0,67-58 0,-23-11-116,-3-3-1,-3-1 1,-3-2 0,-4-1-1,1-13 117,25-70 28,-51 181 282,34 540 342,-24 68-652,-21-601 0,-1 1 0,-1 0 0,-1-1 0,-2 0 0,-1 0 0,-1 0 0,-2-1 0,0 0 0,-2-1 0,-9 15 0,-46 29 0,65-69 0,0-1 0,0 0 0,-1 1 0,1-1 0,0 0 0,0 0 0,-1 0 0,1 0 0,-1 0 0,1-1 0,-1 1 0,1-1 0,-1 1 0,1-1 0,-1 0 0,1 0 0,-1 0 0,1-1 0,-1 1 0,1 0 0,-1-1 0,1 0 0,-1 0 0,1 1 0,0-1 0,-1-1 0,1 1 0,0 0 0,0 0 0,0-1 0,0 0 0,0 1 0,0-1 0,0 0 0,0 0 0,0-1 0,-5-10 0,1-1 0,0 1 0,2-1 0,-1 0 0,2 0 0,0 0 0,0 0 0,2 0 0,-1-1 0,2 1 0,0-1 0,1 1 0,1-10 0,-1-7 0,2-11-93,2 1-1,2-1 1,2 1-1,1 1 1,3-1-1,0 2 1,3 0-1,1 1 0,2 0 1,2 2-1,1 0 1,2 1-1,1 2 1,2 0-1,1 2 1,1 1-1,2 1 1,18-11 93,-5 4-1782</inkml:trace>
  <inkml:trace contextRef="#ctx0" brushRef="#br0" timeOffset="45742.135">15396 3908 28926,'0'0'931,"-3"18"-364,-119 1139 1776,72-656-2343,49-500-17,0 1 0,1-1 0,0 0 0,-1 1 0,1-1 1,0 1-1,-1-1 0,1 0 0,0 1 0,0-1 0,0 1 0,0-1 0,1 1 0,-1-1 0,0 1 0,1-1 0,-1 0 1,0 1-1,1-1 0,0 0 0,-1 1 0,1-1 0,0 0 0,0 0 0,-1 0 0,1 0 0,0 1 0,0-1 0,0 0 1,1-1-1,-1 1 0,0 0 0,0 0 0,0 0 0,1-1 0,-1 1 0,0 0 0,1-1 0,-1 0 0,0 1 0,1-1 1,-1 0-1,1 1 0,-1-1 0,1 0 0,-1 0 0,0 0 0,1 0 0,-1-1 0,1 1 0,-1 0 0,1-1 0,-1 1 1,0-1-1,1 1 0,-1-1 0,0 1 0,1-1 0,-1 0 0,1 0 17,44-25-2917,2-16-6306</inkml:trace>
  <inkml:trace contextRef="#ctx0" brushRef="#br0" timeOffset="46092.709">17294 3987 29046,'0'0'1713,"0"0"-1023,0 0-390,0 0-90,-3 18 137,-9 90-125,6 1 1,6 89-223,1-93 16,-1 577-16,1-683-32,-1 1 1,0 0-1,1-1 1,-1 1-1,1 0 0,-1 0 1,1-1-1,0 1 0,-1 0 1,1 0-1,-1 0 1,1 0-1,-1 0 0,1 0 1,-1 0-1,1 0 1,0 0-1,-1 0 0,1 0 1,-1 0-1,1 0 0,-1 1 1,1-1-1,-1 0 1,1 0-1,-1 1 0,1-1 1,-1 0-1,1 0 1,-1 1-1,1-1 0,-1 1 1,0-1-1,1 0 1,-1 1-1,0-1 0,1 1 1,-1-1-1,0 1 0,1-1 1,-1 1-1,0-1 1,0 1-1,0-1 0,0 1 1,1-1-1,-1 1 1,0 0-1,0-1 0,0 1 1,0-1-1,0 1 0,0-1 1,0 1-1,0-1 1,-1 1-1,1 0 0,0-1 1,0 1-1,0-1 1,-1 1-1,1-1 0,0 1 1,0-1-1,-1 0 0,1 1 1,-1-1-1,1 1 32,9-25-3235</inkml:trace>
  <inkml:trace contextRef="#ctx0" brushRef="#br0" timeOffset="46375.224">17712 4297 31343,'0'0'1024,"0"0"-888,0 0-56,0 0 96,112-18-168,-81 16-8,0 2 0,-3 0 0,-6 4-440,-7 16-1152,-12-1-1153</inkml:trace>
  <inkml:trace contextRef="#ctx0" brushRef="#br0" timeOffset="46624.337">17688 4585 30166,'0'0'1097,"0"0"-665,0 0-104,0 0 64,0 0-40,0 0-352,123 12 0,-72-12 0,1-6 0,16 4 0,-13 2-352,-11 0-2129</inkml:trace>
  <inkml:trace contextRef="#ctx0" brushRef="#br0" timeOffset="48190.21">20450 5488 32767,'0'0'0,"0"0"0,0 0 0,0 0-224,0 0-4273</inkml:trace>
  <inkml:trace contextRef="#ctx0" brushRef="#br0" timeOffset="46858.301">18797 3871 21309,'0'0'8377,"0"0"-7705,0 0-95,0 0-169,-59 150-16,44-93-72,2 6-168,2 0-96,2 4-56,7-2 0,2 2-288,6-15-392,10-23-1201</inkml:trace>
  <inkml:trace contextRef="#ctx0" brushRef="#br0" timeOffset="47058.565">19214 3762 29310,'0'0'1401,"0"0"-1009,0 0 104,0 0 160,0 150-144,-4-83-512,-5 8 0,2 4 0,1 2 0,3 4 0,3 13-48,3-23-1104,10-19-2161</inkml:trace>
  <inkml:trace contextRef="#ctx0" brushRef="#br0" timeOffset="47374.187">19896 4050 29814,'0'0'863,"0"0"-285,0 0-140,0 0 57,-16 24-80,-139 192-251,-866 910-164,989-1088-3,7-12-2,2 1 0,1 2-1,1 0 1,1 1 0,-14 30 5,28-20-1899,6-38-1390</inkml:trace>
  <inkml:trace contextRef="#ctx0" brushRef="#br0" timeOffset="47607.468">19567 4798 30951,'0'0'696,"0"0"-232,-70 122-184,28-51-96,0 8-40,-1 10-96,3 4-48,9-1 0,7-5-80,9-14-232,15-14-312,0-19-400,2-24-969</inkml:trace>
  <inkml:trace contextRef="#ctx0" brushRef="#br0" timeOffset="48026.269">19988 4802 30471,'0'0'1174,"0"0"-532,-6 22-261,-43 152-282,30-125-99,2 0 0,3 1 0,1 1 0,3 0 0,3 0 0,1 1 0,2 13 0,5-63 0,-1 1 0,0-1 0,1 0 0,-1 1 0,1-1 0,0 0 0,0 1 0,0-1 0,0 0 0,0 0 0,1 0 0,-1 0 0,1 0 0,-1 0 0,1 0 0,0 0 0,-1 0 0,1-1 0,0 1 0,0-1 0,0 1 0,0-1 0,1 0 0,-1 0 0,0 0 0,0 0 0,1 0 0,-1-1 0,1 1 0,-1-1 0,0 0 0,1 1 0,-1-1 0,1 0 0,-1 0 0,1 0 0,-1-1 0,1 1 0,-1-1 0,0 1 0,1-1 0,-1 0 0,0 0 0,1 0 0,-1 0 0,0 0 0,0-1 0,0 1 0,0 0 0,0-1 0,12-11 0,-2 0 0,1-1 0,-2 0 0,0-1 0,-1 0 0,0-1 0,-1 0 0,-1-1 0,5-13 0,-8 20 0,-1 1 0,1-1 0,-2 1 0,1-1 0,-2 0 0,1-1 0,-1 1 0,-1 0 0,0-1 0,0 1 0,-1-4 0,-2 12 0,1 1 0,-1-1 0,0 1 0,1-1 0,-1 1 0,0 0 0,0-1 0,0 1 0,0 0 0,-1 0 0,1 1 0,0-1 0,0 0 0,-1 1 0,1-1 0,0 1 0,0 0 0,-1 0 0,1 0 0,0 0 0,-1 0 0,1 0 0,0 0 0,-1 1 0,1 0 0,-2 0 0,-5-1 0,-8 3 0,0 0 0,1 1 0,0 0 0,0 2 0,0 0 0,1 0 0,-1 2 0,2 0 0,-1 1 0,1 0 0,0 1 0,-6 6 0,19-16-23,0 1-1,0-1 1,-1 0-1,1 1 1,0-1 0,0 1-1,0-1 1,-1 1-1,1 0 1,0 0 0,0-1-1,0 1 1,0 0-1,0 0 1,1 0 0,-1 0-1,0 0 1,0 0-1,1 0 1,-1 0 0,0 1-1,1-1 1,-1 0-1,1 0 1,-1 0 0,1 1-1,0-1 1,0 0-1,0 1 1,-1-1 0,1 0-1,0 0 1,0 1-1,1-1 1,-1 0 0,0 1-1,0-1 1,1 0-1,-1 0 1,1 1 0,-1-1-1,1 0 1,-1 0-1,1 0 1,0 0 0,-1 0-1,1 0 1,0 0-1,0 0 1,0 0 0,0 0-1,0 0 1,0 0-1,0 0 1,0-1 23,19 7-2914</inkml:trace>
  <inkml:trace contextRef="#ctx0" brushRef="#br0" timeOffset="176494.014">28282 5914 22053,'0'0'1344,"0"0"4409,0 0-4929,0 0-175,0 0-121,0 0-80,-42-15-88,42 15-184,0 0-104,0 0-56,0 6-16,0 17-24,7 13-112,-3 39-368,1-8-801,-5-6-1495</inkml:trace>
  <inkml:trace contextRef="#ctx0" brushRef="#br0" timeOffset="177342.132">28812 5695 29222,'0'0'1281,"0"0"-1009,0 0-112,0 0 16,0 0 80,125-2-136,-57-9-72,7 1-48,26 6-304,-18 2-1169,-20 0-6200</inkml:trace>
  <inkml:trace contextRef="#ctx0" brushRef="#br0" timeOffset="177525.608">29889 5701 28134,'0'0'2401,"0"0"-2185,0 0 16,0 0 168,0 0-48,0 0-208,135-45-144,-62 23-128,56-5-248,-17 5-985,-11 2-687</inkml:trace>
  <inkml:trace contextRef="#ctx0" brushRef="#br0" timeOffset="177792.13">30956 5697 28206,'0'0'992,"0"0"-712,0 0-144,118 10-24,-80-10 192,3 0-176,25-2-128,-9-6-456,-4 1-1504</inkml:trace>
  <inkml:trace contextRef="#ctx0" brushRef="#br0" timeOffset="178042.895">31686 5763 29718,'0'0'833,"0"0"-465,0 0-200,0 0-16,112 5-80,-77-5-72,6 0-176,25 2-737,-11 2-1039,-7-2-3105</inkml:trace>
  <inkml:trace contextRef="#ctx0" brushRef="#br0" timeOffset="178043.895">32122 5802 528,'0'0'26942,"0"0"-26062,0 0-696,0 0-104,0 0 256,0 0 184,0 0-120,31 6-208,-27-2-128,-2-2-8,1 2-32,1 2-24,3 4-336,3 9-456,-1-1-568,0 0-3065</inkml:trace>
  <inkml:trace contextRef="#ctx0" brushRef="#br0" timeOffset="178226.449">32203 6053 26414,'0'0'1592,"0"0"-736,0 112-528,0-47-112,0 12-80,0 6 160,0 2-216,0 3-80,0 35-16,0-21-984,0-17-4825</inkml:trace>
  <inkml:trace contextRef="#ctx0" brushRef="#br0" timeOffset="178391.188">32116 7366 30487,'0'0'1152,"0"0"-824,0 0 192,0 0-240,0 0-280,-3 103 0,3-70 0,0 27 0,7-9-1176,-3-2-1017</inkml:trace>
  <inkml:trace contextRef="#ctx0" brushRef="#br0" timeOffset="178644.228">32094 8185 29246,'0'0'1553,"0"0"-1177,0 0-128,0 0 0,0 0-32,0 0-216,0 0-64,8 95-640,-8-93-1441</inkml:trace>
  <inkml:trace contextRef="#ctx0" brushRef="#br0" timeOffset="69367.641">21884 6877 29222,'0'0'1174,"0"0"-533,0 0-298,0 0-72,0 0 64,-2 20 87,-5 306-63,-4 139-359,30-498-2379,-3-1-2155</inkml:trace>
  <inkml:trace contextRef="#ctx0" brushRef="#br0" timeOffset="70083.543">22357 7104 30559,'0'0'548,"0"0"-295,14-17-138,97-114 621,-110 129-728,1 0 0,0 0-1,-1 0 1,1 0 0,0 0 0,0 0 0,0 1 0,0-1 0,0 0-1,0 1 1,0 0 0,1 0 0,-1-1 0,0 1 0,1 0-1,-1 1 1,1-1 0,0 0 0,-1 1 0,1 0 0,-1-1 0,1 1-1,0 0 1,-1 0 0,1 1 0,-1-1 0,1 0 0,-1 1-1,1 0 1,0-1 0,-1 1 0,0 0 0,1 0 0,-1 0 0,0 1-1,1-1 1,-1 1 0,0-1 0,0 1 0,0 0 0,0 0-1,-1-1 1,1 2-8,5 18 27,-2 0-1,0 0 0,-2 1 0,0-1 0,-1 1 1,-1 0-1,-2 0 0,-1 11-26,2 11 9,-1-13-9,0-6 0,1-1 0,0 0 0,2 0 0,1-1 0,1 1 0,1 0 0,7 21 0,-11-43 0,-1-1 0,1 1 0,-1-1 0,1 1 0,-1-1 0,1 0 0,0 1 0,-1-1 0,1 0 0,0 1 0,0-1 0,0 0 0,0 0 0,0 0 0,1 0 0,-1 0 0,0 0 0,0 0 0,1 0 0,-1-1 0,0 1 0,1 0 0,-1-1 0,1 1 0,-1-1 0,1 0 0,-1 1 0,1-1 0,-1 0 0,1 0 0,-1 0 0,1 0 0,-1 0 0,1 0 0,-1 0 0,1-1 0,-1 1 0,1 0 0,-1-1 0,1 1 0,-1-1 0,0 0 0,1 0 0,0 0 0,51-50 0,-19 7 0,-2-2 0,-2-1 0,-3-1 0,-1-1 0,-3-1 0,-2-2 0,-2 0 0,-2-1 0,9-53 0,-25 310 0,-8 177 0,-50 326 0,53-675 0,3-10 0,0 0 0,-1 0 0,-2-1 0,0 1 0,-1-1 0,-1 0 0,-1 0 0,-1-1 0,-1 0 0,0 0 0,-2-1 0,0 0 0,-1-1 0,-4 4 0,12-19 0,1 0 0,-1 0 0,1-1 0,-1 1 0,0-1 0,0 1 0,0-1 0,-1 0 0,1-1 0,0 1 0,-1-1 0,1 0 0,-1 0 0,1 0 0,-1-1 0,1 1 0,-1-1 0,0 0 0,1-1 0,-1 1 0,1-1 0,-1 0 0,1 0 0,-1 0 0,1-1 0,-1 1 0,1-1 0,0 0 0,0 0 0,0-1 0,0 1 0,1-1 0,-1 0 0,0 0 0,1 0 0,0-1 0,0 1 0,0-1 0,0 1 0,1-1 0,-1-1 0,-6-13 0,1-1 0,1 0 0,0 0 0,2-1 0,0 0 0,1 0 0,1 0 0,1 0 0,1 0 0,1 0 0,0-1 0,2 1 0,0 0 0,1 0 0,1 0 0,1 0 0,1 1 0,1 0 0,0 0 0,2 0 0,4-7 0,32-51-321,3 1 0,3 2 1,4 3-1,33-32 321,-44 51-1315,22-28-3329</inkml:trace>
  <inkml:trace contextRef="#ctx0" brushRef="#br0" timeOffset="72519.031">25888 7412 29390,'0'0'2025,"0"0"-1809,0 0-40,0 0-88,0 0-48,0 0-40,0 0-448,81 23-1937</inkml:trace>
  <inkml:trace contextRef="#ctx0" brushRef="#br0" timeOffset="72766.408">25706 7721 31743,'0'0'720,"0"0"-416,0 0-304,0 0 0,141-41 0,-89 15 0,-1 3 0,3-3 0,-14 6-872,-12 6-4417</inkml:trace>
  <inkml:trace contextRef="#ctx0" brushRef="#br0" timeOffset="70335.17">23486 6847 30038,'0'0'1377,"0"0"-1097,0 0 296,15 119-80,-10-58-496,-1 10 0,-4 4 0,0 4 0,0 4 0,0-2 0,-2 13 0,2-19-216,-2-19-2497</inkml:trace>
  <inkml:trace contextRef="#ctx0" brushRef="#br0" timeOffset="71018.551">23918 6534 29630,'0'0'1155,"0"0"-765,0 0-94,0 0 68,22 8 31,76 28-114,103-8-33,-197-26-248,0 2 1,1-1-1,-1 0 0,-1 1 0,1 0 1,-1 0-1,1 0 0,-1 0 0,0 0 1,-1 1-1,1 0 0,-1-1 0,0 1 1,0 0-1,0 0 0,0 0 0,-1 0 1,0 0-1,0 0 0,-1 1 0,0-1 1,1 0-1,-2 0 0,1 1 0,0-1 1,-1 0-1,0 0 0,-1 0 0,1 1 0,0 19 1,17 890-1,-16-907-81,1-3 26,0 1 0,0-1 0,-1 1 0,0-1 0,1 1 0,-2 0 0,1-1 0,-1 1 0,0 0 0,0-1-1,0 1 1,-1-1 0,0 0 0,0 0 0,0 1 0,-1-1 0,0 0 0,0-1 0,0 1 0,0-1 0,-1 1 0,0-1-1,0 0 1,0 0 0,0 0 0,0-1 0,-1 0 0,-2 1 55,-12 0-2698</inkml:trace>
  <inkml:trace contextRef="#ctx0" brushRef="#br0" timeOffset="71287.122">23666 7986 30975,'0'0'792,"0"0"-344,0 0-152,0 0-40,147-4-256,-66-12 0,13-4 0,0 1 0,-2 1 0,-8 0 0,-8 0 0,5-5-392,-19 1-1424,-18 2-9291</inkml:trace>
  <inkml:trace contextRef="#ctx0" brushRef="#br0" timeOffset="72256.999">24716 7281 30799,'0'0'952,"0"0"-633,0 0-146,22-5-41,165-37 33,-134 34-815,-38 6-5057,-22 5 5855,0-1 0,0 1 0,0 0 0,0 1 0,0-1 0,1 2 0,-1-1 0,1 1 0,0-1 0,1 2 0,-1-1 0,1 1 0,0-1 0,0 1 0,1 1 0,0-1 0,0 1 0,0 0-148,-34 56 855,3 2 0,3 2-1,3 1 1,-3 18-855,16-46 193,-20 48-142,4 1 1,3 1-1,5 2 0,3 1 1,5 0-1,2 17-51,55-203-40,20-57 15,124-268-9087,-99 244 8270,-31 81 7051,-54 94-6132,0 0 0,1 0 1,-1 0-1,0 0 0,0 0 1,0 0-1,0 0 0,0 0 1,0 0-1,-1 0 0,1 1 0,0-1 1,0 0-1,-1 1 0,1-1 1,-1 0-1,1 1 0,-1-1 0,0 1 1,1-1-1,-1 0 0,0 1 1,0-1-1,0 1 0,0-1 1,0 1-1,-1-1 0,1 1 0,0-1 1,-1 0-1,1 1 0,-1-1 1,1 1-1,-1-1 0,1 0 1,-1 0-1,0 1-77,1-2 16,-51 181 549,12-65-453,25 11-39,14-126-72,1 1 0,-1-1 0,1 0 0,-1 1-1,1-1 1,-1 0 0,1 1 0,0-1 0,0 0 0,-1 0 0,1 0 0,0 0 0,0 0-1,0 0 1,0 0 0,1 0 0,-1 0 0,0 0 0,0-1 0,0 1 0,1 0 0,-1-1-1,0 1 1,1-1 0,-1 1 0,1-1 0,-1 0 0,0 0 0,1 0 0,-1 1 0,1-1-1,-1 0 1,0-1 0,1 1 0,-1 0 0,1 0 0,-1-1 0,0 1 0,1-1 0,-1 1-1,0-1 0,61-21 3,232-186-641,-292 207 643,-1 0-2,-1 1 0,1-1 0,-1 0 0,1 1 0,-1-1 0,1 0 0,-1 1 0,1-1 0,0 1 0,-1-1 1,1 1-1,0-1 0,0 1 0,-1 0 0,1-1 0,0 1 0,0 0 0,0 0 0,-1-1 0,1 1 0,0 0 0,0 0 0,0 0 0,0 0 0,-1 0 0,1 0 0,0 0 0,0 0 0,0 1 0,0-1 0,-1 0 0,1 0 0,0 1 0,0-1 0,0 0 0,-1 1 1,1-1-1,0 1 0,-1-1 0,1 1 0,0-1 0,-1 1 0,1 0 0,-1-1 0,1 1 0,-1 0 0,1-1 0,-1 1 0,1 0 0,-1 0 0,0-1 0,1 1 0,-1 0 0,0 0 0,0 0-3,-52 133 543,44-114-538,1 0-1,1 0 1,1 1-1,0 0 1,2 0-1,0 0 1,2 0-1,0 1 1,1-1-1,2 0 1,0 0-1,1 0 1,1 0-1,1 0 1,2 5-5,-3-18 0,1-1 0,-2 2 0,1-1 0,-1 0 0,0 1 0,-1-1 0,0 1 0,-1 0 0,1 0 0,-2 0 0,1 0 0,-1 0 0,-1 0 0,1 0 0,-1-1 0,-1 1 0,0 0 0,0 0 0,-1-1 0,0 1 0,0-1 0,-1 0 0,0 0 0,-1 0 0,0-1 0,-2 4 0,-4 0 0,0-1 0,-1 0 0,0-1 0,-1 0 0,0-1 0,0-1 0,-1 0 0,0 0 0,0-2 0,-1 0 0,1 0 0,-1-1 0,0-1 0,0 0 0,0-2 0,-1 1 0,1-2 0,0 0 0,-3-1 0,14 0 0,0-1 0,0 0 0,0 0 0,0 0 0,0 0 0,1-1 0,-1 0 0,1 1 0,0-1 0,0 0 0,0-1 0,0 1 0,0 0 0,1-1 0,-1 0 0,1 1 0,0-1 0,0 0 0,1 0 0,-1 0 0,1 0 0,0-1 0,0 1 0,0 0 0,0 0 0,1-1 0,0 1 0,0 0 0,0-1 0,0 1 0,1-1 0,0 1 0,0 0 0,0 0 0,0 0 0,0-1 0,1 1 0,0 1 0,0-1 0,0 0 0,0 0 0,1 1 0,0-1 0,-1 1 0,1 0 0,2-2 0,35-42-41,2 1 1,2 2-1,2 1 0,18-9 41,16-13-1033,-9 7-1044</inkml:trace>
  <inkml:trace contextRef="#ctx0" brushRef="#br0" timeOffset="68661.725">20707 6885 26798,'0'0'3905,"0"0"-3065,0 0-264,0 0-72,111-36-360,-54 19-144,11-1 0,2 2 0,3 4 0,-3 2 0,-2 7 0,-5 1 0,-8 0 0,-9 2 0,-8 0 0,-8-6 0,-12 0-1112,-12-2-1505</inkml:trace>
  <inkml:trace contextRef="#ctx0" brushRef="#br0" timeOffset="69002.69">20891 6828 28470,'0'0'1000,"0"0"-358,0 0-94,-5 23 65,-21 149 380,37 319-492,-10-142-501,-2-343 0,0 0 0,0 1 0,1-1 0,0 0 0,0 0 0,1 0 0,0 0 0,0 0 0,0 1 0,1-1 0,0-1 0,0 1 0,0 0 0,1 0 0,0-1 0,0 0 0,0 1 0,1-1 0,-1 0 0,1-1 0,1 1 0,-1-1 0,1 0 0,-1 0 0,1 0 0,0 0 0,1-1 0,-1 0 0,0 0 0,1 0 0,0-1 0,3 1 0,392-13 0,-229-5-1502,-144 8-901</inkml:trace>
  <inkml:trace contextRef="#ctx0" brushRef="#br0" timeOffset="75267.092">28804 6745 8002,'0'0'16754,"0"0"-11860,0 0-4216,-1 17-341,-13 269 1346,-65 456-1264,76-582-419,3-255-791,0 42-1627</inkml:trace>
  <inkml:trace contextRef="#ctx0" brushRef="#br0" timeOffset="74493.857">27554 7234 25125,'0'0'3513,"0"0"-2254,0 0-850,0 0-68,-12-22-37,-38-73-56,18 1-30,30 86-205,1 0 1,-1 1-1,-1-1 0,1 0 1,-1 1-1,-1 0 1,1 0-1,-1 0 0,0 0 1,-1 1-1,0-1 0,0 1 1,0 0-1,-5-3-13,8 6 10,-1 1-1,0 0 1,0 0-1,0 0 1,0 0 0,0 0-1,0 1 1,0 0-1,0-1 1,-1 1-1,1 0 1,0 1-1,-1-1 1,1 1 0,-1-1-1,1 1 1,-1 0-1,1 0 1,-1 0-1,1 1 1,-1-1 0,1 1-1,0 0 1,-1 0-1,1 0 1,0 1-1,-1-1 1,1 1 0,0-1-1,0 1 1,1 0-1,-1 0 1,-2 3-10,-73 97 25,49-42-7,4 1 0,2 2-1,2 0 1,4 0 0,-9 63-18,17-79 20,1-1 1,3 1 0,2 0 0,2 0 0,3 27-21,-1-66 13,1-1 1,-1 1 0,2 0 0,-1-1 0,1 0-1,0 1 1,0-1 0,1 0 0,0-1 0,0 1-1,0-1 1,1 0 0,0 0 0,0 0 0,1 0-1,0-1 1,0 0 0,0 0 0,1-1 0,-1 0-1,1 0 1,0 0 0,0-1 0,0 0 0,1 0-1,-1-1 1,1 0 0,-1 0 0,1-1 0,0 0-1,0 0 1,-1-1 0,1 0 0,0 0 0,0-1-1,0 0 1,-1-1 0,1 1 0,0-1 0,2-2-14,11-9 6,0 0 0,-1-2 0,-1 0-1,0-1 1,-1-1 0,-1-1 0,0 0 0,-2-1 0,0-1 0,-1-1 0,-1 0 0,-1 0 0,1-6-6,92-193-569,-75 121-5984,-22 57-14419</inkml:trace>
  <inkml:trace contextRef="#ctx0" brushRef="#br0" timeOffset="74750.503">27920 7781 29062,'0'0'1721,"0"0"-1097,0 0-72,68 114-64,-53-84-224,-1-9-208,1-9-56,-2-8-16,-8-4-1504</inkml:trace>
  <inkml:trace contextRef="#ctx0" brushRef="#br0" timeOffset="77129.687">29770 7130 6353,'0'0'18246,"0"0"-13397,0 0-4135,0 0-160,0 0-98,-10-17-95,-35-53-131,43 66-222,0 0 1,0 1 0,0-1-1,0 1 1,-1-1 0,0 1-1,1 0 1,-1 0 0,0 0-1,0 0 1,-1 1 0,1-1-1,0 1 1,-1 0 0,0 0-1,1 0 1,-1 0 0,0 1-1,0 0 1,0 0 0,0 0-1,0 0 1,0 0-1,0 1 1,-1-1 0,1 1-1,0 1 1,0-1 0,0 0-1,0 1 1,0 0 0,0 0-1,0 0 1,0 0 0,0 1-1,0 0 1,-2 1-9,-5 4 6,1 1 0,0 0 0,0 0 0,0 1 1,1 0-1,1 1 0,0 0 0,0 1 0,1-1 0,-3 8-6,-12 24 32,2 2-1,2 0 1,1 1-1,3 1 1,-5 31-32,13-59 18,1 0 0,1 0 0,0 0 1,2 1-1,0-1 0,1 1 0,0 0 1,2-1-1,0 1 0,1-1 0,1 1 1,1-1-1,1 0 0,0 0 0,1-1 1,2 2-19,-6-15 5,0-1 0,0 0 1,0 0-1,1 0 0,-1-1 1,1 1-1,0-1 0,0 1 1,0-1-1,0 0 0,0 0 0,0 0 1,1-1-1,-1 1 0,1-1 1,-1 0-1,1 0 0,-1 0 1,1 0-1,0 0 0,0-1 1,-1 0-1,1 0 0,0 0 1,0 0-1,-1 0 0,1-1 1,0 0-1,-1 0 0,1 0 1,-1 0-1,1 0 0,-1-1 1,3-1-6,96-82-8,-68 37 19,-1-1 1,-3-2-1,-3-1 0,15-37-11,38-72-734,-52 111-3418,-18 34-2132,0 0-4918,5-5 7411</inkml:trace>
  <inkml:trace contextRef="#ctx0" brushRef="#br0" timeOffset="77467.106">30531 6911 27726,'0'0'2873,"0"0"-2045,0 0-554,0 22 216,-3 146 77,-8-31-584,-5 0 0,-7-2 0,-5 0 0,-20 45 17,38-157-863,8-47-1630,2 15 1842,0-37-6027</inkml:trace>
  <inkml:trace contextRef="#ctx0" brushRef="#br0" timeOffset="77783.533">31342 6885 30278,'0'0'1418,"0"0"-1008,0 0-270,0 25 182,-9 308-123,7 408-199,11-623 0,-7-212-633,-2 34-2535</inkml:trace>
  <inkml:trace contextRef="#ctx0" brushRef="#br2" timeOffset="96879.225">27543 9471 29918,'0'0'1313,"0"0"-961,0 0-32,0 0 8,0 0 152,123-35-424,-68 35-56,-3 11 0,-3 11 0,-10 2 0,-13 7 0,-23 19-480,-3-7-1088,-16-3-3009</inkml:trace>
  <inkml:trace contextRef="#ctx0" brushRef="#br2" timeOffset="97330.95">26634 10197 30855,'0'0'733,"0"0"-424,36-7-46,547-140 344,75-27-607,-522 141-2366,-135 32 2203,0 0 0,-1 0-1,1 0 1,-1 0 0,1 0-1,0-1 1,-1 1 0,0 0 0,1 0-1,-1-1 1,0 1 0,0 0-1,1 0 1,-1-1 0,0 1-1,0 0 1,-1 0 0,1-1 0,0 1-1,0 0 1,0-1 0,-1 1-1,1 0 1,-1 0 0,1 0 0,-1 0-1,0-1 1,1 1 0,-1 0-1,0 0 1,0 0 0,1 0-1,-1 0 1,0 1 0,0-1 0,0 0-1,0 0 1,0 0 0,0 1-1,-1-1 1,1 1 0,0-1 0,0 1-1,0-1 1,-1 1 0,1 0-1,0-1 1,0 1 0,-1 0-1,1 0 1,0 0 0,0 0 0,-1 0-1,1 0 164,-33-16-406,-122-43 7198,155 59-6748,0-1-1,-1 1 1,1 0 0,0 0 0,0 0 0,0 0 0,0 1 0,-1-1 0,1 0 0,0 0-1,0 1 1,0-1 0,0 1 0,0-1 0,0 1 0,0-1 0,0 1 0,0-1-1,0 1 1,0 0 0,0 0 0,0 0 0,0-1 0,0 1 0,1 0 0,-1 0 0,0 0-1,1 0 1,-1 0 0,1 0 0,-1 1 0,1-1 0,-1 0 0,1 0 0,0 0 0,0 0-1,0 0 1,-1 1 0,1-1 0,0 0 0,0 0 0,0 0 0,1 2-44,-22 182 1597,-88 984-283,76-945-1314,32-221-5,0-1-1,1 0 1,-1 1-1,-1-1 1,1 0 0,0 0-1,0 0 1,-1 0-1,1 0 1,-1 0 0,0 0-1,0 0 1,0 0-1,1-1 1,-1 1 0,-1-1-1,1 0 1,0 1-1,0-1 1,0 0 0,-1 0-1,1-1 1,-1 1-1,1 0 1,0-1 0,-1 1-1,1-1 1,-1 0-1,1 0 1,-1 0 0,0 0-1,1 0 1,0-1-1,-1 1 1,1-1 0,-1 1-1,1-1 1,-1 0-1,1 0 1,0 0 0,0 0-1,-1-1 1,1 1-1,0 0 1,0-1 0,0 0-1,1 1 1,-1-1-1,0 0 1,1 0-1,-1 0 1,1 0 0,-1 0-1,1 0 1,0-1-1,0 1 1,0 0 0,0-1-1,0 1 6,-87-220-2171,64 148 687,-13-35-2560</inkml:trace>
  <inkml:trace contextRef="#ctx0" brushRef="#br2" timeOffset="98037.379">27223 10140 26846,'0'0'2542,"0"0"-1742,0 0-436,0 0 24,0 0-56,18 21-117,55 69-99,-70-85-112,0 0 1,0 0 0,0 0-1,-1 0 1,1 1 0,-1-1 0,-1 0-1,1 1 1,-1 0 0,0-1-1,0 1 1,0 0 0,-1 0-1,0-1 1,-1 6-5,1 6 8,1 4-138,0 0 0,-2-1-1,-1 1 1,0-1 0,-1 0 0,-1 1-1,-7 18 131,31-54-2460,24-17 1913,-46 42 1188,-11 10-395,-1-1-1,-1 0 0,0-2 1,-2 1-1,0-2 0,-18 13-245,12-8 141,-46 36 37,-3-2 1,-1-4-1,-3-3 1,-2-4-1,-9 0-178,64-33-11,25-21-381,138-95-201,174-121-2980,302-160 3573,-597 375-53,19-11 78,1 1 1,1 2-1,1 2 1,0 2 0,19-4-26,38 13 2309,-96 8-2265,-1 0-1,1 1 1,-1-1-1,0 0 1,0 1-1,0-1 1,0 1-1,0-1 0,0 1 1,-1 0-1,1-1 1,-1 1-1,0-1 1,0 1-1,0 0 1,0-1-1,0 1 0,0 0 1,-1-1-1,0 1 1,1 0-1,-1-1 1,0 1-1,0-1 1,0 0-1,0 1 0,-1-1 1,1 0-1,-1 0 1,1 1-1,-1-1 1,0 0-1,-2 1-43,-119 141 1145,-16 25 65,138-168-1211,0-1-1,0 1 1,1-1 0,-1 1-1,0-1 1,1 1-1,-1-1 1,0 1 0,1 0-1,-1-1 1,1 1-1,-1 0 1,1 0 0,-1-1-1,1 1 1,-1 0-1,1 0 1,0 0-1,-1-1 1,1 1 0,0 0-1,0 0 1,0 0-1,0 0 1,0 0 0,0 0-1,0 0 1,0-1-1,0 1 1,0 0 0,0 0-1,1 0 1,-1 0-1,0 0 1,1-1 0,-1 1-1,0 0 1,1 0-1,-1 0 1,1-1-1,-1 1 1,1 0 0,0-1-1,-1 1 1,1 0-1,0-1 1,-1 1 0,1-1-1,0 1 1,0-1-1,-1 1 1,1-1 0,0 0-1,0 1 1,0-1-1,0 0 1,-1 0-1,1 0 1,0 0 0,0 1-1,0-1 1,0 0-1,0-1 1,0 1 0,0 0 1,57-23-784,6-39-1288,-74 54 1328,-12 17 786,0 0 0,1 1 0,1 1 0,-1 1 0,2 1 0,0 1 0,0 1 0,1 0 0,-8 11-42,-16 10 135,-641 552 269,558-461-410,105-89-1049,20-35-1520</inkml:trace>
  <inkml:trace contextRef="#ctx0" brushRef="#br2" timeOffset="98297.736">27861 10824 29182,'0'0'1265,"0"0"-713,125 26-64,-81-4-112,-5-1 8,-4-1-136,-4-6-248,2-10-96,15-18-400,-8-17-808,-8-15-1873</inkml:trace>
  <inkml:trace contextRef="#ctx0" brushRef="#br2" timeOffset="98595.595">28676 9998 29510,'0'0'603,"0"0"-293,0 0-109,0 0 72,10 23-49,23 77-109,-33-94-113,1-1 1,-2 1-1,1-1 0,-1 0 1,1 1-1,-2-1 0,1 0 0,0 0 1,-1 0-1,0 0 0,0 0 1,-1 0-1,1 0 0,-1-1 1,0 1-1,0-1 0,-1 0 0,1 0 1,-1 0-1,0 0 0,0-1-2,-7 10-3,-12 13-2,-1-1-1,-1-1 0,-2-1 1,0-1-1,-1-1 1,-1-2-1,-1-1 0,-1-1 1,-2-1 5,18-16-378,21-6 365,1 0 0,1 0 0,-1 1 0,1 0-1,0 0 1,0 1 0,0 0 0,1 1 0,-1-1 0,1 2-1,0-1 1,0 1 0,0 0 0,0 1 0,0 0 0,1 1 13,-5 1 32,1 1 1,-1 1-1,0-1 1,0 1-1,0-1 1,-1 1-1,1 1 1,-1-1-1,0 1 1,0 0-1,0 0 1,0 0-1,0 0 1,-1 0 0,0 1-1,0 0 1,0 0-1,-1 0 1,1 0-1,-1 0 1,0 0-1,-1 0 1,1 1-1,-1-1 1,0 1-1,-1-1 1,1 1-1,-1-1 1,0 1 0,0-1-1,-1 1 1,0 0-1,-1 3-32,3 47 106,-3 0 0,-2 0 0,-3 0-1,-2-1 1,-3 0 0,-5 11-106,-3 26 56,32-101 124,247-285-1259,-183 202-747,-7 6-2499</inkml:trace>
  <inkml:trace contextRef="#ctx0" brushRef="#br2" timeOffset="99028.732">28508 10302 30286,'0'0'697,"0"0"-425,188-83-48,-91 39 32,1 3-48,-1 2-128,-7 5-80,-14 4-200,-3-3-200,-21 5-873,-21 5-1375</inkml:trace>
  <inkml:trace contextRef="#ctx0" brushRef="#br2" timeOffset="99312.735">28966 9570 30118,'0'0'785,"0"0"-337,-2 112 48,2-29 72,4 33-216,3 28-352,-7 6 0,0-25 0,0-37 0,-9-38 0,0-19-328,2-7-240,-4-24-152,3 0-649,-1-8-671</inkml:trace>
  <inkml:trace contextRef="#ctx0" brushRef="#br2" timeOffset="99562.272">28720 9651 28710,'0'0'664,"0"0"-464,0 0-200,0 0-8,169 25-336,-112-25-1016,-4-12-22093</inkml:trace>
  <inkml:trace contextRef="#ctx0" brushRef="#br2" timeOffset="100437.816">29301 9605 26358,'0'0'1279,"0"0"-289,0 0-289,-8 23-76,1-3-490,-70 127 597,-96 69-10,38-54-511,8 5 0,7 7 0,-25 60-211,139-223-6,1-4-1,1-1 0,0 1 1,0 0-1,1 0 0,-1 0 0,2 0 1,-1 1-1,1-1 0,0 1 1,1 0-1,0-1 0,0 1 1,0 0-1,1 0 0,1 5 7,25-12-177,-12-3 167,0-2 1,0 0-1,-1 0 1,1-1 0,-1-1-1,0 0 1,-1-1-1,0 0 1,9-7 9,12-6-6,123-73 5,-5-6-1,19-24 2,-136 98-21,-30 41-7,-49 318 704,46-162-333,0-168-343,0 1 0,1-1 0,-1 0 0,1 0 0,-1 0 0,1 0 0,0 0 0,1 0 0,-1 0 0,1-1 0,-1 1 0,1-1 0,0 0 0,1 0 0,-1 0 0,0 0 0,1 0 0,-1-1 0,1 0 0,0 1 0,0-1 0,0-1 0,0 1 0,0-1 0,1 1 0,-1-1 0,0 0 0,1-1 0,-1 1 0,0-1 0,1 0 0,-1 0 0,1 0 0,-1-1 0,0 1 0,1-1 0,-1 0 0,0 0 0,0-1 0,1 1 0,-1-1 0,0 0 0,0 0 0,-1 0 0,1-1 0,0 1 0,-1-1 0,0 0 0,1 0 0,1-3 0,13-17-82,-2 0 0,-1-1 1,0-1-1,-2 0 0,-1-1 0,-1 0 0,-2-1 0,0 0 1,-2-1-1,0 1 0,-2-1 0,-2-1 0,0 1 1,-2-1-1,-1 1 0,-1 0 0,-5-26 82,6 53 4,1 0 0,-1 0 0,0 0 0,0 0 0,0 0 0,-1 0 0,1-1 0,0 1 0,0 0 0,0 0 0,-1 0 0,1 0 0,-1 0 0,1 0 0,-1 0 0,1 0 0,-1 0 0,0 0 0,1 0 0,-1 0 0,0 1 1,0-1-1,1 0 0,-1 0 0,0 1 0,0-1 0,0 1 0,0-1 0,0 0 0,0 1 0,0 0 0,0-1 0,0 1 0,-1 0 0,1-1 0,0 1 0,0 0 0,0 0 0,0 0 0,0 0 0,0 0 0,0 0 0,-1 0 0,1 1 0,0-1 0,0 0 0,0 1 0,0-1 0,0 0 0,0 1 0,0-1 0,0 1 0,0 0 0,0-1 0,0 1 0,0 0 0,1-1 0,-1 1 0,0 0 0,0 0 0,1 0 0,-1 0 0,0 0 0,1 0 0,-1 0 0,1 0 0,0 0 0,-1 1-4,-144 245 371,109-188-351,-2-1-1,-3-3 1,-2-1 0,-3-2-1,-1-2 1,-3-2 0,-30 20-20,2-31 28,75-38-27,1 0 1,-1 0-1,1 0 1,0-1-1,0 1 1,0-1 0,0 0-1,0 1 1,0-1-1,0 0 1,1 0-1,-1 0 1,0-1 0,1 1-1,0 0 1,0 0-1,-1-1 1,1 1 0,1-1-1,-1 1 1,0-1-1,1 1 1,-1-1-1,1 1 1,0-1 0,-1 0-1,1 1 1,1-1-1,-1 0 1,0 1-1,1-1 1,-1 1 0,1-1-1,0 1 1,0-1-1,0 1 1,0-1 0,1-1-3,-2 4 2,8-39-15,3 0 1,0 1 0,3 0-1,1 1 1,2 1 0,1 0-1,18-26 14,-7 10-53,99-171-821,9 6 1,83-94 873,-193 276 60,2 1 1,1 1 0,1 2-1,2 1 1,1 1-1,1 2 1,16-7-61,32 5 565,-80 31-532,0-1 0,1 1-1,-1 0 1,0 1 0,0-1-1,0 0 1,-1 1 0,1 0-1,-1-1 1,1 1 0,-1 0-1,0 0 1,0 1 0,0-1-1,0 0 1,-1 1 0,1-1-1,-1 1 1,0-1-1,0 1 1,0 0 0,-1-1-1,1 1 1,-1 0 0,0 0-1,0-1 1,0 1 0,-1 0-1,1 0 1,-1-1 0,0 1-1,0 0 1,-1 3-33,1 9 107,-18 146 156,12-134-266,2 0 0,1 0-1,2 1 1,1-1 0,1 1 0,1-1 0,2 6 3,-1-25 0,1 0 0,1-1 0,0 0 0,0 1 0,0-2 0,1 1 0,0 0 0,1-1 0,0 0 0,0 0 0,0-1 0,1 1 0,0-2 0,0 1 0,0-1 0,1 0 0,0 0 0,0-1 0,0 0 0,0 0 0,1-1 0,0 0 0,-1-1 0,1 0 0,0 0 0,3-1 0,90 41 0,-98-39 1,0 0-1,0 0 1,0 1-1,-1-1 1,1 1 0,-1 0-1,0-1 1,0 2-1,-1-1 1,1 0 0,-1 0-1,0 1 1,0 0-1,0-1 1,-1 1 0,1 0-1,-1 0 1,-1 0-1,1-1 1,-1 1 0,1 0-1,-1 0 1,-1 0-1,1 0 1,-1 0 0,0 0-1,0 0 1,0 0-1,0-1 1,-2 4-1,-65 139-371,-27-19-921,21-52-2770,18-26-6755</inkml:trace>
  <inkml:trace contextRef="#ctx0" brushRef="#br2" timeOffset="100694.895">29836 10822 29990,'0'0'2217,"0"0"-1937,0 0 0,0 0-280,0 0 0,0 0 0,121 36 0,-84-18 0,29 13-440,-7-3-1336,-5-4-3338</inkml:trace>
  <inkml:trace contextRef="#ctx0" brushRef="#br2" timeOffset="100977.921">30406 11203 28254,'0'0'2793,"0"0"-2401,0 0-248,0 0-144,0 0-224,0 0-3761</inkml:trace>
  <inkml:trace contextRef="#ctx0" brushRef="#br0" timeOffset="82271.39">26960 8793 24621,'0'0'3637,"0"0"-2437,0 0-914,0 0-34,0 0 101,21 6 135,-10-3-424,-1 1-29,0-1-1,1 0 0,-1-1 0,0 0 0,1-1 0,-1 0 0,1 0 0,0-1 0,-1-1 0,1 0 0,-1 0 1,1-1-1,-1 0 0,10-4-34,76-28 52,-50 14-44,0 2-1,2 2 0,0 2 0,1 3 0,0 1 1,0 3-1,1 1 0,0 3 0,46 4-7,-72 5 10,0 2 0,0 0 0,-1 2 0,-1 0 0,1 2 0,-2 0 0,1 1 0,-2 2 0,0 0 0,-1 1-1,2 3-9,86 61 326,-76-61-252,1-2-1,0-2 1,1 0 0,0-2 0,1-2 0,1-1 0,0-2-1,0-1 1,1-2 0,-1-1 0,32-1-74,124-5 12,0-7 0,10-11-12,-40 7 0,1 7 0,99 11 0,248 56 0,-308-30 0,-134-21-69,80 10-3039,-103-16-5454</inkml:trace>
  <inkml:trace contextRef="#ctx0" brushRef="#br2" timeOffset="96452.661">27133 8731 5017,'0'0'17901,"0"0"-11830,0 0-4803,0 0-776,0 0-181,-2 5 252,116 4 142,905-30-266,-692 8-439,-1 15 0,321 43 0,-310-2 0,760 70 0,-1060-113 2,-69-6-36,4 2-49,-52-13-654,-10-1-772</inkml:trace>
  <inkml:trace contextRef="#ctx0" brushRef="#br0" timeOffset="61787.086">12717 7808 29798,'0'0'1177,"0"0"-993,0 0-16,0 0 48,0 0-136,0 0-80,143 18-152,-122-8-1713</inkml:trace>
  <inkml:trace contextRef="#ctx0" brushRef="#br0" timeOffset="62036.382">12735 8074 30703,'0'0'824,"0"0"-376,0 0-96,0 0 88,122-31-440,-56 25 0,-11 4 0,-11 2-1480</inkml:trace>
  <inkml:trace contextRef="#ctx0" brushRef="#br0" timeOffset="60056.043">10670 7185 17524,'0'0'11079,"0"0"-8430,0 0-2342,0 0 2,0 0 18,24 8-100,81 25-130,181 17 62,-285-50-156,1 1 0,-1 0 1,0 0-1,0 0 0,0 0 0,0 0 1,0 0-1,0 0 0,0 1 1,0-1-1,0 0 0,0 1 0,-1-1 1,1 0-1,0 1 0,-1-1 1,1 1-1,-1-1 0,0 0 1,0 1-1,1-1 0,-1 1 0,0 0 1,0-1-1,0 1 0,-1-1 1,1 1-1,0-1 0,0 1 0,-1-1 1,0 2-4,0 11-13,19 370 13,24 32 0,-77-411-3328,32-6 1153,-19 0-15247</inkml:trace>
  <inkml:trace contextRef="#ctx0" brushRef="#br0" timeOffset="60304.774">10681 8305 29894,'0'0'945,"0"0"-457,0 0 88,0 0 16,0 0-320,129 14-272,-76-30 0,4 1 0,2 1 0,44-2-24,-20 6-1272,-4-2-3465</inkml:trace>
  <inkml:trace contextRef="#ctx0" brushRef="#br0" timeOffset="60521.764">11496 7686 30535,'0'0'728,"0"0"-512,0 0-8,116 10 160,-61-6-40,4-2-184,1-2-88,-3 0-56,-7 0-120,-6-4-368,-5-6-560,-15 2-857,-8 0-11082</inkml:trace>
  <inkml:trace contextRef="#ctx0" brushRef="#br0" timeOffset="60741.066">11867 7639 27646,'0'0'1300,"0"0"-426,-15 23-206,-80 160 485,56-49-673,5 2 1,-14 132-481,41-226 26,5-33-23,-12 69-322,3 1 0,4 0 1,3 51 318,25-138-1295,-1-23-399</inkml:trace>
  <inkml:trace contextRef="#ctx0" brushRef="#br0" timeOffset="61475.469">11939 7794 29070,'0'0'839,"0"0"-474,0 0-62,0 0 19,-9 21-153,-53 133-134,-44 122-1040,99-236 1040,7-39 34,8-10 82,203-291-312,-211 298 179,0 1 0,1-1-1,-1 1 1,0-1 0,1 1 0,-1-1 0,1 1 0,0 0 0,-1-1 0,1 1 0,0 0-1,0-1 1,0 1 0,0 0 0,0 0 0,0 0 0,0 0 0,0 0 0,0 0 0,1 0-1,-1 0 1,0 0 0,1 1 0,-1-1 0,1 1 0,-1-1 0,0 1 0,1-1 0,-1 1-1,1 0 1,0-1 0,-1 1 0,1 0 0,-1 0 0,1 0 0,-1 0 0,1 1 0,-1-1-1,1 0 1,-1 1 0,1-1 0,-1 1 0,0-1 0,1 1 0,-1 0 0,1-1 0,-1 1 0,0 0-1,0 0 1,0 0 0,1 0 0,-1 0 0,0 0 0,0 1 0,0-1 0,-1 0 0,1 0-1,0 1 1,0-1 0,-1 0 0,1 1 0,-1-1 0,1 1 0,-1-1 0,1 2-18,0 94 287,14 57-157,-11-148-131,0-1-1,0 0 1,0 0 0,1-1-1,-1 1 1,1-1-1,1 0 1,-1 0 0,0-1-1,1 1 1,0-1-1,0 0 1,0-1 0,0 0-1,0 0 1,0 0 0,1 0-1,-1-1 1,1 0-1,-1-1 1,1 1 0,-1-1-1,1-1 1,-1 1-1,1-1 1,-1 0 0,1-1-1,-1 1 1,0-1-1,0 0 1,2-1 1,54-3-17,-59 7 30,-1 1-1,0 0 1,0 0-1,0 0 1,0 0-1,-1 1 1,1-1-1,-1 0 1,1 1-1,-1-1 1,0 1-1,1 0 1,-1-1-1,-1 1 1,1 0-1,0 0 1,-1-1-1,1 1 1,-1 0-1,0 0 1,0 0-1,0 0 1,0-1-1,-1 1 1,1 0-1,-1 0 1,0 0-1,1-1 1,-1 1-1,0 0 1,-1-1-1,1 1 1,0-1-1,-1 1 1,-1 1-13,-7 11 5,0-1 1,-1 0 0,-1 0-1,0-1 1,-1-1 0,0 0 0,-1-1-1,0 0 1,0-1 0,-2-1 0,1 0-1,-1-1 1,0-1 0,0 0-1,-1-1 1,0-1 0,-14 2-6,-8-4 57,38-3-56,0-1 0,1 1-1,-1 0 1,1 0 0,-1-1 0,1 1-1,-1 0 1,0-1 0,1 1 0,0 0-1,-1-1 1,1 1 0,-1-1 0,1 1-1,-1-1 1,1 1 0,0-1 0,-1 1-1,1-1 1,0 1 0,0-1 0,-1 0-1,1 1 1,0-1 0,0 1 0,0-1-1,0 0 1,0 1 0,0-1 0,0 1-1,0-1 1,0 0 0,0 1 0,0-1-1,0 0 1,0 1 0,0-1 0,1 1-1,-1-1 1,0 0 0,0 1 0,1-1-1,-1 1 1,0-1 0,1 1 0,-1-1-1,1 1 1,-1-1-1,83-83-89,67-55-2686,-104 97-2512</inkml:trace>
  <inkml:trace contextRef="#ctx0" brushRef="#br0" timeOffset="58750.767">9032 7222 22085,'0'0'4741,"0"0"-2970,0 0-939,0 0-229,0 0-170,-4 8-142,-2 8-175,0 1-1,1 0 1,1 0-1,1 0 1,1 1 0,0-1-1,1 1 1,1-1 0,1 1-1,2 15-115,-2 25 115,-3 87 161,-1-27-177,5 1-1,5-1 1,11 42-99,-2-123-618,10-59-1107,-13-10-645</inkml:trace>
  <inkml:trace contextRef="#ctx0" brushRef="#br0" timeOffset="59021.001">9260 7498 27430,'0'0'1135,"0"0"-395,21 0-125,-1 0-450,111 17 709,-111-9-759,1 0 1,-1 2 0,-1 0-1,0 1 1,0 1 0,-1 0-1,11 11-115,-24-18 15,1 0-1,-1 1 0,0-1 1,-1 1-1,1 0 0,-1 0 1,-1 0-1,1 1 0,-1 0 1,0-1-1,0 1 0,-1 0 1,0 0-1,0 0 0,-1 1 1,0-1-1,0 0 0,0 1 1,-1-1-1,0 0 0,-1 1 1,0-1-1,0 0 0,-2 6-14,-3 1 2,-1 1 0,-1-1 0,0-1-1,-1 1 1,0-1 0,-1-1 0,-1 0-1,0 0 1,0-1 0,-1-1 0,-1 0-1,0 0 1,-2 0-2,2 0-7,2 0-60,1-1-90,0 0 0,-1-1 1,0 0-1,0 0 0,-1-1 0,0-1 0,0 0 0,-1 0 1,1-1-1,-1-1 0,-6 1 157,5-4-1722</inkml:trace>
  <inkml:trace contextRef="#ctx0" brushRef="#br0" timeOffset="59272.103">9881 7500 28382,'0'0'1474,"0"0"-758,0 0-284,0 0-19,-22 21-75,-70 68-141,84-82-182,1 1-1,-1 0 0,1 0 1,1 0-1,0 1 1,0 0-1,1 0 0,0 1 1,0-1-1,1 1 1,0 0-1,1 0 0,0 1 1,1-1-1,0 1 1,1-1-1,0 1 0,0-1 1,1 1-1,0 0-14,0-5 2,1-1 0,-1 1 0,1-1-1,0 1 1,0-1 0,1 1 0,-1-1 0,1 0-1,0 0 1,1 0 0,-1 0 0,1 0-1,0 0 1,0-1 0,1 1 0,-1-1 0,1 0-1,0 0 1,0 0 0,0 0 0,1-1-1,-1 0 1,1 0 0,0 0 0,0-1 0,0 1-1,0-1 1,0 0 0,1-1 0,-1 1 0,0-1-1,1 0-1,11 3-90,1-2-1,-1 0 0,1-1 0,0 0 0,-1-2 0,1 0 1,0-1-1,-1-1 0,10-3 91,39-16-1207,-9-7-996</inkml:trace>
  <inkml:trace contextRef="#ctx0" brushRef="#br0" timeOffset="59573">10348 7157 29526,'0'0'1121,"0"0"-661,0 0-84,-5 27 148,-17 202 197,22 401-682,-17-469-122,17-219-3563,0 20-1363</inkml:trace>
  <inkml:trace contextRef="#ctx0" brushRef="#br0" timeOffset="57462.213">7711 7205 26638,'0'0'1351,"0"0"-403,0 0-279,0 0-90,0 0-91,-5-3-153,-18-8-38,57-5 26,56-9-202,2 5 0,1 3 0,4 4-121,91 0-715,-171 15-415,-8 7-682</inkml:trace>
  <inkml:trace contextRef="#ctx0" brushRef="#br0" timeOffset="57939.869">7748 7153 27798,'0'0'997,"0"0"-594,0 0-123,4 19 215,25 128 452,-8-11-698,-5 2 1,-7 0-1,-6 0 1,-7 26-250,3 6 69,1-134-63,-18 159 9,18-195 1,0 0 0,0 0 0,-1-1 0,1 1-1,0 0 1,0 0 0,0 0 0,-1 0 0,1-1-1,0 1 1,0 0 0,-1 0 0,1 0 0,0 0 0,0 0-1,-1 0 1,1 0 0,0 0 0,-1 0 0,1 0 0,0 0-1,0 0 1,-1 0 0,1 0 0,0 0 0,0 0 0,-1 0-1,1 0 1,0 0 0,0 1 0,-1-1 0,1 0 0,0 0-1,0 0 1,-1 0 0,1 0 0,0 1 0,0-1-16,-2-31 149,2 26-149,-1 1 1,1-1-1,0 1 0,0-1 0,1 0 1,-1 1-1,1-1 0,0 1 1,0-1-1,1 1 0,-1-1 0,1 1 1,0 0-1,0 0 0,1 0 1,-1 0-1,1 0 0,0 1 0,0-1 1,0 1-1,0-1 0,0 1 1,1 0-1,0 1 0,-1-1 0,1 0 1,0 1-1,4-2 0,13-4 0,1 1 0,0 1 0,0 1 0,0 1 0,1 0 0,-1 2 0,1 1 0,0 0 0,0 2 0,4 1 0,23-1 0,52 3-97,-1 4 0,0 4 0,38 13 97,-109-19-1453</inkml:trace>
  <inkml:trace contextRef="#ctx0" brushRef="#br0" timeOffset="64705.764">14190 7560 23941,'0'0'5243,"0"0"-3660,0 0-1101,0 0-43,0 0 77,0-3-108,3-45-279,-1 43-128,0 0 0,0 0-1,-1 0 1,0-1 0,0 1 0,0 0-1,-1-1 1,0 1 0,0-1-1,0 1 1,-1 0 0,1-1 0,-1 1-1,-1 0 1,1-1 0,-1 1-1,0 0 1,0 0 0,0 0 0,-1 0-1,1 1 1,-1-1 0,0 1-1,-1 0 1,1-1 0,-1 1 0,0 1-1,0-1 1,0 1 0,0-1-1,-1 1 1,0 0 0,1 1 0,-1-1-1,0 1 1,0 0-1,-2 0 0,0 1 0,0 0 0,0 1 0,-1 0 0,1 0 0,0 0 0,0 1 0,0 0 0,0 0 0,0 1 0,0 0 0,0 0 0,1 0 0,-1 1 0,1 0 0,-1 0 0,1 1 0,0 0 0,0 0 0,1 1 0,-1-1 0,-1 4 0,-93 136 0,77-99 0,3 0 0,1 2 0,3 1 0,2 0 0,1 0 0,3 2 0,3-1 0,1 1 0,1 26 0,5-68 0,0 1 0,0 0 0,1 0 0,0-1 0,0 1 0,1 0 0,0-1 0,0 0 0,1 1 0,0-1 0,1 0 0,0 0 0,0-1 0,1 1 0,0-1 0,0 0 0,6 6 0,-5-5 0,0 0 0,1 0 0,0 0 0,0-1 0,1 1 0,0-2 0,1 1 0,-1-1 0,1-1 0,0 0 0,0 0 0,1 0 0,0-1 0,-1-1 0,2 0 0,-1 0 0,0-1 0,0 0 0,1-1 0,-1 0 0,1-1 0,-1 0 0,0 0 0,1-1 0,-1 0 0,1-1 0,-1-1 0,0 1 0,0-2 0,0 1 0,-1-1 0,9-5 0,0-5 0,-2 0 0,0-2 0,-1 1 0,-1-2 0,0 0 0,-1-1 0,-1 0 0,0-1 0,-2 0 0,0-1 0,-1 0 0,-2 0 0,6-20 0,0-7 0,-3 0 0,-2-1 0,-1 0 0,-3 0 0,-2-38 0,0 49-1742,0 54-1413</inkml:trace>
  <inkml:trace contextRef="#ctx0" brushRef="#br0" timeOffset="64969.018">14751 8175 30543,'0'0'1080,"0"0"-512,0 0-128,0 0-304,0 0-136,0 0 0,51 101 0,-45-91 0,1-3-680,-7-5-3681</inkml:trace>
  <inkml:trace contextRef="#ctx0" brushRef="#br0" timeOffset="65689.567">15713 7587 28286,'0'0'1419,"0"0"-677,0 0-233,0 0-40,0 0-91,0-20-177,0-125-79,1 137-115,-1 1 0,0-1 0,-1 1 0,0 0 1,0-1-1,0 1 0,-1 0 0,0 0 1,-1 0-1,1 0 0,-1 0 0,-1 1 1,1-1-1,-1 1 0,0 0 0,-1 0 1,1 0-1,-1 1 0,0-1 0,-1 1 1,1 0-1,-1 1 0,0 0 0,0-1 1,-1 2-1,1-1 0,-1 1 0,0 0 0,0 0 1,0 1-1,0 0 0,0 0 0,0 1 1,0 0-1,-1 0-7,1 4 1,0-1 0,1 1 0,0 1-1,0-1 1,0 1 0,0 1 0,0-1 0,1 1 0,-1-1 0,1 2-1,1-1 1,-1 0 0,1 1 0,0 0 0,0 0 0,0 0 0,1 1 0,0-1-1,0 1 1,1 0 0,0 0 0,0-1 0,0 8-1,1-13 0,-18 60 0,2 1 0,3 1 0,3 0 0,3 0 0,2 1 0,3 0 0,3 3 0,0-62-1,-1 0 1,0 1 0,1-1-1,0 1 1,1-1-1,-1 0 1,1 1-1,0-1 1,0 0-1,0 0 1,1 0-1,0 0 1,0 0-1,0 0 1,1 0-1,-1 0 1,1-1-1,0 0 1,1 1 0,-1-1-1,1 0 1,0 0-1,0-1 1,0 1-1,0-1 1,0 0-1,1 0 1,0-1-1,-1 1 1,1-1-1,0 0 1,0 0-1,0-1 1,2 1 0,3 1 10,1-1 1,-1 0-1,0-1 0,1 0 1,-1-1-1,0 0 0,1-1 1,-1 0-1,0 0 0,0-1 1,1 0-1,-1-1 0,-1 0 1,1-1-1,0 0 0,-1 0 1,0-1-1,0-1 0,0 1 1,-1-1-1,1-1 0,-1 1 1,0-2-11,24-24-64,0-1 0,-2-1-1,-2-2 1,18-29 64,-36 51-64,81-121-2567,-56 80-2393</inkml:trace>
  <inkml:trace contextRef="#ctx0" brushRef="#br0" timeOffset="65986.624">16584 7080 5273,'0'0'21242,"0"0"-16509,0 0-4418,0 0 3,-2 19 212,-12 282-174,6 386-356,7-683 0,1-3 0,-1 0 0,1 0 0,-1 0 0,1 0 0,-1 0 0,1 0 0,-1 0 0,1 0 0,0 0 0,-1 0 0,1 0 0,0 0 0,0 0 0,0 0 0,0 0 0,0 0 0,0 1 0,0-1 0,1 0 0,-1 0 0,0 0 0,0 0 0,1 0 0,-1 0 0,1 0 0,-1 0 0,1 0 0,-1 0 0,1 0 0,0 0 0,-1-1 0,1 1 0,0 0 0,0 0 0,0-1 0,0 1 0,-1 0 0,1-1 0,0 1 0,0-1 0,0 1 0,0-1 0,0 0 0,0 1 0,1-1 0,-1 0 0,0 0 0,0 1 0,0-1 0,0 0 0,0 0 0,0 0 0,0 0 0,0-1 0,1 1 0,69-87-1454,-36 31-1813</inkml:trace>
  <inkml:trace contextRef="#ctx0" brushRef="#br0" timeOffset="66403.639">17568 7613 30655,'0'0'1053,"0"0"-533,0 0-197,-5-21-139,-19-70-152,22 84-32,0 0 0,-1 0 0,1 1 0,-1-1 0,-1 1 0,1 0 0,-1 0 0,0 0 0,-1 0 0,1 1 0,-1 0 0,0 0 0,-1 0 0,1 0 0,-1 1 0,0 0 0,0 0 0,0 0 0,-1 1 0,1 0 0,-1 0 0,1 1 0,-1 0 0,0 0 0,0 1 0,0-1 0,0 2 0,0-1 0,-1 1 0,1 0 0,0 0 0,0 1 0,0 0 0,0 0 0,0 1 0,0-1 0,0 2 0,0-1 0,1 1 0,-1 0 0,1 0 0,0 1 0,-5 3 0,-4 10 0,0 1 0,1 0 0,1 1 0,1 1 0,0 0 0,2 1 0,0 0 0,1 0 0,2 1 0,0 0 0,1 0 0,1 1 0,1 0 0,1 0 0,2 0 0,0 0 0,1 0 0,3 20 0,-3-38 0,1 1 0,0-1 0,0 0 0,0 1 0,0-1 0,1 0 0,0 0 0,0 0 0,1 0 0,-1 0 0,1 0 0,0 0 0,1-1 0,-1 0 0,1 0 0,-1 0 0,1 0 0,1 0 0,-1-1 0,0 1 0,1-1 0,0 0 0,-1-1 0,1 1 0,0-1 0,0 0 0,1 0 0,-1-1 0,0 1 0,1-1 0,-1 0 0,1-1 0,-1 1 0,1-1 0,-1 0 0,1-1 0,-1 1 0,1-1 0,-1 0 0,4-1 0,12-6 0,-1 0 0,1-1 0,-2-1 0,1-1 0,-1-1 0,-1-1 0,0 0 0,-1-1 0,0-1 0,-1 0 0,-1-2 0,-1 0 0,0 0 0,11-19 0,127-191-1772,-113 160-1073</inkml:trace>
  <inkml:trace contextRef="#ctx0" brushRef="#br0" timeOffset="66663.491">18041 7126 30463,'0'0'1272,"0"0"-512,22 102-488,-9-39-272,3 28 0,1 31 0,-4-5 0,-2-13 0,-2-17 0,-2-36 0,1-1 0,-1-1 0,-3-13 0,-4-9 0,0-9 0,-6-18 0,-12 0 0,-6-8-3033</inkml:trace>
  <inkml:trace contextRef="#ctx0" brushRef="#br0" timeOffset="81246.973">14087 8909 25822,'0'0'2681,"0"0"-1875,0 0-455,11 17-29,38 52 36,-47-67-334,0 0 1,0 0-1,0 0 1,0 0 0,0-1-1,0 1 1,1-1-1,-1 1 1,0-1-1,1 0 1,-1 0-1,1 0 1,0 0-1,-1-1 1,1 1-1,0-1 1,-1 0 0,1 1-1,0-1 1,0 0-1,-1 0 1,1-1-1,0 1 1,-1-1-1,2 0-24,6 0 60,8-3-26,0 0-1,-1-2 0,0 0 1,0-1-1,0-1 1,-1 0-1,0-1 0,0-1 1,8-8-34,23-11 25,-24 15-24,0 1 1,2 1 0,-1 1-1,1 1 1,1 1 0,0 1 0,0 2-1,1 0 1,-1 2 0,1 1-1,22 0-1,356 41 314,-308-41-290,0-5 0,88-18-24,-2 0 7,185-42-534,-296 46 158,-38 8 289,0 3-1,1 0 0,0 3 1,0 0-1,1 3 1,0 1-1,0 1 1,0 2-1,0 2 0,0 1 1,13 3 80,250 142 1567,-254-139-1511,-1-1 0,1-3 0,0-1 0,0-3 0,0-1 1,0-3-1,-1-1 0,1-3 0,-1-1 0,1-2-56,398-111-1983,-349 88-2124</inkml:trace>
  <inkml:trace contextRef="#ctx0" brushRef="#br2" timeOffset="90248.622">8351 9394 24405,'0'0'3648,"0"0"-2211,0 0-930,0 0-196,0 0 104,-8 8 583,166-41-424,823-46-141,236 51-394,-213 20-39,-60-32 0,587-18 0,-1472 57 0,667-54 0,-67 2 0,30 31 0,-256-7 0,-393 28 8,-21 1-4,-45-5-393,-3 1-1498</inkml:trace>
  <inkml:trace contextRef="#ctx0" brushRef="#br2" timeOffset="90663.362">12522 9714 28446,'0'0'1152,"0"0"-808,0 0-256,0 0 128,0 0 113,0 0-209,0 0-120,13 114-256,-11-80-745,-2-7-2695</inkml:trace>
  <inkml:trace contextRef="#ctx0" brushRef="#br2" timeOffset="91012.886">12009 10280 29454,'0'0'807,"0"0"-453,0 0-69,24-3 156,176-40 178,-68-5-412,194-51-120,-215 93-130,-108 8 42,1 0 1,-1 1 0,0 0-1,0-1 1,0 1-1,0 1 1,0-1-1,-1 0 1,1 0-1,-1 1 1,0 0-1,0-1 1,0 1-1,-1 0 1,0 0 0,1 0-1,-1 0 1,0 0-1,-1 0 1,1 0-1,-1 0 1,0 1-1,0-1 1,0 0-1,0 0 1,-1 0 0,0 0-1,1 0 1,-2 0-1,1 0 1,0 0-1,-1 0 1,0 0-1,0 0 1,0-1-1,0 1 1,0-1 0,-3 3 0,-24 42 5,-2-2 1,-2 0 0,-1-2 0,-3-2 0,-27 23-6,52-52 0,-193 191-340,-141 105 340,328-294-385,30-28-588,26-23-1102,9-13-1194</inkml:trace>
  <inkml:trace contextRef="#ctx0" brushRef="#br2" timeOffset="91280.732">12467 10594 24773,'0'0'2025,"0"0"-945,0 0-184,0 0-32,83 146-112,-76-69-215,-5 9-209,-2 7-128,0 0-96,0-3-64,0-9-24,0-16-16,7-21-112,17-44-304,0 0-497,0-34-1103</inkml:trace>
  <inkml:trace contextRef="#ctx0" brushRef="#br2" timeOffset="91548.131">13171 10367 27694,'0'0'1159,"0"0"-459,-20 13-245,-129 101 300,-72 134 298,219-247-1038,0 1 1,0 0-1,1-1 0,-1 1 1,1 0-1,-1 0 0,1 0 1,0 0-1,-1 0 0,1 0 1,0 0-1,1 0 0,-1 1 1,0-1-1,1 0 0,-1 1 1,1-1-1,-1 0 0,1 1 1,0-1-1,0 0 0,0 1 0,1-1 1,-1 1-1,1-1 0,-1 0 1,1 0-1,0 1 0,-1-1 1,1 0-1,0 0 0,1 0 1,-1 0-1,0 0 0,0 0 1,1 0-1,0 0 0,-1 0 1,1-1-16,14 4 11,0-2 0,0 0 0,1 0 1,-1-2-1,1 0 0,-1-1 0,1-1 0,13-1-11,-25 1-3,5 0-59,0 0 0,0-1 0,0 0 0,-1-1 0,1 0 0,-1-1 0,1 0 0,-1 0 0,0-1 0,-1 0-1,1 0 1,-1-1 0,5-5 62,57-59-3750,-29 20-5933</inkml:trace>
  <inkml:trace contextRef="#ctx0" brushRef="#br2" timeOffset="91813.961">13239 10231 27894,'0'0'1542,"0"0"-909,0 0-310,28-17 105,-1 1-323,-4 1-35,1 1 0,0 1 0,1 2 0,0 0 0,1 2 0,21-6-70,-5 3 103,1 1 0,0 2-1,0 3 1,1 1 0,-1 1 0,1 3-1,42 5-102,-83-4 0,1 1 1,-1-1-1,1 1 0,-1 0 0,0 1 1,1-1-1,-1 1 0,0-1 0,0 1 1,0 0-1,0 0 0,-1 0 0,1 0 1,0 1-1,-1-1 0,1 1 0,-1-1 1,0 1-1,0 0 0,0 0 0,0 0 0,-1 0 1,1 0-1,-1 1 0,0-1 0,0 0 1,0 1-1,0-1 0,-1 1 0,1-1 1,-1 1-1,0-1 0,0 1 0,0-1 1,0 2-1,-1 4-6,0 0 0,0 1-1,-1-1 1,-1 0 0,1 0 0,-1 0 0,-1 0 0,1 0 0,-2-1 0,1 0 0,-1 0 0,-4 6 6,2-5-95,-1 1 1,0-1-1,0 0 0,0-1 1,-1 0-1,0 0 0,-1-1 1,0 0-1,0-1 0,0 0 1,-1-1-1,0 0 0,0 0 1,0-2-1,-1 1 0,0-1 1,1-1-1,-1 0 0,0 0 0,-9-1 95,18-1-55,0-1 0,1 1 0,-1-1-1,0 0 1,1 0 0,-1 0-1,0 0 1,1 0 0,-1 0-1,1-1 1,0 0 0,-1 1 0,1-1-1,0 0 1,0 0 0,0 0-1,0 0 1,1 0 0,-1 0-1,0-1 1,1 1 0,0-1 0,-1 1-1,1-1 1,0 1 0,0-1-1,1 0 1,-1 1 0,0-1-1,1-1 56,-23-93-2376,11 23-3623,1-10-11640</inkml:trace>
  <inkml:trace contextRef="#ctx0" brushRef="#br2" timeOffset="92231.152">13552 9848 22021,'0'0'4358,"0"0"-2535,0 0-905,0 0-237,0 0-33,1 26-138,-2 366 199,-18-100-701,21-290-14,-1 0 0,1 0 0,0 0 0,0 0 0,0 0 1,0-1-1,0 1 0,1-1 0,-1 1 0,0-1 0,1 0 0,-1 0 0,1 0 0,-1 0 0,1 0 0,-1 0 0,1-1 0,0 1 1,-1-1-1,1 0 0,0 0 0,0 0 0,-1 0 0,1 0 0,0-1 0,-1 1 0,1-1 0,-1 0 0,1 0 0,1 0 6,0 0 1,79-16 2,-69 12 0,1 1 1,0 1 0,0 0 0,0 1 0,0 1-1,0 0 1,0 1 0,15 2-4,-27-1 3,0 0-1,0 0 1,0 1 0,-1-1-1,1 1 1,0-1 0,-1 1 0,0 0-1,1 0 1,-1 0 0,0 0-1,0 1 1,0-1 0,0 1-1,0-1 1,-1 1 0,1-1-1,-1 1 1,0 0 0,1 0-1,-1 0 1,0 0 0,-1 0-1,1 0 1,-1 0 0,1 0-1,-1 0 1,0 0 0,0 1-3,-4 94 97,-4-72-93,-2 1 0,0-1 1,-2 0-1,0-1 0,-2-1 1,-1 0-1,-1-1 0,-1-1 1,-1 0-1,0-1 0,-2-1 1,-3 2-5,6-4-31,-1 0 1,-1-1 0,-1-1-1,0 0 1,-1-2 0,-1 0-1,0-2 1,-1 0-1,-19 7 31,39-19-71,1 1 0,-1 0 0,1 0 0,-1-1 0,1 0 0,-1 1 0,0-1 0,1 0 0,-1 0 0,1 0 0,-1-1 0,1 1 0,-1-1 0,0 1 0,1-1 0,0 0 0,-1 0 0,1 0 0,-1 0 0,1 0 0,0-1 0,0 1 0,0-1 0,0 1 0,0-1 0,0 0 0,0 0 0,0 0 0,1 0 0,-1 0 0,1 0 0,-1 0 0,1 0 0,0-1 0,0 1 0,0-1 0,0 1 0,1-1 0,-1 1 0,1-1 0,-1 1 0,1-1 0,0 1 0,0-1 0,0 0 0,0 1 0,0-1 0,1 1 0,-1-1 0,1 1 0,0-1 0,-1 1 71,0-6-25,-3-21-1361,1-1 0,2 1 0,1 0 0,1 0 0,1 0 0,2 0 1,3-10 1385,-7 35 365,1 0 1,0-1 0,-1 1-1,2 0 1,-1 0 0,0 0-1,1 0 1,0 0 0,0 1-1,0-1 1,0 1 0,0 0-1,1 0 1,-1 0 0,1 0-1,0 0 1,0 1 0,0 0-1,0 0 1,1 0 0,-1 0 0,0 1-1,1 0 1,-1 0 0,1 0-1,0 0 1,1 0-366,80 25 1941,-71-14-1880,-1 0-1,-1 1 1,0 0-1,0 1 1,-1 0-1,-1 1 1,0 0-1,-1 1 1,0 0-1,-1 1 1,0 0-1,-2 0 1,0 1 0,0 0-1,-2 0 1,0 1-1,0-1 1,1 18-61,-6-33-66,0 0 0,0 0 0,1 0 0,-1 0 0,0 0 0,0 0 0,0 0 0,-1 0 0,1 1 0,0-1 0,0 0 0,-1 0 0,1 0 0,0 0 0,-1 0 0,1 0 0,-1 0 0,1 0 0,-1 0 0,0 0 1,1-1-1,-1 1 0,0 0 0,0 0 0,1-1 0,-1 1 0,0 0 0,0-1 0,0 1 0,0 0 0,0-1 0,0 0 0,0 1 0,0-1 0,0 1 0,0-1 0,0 0 0,0 0 0,-1 0 0,1 0 0,0 0 0,0 0 0,0 0 1,0 0-1,0 0 0,0 0 0,0-1 0,0 1 0,0 0 0,0-1 0,-1 1 66,1 0-146,-27 0-6431</inkml:trace>
  <inkml:trace contextRef="#ctx0" brushRef="#br2" timeOffset="92478.685">13151 10237 28158,'0'0'1088,"-13"140"-376,4 8 25,3 25-113,1 3-88,3-15-120,2-24-192,0-7-128,0-26-96,7-25-88,6-27-248,15-17-288,-1-13-937,-3-12-2495</inkml:trace>
  <inkml:trace contextRef="#ctx0" brushRef="#br2" timeOffset="92698.005">14729 9582 31487,'0'0'664,"0"0"-456,0 0-128,0 0 24,143-2-40,-113 6-64,-5 21-128,-17 38-376,-8-3-296,0-3-1641</inkml:trace>
  <inkml:trace contextRef="#ctx0" brushRef="#br2" timeOffset="92881.652">14346 10325 29742,'0'0'977,"0"0"-713,0 0-24,175-19 144,-92-9-8,7-8-176,0-1-152,-7 1-48,-8 3-256,-16 3-128,-11 5-296,-17-5-713,-11 6-671,-16 5-7026</inkml:trace>
  <inkml:trace contextRef="#ctx0" brushRef="#br2" timeOffset="93162.599">15001 9797 22325,'0'0'4705,"0"0"-2522,0 0-1390,-5 33-7,-23 299 660,15 971-917,12-1303-538,0 1 1,0 0-1,0-1 0,0 1 1,0-1-1,0 1 0,-1-1 1,1 0-1,0 1 0,0-1 1,0 0-1,-1 0 1,1 0-1,0 0 0,0 0 1,-1 0-1,1 0 0,0 0 1,0 0-1,0-1 0,-1 1 1,1 0-1,0-1 0,0 1 1,0-1-1,0 1 0,0-1 1,0 0-1,0 1 0,0-1 1,0 0-1,0 0 0,0 0 1,0 0-1,1 0 0,-1 0 1,0 0-1,1 0 0,-1 0 1,0 0-1,1 0 1,-1 0-1,1 0 0,0 0 1,-1-1-1,1 1 0,0 0 1,0 0-1,0-2 9,-131-228-1904,47 89 488,22 40-3567,-6-9-13264</inkml:trace>
  <inkml:trace contextRef="#ctx0" brushRef="#br2" timeOffset="93530.855">14512 10296 27238,'0'0'1160,"0"0"-388,0 0-244,23 7-86,69 26-51,-88-31-372,1-1 1,-1 2 0,0-1 0,0 0 0,0 1-1,-1 0 1,1 0 0,0 0 0,-1 0 0,0 1 0,0-1-1,0 1 1,0 0 0,-1-1 0,1 2 0,-1-1 0,0 0-1,0 0 1,-1 1 0,1 0-20,4 9 17,10 24-6,-14-30-46,0-1 0,0 1 0,1-1 1,0 0-1,0 1 0,0-1 0,1-1 0,0 1 1,0-1-1,1 1 0,0-1 0,0 0 0,1-1 1,-1 1-1,1-1 0,0-1 0,0 1 1,1-1-1,0 0 0,0 0 0,0-1 0,0 1 1,0-2-1,6 3 35,-3-5-96,1 0 1,-1 0-1,0-1 1,0 0-1,0-1 0,0 0 1,0 0-1,0-1 1,-1-1-1,1 1 1,-1-2-1,0 1 1,0-1-1,6-5 96,-64 55 340,-583 521 1615,699-611-2880,371-331-4368,-324 276-3058</inkml:trace>
  <inkml:trace contextRef="#ctx0" brushRef="#br2" timeOffset="93796.452">15201 10424 19060,'0'0'3357,"0"0"-1103,24-19-619,77-61-554,-96 75-946,0-1 0,0 1-1,1 1 1,0-1 0,-1 1-1,2 0 1,-1 0 0,0 1-1,1-1 1,-1 1 0,1 1 0,0 0-1,0 0 1,0 0 0,0 1-1,0-1 1,1 2 0,4-1-135,0 50 1143,-8-41-1105,0 0 0,1 0 1,0 0-1,1-1 1,0 0-1,0 0 0,0 0 1,1-1-1,0 0 1,0 0-1,0-1 0,1 0 1,0 0-1,0-1 1,0 0-1,1 0 1,0-1-1,-1 0 0,1 0 1,1-1-39,-8-1 2,7 2-34,115 24-790,-105-33-568,-7-10-1221</inkml:trace>
  <inkml:trace contextRef="#ctx0" brushRef="#br2" timeOffset="93981.118">15222 10527 29726,'0'0'961,"-129"134"-353,50-50-320,-11 17 56,0 2-24,3-3-200,8-1-120,13-4-160,27-11-224,4-9-416,19-25-1361</inkml:trace>
  <inkml:trace contextRef="#ctx0" brushRef="#br2" timeOffset="94263.428">15310 10876 26510,'116'0'4857,"3"19"-4185,-3 5 56,-33 0-728,-32-5 0,1 3 0,3 4 0,-5-1 0,-12 1 0,-30 10 0,-8-7-272,-6-7-2713</inkml:trace>
  <inkml:trace contextRef="#ctx0" brushRef="#br2" timeOffset="102781.682">16349 10412 27470,'0'0'3009,"0"0"-2769,0 0-176,154-106-24,-91 68-8,3 5-24,0 5-8,15-4-264,-18 7-425,-17 3-1095</inkml:trace>
  <inkml:trace contextRef="#ctx0" brushRef="#br2" timeOffset="103044.368">16720 9611 29494,'0'0'1217,"0"0"-1041,0 0 56,-3 136 240,3-65 40,7 24-200,6 21-168,-4-5-88,-3-12-40,-6-15-16,0-23-24,0 3-200,-6-7-144,-16-32-80,4-17-256,1-8-1017</inkml:trace>
  <inkml:trace contextRef="#ctx0" brushRef="#br2" timeOffset="103310.981">16237 9603 28670,'0'0'1048,"0"0"-808,0 0-104,62 152 96,-25-87 73,7-4-145,6-9-160,7-15-200,29-33-625,-14-4-687,-13-18-6546</inkml:trace>
  <inkml:trace contextRef="#ctx0" brushRef="#br2" timeOffset="104140.471">17077 9655 26254,'0'0'1560,"0"0"-500,0 0-313,-7 18-44,-55 127 304,21-70-731,-18 29-107,4 3 1,5 2 0,5 3 0,-29 109-170,68-201-8,2 0 0,0 0 0,2 1 0,0-1 0,1 1 0,1-1 0,1 1 0,2 8 8,-1-24-9,1 0 0,0-1 0,1 0 0,-1 0 0,1 0 1,0 0-1,0 0 0,0-1 0,0 1 0,0-1 1,1 0-1,0-1 0,-1 1 0,1-1 0,0 0 0,0 0 1,1 0-1,-1-1 0,0 0 0,0 0 0,1 0 1,-1 0-1,0-1 0,1 0 9,35 10 34,-8 3-4,1-2 1,0-1-1,0-2 0,1-2 1,0 0-1,1-3 0,33 0-30,-64-3-12,0-1-1,0 1 0,0-1 0,0 0 1,-1-1-1,1 1 0,0-1 1,0 0-1,-1 0 0,1-1 0,-1 1 1,0-1-1,1 0 0,-1 0 1,-1 0-1,1-1 0,0 1 0,-1-1 1,0 0-1,0 0 0,0 0 1,0 0-1,-1-1 0,1 1 1,-1-1-1,0 0 0,-1 0 0,1 1 1,-1-1-1,0 0 0,0 0 1,0 0-1,-1 0 0,0-3 13,11-234-1700,-10 238 1711,-1 1 1,0-1 0,1 0-1,-1 1 1,0-1 0,-1 0-1,1 1 1,-1-1 0,0 1-1,1-1 1,-2 1 0,1-1-1,0 1 1,-1 0-1,1-1 1,-1 1 0,0 0-1,0 0 1,0 0 0,-1 0-1,1 1 1,-1-1 0,1 1-1,-1-1 1,0 1 0,0 0-1,0 0 1,0 0 0,0 1-1,-1-1-11,1 2 25,0 1-1,0 0 1,0 0 0,0 1-1,1-1 1,-1 0-1,0 1 1,1 0 0,0-1-1,-1 1 1,1 0 0,0 0-1,0 1 1,0-1-1,0 0 1,0 1 0,0-1-1,1 1 1,-1-1-1,1 1 1,0 0 0,0 0-1,0 0 1,0-1 0,0 1-1,0 0 1,1 1-25,-3 3 53,-39 97 293,29-60-282,-2 0 1,-1-1-1,-3-1 0,-2 0 1,-1-2-1,-2 0 1,-2-2-1,-1 0 1,-2-2-1,-2-2 1,-1 0-1,-2-2 0,0-2 1,-3-1-65,29-23 12,0-1 0,-1 0 0,1-1 0,-1 0 0,0 0 0,0-1 0,0 0 0,0 0 0,-1-1 0,1-1 0,-1 1 0,0-2 0,1 1 0,-1-1 0,-2-1-12,9 0 3,0 0 0,0 0 1,0 0-1,0 0 0,0-1 0,1 1 0,-1-1 0,0 0 1,1 0-1,0 0 0,-1 0 0,1 0 0,0 0 1,0-1-1,0 1 0,0-1 0,1 0 0,-1 1 0,1-1 1,-1 0-1,1 0 0,0 0 0,0 0 0,0 0 1,1 0-1,-1 0 0,1 0 0,-1 0 0,1-3-3,5-101 12,6 66-20,1 0 1,2 1-1,2 0 0,2 1 1,1 1-1,14-17 8,-13 18-15,43-68-132,5 3 1,5 3 0,3 3 0,5 4-1,4 3 1,31-20 146,-114 107-1,10-11 1,1 0-1,0 0 0,1 1 1,1 1-1,0 1 0,0 0 0,1 1 1,0 0-1,1 1 0,0 1 1,0 1-1,15-4 1,-28 10 14,-1-1 1,1 1 0,-1 0 0,1 1-1,-1-1 1,0 0 0,1 1-1,-1 0 1,1 0 0,-1 0-1,0 0 1,0 0 0,0 1-1,0 0 1,0-1 0,0 1-1,0 0 1,0 0 0,-1 1-1,1-1 1,-1 1 0,1-1-1,-1 1 1,0 0 0,0 0 0,0-1-1,-1 1 1,1 1 0,-1-1-1,1 0 1,-1 0 0,0 1-1,0 1-14,14 118 217,-15-104-205,-1-6-7,0 0-1,1-1 1,0 1-1,1 0 1,0 0-1,1-1 1,1 1-1,0-1 0,0 1 1,1-1-1,1 0 1,0-1-1,1 1 1,0-1-1,1 0 0,0 0 1,0-1-1,7 6-4,137 69 79,-37-29-64,-110-53-17,1 1 0,-1-1 1,0 1-1,0 0 1,0 0-1,0 0 1,0 0-1,-1 1 0,0-1 1,0 1-1,0 0 1,-1 0-1,1 0 0,-1 0 1,0 0-1,-1 1 1,1-1-1,-1 1 1,0-1-1,-1 1 0,1-1 1,-1 1-1,0-1 1,-1 1-1,1 0 0,-1-1 1,0 1-1,0-1 1,-1 0-1,1 1 0,-1-1 1,-1 0-1,1 0 1,-1 0-1,0 0 1,0 0-1,-1 1 2,-31 35-16,-2-1 0,-1-2 0,-2-1 0,-1-3 0,-2-1-1,-30 16 17,66-44-10,-20 16-182,-1-1 0,-1-1 0,-1-2 0,0-1-1,-1-1 1,-1-1 0,0-2 0,-1-2 0,0-1 0,-1-1 192,-20-5-1857</inkml:trace>
  <inkml:trace contextRef="#ctx0" brushRef="#br2" timeOffset="104319.903">17539 10527 30783,'0'0'864,"0"0"-56,0 0-496,86 126-312,-60-75 0,22 10 0,-6-13-88,-5-15-2265</inkml:trace>
  <inkml:trace contextRef="#ctx0" brushRef="#br2" timeOffset="104488.015">18116 11026 30791,'0'0'832,"0"0"-552,0 0-272,0 0-8,0 0-1176,0 0-14700</inkml:trace>
  <inkml:trace contextRef="#ctx0" brushRef="#br2" timeOffset="107101.478">4666 13898 27046,'0'0'3144,"0"0"-2535,0 0-345,0 0-8,0 0 64,0 0-104,16-24-56,19 20-56,6 4-72,1 0-24,2 12-8,-3 10-32,12 19-264,-11-3-352,-16-5-1641</inkml:trace>
  <inkml:trace contextRef="#ctx0" brushRef="#br2" timeOffset="107376.325">3732 15123 29606,'0'0'1265,"0"0"-1153,0 0-112,0 0 0,0 0 136,167-38 128,2-17-104,30-12-80,3-2-16,-18 10 24,-28 13-24,-12 7-40,-8 9-24,-28 9-24,-12-3-208,-28 6-584,-35 1-2145</inkml:trace>
  <inkml:trace contextRef="#ctx0" brushRef="#br2" timeOffset="107642.461">4824 14255 29102,'0'0'760,"0"0"-344,-5 34-103,-19 321 868,96 584-174,-24-409-1019,-43-391 12,-5-140-14,-1-1 0,1 1 0,-1 0-1,1 0 1,-1 0 0,0 0 0,0 0 0,0 0 0,0 0 0,0 0-1,0 0 1,0 0 0,0 0 0,0 1 0,0-1 0,0 0-1,0 1 1,0-1 0,-1 1 0,1-1 0,0 1 0,0-1 0,-1 1-1,1 0 1,0 0 0,-1 0 0,1 0 0,0 0 0,-1 0 0,1 0-1,0 0 1,-1 0 0,1 1 0,0-1 0,0 0 0,-1 1 0,1-1-1,0 1 1,0 0 0,0-1 0,0 1 0,-1 0 0,1 0-1,0 0 1,0-1 0,1 1 0,-1 0 0,0 0 0,0 1 0,0-1-1,1 0 1,-1 0 0,0 0 0,1 0 0,-1 1 0,1-1 0,-1 0-1,1 0 1,0 1 0,0-1 0,0 0 0,-1 1 0,1-1 0,0 0-1,1 1 1,-1-1 0,0 0 0,0 0 0,1 2 14,-79-150-3376,42 67-986</inkml:trace>
  <inkml:trace contextRef="#ctx0" brushRef="#br2" timeOffset="108356.102">4278 15141 27190,'0'0'900,"0"0"-463,19 3 144,-6-1-445,113 40 1022,81 100-84,-204-141-1081,1 1 1,-1 0-1,0 0 1,0 0-1,0 1 0,-1-1 1,1 0-1,-1 1 1,1 0-1,-1 0 1,0 0-1,0 0 0,0 0 1,0 0-1,-1 0 1,1 1-1,-1-1 0,0 1 1,0-1-1,0 1 1,0-1-1,-1 1 0,1 0 1,-1-1-1,0 1 1,0 0-1,0-1 0,-1 1 1,1-1-1,-1 1 1,0 0-1,0-1 0,0 0 1,-1 1-1,1-1 1,-1 0-1,-1 3 7,-136 161-40,88-114 39,-204 250 174,223-242-101,32-61-72,0 1-1,0 0 1,1-1-1,-1 1 1,0 0-1,1-1 1,-1 1-1,1-1 1,-1 1-1,1-1 1,-1 1-1,1-1 1,-1 1-1,1-1 1,-1 1-1,1-1 1,0 1-1,-1-1 1,1 0-1,-1 1 1,1-1-1,0 0 1,0 0-1,-1 0 1,1 1-1,0-1 1,-1 0-1,1 0 1,0 0-1,0 0 1,-1 0-1,1 0 1,0 0-1,-1-1 1,1 1-1,0 0 1,-1 0-1,1 0 1,0-1-1,-1 1 1,1 0-1,0-1 1,-1 1-1,1-1 1,-1 1 0,1-1-1,0 1 1,-1-1-1,1 1 1,122-86-35,-112 77 30,720-728-731,-693 702 732,1 2-1,1 2 1,1 1 0,32-16 4,5 15 66,-76 31-57,-1 1-1,0-1 1,1 1-1,-1 0 0,0 0 1,1-1-1,-1 1 1,0 0-1,0 0 1,0 0-1,0 1 0,1-1 1,-2 0-1,1 0 1,0 0-1,0 1 1,0-1-1,-1 1 0,1-1 1,0 0-1,-1 1 1,0-1-1,1 1 1,-1-1-1,0 1 0,0-1 1,1 1-1,-1 0 1,0-1-1,-1 1 1,1-1-1,0 1 0,0-1 1,-1 1-1,1-1 1,-1 1-1,1-1 1,-1 0-1,0 1-8,1 5 17,-4 15 22,-1-1 1,0 0 0,-2 0 0,0 0 0,-1-1 0,-1 0 0,-2 0-1,-10 16-39,-11 23 78,21-37-49,2-5 23,0 0 1,1 1-1,1 0 1,0 0-1,2 1 0,0-1 1,-1 13-53,6-29 1,0 0 1,0 0 0,0 0-1,0 0 1,0 0 0,1-1-1,-1 1 1,0 0-1,1 0 1,0 0 0,-1-1-1,1 1 1,0 0 0,0-1-1,0 1 1,0-1 0,0 1-1,1-1 1,-1 1-1,0-1 1,1 0 0,-1 0-1,1 1 1,-1-1 0,1 0-1,-1 0 1,1-1 0,0 1-1,0 0 1,-1-1-1,1 1 1,0-1 0,0 1-1,0-1 1,0 0 0,-1 0-1,1 1 1,0-1-1,0-1 1,0 1 0,0 0-1,0 0 1,1-1-2,86-22-13,-70 14-37,-1-2 0,0 0 0,-1 0 0,0-2 0,-1 0 0,0-1 0,-1-1-1,-1 0 1,7-9 50,-20 23-18,0 1 0,0-1-1,0 0 1,0 1 0,0-1-1,0 0 1,0 0 0,0 0 0,0 0-1,0 1 1,0-1 0,0 0-1,-1-1 1,1 1 0,0 0-1,-1 0 1,1 0 0,-1 0-1,1 0 1,-1-1 0,1 1-1,-1 0 1,0 0 0,0-1-1,0 1 1,0 0 0,0-1-1,0 1 1,0 0 0,0 0-1,0-1 1,0 1 0,-1 0 0,1 0-1,-1-1 1,1 1 0,-1 0-1,1 0 1,-1 0 0,0 0-1,1 0 1,-1 0 0,0 0-1,0 0 1,0 0 0,0 0-1,0 0 1,0 0 0,0 1-1,0-1 1,0 0 0,0 1-1,0-1 1,0 1 0,-1-1-1,1 1 1,-1-1 18,-14 3 5,0 1 0,0 0 0,1 1 0,-1 1 0,1 1 0,0 0 0,0 0 0,1 2 0,0 0-1,0 0 1,1 1 0,0 1 0,0 1-5,-10 5 64,-131 96 167,5 8-1,5 6 0,6 6 1,-79 101-231,189-202-78,16-21 6,1 0 0,1 1 0,0 0 0,0 1 1,1 0-1,1 0 0,0 1 0,1 0 0,0 1 1,1-1-1,0 1 0,1 1 0,1-1 1,0 1-1,0 6 72,4-7-1826</inkml:trace>
  <inkml:trace contextRef="#ctx0" brushRef="#br2" timeOffset="108542.582">4894 15728 29390,'0'0'672,"0"0"-504,121 0 41,-64 0 135,6 0-112,1 8-144,-3 0-88,5-4-384,-16-4-401,-15 0-399</inkml:trace>
  <inkml:trace contextRef="#ctx0" brushRef="#br2" timeOffset="109459.344">5997 14476 31095,'0'0'629,"0"0"-528,0 0-29,7 20 23,0-5-82,-2-5-8,-1 0 0,0 1 0,0-1 0,-1 1 0,0 0 0,-1 0 0,0 0 0,-1 0-1,0 0 1,-1 0 0,0 1 0,-2 8-5,-11 26 18,-3-2 1,-2 0-1,-2-1 0,-1 0 0,-2-2 1,-2-1-1,-2-1 0,-3 1-18,13-15 48,-101 135 453,104-139-493,17-12-8,63-5 0,-60-5 0,0 0 0,-1 0 0,1 1 0,0 0 0,-1 0 0,1 1 0,0-1 0,-1 1 0,1 1 0,-1-1 0,1 1 0,-1 0 0,0 0 0,1 0 0,-1 1 0,0 0 0,0 0 0,-1 0 0,1 0 0,-1 1 0,0 0 0,0 0 0,1 0 0,3 12 0,0 1 0,-1 0 0,-1 0 0,-1 0 0,0 0 0,-1 1 0,-1 0 0,-1 0 0,0 0 0,-1 0 0,-1 0 0,-1 0 0,-1 6 0,1 8 0,-11 223 0,47-382-216,15-20-74,0-12-939,7 2 0,6 3 0,8 3 0,77-122 1229,-120 232-1617,2 2 1,2 0 0,2 2 0,22-18 1616,50-30 1175,8 15 4145,14 29-3197,-126 41-2095,1-1 0,-1 1 0,0 0 0,1 0-1,-1 0 1,0 0 0,0 0 0,1 0 0,-1 1-1,0-1 1,0 1 0,1 0 0,-1 0 0,0-1-1,0 1 1,0 0 0,0 1 0,0-1 0,0 0-1,0 1 1,-1-1 0,1 1 0,0-1 0,-1 1-1,1 0 1,-1 0 0,0 0 0,1 0 0,-1 0 0,0 0-1,0 0 1,0 0 0,-1 0 0,1 0 0,0 1-1,-1-1 1,0 0 0,1 0 0,-1 1 0,0-1-1,0 0 1,0 1 0,0-1 0,-1 0 0,1 0-1,-1 1 1,0 0-28,-1 20 61,-2-1 1,-1 0-1,0 0 0,-2 0 0,0-1 0,-2 0 1,0 0-1,-1-1 0,-1 0 0,-1-1 0,-5 6-61,1 1 23,-210 337 388,225-360-395,0-3-15,0 0 0,0 1 0,0-1 0,1 1 1,-1 0-1,0-1 0,1 1 0,-1-1 0,0 1 1,1 0-1,-1 0 0,1-1 0,-1 1 0,1 0 1,0 0-1,-1 0 0,1-1 0,0 1 0,-1 0 1,1 0-1,0 0 0,0 0 0,0 0 0,0 0 0,0 0 1,0 0-1,0-1 0,0 1 0,0 0 0,0 0 1,0 0-1,1 0 0,-1 0 0,0 0 0,1-1 1,-1 1-1,1 0 0,-1 0 0,1 0 0,-1-1 1,1 1-1,-1 0 0,1-1 0,0 1 0,-1 0 0,1-1 1,0 1-1,-1-1 0,1 1 0,0-1 0,0 0 1,0 1-1,0-1-1,29-1 12,-25-1-14,-1 1 0,1 0-1,0 0 1,0 0 0,0 1 0,0 0 0,0 0-1,0 0 1,0 0 0,0 1 0,-1 0-1,1 0 1,0 0 0,0 0 0,-1 1 0,1 0-1,0 0 1,-1 0 0,0 1 0,0-1 0,1 1-1,-2 0 1,1 0 0,0 1 0,-1-1 0,1 1-1,-1-1 1,0 1 0,1 3 2,3 117-4,-12-79 8,-3 1 0,-2-2 0,-2 1 1,-1-1-1,-3-1 0,-10 20-4,14-34 1,-149 315 297,204-439-241,-23 59-79,-2 1-48,2-1 0,1 2 1,1 1-1,2 1 0,1 1 0,2 1 0,21-19 70,-44 46 1,-1 0 0,0 0 0,1 1-1,-1 0 1,1-1 0,0 1-1,0 0 1,0 1 0,0-1-1,0 1 1,0 0 0,0 0-1,0 0 1,0 0 0,1 1-1,-1 0 1,0-1 0,1 2-1,-1-1 1,0 0 0,0 1 0,1 0-1,-1 0 1,0 0 0,0 1-1,0-1 1,0 1 0,0 0-1,-1 0 1,1 0 0,0 1-1,-1-1 1,0 1 0,1 0-1,-1 0 1,0 0 0,0 0-1,10 18 89,0 1 0,-1 0 0,-1 0 1,-1 1-1,-1 1 0,-1-1 0,0 4-89,-2-4 39,1-1 0,1 0 0,1-1 0,1 0 0,1 0 0,0-1 0,2 0 0,3 2-39,-13-19-22,-1 0 0,1-1-1,1 1 1,-1-1 0,0 0 0,0 0-1,1 0 1,-1 0 0,1-1 0,0 1-1,-1-1 1,1 0 0,0 0 0,0 0-1,0-1 1,0 1 0,0-1 0,0 0-1,0 0 1,0 0 0,-1-1 0,1 1-1,0-1 1,0 0 0,0 0 0,0-1 0,-1 1-1,1-1 1,-1 1 0,1-1 0,-1 0-1,0-1 1,1 1 0,-1 0 0,0-1-1,-1 0 1,2-1 22,16-21-2130</inkml:trace>
  <inkml:trace contextRef="#ctx0" brushRef="#br2" timeOffset="116224.366">14319 12663 28518,'0'0'928,"0"0"-352,134-32-71,-59-3-137,14-12-208,-3-7-136,-3-3-24,-10 0-272,-16 4-281,-18-5-463,-15 15-1488,-17 13-15732</inkml:trace>
  <inkml:trace contextRef="#ctx0" brushRef="#br2" timeOffset="116439.66">14916 12142 22085,'0'0'4863,"0"0"-2818,0 0-956,0 0-182,0 0-185,0 0-93,-15 0-265,11 0-350,1 0-13,0-1 0,0 1 1,0 0-1,0 0 0,1 0 0,-1 0 1,0 0-1,0 1 0,0-1 1,0 1-1,1 0 0,-1-1 1,0 1-1,1 1 0,-1-1 0,1 0 1,-1 1-1,1-1 0,-1 1 1,1 0-1,0 0 0,0 0 1,0 0-1,0 0 0,0 0 0,1 0 1,-1 1-1,1-1 0,-1 1 1,1-1-1,0 1 0,0 0 1,0-1-1,0 1 0,0 0 0,1 0 1,-1-1-1,1 1-1,-107 656 0,95-698-2936,10 27 1804,-4-31-3090</inkml:trace>
  <inkml:trace contextRef="#ctx0" brushRef="#br2" timeOffset="116673.272">14539 12140 27438,'0'0'1408,"0"0"-584,0 109-216,0-56-183,15-8-257,9-9-168,35-30-200,-6-6-609,2-12-1039</inkml:trace>
  <inkml:trace contextRef="#ctx0" brushRef="#br2" timeOffset="117527.06">15038 12124 27582,'0'0'1343,"0"0"-398,0 0-51,-8 18-195,-142 253 256,76-152-804,10-21-85,5 3 0,4 3 0,-15 47-66,66-144 0,0-1 0,0 0 0,1 1 0,0 0 0,0 0 0,0 0 0,1 0 0,0 0 0,1 1 0,0-1 0,0 0 0,0 1 0,1-1 0,0 1 0,1-1 0,-1 1 0,1-1 0,1 0 0,-1 1 0,2-1 0,-1 0 0,0 0 0,1 0 0,1-1 0,-1 1 0,1-1 0,0 1 0,0-1 0,1-1 0,0 1 0,0 0 0,2 0 0,186 58 0,-36-18 0,-36 20 0,-114-93-269,-7-411-4431,-4 409 6063,-3 55 72,4-8-1244,-67 284 1005,62-281-1198,0 0 0,-1-1-1,-1 0 1,-1-1 0,-1 0 0,-1-1 0,0 0 0,-1-1-1,-1-1 1,-1 0 0,0-1 0,-1-1 0,-1 0 2,3-3 33,-1-1 1,0 0-1,0-2 1,-1 0-1,0 0 1,-1-2-1,0 0 0,1-1 1,-2-1-1,1-1 1,0 0-1,-17-1-33,33-2 5,-1 0 0,1 0 0,0-1 0,0 1 0,0-1 0,0 1 0,0-1 0,0 0 0,0 0 0,0 0 0,0 0 0,0 0 0,0 0 0,1-1 0,-1 1 0,0 0 0,1-1 0,-1 0 0,1 1 0,0-1 0,-1 0 0,1 0 0,0 1 0,0-1 0,0 0 0,0 0 1,0 0-1,1 0 0,-1-1 0,1 1 0,-1 0 0,1 0 0,0 0 0,0 0 0,0-1 0,0 1 0,0 0 0,0 0 0,1 0 0,-1-1-5,23-92 2,20 18-4,3 2 0,3 2-1,3 2 1,35-33 2,-84 99-2,62-74-16,3 3-1,3 3 0,3 2 1,3 5-1,63-42 19,-126 98 4,0 0 0,1 0 0,0 1 0,0 1 0,1 1 0,0 0 0,0 1 0,0 0 0,1 2 0,0 0 0,0 1 0,0 0 0,0 2 0,1 0 0,5 1-4,-18 2 9,0 2-1,0-1 1,-1 0 0,1 1 0,-1 0-1,0 0 1,0 0 0,-1 1-1,1-1 1,-1 1 0,0 0 0,0 0-1,-1 0 1,1 0 0,-1 0-1,0 0 1,-1 1 0,1-1 0,-1 1-1,0 0 1,0-1 0,-1 1-1,0 0 1,0-1 0,0 1 0,-1 0-1,1-1 1,-2 1 0,1-1-1,-1 2-8,2 11-9,-1 259 9,3-266 0,0 0 0,1-1 0,0 1 0,1-1 0,0 0 0,0 0 0,1 0 0,0-1 0,1 0 0,0 0 0,1 0 0,0-1 0,0 0 0,1 0 0,0 0 0,0-1 0,1-1 0,-1 1 0,4 0 0,78 82 0,-86-83 0,-1 1 0,0-1 0,0 1 0,0 0 0,-1-1 0,1 1 0,-2 0 0,1 0 0,-1 1 0,0-1 0,-1 0 0,0 0 0,0 0 0,0 1 0,-1-1 0,0 0 0,0 0 0,-1 0 0,0 0 0,0 0 0,-1 0 0,0-1 0,0 1 0,0-1 0,-1 0 0,-1 2 0,-9 13 0,-1 0 0,-1 0 0,0-2 0,-2 0 0,-1-1 0,-14 11 0,25-20-135,0 0 0,-1-1-1,0 0 1,0-1 0,-1 0 0,0 0 0,0-1-1,0-1 1,-1 0 0,0 0 0,0-1 0,0 0-1,0-1 1,-1 0 0,0-1 0,1 0 0,-1-1-1,0 0 1,0-1 0,0 0 0,1-1 0,-1 0 0,0-1-1,-11-3 136,-18-23-2108</inkml:trace>
  <inkml:trace contextRef="#ctx0" brushRef="#br2" timeOffset="117825.365">15404 13196 29086,'0'0'1417,"0"0"-705,117 3-176,-60 15 8,-3 4-272,3 4-168,11 9-104,-15-3-752,-9-9-3233</inkml:trace>
  <inkml:trace contextRef="#ctx0" brushRef="#br2" timeOffset="121573.816">19431 12138 29046,'0'0'1088,"0"0"-703,0 0 287,0 0-152,2 121-128,-2-80-176,-9 2-136,-10 3-48,-8 1-8,-10 0-24,-7 3-64,-4-1-144,2-2-152,-2-1-48,13-13-424,11-15-1097</inkml:trace>
  <inkml:trace contextRef="#ctx0" brushRef="#br2" timeOffset="121769.432">19420 12823 26414,'0'102'4041,"-11"5"-3233,-7-3-224,3-27-48,2-21-184,0 9-320,2 4-32,4-4-304,7-32-776,0-19-1025,0-14-2344</inkml:trace>
  <inkml:trace contextRef="#ctx0" brushRef="#br2" timeOffset="121988.547">19492 12996 28830,'0'0'1128,"0"0"-223,154-73-305,-75 44-96,4 3-192,0 2-160,-4 9-152,-11 1-40,-2-2-384,-18 4-400,-17 0-1489</inkml:trace>
  <inkml:trace contextRef="#ctx0" brushRef="#br2" timeOffset="122164.595">19981 12434 28750,'0'0'1576,"0"0"-895,-44 178-89,22-62 24,-4 24-208,0 8-264,4-10-144,11-33 0,11-26-112,0-28-704,0-25-2081</inkml:trace>
  <inkml:trace contextRef="#ctx0" brushRef="#br2" timeOffset="122422.688">20687 12450 28534,'0'0'3425,"0"0"-3089,0 0-56,0 0-88,-64 138-192,25-79 0,-7 12 0,-5 10 0,1 6 0,2 2 0,11-12-112,23-22-952,14-24-721,0-25-1951</inkml:trace>
  <inkml:trace contextRef="#ctx0" brushRef="#br2" timeOffset="122690.187">20768 12777 27638,'0'0'2371,"0"0"-1303,-6 21-424,-60 151 347,-34-7-935,39-69-56,4 3-1,-38 95 1,92-189 0,1 0 0,0 0 0,0 0 0,0 0 0,0 0 0,1 0 0,0 1 0,0-1 0,1 0 0,-1 1 0,1-1 0,0 0 0,1 1 0,-1-1 0,2 2 0,37-8 0,-28-5 0,1-1 0,-1 0 0,0-1 0,-1 0 0,0 0 0,0-1 0,-1-1 0,0 0 0,6-8 0,3-3 0,43-50 0,100-93 0,-160 162 0,1 1 0,0-1 0,-1 1 0,1 0 0,0 0 0,0-1 0,0 1 0,-1 0 0,1 0 0,0 1 0,1-1 0,-1 0 0,0 1 0,0-1 0,0 1 0,0 0 0,0 0 0,0 0 0,1 0 0,-1 0 0,0 0 0,0 0 0,0 1 0,0-1 0,0 1 0,0-1 0,0 1 0,0 0 0,0 0 0,0 0 0,0 0 0,0 0 0,0 1 0,-1-1 0,1 0 0,0 1 0,-1-1 0,1 1 0,-1 0 0,0-1 0,1 1 0,-1 0 0,0 0 0,0 0 0,0 0 0,-1 0 0,1 0 0,0 0 0,-1 0 0,1 0 0,-1 0 0,0 0 0,1 2 0,5 21-83,-5-19 27,-1-1 0,1 0-1,1 1 1,-1-1 0,1 0-1,0 1 1,0-1 0,0 0-1,1 0 1,-1-1 0,1 1 0,1 0-1,-1-1 1,0 0 0,1 0-1,0 0 1,0 0 0,3 2 56,7-4-2761</inkml:trace>
  <inkml:trace contextRef="#ctx0" brushRef="#br2" timeOffset="118823.51">16531 12683 16331,'0'0'8329,"0"0"-5951,0 0-1777,0 0 93,0 0 90,0 0-27,17-7-51,133-34 325,558-55 125,-570 76-1280,-142-8-3014,-12 13-1466</inkml:trace>
  <inkml:trace contextRef="#ctx0" brushRef="#br2" timeOffset="119090.377">17219 12239 27870,'0'0'1808,"0"0"-1160,-81 171 9,33-70-97,-16 27-96,-12 24-168,-8 10-176,5-8-72,12-12-48,23-22-56,11-13-272,15-34-288,7-32-1457</inkml:trace>
  <inkml:trace contextRef="#ctx0" brushRef="#br2" timeOffset="119340.647">17147 12850 26254,'0'0'3291,"0"0"-2365,0 0-625,0 0-14,19 20-13,58 70-112,-74-84-157,1 0 1,-1 1-1,0-1 0,-1 0 1,1 1-1,-1 0 1,-1-1-1,1 1 0,-1 0 1,0 0-1,-1 0 1,1 0-1,-1 0 0,-1 0 1,0 6-6,-1 14 7,-1 22 4,-2-1 0,-3 0 0,-2-1 0,-1 0 0,-19 45-11,-5 27 404,35-119-397,1 0 0,-1-1 0,1 1 1,-1-1-1,1 1 0,0 0 1,-1 0-1,1-1 0,-1 1 0,1 0 1,-1 0-1,1 0 0,0 0 1,-1 0-1,1 0 0,-1 0 0,1 0 1,0 0-1,-1 0 0,1 0 1,-1 0-1,1 0 0,0 0 0,-1 0 1,1 1-1,-1-1 0,1 0 1,-1 0-1,1 1 0,-1-1 0,1 0 1,-1 1-1,1-1 0,-1 1 1,1-1-1,-1 0 0,0 1 0,1-1 1,-1 1-1,0-1 0,1 1 1,-1 0-1,0-1 0,0 1 0,1-1 1,-1 1-1,0-1 0,0 1 1,0 0-1,0-1 0,0 1 0,0-1 1,0 1-1,0 0 0,0-1 1,0 1-8,265-221 317,-65 88-1489,-176 119-657</inkml:trace>
  <inkml:trace contextRef="#ctx0" brushRef="#br2" timeOffset="120001.995">17009 13026 27454,'0'0'2344,"0"0"-2040,0 0-24,112-30 233,-55 9-153,11-1-192,-3 0-88,-3 2-64,-7 5-16,-12 3-120,-5 4-448,-10 0-377,-15 4-1255</inkml:trace>
  <inkml:trace contextRef="#ctx0" brushRef="#br2" timeOffset="120290.503">16855 12799 28094,'0'0'1032,"0"0"-544,0 111 240,0-46-239,0 12-41,-4 5-208,-3 5-128,1 0-72,4-4-40,2 0-144,6-24-672,10-26-3825</inkml:trace>
  <inkml:trace contextRef="#ctx0" brushRef="#br2" timeOffset="120639.506">18100 12422 29606,'0'0'768,"0"0"-527,0 0 215,0 0-64,160-6-208,-105 6-120,0 0-64,6 10-224,-10 8-536,-16 0-1457</inkml:trace>
  <inkml:trace contextRef="#ctx0" brushRef="#br2" timeOffset="120854.952">17743 13059 24869,'0'0'5922,"0"0"-5426,0 0-232,0 0 208,0 0 48,200-27-304,-102-1-208,7-3-8,3-3 0,-23 6 0,5 1 0,-15 7-352,-12 0-272,-19 7-1001,-22 1-2183</inkml:trace>
  <inkml:trace contextRef="#ctx0" brushRef="#br2" timeOffset="121049.267">18245 12574 27966,'0'0'2176,"0"0"-1783,0 0 183,-13 154 88,13-59-56,0 29-272,9 22-288,4-12-48,7-6 0,-1-45-328,-6-37-1745</inkml:trace>
  <inkml:trace contextRef="#ctx0" brushRef="#br2" timeOffset="123821.954">21700 13685 30070,'0'0'1307,"0"0"-860,0 0-229,0 0 38,0 0 6,16 6-87,117 25-143,372-15-32,-301-8 0,179 20 0,262 108 0,-321-88 0,321 5 0,-116-3 0,48 31 0,366 39 0,-188-51 0,-719-61 0,-94-29 0,-43-28-312,49 25-1248</inkml:trace>
  <inkml:trace contextRef="#ctx0" brushRef="#br2" timeOffset="130620.284">16862 14618 27382,'0'0'2048,"0"0"-1752,132 22 24,-73-15-120,0 1-200,2-2-8,-13-2-808,-21-2-2856</inkml:trace>
  <inkml:trace contextRef="#ctx0" brushRef="#br2" timeOffset="130888.67">16573 15285 26934,'0'0'3729,"0"0"-3321,0 0-296,140 15 264,-13-26 128,37-31-112,5-9-136,-26 2-200,-42 9-56,-42 16 0,-11 7 0,0-1 0,-2 4-352,-11-4-424,-17 6-1121,-18 3-2792</inkml:trace>
  <inkml:trace contextRef="#ctx0" brushRef="#br2" timeOffset="131136.74">17226 14902 30326,'0'0'809,"-24"126"-249,13-45 64,2 12-184,5-3-432,1-1-8,3-6 0,0-8 0,0-8 0,5-14-424,12-21-352,-3-16-1201,-6-16-4048</inkml:trace>
  <inkml:trace contextRef="#ctx0" brushRef="#br2" timeOffset="131503.949">18245 14610 26598,'0'0'3776,"0"0"-3479,0 0 87,0 0 104,15 126-72,-17-80-200,-20 5-112,-11 8-72,-10 8-8,-14 6-8,-5 6-16,-6 0 0,7-6-32,11-14-256,23-41-256,16-18-1161,11-10-17043</inkml:trace>
  <inkml:trace contextRef="#ctx0" brushRef="#br2" timeOffset="131819.863">18363 14920 26398,'0'0'3522,"-1"25"-2366,-19 177-100,-66 231-1384,103-538-3765,31-63 5448,-41 152-1171,1-1 0,0 1 1,1 1-1,1 0 0,1 0 0,0 1 0,1 0 0,0 1 0,1 0 1,0 1-1,1 1 0,0 0 0,1 0 0,10-4-184,234-93 236,-148 69-723,-68 21-762,-12 2-769</inkml:trace>
  <inkml:trace contextRef="#ctx0" brushRef="#br2" timeOffset="132070.165">18762 14703 16187,'0'0'8866,"0"0"-4177,0 0-4017,-57 132 17,40-65-49,2 14-96,-3 19-216,3-5-184,1 2-136,8-7-8,6-20-296,0-7-376,11-24-889,6-25-2287</inkml:trace>
  <inkml:trace contextRef="#ctx0" brushRef="#br2" timeOffset="132236.609">19262 14799 30775,'0'0'672,"-48"109"-448,22-40 80,4 4-64,4 0-240,5-6-104,13-8-376,0-19-1049,4-21-2423</inkml:trace>
  <inkml:trace contextRef="#ctx0" brushRef="#br2" timeOffset="132655.084">19685 14789 25701,'0'0'4209,"-7"18"-3004,-136 275 352,-78 178-1470,191-369-79,31-101-8,-1-1 0,1 1 0,-1 0 0,1 0 0,-1-1 0,1 1 0,-1 0 0,1-1 0,-1 1 0,1 0 0,0-1 0,-1 1 0,1-1 0,0 1 0,0-1 0,-1 0 0,1 1 0,0-1 0,0 0 0,0 0 0,0 1 0,-1-1 0,1 0 0,0 0 0,0 0 0,0 0 0,0 0 0,0 0 0,-1 0 0,1 0 0,0 0 0,0-1 0,0 1 0,0 0 0,-1 0 0,1-1 0,0 1 0,0-1 0,0 1 0,-1 0 0,1-1 0,0 1 0,-1-1 0,1 0 0,-1 1 0,1-1 0,0 0 0,-1 1 0,1-1 0,-1 0 0,1 0 0,144-141-729,143-161-796,-286 301 1540,0 0 0,0 0 0,0 0 1,0 0-1,0 1 0,0-1 0,0 0 0,1 1 0,-1 0 0,1 0 0,-1-1 0,1 1 0,-1 1 1,1-1-1,0 0 0,-1 1 0,1-1 0,0 1 0,-1 0 0,1 0 0,0 0 0,0 0 0,-1 0 1,1 1-1,0-1 0,-1 1 0,1 0 0,2 1-15,39 113 825,-35-80-559,78 173 474,-79-207-1867,-7-13-1979</inkml:trace>
  <inkml:trace contextRef="#ctx0" brushRef="#br2" timeOffset="129404.312">14683 14831 27550,'0'0'2136,"0"0"-1728,130 29 153,-41-29-97,1 0-160,7-9-136,1-15-88,-19-2-80,2-1-56,-10-11-424,-21 7-1321,-24 3-10441</inkml:trace>
  <inkml:trace contextRef="#ctx0" brushRef="#br2" timeOffset="129608.645">15325 14620 22765,'0'0'5449,"0"0"-3793,-114 167-1071,57-84-81,-8 22-72,-12 23-152,5-10-128,13-13-96,10-16-56,23-32-16,4-4-184,20-15-288,2-21-1065,2-17-2271</inkml:trace>
  <inkml:trace contextRef="#ctx0" brushRef="#br2" timeOffset="129880.704">15124 15277 28542,'0'0'827,"0"0"-96,0 24-103,-14 157 48,1-119-622,2 0-1,2 0 1,4 1 0,2 17-54,3-79-1,-1 1 0,1-1 1,0 0-1,0 0 0,0 1 0,0-1 1,0 0-1,0 1 0,1-1 1,-1 0-1,0 0 0,1 1 0,-1-1 1,0 0-1,1 0 0,0 1 1,-1-1-1,1 0 0,0 0 0,-1 0 1,1 0-1,0 0 0,0 0 0,0 0 1,0 0-1,0-1 0,0 1 1,0 0-1,0-1 0,0 1 0,1 0 1,-1-1-1,0 1 0,0-1 1,1 0-1,-1 1 0,0-1 0,0 0 1,1 0-1,-1 0 0,0 0 0,1 0 1,-1 0-1,0 0 0,0 0 1,1 0-1,-1-1 0,0 1 0,1-1 1,-1 1-1,0-1 0,0 1 1,0-1-1,0 0 0,0 1 0,0-1 1,0 0-1,0 0 0,0 0 1,0 0-1,0 0 0,0 0 0,0 0 1,135-147 447,21 15-263,-115 101-640,-1-1-1,-2-2 0,-1-2 1,-2-2-1,15-21 457,-27 25-1891</inkml:trace>
  <inkml:trace contextRef="#ctx0" brushRef="#br2" timeOffset="130089.458">15593 15113 17476,'0'0'2456,"0"0"5546,0 0-6642,-62 144-448,52-79-71,5 8-129,5 4-88,0 2-240,13-6-384,16-10 0,12-14 0,10-21 0,15-22 0,10-10 0,14-39 0,44-60 0,-24 8-944,-14 3-1513</inkml:trace>
  <inkml:trace contextRef="#ctx0" brushRef="#br2" timeOffset="110837.084">9712 12231 30406,'0'0'657,"0"0"-237,-23 4 38,-151 24 325,99-8-779,0 3-1,1 3 1,2 4 0,1 3-1,1 3 1,2 3-1,2 2 1,2 4-1,1 2 1,3 3-1,2 3 1,-29 36-4,-58 77 0,142-162 0,0 1 0,0-1 0,0 1 0,1 0 0,-1 0 0,1 0 0,0 0 0,1 1 0,-1-1 0,1 0 0,0 1 0,0-1 0,1 1 0,0-1 0,0 1 0,0-1 0,0 1 0,1-1 0,0 1 0,0-1 0,1 0 0,-1 1 0,1-1 0,0 0 0,1 0 0,-1 0 0,1 0 0,0-1 0,0 1 0,1-1 0,-1 0 0,1 0 0,0 0 0,0 0 0,0 0 0,2 0 0,25 11 0,2-2 0,0 0 0,0-2 0,1-2 0,24 3 0,-32-7 0,0 0 0,-1 1 0,0 1 0,0 2 0,0 0 0,-1 2 0,-1 0 0,0 2 0,-1 1 0,0 0 0,7 8 0,-19-11 0,-1 0 0,0 0 0,-1 1 0,0 0 0,-1 1 0,0 0 0,-1 0 0,0 0 0,-1 1 0,-1 0 0,0 0 0,0 0 0,-2 0 0,0 1 0,-1-1 0,0 15 0,-1 8 0,-2 1 0,-2 0 0,-1-1 0,-2 0 0,-1 0 0,-2 0 0,-28 69 0,-4-2 0,-4-3 0,-5-1 0,-5-2 0,-36 45 0,-143 178 0,233-319 0,0 0 0,1 0 0,-1 0 0,1 0 0,-1 0 0,1 1 0,0-1 0,0 0 0,0 1 0,0-1 0,0 1 0,1-1 0,-1 1 0,1 0 0,-1-1 0,1 1 0,0 0 0,0-1 0,0 1 0,1-1 0,-1 1 0,1 0 0,-1-1 0,1 1 0,0-1 0,0 1 0,0-1 0,0 0 0,0 1 0,1-1 0,-1 0 0,1 0 0,-1 0 0,1 0 0,0 0 0,0 0 0,0 0 0,1 0 0,64 110 0,-45-47 0,-3 1 0,-3 0 0,-3 1 0,-3 7 0,34 307 0,-8 295 0,-5-50 0,-31-615 0,0 11 0,1-1 0,1 1 0,1-1 0,0 0 0,2 0 0,0 0 0,2 0 0,0-1 0,1 0 0,1-1 0,1 0 0,5 7 0,-15-25 0,1-1 0,0 1 0,0 0 0,0-1 0,0 1 0,0-1 0,0 1 0,0-1 0,0 1 0,0-1 0,0 0 0,0 0 0,0 1 0,0-1 0,0 0 0,0 0 0,0 0 0,0 0 0,0 0 0,1 0 0,-1-1 0,0 1 0,0 0 0,0 0 0,0-1 0,0 1 0,0-1 0,0 1 0,0-1 0,0 1 0,-1-1 0,1 0 0,0 1 0,0-1 0,0 0 0,-1 0 0,1 1 0,0-1 0,-1 0 0,1 0 0,0 0 0,-1 0 0,1 0 0,-1 0 0,0 0 0,1 0 0,-1 0 0,0 0 0,0 0 0,1 0 0,-1 0 0,0 0 0,0 0 0,0-1 0,0 1 0,-1 0 0,1 0 0,0 0 0,0 0 0,-1-1 0,4-6 0,17-49-312,-1-10-1248</inkml:trace>
  <inkml:trace contextRef="#ctx0" brushRef="#br2" timeOffset="112485.076">10911 12333 23413,'0'0'1504,"0"0"3353,0 0-4241,0 0-263,0 0 55,0 0-40,20 20-168,-1-6-112,1 0-56,2 4-32,-4-1-96,-14 13-432,-4-4-969,0-5-3960</inkml:trace>
  <inkml:trace contextRef="#ctx0" brushRef="#br2" timeOffset="112824.604">10343 12785 29758,'0'0'834,"0"0"-442,0 0-192,0 0 107,23-1 31,-16 1-311,170-35 351,-104 3-308,-45 18-61,0 1 1,0 2 0,1 0 0,1 2-1,0 1 1,0 2 0,1 1 0,7 0-10,-36 6 3,0 0 0,0 0 0,0 0 0,0 0 0,-1 0 0,1 0 0,0 0 0,-1 1 0,1-1 0,0 0 0,-1 1 0,0 0 0,1-1 0,-1 1 1,0 0-1,0 0 0,0-1 0,0 1 0,0 0 0,-1 0 0,1 0 0,0 0 0,-1 0 0,0 0 0,1 0 0,-1 1 0,0-1 0,0 0 0,0 0 1,0 0-1,-1 0 0,1 0 0,0 0 0,-1 0 0,0 0 0,1 0 0,-1 0 0,0 0 0,0 0 0,0 0 0,0-1 0,0 1 0,-1 0 0,1-1 0,0 1 1,-1-1-1,1 1-3,-132 228 120,-286 447-224,357-537-2789,61-136 154</inkml:trace>
  <inkml:trace contextRef="#ctx0" brushRef="#br2" timeOffset="113025.3">10806 13164 27638,'0'0'1752,"0"0"-816,8 138-271,-5-61-145,-3 6-160,0 4-200,0-5-16,0-5-104,-7-6-24,-2-11-16,1-11-16,-1-14-136,7-19-224,2-10-408,0-6-1033</inkml:trace>
  <inkml:trace contextRef="#ctx0" brushRef="#br2" timeOffset="113291.375">11159 12981 28630,'0'0'895,"0"0"-495,-13 18-120,-103 148 575,102-144-824,7-13 44,0 0-1,1 1 1,0-1 0,1 1 0,0 1-1,0-1 1,1 1 0,1 0 0,-1 0 0,2 0-1,0 0 1,-1 11-75,5-17 14,0-1 0,1 1 0,-1 0 1,1-1-1,0 1 0,0-1 0,1 0 0,-1 0 0,1 0 0,0-1 0,0 1 0,0-1 1,1 0-1,-1 0 0,1-1 0,-1 1 0,1-1 0,0 0 0,0 0 0,0 0 0,0-1 0,1 0 1,-1 0-1,0 0 0,0-1 0,5 1-14,-1 0-122,1 1 0,0-2 0,-1 1 0,1-1 1,0 0-1,0-1 0,-1-1 0,1 1 0,-1-1 0,1-1 0,-1 0 0,0 0 1,7-4 121,23-16-2149</inkml:trace>
  <inkml:trace contextRef="#ctx0" brushRef="#br2" timeOffset="113576.193">11448 12809 30727,'0'0'582,"28"-13"-250,448-191 499,-435 190-819,1 2-1,0 2 0,0 1 1,1 3-1,0 1 0,22 2-11,-64 2 2,0 1 1,1 0-1,-1 0 0,1 0 0,-1 0 0,1 0 1,-1 0-1,1 0 0,-1 0 0,1 1 0,-1-1 1,1 1-1,-1-1 0,0 1 0,1-1 0,-1 1 1,0 0-1,0 0 0,1-1 0,-1 1 0,0 0 1,0 0-1,0 0 0,0 0 0,0 1 0,0-1 1,0 0-1,0 0 0,-1 1 0,1-1 0,0 0 1,-1 1-1,1-1 0,-1 0 0,1 1 0,-1-1 1,0 1-1,0-1 0,0 1 0,0-1 0,0 1 0,0-1 1,0 1-1,0-1 0,0 1 0,-1-1 0,1 0 1,-1 1-3,-1 12 9,-1-1 0,0 1 0,-1-1-1,-1 0 1,0 0 0,-1-1 0,0 0 0,-1 0 0,0 0 0,-1-1 0,0 0 0,-1 0 0,-7 6-9,5-4 5,-4 6-49,2 2-141,-2-1 1,0 0-1,-1-2 0,-1 0 1,-1 0-1,-1-2 0,0 0 0,-1-1 1,0-1-1,-1-1 0,-1-1 1,-12 5 184,-3-14-1861</inkml:trace>
  <inkml:trace contextRef="#ctx0" brushRef="#br2" timeOffset="113958.568">11838 12474 28246,'0'0'1554,"4"20"-450,27 230 451,-24 103-1250,-8-349-334,0 1 0,1 0 0,0-1 0,0 1 0,0-1 0,0 1 0,1-1 0,0 1 0,0-1 0,0 1 0,0-1 0,1 1 0,0-1 0,0 0 0,0 0 0,0 0 0,1 0 0,-1 0 0,1-1 0,0 1 0,0-1-1,0 0 1,1 0 0,-1 0 0,1 0 0,0 0 0,0-1 0,0 1 0,0-1 0,0 0 0,3 0 29,209-13-293,-213 11 298,0 0 0,-1-1 1,1 1-1,0 0 0,-1 0 1,1 1-1,0-1 0,-1 1 0,1-1 1,-1 1-1,1 0 0,-1 0 1,1 0-1,-1 0 0,1 0 0,-1 0 1,0 1-1,0-1 0,0 1 1,0 0-1,0-1 0,0 1 1,0 0-1,0 0 0,-1 1 0,1-1 1,-1 0-1,0 0 0,1 1 1,-1-1-1,0 1 0,0-1 0,-1 1 1,1-1-6,3 20 15,-2-1 0,0 1 0,-2 0-1,0-1 1,-1 1 0,-1 0 0,-2-1 0,0 0 0,-1 0 0,-1 0 0,-3 7-15,-1 7-118,-1-1 0,-1-1 0,-2 0 0,-2-1 0,-1-1 0,-1 0 0,-1-2 0,-2 0 0,-1-1 0,-1-1 0,-1-1 0,-2-1-1,0-1 1,-12 6 118,26-23-181,1-2 0,-1 1 0,-1-2 0,1 1-1,0-2 1,-1 0 0,0 0 0,0-1 0,0-1 0,0 0-1,0 0 1,0-2 0,0 0 0,0 0 0,0-1 181,-39-9-3644</inkml:trace>
  <inkml:trace contextRef="#ctx0" brushRef="#br2" timeOffset="114124.646">11702 13397 27230,'0'0'2424,"0"0"-1672,143 0-143,-80 19-145,1 7-48,-5 4-128,-4-1-128,-9 3-104,-11-1-56,-11 1-48,-13-2-296,-11-7-80,0-7-160,-37-16-249,-1 0-863,-5-16-10971</inkml:trace>
  <inkml:trace contextRef="#ctx0" brushRef="#br2" timeOffset="114349.478">11527 12704 28918,'0'0'920,"0"166"297,0-20-593,0 28 8,0 3-184,0-1-440,0-16-8,0-9 0,0-28 0,-5-36 0,5-32 0,0-20-384,0-9-280,7-8-937,4-14-3528</inkml:trace>
  <inkml:trace contextRef="#ctx0" brushRef="#br2" timeOffset="114608.104">13164 12357 31255,'0'0'512,"0"0"-376,0 0-88,0 0 8,0 0-48,116-10-8,-100 26-416,-5 4-857,-11 3-807</inkml:trace>
  <inkml:trace contextRef="#ctx0" brushRef="#br2" timeOffset="115074.998">12485 12963 29790,'0'0'1435,"26"-9"-1069,418-148 591,-408 145-946,50-22-41,2 5-1,0 4 0,2 3 0,1 4 1,0 5-1,32 0 31,-122 13-20,0 0 0,0-1 0,0 1 0,0 0 1,0-1-1,0 1 0,0-1 0,0 1 0,0-1 0,0 0 0,-1 1 1,1-1-1,0 0 0,0 0 0,-1 1 0,1-1 0,-1 0 0,1 0 1,0 0-1,-1 0 0,0 0 0,1 0 0,-1 0 0,0 0 0,1 0 0,-1 0 1,0 0-1,0 0 0,0 0 0,0 0 0,0 0 0,0 0 0,0 0 1,0 0-1,0 0 0,-1 0 0,1 0 0,0 0 0,-1 0 0,1 0 1,0 0-1,-1 0 0,1 0 0,-1 0 0,0 0 0,1 0 0,-1 1 1,0-1-1,1 0 0,-1 0 0,0 1 0,0-1 0,0 1 0,0-1 0,0 0 1,0 1-1,0 0 0,1-1 0,-1 1 0,0 0 0,-1-1 0,1 1 1,0 0-1,0 0 0,0 0 0,0 0 20,-135-89-748,135 87 772,-1 0 0,0 1-1,0 0 1,0-1 0,0 1 0,0 0 0,-1 0 0,1 0 0,0 0 0,0 1-1,-1-1 1,1 0 0,0 1 0,-1 0 0,1 0 0,0-1 0,-1 1 0,1 1-1,-1-1 1,1 0 0,0 0 0,-1 1 0,1 0 0,0-1 0,0 1-1,-1 0 1,1 0 0,0 0 0,0 0 0,-2 2-24,-10 146 883,25 204-47,15 7-836,-5-88 16,-11 2-16,-11-271-12,0 1 0,1-1 0,-1 0 0,-1 1 0,1-1 0,0 0 0,-1 0 0,0 0 0,0 0 0,0 0 0,0-1 0,0 1 0,0 0 0,-1-1 0,1 0 0,-1 1 0,0-1 0,0 0 0,0 0 0,0-1 0,0 1 0,0-1 0,0 1 0,0-1 0,-1 0 0,1 0 0,0 0 0,-1-1 0,1 1 0,-1-1 0,1 0 0,-1 0 0,1 0 0,-1 0 0,1-1 0,0 0 0,-1 1 0,1-1 0,0 0 0,-1 0 0,1-1 0,0 1 0,0-1 0,0 0 0,-2-1 12,-10-6-132,0 0 1,1-1-1,0-1 1,1 0 0,0-1-1,1 0 1,1-1-1,0 0 1,0-1-1,1 0 1,1-1-1,1 0 132,-116-202-1871,73 114-181</inkml:trace>
  <inkml:trace contextRef="#ctx0" brushRef="#br2" timeOffset="115654.639">12947 13065 21749,'0'0'5325,"0"0"-3261,0 0-1150,11-17-310,36-54-201,-46 69-395,0 1 1,0 0-1,1 0 1,-1 0-1,1 0 1,-1 0-1,1 0 1,-1 0-1,1 0 1,0 0 0,-1 1-1,1-1 1,0 1-1,0-1 1,-1 1-1,1 0 1,0 0-1,0 0 1,0 0-1,-1 0 1,1 0-1,0 0 1,0 1 0,0-1-1,-1 0 1,1 1-1,0 0 1,-1-1-1,1 1 1,0 0-1,-1 0 1,1 0-1,-1 0 1,1 0-1,-1 0 1,0 0 0,1 1-1,-1-1 1,0 0-1,0 1 1,0-1-1,0 1 1,0-1-1,0 1 1,-1 0-1,1-1 1,0 1 0,-1 0-1,1-1 1,-1 1-1,0 0 1,1 0-1,-1 0 1,0-1-1,0 1 1,0 0-1,0 0-8,1 30 24,0 1 1,-3-1-1,0 0 0,-2 1 0,-1-1 0,-2-1 0,-1 1 0,-2-1 0,0-1 0,-3 0 0,0 0 0,-2-1 1,-1-1-1,-19 26-24,21-27 9,-16 37 35,53-79-105,203-218-265,-58 73 217,143-103 109,-303 257 1,3-3 2,0 0-1,0 1 1,1 0 0,0 1-1,0 0 1,1 1 0,-1 0 0,2 1-1,1 0-2,-14 5 4,0 0-1,0 0 1,0 0-1,0 0 1,1 0-1,-1 0 1,0 0-1,0 1 0,0-1 1,0 0-1,0 1 1,0-1-1,0 1 1,0-1-1,0 1 1,0-1-1,0 1 1,0 0-1,0-1 0,0 1 1,-1 0-1,1 0 1,0 0-1,-1 0 1,1-1-1,0 1 1,-1 0-1,1 0 1,-1 0-1,1 0 0,-1 0 1,0 1-1,1-1 1,-1 0-1,0 0 1,0 0-1,0 0 1,0 0-1,0 0 1,0 0-1,0 1 0,0-1 1,0 0-1,0 0 1,-1 0-1,1 0 1,-1 0-1,1 0-3,-13 60 38,-157 294 607,168-352-635,0-1 1,1 1-1,-1 0 1,1 0-1,-1 0 1,1 0-1,0 0 1,0 0-1,0 0 1,1 0 0,-1 0-1,1 0 1,0 0-1,-1 1 1,2-1-1,-1 0 1,0 0-1,0 0 1,1 0-1,0 0 1,0 0 0,0 1-1,0-2 1,0 1-1,0 0 1,1 0-1,0 0 1,-1-1-1,1 1 1,0 0-1,0-1 1,1 0 0,-1 1-1,0-1 1,1 0-1,-1 0 1,1-1-1,0 1 1,-1 0-1,1-1 1,0 0-1,0 0 1,1 1-11,7-1-49,-1 0-1,0 0 1,1-1 0,-1 0 0,0-1-1,0 0 1,1-1 0,-1 0-1,0-1 1,0 0 0,-1 0 0,1-1-1,-1 0 1,1-1 0,-1 0-1,-1-1 1,1 0 0,-1 0 0,0 0-1,0-1 1,-1-1 0,0 1-1,1-2 50,-9 10-15,0 0 0,0 0 0,1-1 0,-1 1 0,0 0 0,0-1-1,0 1 1,0 0 0,0-1 0,0 0 0,0 1 0,0-1-1,0 1 1,0-1 0,0 0 0,0 0 0,0 0 0,0 0 0,0 0-1,0 0 1,0 0 0,0 0 0,0 0 0,0 0 0,0 0-1,0-1 1,0 1 0,0 0 0,0-1 0,0 1 0,0-1 0,0 1-1,0-1 1,0 1 0,0-1 0,0 0 0,1 1 0,-1-1-1,0 0 1,0 0 0,1 0 0,-1 1 0,1-1 0,-1 0 0,1 0-1,-1 0 1,1 0 0,-1 0 0,1 0 0,0 0 0,0 0-1,-1 0 1,1 0 0,0 0 0,0-1 0,0 1 0,0 0 0,0 0-1,0 0 1,1 0 0,-1 0 0,0 0 0,0 0 0,1 0-1,-1 0 1,1 0 0,-1 0 0,1 0 0,-1 0 15,-28 11 42,0 1 1,1 1-1,0 1 0,0 2 1,2 1-1,0 0 0,1 2 1,-12 12-43,17-16 13,-111 92 217,4 6 0,-84 99-230,181-181-122,2 1-1,1 2 1,2 0-1,1 2 1,-11 23 122,15-17-1630</inkml:trace>
  <inkml:trace contextRef="#ctx0" brushRef="#br2" timeOffset="115815.781">13164 13825 26790,'0'0'3328,"0"0"-2479,162-53-313,-78 39-128,6 8-72,2 6-264,22 0-72,-22 4-280,-24 4-1857</inkml:trace>
  <inkml:trace contextRef="#ctx0" brushRef="#br2" timeOffset="125324.125">10939 14511 28966,'0'0'1553,"0"0"-1369,0 0 40,0 0 144,0 0-176,145 32-120,-110-22-72,0 0-96,-8-10-304,-12 0-745,-13 0-1319</inkml:trace>
  <inkml:trace contextRef="#ctx0" brushRef="#br2" timeOffset="125605.374">9920 15070 26934,'0'0'3135,"0"0"-2116,0 0-623,0 0 24,0 0-133,27-2-146,112-15 19,-3-16-67,0-5-1,-3-7 1,20-14-93,167-55-3,-267 100-24,0 2 0,0 3 0,1 3 0,48-1 27,-99 7-60,-1 1-53,0-1 0,0 0 0,0 0 0,0 0 0,0 0 0,0 0 0,0 0 0,-1 0 0,1-1 0,0 1 0,0-1 0,0 1 0,0-1 0,0 0 0,-1 0 0,1 0 0,0 0 0,0 0 0,-1 0 0,1 0 0,-1-1 0,0 1 0,1-1 0,-1 1 0,0-1 0,1 1 0,-1-1 0,0 0 0,0 1 0,0-2 113,0-14-3035</inkml:trace>
  <inkml:trace contextRef="#ctx0" brushRef="#br2" timeOffset="125872.078">11115 14428 22941,'0'0'4789,"0"0"-2749,-12 34-1331,-2 4-530,2 1 0,2 0 0,2 1 0,1 0 0,2 1 0,0 37-179,43 651 1214,-21-32-1214,-16-696-1,-1 0 1,1 0-1,0 1 1,-1-1-1,0 0 1,1 1-1,-1-1 0,0 0 1,0 1-1,0-1 1,0 0-1,0 1 1,0-1-1,0 0 0,0 1 1,-1-1-1,1 0 1,0 1-1,-1-1 1,1 0-1,-1 1 0,1-1 1,-1 0-1,0 0 1,0 0-1,1 0 1,-1 0-1,0 1 0,0-2 1,0 1-1,0 0 1,0 0-1,0 0 1,-1 0-1,1-1 0,0 1 1,0 0-1,-1-1 1,1 1-1,0-1 1,0 0-1,-1 1 0,1-1 1,0 0-1,-1 0 1,1 0-1,-1 0 1,1 0-1,0 0 0,-1 0 1,1 0-1,0 0 1,-1-1-1,1 1 1,0-1-1,-1 1 1,-58-80-1214,-40-110-2246,50 93-372</inkml:trace>
  <inkml:trace contextRef="#ctx0" brushRef="#br2" timeOffset="126580.823">10521 15281 1064,'-6'-23'6423,"-16"-73"-123,21 93-5881,1 0-1,-1 1 1,0-1-1,1 0 1,-1 0-1,1 0 1,0 1 0,0-1-1,0 0 1,0 0-1,0 0 1,1 1 0,-1-1-1,1 0 1,0 0-1,0 1 1,0-1-1,0 0 1,0 1 0,1-1-1,-1 1 1,1 0-1,0-1 1,-1 1 0,1 0-1,0 0 1,0 0-1,1 0 1,-1 1-1,0-1 1,0 0 0,1 1-1,-1 0 1,3-2-419,8-5-228,2-1 489,0 0 0,1 1 0,0 1 0,0 0 1,1 1-1,0 1 0,0 1 0,0 0 0,0 1 0,1 1 0,-1 0 0,14 2-261,-28 0 16,-1 0 0,1 0 1,-1 1-1,1-1 0,0 1 1,-1 0-1,1 0 0,-1 0 0,0 0 1,1 0-1,-1 0 0,0 1 0,0-1 1,0 1-1,0-1 0,0 1 1,0 0-1,0 0 0,0 0 0,-1 0 1,1 0-1,-1 0 0,0 1 0,1-1 1,-1 0-1,0 1 0,0-1 0,0 1 1,-1-1-1,1 1 0,-1-1 1,1 1-1,-1 0 0,0-1 0,0 1 1,0-1-1,0 1 0,-1 0 0,1-1 1,-1 2-17,-27 109 197,12-84-182,-1 0 0,-2-1 0,0-1 0,-2-1 0,-1 0 0,-1-2 0,-1-1 0,-1 0 0,-1-2 0,-1-1 1,-19 10-17,26-17 114,-68 63 491,88-76-604,-1 1 0,1 0 0,0 0 0,0-1 0,0 1 0,0 0 0,0 0 0,0-1 0,1 1 0,-1 0 0,0 0 0,0-1 1,0 1-1,1 0 0,-1-1 0,0 1 0,1 0 0,-1-1 0,0 1 0,1 0 0,-1-1 0,1 1 0,-1-1 0,1 1 0,-1-1 0,1 1 0,0-1 1,-1 1-1,1-1 0,0 0 0,-1 1 0,1-1 0,0 0 0,-1 1 0,1-1 0,0 0 0,-1 0 0,1 0 0,0 0 0,0 0 0,-1 0 0,1 0 1,0 0-1,0 0 0,-1 0 0,1 0 0,0 0 0,0 0 0,-1-1 0,1 1 0,0 0 0,-1-1 0,1 1 0,49-7-15,-4-10 28,-1-2 0,-2-1 0,0-3 0,-1-1 0,14-12-13,8-4 17,11-7-12,3 4-1,2 2 0,1 5 1,52-16-5,-104 46-99,-31 28-100,-10 0 205,-2-1-1,0-1 0,-1 0 0,-1 0 1,-1-2-1,-19 16-5,19-16-1,-226 230 68,215-179-53,28-67-14,1-1 0,-1 0 0,1 0-1,-1 0 1,0 0 0,1 0 0,0 0-1,-1 0 1,1 0 0,0 0 0,-1 0-1,1 0 1,0-1 0,0 1 0,0 0-1,0 0 1,0-1 0,0 1 0,0 0-1,0-1 1,0 1 0,0-1 0,0 0-1,0 1 1,0-1 0,0 0 0,1 0-1,-1 1 1,0-1 0,0 0 0,0 0-1,0 0 1,1 0 0,-1-1 0,0 1-1,0 0 1,0 0 0,0-1 0,0 1-1,0-1 1,1 1 0,8-1 2,18-4 7,1 0 0,-2-2 0,1-1 0,-1-2 0,0 0-1,-1-2 1,0-1 0,-1-1 0,0-1-9,31-15 20,253-106-133,-308 135 40,-25 3 35,-149 64 126,136-48-57,-161 78 29,4 8 0,-142 104-60,144-47-212,187-156 74,-1 0-1,1 0 1,0 0-1,0 0 1,1 1-1,-1 0 1,1 0 0,1 0-1,-1 0 1,1 1-1,0-1 1,0 1-1,1 0 1,0 0-1,-1 5 139,3-2-2080</inkml:trace>
  <inkml:trace contextRef="#ctx0" brushRef="#br2" timeOffset="126854.723">11281 15728 30310,'0'0'809,"0"0"-209,0 0-120,147 46-104,-103-38-240,0-2-136,-5-4-112,14-2-368,-14-14-616,-8-10-1809</inkml:trace>
  <inkml:trace contextRef="#ctx0" brushRef="#br2" timeOffset="127530.422">12277 14961 9202,'0'0'19812,"0"0"-18444,0 0-1055,0 0-145,0 0 32,0 0 208,0 0-144,162-45-144,-81 13-80,-4 3-16,-7 5-24,-11 6 0,-11 6-32,-6 0-240,-12-23-456,-8 1-1209,-13-1-7489</inkml:trace>
  <inkml:trace contextRef="#ctx0" brushRef="#br2" timeOffset="127779.82">12603 14403 29630,'0'0'921,"0"0"-497,-55 150 72,44-79 72,5 8-136,1 4-208,1 3-152,0-1-72,-1-2 0,-4-10-40,1-10-232,-5-16-248,-7-31-88,2-14-761,1-6-775</inkml:trace>
  <inkml:trace contextRef="#ctx0" brushRef="#br2" timeOffset="127966.697">12338 14355 23829,'0'0'3657,"0"0"-1737,0 0-1720,0 0 128,2 133 161,7-80-217,0 6-168,2 0-104,2-5-16,13-19-617,0-27-1223,-2-8-6114</inkml:trace>
  <inkml:trace contextRef="#ctx0" brushRef="#br2" timeOffset="128967.088">12923 14462 28638,'0'0'1028,"-5"17"-151,-55 125 267,-45 32-487,-7 10-521,7 5-1,1 20-135,104-209 0,-8 18-104,0 0-1,0 0 1,2 1 0,0 0 0,2 0 0,0 0 0,1 0-1,0 8 105,5-24-69,0 0-1,1 0 0,0 0 1,0 0-1,0-1 0,0 1 1,0-1-1,0 0 0,0 1 1,1-2-1,-1 1 0,1 0 1,0-1-1,-1 1 0,1-1 1,0 0-1,0 0 0,0-1 1,0 1-1,0-1 0,0 0 1,-1 0-1,1 0 0,0-1 1,0 1-1,0-1 0,3-1 70,11 2-59,35 3 105,1 3 0,-2 2 0,1 2 0,-1 2-1,10 6-45,-60-17 3,-1 0 0,1 0-1,0 0 1,0 0-1,-1 0 1,1 0 0,0-1-1,0 1 1,0-1 0,0 1-1,0-1 1,0 0-1,-1 0 1,1 1 0,0-1-1,0-1 1,0 1-1,0 0 1,0 0 0,0-1-1,0 1 1,0-1-1,0 0 1,-1 1 0,1-1-1,0 0 1,0 0 0,-1 0-1,1 0 1,-1-1-1,1 1 1,-1 0 0,1-1-1,-1 1 1,0-1-1,0 1 1,0-1 0,0 1-1,0-1 1,0 0-1,0 0 1,0 1 0,-1-1-1,1 0 1,0 0 0,-1 0-1,0 0 1,1-2-3,9-230-1058,-10 225 1074,-1 1 0,0-1 0,0 0-1,-1 1 1,0-1 0,0 1 0,-1-1 0,0 1 0,-1 0-1,0 0 1,0 0 0,-1 1 0,0 0 0,-5-7-16,9 13 22,1 0 0,-1 1 0,1-1 0,-1 1 0,0-1 0,1 1 0,-1-1 0,0 1 0,1-1 0,-1 1 0,0-1 0,0 1-1,1 0 1,-1-1 0,0 1 0,0 0 0,0 0 0,1 0 0,-1 0 0,0-1 0,0 1 0,0 0 0,0 1 0,1-1 0,-1 0 0,0 0 0,0 0 0,0 0 0,0 1 0,1-1 0,-1 0 0,0 1 0,0-1 0,1 0 0,-1 1 0,0-1 0,1 1 0,-1-1 0,0 1 0,1 0 0,-1-1 0,1 1 0,-1 0 0,1-1 0,-1 1 0,1 0 0,0-1 0,-1 1 0,1 0 0,0 0 0,-1 0 0,1-1 0,0 2-22,-16 54 92,13-43 47,-102 311 275,93-298-387,0-1 0,-2-1 1,0 0-1,-2-1 0,0 0 0,-2-1 0,0-1 1,-2-1-1,0-1 0,-1-1 0,-5 3-27,18-15 50,0-1 1,0 0-1,-1 0 0,0 0 0,0-1 0,0-1 0,0 1 0,-1-2 0,1 1 0,-1-1 0,-10 1-50,18-3 5,0-1 0,0 1-1,0 0 1,0 0 0,0-1-1,0 1 1,1-1 0,-1 1-1,0-1 1,0 0 0,0 0-1,0 0 1,1 0 0,-1 0-1,0 0 1,1-1 0,-1 1-1,1 0 1,-1-1 0,1 1-1,0-1 1,0 0 0,0 1-1,0-1 1,0 0 0,0 0-1,0 0 1,0 1 0,1-1-1,-1 0 1,1 0 0,-1 0-1,1 0 1,0 0 0,0 0-1,0 0 1,0 0 0,0 0-1,0-2-4,14-90-59,4 49 50,2 1 1,1 1-1,3 1 0,25-36 9,16-21-34,3 3 0,5 2 0,3 4 0,5 4 0,3 3 0,74-55 34,-143 126-13,21-18-13,1 2 0,1 1 0,1 2 0,2 1 0,0 3 0,42-16 26,-79 35 5,0-1 0,0 1 0,1 0 0,-1 0 0,0 0 0,1 1 0,-1 0 0,1 0 0,0 0 1,-1 0-1,1 1 0,0 0 0,0 0 0,-1 0 0,1 0 0,0 1 0,0 0 0,-1 0 0,1 0 0,-1 0 0,1 1 0,-1 0 1,0 0-1,1 0 0,-1 0 0,0 1 0,0-1 0,0 1 0,-1 0 0,1 1 0,-1-1 0,0 0 0,0 1 0,0 0 0,0 0 1,0 1-7,2 21 92,-1 0 0,-1 1 0,-1 0-1,-2-1 1,-1 1 0,0 0 0,-4 13-91,3-25 34,-11 263 146,15-267-180,0 0 0,1-1 0,1 1 0,0-1 0,0 0 0,1 0 0,0 0 0,1-1 0,0 1 0,0-1 0,1-1 0,0 1 0,1-1 0,0-1 0,0 1 0,0-1 0,1-1 0,0 0 0,1 0 0,-1 0 0,1-1 0,0-1 0,8 3 0,31 21 0,-44-24 0,-1-1 0,1 1 0,0 0 0,-1 0 0,0 1 0,0-1 0,0 1 0,-1 0 0,0 0 0,0 0 0,0 0 0,0 0 0,-1 1 0,0 0 0,0-1 0,0 1 0,-1 0 0,0 0 0,0 0 0,0 0 0,-1 0 0,0 0 0,0 0 0,0 0 0,-1-1 0,0 1 0,0 0 0,-1 0 0,0 0 0,0-1 0,0 1 0,0-1 0,-1 1 0,0-1 0,0 0 0,-1 1 0,-14 20-15,0-2-1,-2 0 1,-1-2-1,-1 0 1,0-1-1,-2-1 1,0-1-1,-1-1 1,-1-2-1,-1 0 1,0-2-1,-1-1 1,0-1-1,-1-1 1,-1-2 15,25-6-55,-1 0 1,1-1 0,-1 0-1,1 0 1,-1-1-1,0 1 1,0-1-1,1-1 1,-1 1-1,0-1 1,0 0-1,0 0 1,0 0-1,0-1 1,1 0-1,-1 0 1,0-1-1,0 0 1,1 0-1,-1 0 1,1 0-1,0-1 1,0 0-1,0 0 1,0 0 0,0-1-1,1 0 1,-1 0-1,1 0 1,0 0-1,0-1 1,1 1-1,-1-1 1,1 0-1,0 0 1,0 0-1,1-1 1,0 1-1,0-1 1,-1-3 54,0 3-5,1 1 0,1 0 1,-1-1-1,1 1 0,0-1 0,0 0 1,0 0-1,1 1 0,0-1 0,0 0 1,1 1-1,-1-1 0,1 0 0,1 1 1,-1-1-1,1 1 0,0-1 1,0 1-1,0 0 0,1-1 0,0 1 1,0 1-1,0-1 0,0 0 0,1 1 1,0 0-1,0 0 0,0 0 0,0 0 1,1 0-1,0 1 0,-1 0 0,1 0 1,0 0-1,1 1 0,-1 0 1,0 0-1,4-1 5,28-2 38,0 1 1,0 2 0,0 2-1,1 2 1,-1 1 0,0 1 0,25 8-39,-7-2-1817</inkml:trace>
  <inkml:trace contextRef="#ctx0" brushRef="#br2" timeOffset="134719.455">10150 14138 14171,'0'0'5853,"0"0"-717,0 0-3348,0 0-1058,-20-4-31,-63-17 80,54 6-35,34 8 863,281-10-347,-149-11-1260,273-38 0,430 31 0,-649 23 0,204-17 0,1 18 0,224 28 0,408 62 0,-831-68 0,-2 9 0,0 8 0,122 37 0,-211-41 0,1-4 0,0-6 0,1-3 0,88-5 0,-61-14 0,-134 7-4,0 1 0,0-1 0,1 0 0,-1 0 0,0 0 0,0 0 0,0 0 0,0 0 0,-1 0 0,1 0 0,0 0 0,0 0 0,-1 0 0,1 0 0,0-1 0,-1 1 0,1 0 0,-1 0 0,0-1 1,1 1-1,-1 0 0,0-1 0,0 1 0,0-1 0,0 1 0,0 0 0,0-1 0,0 1 0,0 0 0,-1-1 0,1 1 0,-1 0 0,1-1 0,-1 1 0,1 0 0,-1 0 0,1 0 0,-1-1 0,0 1 0,0 0 0,0 0 0,0 0 0,0 0 0,0 0 0,0 1 0,0-1 0,0 0 0,0 0 0,0 1 0,0-1 0,-1 0 0,0 0 4,-31-24-1033</inkml:trace>
  <inkml:trace contextRef="#ctx0" brushRef="#br2" timeOffset="135906.353">8193 11637 20500,'0'0'7645,"0"0"-5402,0 0-1740,0 0-165,0 0 60,26-11 73,175-82 127,-164 75-590,1 2 0,0 1 0,1 2 0,1 2 0,0 1-1,0 3 1,1 1 0,0 2 0,7 1-8,-42 2 0,0 1 0,0-1 0,0 1 0,0 1 0,-1-1 0,1 1 0,0 0 0,0 0 0,0 1 0,-1 0 0,1 0 0,-1 0 0,1 0 0,-1 1 0,0 0 0,0 0 0,0 1 0,0-1 0,-1 1 0,1 0 0,-1 0 0,0 1 0,0-1 0,-1 1 0,1 0 0,-1 0 0,0 0 0,-1 0 0,1 1 0,-1-1 0,0 1 0,0-1 0,0 5 0,-1 14 0,-1 0 0,-1 1 0,-1-1 0,-1 0 0,-2-1 0,0 1 0,-1-1 0,-2 0 0,0 0 0,-1-1 0,-2 0 0,0-1 0,-1 0 0,-1 0 0,-1-2 0,-1 0 0,0 0 0,-2-2 0,-17 16 0,-9 15 0,-2-2 0,-2-3 0,-2-1 0,-2-2 0,-1-3 0,-2-2 0,-1-3 0,-24 10 0,70-38-29,8-3 22,1 0-1,-1 0 1,0 0-1,1-1 1,-1 1 0,0 0-1,1 0 1,-1-1-1,0 1 1,0 0-1,0-1 1,0 1 0,0-1-1,0 1 1,0-1-1,0 1 1,0-1-1,0 0 1,0 0 0,0 1-1,0-1 1,0 0-1,0 0 1,0 0 0,0 0-1,0 0 1,0 0-1,0 0 1,0-1-1,0 1 1,0 0 0,0-1-1,0 1 1,0 0-1,0-1 1,0 1-1,0-1 1,0 0 0,0 1-1,0-1 1,1 0-1,-1 1 1,0-1-1,0 0 1,1 0 0,-1 0-1,1 1 1,-1-1-1,1 0 1,-1-1 7,4-30-1404,11-10-1377</inkml:trace>
  <inkml:trace contextRef="#ctx0" brushRef="#br2" timeOffset="136235.566">9534 11247 27094,'0'0'2252,"0"0"-1186,0 0-213,0 0 62,5-2-411,8 1-416,-37 19-95,-4 2 9,-12 13-2,2 2 0,1 1 0,2 3 0,1 0 0,2 2 0,2 1 0,2 2 0,2 1 0,2 0 0,-8 25 0,24-48 0,0 0 0,2 0 0,0 1 0,1 0 0,2 0 0,0 0 0,1 0 0,2 12 0,0-27 0,1-1 0,0 1 0,1 0 0,-1-1 0,1 0 0,1 1 0,-1-1 0,1 0 0,1 0 0,-1-1 0,1 1 0,0-1 0,1 1 0,-1-1 0,1 0 0,1-1 0,-1 0 0,1 1 0,0-2 0,0 1 0,0-1 0,0 0 0,1 0 0,0 0 0,0-1 0,0 0 0,0-1 0,0 1 0,8 0 0,15 3-41,0-2 0,0-1-1,1-1 1,-1-2 0,1-1 0,-1-1-1,0-1 1,1-2 0,-2-1 0,1-2-1,-1-1 1,0-1 0,19-10 41,27-10-2681</inkml:trace>
  <inkml:trace contextRef="#ctx0" brushRef="#br2" timeOffset="137499.419">8491 15131 26414,'0'0'3182,"0"0"-1998,0 0-873,0 0-90,0 0 100,0 0 10,27-11-124,-3 2-193,-1-1 0,-1-1 0,0-1 0,-1-1 0,0 0 0,-1-2 0,0-1 0,-1 0 0,-1-1 0,9-12-14,40-53-78,-4-2 0,-3-3 0,-5-3 0,5-18 78,17-77-204,-78 225 392,-36 244 271,31-4-134,5-277-325,1-1 0,0 1 0,0 0 0,0 0 0,0 0 0,1 0 0,-1-1 0,1 1 0,0 0 0,0-1 0,0 1 0,0 0 0,0-1 0,0 1 0,1-1 0,-1 1 0,1-1 0,-1 0 0,1 0 0,0 0 0,0 0 0,0 0 0,0 0 0,1 0 0,-1-1 0,0 1 0,1-1 0,-1 1 0,1-1 0,-1 0 0,1 0 0,0 0 0,0-1 0,-1 1 0,1-1 0,0 1 0,0-1 0,-1 0 0,1 0 0,0 0 0,0 0 0,0-1 0,-1 1 0,4-1 0,3-5 0,1-1 0,-1 1 0,0-1 0,0-1 0,-1 0 0,0 0 0,0-1 0,-1 1 0,0-2 0,-1 1 0,0-1 0,0 0 0,-1 0 0,4-11 0,-1 5 0,22-44 0,-3-2 0,-3-1 0,-2-1 0,-3-1 0,-3 0 0,-3-2 0,3-56 0,-5 213 0,5 45 0,25 247 0,-13 97 0,-29-138 0,0-326 0,-1 0 0,-1 0 0,0 0 0,0 0 0,-2-1 0,0 0 0,0 0 0,-2 0 0,1 0 0,-2-1 0,0 0 0,0-1 0,-1 0 0,-1 0 0,0-1 0,0 0 0,-1-1 0,-1 0 0,0-1 0,-4 3 0,11-9 0,0-1 0,0 0 0,0 0 0,0 0 0,-1-1 0,1 1 0,0-1 0,-1-1 0,1 1 0,-1-1 0,1 0 0,-1 0 0,1 0 0,0-1 0,-1 0 0,1 0 0,0 0 0,-1-1 0,1 0 0,0 0 0,0 0 0,0 0 0,1-1 0,-1 0 0,1 0 0,-1 0 0,1-1 0,0 0 0,0 1 0,0-1 0,1 0 0,-1-1 0,1 1 0,0-2 0,-5-12 0,1 0 0,1-1 0,1 0 0,0 0 0,2-1 0,0 1 0,1-1 0,1 1 0,1-1 0,-2-27-2,3 0 0,1 1 0,3-1 0,1 0 0,3 1 0,1 1 1,3 0-1,1 0 0,18-36 2,-19 57-168,0 1-1,2 0 1,1 1 0,0 1 0,1 0 0,2 1 0,1 0 168,1-2-482,17-21-1547</inkml:trace>
  <inkml:trace contextRef="#ctx0" brushRef="#br2" timeOffset="138454.751">8688 16809 17660,'0'0'1759,"0"0"-135,0 0 1716,0 0-873,0 0-1387,0 0-359,-6-1 33,-19-7-121,19 6-203,6 2-121,0 0-55,6 20 318,63 118 592,-49-39-1164,40 113 0,-56-204 0,1 1 0,0-1 0,0 0 0,1 0 0,0-1 0,0 1 0,0-1 0,1-1 0,1 1 0,-1-1 0,1 0 0,0-1 0,0 0 0,0 0 0,1-1 0,0 0 0,0 0 0,0-1 0,0 0 0,0-1 0,4 0 0,16 3-11,0-2 0,1-2 0,-1 0-1,1-2 1,-1-1 0,0-1 0,0-2 0,0-1 0,0-1 0,-1-1-1,0-2 1,-1-1 0,0-1 0,20-12 11,16-14-780</inkml:trace>
  <inkml:trace contextRef="#ctx0" brushRef="#br0" timeOffset="176759.938">28236 6471 27758,'0'0'1288,"0"0"-480,0 0-159,0 0-121,0 0-168,-31 102-208,29-76-152,2 9-112,0 7-360,2 23-433,9-10-927,0-5-2545</inkml:trace>
  <inkml:trace contextRef="#ctx0" brushRef="#br0" timeOffset="177026.069">28277 7110 17396,'0'0'7841,"0"0"-6256,0 0-785,9 120-408,-4-86-152,-1-1-144,0-1-40,1 1-48,-3-3 0,-2 2 24,0-3-16,0 1 160,0 1-64,-2 21-112,0 5-640,2-10-1264</inkml:trace>
  <inkml:trace contextRef="#ctx0" brushRef="#br0" timeOffset="177027.069">28302 8043 23165,'0'0'2625,"0"0"-1257,-18 134-584,11-81-248,3-3-144,4-5-176,0-6-120,0-1-48,0-6-40,0 1-8,2-7-360,0-12-1056</inkml:trace>
  <inkml:trace contextRef="#ctx0" brushRef="#br0" timeOffset="178892.172">28714 8374 27422,'0'0'1848,"0"0"-984,0 0-103,0 0-297,0 0-176,0 0 24,0 0-136,107-10-80,-57 5-96,29 5-64,-8 0-640,-12 0-2273</inkml:trace>
  <inkml:trace contextRef="#ctx0" brushRef="#br0" timeOffset="179075.505">29939 8564 29246,'0'0'1321,"0"0"-1169,0 0 16,145-18-168,-82 4-88,1-2-1281</inkml:trace>
  <inkml:trace contextRef="#ctx0" brushRef="#br0" timeOffset="179255.432">30903 8546 30855,'0'0'632,"0"0"-432,0 0-120,117 2 96,-80-8 8,4-6-184,10 0-40,4-3-320,32-7-176,-14 4-72,-10 0-1033</inkml:trace>
  <inkml:trace contextRef="#ctx0" brushRef="#br0" timeOffset="203403.725">13780 6378 23189,'0'0'3791,"0"0"-2513,-4 26-797,-27 325 910,52 170-506,-2 330-522,-19-640-662,-16-360-4828,10 111 1606,-8-48-10620</inkml:trace>
  <inkml:trace contextRef="#ctx0" brushRef="#br0" timeOffset="203801.815">13692 6504 28070,'0'0'916,"0"0"-386,20-4-50,457-57 815,1313-70-711,-743 117-484,-810 30-229,0 10-1,5 12 130,119 13-905,-348-48 461,9 0 245,-20-12-7708,-9-5-5352</inkml:trace>
  <inkml:trace contextRef="#ctx0" brushRef="#br0" timeOffset="204169.365">18445 6323 27750,'0'0'1155,"0"0"-636,0 0-259,0 0 146,-6 17 37,1 0-344,-13 110 301,83 293 220,3 220 495,-26 89-1115,-39-376 0,-4-352-71,1 1-1,0-1 1,-1 1-1,1-1 1,-1 1 0,0-1-1,1 0 1,-1 1-1,0-1 1,0 0 0,0 0-1,0 0 1,0 1-1,0-1 1,0 0 0,0 0-1,-1 0 1,1-1 0,0 1-1,0 0 1,-1 0-1,1-1 1,-1 1 0,1-1-1,-1 1 1,1-1-1,-1 0 1,1 1 0,-1-1-1,1 0 1,-1 0-1,1 0 1,-1 0 0,1 0-1,-1-1 1,1 1-1,-2-1 72,-1 2-780,-24-1-8729</inkml:trace>
  <inkml:trace contextRef="#ctx0" brushRef="#br2" timeOffset="222085.151">31048 8505 21869,'0'0'3711,"0"0"-517,0 0-1956,0 0-606,0 0-125,-1 3-129,1-2-368,-1-1 0,1 1 0,0 0 0,0-1 0,-1 1 0,1 0 0,0-1 0,0 1 0,0 0-1,0-1 1,0 1 0,0 0 0,0-1 0,0 1 0,0 0 0,0-1 0,0 1 0,1 0 0,-1-1-1,0 1 1,0-1 0,1 1 0,-1 0 0,0-1 0,1 1 0,-1-1 0,1 1 0,-1-1 0,0 1-1,1-1 1,-1 1 0,1-1 0,0 1 0,-1-1 0,1 0 0,-1 1 0,1-1 0,0 0 0,-1 0-1,1 1 1,-1-1 0,1 0 0,0 0 0,-1 0 0,1 0 0,0 0 0,-1 0 0,1 0 0,0 0 0,-1 0-1,1 0 1,0 0 0,-1 0 0,1 0 0,0-1 0,-1 1 0,1 0 0,0 0 0,-1-1 0,1 1-1,-1-1 1,1 1 0,-1 0 0,1-1 0,-1 1 0,1-1-10,513-50 584,-181 4-584,-361 36-1007,-2 6-1723</inkml:trace>
  <inkml:trace contextRef="#ctx0" brushRef="#br2" timeOffset="222530.92">31600 8759 15859,'0'0'10368,"0"0"-7429,0 21-2084,0 143 332,0 53-660,-10-1 1,-19 86-528,11-247-77,6-88-1008,-8-146-8074,8 64-2632,2 29 6353</inkml:trace>
  <inkml:trace contextRef="#ctx0" brushRef="#br2" timeOffset="222711.377">31504 8751 28390,'0'0'1192,"0"0"-600,-85 154-183,45-79-201,5 2-120,-4 18-88,10-20-432,5-18-1345</inkml:trace>
  <inkml:trace contextRef="#ctx0" brushRef="#br2" timeOffset="222894.332">31692 8862 30078,'0'0'1201,"0"0"-449,0 0-288,156 86-296,-103-38-168,-12-9-184,-14-5-1864</inkml:trace>
  <inkml:trace contextRef="#ctx0" brushRef="#br2" timeOffset="234011.853">13785 8266 18780,'0'0'2682,"0"0"2227,0 0-2991,0 0-977,0 0-171,-15 3-121,-42 12-134,56-15-506,1 1 0,-1-1 0,1 0 0,-1 1 0,1-1-1,-1 0 1,1 1 0,-1-1 0,1 1 0,-1-1 0,1 1 0,-1-1 0,1 1 0,0 0 0,-1-1 0,1 1-1,0-1 1,0 1 0,-1 0 0,1-1 0,0 1 0,0 0 0,0-1 0,0 1 0,0 0 0,0-1 0,0 1 0,0 0-1,0-1 1,0 1 0,0 0 0,0-1 0,1 1 0,-1-1 0,0 1 0,0 0 0,1-1 0,-1 1 0,0-1-1,1 1 1,-1-1 0,1 1 0,-1-1 0,1 1 0,-1-1 0,1 1 0,-1-1 0,1 1 0,-1-1 0,1 0-1,-1 1 1,1-1 0,0 0 0,-1 0 0,1 1 0,0-1 0,-1 0 0,1 0 0,0 0 0,-1 0 0,1 0 0,0 0-1,-1 0 1,1 0 0,-1 0 0,1 0 0,0 0-9,0 0 34,18 9 6,2-1 0,0-1 1,-1-1-1,2 0 0,-1-2 0,1 0 1,-1-2-1,1 0 0,0-2 0,0 0 1,10-2-41,2 2 181,154-38 167,379-41-348,-443 60 0,1 4 0,1 7 0,0 5 0,22 6 0,-11-2 0,319 42 0,-32-74 0,458 36 0,168-16 0,-1082-2-101,1-4-406</inkml:trace>
  <inkml:trace contextRef="#ctx0" brushRef="#br2" timeOffset="237870.679">14832 7826 22373,'0'0'5657,"0"0"-4657,0 0-328,0 0-232,0 0-176,0 0-87,-24 28-41,24-21-32,0 7-48,9 8 144,8 8-24,5 7-104,2 10-40,7 7-32,11 34-16,-7-9-640,-15-12-4169</inkml:trace>
  <inkml:trace contextRef="#ctx0" brushRef="#br2" timeOffset="913245.306">10613 16474 24533,'0'0'3224,"0"0"-2000,0 0-735,0 0 83,0 0 2,5 5 181,78-4-181,408-12 248,412-64-822,-123-19 0,-689 89-5,125-22-1737,-172 8 184</inkml:trace>
  <inkml:trace contextRef="#ctx0" brushRef="#br3" timeOffset="947485.579">10694 13904 23285,'0'0'4700,"0"0"-3504,0 0-913,0 0 219,0 0 91,0-11-147,1-33-176,0 42-251,0 1 0,0-1 1,1 0-1,-1 1 0,0 0 0,1-1 1,0 1-1,-1 0 0,1 0 1,0 0-1,-1 0 0,1 0 0,0 0 1,0 0-1,0 1 0,0-1 1,0 1-1,0-1 0,0 1 0,0 0 1,0-1-1,0 1 0,0 0 1,0 1-1,0-1 0,0 0 0,1 1-19,7-2 117,229-20 168,1 10 0,0 10 0,92 17-285,-269-10 0,1345 88 0,158-105 0,-1482 8 0,1 4 0,-1 3 0,0 4 0,0 4 0,-1 3 0,-1 4 0,28 12 0,-109-31 0,0 0 0,0-1 0,0 1 0,-1 0 0,1 0 0,0 0 0,0 0 0,0 0 0,0 0 0,0 0 0,0 0 0,0 0 0,0 0 0,0 1 0,0-1 0,0 0 0,0 1 0,0-1 0,0 0 0,-1 1 0,1-1 0,0 1 0,0 0 0,0-1 0,-1 1 0,1-1 0,0 1 0,-1 0 0,1 0 0,-1-1 0,1 1 0,-1 0 0,1 0 0,-1 0 0,1 0 0,-1 0 0,0 0 0,1 0 0,-1 0 0,0-1 0,0 1 0,0 0 0,0 0 0,0 0 0,0 0 0,0 0 0,0 0 0,0 0 0,0 0 0,-1 0 0,1 0 0,0 0 0,-1 0 0,1 0 0,0 0 0,-1-1 0,1 1 0,-1 0 0,0 0 0,1 0 0,-1-1 0,0 1 0,1 0 0,-2 0 0,-36 8-401,-14-6-1607</inkml:trace>
  <inkml:trace contextRef="#ctx0" brushRef="#br3" timeOffset="948255.041">11327 16275 22021,'0'0'5006,"0"0"-2827,0 0-1547,0 0-177,0 0 167,0 0-61,-2 3-142,-2 11-1,32-16-175,234-21-32,1334 68-211,-1510-48 0,-121-7-332,-6 6-1328</inkml:trace>
  <inkml:trace contextRef="#ctx0" brushRef="#br3" timeOffset="949335.958">11665 16993 26750,'0'0'4345,"0"0"-3889,0 0-384,0 0-16,0 0 184,0 0-8,131 22-128,-87-14-64,-2-1-40,2 1 0,-7 20-168,-13-4-600,-15 3-2145</inkml:trace>
  <inkml:trace contextRef="#ctx0" brushRef="#br3" timeOffset="949602.259">11178 17867 9482,'0'0'21717,"0"0"-21085,0 0-560,0 0 280,121-38 160,-38-1-512,11-10 0,5-5 0,0-1 0,-5 2 0,-4 3 0,17-11 0,-23 14-1104,-19 6-1377</inkml:trace>
  <inkml:trace contextRef="#ctx0" brushRef="#br3" timeOffset="949852.881">11886 17384 29590,'0'0'1273,"0"0"-1001,-26 155 40,19-56 112,5 25-128,0 26-160,0 6-88,0-28-48,0-39 0,-1-36 0,1-13-96,-2-3-200,-5-19-144,0-6-761,-2-12-423</inkml:trace>
  <inkml:trace contextRef="#ctx0" brushRef="#br3" timeOffset="950135.553">11584 17741 18444,'0'0'10546,"0"0"-9962,0 0-328,-51 140 32,51-93-88,0 4-128,5-1-48,12-3-7,7-8-17,3-11-33,6-10-31,4-16-192,20-16-448,-7-20-968,-8-7-6258</inkml:trace>
  <inkml:trace contextRef="#ctx0" brushRef="#br3" timeOffset="950386.335">12358 16987 28598,'0'0'832,"0"0"-289,0 0 35,0 0-38,7 17-176,28 108-26,-34-113-330,-3-5-13,1-1 0,0 1 0,1 0 1,0 0-1,0 0 0,0 0 0,1 0 0,0 0 0,1 0 0,-1 0 0,1-1 0,0 1 0,1-1 1,0 1-1,0-1 0,0 0 0,1 0 0,0 0 0,0 0 0,0-1 0,1 0 0,-1 0 1,1 0-1,1 0 0,-1-1 0,1 0 0,0 0 0,0 0 0,0-1 0,0 0 0,2 1 5,248 0-394,-253-4 394,0-1 0,0 1 1,0 0-1,0 0 1,0 0-1,0 0 1,0 0-1,0 0 0,0 1 1,0 0-1,0 0 1,-1-1-1,1 2 0,0-1 1,0 0-1,-1 0 1,1 1-1,-1 0 0,1-1 1,-1 1-1,0 0 1,1 0-1,-1 0 1,0 0-1,-1 1 0,1-1 1,0 1-1,-1-1 1,1 1-1,-1-1 0,1 1 1,-1 0-1,0 0 1,-1 0-1,1 0 0,0-1 1,-1 1-1,1 0 1,-1 2-1,-2 13 1,0 0 1,-2 0 0,0 0-1,-1 0 1,0-1 0,-2 1 0,0-2-1,-1 1 1,0-1 0,-2 0-1,0-1 1,0 0 0,-2 0 0,-10 10-2,10-10 0,-17 25 0,-2-1 0,-1-2 0,-2-1 0,-2-2 1,-1-1-1,-2-2 0,-37 23 0,71-51-2,1 0-1,-1-1 1,0 1-1,0-1 1,0 0 0,0 0-1,-1 0 1,1-1-1,0 0 1,-1 0 0,1 0-1,-1-1 1,1 0-1,-1 0 1,-4 0 2,-12-24-369,18-128-3216,6 72-2308</inkml:trace>
  <inkml:trace contextRef="#ctx0" brushRef="#br3" timeOffset="950936.263">12384 17490 26238,'0'0'2320,"0"0"-1133,0 0-481,20 1-188,63 9-168,-80-9-337,0 0 1,0 0 0,1 0 0,-1 1-1,0-1 1,0 1 0,0 0-1,-1 0 1,1 0 0,0 0-1,-1 0 1,1 0 0,-1 1 0,0-1-1,0 1 1,0 0 0,0 0-1,0 0 1,0 0 0,0 1-14,6 9 28,-4-6-115,1 0 0,1 0 1,-1 0-1,1-1 0,0 0 0,0 0 0,1-1 0,0 1 0,0-1 0,0-1 0,1 1 0,-1-1 0,1-1 0,0 1 0,0-1 0,1-1 0,-1 0 0,0 0 0,1 0 0,-1-1 0,1 0 0,0-1 0,6 0 87,128-13-5190,46-2 9804,-187 16-4591,-1-1 1,1 0-1,0 0 1,0 1-1,0-1 1,-1 1-1,1 0 1,0-1-1,-1 1 1,1 0-1,-1 0 1,1 0-1,-1 0 1,1 0-1,-1 0 0,0 1 1,1-1-1,-1 0 1,0 1-1,0-1 1,0 1-1,0-1 1,0 1-1,0-1 1,-1 1-1,1 0 1,0 0-1,-1-1 1,1 1-1,-1 0 1,0 0-1,0-1 1,0 1-1,1 0 1,-2 0-1,1 0 0,0-1 1,0 2-24,-21 71 656,-172 177-207,63-93-456,97-115-99,32-58-278,5 8 387,0 1 1,0 0-1,0 0 0,1 0 0,0 0 0,0 1 0,0 0 1,1 0-1,0 0 0,0 1 0,0-1 0,0 1 0,1 1 1,-1 0-1,1-1 0,0 2 0,0-1 0,0 1 1,1 0-1,-1 1 0,1 0-3,-6 3 1,-1 1 1,1 0 0,-1 0-1,0 0 1,0 0-1,0 0 1,0 0 0,-1 0-1,1 1 1,-1-1-1,1 0 1,-1 0-1,0 0 1,-1 1 0,1-1-1,0 0 1,-1 0-1,0 0 1,0 0-1,0 0 1,0 0 0,0 0-1,-1 0 1,1 0-1,-1 0 1,1-1 0,-3 3-2,-6 9 3,0-1 0,-1-1 1,0 0-1,-1 0 0,-1-1 1,0-1-1,0 0 0,-1-1 1,0 0-1,0-1 1,-1-1-1,0 0 0,0-1 1,-1-1-1,0 0 0,0-1 1,0-1-1,0 0 0,-1-2 1,1 1-1,-1-2 1,1 0-1,-9-2-3,18 2-13,1-1 0,-1 0 1,0 0-1,0 0 0,1-1 0,-1 0 1,1 0-1,0-1 0,0 1 0,-1-1 0,2-1 1,-1 1-1,0-1 0,1 0 0,0-1 1,-1 1-1,2-1 0,-1 0 0,1 0 1,-1 0-1,1-1 0,1 0 0,-1 1 1,1-1-1,0 0 0,0-1 0,1 1 0,0-1 13,3 5 17,0 0-1,0 0 0,0 0 1,0 0-1,1 0 0,-1 0 0,1 0 1,-1 0-1,1 1 0,0-1 0,-1 1 1,1-1-1,0 1 0,0 0 1,0-1-1,0 1 0,0 0 0,1 0 1,-1 1-1,0-1 0,0 0 0,1 1 1,-1-1-1,0 1 0,1 0 0,-1 0 1,0 0-1,1 0-16,6-2 49,339-43-636,-273 37-1483</inkml:trace>
  <inkml:trace contextRef="#ctx0" brushRef="#br3" timeOffset="951452.348">13583 17551 31159,'-6'19'597,"-73"304"-46,74-129-724,5-194 140,0 0 1,1-1-1,-1 1 0,0 0 1,0-1-1,1 1 1,-1 0-1,0 0 1,1 0-1,-1-1 1,0 1-1,1 0 1,-1 0-1,0 0 1,1 0-1,-1 0 1,0 0-1,1 0 1,-1 0-1,0-1 1,1 1-1,-1 0 1,0 0-1,1 0 1,-1 1-1,0-1 1,1 0-1,-1 0 1,0 0-1,1 0 1,-1 0-1,0 0 0,1 0 1,-1 1 32,46-158-1272,-41 127 1300,2 0 1,1 0-1,1 1 0,2 0 1,0 1-1,2 0 1,2 1-1,0 0 1,1 1-1,2 1 1,1 0-1,7-6-28,-19 25 54,-1 1 0,1-1 0,0 1 0,0 1 0,1 0 0,0 0 0,-1 0 0,1 1 0,1 0-1,-1 0 1,0 1 0,1 0 0,-1 1 0,1-1 0,-1 2 0,1-1 0,-1 1 0,1 1-54,-3 1 35,-1 1 1,0 0-1,0 0 0,-1 1 0,1-1 1,0 1-1,-1 0 0,0 0 1,0 1-1,0-1 0,-1 1 1,0 0-1,0 0 0,0 0 0,0 0 1,-1 1-1,0-1 0,0 1 1,0-1-1,0 1 0,-1 0 0,0 0 1,-1-1-1,1 1 0,-1 0 1,0 0-1,0 0 0,-2 4-35,10 179 409,-8-131-333,2 0-1,3 0 0,2-1 0,8 24-75,-16-80 0,1 1 0,0-1 0,0 1 0,0 0 0,0-1 0,0 1 0,0-1 0,1 1 0,-1-1 0,1 1 0,-1-1 0,1 1 0,-1-1 0,1 1 0,0-1 0,0 1 0,-1-1 0,1 0 0,0 1 0,0-1 0,0 0 0,1 0 0,-1 0 0,0 0 0,0 0 0,1 0 0,-1 0 0,0 0 0,1-1 0,-1 1 0,1 0 0,-1-1 0,1 1 0,-1-1 0,1 0 0,0 1 0,-1-1 0,1 0 0,-1 0 1,1 0-1,0 0 0,-1 0 0,1-1 0,-1 1 0,1 0 0,-1-1 0,1 1 0,-1-1 0,1 1 0,-1-1 0,1 0 0,-1 0 0,0 1 0,1-1 0,-1 0 0,0 0 0,0-1 0,1 1 0,-1 0 0,0 0 0,0 0 0,0-1 0,19-23 0,-1 0 0,0-2 0,-2 0 0,-2-1 0,12-25 0,-2 2 0,236-443-1167,-225 423-2171</inkml:trace>
  <inkml:trace contextRef="#ctx0" brushRef="#br3" timeOffset="951785.199">14593 17265 30559,'0'0'776,"0"0"-584,0 0-88,0 0 104,0 0-144,0 0-64,141 117-360,-98-48-1017,-12 9-767</inkml:trace>
  <inkml:trace contextRef="#ctx0" brushRef="#br3" timeOffset="952051.71">14786 18474 29982,'0'0'953,"0"0"-697,18-130 184,21-4-96,12-30-200,12-15-144,5 5-152,-15 52-560,-12 17-1561</inkml:trace>
  <inkml:trace contextRef="#ctx0" brushRef="#br3" timeOffset="952268.553">15352 16930 27078,'0'0'1974,"-1"17"-1206,-5 148 424,6-162-1186,-1-1 1,1 0-1,-1 1 0,1-1 1,0 0-1,0 1 0,0-1 1,1 0-1,-1 1 0,0-1 1,1 0-1,0 1 0,-1-1 1,1 0-1,0 0 0,0 1 1,0-1-1,0 0 0,1 0 1,-1 0-1,1-1 1,-1 1-1,1 0 0,-1 0 1,1-1-1,0 1 0,0-1 1,0 0-1,0 1 0,0-1 1,0 0-1,0 0 0,0 0 1,1 0-1,-1-1 0,0 1 1,2 0-7,27 2 58,1-2 1,-1 0-1,1-2 0,-1-2 1,0 0-1,0-2 1,16-6-59,144-13 108,-170 23-90,-18 0-13,1 0 1,-1 0-1,1 1 1,-1-1-1,1 1 0,-1 0 1,1 0-1,-1 0 1,1 0-1,0 1 0,-1-1 1,1 1-1,-1 0 1,1 0-1,-1 0 1,0 1-1,0-1 0,1 1 1,-1 0-1,0-1 1,0 1-1,0 1 0,-1-1 1,1 0-1,0 1 1,-1 0-1,0-1 0,2 3-5,-4 10 27,0 0-1,-1 0 0,-1 0 1,-1-1-1,0 1 0,-1-1 0,0 0 1,-1 0-1,0 0 0,-2 0 1,1-1-1,-2 0 0,0-1 0,0 0 1,-1 0-1,0 0 0,-1-1 1,-4 2-27,-3 10 3,-1 1-6,-5 9-10,0-1 0,-2-1-1,-2-2 1,0 0 0,-2-2 0,-1-1 0,-27 17 13,56-42-33,-1 0 0,1 0 0,-1 0 0,0 0 0,1-1 0,-1 1 0,0 0 0,0-1 0,0 1 0,1-1 0,-1 0 0,0 0 0,0 0-1,0 0 1,0 0 0,0 0 0,0 0 0,1-1 0,-1 1 0,0 0 0,0-1 0,0 0 0,1 1 0,-1-1 0,0 0 0,1 0 0,-1 0 0,1 0 0,-1 0 0,1 0 0,-1-1 0,1 1 0,0 0 0,0-1 0,0 1 0,-1-1 0,1 1 0,1-1 0,-1 0 0,0 1 0,0-1 0,1 0 0,-1 0 0,1 1 0,-1-1 0,1 0-1,0 0 1,-1 0 0,1 0 0,0 0 0,0 1 0,1-1 0,-1 0 0,0 0 0,1 0 0,-1 0 33,0-3-79,-11-63-2477,3-6-3613</inkml:trace>
  <inkml:trace contextRef="#ctx0" brushRef="#br3" timeOffset="952536.407">15503 17261 27638,'0'0'1651,"0"0"-902,6 21-51,25 153 541,-77 347-2719,60-651-978,-15 124 2504,0 0 1,0 0 0,1 0 0,0 0-1,0-1 1,1 1 0,0 0 0,0 0-1,0 0 1,1 0 0,-1 0 0,1 0-1,1 0 1,-1 1 0,1-1 0,0 1-1,1-1 1,-1 1 0,1 0 0,0 1 0,0-1-1,1 1 1,-1-1 0,1 1 0,0 1-1,0-1 1,0 1 0,1 0 0,-1 0-1,1 0 1,-1 1 0,1-1 0,0 2-1,3-2-46,15 3-7,1 1 0,-1 1 0,1 1 0,-1 1 0,0 1 0,0 1 0,0 1 0,-1 1 7,33 9-988</inkml:trace>
  <inkml:trace contextRef="#ctx0" brushRef="#br3" timeOffset="952835.145">16798 16794 29646,'0'0'1401,"0"0"-1217,0 0 40,0 0 304,0 0-56,0 0-272,0 0-152,-83 39-48,46 8 8,-3 9-8,-6 5-32,0 0-112,3-6-176,10-9-64,24-15-120,9-11-825,0-12-2039</inkml:trace>
  <inkml:trace contextRef="#ctx0" brushRef="#br3" timeOffset="953084.82">16619 17360 26638,'0'0'3000,"0"0"-2416,2 148-191,-2-83-49,0 0-16,0-4-208,0-6-120,9-11-40,10-21-592,16-25-937,-4-27 521,-5-11-4817</inkml:trace>
  <inkml:trace contextRef="#ctx0" brushRef="#br3" timeOffset="953601.901">17195 16756 26558,'0'0'1032,"0"0"-467,23-2-197,74-7 297,-95 9-649,1 0 1,-1 0-1,1 0 1,-1 0-1,1 0 0,0 0 1,-1 1-1,1 0 1,-1-1-1,1 1 1,-1 0-1,0 0 1,1 0-1,-1 1 1,0-1-1,0 0 1,0 1-1,0-1 1,0 1-1,0 0 1,0 0-1,0 0 1,-1 0-1,1 0 1,-1 0-1,0 0 1,1 0-1,-1 1 1,0-1-1,0 1 1,0-1-1,-1 0 1,1 1-1,-1-1 1,1 1-1,-1 0 1,0-1-1,0 1 1,0-1-1,0 1 0,0-1 1,-1 3-17,1 4 41,-1 13-10,-1 0 0,-1 0 0,-1 0 0,-1-1 0,-1 0 0,-1 1 0,-1-2 0,0 1 0,-2-1 0,0-1 0,-1 0 0,-1 0 1,-1-1-1,-1-1 0,0 0 0,-1-1 0,-3 1-31,-103 153 762,122-169-759,0 1 1,0-1 0,0 0-1,1 0 1,-1 0-1,0 0 1,0-1 0,1 1-1,-1 0 1,0 0 0,1-1-1,-1 1 1,0-1 0,1 1-1,-1-1 1,1 0-1,-1 1 1,1-1 0,-1 0-1,1 0 1,-1 0 0,1 0-1,-1 0 1,1-1 0,-1 1-1,1 0 1,-1-1-1,1 1 1,-1-1 0,0 1-1,1-1 1,-1 0 0,0 0-1,1 1 1,-1-1 0,0 0-1,0 0 1,0 0-1,0 0 1,0-1-4,28-10 21,-16 4-19,1 2 0,0 0 0,1 0 0,-1 2 0,1-1 0,0 2 0,0 0 0,0 1 0,1 0 0,9 1-2,-22 3 3,0-1 0,0 1-1,0-1 1,0 1-1,-1 0 1,1 0-1,-1 0 1,1 0 0,-1 1-1,0-1 1,0 1-1,0-1 1,0 1 0,0 0-1,-1 0 1,1 0-1,-1 0 1,0 0-1,0 0 1,0 0 0,0 0-1,0 0 1,-1 1-1,1-1 1,-1 0 0,0 0-1,0 1 1,0-1-1,0 0 1,-1 0-1,0 1 1,1-1 0,-1 0-1,0 0-2,1 10 18,-3 17 14,-1 0 1,-1 0 0,-2 0 0,0-1-1,-3 0 1,0 0 0,-3 4-33,-30 94 60,43-128-60,1 1 0,0-1 0,0 0 0,0 0 0,0 1-1,0-1 1,0 0 0,0 1 0,0-1 0,0 1 0,0 0 0,0-1 0,0 1 0,0 0-1,0-1 1,0 1 0,0 0 0,1 0 0,-1 0 0,0 0 0,0 0 0,0 0 0,0 1-1,0-1 1,0 0 0,0 0 0,1 1 0,-1-1 0,0 1 0,0-1 0,0 1 0,0-1-1,0 1 1,-1 0 0,1-1 0,0 1 0,0 0 0,0 0 0,-1 0 0,1-1 0,0 1-1,-1 0 1,1 0 0,0 0 0,-1 0 0,0 0 0,1 0 0,-1 0 0,1 1 0,-1-1-1,0 0 1,0 0 0,0 0 0,0 0 0,0 0 0,0 0 0,0 1 0,0-1 0,0 0-1,0 0 1,26-26-4,-22 19-35,2 0 1,-1 0-1,1 1 0,0-1 0,0 2 0,0-1 0,0 1 0,1 0 0,0 0 1,0 0-1,0 1 0,0 0 0,6-1 39,-10 5-9,0 0 1,0 0-1,0 1 1,-1-1-1,1 1 0,-1-1 1,1 1-1,-1 0 1,1 0-1,-1 0 0,0 0 1,0 0-1,0 1 1,0-1-1,-1 0 0,1 1 1,-1 0-1,1-1 1,-1 1-1,0 0 1,0 0-1,0 0 0,0 0 1,-1-1-1,1 1 1,-1 0-1,1 0 0,-1 0 1,0 0-1,-1 0 1,1 0-1,0 0 0,-1 0 1,0 0-1,1 0 1,-1 0-1,0 0 0,-1 0 9,2 13-25,-5 313 288,5-328-252,-1 1 0,1-1 0,-1 1 1,1-1-1,0 1 0,-1 0 0,1-1 0,0 1 1,0-1-1,0 1 0,0-1 0,0 1 1,1 0-1,-1-1 0,0 1 0,1-1 0,-1 1 1,1-1-1,0 1 0,-1-1 0,1 0 1,0 1-1,0-1 0,0 0 0,0 0 0,0 1 1,0-1-1,0 0 0,0 0 0,0 0 1,1 0-1,-1 0 0,0 0 0,1-1 0,-1 1 1,1 0-1,-1-1 0,1 1 0,-1-1 1,1 0-1,-1 1 0,1-1 0,-1 0 0,1 0 1,-1 0-1,1 0 0,0 0 0,-1 0 1,1 0-1,-1-1 0,1 1 0,-1 0 0,1-1 1,-1 0-1,1 1 0,-1-1 0,0 0 1,1 1-1,-1-1 0,0 0 0,1 0 0,-1 0 1,0 0-1,0-1 0,0 1-11,82-79 134,47-68-1425,-68 79-374</inkml:trace>
  <inkml:trace contextRef="#ctx0" brushRef="#br3" timeOffset="954693.877">19117 18536 24197,'0'0'1643,"0"0"-587,0 0-351,0 0-67,0 0 31,0 0-17,-4 6-68,-15 20-48,39-17 784,583-3-553,576 50-767,586-50 0,-509 46 0,-195 23 0,-1036-73 0,-16-12 0,-124-73-444,70 50-1777</inkml:trace>
  <inkml:trace contextRef="#ctx0" brushRef="#br2" timeOffset="959796.315">21013 16088 19316,'0'0'7983,"0"0"-5609,0 0-1622,0 0-54,0 0-152,0 0-100,13-2-42,274-39-199,85-13-183,2 16-1,71 13-21,-284 26 0,0 6 0,98 20 0,1120 200 0,318-77 0,-1341-138 0,-442-42-447,58 15-1787</inkml:trace>
  <inkml:trace contextRef="#ctx0" brushRef="#br2" timeOffset="961034.99">27708 12636 23997,'0'0'4050,"0"0"-2731,23 7-759,156 47 411,-110-38-526,-38-10-327,0 1 0,-1 1-1,0 2 1,-1 1-1,0 1 1,-1 1 0,21 14-118,-41-20 21,0-1 1,-1 2-1,0-1 1,0 1-1,0 0 1,-1 0-1,-1 0 1,1 1-1,-1 0 1,-1 0-1,0 1 1,0-1-1,-1 1 1,0 0 0,-1 0-1,0 0 1,0 0-1,-1 0 1,0 8-22,0 15 34,-2 0 0,-1 0 0,-2 0 0,-1 0 1,-7 21-35,-19 52 5,-5-2 0,-5-1 0,-4-2 0,-41 65-5,-17 40 1,76-154-1,2 2 0,3 0 0,2 1 0,2 1 0,3 1 0,2 0 0,3 1 0,2 0 0,1 38 0,7-87 0,-1-1 0,1 1 0,1 0 0,0-1 0,0 1 0,1-1 0,0 1 0,0-1 0,1 0 0,0 1 0,0-1 0,1-1 0,0 1 0,0-1 0,1 1 0,0-1 0,0-1 0,1 1 0,0-1 0,0 0 0,1 0 0,-1 0 0,7 3 0,21 8 0,0-1 0,1-2 0,0-2 0,1-1 0,1-2 0,0-1 0,0-2 0,0-1 0,0-2 0,1-2 0,0-1 0,19-4 0,-36 5 0,1-1 0,-1-1 0,0-1 0,0-1 0,0-1 0,0-1 0,-1 0 0,1-2 0,-1 0 0,-1-2 0,1 0 0,0-2 0,-11 6 0,18-9 0,0-2 0,-1 0 0,0-2 0,-2-1 0,0-1 0,-1-2 0,4-5 0,-26 27 0,-1-1 0,1 1 0,0-1 0,0 0 0,0 1 0,-1-1 0,1 0 0,0 1 0,-1-1 0,1 0 0,0 0 0,-1 1 0,1-1 0,-1 0 0,1 0 0,-1 0 0,0 0 0,1 0 0,-1 0 0,0 0 0,0 0 0,1 0 0,-1 0 0,0 0 0,0 0 0,0 0 0,0 0 0,0 0 0,-1 1 0,1-1 0,0 0 0,0 0 0,-1 0 0,1 0 0,0 0 0,-1 0 0,1 0 0,-1 0 0,1 0 0,-1 1 0,0-1 0,1 0 0,-1 0 0,0 1 0,1-1 0,-1 1 0,0-1 0,-50 1 0,32 6 0,1 2 0,0 1 0,0 0 0,1 1 0,0 1 0,1 0 0,0 1 0,1 1 0,0 0 0,1 2 0,1-1 0,0 2 0,1-1 0,-1 3 0,-15 27 0,3 1 0,1 2 0,2 0 0,2 1 0,2 1 0,3 1 0,2 0 0,2 1 0,2 0 0,3 0 0,2 3 0,-11 431 0,15-356 0,2 181 0,-13 547 0,11-816 0,-2-1 0,-2 0 0,-2 0 0,-2 0 0,-1-1 0,-2 0 0,-2-1 0,-1 0 0,-2-1 0,-13 19 0,13-33-25,-1-2 0,-2 0 0,0-1 0,-1-1 0,-1-1 0,-1-1 1,-1-1-1,0-1 0,-1-1 0,-1-1 0,0-1 0,-1-1 0,-8 2 25,-57 20-1620</inkml:trace>
  <inkml:trace contextRef="#ctx0" brushRef="#br1" timeOffset="2.13195E6">3800 16624 27606,'0'0'751,"0"0"-195,0 0-36,0 0 15,0 0-22,-2-8-145,0 3-317,1 4-44,1 0-1,-1 0 1,0 0-1,1 1 0,-1-1 1,1 0-1,-1 0 1,1 0-1,0 0 1,-1 0-1,1 0 0,0 0 1,0 0-1,-1 0 1,1 0-1,0 0 1,0-1-1,0 1 0,0 0 1,1 0-1,-1 0 1,0 0-1,0 0 0,1 0 1,-1 0-1,0 0 1,1 0-1,-1 0 1,1 0-1,-1 1 0,1-1 1,0 0-1,-1 0 1,1 0-1,0 1 0,0-1 1,-1 0-1,1 0 1,0 1-1,0-1 1,0 1-1,0-1 0,0 1 1,0-1-1,0 1 1,0 0-1,0-1 1,0 1-1,0 0 0,1 0-6,76 0 118,-1 3-1,1 4 0,-1 3 1,44 13-118,8 0 58,-105-19-48,-1-1-1,0-1 0,1 0 1,-1-2-1,1-1 0,-1-1 1,0 0-1,0-2 0,0-1 1,0-1-1,0-1 0,-1-1 1,8-4-10,40-25 22,-50 23 0,0 2 0,1 0-1,0 1 1,1 1-1,0 1 1,0 1 0,1 1-1,0 2 1,0 0-1,1 1 1,-1 1 0,1 1-1,0 1 1,0 1-1,-1 1 1,15 4-22,258 100 528,-267-102-528,0-1 0,0-1 0,0-2 0,0-1 0,0-2 0,-1 0 0,1-2 0,-1-1 0,0-2 0,-1 0 0,2-3 0,27-10 0,1 3 0,0 2 0,1 3 0,1 2 0,1 3 0,12 1 0,-38 7 0,-1 1 0,0 2 0,1 1 0,-1 2 0,0 1 0,-1 1 0,26 10 0,-22-4 0,1-1 0,1-2 0,0-1 0,0-2 0,0-2 0,6-1 0,51-10-71,0-3 1,-1-5-1,-1-3 1,0-5-1,-1-4 1,75-32 70,-128 44-141,141-55-2834,-138 46-3504</inkml:trace>
  <inkml:trace contextRef="#ctx0" brushRef="#br1" timeOffset="2.13509E6">8270 5812 28198,'0'0'1066,"0"0"-326,0 0-255,0 0-102,0 0-40,-19-12-15,-54-37-60,74 49-264,-1 0-1,1 0 1,-1 0 0,0 0 0,1 0 0,-1 0 0,1-1 0,-1 1-1,0 0 1,1 0 0,-1 0 0,0-1 0,1 1 0,-1 0-1,0 0 1,1-1 0,-1 1 0,0 0 0,1-1 0,-1 1-1,0 0 1,0-1 0,1 1 0,-1 0 0,0-1 0,0 1 0,0 0-1,0-1 1,0 1 0,1-1 0,-1 1 0,0 0 0,0-1-1,0 1 1,0-1 0,0 1 0,0-1 0,0 1 0,0 0-1,-1-1 1,1 1 0,0-1 0,0 1 0,0 0 0,0-1-4,1 1 16,129 3 50,-1 5 1,-1 7-1,85 20-66,-30-7 12,2-8 1,1-8-1,180-13-12,-172 0 4,428 16 3,217-5 357,-697-14-896,-135 4-612</inkml:trace>
  <inkml:trace contextRef="#ctx0" brushRef="#br1" timeOffset="2.13605E6">15981 6086 12131,'0'0'4377,"0"0"786,0 0-2665,0 0-990,0 0-254,15 5-348,-5-2-763,111 11 1494,166-103-291,-197 72-1251,0 3 1,1 5 0,0 3 0,1 5-1,56 7-95,625 119 726,-43-115-335,-724-11-424,0 0 1,0 1-1,0 0 0,1 0 1,-1 1-1,0-1 1,0 1-1,0 1 1,0-1-1,0 1 1,0 0-1,0 1 0,0-1 1,-1 1-1,0 0 1,1 0-1,-1 1 1,0 0-1,0 0 1,-1 0-1,1 0 1,-1 1-1,0-1 0,0 1 1,-1 0-1,1 1 1,1 3 32,-3 14-1561</inkml:trace>
  <inkml:trace contextRef="#ctx0" brushRef="#br1" timeOffset="2.13682E6">23052 4577 11562,'0'0'15532,"0"0"-14380,0 0-592,0 0-104,0 0 224,147-47-23,-77 29-169,11-2-176,11-3-96,2-1-96,1 0-80,-3 5-16,-9 1-24,-6 12 0,-14 6-48,-12 6-296,-16 16-1065,-22-7-3448</inkml:trace>
  <inkml:trace contextRef="#ctx0" brushRef="#br1" timeOffset="2.1371E6">23607 4246 15411,'0'0'13523,"0"0"-12939,0 0-224,-62 118-136,49-57 113,2 10-89,4 24-152,5-2-96,2 2-56,0 11-489,11-39-1175,0-12-20389</inkml:trace>
  <inkml:trace contextRef="#ctx0" brushRef="#br1" timeOffset="2.13738E6">24742 4179 12507,'0'0'17243,"0"0"-16554,0 0-305,-149 112-88,46 9-24,-29 38-56,-6 17-120,11-4-80,20-13-16,23-13-40,6 0-160,16-12-280,18-37-833,9-32-2872</inkml:trace>
  <inkml:trace contextRef="#ctx0" brushRef="#br1" timeOffset="2.13764E6">24702 5098 30863,'0'0'560,"0"0"-560,0 0-480,132 101-345,-95-82-1615</inkml:trace>
  <inkml:trace contextRef="#ctx0" brushRef="#br1" timeOffset="2.14018E6">8401 8649 23397,'0'0'4216,"0"0"-3094,0 0-817,0 0 33,19 16 74,109 110 510,-117-109-865,0-1 0,1-1 0,0 0 0,1-1 0,1 0 0,0-1 1,1 0-1,1-2 0,0 0 0,0 0 0,1-1 0,0-1 0,1-1 0,0-1 0,0 0 0,10 1-57,-8-8 7,-1 0 0,1-2 0,-1 0 0,1-1 0,-1-1 0,0-1 0,0-1 0,0 0 0,-1-1-1,0-2 1,-1 1 0,0-2 0,0 0 0,-1-2 0,0 1 0,-1-2 0,2-2-7,226-173-2,-238 184 2,1 0 0,-1 1 0,1 0 0,0 0-1,-1 0 1,1 1 0,1 0 0,-1 0 0,0 0-1,0 1 1,1 0 0,-1 0 0,1 1 0,-1 0-1,1 0 1,-1 0 0,0 1 0,1 0-1,-1 0 1,0 1 0,1-1 0,-1 1 0,0 1-1,0-1 1,0 1 0,-1 0 0,1 1 0,-1-1-1,0 1 1,1 0 0,-2 0 0,2 1 0,26 35-2,-27-33 6,0 1 0,0-1 0,1 0 0,0 0 0,0 0 0,1-1 0,0 0 0,0 0 0,0-1 0,1 0 0,0 0 0,0-1 0,0 0 0,0 0 0,1-1 0,4 1-4,11-1 16,0-2-1,0-1 0,0-1 0,0-1 0,0-1 0,-1-1 0,1-1 0,-1-2 0,4-1-15,139-24 26,-146 31-23,0 1 0,0 0 1,1 2-1,-1 0 0,0 1 1,0 1-1,-1 1 1,12 5-4,-5-2-20,1-1 0,1-1 0,-1-2 0,1 0 0,0-2 0,0-1 0,-1-2 1,1 0-1,0-2 0,12-3 20,62-19-658,-5-9-817</inkml:trace>
  <inkml:trace contextRef="#ctx0" brushRef="#br1" timeOffset="2.14116E6">21079 8771 26774,'0'0'2284,"0"0"-1438,0 0-504,0 0 84,0 0 23,0 0-50,22 13-30,71 44-96,-13 1 26,-75-52-286,1-1-1,-1 0 0,1 0 1,0 0-1,1-1 0,-1 0 0,1 0 1,0-1-1,0 1 0,0-2 0,0 1 1,1-1-1,-1 0 0,1 0 1,0-1-1,-1 0 0,1-1 0,0 1 1,-1-2-1,2 1-12,13-5 6,1 0 1,-1-2-1,0 0 1,0-2-1,-1 0 1,-1-1-1,1-1 0,-2-1 1,17-13-7,15-7 2,6-2-2,-22 9 0,2 1 0,1 2 0,1 2 0,0 2 0,2 1 0,0 2 0,0 2 0,1 2 0,1 2 0,28-3 0,-49 11 0,0 0 0,1 1 0,-1 2 0,0 0 0,1 1 0,-1 1 0,-1 2 0,1 0 0,-1 1 0,0 1 0,0 1 0,7 5 0,94 68 0,-99-64 0,1 0 0,1-1 0,0-2 0,1 0 0,1-2 0,0-1 0,1-1 0,0-2 0,1 0 0,0-4-12,0-1 0,-1-1 1,1-1-1,0-2 0,0-1 0,0-1 0,0-2 0,-1 0 0,1-2 1,-1-2-1,-1 0 0,1-2 0,-1-1 0,-1 0 0,0-3 1,6-4 11,14-19-1758,-20 2-3433</inkml:trace>
  <inkml:trace contextRef="#ctx0" brushRef="#br1" timeOffset="-2.14748E6">2604 7899 30022,'0'0'1009,"0"0"-717,23 0-228,352 21 44,-190 31-97,-177-49-9,-1 1-1,0-1 1,0 2-1,-1-1 1,1 1-1,-1 0 0,0 0 1,0 1-1,-1-1 1,0 1-1,0 1 0,0-1 1,-1 1-1,1 0 1,-2 0-1,1 0 0,-1 0 1,0 0-1,-1 1 1,1 0-1,-2-1 0,2 8-1,-5 5 9,0 0-1,-2 0 0,0 0 0,-1-1 1,-1 1-1,-1-1 0,-1-1 0,0 1 1,-1-1-1,-1-1 0,-1 0 0,-1 0 1,0-1-1,-1-1 0,0 0 0,-2 0 1,-5 3-9,13-10 5,-83 85 5,-3-3 1,-66 44-11,158-133-1,-17 14-240,-54 40 263,16-34-3525,36-19-6242</inkml:trace>
  <inkml:trace contextRef="#ctx0" brushRef="#br1" timeOffset="-2.14748E6">3399 7935 28942,'0'0'744,"0"0"-544,2 140-136,-2-65 232,5 21 137,-3-5-209,0-2-144,-2-6-40,0-26-16,0-4-24,0-17 0,-2-16-24,-13-24-520,2-22-1073,-3-15-7673</inkml:trace>
  <inkml:trace contextRef="#ctx0" brushRef="#br1" timeOffset="-2.14748E6">3513 7811 24885,'0'0'3664,"25"1"-2715,179 34-297,-175-27-483,-1 1-1,0 2 0,-1 1 0,0 1 0,0 1 0,-2 1 0,0 2 1,0 0-1,-2 2 0,0 0 0,-2 2 0,9 9-168,-25-21 11,-1 0-1,0 0 0,0 0 1,0 1-1,-2-1 0,1 1 1,-1 0-1,0 0 0,-1 0 1,0 0-1,-1 0 1,0 0-1,-1 0 0,1-1 1,-2 1-1,0 0 0,0 0 1,-1 0-1,0-1 0,0 0 1,-1 1-1,0-1 1,-1-1-1,0 1 0,-1-1 1,-2 4-11,-158 154-14,-86 22-532,74-78-2725,59-44-5956</inkml:trace>
  <inkml:trace contextRef="#ctx0" brushRef="#br1" timeOffset="-2.14748E6">2939 10440 25541,'0'0'3755,"-3"-20"-2543,-32-131-623,-36 9-69,68 138-520,1 0 1,-1 0-1,0 1 1,0-1-1,0 1 0,0 0 1,-1 0-1,1 0 1,-1 1-1,0-1 0,1 1 1,-1 0-1,-1 0 1,1 0-1,0 0 1,0 1-1,-1 0 0,1 0 1,0 0-1,-1 0 1,1 1-1,-1-1 1,0 1-1,1 1 0,-1-1 1,1 0-1,-1 1 1,1 0-1,0 0 0,-1 0 1,1 1-1,0 0 1,-3 1-1,-7 9-1,0 0 1,1 0-1,1 2 0,0 0 1,1 0-1,1 1 1,0 0-1,1 0 1,0 1-1,2 1 0,-1 0 1,2-1-1,1 2 1,-4 16 0,3-16 0,2 1 1,0 0-1,1 0 1,1 0-1,0 0 0,2 1 1,0-1-1,2 15 0,-1-27-2,0 0-1,1-1 0,-1 1 0,1 0 0,1 0 0,-1-1 1,1 1-1,0-1 0,0 0 0,1 0 0,0 0 1,0 0-1,0-1 0,1 0 0,0 0 0,0 0 0,0 0 1,1-1-1,-1 1 0,1-2 0,0 1 0,0-1 1,1 1-1,5 1 3,-5-3-62,0 0 1,0 0 0,1-1 0,-1 1-1,0-2 1,0 1 0,1-1-1,-1 0 1,0-1 0,1 1 0,-1-2-1,0 1 1,0-1 0,7-2 61,53-33-4262,-17-9-7966</inkml:trace>
  <inkml:trace contextRef="#ctx0" brushRef="#br1" timeOffset="-2.14748E6">3540 10134 30222,'0'0'645,"0"0"-387,0 0-152,0 0 3,-2-23-45,-3-177-147,5 198 76,1 0 1,-1 0-1,1 0 0,-1 0 0,0 0 0,0 1 0,0-1 0,0 0 0,0 0 0,0 0 0,0 0 0,-1 0 0,1 0 0,-1 0 0,1 0 1,-1 0-1,0 0 0,0 1 0,0-1 0,0 0 0,0 0 0,0 1 0,0-1 0,-1 1 0,1-1 0,0 1 0,-1 0 0,1-1 1,-1 1-1,0 0 0,1 0 0,-1 0 0,0 0 0,0 0 0,0 1 0,1-1 0,-1 1 0,0-1 0,0 1 0,0-1 0,0 1 0,0 0 1,0 0-1,0 0 0,0 0 0,0 0 0,0 1 0,0-1 0,0 0 0,0 1 0,0 0 0,1-1 0,-1 1 0,0 0 0,0 0 1,0 0-1,1 0 0,-1 0 0,1 1 0,-1-1 0,1 0 0,-2 2 7,-12 14 0,0 1 1,2 1-1,0 0 1,1 1-1,1 0 1,1 1-1,0 0 0,2 0 1,1 1-1,0 0 1,2 1-1,-2 14 0,-6 142 4,13-176-14,0-1 0,0 1 0,0 0 0,0 0 0,0-1 0,1 1 0,-1 0 0,1-1-1,0 1 1,-1 0 0,1-1 0,0 1 0,1-1 0,-1 1 0,0-1 0,1 0 0,-1 0 0,1 1 0,0-1 0,0 0-1,0-1 1,0 1 0,0 0 0,0 0 0,0-1 0,1 1 0,-1-1 0,1 0 0,-1 0 0,1 0 0,-1 0-1,1 0 1,-1 0 0,1-1 0,0 1 0,-1-1 0,1 0 0,0 0 0,2 0 10,6 0-471,0 0-1,0 0 1,-1-1 0,1-1 0,0 1-1,-1-2 1,1 0 0,-1 0 0,0-1-1,0 0 1,5-3 471,66-40-12964,-18 4 3125</inkml:trace>
  <inkml:trace contextRef="#ctx0" brushRef="#br1" timeOffset="-2.14748E6">4221 10044 29046,'0'0'1142,"0"0"-594,0 0-179,0 0-55,-2-23-137,-6-177-145,18 109-509,-11 91 469,0-1 0,0 0 0,0 1 1,0-1-1,0 1 0,0-1 0,0 1 1,0 0-1,0 0 0,0-1 0,0 1 1,0 0-1,0 0 0,0 0 0,0 0 1,-1 0-1,1 0 0,0 0 0,0 0 1,0 1-1,0-1 0,0 0 0,0 1 1,0-1-1,0 1 0,0-1 0,0 1 1,0-1-1,0 1 0,0 0 0,0-1 1,1 1-1,-1 0 0,0 0 0,0 0 1,1 0-1,-1 0 0,1 0 0,-1-1 1,1 1-1,-1 0 0,1 1 0,-1-1 8,-16 19-1,0-1 1,2 2-1,0 0 0,1 1 0,1 1 0,2 0 1,0 0-1,1 1 0,1 0 0,2 1 0,0 0 0,2 0 1,1 1-1,0 0 0,2-1 0,1 1 0,1 0 1,2 8 0,1-28-71,0-1 0,1 0 0,-1 0 0,1 0 1,0 0-1,0 0 0,1-1 0,-1 0 0,1 0 1,0 0-1,0 0 0,0-1 0,1 0 0,-1 0 1,1 0-1,-1-1 0,1 0 0,0 0 0,0 0 1,0-1-1,0 0 0,1 0 0,-1 0 0,0-1 1,0 0-1,0 0 0,1-1 0,-1 0 0,0 0 1,0 0-1,0-1 0,0 1 0,0-1 0,0-1 1,2-1 70,52-21-3597,34-32-12354,-27 10 10967</inkml:trace>
  <inkml:trace contextRef="#ctx0" brushRef="#br1" timeOffset="-2.14748E6">5030 9892 10202,'0'0'13456,"0"0"-10458,8-17-2907,27-56-35,-32 68-35,-1 0 0,1-1 0,-1 1-1,0 0 1,0-1 0,-1 1 0,0-1 0,0 0 0,0 0-1,-1 1 1,1-1 0,-1 0 0,-1 0 0,1 1 0,-1-1-1,0 0 1,0 1 0,-1-1 0,0 0 0,0 1 0,0 0-1,0-1 1,-1 1 0,0 0 0,0 0 0,0 1 0,-1-1-1,0 1 1,0 0 0,0-1 0,0 2 0,-1-1 0,1 0-1,-1 1 1,0 0 0,0 0 0,0 0 0,0 1 0,-1 0-1,1 0 1,-1 0 0,1 1 0,-1 0 0,1 0 0,-7-1-21,1 2 44,-1 0 1,0 0 0,1 1 0,-1 1-1,1 0 1,-1 0 0,1 1 0,0 1 0,0 0-1,0 0 1,1 1 0,-1 1 0,1 0-1,0 0 1,1 0 0,0 2 0,0-1-1,0 1 1,1 0 0,0 1 0,0 0 0,1 0-1,-2 5-44,-3 3 169,1 1-1,0 0 1,2 0 0,0 1-1,1 0 1,1 1-1,1 0 1,1 0 0,1 0-1,0 1 1,1 0-1,1 18-168,2-33 29,0 0 0,1 1 0,0-1 0,0 0 0,0 0 0,1 0 0,0 0 0,0 0 0,0 0 0,1-1 0,0 1 0,0-1 0,0 0 0,1 1 0,-1-2 0,1 1 0,1 0 0,-1-1-1,1 0 1,-1 0 0,1 0 0,1 0 0,-1-1 0,0 0 0,1 0 0,-1 0 0,1-1 0,0 0 0,0 0 0,0 0 0,0-1 0,0 0 0,0 0 0,1 0 0,2-1-29,9 2 7,-1 0 0,1-1 0,-1-1 0,1-1 1,0-1-1,-1 0 0,0-1 0,1-1 0,-1 0 0,0-2 0,-1 0-7,116-67-1597,-90 37-805</inkml:trace>
  <inkml:trace contextRef="#ctx0" brushRef="#br1" timeOffset="-2.14748E6">133 12247 4801,'0'0'18600,"-19"3"-14236,-95 10-1965,296-35-1766,328-94 127,-6-23 0,157-80-760,-541 179 45,1937-668 360,-1232 415-405,-678 259 0,-145 34-29,-1 0 0,1 0 1,0 0-1,-1 0 0,1 0 0,0 0 0,-1 0 1,1 1-1,0-1 0,-1 0 0,1 1 0,-1 0 1,1-1-1,0 1 0,-1 0 0,0 0 0,1 0 1,-1 0-1,1 0 0,-1 0 0,0 0 0,0 0 0,0 0 1,0 1-1,0-1 0,0 0 0,0 1 0,0-1 1,0 1-1,0 1 29,2 20-1889</inkml:trace>
  <inkml:trace contextRef="#ctx0" brushRef="#br1" timeOffset="-2.14748E6">9808 12300 29182,'0'0'663,"0"0"-348,0 0-119,-9 19 187,-60 147 331,35 11 158,-8 166-872,30-220 157,-135 1409 128,134-1403-372,59-424-5034,-26 159-4330</inkml:trace>
  <inkml:trace contextRef="#ctx0" brushRef="#br1" timeOffset="-2.14748E6">9975 12535 25870,'0'0'3160,"0"0"-2232,28-6-774,362-82 587,-110 11-478,461-108 277,-30 85-189,3 31 0,549 23-351,-356 18 80,-314 6-242,-475 38-1115,-73 6-4054,-35-15-8054</inkml:trace>
  <inkml:trace contextRef="#ctx0" brushRef="#br1" timeOffset="-2.14748E6">15760 11807 21181,'0'0'7132,"0"0"-5415,-6 21-1453,-21 169 797,35-17-190,27 153-871,-7-98 322,48 963-103,-70-1130-426,-7-61-1181,-7-18-1626</inkml:trace>
  <inkml:trace contextRef="#ctx0" brushRef="#br1" timeOffset="-2.14748E6">10273 14017 10402,'0'0'14570,"0"0"-11036,0 0-2727,20 5-62,215 45 613,74-24-495,254-15-863,-325-19 146,0-11 0,-1-11-1,119-34-145,76-26 44,821-136-41,-816 178-939,-283 32-957</inkml:trace>
  <inkml:trace contextRef="#ctx0" brushRef="#br1" timeOffset="-2.14748E6">22570 11490 18524,'0'0'9547,"-14"19"-7146,-184 227-1317,123-159-829,10-18-220,4 4 0,2 2-1,4 2 1,4 3-1,2 2 1,-6 24-35,55-105-2,-4 6-35,1-1 1,0 1-1,1 0 0,0-1 1,0 1-1,0 0 1,1 0-1,0 1 1,0-1-1,1 0 1,0 0-1,0 0 0,1 5 37,41 0-598,99-49 317,-23 1 315,-115 35-27,-1 1-1,0-1 1,1 1 0,0-1 0,-1 1 0,1 0-1,-1 0 1,1 0 0,0 0 0,-1 0 0,1 0-1,-1 1 1,1 0 0,-1-1 0,1 1 0,-1 0 0,0 0-1,1 0 1,-1 0 0,0 1 0,0-1 0,1 1-1,-1-1 1,-1 1 0,1 0 0,0 0 0,0 0-1,0 0 1,-1 0 0,1 0-7,1 12 42,-1 1 0,0-1 0,0 0 0,-2 1 0,0 0 0,0-1 0,-1 1 0,-1-1-1,-1 0 1,0 1 0,0-1-42,-147 467 817,4 50-437,140-513-711,26-72-123,41-106-267,25-65-1694,69-120 2415,-138 313 47,1 1 1,1 1 0,1 0-1,2 2 1,1 0 0,25-23-48,-39 42 102,1 1 1,0 0 0,0 0-1,1 1 1,0 0 0,0 0-1,1 2 1,-1-1 0,1 2-1,0-1 1,1 1 0,-1 1-1,1 1 1,-1 0 0,1 0-1,0 1 1,0 1 0,0 0-1,0 0 1,8 3-103,-14-1 21,-1 1 0,0 0 0,-1 1 0,1-1 0,0 1-1,-1 0 1,0 1 0,0-1 0,0 1 0,-1 0 0,0 0 0,1 1 0,-2-1 0,1 1 0,-1 0 0,0 0 0,0 0 0,0 0-1,-1 0 1,0 1 0,0-1 0,-1 1 0,0-1 0,0 1 0,0 0 0,-1 0 0,0-1 0,-1 1 0,0 5-21,5 33 21,-2 0 1,-2 1-1,-2-1 1,-2 0-1,-1 0 0,-3-1 1,-2 0-1,-2 0 1,-1-1-1,-3 0 1,-1-1-1,-2-1-21,12-29-5,0 0 0,-1 0 0,0 0-1,-1-1 1,-1 0 0,0-1 0,0 0 0,0-1-1,-2 0 1,1 0 0,-1-2 0,0 1 0,0-1-1,-1-1 1,0 0 0,0-1 0,-1 0 0,0-1-1,-12 2 6,23-6-21,-1 0-1,0 0 1,1 0-1,-1-1 1,1 1-1,-1-1 1,1 0-1,-1 0 0,1 0 1,-1 0-1,1-1 1,0 1-1,0-1 1,0 0-1,0 0 0,0 0 1,0 0-1,0-1 1,1 1-1,-1-1 1,1 0-1,-1 1 1,1-1-1,0 0 0,1 0 1,-1-1-1,0 1 1,1 0-1,-1-1 1,0-2 21,-21-115-1247,23 121 1240,-5-262-1933,6 261 1978,0 1 1,-1-1 0,1 0 0,-1 0-1,1 0 1,0 0 0,0 1 0,-1-1-1,1 0 1,0 1 0,0-1 0,0 0-1,0 1 1,0-1 0,0 1 0,0 0 0,0-1-1,0 1 1,0 0 0,0-1 0,0 1-1,0 0 1,0 0 0,0 0 0,0 0-1,1 0 1,-1 0 0,0 0 0,0 1-1,0-1 1,0 0 0,0 0 0,0 1-1,0-1 1,0 1 0,0-1 0,0 1-1,0-1 1,-1 1 0,1 0 0,0-1-1,0 1 1,0 0 0,-1 0 0,1 0 0,0 0-1,-1-1 1,1 1 0,-1 0 0,1 0-1,-1 0 1,1 0 0,-1 0 0,0 0-1,1 0 1,-1 0 0,0 1 0,0-1-1,0 0 1,0 0 0,0 0 0,0 0-1,0 0 1,0 0-39,33 50 657,-20-26-584,1-1-1,2 0 1,0-1 0,1-1-1,2-1 1,0-1 0,1 0-1,1-1 1,0-2 0,2 0-1,4 2-72,-20-17-71,0 1 0,0-1 0,0 0 0,0 0 0,1-1 0,-1 0 0,0 0 0,1-1 0,-1 0 0,1 0 0,-1-1 0,0 0 0,0 0 0,1-1 0,-1 0 0,0 0 0,0-1-1,0 0 1,-1 0 0,1 0 0,-1-1 0,0 0 0,1 0 0,-2-1 0,1 1 0,-1-1 0,1-1 0,-1 1 0,-1-1 0,1 0 0,-1 0 0,1-1 71,36-56-2958</inkml:trace>
  <inkml:trace contextRef="#ctx0" brushRef="#br1" timeOffset="-2.14748E6">23416 11446 28318,'0'0'1452,"0"0"-858,-3 21-233,-19 125 333,20-142-689,0-1 1,0 0 0,1 1-1,-1 0 1,1-1 0,0 1-1,0 0 1,1 0-1,-1 0 1,1 0 0,-1-1-1,1 1 1,0 0 0,1 0-1,-1 0 1,1 0 0,0 0-1,0-1 1,0 1-1,0 0 1,1-1 0,-1 1-1,1-1 1,0 1 0,0-1-1,0 0 1,1 0 0,-1 0-1,1 0 1,-1 0 0,1 0-1,0-1 1,0 1-1,0-1 1,1 0 0,-1 0-1,0 0 1,1-1 0,0 1-1,-1-1 1,1 1 0,0-1-1,-1-1 1,2 1-6,29-2-11,1-1 1,-1-2-1,0-2 1,-1-1-1,1-1 1,-1-2-1,-1-1 1,0-2-1,-1-1 1,0-2-1,-1 0 1,-1-2-1,0-2 0,-2 0 1,20-20 10,44-23-289,-68 61 214,-33 34 78,-203 335 160,184-311-164,2 2 1,2 1 0,4 1-1,1 1 1,4 1-1,2 0 1,1 11 0,13-72 0,1 44-39,-1-44 35,0-1-1,1 1 1,-1 0 0,0-1-1,1 1 1,-1-1 0,1 1-1,-1-1 1,1 1 0,-1-1-1,1 0 1,0 1 0,-1-1 0,1 1-1,-1-1 1,1 0 0,0 0-1,-1 1 1,1-1 0,0 0-1,-1 0 1,1 0 0,0 0-1,-1 0 1,1 0 0,0 0-1,0 0 1,-1 0 0,1 0-1,0 0 1,-1 0 0,1 0 0,0-1-1,-1 1 1,1 0 0,-1-1-1,1 1 1,0 0 0,-1-1-1,1 1 1,-1 0 0,1-1-1,-1 1 1,1-1 0,-1 1-1,1-1 1,-1 0 0,1 1 0,-1-1-1,0 1 1,1-1 0,-1 0-1,0 1 1,0-1 4,130-148-1696,-129 149 1695,0 1 1,0-1-1,0 1 1,0 0-1,0 0 1,0-1-1,0 1 1,0 0-1,0 0 1,0 0-1,-1 0 1,1 0-1,0 0 1,-1 0-1,1 0 1,-1 1 0,1-1-1,-1 0 1,1 0-1,-1 0 1,0 1-1,0-1 1,0 0-1,0 0 1,1 1-1,-2-1 1,1 0-1,0 0 1,0 1-1,0-1 1,-1 0-1,1 0 1,0 0-1,-1 1 1,1-1 0,-1 0-1,1 0 1,-2 1 0,2 3 10,-6 26 93,-1 0 1,-1-1 0,-1 1 0,-2-2 0,-13 26-104,-2 9 105,-71 190 73,96-272-340,98-206-224,-93 214 375,11-26 11,1 0 0,2 2 0,1 0 0,1 0 0,2 2 0,2 1 0,0 1 1,2 1-1,2 1 0,22-18 0,-45 42 30,0 1 1,0-1 0,1 1-1,0 0 1,-1 0 0,1 1-1,0-1 1,0 1 0,0 1-1,0-1 1,1 1 0,-1 0-1,0 1 1,1-1 0,-1 1-1,0 0 1,4 1-31,-7 2 12,0 0-1,-1 1 1,1-1 0,-1 0-1,0 1 1,0-1 0,0 1-1,0 0 1,-1 0 0,0-1-1,1 1 1,-1 0 0,-1 0-1,1 0 1,-1 0 0,1 1-1,-1-1 1,0 0 0,-1 0-1,1 0 1,-1 0 0,1 0-1,-1 0 1,-1 0 0,1 0-12,1-2 4,-9 32 7,-2 0-1,-1-1 0,-2 0 1,-1-1-1,-2 0 0,0-1 1,-3-1-1,0-1 0,-2-1 1,-9 8-11,30-34 0,-3 3 2,-12 19 1,-2 0 1,0-1 0,-2-1-1,-1-1 1,0 0 0,-1-2-1,-1-1 1,-1 0 0,-10 4-4,43-42 47,6 3-24,1 2 0,0 0 1,1 0-1,1 2 1,0 0-1,1 1 0,0 1 1,1 1-1,0 1 1,0 0-1,8-1-23,-26 9 2,-1 0 1,0 0 0,1 0-1,-1 0 1,1 0-1,-1 0 1,1 1-1,-1-1 1,1 1 0,-1-1-1,1 1 1,0-1-1,-1 1 1,1 0-1,0 0 1,0 0 0,-1 0-1,1 0 1,0 0-1,-1 0 1,1 1-1,0-1 1,-1 1 0,1-1-1,-1 1 1,1 0-1,-1-1 1,1 1-1,-1 0 1,1 0-1,-1 0 1,1 0 0,-1 0-1,0 0 1,0 0-1,0 1 1,0-1-1,0 0 1,0 1 0,0-1-1,0 1 1,0-1-1,-1 1 1,1-1-1,0 1 1,-1 0 0,0-1-1,1 1 1,-1 0-1,0-1 1,0 1-1,0 0 1,0 0-3,-2 13 3,-1 0 0,-1 0-1,0 0 1,-1-1 0,-1 1 0,0-2 0,-1 1-1,0 0 1,-1-1 0,-1-1 0,0 1 0,-4 2-3,-10 18-10,-217 302-35,232-324 45,4-8 3,1 1 0,0 0-1,0 1 1,0-1 0,0 0-1,1 1 1,-1 0-1,1 0 1,0-1 0,1 1-1,-1 0 1,1 1-1,0-1 1,0 0 0,1 0-1,-1 3-2,11-1 44,5-7-30,0 0 1,0-1-1,0 0 0,0-1 0,-1-1 0,1 0 0,-1-1 0,0-1 0,0 0 1,1-2-15,121-25-183,-135 34 179,0 0-1,-1-1 1,1 1 0,0 0 0,-1 0-1,1 0 1,-1-1 0,0 1 0,0 0 0,0 0-1,1 0 1,-2 0 0,1 0 0,0-1-1,0 1 1,-1 0 0,1 0 0,-1 0-1,1-1 1,-1 1 0,0 0 0,0-1-1,0 1 1,1 0 0,-2-1 0,1 1-1,0-1 1,0 1 0,0-1 0,-1 0-1,1 0 1,-1 0 0,0 1 4,-35 37 45,-1-2 0,-3-1 0,-1-2 0,-1-3 1,-1-1-1,-43 21-45,62-34 0,-1-1 1,-1-2 0,0 0 0,-1-2 0,0-2 0,-1 0-1,0-1 1,0-2 0,-1-2 0,0 0 0,0-2-1,0-1 1,-15-2-1,39-1-51,1 0 0,-1-1 0,1 0 0,-1-1 0,1 1-1,0-1 1,0 0 0,0 0 0,0 0 0,1-1 0,-1 0-1,1 0 1,0 0 0,0 0 0,0-1 0,1 1 0,-1-1-1,1 0 1,0 0 0,1 0 0,-1 0 0,1-1 0,0 1-1,0-1 1,1 0 0,0 1 0,0-3 51,-2-1-67,2-2 0,-1 1 1,2 0-1,-1 0 0,1 0 0,1 0 0,0 0 1,0-1-1,1 1 0,0 0 0,1 1 0,0-1 1,1 0-1,0 1 0,2-4 67,2 3 103,1 1 0,0 0 0,1 1 0,0 0 0,0 1 0,0 0 0,1 0-1,0 1 1,0 0 0,1 1 0,0 1 0,-1 0 0,2 0 0,-1 1 0,0 1 0,1 0 0,-1 1 0,1 0-1,-1 0 1,1 2 0,-1 0 0,1 0 0,-1 1 0,1 0 0,-1 1 0,0 1 0,0 0 0,0 0 0,-1 2-1,1-1-102,196 125 722,-64-33-707,-126-89-269,-1-1 0,1 0 0,0-2 0,1 0 0,-1-1 0,1-1 0,0 0 1,-1-2-1,1 0 0,0-1 0,0-1 0,4-1 254,-21 2-74,70-4-6482</inkml:trace>
  <inkml:trace contextRef="#ctx0" brushRef="#br1" timeOffset="-2.14748E6">24549 12782 28526,'0'0'979,"0"0"-328,0 0-168,0 0-81,29 8-4,115 13-25,30-76-129,282-161-54,-440 208-189,0 1 1,0 1 0,0 0 0,1 1 0,0 1 0,0 0 0,0 2 0,0 0 0,17 0-2,-28 3 0,0 0 0,-1 1 1,1 0-1,0 0 0,-1 0 0,0 1 0,1 0 1,-1 0-1,0 0 0,-1 1 0,1-1 1,0 1-1,-1 0 0,0 0 0,0 1 0,0-1 1,-1 1-1,1 0 0,-1 0 0,0 0 1,-1 1-1,1-1 0,-1 1 0,0-1 0,0 1 1,-1 0-1,0-1 0,0 1 0,0 0 1,-1 0-1,0 0 0,0 0 0,0 0 0,-1 0 1,1 0-1,-3 4 0,3 77 11,-5 0-1,-3 0 1,-4-1 0,-4-1-1,-3 0 1,-5-2 0,-2 0-1,-28 55-10,50-129 0,-4 15-1,0-1-1,-2 0 1,0 0 0,-2-1 0,0-1-1,-2 0 1,0-1 0,-1 0-1,-1-1 1,-13 12 1,26-29-20,3-2 10,-1 1-1,1 0 0,-1 0 0,0-1 1,1 1-1,-1 0 0,0-1 0,1 1 1,-1 0-1,0-1 0,0 1 0,1-1 1,-1 1-1,0-1 0,0 0 0,0 1 0,0-1 1,0 0-1,0 1 0,0-1 0,1 0 1,-1 0-1,0 0 0,0 0 0,0 0 1,0 0-1,0 0 0,0 0 0,0-1 1,0 1-1,0 0 0,0 0 0,0-1 1,1 1-1,-1-1 0,0 1 0,0-1 1,0 1-1,1-1 0,-1 1 0,0-1 1,0 0-1,1 1 0,-1-1 0,1 0 1,-1 0-1,1 1 0,-1-1 0,1 0 0,-1-1 11,-21-164-4769,15 67-5795</inkml:trace>
  <inkml:trace contextRef="#ctx0" brushRef="#br1" timeOffset="-2.14748E6">25229 12255 3177,'0'0'25533,"0"0"-24869,-95 203-72,47-43-79,6 21-49,14 3-152,17-11-160,11-25-112,0-33-40,15-34-240,5-40-1321,0-35-3888</inkml:trace>
  <inkml:trace contextRef="#ctx0" brushRef="#br1" timeOffset="-2.14748E6">25930 12713 8754,'0'0'17154,"0"18"-13182,0 314-2744,0-332-1230,0-1 0,1 0 0,-1 1 0,0-1-1,0 1 1,1-1 0,-1 1 0,0-1 0,1 1 0,-1-1 0,1 1 0,-1 0 0,0-1 0,1 1-1,-1-1 1,1 1 0,-1 0 0,1 0 0,0-1 0,-1 1 0,1 0 0,-1 0 0,1 0 0,-1-1-1,1 1 1,0 0 0,-1 0 0,1 0 0,-1 0 0,1 0 0,-1 0 0,1 0 0,0 0 0,-1 0-1,1 1 1,-1-1 0,1 0 0,0 0 0,-1 0 0,1 1 0,-1-1 0,1 0 0,-1 1 0,1-1-1,-1 0 1,0 1 0,1-1 0,-1 1 0,1-1 0,-1 1 0,0-1 0,1 1 0,-1-1 0,1 1 2,55-91-428,-42 62 218,2 1 1,0 0-1,2 2 0,1 0 0,1 1 1,1 1-1,1 0 0,1 2 1,1 1-1,23-15 210,-45 33 35,1-1-1,0 1 1,-1-1-1,1 1 1,0 0-1,0 0 1,0 0 0,1 1-1,-1-1 1,0 1-1,1 0 1,-1 0-1,1 0 1,-1 0-1,1 0 1,-1 1 0,1 0-1,0-1 1,-1 1-1,1 1 1,0-1-1,-1 0 1,1 1-1,-1 0 1,1 0 0,-1 0-1,1 0 1,-1 1-1,0-1 1,0 1-1,0 0 1,1 0-1,-2 0 1,1 0 0,0 0-1,0 1 1,-1-1-1,1 1 1,-1 0-1,0 0 1,0 0-1,0 0 1,0 0 0,0 0-1,0 4-34,-4 15 107,-1 0-1,-1 0 1,-1-1-1,-1 1 1,-1-1-1,-1 0 1,0-1 0,-2 0-1,0 0 1,-2-1-1,0 0 1,-1-1-1,0-1 1,-2 0-1,-8 8-106,11-11 25,-114 136-2265,116-143-3339</inkml:trace>
  <inkml:trace contextRef="#ctx0" brushRef="#br1" timeOffset="-2.14748E6">27030 12423 28118,'0'0'1715,"0"0"-985,0 0-277,23-13-74,75-38-85,4 36-31,-98 16-261,0 1 0,0-1-1,0 1 1,0 0 0,-1 0 0,1 0-1,0 0 1,-1 1 0,1-1 0,-1 1-1,0 0 1,0 0 0,0 0-1,-1 0 1,1 1 0,-1-1 0,1 1-1,-1 0 1,0-1 0,-1 1 0,1 0-1,-1 0 1,1 0 0,-1 0 0,0 1-1,-1-1 1,1 0 0,-1 0-1,0 1 1,0-1 0,0 0 0,0 0-1,-1 1 1,0-1 0,0 0 0,0 0-1,0 0 1,-1 0 0,1 0 0,-2 0-2,-4 26 2,-2-1 1,-1-1 0,-1 0-1,-2 0 1,-1-1 0,-15 22-3,-60 99-39,-6-4 0,-83 94 39,89-145-57,165-166-338,3 4-1,2 3 1,17-6 395,-22 40-22,-74 34 30,1 0 0,-1 0 0,0-1 0,0 1 0,0 1 0,-1-1 0,1 0 0,0 0 0,-1 1 0,0-1 0,1 0 0,-1 1 0,0 0 0,0-1 0,-1 1 0,1 0 0,0-1 0,-1 1 0,0 0 0,1 0 0,-1-1 0,0 1 0,0 0 0,-1 0 0,1-1 0,-1 1 0,1 0 0,-1-1 0,0 1 0,0 0 0,0-1 0,0 1-8,0 2 14,-6 27 52,-1 0 1,-2 0-1,-1 0 0,-2-1 0,0-1 0,-3 1-66,-21 49 139,36-77-134,-10 20 52,2 0 0,0 0 0,1 1 0,2 0 0,0 1 0,1 0 0,0 21-57,6-45 2,0 1 0,1 0 0,-1-1 0,1 1 0,-1-1 0,1 0 0,-1 1 0,1-1 0,0 0 0,0 0 0,-1 0 0,1 0 0,0 0 0,0-1 0,0 1 0,0 0 0,0-1 0,0 0 0,0 1 0,0-1 0,0 0-1,0 0 1,0 0 0,0 0 0,1 0 0,-1-1 0,0 1 0,0-1 0,0 1 0,0-1 0,-1 0 0,1 0 0,0 0 0,0 0 0,0 0 0,-1 0 0,1 0 0,0 0 0,-1-1 0,1 1 0,-1-1 0,0 1-1,2-2 0,74-55-13,-76 58 12,0 0 0,0 0 0,0 0 0,0 0 0,-1 0 0,1 0 0,0 1 0,0-1 0,0 0 0,-1 0 0,1 1 0,0-1 0,0 0 1,-1 1-1,1-1 0,0 1 0,0-1 0,-1 1 0,1-1 0,-1 1 0,1 0 0,0-1 0,-1 1 0,1-1 0,-1 1 0,0 0 1,1 0-1,-1-1 0,1 1 0,-1 0 0,0 0 0,0 0 0,0-1 0,1 1 0,-1 0 0,0 0 0,0 0 0,0 0 0,0-1 0,0 1 1,0 0-1,0 0 0,-1 0 0,1 0 0,0-1 0,0 1 0,-1 0 0,1 0 0,0-1 0,-1 1 0,1 0 0,-1 0 0,1-1 0,-1 9 2,-40 271 117,40-278-115,1-1 1,0 0 0,-1 0 0,1 0-1,0 0 1,0 0 0,0 1-1,0-1 1,0 0 0,0 0 0,0 0-1,0 0 1,0 1 0,0-1 0,1 0-1,-1 0 1,0 0 0,1 0 0,-1 0-1,1 0 1,-1 0 0,1 0 0,0 0-1,-1 0 1,1 0 0,0 0 0,0 0-1,0 0 1,0-1 0,0 1 0,0 0-1,0-1 1,0 1 0,0-1 0,0 1-1,0-1 1,0 1 0,0-1 0,0 1-1,0-1 1,0 0 0,1 0 0,-1 0-1,0 0 1,0 0 0,0 0-1,0 0 1,1 0 0,-1 0 0,0 0-1,0-1 1,0 1 0,0-1 0,0 1-1,0 0 1,0-1 0,0 0 0,0 1-1,0-1 1,0 0 0,1 0-5,88-89 92,-13-23-91,-5-3-1,34-78 0,-56 102-13,-10 15 9,-13 23-42,2 2 1,2 1-1,2 2 0,34-38 46,-61 80 8,-4 4 9,1 0 0,-1 0-1,1 0 1,0 0 0,-1 0 0,1 0 0,1 1 0,-1-1-1,0 1 1,1 0 0,-1 0 0,1 0 0,0 1 0,-1-1-1,1 1 1,0 0 0,0 0 0,2 0-17,10 37 172,-10 86-172,-7-98 0,1 0 0,1 0 0,1-1 0,1 1 0,1-1 0,1 1 0,4 6 0,-9-29-6,0 0 0,1 0-1,-1 0 1,0 0 0,1 0 0,-1 0 0,1 0-1,-1 0 1,1 0 0,0 0 0,-1-1 0,1 1-1,0 0 1,0 0 0,-1-1 0,1 1-1,0 0 1,0-1 0,0 1 0,0-1 0,0 1-1,0-1 1,0 1 0,0-1 0,0 0 0,0 1-1,0-1 1,0 0 0,0 0 0,0 0 0,0 0-1,0 0 1,0 0 0,0 0 0,1 0 0,-1-1-1,0 1 1,0 0 0,0-1 0,0 1 0,0 0-1,0-1 1,0 1 0,-1-1 0,1 0-1,0 1 1,0-1 0,0 0 0,0 1 0,-1-1-1,1 0 1,0 0 0,-1 0 0,1 0 0,-1 0-1,1 1 1,0-2 6,41-56-1042,-40 55 976,83-158-2967,20-93-14859,-59 139 10605,-25 65 9964,17-8 9949,-29 51-4028,-3 11-4977,0 28-3934,-6-29 1132,-1 113-517,-6-1-1,-4 0 1,-5-1-1,-5-1 1,-10 18-302,5-6 138,-122 475-1589,144-570-2603</inkml:trace>
  <inkml:trace contextRef="#ctx0" brushRef="#br1" timeOffset="-2.14748E6">29433 12478 28246,'0'0'2833,"0"0"-2465,-123 201 104,35-53-8,-4 22-80,2 9-384,7 1 0,13-9 0,9-7 0,12-32 0,16-39 0,14-40 0,12-31 0,7-22-272,15-51-240,18-18-888,5-24-2457</inkml:trace>
  <inkml:trace contextRef="#ctx0" brushRef="#br1" timeOffset="-2.14748E6">29569 12533 26254,'0'0'3896,"2"152"-3439,0-14-1,-2 24-80,0 0 80,0-18-184,-13-40-176,-5-23-88,3-28-8,-5-13-168,-8-5-264,-36-15-648,3-8-1297,-1-12-13482</inkml:trace>
  <inkml:trace contextRef="#ctx0" brushRef="#br1" timeOffset="-2.14748E6">28795 13297 23685,'0'0'5513,"0"0"-4657,0 0-351,0 0-49,145-66 40,-58 62-136,12 4-232,6 0-128,38 0-56,-27-2-616,-20-5-2969</inkml:trace>
  <inkml:trace contextRef="#ctx0" brushRef="#br1" timeOffset="-2.14748E6">30009 12817 25373,'0'0'5250,"0"0"-4810,-70 156-240,33-36 136,6-3 128,5-11-200,8-19-184,9-30-56,3-2-24,6-7-80,0-23-496,6-25-1993</inkml:trace>
  <inkml:trace contextRef="#ctx0" brushRef="#br1" timeOffset="-2.14748E6">30005 12728 26254,'0'0'3500,"0"0"-2535,25 4-692,165 32 535,-39 38-330,-146-70-471,0 0 1,0 0-1,0 1 0,-1-1 1,0 1-1,0 0 0,0 1 1,-1-1-1,0 1 0,0-1 1,0 1-1,0 0 1,-1 0-1,0 0 0,0 1 1,-1-1-1,0 0 0,0 1 1,-1-1-1,1 1 0,-1-1 1,0 0-1,-1 1 0,0-1 1,0 1-8,-8 15 25,0 0 1,-1-1-1,-2 0 1,0-1-1,-1 0 1,-1-1-1,-1 0 1,0-1 0,-2-1-1,0 0 1,0-2-1,-14 9-25,18-12-2,-76 68-324,-3-3 1,-93 58 325,142-111-1592,13-14-1909</inkml:trace>
  <inkml:trace contextRef="#ctx0" brushRef="#br1" timeOffset="-2.14748E6">30787 12776 30807,'0'0'808,"0"0"-608,-8 100-112,-3-13 280,-5 41 24,-6 40-288,-6 12-104,-1-15 0,3-40 0,8-52 0,8-26 0,1-16 0,0-13-184,5-6-800,-3-12-721</inkml:trace>
  <inkml:trace contextRef="#ctx0" brushRef="#br1" timeOffset="-2.14748E6">30809 12878 29374,'0'0'1625,"0"0"-1059,26 0-144,3-2-284,136 12 452,-151-9-588,0 1 1,-1 1-1,1 0 1,0 1-1,-1 1 1,0 0-1,0 1 1,0 0-1,-1 0 1,0 2-1,0-1 1,-1 2-1,0 0 1,0 0-1,-1 0 1,-1 2-1,1-1 1,-1 1-1,-1 0 1,0 1-1,5 11-2,-10-12 0,-1 0 0,0 0 0,-1 1 0,0-1 0,-1 1 0,0-1 0,0 1 0,-2-1 0,1 0 0,-2 1 0,1-1 0,-1 0 0,-1 0 0,0 0 0,-1-1 0,0 1 0,0-1 0,-7 9 0,-145 158 0,-6-38 0,-6-7 0,-13-3 0,31-28-65,38-37-262</inkml:trace>
  <inkml:trace contextRef="#ctx0" brushRef="#br1" timeOffset="-2.14748E6">9844 12131 18668,'0'0'7890,"0"0"-5467,0 0-1599,0 0-152,0 0-148,-4-16-162,-11-47-133,12 47-108,2 113 111,-22 186 540,-37 157-772,-20 224 50,73-304-50,7-355 0,-2 22 0,1 0 0,2 0 0,1 0 0,1 0 0,1-1 0,1 0 0,1 1 0,2-2 0,1 1 0,1 1 0,-10-26 0,0 0 0,0-1 0,0 1 0,0 0 0,0-1 0,1 1 0,-1 0 0,0-1 0,0 1 0,0 0 0,1-1 0,-1 1 0,0 0 0,0-1 0,1 1 0,-1-1 0,1 1 0,-1-1 0,1 1 0,-1-1 0,1 1 0,-1-1 0,1 1 0,-1-1 0,1 1 0,-1-1 0,1 0 0,0 0 0,-1 1 0,1-1 0,-1 0 0,1 0 0,0 1 0,-1-1 0,1 0 0,0 0 0,0 0 0,-1 0 0,1 0 0,0 0 0,-1 0 0,1 0 0,0-1 0,-1 1 0,1 0 0,0 0 0,-1 0 0,1-1 0,-1 1 0,1 0 0,0-1 0,-1 1 0,1-1 0,-1 1 0,1-1 0,17-41 0,-16 36 0,173-541-1976,-142 426-153</inkml:trace>
  <inkml:trace contextRef="#ctx0" brushRef="#br1" timeOffset="-2.14748E6">10098 12022 27918,'0'0'1012,"0"0"-364,25 0-62,202-6 529,80-61-605,207-31 93,329-13-603,-107 36 72,689 22-72,-1139 74 4,-1 12 0,120 36-4,-321-54 2,74 15-480,-1 8-1,-2 6 1,-2 7 0,46 26 478,-157-59-3875</inkml:trace>
  <inkml:trace contextRef="#ctx0" brushRef="#br1" timeOffset="-2.14748E6">15917 11890 6609,'0'0'18988,"0"0"-14741,0 0-3846,0 0 75,0 0 3,-20 21-163,-63 82-84,55 30-9,-43 970 573,-17-127-796,86-918-189,-2-55-1030,-2-11-1278</inkml:trace>
  <inkml:trace contextRef="#ctx0" brushRef="#br1" timeOffset="-2.14748E6">10442 14346 7626,'0'0'16642,"0"0"-12537,0 0-3325,0 0-65,21-15-16,17-9-521,1 1 1,1 2 0,1 1-1,0 3 1,7-1-179,208-63 252,3 12 0,2 11-1,3 12 1,1 11 0,174 2-252,976 27 48,-632 10-48,-61-10 0,-475 21 0,-243-15-49,0 1 1,0-1-1,-1 1 1,1 0-1,0 0 1,-1 0-1,1 0 0,-1 1 1,1-1-1,-1 1 1,1 0-1,-1 0 1,0 0-1,0 1 0,0-1 1,0 1-1,0-1 1,-1 1-1,1 0 1,-1 0-1,0 0 0,0 1 1,0-1-1,0 0 1,-1 1-1,1-1 1,-1 1-1,0-1 1,0 1-1,0 0 0,0 0 49,0 15-3847</inkml:trace>
  <inkml:trace contextRef="#ctx0" brushRef="#br1" timeOffset="-2.14748E6">10295 14017 23285,'0'0'4345,"0"0"-3200,0 0-888,0 0 87,0 0 85,-15 0-24,8-1-356,4 1-31,0-1 0,0 1-1,0 0 1,0 0 0,0 0 0,0 0 0,1 1 0,-1-1 0,0 1-1,0-1 1,0 1 0,0 0 0,1 0 0,-1 1 0,0-1 0,1 0 0,-1 1-1,1 0 1,-1-1 0,1 1 0,0 0 0,0 0 0,0 0 0,0 1 0,0-1-1,0 0 1,1 1 0,-1-1 0,1 1 0,-1 0 0,1-1 0,0 1-1,0 0 1,0 0 0,1 0 0,-1-1 0,1 2-18,-192 754 1434,107-438-1297,15 4 1,14 3 0,-7 231-138,49-17 0,13-523 0,1 0 0,1-1 0,1 1 0,0 0 0,1-1 0,1 1 0,1-1 0,0 0 0,1-1 0,1 1 0,1-1 0,0 0 0,1-1 0,0 0 0,2-1 0,2 4 0,-7-15 0,0-1 0,0 1 0,0-1 0,0 0 0,0 0 0,0-1 0,1 1 0,-1-2 0,1 1 0,-1-1 0,1 0 0,-1 0 0,1 0 0,-1-1 0,0 0 0,1-1 0,-1 1 0,0-1 0,0 0 0,0-1 0,0 1 0,0-1 0,0-1 0,-1 1 0,1-1 0,-1 0 0,0 0 0,2-3 0,13-4 0,78-44 0,3 5 0,1 5 0,103-31 0,67 9 0,2 12 0,3 11 0,245-4 0,798 19 0,-1008 30 0,-262-1 0,120-2 0,-1 7 0,0 8 0,82 19 0,-152-16 0,-74-52 0,25-86 0,-5-3 0,-6-1 0,-5-2 0,-6-2 0,-5 0 0,-7-2 0,-5 0 0,-5-45 0,-16 5 0,-7 1 0,-8 1 0,-7 1 0,-8 2 0,-7 2 0,-68-159 0,103 288 0,-2 0 0,-1 0 0,-2 2 0,-1 0 0,-6-6 0,-16-5-843,5 24-3371</inkml:trace>
  <inkml:trace contextRef="#ctx0" brushRef="#br1" timeOffset="-2.14748E6">31364 4962 11450,'0'0'13447,"0"0"-9921,0 0-2723,0 0-331,0 0-78,0 12 115,0 100 22,0 143 407,-20 118-938,-36 160-157,55-482-2118,-1-40-1165</inkml:trace>
  <inkml:trace contextRef="#ctx0" brushRef="#br1" timeOffset="-2.14748E6">31057 5936 26214,'0'0'3840,"0"0"-3231,-26 105-105,26-50-72,0 8 40,24-1-96,9-5-176,4-10-112,5-15-64,4-15-16,0-17-8,2-4 0,4-27 0,1-11-104,19-40-536,-15 11-816,-11 2-6106</inkml:trace>
  <inkml:trace contextRef="#ctx0" brushRef="#br1" timeOffset="-2.14748E6">31006 8426 16420,'0'0'14011,"0"0"-12867,0 0-552,0 0 8,0 0-600,0 0 0,143-59 0,-73 49 0,11 2 0,11 4 0,7 2 0,19 2 0,20 0 0,-26 0-72,-22 0-6025</inkml:trace>
  <inkml:trace contextRef="#ctx0" brushRef="#br1" timeOffset="-2.14748E6">29121 8114 29374,'0'0'944,"0"0"-519,0 0-169,0 0 72,167-12-96,-92 11-104,6-5-72,2 2-32,0-2-8,-2 0-16,16-16-248,-20 0-1129,-21-5-6912</inkml:trace>
  <inkml:trace contextRef="#ctx0" brushRef="#br1" timeOffset="-2.14748E6">29643 5286 4801,'0'0'22733,"0"0"-22021,0 0-304,0 130 112,2-45-48,3 33-80,-5 38-184,0 17-112,-7 1-40,-21-22-31,1-42-25,3-31 0,-6-20-217,10-27-1295,0-14-4585</inkml:trace>
  <inkml:trace contextRef="#ctx0" brushRef="#br1" timeOffset="-2.14748E6">29367 6177 23621,'0'0'4145,"0"0"-3745,13 154 112,5-87-56,4-10 48,4-13-40,7-17-55,0-15-65,-3-10-144,-3-2 0,-5-4-112,-3-12-72,12-7-16,-5 3-496,-6 0-1537</inkml:trace>
  <inkml:trace contextRef="#ctx0" brushRef="#br1" timeOffset="-2.14748E6">29332 6729 9922,'0'0'17516,"0"0"-16852,0 0-152,0 0 160,145 182-72,-78-70-184,12 27-159,0 3-121,-15-26-88,-18-29-32,-20-30-16,-2-12 0,3-1-136,12-17-473,-4-7-415,-6-20-3289</inkml:trace>
  <inkml:trace contextRef="#ctx0" brushRef="#br1" timeOffset="-2.14748E6">30003 6806 17156,'0'0'12666,"-121"194"-12186,14-3-303,-16 52-97,-6-3-64,34-58-16,27-58-6434</inkml:trace>
  <inkml:trace contextRef="#ctx0" brushRef="#br1" timeOffset="-2.14748E6">21345 14703 9802,'0'0'15074,"0"0"-11455,0 0-2825,0 0-10,-15-19-141,-44-57-163,51 47 133,11 29-571,7-1-41,0 1 1,0 1-1,0-1 0,0 2 1,0-1-1,-1 2 0,1-1 1,-1 1-1,1 0 1,-1 1-1,0 0 0,0 1 1,-1 0-1,1 0 1,-1 1-1,0 0 0,-1 0 1,1 1-1,-1 0 0,-1 0 1,1 1-1,-1-1 1,0 1-1,-1 1 0,0-1 1,1 3-2,11 64-1483,-13-19-3356,-3 3-10204</inkml:trace>
  <inkml:trace contextRef="#ctx0" brushRef="#br1" timeOffset="-2.14748E6">21274 15697 28046,'0'0'2160,"0"0"-1823,0 0-9,0 0 224,0 0-72,0 0-232,130-112-104,-69 31-80,-6 2-64,6-10 0,25-47-416,-23 34-760,-1-7-2361</inkml:trace>
  <inkml:trace contextRef="#ctx0" brushRef="#br1" timeOffset="-2.14748E6">22136 14362 25429,'0'0'4512,"0"0"-3232,0 0-857,0 0 136,24 2-112,170 10-330,89-52-117,-282 42-2,0-1 1,0 1-1,0 0 1,0-1-1,0 1 0,0 0 1,0 0-1,0 0 1,-1 0-1,1-1 1,-1 1-1,1 0 0,-1 0 1,0 0-1,0 0 1,0 0-1,0 0 0,0 0 1,0 0-1,-1 0 1,1 0-1,-1 0 1,1 0-1,-1 0 0,0 0 1,0 0-1,0-1 1,0 1-1,0 0 0,0 0 1,0-1-1,0 1 1,-1-1-1,1 1 0,0-1 1,-1 0-1,-1 1 2,-199 235-824,-96 91 628,289-317 198,3-5 2,0 0 1,0 0-1,1 0 0,0 1 1,0 0-1,1 0 1,0 0-1,0 1 1,1-1-1,0 1 0,0 0 1,1 0-1,0 0 1,0 0-1,0 6-4,3-13 1,-1 0 0,0 0 0,1 0 0,-1 0 0,1 0 0,-1 0 0,1 0 0,0 0 0,-1 0 0,1 0 0,0 0 0,0 0 0,-1 0 0,1-1 0,0 1 0,0 0 0,0-1 0,0 1 0,0-1 0,0 1 0,0-1 0,0 1 0,0-1 0,1 0 1,-1 1-1,0-1 0,0 0 0,0 0 0,0 0 0,1 0 0,-1 0 0,0 0 0,0 0 0,0 0 0,0 0 0,0-1 0,0 1 0,2-1-1,6 1 6,21-4-44,1-2 0,-1 0 0,0-2-1,-1-2 1,0 0 0,0-2 0,-2-1-1,1-2 1,-2 0 0,0-2 0,0 0-1,-2-2 1,5-6 38,-18 16-419,0 1-1,-1-1 0,-1-1 1,1 0-1,-2 0 1,1-1-1,-1 0 1,-1-1-1,0 0 1,-1 0-1,4-11 420,21-91-12577,-18 37 6795</inkml:trace>
  <inkml:trace contextRef="#ctx0" brushRef="#br1" timeOffset="-2.14748E6">22682 13944 6865,'0'0'21981,"-75"100"-20925,18 9-119,-17 50-257,-3 31-96,5 13-152,6 4-200,7-10-232,8 3 0,12-13 0,15-39 0,13-49-304,11-46-888,0-37-1065,6-16-3608</inkml:trace>
  <inkml:trace contextRef="#ctx0" brushRef="#br1" timeOffset="-2.14748E6">22337 15145 22917,'0'0'5897,"0"0"-4849,27 104 145,1-29-737,10 10 72,8 2-168,8-4-200,6-8-104,5-14-56,34-10-96,-16-19-520,-15-22-472</inkml:trace>
  <inkml:trace contextRef="#ctx0" brushRef="#br1" timeOffset="-2.14748E6">23519 14192 30871,'0'0'768,"0"0"-592,0 0-88,0 0 112,127 83-104,-96-55-96,-5-1-344,-8-5-1441,-7-12-11986</inkml:trace>
  <inkml:trace contextRef="#ctx0" brushRef="#br1" timeOffset="-2.14748E6">23311 14551 28662,'0'0'1496,"0"0"-1304,-31 162-111,22-83-25,3 17-8,-3-5-48,-6 18-593,1-23-1615,1-34-12907</inkml:trace>
  <inkml:trace contextRef="#ctx0" brushRef="#br1" timeOffset="-2.14748E6">23519 14644 8754,'0'0'10318,"27"-16"-6073,180-97-2158,-182 102-1903,1 0 0,0 2 1,0 1-1,1 2 0,-1 0 0,1 1 0,1 2 1,-1 1-1,21 1-184,1 22 1553,-36 24-5915,-13-39 3381,-1 1 1,0 0-1,0-1 0,-1 1 0,0-1 0,0 1 1,-1-1-1,0 0 0,0 0 0,0 0 1,-1 0-1,1-1 0,-1 1 0,-4 3 981,-70 68-953,-96 118 4151,167-184-3181,-1 0 1355,0 0 0,1 0 1,0 1-1,1 0 0,0 0 1,1 1-1,0 0 0,1 0 1,1 0-1,0 0 0,-1 11-1372,21-20 319,-13 5-273,-1 1 1,-1-1-1,0 1 0,0-1 1,-1 1-1,0 0 0,-1 0 1,0 0-1,-1 0 0,1 0 1,-2-1-1,-2 9-46,-5 17 20,-2-1 0,-1 0 0,-2-1 0,-2-1 0,-18 30-20,18-31 16,-76 117 819,129-191-658,1 2-1,1 2 1,3 1-1,1 2 1,2 2-1,1 2 1,1 2-1,28-12-176,-56 34-313,28-17-203,-22 3-4507,-18 9-6175</inkml:trace>
  <inkml:trace contextRef="#ctx0" brushRef="#br1" timeOffset="-2.14748E6">23525 15390 6433,'0'0'18538,"-22"25"-14203,-144 166-3625,-41 72-437,207-262-288,-1 0-1,1 1 1,-1-1 0,1 0-1,-1 1 1,1-1 0,-1 0-1,0 0 1,0 1-1,0-1 1,0 0 0,1 0-1,-1 0 1,-1 0 0,1 0-1,0 0 1,0 0-1,0-1 1,0 1 0,-1 0-1,1-1 1,0 1 0,-1 0-1,1-1 1,0 0-1,-1 1 1,1-1 0,-1 0-1,1 0 1,0 0 0,-1 0-1,1 0 1,-1 0-1,1 0 1,-1 0 0,1 0-1,0-1 1,-1 1 0,1-1-1,0 1 1,-1-1-1,1 1 1,0-1 0,0 0-1,-1 0 1,1 0 0,0 1-1,0-1 1,0 0 0,0 0-1,0-1 1,0 1-1,0 0 1,1 0 0,-2-1 15,1-6 7,0 0-1,0 0 1,1 0 0,0 0 0,0 0 0,1 0 0,0 0 0,0 0 0,1 0-1,0 1 1,1-1 0,-1 0 0,2 1 0,-1 0 0,1 0 0,0 0 0,0 0 0,1 0-1,-1 1 1,2 0 0,-1 0 0,1 0 0,0 1 0,0 0 0,0 0 0,1 0 0,-1 1-1,1 0 1,1 0 0,-1 1 0,0 0 0,1 0 0,-1 0 0,1 1 0,0 1-1,0-1 1,4 1-7,9 2 184,-1 2-1,0 1 1,1 0 0,-2 1-1,1 1 1,-1 1-1,0 1 1,0 1-1,-1 0 1,0 1 0,0 1-1,7 7-183,64 33 499,-41-32-552,1-3-1,1-1 0,1-3 1,0-2-1,0-2 0,1-3 1,0-1-1,0-3 0,-1-3 1,1-1-1,0-3 1,-1-2-1,0-2 0,0-2 1,-2-3-1,1-2 0,-2-2 1,21-12 53,20-14-3109</inkml:trace>
  <inkml:trace contextRef="#ctx0" brushRef="#br1" timeOffset="-2.14748E6">24749 14725 312,'0'0'23376,"0"1"-19416,-1 21-2302,-3 158-75,2 176-595,-3-334-1694,4-53-59,8-21-147,2 0 0,2 0-1,3 1 1,2 1-1,2 0 1,13-23 912,28-44-631,-52 105 888,0 0-1,1 1 0,0-1 1,1 2-1,0-1 0,0 1 1,1 1-1,1-1 0,0 2 1,0-1-1,0 2 0,1 0 0,1 0 1,-1 1-1,1 0 0,0 1 1,0 1-1,0 0 0,1 1 1,9-2-257,-17 3 49,0 0 0,0 1-1,0-1 1,0 1 0,0 0 0,0 1 0,0 0 0,0 0 0,1 0 0,-1 0 0,0 1 0,0 0 0,0 0 0,0 1 0,0 0 0,0 0 0,-1 0 0,1 1 0,-1 0 0,1 0 0,-1 0 0,0 0 0,0 1 0,-1 0 0,1 0 0,-1 1-1,1-1 1,-1 1 0,-1 0 0,1 0 0,-1 0 0,0 0 0,0 1 0,0-1 0,-1 1 0,0 0 0,0-1 0,1 7-49,-5 5 8,-1 1 0,-1-1 1,0 1-1,-1-1 0,-1 0 0,-1-1 1,0 1-1,-1-1 0,-1-1 0,0 0 0,-1 0 1,-1-1-1,0 0 0,-1 0 0,-1-2 1,0 1-1,0-2 0,-15 10-8,8 0-58,-1-2 0,0 0-1,-2-1 1,0-2 0,-1 0 0,-1-1 0,0-2-1,-1 0 1,0-2 0,-1-1 0,-21 5 58,46-14-5,1-1-1,-1 1 1,0-1-1,1 1 1,-1-1-1,1 0 1,-1 1 0,0-1-1,1 0 1,-1 0-1,1 0 1,-1-1 0,0 1-1,1 0 1,-1-1-1,1 1 1,-1-1 0,0 1-1,1-1 1,0 0-1,-1 1 1,1-1 0,-1 0-1,1 0 1,0 0-1,0 0 1,-1 0 0,1 0-1,0-1 1,0 1-1,0 0 1,0-1 0,0 1-1,1 0 1,-1-1-1,0 1 1,1-1 0,-1 1-1,1-1 1,-1 0-1,1 1 1,0-1 0,0 1-1,-1-1 1,1 0-1,0 1 1,1-1 0,-1 0-1,0 1 1,0-1-1,1 1 1,-1-1-1,1 1 1,-1-1 0,1 1-1,0-1 1,0 0 5,2-4 38,1 1 0,1-1 0,-1 1 0,1 0 0,0 0 0,0 0 0,0 0 1,0 1-1,1 0 0,0 0 0,0 1 0,0 0 0,0 0 0,1 0 0,-1 0 0,1 1 0,0 0 0,-1 1 0,1 0 1,0 0-1,0 0 0,0 1 0,0 0 0,0 0 0,0 0 0,0 1 0,0 1-38,-7-2 0,28-2 70,-17 0-62,0 1 1,0 0-1,0 0 1,0 1 0,0 1-1,0 0 1,0 0-1,0 1 1,0 1 0,-1 0-1,1 0 1,-1 1-1,9 4-8,-17-6-5,0 0 0,0 0 0,1 1 0,-2-1 0,1 1 0,0-1 0,0 1 0,-1-1 0,0 1 0,1 0 0,-1 0 0,0 0 0,0 0 0,-1 0 0,1 0 0,0 0 0,-1 0 0,0 0-1,0 0 1,0 0 0,0 0 0,0 0 0,-1 0 0,1 0 0,-1 0 0,0 0 0,0 0 0,0 0 0,0 0 0,-1-1 0,1 1 0,-1 0 5,-61 87-187,53-79 181,-6 9 6,7-12 0,1 0 1,0 1-1,1 1 1,-1-1-1,2 1 1,-1 0-1,2 0 1,-1 1-1,1 0 1,1 0-1,0 0 0,0 1 1,1-1-1,1 1 1,0-1-1,1 1 1,0 3-1,1-12-16,1 1 0,-1 0 0,0-1 1,1 1-1,-2 0 0,1-1 0,0 1 1,-1 0-1,0-1 0,0 1 0,0-1 0,0 1 1,0-1-1,-1 1 0,1-1 0,-1 0 1,0 0-1,0 0 0,0 0 0,-1 0 0,1 0 1,-1 0-1,0-1 0,1 1 0,-1-1 1,0 0-1,0 0 0,0 0 0,-2 0 16,-422 225 12,459-223 480,231-65-317,-220 55-151,1 0 0,-1 3 0,1 2 0,43 4-24,-84-3 2,0 0-1,0 0 1,0 1-1,0-1 1,0 1 0,0-1-1,0 1 1,0 0-1,0 0 1,0 0 0,0 1-1,0-1 1,0 1-1,-1-1 1,1 1 0,-1 0-1,1 0 1,-1 0-1,0 0 1,0 1 0,0-1-1,0 1 1,0-1-1,0 1 1,-1 0 0,1-1-1,-1 1 1,0 0-1,0 0 1,0 0 0,0 0-1,0 0 1,-1 0-1,1 0 1,-1 0-1,0 1-1,-2 0 1,1 0 1,-1-1-1,0 1 0,0-1 0,-1 1 0,1-1 0,-1 0 0,1 0 0,-1 0 0,0 0 0,0 0 0,0-1 0,-1 0 0,1 1 0,-1-1 0,1 0 0,-1-1 0,0 1 0,1-1 0,-1 1 0,0-1 0,0 0 0,0-1 0,-4 1-1,-2 2 1,-85 22 5,-1-4-1,-1-5 1,-82 3-6,145-15 1,-257 22 133,291-26-129,-1 0 0,0-1 0,0 1 0,0 0-1,0 0 1,0 0 0,0 0 0,0 0 0,0 0 0,0 0 0,0 0 0,0 1 0,0-1 0,0 0 0,1 0 0,-1 1 0,0-1-1,0 1 1,0-1 0,0 1 0,1-1 0,-1 1 0,0-1 0,0 1 0,1 0 0,-1-1 0,0 1 0,1 0 0,-1 0 0,1-1-1,-1 1 1,1 0 0,-1 0 0,1 0 0,0 0 0,-1 0 0,1 0 0,0-1 0,0 1 0,0 0 0,0 0 0,0 0 0,0 0-1,0 0 1,0 0 0,0 0 0,0 0 0,0 0 0,0 0 0,1 0 0,-1 0 0,0-1 0,1 1 0,-1 0 0,1 0 0,-1 0-1,1 0 1,-1-1 0,1 1 0,0 0 0,-1-1 0,1 1 0,0 0 0,-1-1 0,1 1-5,123 61 505,-31-36-499,1-4-1,1-4 1,0-4-1,1-4 1,1-5-1,0-4 1,67-9-6,-79 4-118,-1-5 1,0-3-1,-1-3 1,0-5-1,-2-3 1,0-3-1,34-19 118,-43 8-1746</inkml:trace>
  <inkml:trace contextRef="#ctx0" brushRef="#br1" timeOffset="-2.14748E6">26009 14861 26494,'0'0'3159,"0"0"-2248,25 7-699,149 44 120,-25-16-309,-148-34-39,0 0 0,-1 0 0,1 0 0,0 0 0,-1 0 0,1 1 0,-1-1 1,1 0-1,-1 0 0,1 0 0,-1 1 0,0-1 0,0 0 0,0 0 0,1 1 0,-1-1 0,0 0 1,-1 0-1,1 1 0,0-1 0,0 0 0,0 0 0,-1 1 0,1-1 0,-1 0 0,1 0 1,-1 0-1,1 0 0,-1 1 0,0-1 0,0 0 0,1 0 0,-1 0 0,0-1 0,0 1 1,0 0-1,0 0 0,0 0 0,0-1 0,0 1 0,0 0 0,0-1 0,-1 1 0,1-1 1,0 1-1,0-1 0,-1 0 0,1 1 16,-324 220 235,221-138-837,3 6 0,5 3 0,-30 42 602,91-96-4488</inkml:trace>
  <inkml:trace contextRef="#ctx0" brushRef="#br1" timeOffset="-2.14748E6">26057 15269 23997,'0'0'4178,"0"0"-2867,1 18-827,0 6-381,-1 0 0,-1 0 0,0-1 0,-2 1 0,-1-1 0,-1 1 0,-6 13-103,-64 164-1554,97-219 1040,3-4 710,0 1 0,1 2-1,1 1 1,1 1-1,0 1 1,1 1-1,1 2 1,0 1-1,1 1 1,15-2-196,15-8-62,-57 19-497,35-17 1154,-31 8-3773,-8-2-4897,-1 12-6336</inkml:trace>
  <inkml:trace contextRef="#ctx0" brushRef="#br1" timeOffset="-2.14748E6">26270 15664 16804,'-14'25'3318,"-76"148"4536,-1 38-6016,87-198-1757,-38 174 943,84-321-706,-38 119-314,1 0 0,0 1-1,1 0 1,1 0 0,0 0-1,0 1 1,2 0 0,0 1-1,0 0 1,1 0 0,0 1 0,1 0-1,1 1 1,-1 0 0,2 1-1,-1 0 1,1 1 0,1 0-1,-1 1 1,1 1 0,0 0-1,1 1 1,-1 0 0,1 1-1,10-1-3,-18 5-4,-3-1 15,0 0 0,0 0 0,0 0 0,0 1 0,0 0 0,0-1-1,0 1 1,0 1 0,1-1 0,-1 1 0,0-1 0,0 1-1,-1 0 1,1 1 0,0-1 0,0 1 0,0-1 0,-1 1 0,1 0-1,-1 1 1,0-1 0,1 1 0,-1-1 0,0 1 0,0 0-1,-1 0 1,1 0 0,-1 0 0,1 1 0,1 2-11,-3 1 5,0 0 0,0 1 1,-1-1-1,1 0 0,-1 0 1,-1 1-1,0-1 1,0 0-1,0 0 0,-1 0 1,0 0-1,0 0 0,-1 0 1,0 0-1,0-1 0,0 0 1,-1 1-1,0-1 0,0 0 1,-1-1-1,-4 5-5,-118 101-31,125-109-69,-1 1 0,0-1-1,1 0 1,-1 0 0,0-1-1,0 1 1,-1 0 0,1-1 0,0 0-1,0 0 1,-1 0 0,1 0-1,-1 0 1,1-1 0,-1 1 0,1-1-1,-1 0 1,1 0 0,-1 0-1,1-1 1,-1 1 0,1-1-1,0 0 1,-1 0 0,-2-1 100,-6-21-4236</inkml:trace>
  <inkml:trace contextRef="#ctx0" brushRef="#br1" timeOffset="-2.14748E6">27155 15451 264,'0'0'22908,"2"-1"-19079,26-2-2292,100-10-551,-119 11-927,-1 1 0,0-1 0,0 1 0,1 1 0,-1-1 1,0 2-1,1-1 0,-1 1 0,0 0 0,0 1 0,0 0 1,0 0-1,0 1 0,0 0 0,0 0 0,-1 1 0,0 0 0,1 0 1,-1 0-1,-1 1 0,1 1 0,-1-1 0,0 1 0,0 0 1,-1 0-1,1 0 0,-1 1 0,-1 0 0,1 0 0,-1 0 0,-1 1 1,1-1-1,-1 1 0,0 0 0,-1 0 0,0 0 0,0 0 1,-1 1-1,0-1 0,0 0 0,-1 0 0,0 2-59,-2 21 51,-2 1 1,-1-1-1,-1 0 0,-2 0 0,0 0 0,-3-1 1,0-1-1,-2 0 0,-1 0 0,-1-1 0,-2-1 0,0-1 1,-6 5-52,11-10 8,-2 0 0,0 0 1,-2-1-1,0-1 0,-1-1 0,-1 0 1,0-1-1,-1-1 0,-9 4-8,27-19-7,-1 0-1,1 1 1,-1-1 0,1-1-1,-1 1 1,0 0-1,1 0 1,-1-1-1,0 1 1,0-1-1,1 1 1,-1-1 0,0 0-1,0 1 1,0-1-1,1 0 1,-1 0-1,0 0 1,0-1-1,0 1 1,0 0 0,1-1-1,-1 1 1,0-1-1,1 0 1,-1 1-1,0-1 1,1 0-1,-1 0 1,1 0 0,-1 0-1,1-1 1,-1 1-1,1 0 1,0 0-1,-1-1 8,-19-70-833,-7-202-4596,18 160-2334,-3-35-9628</inkml:trace>
  <inkml:trace contextRef="#ctx0" brushRef="#br1" timeOffset="-2.14748E6">27232 15139 23101,'0'0'6377,"2"142"-5697,-4-45-47,-13 1-129,-16 15 80,-11 3-136,-12 38-240,5-4-152,16-38-56,22-47-288,11-47-752,20-24-1121,7-21-3336,1-13-16956</inkml:trace>
  <inkml:trace contextRef="#ctx0" brushRef="#br1" timeOffset="-2.14748E6">27605 15585 22765,'0'0'4374,"0"0"-2567,8 24-989,24 79-117,-22 19 657,-9-123-1349,-1 1-1,0-1 1,1 1 0,-1-1 0,0 1 0,1 0-1,-1-1 1,0 1 0,1 0 0,-1-1-1,1 1 1,-1 0 0,1-1 0,-1 1 0,1 0-1,-1 0 1,1-1 0,-1 1 0,1 0 0,-1 0-1,1 0 1,-1 0 0,1 0 0,-1 0 0,1 0-1,-1 0 1,1 0 0,0 0 0,-1 0-1,1 0 1,-1 0 0,1 0 0,-1 1 0,1-1-1,-1 0 1,1 0 0,-1 1 0,1-1 0,-1 0-1,0 1 1,1-1 0,-1 0 0,1 1 0,-1-1-1,0 0 1,1 1 0,-1-1 0,0 1-1,1-1 1,-1 1 0,0-1 0,0 1 0,0-1-1,1 1 1,-1-1 0,0 1 0,0-1 0,0 1-1,0-1 1,0 1 0,0 0 0,0-1-1,0 1 1,0 0-9,27-40 193,-23 28-196,1 0 1,0 0 0,0 0 0,1 1 0,0 0 0,1 0-1,0 1 1,0 0 0,1 0 0,1 0 0,-1 1 0,1 1 0,1-1-1,-1 1 1,1 1 0,0 0 0,1 0 0,0 1 0,-1 1-1,2 0 1,-1 0 0,0 1 0,1 0 0,-1 1 0,1 0-1,0 1 1,0 1 0,0 0 0,1 0 2,-6 4 7,0-1-1,0 1 1,0 1-1,-1 0 1,1 0 0,-1 0-1,0 0 1,-1 1 0,1 0-1,-1 0 1,0 1 0,-1-1-1,1 1 1,-2 0-1,1 1 1,-1-1 0,0 0-1,0 1 1,0 0 0,-1 0-1,-1-1 1,1 1 0,-2 0-1,1 0 1,-1 1-1,0-1 1,0 0 0,-1 0-1,0 0 1,-1 0 0,1 0-1,-2-1 1,1 1-1,-1 0 1,0-1 0,-1 0-1,1 0 1,-5 5-7,-9 8-27,-1-2 1,-1 0-1,-1-1 0,0-1 1,-2 0-1,1-2 0,-2-1 1,0 0-1,-19 6 27,-22 7-1200</inkml:trace>
  <inkml:trace contextRef="#ctx0" brushRef="#br1" timeOffset="-2.14748E6">26824 6489 26494,'0'0'2279,"0"0"-1527,0 0-431,0 0 62,0 0 67,-15-8-40,-48-22-106,47 22-82,16 8-53,0 0-34,0 0-14,2 9 34,102 159 294,53 120-327,16 67-122,-19-37 1,172 339-1,-267-551 0,-58-106-1,0 0 1,0 0-1,0-1 1,0 1-1,0 0 1,0 0-1,0-1 1,0 1-1,0 0 1,0-1-1,0 1 0,0-1 1,0 1-1,-1-1 1,1 0-1,0 1 1,0-1-1,-1 0 1,1 0-1,0 1 1,-1-1-1,1 0 0,-1 0 1,1 0-1,-1 0 1,1 0-1,-1 0 1,0 1-1,1-1 1,-1 0-1,0 0 1,0 0-1,0 0 0,0 0 1,0 0-1,0 0 1,0 0-1,0 0 1,0 0-1,0 0 1,0 0-1,-1 0 0,1 0 1,1-4-23,24-190-2289,-24 123 190</inkml:trace>
  <inkml:trace contextRef="#ctx0" brushRef="#br1" timeOffset="-2.14748E6">28028 7008 30487,'0'0'1048,"0"0"-776,-176 63-32,36 22 160,-55 49-80,-31 35-320,-17 23 0,-5 13 0,27-4 0,54-51-144,40-28-1336</inkml:trace>
  <inkml:trace contextRef="#ctx0" brushRef="#br1" timeOffset="-2.14748E6">18841 16828 26662,'0'0'1135,"0"0"828,0 0-1026,-10 17-497,-49 79 144,95-96 183,-7-12-745,-2-2 0,0-1 0,-1-2 0,0 0-1,-1-1 1,8-10-22,84-57 20,-117 84-21,0 1 0,1-1 0,-1 0 0,1 1 1,-1-1-1,0 1 0,1-1 0,-1 1 0,1-1 0,-1 1 0,1-1 0,-1 1 0,1 0 1,0-1-1,-1 1 0,1 0 0,-1-1 0,1 1 0,0 0 0,-1 0 0,1 0 1,0-1-1,-1 1 0,1 0 0,0 0 0,0 0 0,-1 0 0,1 0 0,0 0 0,-1 0 1,1 1-1,0-1 0,-1 0 0,1 0 0,0 0 0,-1 1 0,1-1 0,-1 0 1,1 1-1,0-1 0,-1 1 0,1-1 0,-1 0 0,1 1 0,-1-1 0,1 1 0,-1-1 1,0 1-1,1 0 0,-1-1 0,0 1 0,1-1 0,-1 1 0,0 0 0,1-1 1,-1 1-1,0 0 0,0-1 0,0 1 0,0 0 0,0-1 0,0 1 0,0 0 0,0-1 1,0 1-1,0 0 0,0-1 0,-1 2 1,2 415-40,26-277 7,-26-137 30,1 1 1,-1-1 0,1 0 0,0 0-1,1 0 1,-1 0 0,0 0 0,1 0-1,0-1 1,-1 1 0,1-1 0,0 1-1,0-1 1,1 0 0,-1 0 0,0-1-1,1 1 1,-1-1 0,1 0-1,-1 0 1,1 0 0,0 0 0,-1 0-1,1-1 1,0 0 0,0 1 0,-1-2-1,1 1 1,0 0 0,0-1 0,-1 1-1,1-1 1,-1 0 0,1 0 0,0-1-1,1 0 3,10-6-27,-1 0 0,-1-1 0,0-1 0,0 0 0,0-1 1,-2 0-1,1-1 0,-1 0 0,-1 0 0,5-9 27,-13 19-4,40-56-25,-3-3 0,-2-1 1,-3-1-1,-3-2 0,-3-2 0,-2 0 0,7-40 29,-32 124 18,-4 981 271,2-892-284,-5 0 0,-4-1-1,-5 0 1,-9 21-5,23-117 7,1-1 1,-1 1 0,-1-1-1,0 1 1,0-1-1,0 0 1,-1 0-1,0 0 1,-1-1 0,0 1-1,0-1 1,0 1-1,-1-1 1,0-1-1,-1 1 1,0-1 0,0 0-1,0 0 1,0 0-1,-1-1 1,0 0-1,0-1 1,0 1 0,-1-1-1,0-1 1,1 0-1,-1 0 1,-1 0-1,1-1 1,0 0 0,0 0-1,-1-1 1,1 0-1,-9-1-7,-63-43 27,59 19-22,6 3-13,0 0 0,1-1 0,1-1 0,1 0 0,1 0 0,1-1 0,2-1 0,0 0 0,-1-10 8,6 15-2,0 0 1,2 0-1,0-1 0,1 1 0,1 0 1,1 0-1,1 0 0,1 0 0,1 1 1,0-1-1,1 1 0,3-5 2,21-26-39,2 2 0,2 1 0,2 1 1,2 2-1,2 1 0,2 3 0,1 1 0,24-14 39,59-52-792,-12 11-1202</inkml:trace>
  <inkml:trace contextRef="#ctx0" brushRef="#br1" timeOffset="-2.14748E6">20490 16607 30214,'0'0'629,"0"0"-375,0 0-84,-3 17 95,1-1-201,2-7-40,-1 0 0,0-1 0,-1 1 0,0 0 0,-1-1 0,1 1 0,-2-1 0,1 0 0,-1 0 0,0 0 0,-1 0 0,-2 3-24,-246 260 98,72-87-765,181-183 612,-1-1-14,0 1 0,0-1 1,0 1-1,0-1 0,0 1 0,0-1 1,1 1-1,-1-1 0,0 1 1,0 0-1,1 0 0,-1-1 0,0 1 1,1 0-1,-1 0 0,1 0 0,-1 0 1,1 0-1,-1 0 0,1 0 1,0-1-1,-1 1 0,1 0 0,0 0 1,0 0-1,0 1 0,0-1 0,0 0 1,0 0-1,0 0 0,0 0 1,0 0-1,0 0 0,0 0 0,1 0 1,-1 0-1,0 0 0,1-1 1,-1 1-1,1 0 0,0 1 69,54-15-3783,2-1 4139,-29 35 3276,-21 50-2743,-8-55-576,0 129 221,-1-72-569,3-1 1,2 0 0,10 39 34,7-45-1821,-9-81-48,24-99-982,30-87-7070,-5 74 10017,-31 82 7871,6 1-3573,-26 33-4197,1 1 0,0 0-1,0 0 1,1 1 0,1 0 0,-1 1 0,1 0-1,1 1 1,-1 0 0,1 1 0,1 1-1,-1 0 1,1 0 0,0 2 0,-1-1 0,11 0-197,-19 4 28,-1-1 1,0 1-1,1 0 1,-1 0-1,0 0 1,1 1-1,-1 0 1,0-1-1,1 1 1,-1 1-1,0-1 1,0 1 0,0-1-1,0 1 1,0 0-1,-1 1 1,1-1-1,0 1 1,-1-1-1,0 1 1,0 0-1,0 1 1,0-1-1,0 0 1,0 1-1,-1-1 1,0 1 0,0 0-1,0 0 1,0 0-1,0 0 1,-1 0-1,1 4-28,4 21 58,-2-1-1,0 1 1,-2 0-1,-2 0 1,0-1 0,-2 1-1,-1 0 1,-1 0-1,-2-1 1,-1 0-1,-1 0 1,-7 16-58,8-22 6,-1 0 0,0 0 0,-2-1 0,-1 0-1,0-1 1,-1 0 0,-2 0 0,0-2 0,0 0 0,-2 0 0,0-2 0,-10 8-6,23-22-6,1 0 0,-1 0 0,1-1 0,-1 0-1,0 1 1,0-1 0,1 0 0,-1 0 0,0 0 0,0-1 0,0 1 0,0-1 0,0 0 0,0 1 0,0-1 0,0-1 0,0 1 0,0 0 0,0-1 0,0 1 0,0-1 0,0 0 0,1 0 0,-1 0 0,0-1 0,1 1 0,-1 0 0,0-1 0,1 0 0,0 0 0,-1 0 0,1 0 0,0 0 0,0 0-1,0 0 1,0-1 0,0 1 0,1-1 0,-1 1 0,1-1 0,0 0 0,0 1 0,-1-1 0,1 0 6,-32-133-276,33 126 258,-2 5 18,1 1 1,-1-1-1,1 1 0,0-1 1,1 0-1,-1 1 0,1-1 1,0 0-1,0 1 0,1-1 0,-1 0 1,1 0-1,0 1 0,0-1 1,0 1-1,1-1 0,0 1 1,0-1-1,0 1 0,0 0 1,1 0-1,-1 0 0,1 0 0,0 1 1,1-1-1,-1 1 0,0 0 1,1 0-1,0 0 0,0 0 1,0 0-1,0 1 0,2-2 0,-3 3 8,0 1 0,0-1-1,0 0 1,0 1 0,0-1-1,0 1 1,0 0 0,0 0-1,0 0 1,0 0 0,0 0-1,1 1 1,-1 0 0,-1-1-1,1 1 1,0 0 0,0 1 0,0-1-1,0 0 1,-1 1 0,1 0-1,-1-1 1,1 1 0,-1 0-1,1 0 1,-1 0 0,0 1-1,0-1 1,0 0 0,-1 1-1,1 0 1,0-1 0,-1 1-1,0 0 1,1 0 0,-1-1-1,0 1 1,-1 0 0,1 0 0,0 0-1,-1 0 1,0 1 0,0-1-1,0 0 1,0 0 0,0 0-8,-10 127 329,107-305-1180,261-435-3103,-345 589 4216,0 1 1,2 0-1,0 1 0,1 1 1,1 1-1,0 0 0,1 1 1,1 1-1,1 1 0,3-1-262,-21 13 40,0 1-1,0 0 1,0 0 0,0 0-1,0 0 1,0 1-1,0-1 1,0 0-1,0 1 1,1 0 0,-1-1-1,0 1 1,0 0-1,1 0 1,-1 0 0,0 1-1,0-1 1,0 0-1,1 1 1,-1 0-1,0-1 1,0 1 0,0 0-1,0 0 1,0 0-1,0 0 1,0 0 0,0 1-1,-1-1 1,1 1-1,0-1 1,-1 1 0,1 0-1,-1-1 1,0 1-1,1 0 1,-1 0-1,0 0 1,0 0 0,0 0-40,22 97 714,-19-70-645,33 136 120,-22-106-154,-2 1 0,-3 0 0,-3 0-1,-2 8-34,-5-51 16,0 0-1,-1 1 0,-1-1 0,-1 0 1,-1 0-1,0 0 0,-1 0 0,-1-1 1,0 1-1,-1-2 0,-1 1 0,-1-1 1,0 0-1,-1-1 0,0 0 1,-6 6-16,8-10-31,1 0 0,-1-1 1,-1 0-1,0 0 0,0-1 1,-1 0-1,0 0 1,0-1-1,-1-1 0,0 1 1,0-2-1,0 0 1,-1 0-1,0-1 0,0 0 1,0-1-1,0-1 1,0 1-1,-1-2 0,1 0 1,-8-1 30,14-1-82,0 0 1,0-1-1,0 0 0,1 0 1,-1-1-1,1 0 1,-1 0-1,1 0 1,0 0-1,0-1 1,1 0-1,-1 0 0,1 0 1,-1 0-1,1-1 1,1 0-1,-1 0 1,1 0-1,0 0 1,0-1-1,-2-5 82,-39-124-1373,43 133 1403,0-1 1,-1 1-1,1 0 1,1 0-1,-1-1 0,0 1 1,1-1-1,-1 1 1,1-1-1,-1 1 1,1-1-1,0 1 1,0-1-1,0 1 1,1-1-1,-1 1 0,1-1 1,-1 1-1,1 0 1,0-1-1,0 1 1,0 0-1,0-1 1,0 1-1,0 0 1,1 0-1,-1 0 0,1 0 1,-1 0-1,1 0 1,0 1-1,0-1 1,0 0-1,0 1 1,0 0-1,0-1 1,0 1-1,1 0 0,-1 0 1,0 0-1,1 0 1,-1 1-1,2-1-30,32 0 106,1 2-1,-1 1 0,0 2 1,0 1-1,0 2 0,18 7-105,21 6-720</inkml:trace>
  <inkml:trace contextRef="#ctx0" brushRef="#br1" timeOffset="-2.14748E6">22252 16865 28966,'0'0'800,"-57"217"-248,24-71-55,5 6-49,4-6-56,2 2-144,4-26-128,9-29-88,5-36-32,4-21-64,0-3-56,0-5-72,4-26-352,7-2-817,-6-18-1095</inkml:trace>
  <inkml:trace contextRef="#ctx0" brushRef="#br1" timeOffset="-2.14748E6">21697 17498 24885,'0'0'1529,"0"0"-1025,0 0-48,0 0 72,0 0-56,0 0-24,139 26-128,-76-32-72,5-14 0,2 1-136,-2-3-112,0 4-240,11 0-560,-15 7-568,-10-1-3481</inkml:trace>
  <inkml:trace contextRef="#ctx0" brushRef="#br1" timeOffset="-2.14748E6">22925 16934 23229,'0'0'4073,"0"0"-3177,0 0 8,125-45-280,-73 25-112,12-6-255,2 1-169,4-3-88,11-3-209,-17 5-815,-18 4-5753</inkml:trace>
  <inkml:trace contextRef="#ctx0" brushRef="#br1" timeOffset="-2.14748E6">23298 16457 21917,'0'0'7265,"-9"112"-6825,2 3 48,-8 40-119,-3 11 47,3-12-200,2-38-136,4-45-72,5-23-8,-1-17-160,1-3-264,2-10-145,-7-18-239,0-10-224,0-20-3353</inkml:trace>
  <inkml:trace contextRef="#ctx0" brushRef="#br1" timeOffset="-2.14748E6">23087 16545 26022,'0'0'1072,"0"0"-456,6 21-136,35 136 350,-41-149-870,0 0 0,1 0 0,0 0 0,1-1-1,0 1 1,0 0 0,0-1 0,1 0 0,0 1 0,1-1 0,0 0 0,0-1 0,0 1 0,0-1 0,1 1 0,1-2 0,-1 1 0,1 0 0,-1-1 0,2 0 0,-1-1 0,0 1 0,1-1 0,0 0 0,0-1 0,0 1 0,1-2 0,-1 1 0,6 1 40,125-20-4585,-137 16 4680,0-1 0,0 1-1,0 0 1,0-1-1,0 1 1,0 0 0,0 0-1,0 0 1,0 0-1,0 0 1,0 0 0,0 0-1,0 0 1,0 0-1,0 0 1,0 0 0,0 1-1,0-1 1,0 0-1,-1 1 1,1-1 0,0 1-1,0-1 1,0 1-1,0-1 1,-1 1 0,1 0-1,0-1 1,0 1-1,-1 0 1,1 0 0,-1-1-1,1 1 1,-1 0-1,1 0 1,-1 0 0,1 0-1,-1 0 1,0-1-1,1 1 1,-1 0 0,0 0-1,0 0 1,0 0-1,0 0 1,0 0 0,0 0-1,0 0 1,0 0-1,0 0 1,0 0 0,0 0-1,-1 0 1,1 0-1,0 0 1,-1 0 0,1 0-1,-1 0 1,1 0-95,0 4-79,-3 10 223,0 0-1,-2-1 1,1 0 0,-1 1 0,-1-2 0,-1 1-1,0-1 1,-1 0 0,0 0 0,-7 8-144,-11 20 78,-24 38 21,3 3-1,4 2 1,3 1-1,5 3 0,3 0 1,-8 44-99,36-113 53,0-1-1,1 1 1,1 0 0,1 0-1,0 0 1,1-1 0,2 1-1,2 15-52,-1-28 2,1-1 0,0-1 0,0 1 0,0 0 0,1-1-1,0 0 1,0 0 0,0 0 0,0-1 0,0 0 0,1 0-1,-1 0 1,1 0 0,0-1 0,0 0 0,0-1 0,0 1-1,0-1 1,0 0 0,0 0 0,0-1 0,1 0 0,-1 0 0,0 0-1,0-1 1,0 0 0,1 0 0,-1-1 0,1 0-2,-6 2 0,20-3-116,-1-1 1,1 0 0,-1-2 0,0 0-1,-1-2 1,1 0 0,-2-1 0,1-1-1,-1 0 1,-1-2 0,0 0 0,0-1-1,-1 0 1,-1-2 0,0 1 0,-1-2-1,-1 0 1,0-1 0,-1 0-1,-1-1 1,7-15 115,2-85-595,-21 117 614,1-1 0,-1 0 0,1 1 0,-1-1 0,0 0 0,1 1 0,-1-1-1,0 1 1,0 0 0,0-1 0,0 1 0,0 0 0,-1-1 0,1 1 0,0 0-1,-1 0 1,1 0 0,0 0 0,-1 0 0,1 0 0,-1 1 0,0-1 0,1 0 0,-1 1-1,0-1 1,1 1 0,-1 0 0,0-1 0,1 1 0,-1 0 0,0 0 0,1 0-1,-1 0 1,0 1 0,0-1 0,1 0 0,-1 1 0,0-1 0,1 1 0,-1-1-1,1 1 1,-1 0 0,1 0 0,-1 0 0,1 0 0,-1 0 0,1 0 0,0 0 0,0 0-1,-1 0 1,1 1 0,0-1 0,0 1 0,0-1 0,0 0 0,1 1 0,-2 1-19,-19 22 131,1 0 0,1 2 0,1 0 0,1 1 0,2 1 0,-3 9-131,-4 5 71,-2 4-17,13-20-47,-2-1 0,0 0-1,-2-1 1,-1-1-1,0 0 1,-2-1 0,-1-1-1,0-1 1,-2 0-1,-1-2 1,-15 11-7,31-25 15,0-1 0,-1-1 0,1 1 0,-1-1 0,0 0 0,0-1 0,0 0 0,0 0 1,-1 0-1,1-1 0,0 0 0,-1 0 0,1-1 0,-1 0 0,1 0 0,-1-1 0,1 0 0,0 0 0,-1-1 0,1 0 1,0 0-1,0-1 0,0 0 0,1 0 0,-1 0 0,0-1 0,1 0 0,0 0 0,0-1 0,1 0 0,-1 0 0,1 0 0,0-1 1,0 1-1,0-1 0,1 0 0,0-1 0,1 1 0,-3-6-15,2-7-1,0 0 0,2 0 0,1 0 0,0-1 0,1 1 0,1 0 0,1 0 0,1-1 0,0 1 0,2 1 0,0-1 0,1 1 0,0 0 0,2 0-1,0 0 1,1 1 0,1 1 0,1 0 0,0 0 0,1 1 0,0 0 0,4-2 1,87-112-862,6 5 0,6 4-1,4 5 1,5 6 0,45-25 862,-162 128-10,5-5 135,1 1 0,0 0 1,0 0-1,1 2 0,0-1 0,0 2 0,1 0 0,0 1 1,1 0-1,-1 1 0,1 1 0,0 0 0,11 0-125,-24 4 43,-1 0-1,1 1 0,-1-1 0,1 1 0,0-1 1,-1 1-1,1 0 0,-1 0 0,1 0 0,-1 0 1,0 0-1,1 1 0,-1-1 0,0 1 0,0 0 1,0-1-1,0 1 0,0 0 0,0 0 0,-1 0 1,1 1-1,-1-1 0,1 0 0,-1 1 0,0-1 1,0 0-1,0 1 0,0-1 0,0 1 0,-1 0 1,1 2-43,6 92 548,-7-80-431,-7 300 637,59-127-732,-51-179-21,0-1 0,-1 0 0,-1 1 0,0-1-1,0 0 1,-1 0 0,0 0 0,-1 0 0,0 0 0,0 0-1,-1 0 1,-1-1 0,1 0 0,-2 0 0,1 0 0,-3 2-1,-7 10-8,-1-1 0,0 0 0,-2-2 0,0 0 1,-1 0-1,0-2 0,-2-1 0,1 0 0,-2-2 1,0 0-1,-1-1 0,0-1 0,-1-2 8,21-8-87,1 0-1,-1 0 1,0-1-1,0 1 0,0-1 1,0 0-1,0 1 1,1-1-1,-1-1 0,0 1 1,0 0-1,0-1 1,0 1-1,0-1 0,1 0 1,-1 0-1,0 0 1,1-1-1,-1 1 1,0 0-1,1-1 0,0 0 1,-1 1-1,1-1 1,0 0-1,0 0 0,0-1 1,0 1-1,0 0 1,1 0-1,-1-1 0,1 1 1,0-1-1,-1 0 1,1 1-1,0-1 1,0-1 87,-13-40-5428</inkml:trace>
  <inkml:trace contextRef="#ctx0" brushRef="#br1" timeOffset="-2.14748E6">23786 17546 27742,'0'0'1168,"0"0"-768,0 0-224,165 45-176,-113-27-1600</inkml:trace>
  <inkml:trace contextRef="#ctx0" brushRef="#br1" timeOffset="-2.14748E6">24718 16636 29662,'0'0'615,"-4"23"-375,-71 252 74,22-55-376,52-218 36,0 0-1,0 1 0,1-1 1,-1 0-1,1 0 0,0 1 1,-1-1-1,1 0 0,0 0 1,0 1-1,1-1 0,-1 0 0,0 1 1,1-1-1,-1 0 0,1 0 1,0 0-1,0 1 0,0-1 1,0 0-1,0 0 0,0 0 1,1-1-1,-1 1 0,0 0 1,1 0-1,0-1 0,-1 1 1,1-1-1,0 1 0,0-1 1,0 0-1,0 0 0,0 1 1,0-2-1,0 1 0,0 0 1,0 0-1,1-1 0,-1 1 1,0-1-1,0 1 0,1-1 1,-1 0-1,0 0 0,1 0 1,0-1 26,17-2-554,0-1 0,0-1 0,0 0 0,-1-2 0,0 0 0,0-1 0,-1-1 1,0-1-1,-1-1 0,0 0 0,-1-1 0,0-1 0,5-5 554,8-4-1353,22-17 287,1 0 2166,0 4 4107,-91 63-4823,13-8-3242,-15 10-9613</inkml:trace>
  <inkml:trace contextRef="#ctx0" brushRef="#br1" timeOffset="-2.14748E6">24306 17670 24589,'0'0'1873,"0"0"-1025,0 0-440,0 0-264,0 0-72,0 0-72,0 0-112,142 0-752,-89-45-1105,-9 3-7993</inkml:trace>
  <inkml:trace contextRef="#ctx0" brushRef="#br1" timeOffset="-2.14748E6">24181 18061 20076,'0'0'1655,"0"0"-1095,0 0-146,0 0 657,0 0 557,13-18-332,44-56-421,-53 71-794,0-1 0,0 1 0,0 0-1,0 0 1,0 0 0,1 0 0,-1 1-1,1 0 1,0 0 0,0 0 0,0 0 0,0 1-1,0 0 1,0 0 0,0 0 0,1 1-1,-1-1 1,0 1 0,0 1 0,0-1 0,2 1-82,9-1 286,254 59 1351,-254-58-1673,-1-1-1,1 0 1,-1-2-1,0 1 1,1-2-1,-1 0 1,0-1-1,0 0 1,-1-1-1,1-1 1,-1 0 0,1-2 37,36-21-786,-8 1-925</inkml:trace>
  <inkml:trace contextRef="#ctx0" brushRef="#br1" timeOffset="-2.14748E6">26022 16995 26254,'0'0'1664,"0"0"-696,0 0-448,0 0-16,0 0 41,0 0-49,-70 101-288,9-46-136,-10 4-48,-1 0-16,0-3-8,10-5 0,14-12-88,15-9-272,22-14-209,14-16-383,23-6-216,5-14-2825</inkml:trace>
  <inkml:trace contextRef="#ctx0" brushRef="#br1" timeOffset="-2.14748E6">25656 17417 24461,'0'0'2481,"-6"26"-814,-56 185-112,49-178-1445,-9 16-102,3 2 1,2 0-1,2 1 0,2 0 0,2 2 1,3-1-1,1 20-8,7-73-11,-1 1 1,1 0-1,0 0 0,-1 0 1,1-1-1,0 1 1,0 0-1,0 0 0,0 0 1,0 0-1,0-1 1,0 1-1,0 0 0,0 0 1,0 0-1,0 0 0,0-1 1,1 1-1,-1 0 1,0 0-1,0 0 0,1-1 1,-1 1-1,1 0 1,-1 0-1,1-1 0,-1 1 1,1 0-1,-1-1 1,1 1-1,0-1 0,-1 1 1,1-1-1,0 1 1,-1-1-1,1 1 0,0-1 1,0 0-1,-1 1 0,1-1 1,0 0-1,0 0 1,0 1-1,0-1 0,-1 0 1,1 0-1,0 0 1,0 0-1,0 0 0,0 0 1,0 0-1,-1-1 1,1 1-1,0 0 0,0 0 1,0-1-1,-1 1 1,1 0-1,0-1 0,0 1 1,0-1 10,41-39-317,78-176-220,-93 160 672,2 1-1,3 1 1,2 2-1,21-23-134,-44 61 59,2 0 1,0 1-1,0 1 0,1 0 0,1 1 0,0 0 1,0 2-1,1-1 0,0 2 0,1 0 0,0 1 1,0 1-1,0 0 0,1 1 0,0 1 1,0 1-1,5 0-59,-22 3 0,4-2 3,0 1-1,0-1 0,0 1 1,0 0-1,1 0 1,-1 1-1,0 0 0,1 0 1,-1 0-1,0 0 0,1 1 1,-1 0-1,0 0 0,0 0 1,0 1-1,0 0 0,0 0 1,0 0-1,0 0 0,-1 1 1,1 0-1,-1 0 0,1 0 1,-1 0-1,0 1 0,-1 0 1,1 0-1,-1 0 0,1 0 1,-1 0-1,0 2-2,-2 8-34,-1 0-1,-1 0 0,0 0 1,-1 0-1,0-1 0,-1 1 1,-1 0-1,0-1 1,-1 0-1,0 0 0,-1 0 1,0-1-1,-1 0 0,-1 0 1,0 0-1,0-1 1,-1 0-1,-1-1 0,0 0 1,0-1-1,-10 7 35,4 3-12,-49 49 74,31-34 27,2 1-1,1 1 1,1 2-1,-20 37-88,50-75 13,0-1-1,0 1 1,0-1 0,0 1-1,0 0 1,0-1-1,0 1 1,0-1-1,0 1 1,0 0-1,0-1 1,0 1-1,0-1 1,0 1-1,-1 0 1,1-1-1,0 1 1,0 0-1,0-1 1,-1 1-1,1 0 1,0-1 0,0 1-1,-1 0 1,1-1-1,0 1 1,-1 0-1,1 0 1,0-1-1,-1 1 1,1 0-1,0 0 1,-1 0-1,1 0 1,0-1-1,-1 1 1,1 0-1,-1 0 1,1 0-1,0 0 1,-1 0-1,1 0 1,-1 0 0,1 0-1,0 0 1,-1 0-1,1 0 1,-1 0-13,8-49 49,-4 41-47,0 0 0,1 0 0,0 0 0,0 0 0,1 1 0,0-1 0,0 1 0,1 0 0,-1 1 0,2 0 0,-1-1 0,1 2 0,0-1 0,0 1 0,1 0 0,-1 1 0,1 0 0,0 0 0,0 0-1,0 1 1,1 0 0,0 1-2,194-22 59,-202 24-57,0 0 1,1 0-1,-1 0 1,0 0-1,1 0 1,-1 0 0,0 1-1,1-1 1,-1 0-1,0 1 1,1-1-1,-1 1 1,0-1 0,0 1-1,0 0 1,1 0-1,-1-1 1,0 1-1,0 0 1,0 0 0,0 0-1,0 0 1,0 0-1,-1 0 1,1 0-1,0 0 1,-1 1 0,1-1-1,0 0 1,-1 0-1,1 1 1,-1-1-1,0 0 1,1 1 0,-1-1-1,0 0 1,0 1-1,0-1 1,0 0-1,0 1 1,0-1 0,0 0-1,-1 1 1,1-1-1,0 0 1,-1 1-1,1-1 1,-1 0 0,1 0-1,-1 1 1,0-1-3,-35 66 143,-123 114-841,150-163-4130,7-12-14014</inkml:trace>
  <inkml:trace contextRef="#ctx0" brushRef="#br1" timeOffset="-2.14748E6">26798 17210 28262,'0'0'1112,"0"0"-280,0 0-239,0 0-329,0 0-152,0 0-56,-145 79-40,106-28-8,-3 7-8,3 5-136,6 2-208,9-6-257,11-10-247,13-7-400,6-17-1401,14-11-47</inkml:trace>
  <inkml:trace contextRef="#ctx0" brushRef="#br1" timeOffset="-2.14748E6">26599 17741 20708,'0'0'4177,"0"0"-1864,0 0-905,4 150-440,-24-81-472,-2 2-232,3 0-119,10-8-105,9-16-40,6-17-345,54-32-439,-3-26-400,0-15-2601</inkml:trace>
  <inkml:trace contextRef="#ctx0" brushRef="#br1" timeOffset="-2.14748E6">26875 17686 19748,'5'-21'2972,"3"-9"-2701,0 1 1,2 0 0,2 0 0,0 1 0,2 0 0,1 1 0,1 1 0,1 0 0,17-18-272,-28 37 171,0 1 0,1-1 0,-1 1 0,1 1 1,0 0-1,1 0 0,0 0 0,-1 1 0,1 0 0,1 0 1,-1 1-1,0 0 0,1 1 0,3-1-171,-10 4 21,0 0 1,-1 1-1,1-1 0,-1 1 0,1-1 1,-1 1-1,0-1 0,0 1 0,1 0 0,-1 0 1,0 0-1,-1-1 0,1 1 0,0 0 1,0 0-1,-1 0 0,1 1 0,-1-1 0,0 0 1,0 0-1,0 0 0,0 0 0,0 0 1,0 0-1,0 0 0,0 0 0,-1 0 0,1 0 1,-1 0-1,0 0 0,0 0 0,0 0 1,0 0-1,0 0 0,0 1-21,-92 137 685,68-109-546,-141 167 853,146-152-774,89-38-229,74-55-383,-44 8 329,-97 40 66,0 0 0,0 0 0,0 1 0,-1-1-1,1 1 1,0-1 0,-1 1 0,1-1 0,-1 1-1,1 0 1,-1 0 0,0-1 0,0 1 0,0 0 0,0 0-1,0 0 1,0 0 0,-1 1 0,1-1 0,-1 0-1,1 0 1,-1 0 0,0 0 0,0 1 0,0-1-1,0 0 1,0 0 0,-1 0 0,1 1 0,0-1-1,-1 0 1,0 0 0,0 0 0,1 0 0,-1 0-1,0 0 1,-1 0 0,1 0-1,1 0 3,-60 199 140,45-164-112,2 1 0,1 1 0,2 0 0,2 0 0,-2 30-31,10-67 10,-1 1-1,1-1 0,0 0 1,0 0-1,0 0 0,0 0 1,0 1-1,0-1 0,1 0 1,-1 0-1,1 0 0,-1 0 0,1 0 1,0 0-1,0 0 0,0 0 1,0 0-1,0 0 0,0-1 1,1 1-1,-1 0 0,1-1 1,-1 1-1,1-1 0,-1 1 1,1-1-1,0 0 0,0 1 0,0-1 1,0 0-1,0-1 0,0 1 1,0 0-1,0 0 0,0-1 1,0 1-1,0-1 0,0 0 1,0 0-1,1 1 0,-1-1 0,0-1 1,0 1-1,0 0 0,0 0 1,0-1-1,1 1 0,-1-1 1,0 0-1,0 0 0,0 0 1,0 0-10,15-6 23,-1 0 1,1-2-1,-1 0 1,-1-1-1,0 0 1,0-1-1,-1-1 1,0-1-1,-1 1 1,-1-2-1,0 0 1,8-12-24,-16 21-2,124-156-1192,-78 86-1285</inkml:trace>
  <inkml:trace contextRef="#ctx0" brushRef="#br2" timeOffset="-2.14748E6">32631 12768 17292,'0'0'10419,"0"0"-7932,0 0-2209,0 0-15,0 0-27,-9 5-108,-342 266 232,305-234-343,7-7 3,1 1 1,1 2-1,2 2 1,1 1 0,-11 17-21,42-50 8,1 0 1,0 0-1,-1 0 0,1 0 1,0 0-1,1 0 0,-1 1 1,0-1-1,1 0 1,0 1-1,0 0 0,0-1 1,0 1-1,1-1 0,-1 1 1,1 0-1,0-1 1,0 1-1,0 0 0,1 0 1,-1-1-1,1 1 1,0-1-1,0 1 0,0 0 1,0-1-1,1 0 0,0 1-8,122 67 569,-113-66-540,34 18 22,1-2-1,0-2 0,2-3 0,0-1 1,0-3-1,1-1 0,23 0-50,-49-10 0,-10 2 0,0-1 0,0-1 0,0 0 0,0 0 0,0-2 0,0 1 0,0-2 0,0 0 0,0 0 0,0-1 0,-1-1 0,1 0 0,-1-1 0,0 0 0,-1-1 0,1 0 0,-1-1 0,2-1 0,25-94-278,-33 81-33,4-24-1019,-5 2-1200</inkml:trace>
  <inkml:trace contextRef="#ctx0" brushRef="#br2" timeOffset="-2.14748E6">32425 13078 26798,'0'0'3705,"0"0"-3305,0 0 96,0 0 168,190 2-192,-67-2-240,-5-4-232,-8-2 0,-13 6 0,10 0 0,-11 11-296,-8-1-1472</inkml:trace>
  <inkml:trace contextRef="#ctx0" brushRef="#br2" timeOffset="-2.14748E6">34404 11797 4145,'0'0'20263,"0"0"-15653,0 0-4164,-11 18 56,-61 111 352,60-96-765,2 0 1,2 1 0,0 0-1,3 0 1,1 1-1,0 26-89,5-59 3,0 0 0,0 0 0,0 0 0,0 1 0,0-1 0,0-1 0,0 1 0,1 0-1,-1 0 1,1 0 0,-1-1 0,1 1 0,0-1 0,0 1 0,-1-1 0,1 0 0,0 0-1,0 1 1,0-1 0,1-1 0,-1 1 0,0 0 0,0 0 0,0-1 0,1 0 0,-1 1 0,0-1-1,0 0 1,1 0 0,-1 0 0,0 0 0,1 0 0,-1-1 0,0 1 0,0-1 0,0 0-1,1 1 1,-1-1 0,1-1-3,4 2 7,34-6 2,-1-1-1,0-2 0,-1-2 0,0-2 0,-1-1 0,18-10-8,2 1-13,0 0-74,215-94-800,-110 10-2526,-159 104 3198,1 0 0,-1 0 0,1-1 0,-1 1 0,0-1 0,-1 0 0,1 0 0,-1-1 0,1 1 0,-1-1 0,-1 0 0,1 1 0,-1-1 0,0 0 0,0-1 0,0 1 0,0 0 0,-1-1 0,0 1-1,0 0 1,-1-1 0,0-1 215,0 5 99,0 0 0,-1 0-1,1 0 1,-1 1 0,0-1-1,0 0 1,0 0-1,0 1 1,0-1 0,0 1-1,0-1 1,0 1-1,-1-1 1,1 1 0,0 0-1,-1 0 1,1-1 0,-1 1-1,0 0 1,1 0-1,-1 1 1,0-1 0,0 0-1,1 0 1,-1 1-1,0-1 1,0 1 0,0 0-1,0-1 1,0 1 0,0 0-1,0 0 1,1 0-1,-1 1 1,0-1 0,0 0-1,-1 1-98,-70 113 2770,69-108-2739,0-1 1,0 1-1,1 0 1,0 0-1,0 0 0,0 0 1,1 1-1,0-1 0,0 1 1,0-1-1,1 1 0,0 0 1,0-1-1,1 1 0,0 0 1,0 0-1,1-1 0,0 1 1,0 0-1,0-1 0,1 1 1,0 0-1,0-1 0,0 0 1,1 0-1,0 0 0,1 0 1,3 5-32,5-5-85,0 0 1,1-2 0,-1 1-1,1-1 1,0-1-1,0-1 1,1 0 0,-1 0-1,1-1 1,-1-1 0,0 0-1,1-1 1,-1-1 0,0 0-1,1 0 1,-1-1-1,0-1 1,-1 0 0,4-3 84,5-3-461,-1-1 0,-1-1 1,0-1-1,0-1 1,-1-1-1,-1 0 0,13-16 461,53-76 2741,-82 106-2680,0 0 1,-1 0-1,1 0 1,0 1-1,-1-1 1,1 0-1,0 0 1,0 1-1,0-1 1,0 0 0,0 1-1,0-1 1,0 1-1,0-1 1,0 1-1,0 0 1,0-1-1,0 1 1,0 0 0,1 0-1,-1-1 1,0 1-1,0 0 1,0 0-1,0 1 1,0-1-1,0 0 1,1 0-1,-1 0 1,0 1 0,0-1-1,0 0 1,0 1-1,0-1 1,0 1-1,0 0 1,0-1-1,0 1 1,0 0-1,-1-1 1,1 1 0,0 0-1,0 0 1,0 0-1,-1 0 1,1 0-1,-1 0 1,1 0-1,-1 0 1,1 1-62,26 54 274,-27-49-308,0-1 0,0 1 0,-1-1 0,0 1 0,-1-1 0,0 1 0,0-1 0,0 0 0,0 0 0,-1 0 0,0 0 0,-1 0 0,1 0 0,-1-1 0,0 0 0,0 0 0,-1 0 0,1 0 0,-1-1 0,0 1 0,-4 1 34,-30 27-1580</inkml:trace>
  <inkml:trace contextRef="#ctx0" brushRef="#br2" timeOffset="-2.14748E6">34792 12482 19796,'0'0'7235,"0"0"-5204,0 0-1371,0 21 32,0 124 267,-4-96-895,-2-2 0,-2 1-1,-2-1 1,-2 0 0,-2-1-1,-14 29-63,-9 36-338,35-86-977,24-58-280,-19 27 1519,32-51-2531,0-7-1084</inkml:trace>
  <inkml:trace contextRef="#ctx0" brushRef="#br2" timeOffset="-2.14748E6">34959 12598 528,'15'-28'1247,"52"-93"1366,-4 29 2668,-57 84-4983,1 1 0,0-1 0,0 2 0,1-1 0,0 1 0,0 0 0,0 1 0,1-1 0,0 2 0,0-1 0,0 2 0,0-1 0,1 1 0,0 0 0,-1 1 0,1 0 0,0 1 0,0 0 0,7 0-298,48 18 9083,-60-13-8784,-1 0 0,1 0 0,-1 0 1,0 0-1,0 1 0,-1 0 0,1 0 0,-1 0 0,0 0 0,0 1 0,-1-1 0,1 1 1,-1-1-1,0 1 0,0 4-299,3 16 192,-1 0 1,-2 0 0,0 1-1,-2-1 1,-1 0-1,-1 1 1,-1-1-1,-1 0 1,-1 0-1,-2-1 1,-1 1-1,0-1 1,-4 2-193,-69 139-314,-2-80-2721,55-73 129</inkml:trace>
  <inkml:trace contextRef="#ctx0" brushRef="#br2" timeOffset="-2.14748E6">35081 12936 1592,'0'0'2568,"-6"-20"2398,-33-137-230,40 48-2537,9 2 8123,-9 71-7305,-22 41-1748,19-3-1263,0 1 0,0 0-1,0-1 1,0 1 0,1 0 0,-1 0-1,1 0 1,0 0 0,0 0 0,0 1-1,0-1 1,0 0 0,1 0 0,-1 1-1,1-1 1,0 0 0,0 1 0,1-1-1,-1 0 1,0 1 0,1-1 0,0 0-1,0 0 1,0 0 0,0 1 0,1-1-1,-1 0 1,1-1 0,-1 1-1,1 0 1,0 0 0,0-1 0,1 1-1,-1-1 1,0 0 0,2 2-6,148 9-169,-151-11 87,1 0 0,0 0 0,-1 1 1,0-1-1,1 0 0,-1 0 0,0 1 1,0-1-1,0 1 0,0-1 1,-1 1-1,1-1 0,-1 1 0,1-1 1,-1 1-1,0 0 0,0-1 0,0 1 1,0 0-1,-1-1 0,1 1 0,-1-1 1,1 1-1,-1-1 0,0 1 1,0-1-1,0 1 0,-1 0 82,-92 57-13970,22-23 5885,-2 1 5867</inkml:trace>
  <inkml:trace contextRef="#ctx0" brushRef="#br2" timeOffset="-2.14748E6">33920 13423 5017,'0'0'22589,"0"0"-20853,0 0-960,0 0-159,0 0-41,149 4-176,28-38-192,34-5-72,6-9-8,-16 1 0,-36 6-56,-36 7-48,-33 10-24,-28 11-8,-15 5-96,13-6-448,-9 2-1017,-13-2-2543</inkml:trace>
  <inkml:trace contextRef="#ctx0" brushRef="#br2" timeOffset="-2.14748E6">35026 12784 21533,'0'0'5450,"0"0"-3199,0 0-1497,-18 25-82,-57 88-131,68-102-478,1 2-1,1-1 1,0 0-1,0 1 1,1 0 0,1 0-1,0 0 1,1 0-1,0 14-62,-3 10 99,-82 563 94,84-584-295,-2 17-65,11-38-580,9-32-1416,4-13-4477</inkml:trace>
  <inkml:trace contextRef="#ctx0" brushRef="#br2" timeOffset="-2.14748E6">35279 12855 17476,'0'0'11594,"0"108"-10786,0-15-247,0 39 143,0 36 24,0 25-320,0-8-224,0-35-96,0-45-64,0-44-24,2-16-152,2 1 0,5-1-392,-3-7-680,-1-25-1265</inkml:trace>
  <inkml:trace contextRef="#ctx0" brushRef="#br2" timeOffset="-2.14748E6">35940 12628 22613,'0'0'7898,"0"0"-7434,178-12-384,-27-12-40,16-1 40,-27 1-8,-37 6-72,-44 6-48,-2-7-368,-13 3-489,-13-6-1743</inkml:trace>
  <inkml:trace contextRef="#ctx0" brushRef="#br2" timeOffset="-2.14748E6">36552 12231 12171,'-4'25'12982,"-34"301"-8177,11 203-3266,15 299-414,-8-702-1327,19-127 159,0 1 0,0 0 0,0 0 0,0 0 0,0-1 0,0 1 0,0-1-1,0 1 1,1-1 0,-1 1 0,0-1 0,0 1 0,0-1 0,1 1 0,-1-1 0,0 0 0,1 0-1,-1 1 1,1-1 0,-1 0 0,1 0 0,-1 0 0,1 0 0,-1 1 0,1-1 0,0 0 0,-1 0-1,1 0 1,0 0 0,0 0 0,0 0 0,0 0 0,0 0 0,0 0 0,0 0 0,0 0 0,0 0-1,0 0 1,1 0 0,-1 0 0,0 0 0,1 0 0,-1 0 0,1 0 43,-6-43-1662</inkml:trace>
  <inkml:trace contextRef="#ctx0" brushRef="#br2" timeOffset="-2.14748E6">36453 12825 22021,'0'0'6521,"0"0"-5857,-125 148-504,68-75-96,0 2-32,5-2-8,10-6-24,12-10-552,12-17-760,11-23-6074</inkml:trace>
  <inkml:trace contextRef="#ctx0" brushRef="#br2" timeOffset="-2.14748E6">36372 13182 22557,'0'0'5329,"0"0"-3985,0 0-584,99 103 73,-66-62-337,4-3-88,3-7-184,3-5-144,3-8-48,0-7-32,-2-3-72,-4-8-240,4-12-352,-12-13-1097,-10-13-10897</inkml:trace>
  <inkml:trace contextRef="#ctx0" brushRef="#br2" timeOffset="-2.14748E6">37218 12123 30126,'0'0'545,"0"0"-457,0 0-40,119 177-48,-89-102-96,-10-6-2097</inkml:trace>
  <inkml:trace contextRef="#ctx0" brushRef="#br2" timeOffset="-2.14748E6">30112 15439 21837,'0'0'5386,"0"0"-3421,0 0-1464,0 0-118,0 0 126,12-2-41,128-14 92,2 7-1,136 9-559,-130 1 144,772-3 263,-759-5-494,-154 7-22,-5 0 43,1 1 0,-1-1 0,0 0 0,0 1-1,0-1 1,0 0 0,0 0 0,1-1 0,-1 1 0,0 0 0,0-1-1,0 1 1,0-1 0,0 0 0,0 1 0,0-1 0,0 0 0,0 0 0,0 0-1,-1-1 1,1 1 0,0 0 0,-1-1 0,1 1 0,-1-1 0,1 0-1,-1 1 1,0-1 0,1 0 0,-1 0 0,0 0 0,0 0 0,-1 1-1,1-2 67,0-17-3340</inkml:trace>
  <inkml:trace contextRef="#ctx0" brushRef="#br2" timeOffset="-2.14748E6">31022 14600 25037,'0'0'4271,"0"0"-3076,0 0-951,-14 18 70,-89 113 314,33-52-603,-4-2-1,-3-4 1,-3-4-1,-3-3 1,-3-3-1,-79 41-24,80-48 12,-300 196 148,384-252-151,0 0-1,0 0 1,0 0-1,0 0 1,0 0-1,0 1 1,1-1 0,-1 0-1,0 0 1,0 1-1,0-1 1,0 0-1,0 1 1,0-1-1,0 1 1,1-1-1,-1 1 1,0 0-1,0-1 1,1 1 0,-1 0-1,0-1 1,1 1-1,-1 0 1,1 0-1,-1 0 1,1-1-1,-1 1 1,1 0-1,0 0 1,-1 0 0,1 0-1,0 0 1,0 0-1,-1 0 1,1 0-1,0 0 1,0 0-1,0 0 1,0 0-1,1 0 1,-1 0 0,0 0-1,0 0 1,0-1-1,1 1 1,-1 0-1,1 0 1,-1 0-1,0 0 1,1 0-1,0-1 1,-1 1-1,1 1-8,57 11 295,-51-12-311,91 12 27,13-1-9,0 5-1,-1 4 1,-1 6-1,-1 4 1,62 28-2,-60 7-960,-91-54-675,3 2-5964</inkml:trace>
  <inkml:trace contextRef="#ctx0" brushRef="#br2" timeOffset="-2.14748E6">32935 14987 18780,'0'0'7339,"0"0"-5448,9-20-1254,26-64 162,-16 52 343,-10 38-557,-4 41-192,-5-43-332,-1 122 501,14 147-241,10-201-351,-22-70-15,0 0-1,-1-1 1,1 1 0,0 0 0,0 0-1,0-1 1,0 1 0,0 0-1,1-1 1,-1 1 0,0-1-1,1 0 1,-1 1 0,1-1 0,-1 0-1,1 0 1,0 0 0,-1 0-1,1 0 1,0 0 0,0-1-1,0 1 1,0 0 0,0-1 0,-1 0-1,1 1 1,0-1 0,0 0-1,0 0 1,0 0 0,0 0-1,0 0 1,0-1 0,0 1 0,0-1-1,1 0 46,53-59-4397,-35 14-3587</inkml:trace>
  <inkml:trace contextRef="#ctx0" brushRef="#br2" timeOffset="-2.14748E6">33426 14731 15707,'0'0'2149,"0"0"5660,23-11-5027,75-30-1776,36 26 441,-90 14-1163,-23-1-202,0 1 1,0 1 0,0 1 0,0 1 0,0 0 0,0 2-1,-1 0 1,1 1 0,-1 2 0,0 0 0,12 6-83,-30-11 2,1-1 0,-1 1 0,0-1 0,1 1 1,-1 0-1,0 0 0,0 0 0,0 0 0,0 1 0,-1-1 1,1 0-1,0 1 0,-1-1 0,0 1 0,1-1 0,-1 1 1,0 0-1,-1 0 0,1-1 0,0 1 0,-1 0 0,1 0 0,-1 0 1,0 0-1,0 0 0,0 0 0,-1-1 0,1 1 0,-1 0 1,1 0-1,-1 0 0,0-1 0,0 1 0,0 0 0,0-1 1,-1 1-1,1-1 0,-1 1 0,1-1 0,-2 2-2,-84 82 2,51-60-278,-1-1 0,-1-2 0,-1-2 0,-1-2 0,-28 10 276,17-20-1340,23-24-2851,16-7-4573</inkml:trace>
  <inkml:trace contextRef="#ctx0" brushRef="#br2" timeOffset="-2.14748E6">33575 14890 8002,'0'0'6831,"0"0"2685,0 0-6502,0 0-1986,0 0-293,-9 22-265,-84 161-101,40-76-338,107-104-103,59-40-58,-90 28 151,1 0 0,0 1 0,1 1-1,0 2 1,0 0 0,1 2 0,5 0-21,-29 3 5,-1 1-1,1-1 1,-1 0 0,1 0 0,-1 1-1,0-1 1,1 1 0,-1 0 0,1-1-1,-1 1 1,0 0 0,0 0 0,1-1 0,-1 1-1,0 0 1,0 0 0,0 0 0,0 1-1,0-1 1,0 0 0,0 0 0,-1 1 0,1-1-1,0 0 1,-1 1 0,1-1 0,-1 0-1,1 1 1,-1-1 0,0 1 0,1-1 0,-1 1-1,0-1 1,0 1 0,0-1 0,0 1-1,0-1 1,-1 1 0,1-1 0,0 1 0,-1-1-1,1 0 1,-1 1 0,0 0-5,-24 67 80,-131 172-8,155-239-71,1-1 0,-1 1 0,0 0 0,1-1 0,-1 1 0,1 0 0,0-1 0,-1 1 0,1 0 0,0-1 0,0 1 0,0 0-1,0 0 1,0-1 0,1 1 0,-1 0 0,0 0 0,1-1 0,-1 1 0,1-1 0,0 1 0,-1 0 0,1-1 0,0 1 0,0-1-1,0 1 1,0-1 0,0 0 0,1 0 0,-1 1 0,0-1 0,1 0 0,-1 0 0,0 0 0,1 0 0,-1 0 0,1-1 0,0 1 0,-1 0-1,1-1 1,-1 1 0,1-1 0,0 1 0,0-1 0,-1 0 0,1 0 0,0 0 0,0 0 0,-1 0 0,1 0 0,0 0 0,-1-1-1,1 1 1,0-1 0,-1 1 0,1-1 0,0 0 0,-1 1 0,2-2-1,2 2 1,26 0 11,-19-1-11,1 1 0,-1 0 0,1 0 0,-1 1 1,1 1-1,-1 0 0,0 1 0,0 0 0,0 1 0,0 0 1,-1 1-1,11 5-1,-19-5 4,-1-1 0,1 1 1,-1 0-1,0 0 0,0 0 1,0 0-1,-1 1 0,1-1 1,-1 0-1,-1 1 0,1-1 1,-1 1-1,0-1 0,0 0 0,0 1 1,-1-1-1,0 1 0,0-1 1,0 0-1,-1 0 0,0 1 1,0-1-1,0 0 0,-1-1 0,1 1 1,-1 0-1,0-1 0,-1 1 1,1-1-1,-1 0 0,1 0 1,-1-1-1,-1 1 0,1-1 1,-2 2-5,-27 27 37,-2-2 0,-1-1 1,-1-2-1,-2-1 0,0-2 1,-2-2-1,0-1 0,-2-3 1,0-1-1,-4-1-37,-34-4 0,78-13-47,1-1 0,-1 1 0,1-1 0,0 1 1,0-1-1,-1 0 0,1 0 0,0 0 0,1 0 0,-1 0 0,0 0 1,1 0-1,-1-1 0,1 1 0,-1-1 0,1 1 0,0-1 0,0 1 1,0-1-1,1 0 0,-1 1 0,1-1 0,-1 0 0,1 0 0,0 1 1,0-1-1,0 0 0,0 0 0,1 0 0,-1 1 0,1-1 0,0 0 1,0 1-1,-1-1 0,2 0 0,-1 0 47,0-6-237,1-2 80,0 0 1,0 1-1,1-1 1,1 1 0,0-1-1,0 1 1,1 0-1,0 1 1,1-1 0,0 1-1,0 0 1,6-5 156,-10 10 95,1 1 0,1 0 0,-1-1 0,0 1 0,1 1 0,-1-1 0,1 0 0,0 1 1,0 0-1,0 0 0,0 0 0,0 0 0,1 1 0,-1-1 0,0 1 0,1 0 0,-1 0 0,1 1 0,-1 0 0,1-1 1,0 2-1,-1-1 0,1 0 0,-1 1 0,1 0 0,-1 0 0,0 0 0,1 0 0,-1 1 0,0 0 0,3 1-95,117 100 470,-115-74-3782,-22-28-231</inkml:trace>
  <inkml:trace contextRef="#ctx0" brushRef="#br2" timeOffset="-2.14748E6">33001 15352 7706,'0'0'17177,"0"0"-12980,0 0-3471,0 0 47,0 0-169,0 0-192,10 16-123,30 55-70,-34-58-206,0 1 1,-2 0 0,1 0-1,-2 1 1,1 0-1,-2-1 1,0 1-1,-1 0 1,-1 0-1,0 0 1,-1 0 0,0 0-1,-1 0 1,-1-1-1,0 1 1,-2-1-1,1 0 1,-1 0-1,-1 0 1,-1 0 0,0-1-1,-1 0 1,0-1-1,-4 5-13,0 2-14,0 0 0,-1-1 0,-1 0 0,0-1 1,-1-1-1,-1 0 0,-1-1 0,0-1 0,-1 0 0,-1-2 0,0 0 0,0-1 0,-7 2 14,23-11-2,1 0 1,-1-1-1,1 1 0,-1-1 1,0 0-1,1 0 0,-1 0 1,0 0-1,0-1 0,0 1 1,0-1-1,0 1 0,0-1 1,0 0-1,0 0 0,0-1 1,0 1-1,0 0 0,0-1 1,0 0-1,1 0 0,-1 0 1,0 0-1,0 0 0,1 0 1,-1-1-1,1 1 0,-1-1 1,1 0-1,-1 0 0,1 0 1,0 0-1,0 0 0,0 0 1,0-1-1,1 1 0,-1-1 1,0 1-1,1-1 0,0 1 1,0-1-1,0 0 1,0 0-1,0 0 0,0-2 2,34-1 2,217 35 415,96 1-278,277-15-139,-401-13-72,44-4-2621,-172-11-1090</inkml:trace>
  <inkml:trace contextRef="#ctx0" brushRef="#br2" timeOffset="-2.14748E6">34647 14881 28846,'0'0'1713,"0"0"-1529,0 0-160,0 0 224,0 0-56,167-2-120,-95 2-72,3 0-152,-10 0-368,-8-10-1113,-17-18-2816,-18 4-9874,-16 1 9098</inkml:trace>
  <inkml:trace contextRef="#ctx0" brushRef="#br2" timeOffset="-2.14748E6">35064 14772 6049,'0'0'15038,"0"0"-9146,-15 21-4452,0 0-1190,-64 123 938,61-86-1055,4 1 0,2 1 0,3 0 0,2 1 0,3 0 0,4 41-133,19-9-49,-18-91 34,0 0-1,0 0 1,0 0 0,0 0-1,1 0 1,-1 0 0,1 0-1,-1 0 1,1-1 0,0 1-1,0-1 1,-1 1 0,1-1-1,0 0 1,0 1 0,1-1-1,-1 0 1,0-1 0,0 1-1,0 0 1,1 0 0,-1-1-1,0 0 1,1 1 0,-1-1-1,0 0 1,1 0 0,-1 0-1,1 0 1,-1-1-1,0 1 1,0-1 0,1 1-1,-1-1 1,0 0 0,0 0-1,1 0 1,-1 0 0,1-1 15,10-8-150,-1 0 0,0-1 0,0-1-1,-1 0 1,0 0 0,-1-1 0,-1 0 0,0-1 0,-1 0 0,3-7 150,-10 19-21,84-166-3113,-56 93 5531,-31 118-828,-69 426 706,48-60-1529,23-396-751,1-10 3,-1 0 0,1 0-1,0 0 1,-1 0 0,0 0 0,1 0 0,-1 0-1,-1 1 1,1-1 0,0 0 0,-1 0 0,1 0-1,-1 0 1,0 0 0,0 0 0,0 0 0,-1 0-1,1 0 1,-1-1 0,1 1 0,-1 0 0,0-1-1,0 1 1,0-1 0,0 0 0,-1 0 0,1 0-1,-1 0 1,1 0 0,-1 0 0,0-1 0,1 1-1,-1-1 1,0 0 0,0 0 0,-1 1 2,-11-5-87,1 0-1,-1-1 1,1 0-1,0-1 1,0-1 0,1 0-1,0 0 1,0-2 0,0 0-1,1 0 1,0-1 0,-1-2 87,-8-3-62,21 13 61,-107-89-17,104 86 29,0 0 0,0 0-1,1 0 1,-1 0 0,1 0-1,0 0 1,0-1 0,0 1-1,0-1 1,1 1 0,0-1 0,0 0-1,0 0 1,1 1 0,-1-1-1,1 0 1,0 0 0,0 0-1,1 1 1,0-1 0,0 0-1,0 0 1,0 1 0,1-1-1,-1 1 1,1-1 0,0 1-1,1-1-10,111-102 3,104-53-1065,-118 83-858</inkml:trace>
  <inkml:trace contextRef="#ctx0" brushRef="#br2" timeOffset="-2.14748E6">35625 14658 26398,'0'0'2491,"0"0"-1802,0 0-489,0 0 94,0 0-109,0 0-120,7 12-41,23 38-34,-28-48-19,0 0 1,0-1 0,0 1-1,0-1 1,0 0 0,0 0-1,0 0 1,0 0 0,0 0-1,0 0 1,1 0 0,-1-1-1,0 1 1,1-1 0,-1 0-1,0 0 1,1 0 0,-1 0-1,0 0 1,1 0-1,-1 0 1,0-1 0,1 1-1,-1-1 1,0 0 0,0 0-1,1 1 1,-1-1 0,0-1-1,0 1 1,1-1 28,73-53-1962,4-2 504,-14 41 3387,-64 16-1892,-1 1 0,1-1 0,-1 0 0,1 0 0,-1 1 0,1-1 0,-1 0 1,1 1-1,-1 0 0,0-1 0,1 1 0,-1 0 0,0 0 0,0-1 0,1 1 0,-1 0 0,0 0 0,0 0 0,0 0 0,0 1 0,0-1 0,-1 0 1,1 0-1,0 1 0,0-1 0,-1 0 0,1 1 0,-1-1 0,1 1 0,-1-1 0,0 0 0,1 1 0,-1-1 0,0 1 0,0-1 0,0 1 1,0-1-1,0 1 0,-1-1 0,1 1 0,0-1 0,-1 1 0,1-1 0,-1 1-37,-26 64 181,-18-19-168,-2-3 0,-2-1-1,-2-3 1,-2-1-1,-22 9-12,-75 57 7,117-69 13,65-29 409,5-9-328,-1-1 1,1-2-1,-1-1 1,-1-2-1,1-2 0,31-13-101,72-16-745,-170 52-7285,-14 5-2964,-6 2 5347</inkml:trace>
  <inkml:trace contextRef="#ctx0" brushRef="#br2" timeOffset="-2.14748E6">35432 15311 11827,'0'0'3712,"0"0"7483,0 0-10299,0 0-280,129 15-40,-61-30-248,7-9-232,-1-4-56,-4 1-40,-8-3-360,-14 1-536,-17-3-5401,-14 8-2353,-12 7 4689</inkml:trace>
  <inkml:trace contextRef="#ctx0" brushRef="#br2" timeOffset="-2.14748E6">35837 15360 1328,'0'0'26014,"0"0"-24790,-70 148-288,46-81-176,2 0-247,7 0-289,2-4-144,6-6-56,5-9-24,2-13-136,4-23-449,12-12-951,-1 0-3201</inkml:trace>
  <inkml:trace contextRef="#ctx0" brushRef="#br2" timeOffset="-2.14748E6">36037 15409 27790,'0'0'976,"0"125"88,0-27-143,0 26-321,0 22-216,0-15-56,0-31-120,2-35-24,-2-25-80,2-1-72,-2-3-16,0-3-16,0-13-16,-6-14-128,-12-6-176,-10-43-504,1-7-945,1-9-3176</inkml:trace>
  <inkml:trace contextRef="#ctx0" brushRef="#br2" timeOffset="-2.14748E6">35673 15571 1768,'0'0'19678,"0"0"-12555,0 0-5895,0 0-576,23 2-158,75 7-204,-19 11-106,-77-19-193,0 0-1,-1 1 0,1-1 0,0 1 0,-1 0 0,0-1 0,1 1 0,-1 0 0,0 0 0,0 0 0,0 0 0,0 0 0,0 0 0,0 0 0,-1 0 1,1 0-1,-1 1 0,1-1 0,-1 0 0,0 0 0,0 0 0,0 1 0,0-1 0,0 0 0,-1 0 0,1 0 0,-1 1 10,-2 9-145,-2-1 0,0 1 0,0-1-1,-1 0 1,0-1 0,-1 1 0,0-1 0,-1-1-1,0 1 1,0-1 0,-1-1 0,-4 4 145,-24 28-191,31-33 202,2-4 17,1 1-1,-1-1 1,1 1-1,0 0 1,0 0-1,1 0 0,-1 1 1,1-1-1,0 1 1,0-1-1,0 1 1,1 0-1,0 0 0,0-1 1,0 1-1,0 5-27,58-2 667,-2-18-1072,-24-11-5987,-17 5-9566</inkml:trace>
  <inkml:trace contextRef="#ctx0" brushRef="#br2" timeOffset="-2.14748E6">35450 16171 5921,'0'0'23341,"0"0"-22461,0 0 385,225-42-609,-58-9-280,13-6-224,-12 0-48,-27-3-104,-54 21-264,-19 3-1929</inkml:trace>
  <inkml:trace contextRef="#ctx0" brushRef="#br3" timeOffset="-2.14748E6">30833 10919 29294,'0'0'628,"0"0"-340,0 0-70,0 0 105,26 5-21,286 64 249,-269-56-511,0 1 0,0 2 0,-1 1 0,-2 3-1,0 1 1,-1 3 0,-1 0 0,-1 3 0,-1 1 0,21 22-40,-42-29 8,-1 1 0,-1 1 0,-1 0 0,-1 1 0,-1 0 0,-1 1 0,-2 0 0,0 0 0,-1 1 0,-2-1 0,0 1 0,-2 0 0,-1 1 0,-1-1 0,-1 0 0,-2 0 0,0 0 0,-2 0 0,-3 11-8,-12 29 26,-1-1-1,-4-2 1,-3 0 0,-2-1 0,-3-2 0,-20 25-26,46-72 5,-584 915 224,576-904-225,2-1-1,0 2 0,2-1 1,1 2-1,0-1 0,-1 12-3,9-29 0,1 0 0,0 0 0,0 0-1,0 1 1,1-1 0,0 0 0,1 1 0,0-1 0,0 0-1,0 0 1,1 0 0,1 0 0,-1 0 0,1 0 0,1 0-1,-1-1 1,1 0 0,1 0 0,-1 0 0,1 0-1,1-1 1,2 4 0,19 14 0,2-2 0,-1-1 0,2-1 0,1-1 0,1-2 0,0-1-1,11 2 1,31 18 3,-68-33-1,21 7 9,-1 1 0,-1 1-1,0 2 1,0 0 0,-2 1 0,0 1 0,0 2 0,-2 0 0,0 1-1,-1 1 1,-1 1 0,-1 1 0,-1 1 0,-1 0 0,-1 1-1,-1 0 1,0 4-11,-2 21 4,-3 1 0,-1-1-1,-3 2 1,-2-1 0,-3 38-4,0-84 0,-7 349 0,-15 0 0,-16-1 0,-26 56 0,26-189 0,-9-3 0,-10-1 0,-77 188 0,90-314-17,41-93-179,9-41-531,94-257-3699,-38 115-2472,-5 1 1838</inkml:trace>
  <inkml:trace contextRef="#ctx0" brushRef="#br3" timeOffset="-2.14748E6">32221 11022 3441,'0'0'20297,"0"0"-15369,0 0-4456,7-27-221,76-207 597,476-1161 460,90-708-1234,-580 1869-70,133-467-15,83-582 11,-246 1004-4,-11-2-1,-14-1 1,-12-64 4,-3 320-2,2 5-21,-1 0 0,-2 0 0,0 0 0,-1 0 0,-1 1-1,-1-1 1,0 1 0,-6-11 23,-58-88-2366,32 67-2275</inkml:trace>
  <inkml:trace contextRef="#ctx0" brushRef="#br3" timeOffset="-2.14748E6">33786 3660 29510,'0'0'888,"0"0"-671,-165 93-137,95-48-48,7 6-32,8-1-16,11-1-224,16-10-745,23-19-2415,5-14-8795,5-6 3537</inkml:trace>
  <inkml:trace contextRef="#ctx0" brushRef="#br3" timeOffset="-2.14748E6">34091 3699 25125,'0'0'3857,"0"0"-3345,0 0-264,83 131-120,-55-82-88,1-2-8,1-3-32,3-9-272,0-5-744,-4-8-2961,-10-9-6601,-12-9 8834</inkml:trace>
  <inkml:trace contextRef="#ctx0" brushRef="#br3" timeOffset="-2.14748E6">31984 218 27382,'0'0'997,"0"0"-374,0 0-23,0 0-2,0 0-75,0 0-195,28-9-86,28-6-110,0 2 0,0 3-1,1 3 1,13 1-132,595-69 551,-495 68-1937,-143 7-271,-15 0-2314</inkml:trace>
  <inkml:trace contextRef="#ctx0" brushRef="#br3" timeOffset="-2.14748E6">32716 182 23189,'-14'19'4181,"-131"191"-2161,24 35-1345,10 5-1,11 5 0,-56 233-674,147-459-9,-61 205-679,75-229-2245,8-24-941</inkml:trace>
  <inkml:trace contextRef="#ctx0" brushRef="#br3" timeOffset="-2.14748E6">33058 155 28470,'0'0'796,"-12"21"-449,-164 298 733,115-212-831,5-10-177,3 3-1,5 1 1,-4 25-72,41-75-358,17-50-69,4-6 371,-1-1 0,0 0 0,0 0 0,0-1 0,-1-1 0,0 1 0,-1-1 0,1 0 0,-1-1 0,-1 0 0,1-1 56,12-14-111,69-85-101,-30 33 277,4 2 1,2 4-1,4 2 0,27-18-65,-66 70 390,-28 21-253,-3 10-55,-2-1-1,0 1 1,-1-1-1,0 0 0,-1 0 1,0-1-1,-1 0 1,-1 0-1,0 0 1,-5 3-82,-11 23 100,13-19-59,-6 3-19,1 2-1,2 0 1,1 0 0,0 1-1,2 1 1,2 0-1,0 1 1,1-1-1,2 2 1,1-1-1,1 1 1,1 15-22,6-34 1,0 1 1,1-1-1,0-1 0,1 1 1,0-1-1,1 0 0,0 0 1,0 0-1,1-1 0,0 0 0,0 0 1,1-1-1,0 0 0,0 0 1,1-1-1,0 0 0,0 0 1,0-1-1,1 0 0,0-1 1,1 0-2,18 14-1,-11-7 0,108 82 2,-122-89-1,-1-1-1,0 1 1,1 0 0,-1 0 0,-1 1-1,1-1 1,-1 1 0,0-1-1,0 1 1,0 0 0,0-1 0,-1 1-1,0 0 1,0 0 0,0 0-1,-1 0 1,0 0 0,0 1 0,0-1-1,0 0 1,-1 0 0,0 0-1,0 0 1,0 0 0,-1-1 0,1 1-1,-1 0 1,0 0 0,-1 0 0,-11 12 1,0 1 1,-2-2-1,0 0 1,0-1-1,-2 0 0,1-2 1,-2 0-1,0-1 1,-1 0-1,0-2 1,-8 3-2,-4 2 86,-1-1 1,-1-1-1,0-2 1,-1-1-1,0-2 1,0-2 0,0-1-1,-1-1 1,0-2-1,-21-3-86,54 2 8,1 0-1,-1-1 1,1 0-1,0 0 1,-1 1 0,1-1-1,-1-1 1,1 1-1,0 0 1,-1-1-1,1 1 1,-1-1-1,1 1 1,0-1-1,0 0 1,-1 0 0,1 0-1,0-1 1,0 1-1,0 0 1,0-1-1,0 1 1,1-1-1,-1 0 1,0 1 0,1-1-1,-1 0 1,1 0-1,-1 0 1,1 0-1,0-1 1,0 1-1,0 0 1,0 0-1,1-1 1,-1 1 0,0 0-1,1-1 1,0 1-1,0 0 1,-1-1-1,1 1 1,1-1-1,-1 1 1,0-1-1,0 1 1,1 0 0,0-1-1,-1 1 1,1-1-8,88-83-34,442-260-2646,-406 263-898</inkml:trace>
  <inkml:trace contextRef="#ctx0" brushRef="#br3" timeOffset="-2.14748E6">33931 464 26910,'0'0'3753,"0"0"-3313,0 0-336,0 0 40,0 0 184,113 6 80,-47-6-216,2-4-120,-6-4-72,-12 4-32,-11 4-296,-10 0-360,-14 0-1097,-6 0-5752,-9 0-7707</inkml:trace>
  <inkml:trace contextRef="#ctx0" brushRef="#br3" timeOffset="-2.14748E6">34244 581 3489,'0'0'24789,"0"0"-23725,-114 104-424,61-45-151,1 7-73,1 3-128,3 6-192,9-2-96,8-1-8,24 0-520,7-21-1001,0-24-2440</inkml:trace>
  <inkml:trace contextRef="#ctx0" brushRef="#br3" timeOffset="-2.14748E6">34167 920 9802,'0'0'5616,"0"0"4333,0 0-7209,0 0-2506,0 0-148,0 0-7,16 23 68,47 76-29,-47-17-41,-18-69-72,1-6 21,-1 1 0,-1 0 0,0-1 0,0 0 0,0 1 0,-1-1 0,0 0 0,0-1 0,-1 1 0,1-1 0,-2 0 0,1 0 0,-1 0 1,0-1-1,0 0 0,0 0 0,0 0 0,-1-1 0,0 0 0,0-1 0,0 1 0,-1-1 0,1-1 0,-1 1 0,0-1 0,1 0 0,-1-1 0,0 0 0,0 0 0,0-1-26,5-3 36,1 1-1,-1-1 1,1 0-1,0 1 1,0-1-1,0-1 0,0 1 1,1 0-1,-1 0 1,1-1-1,0 1 1,0 0-1,0-1 1,0 1-1,0-1 1,1 0-1,0 1 0,0-1 1,0 1-1,0-1 1,0 0-1,1 1 1,-1-1-1,1 1 1,0-1-1,0 1 0,1 0 1,-1-1-1,1 1 1,-1 0-1,1-1-35,7-17 9,1 0 1,1 0-1,0 1 0,2 1 0,0 0 1,1 0-1,1 2 0,0 0 0,2 0 0,0 2 1,0 0-1,2 0 0,0 2 0,0 1 0,1 0 1,1 1-1,-1 1 0,2 2 0,0 0 1,0 1-1,0 1 0,10-1-9,125 4-9,-154 3 9,-1 1 1,0 0-1,1-1 1,-1 1-1,0 0 1,1 0 0,-1 0-1,0 1 1,0-1-1,0 0 1,0 1 0,0 0-1,0-1 1,0 1-1,-1 0 1,1 0-1,-1 0 1,1 0 0,-1 0-1,0 0 1,1 0-1,-1 0 1,0 1-1,-1-1 1,1 0 0,0 1-1,-1-1 1,1 1-1,-1-1 1,0 1-1,0-1 1,0 1 0,0-1-1,0 1 1,0-1-1,-1 0 1,1 1-1,-1-1 1,0 2-1,-45 85 122,5-46-47,-1-2 0,-3-2 0,-1-2 1,-1-2-1,-19 9-75,7-23-1179,58-23-579</inkml:trace>
  <inkml:trace contextRef="#ctx0" brushRef="#br3" timeOffset="-2.14748E6">34978 48 29662,'0'0'663,"0"0"-352,0 0-58,24 9 37,80 29-58,43 53-30,-142-87-200,-1-1-1,1 1 0,0 0 0,-1 0 1,0 1-1,0-1 0,0 1 0,0 0 1,-1 0-1,0 0 0,0 0 0,0 0 1,-1 1-1,0 0 0,0-1 0,0 1 1,-1 0-1,1 0 0,-1 0 0,-1 0 1,1 0-1,-1 0 0,0 0 0,-1 0 1,1 0-1,-1 0 0,0 0 0,-1-1 1,1 1-1,-1 0 0,-1 0 0,1-1 1,-3 6-2,-16 13-450,-1-1 0,-1 0-1,-1-2 1,-1 0 0,0-2 0,-2-1 0,0-1 0,-4 0 450,-1-1-3017</inkml:trace>
  <inkml:trace contextRef="#ctx0" brushRef="#br3" timeOffset="-2.14748E6">35127 220 9562,'0'0'14499,"0"0"-10379,-14 18-3125,-14 20-559,2 2 0,2 0 1,1 1-1,-16 43-436,30-67 26,2 1 0,0-1 0,1 2 1,1-1-1,1 1 0,0-1 0,2 1 0,0 0 0,1 0 0,0 0 0,2 1 0,0-1 0,2 0 0,0-1 0,1 1 0,0 0 0,2-1 0,0 0 1,1 0-1,1-1 0,1 0 0,9 15-26,2-14 28,0 0 0,1-1 0,1-1 1,1-1-1,0-1 0,1-1 0,0-1 0,1-2 0,0 0 1,4 0-29,136 67 99,-160-74-99,0-1 0,-1 1 0,1 0 0,-1 0 0,0 1 1,0-1-1,0 1 0,0 0 0,0 0 0,-1 0 0,0 1 0,0-1 0,0 1 0,-1-1 0,1 1 0,-1 0 0,0 0 0,0 0 0,-1 0 0,0 1 1,0-1-1,0 0 0,0 0 0,-1 1 0,0-1 0,0 1 0,0-1 0,-1 0 0,0 1 0,0-1 0,0 0 0,0 0 0,-1 0 0,0 0 0,0 0 0,-1 0 1,1 0-1,-1-1 0,0 1 0,0-1 0,-2 2 0,-31 29 1,-1-1 0,-1-2 0,-2-1 0,-1-3 1,-1-1-1,-2-2 0,-14 4-1,33-14-8,-1-1 0,0-2 0,-1 0 0,0-2 1,-1-1-1,0-2 0,-1 0 0,-3-1 8,29-6-9,0 0 0,0 0 0,0-1 0,0 1 1,0-1-1,0 1 0,0-1 0,1 0 0,-1 0 0,0 0 0,0-1 0,1 1 0,-1-1 0,0 1 0,1-1 0,0 0 1,-1 0-1,1 0 0,0 0 0,0 0 0,0-1 0,0 1 0,0 0 0,1-1 0,-1 0 0,1 1 0,0-1 0,-1 0 0,1 0 1,1 0-1,-1 0 0,0 0 0,1 0 0,-1 0 0,1 0 0,0 0 0,0 0 0,0 0 0,0 0 0,1 0 0,-1 0 1,1 0-1,0 0 0,0 1 0,1-4 9,2-12-7,1 0 0,1 0 1,1 0-1,0 1 0,2 0 1,0 0-1,0 1 0,2 0 1,0 1-1,1 0 0,0 1 1,1 0-1,0 1 0,1 1 1,1 0-1,0 1 0,1 0 1,0 1-1,0 1 0,1 0 1,0 2-1,12-4 7,217-61-299,-201 62-117,38-8-1603</inkml:trace>
  <inkml:trace contextRef="#ctx0" brushRef="#br3" timeOffset="-2.14748E6">36274 707 26766,'0'0'1784,"0"0"-1144,0 0 32,0 0-152,0 0-151,127 110-161,-61-94-112,50-6-96,-15-4-288,-14-6-1121</inkml:trace>
  <inkml:trace contextRef="#ctx0" brushRef="#br3" timeOffset="-2.14748E6">37299 486 10042,'0'0'19836,"0"0"-18915,-162 43-473,105-17-16,7 0-24,8 1-160,3 5-144,2 5-80,1 9-24,-3 25-224,8-10-592,9-16-1713</inkml:trace>
  <inkml:trace contextRef="#ctx0" brushRef="#br3" timeOffset="-2.14748E6">37065 1054 27742,'0'0'1312,"0"0"-488,-94 152-191,48-81-193,2-2-192,4-2-168,10-6-80,8-11-32,22-23-336,0-17-873,2-10-2231</inkml:trace>
  <inkml:trace contextRef="#ctx0" brushRef="#br3" timeOffset="-2.14748E6">37753 364 27766,'0'0'1690,"0"0"-1054,0 0-257,0 0 50,9 18-36,70 154 262,-68-151-612,-7-17-43,0 0 0,0 0 0,-1 1 1,0-1-1,0 1 0,0 0 0,0 0 0,-1 0 1,1 0-1,-1 0 0,-1 1 0,1-1 0,-1 1 0,0-1 1,0 1-1,-1-1 0,1 1 0,-1 0 0,0-1 1,-1 1-1,1-1 0,-1 1 0,-1-1 0,1 1 0,-1-1 1,1 1-1,-2-1 0,1 0 0,0 0 0,-1 0 1,0 0-1,0-1 0,-1 1 0,1-1 0,-1 0 0,-1 1 1,-39 22-72,-1-3 0,-2-1 0,0-2 1,-49 13 70,40-13-18,-96 41 8,153-62 10,-1 1 0,1-1 0,-1 0 0,1 0 0,0 1 0,-1-1 0,1 0 0,-1 1 0,1-1 0,-1 0 0,1 1 0,-1-1 0,1 1 0,-1-1 0,1 1 0,-1-1 0,0 1 0,1-1 0,-1 1 0,0-1 0,1 1 0,-1 0 0,0-1 0,0 1 0,0-1 0,0 1 0,1 0 0,-1-1 0,0 1 0,0 0 0,0-1 0,0 1 0,0 0 0,0-1 0,-1 1 0,1 0 0,0-1 0,0 1 0,0-1 0,-1 1 0,1 0 0,0-1 0,-1 1 0,1-1 0,0 1 0,-1-1 0,1 1 0,-1-1 0,1 1 0,-1-1 0,1 0 0,-1 1 0,1-1 1,-1 1-1,1-1 0,-1 0 0,1 0 0,-1 1 0,0-1 0,0 0 0,63 4 13,-58-4-10,193 0 21,-196 0-24,1-1 0,-1 1-1,1-1 1,0 1 0,-1 0-1,1 0 1,0 0 0,-1 0 0,1 0-1,0 0 1,-1 0 0,1 0-1,-1 1 1,1-1 0,0 1 0,-1-1-1,1 1 1,-1-1 0,1 1-1,-1 0 1,1 0 0,-1 0 0,0 0-1,1 0 1,-1 0 0,0 0 0,0 1-1,0-1 1,0 0 0,0 0-1,0 1 1,0-1 0,0 1 0,-1-1-1,1 1 1,-1-1 0,1 1-1,-1 0 1,1-1 0,-1 1 0,0-1-1,0 1 1,0 0 0,0-1-1,0 1 1,0 0 0,0-1 0,0 1-1,-1 0 1,1-1 0,-1 1-1,1 0 1,-5 6 1,0 0-1,-1-1 0,0 1 0,0-1 0,0 0 0,-1-1 0,0 0 1,0 0-1,0 0 0,-1-1 0,-4 3 0,-9 6 2,-136 113 0,156-127-3,0 1 1,0-1-1,1 1 1,-1 0-1,0-1 1,0 1 0,1 0-1,-1-1 1,1 1-1,-1 0 1,1 0-1,-1-1 1,1 1-1,-1 0 1,1 0-1,-1 0 1,1 0 0,0 0-1,0-1 1,-1 1-1,1 0 1,0 0-1,0 0 1,0 0-1,0 0 1,0 0-1,0 0 1,0 0 0,0 0-1,1 0 1,-1 0-1,0 0 1,1-1-1,-1 1 1,0 0-1,1 0 1,-1 0-1,1 0 1,-1-1-1,1 1 1,0 0 0,-1 0-1,1-1 1,0 1-1,-1-1 1,1 1-1,0 0 1,0-1-1,0 0 1,-1 1-1,1-1 1,0 1 0,0-1-1,0 0 1,0 1 0,59 3-38,-48-5 41,183 3-103,-193-1 99,-1 0 1,1 1 0,0-1-1,-1 1 1,1 0 0,-1-1-1,0 1 1,0 0-1,1 0 1,-1 0 0,0 0-1,-1 0 1,1 0 0,0 0-1,-1 0 1,1 0-1,-1 0 1,1 1 0,-1-1-1,0 0 1,0 0 0,0 0-1,0 1 1,0-1-1,-1 0 1,1 0 0,-1 0-1,1 0 1,-1 0 0,0 0-1,0 0 1,0 0-1,0 0 1,0 0 0,0 0-1,-1 0 1,1-1 0,-1 1-1,1 0 1,-1-1-1,1 1 1,-1-1 0,0 1 0,-199 237 362,199-238-351,1 0-1,-1 0 0,1 0 1,0 0-1,-1 1 0,1-1 0,0 0 1,0 1-1,-1-1 0,1 1 1,0-1-1,1 1 0,-1-1 0,0 1 1,0 0-1,1-1 0,-1 1 1,1 0-1,-1 0 0,1-1 0,0 1 1,0 0-1,-1 0 0,1 0 1,1-1-1,-1 1 0,0 0 0,0 0 1,1-1-1,-1 1 0,1 0 1,-1 0-1,1-1 0,0 1 0,0 0 1,-1-1-1,1 1 0,0-1 1,1 1-1,-1-1 0,0 0 0,0 1 1,1-1-1,-1 0 0,0 0 1,1 0-1,-1 0 0,1 0 0,0 0 1,-1 0-1,1-1 0,0 1-10,21-2-7,0-2-1,0 0 1,0-2-1,-1 0 0,1-2 1,-1 0-1,-1-2 1,0 0-1,19-12 8,-32 18-29,72-38-654,-11 2-747</inkml:trace>
  <inkml:trace contextRef="#ctx0" brushRef="#br3" timeOffset="-2.14748E6">36054 2439 28550,'0'0'1664,"0"0"-1447,0 0 111,156 18 136,-92 5-64,6 5-104,0 2-176,-2-3-80,-5 3-40,-8-3-192,-20 3-408,-17-8-1505,-18-7-13818</inkml:trace>
  <inkml:trace contextRef="#ctx0" brushRef="#br3" timeOffset="-2.14748E6">35305 2989 9842,'0'0'19860,"0"0"-19035,210 18-385,-2-18-8,42 0 112,5-18-8,-23-1-248,-44 3-288,-28 2 0,-39 2 0,-35 4 0,-34 0 0,-19 6-8,-2 0-560,-12 0-528,-19-11-1169,-2 1-12026,-24-2 7874</inkml:trace>
  <inkml:trace contextRef="#ctx0" brushRef="#br3" timeOffset="-2.14748E6">36699 2830 29230,'-31'114'864,"-2"34"-367,-4 20 31,9-7 16,3-13-184,1-16-184,7-23-136,1-24-40,3-32-48,5-15-248,1-7-192,0-9-384,-12-22-873,3-10-5528,-1-22-321</inkml:trace>
  <inkml:trace contextRef="#ctx0" brushRef="#br3" timeOffset="-2.14748E6">36039 3050 28678,'0'0'1542,"0"0"-1071,-5 18-249,-80 190 602,14-96-740,-37 81-26,107-191-59,-1 0-6,1-1 1,0 0-1,0 1 0,0-1 0,0 1 0,0-1 0,1 1 1,-1 0-1,0-1 0,1 1 0,-1 0 0,1-1 0,-1 1 1,1 0-1,0 0 0,0-1 0,0 1 0,0 0 0,0 0 1,0-1-1,0 1 0,1 0 0,-1 0 0,0-1 0,1 1 1,0 0-1,-1-1 0,1 1 0,0 0 0,0-1 0,0 0 1,0 1-1,0-1 0,0 1 0,0-1 0,1 0 0,-1 0 1,0 0-1,1 1 0,-1-2 0,1 1 0,-1 0 0,1 0 1,0 0-1,-1-1 7,137-16-532,229-130-846,-273 103 957,89-40-665,62-28-2785,-81 41 6386,-110 51-3131,-148 49-14024,78-73 13067,-14-8 2809,28 48-603,-1 0 1,1 1 0,-1-1 0,0 1 0,0-1 0,0 1 0,0 0-1,0 0 1,-1 0 0,1 1 0,-1-1 0,1 1 0,-1 0 0,0 0-1,1 0 1,-1 0 0,0 1 0,1-1 0,-1 1 0,0 0 0,0 0-1,0 0 1,0 1-634,-36 19 2819,30-8-2664,1 0 0,0 1 1,1-1-1,0 2 0,1-1 0,1 1 0,0 0 0,1 0 1,0 1-1,1 0 0,1 0 0,0 0 0,1 0 0,1 0 1,0 0-1,1 1 0,1-1 0,0 0 0,1 0 0,1 2-155,1 0-18,1-1-1,0 0 1,2 0-1,-1-1 1,2 1-1,0-1 1,1-1-1,1 0 1,0 0-1,0-1 1,2 0-1,-1-1 0,2 0 1,0-1-1,0 0 1,1-1-1,0-1 1,0 0-1,1-1 1,1-1-1,-1 0 1,1-1-1,0 0 1,1-2-1,-1 0 0,1 0 1,0-2-1,0 0 1,0-1-1,6-1 19,-19 0 154,75-5-3720,-76 4 3059,0 1 0,0-1-1,-1 0 1,1 0 0,0 0 0,-1 0-1,1-1 1,0 1 0,-1-1 0,0 1-1,1-1 1,-1 0 0,0 0 0,0 0-1,0 0 1,0 0 0,0-1 0,-1 1 0,1-1-1,-1 1 1,1-1 0,-1 1 0,0-1-1,1-2 508,-2 2-21,0 0-1,-1 1 1,1-1-1,-1 1 1,1-1-1,-1 1 1,0-1-1,0 1 0,0-1 1,0 1-1,0 0 1,-1 0-1,1-1 1,-1 1-1,1 0 1,-1 0-1,0 0 1,0 1-1,0-1 0,0 0 1,0 1-1,0-1 1,0 1-1,-1 0 1,1 0-1,0 0 1,-1 0-1,1 0 1,-1 0-1,1 0 0,-1 1 1,0 0-1,1-1 1,-1 1-1,1 0 1,-1 0-1,0 0 1,1 1-1,-3-1 22,-46-5 1912,-1 3 1,1 1-1,-1 3 0,1 2 0,-15 4-1912,-256 60 2148,124-13-1463,3 9-1,3 7 1,3 9-1,4 9 0,-21 21-684,152-77-330,54-32-3090,1-1-9817</inkml:trace>
  <inkml:trace contextRef="#ctx0" brushRef="#br3" timeOffset="-2.14748E6">37032 3680 29182,'0'0'768,"0"0"-520,0 0-168,48 136-32,-17-107-48,-5-9-56,1-18-1568</inkml:trace>
  <inkml:trace contextRef="#ctx0" brushRef="#br3" timeOffset="-2.14748E6">37534 3121 9362,'0'0'17996,"0"0"-13999,0 0-3797,0 0-128,5 19-30,21 128-16,-28-119 12,-1 1 0,-1-1 0,-1 0-1,-1 0 1,-2 0 0,-3 7-38,-22 50-3380,9-28-4963,-1-4-7266,7-22 13854,-4-4 3495,-56 33 13654,47-39-9866,-29 20-2010,26-19-2889,1 2 1,1 1-1,1 1 0,-26 29-629,54-52 8,0 0 0,0-1-1,0 1 1,0 0 0,1 0 0,-1 1-1,1-1 1,0 1 0,0-1 0,0 1 0,0 0-1,1-1 1,-1 1 0,1 0 0,0 0-1,0 0 1,0 0 0,1 0 0,0 0-1,-1 0 1,1 0 0,1 1 0,-1-1-1,1 0 1,-1 0 0,1 0 0,0 0 0,1 0-1,-1-1 1,1 1 0,-1 0 0,1-1-1,0 1 1,1 0-8,7 0 9,-1-2-1,1 1 1,0-1 0,0 0-1,0-1 1,0-1 0,0 1-1,0-1 1,0-1 0,0 0-1,0-1 1,0 1 0,0-2 0,-1 0-1,1 0 1,-1 0 0,1-1-1,7-5-8,9-7-89,-1-2 0,0 0 0,-1-1-1,-2-2 1,0 0 0,-1-1 0,-1-2 0,-1 0 0,-1-1-1,-1 0 1,5-14 89,137-312-3057,-145 315 2482,98-259-10639,-73 191 6387</inkml:trace>
  <inkml:trace contextRef="#ctx0" brushRef="#br3" timeOffset="-2.14748E6">38034 2875 21133,'0'0'4227,"0"0"-1150,0 0-1880,0 0-446,0 0-179,14 22-185,48 71-106,-54-83-246,-1 2 0,0-1-1,-1 1 1,-1 0-1,0 0 1,0 0-1,-1 1 1,-1 0-1,0 0 1,-1 0 0,0 0-1,-1 0 1,0 0-1,-1 0 1,-1 0-1,0 1 1,-1-1-1,0 0 1,-1 0-1,0-1 1,-1 1 0,-1-1-1,0 1 1,-1-2-1,0 1 1,0 0-1,-2-1 1,1 0-1,-1-1 1,-1 0 0,0 0-1,0-1 1,-3 2-35,-257 300 1,255-288-2,29-30-41,11-10-9,-19 11 42,1 1 0,-1-1 1,1 2-1,0-1 0,0 1 0,1 1 0,-1-1 0,1 1 0,-1 1 1,1 0-1,0 0 0,5 0 9,-12 3-1,0 1 0,0-1 1,-1 1-1,1 0 0,0-1 0,-1 1 1,0 0-1,1 0 0,-1 0 0,0 0 0,0 0 1,0 0-1,0 0 0,0 0 0,-1 0 1,1 1-1,-1-1 0,1 0 0,-1 1 1,0-1-1,0 0 0,0 0 0,0 1 0,0-1 1,0 0-1,-1 1 0,1-1 0,-1 0 1,0 0-1,1 0 0,-2 2 1,1-1 0,-3 19 0,-2-1 0,0 0 0,-1 0 0,-1-1 0,-2 1 0,1-2 0,-2 0 0,-10 13 0,-5 12 3,-157 286 89,155-243 30,29-86-122,0 1-1,-1-1 0,1 0 1,0 1-1,0-1 1,0 0-1,0 0 0,0 0 1,0 0-1,0 0 0,0 0 1,1 0-1,-1 0 0,0 0 1,1 0-1,-1-1 1,0 1-1,1-1 0,-1 1 1,1-1-1,-1 1 0,1-1 1,-1 0-1,1 0 0,-1 0 1,1 0-1,-1 0 1,1 0-1,-1 0 0,1 0 1,-1-1-1,1 1 0,-1 0 1,1-1-1,-1 1 0,1-1 1,-1 0-1,0 1 1,1-1-1,-1 0 0,0 0 1,0 0-1,1 0 0,0-1 1,170-113-1317,-31 8-6,-141 106 1366,1 0 1,-1 0-1,1 0 1,-1 0 0,1 1-1,-1-1 1,1 0-1,0 0 1,0 0-1,-1 0 1,1 1 0,0-1-1,0 0 1,0 1-1,-1-1 1,1 1 0,0-1-1,0 1 1,0-1-1,0 1 1,0 0-1,0-1 1,0 1 0,0 0-1,0 0 1,0 0-1,1 0 1,-1 0-1,0 0 1,0 0 0,0 0-1,0 0 1,0 0-1,0 1 1,0-1-1,0 0 1,0 1 0,0-1-1,0 1 1,0-1-1,0 1 1,-1-1-1,1 1 1,0 0 0,0-1-1,0 1 1,-1 0-1,1 0 1,0-1-1,-1 1 1,1 0 0,-1 0-1,1 0 1,-1 0-1,1 1-43,-21 159 147,16-147-807</inkml:trace>
  <inkml:trace contextRef="#ctx0" brushRef="#br3" timeOffset="-2.14748E6">32791 4678 27006,'0'0'957,"0"0"181,0 0-598,34 9-269,136 26 126,45-26 9,719-73 71,-329 13-317,169 21-69,1 33 1,404 68-92,-872-30-16,-224-15-282,-53-6-3209,-12-2-10668</inkml:trace>
  <inkml:trace contextRef="#ctx0" brushRef="#br3" timeOffset="-2.14748E6">35149 5577 30110,'0'0'737,"0"0"-721,0 0-16,0 0 0,0 0 104,0 0-48,0 0-56,13 83-152,9-57-441,-2-4-1335</inkml:trace>
  <inkml:trace contextRef="#ctx0" brushRef="#br3" timeOffset="-2.14748E6">35105 6236 27430,'0'0'1120,"0"0"-624,0 0 120,0 0-232,-15 115-256,28-96-88,11-1-40,7-4-64,6-8-24,1-6 8,3 0-56,-1-18 88,-3-4-72,-2-3 80,-7-3 40,12-25-56,-9 6-560,-5-3-1832</inkml:trace>
  <inkml:trace contextRef="#ctx0" brushRef="#br3" timeOffset="-2.14748E6">36035 5063 25958,'0'0'2808,"0"0"-2168,0 0-240,0 0 120,0 0-71,0 0-281,-40 112-168,40-86-40,31-3-224,4-5-369,2-12-1679</inkml:trace>
  <inkml:trace contextRef="#ctx0" brushRef="#br3" timeOffset="-2.14748E6">36631 5100 28462,'0'0'1236,"0"0"-813,-23 10-175,-249 124 348,100-37-992,-129 101 396,283-185-17,8-7 12,1 0-1,0 0 1,0 1-1,0 1 1,1 0-1,0 0 1,1 0-1,0 1 1,0 0-1,1 0 1,0 1 0,0 1 5,7-9-11,0 0 1,1 0-1,0 0 1,-1 0-1,1 0 1,0 0 0,0-1-1,0 1 1,0-1-1,0 1 1,0-1 0,0 0-1,1 0 1,-1 0-1,0 0 1,1 0 0,-1 0-1,1-1 1,-1 1-1,1-1 1,-1 0 0,1 1-1,0-1 1,-1 0-1,1-1 1,-1 1 0,1 0-1,-1-1 1,1 1-1,-1-1 1,1 0 0,-1 0-1,0 0 1,1 0 10,2 0-5,43-8-58,0-2 1,0-2 0,-2-2 0,0-3-1,-1-1 1,21-13 62,-11 7-42,29-14 114,-269 160 1527,117-77-1558,2 2 0,2 4 1,2 2-1,-38 44-41,59-31-519,47-55-69,79-42-2188,-30-2-1892</inkml:trace>
  <inkml:trace contextRef="#ctx0" brushRef="#br3" timeOffset="-2.14748E6">36254 5743 16011,'0'0'12227,"0"0"-11219,0 0-464,127 0-8,-96 20-63,-3 2-289,3-1-64,4 3-120,4-2-24,16 3-272,-11-5-577,-9-4-1311</inkml:trace>
  <inkml:trace contextRef="#ctx0" brushRef="#br3" timeOffset="-2.14748E6">36212 5901 28894,'0'0'932,"-17"21"-281,-112 154 369,116-152-946,0 0 0,1 1 0,2 0 0,0 1 0,2 0 0,1 1 0,0-1-1,2 1 1,1 1 0,0 20-74,4-46-1,0 0 0,-1 0-1,1 0 1,0 0 0,0 0 0,-1 0-1,1 0 1,0 0 0,0 0-1,0 0 1,0 0 0,0 0 0,1 0-1,-1 0 1,0 0 0,0 0 0,1 0-1,-1 0 1,1 0 0,-1 0-1,1 0 1,-1 0 0,1 0 0,0 0-1,-1 0 1,1 0 0,0-1 0,0 1-1,-1 0 1,1-1 0,0 1-1,0 0 1,0-1 0,0 1 0,0-1-1,0 1 1,0-1 0,0 0-1,0 1 1,0-1 0,0 0 0,0 0-1,0 0 1,0 0 0,0 0 0,0 0-1,0 0 1,1 0 0,-1 0-1,0 0 1,0-1 0,0 1 0,0 0-1,0-1 1,0 1 0,0-1 0,0 1-1,-1-1 1,2 0 1,51-44-205,3-31-80,-39 49 173,2 1 0,0 1 0,2 0 0,1 2 0,1 0 0,0 1 0,23-14 112,-44 34 8,1-1 0,-1 1 0,1 0 1,0 0-1,-1 0 0,1 0 0,0 1 0,0-1 1,0 1-1,1-1 0,-1 1 0,0 0 1,0 1-1,1-1 0,-1 1 0,0-1 1,1 1-1,-1 0 0,1 0 0,-1 0 0,0 1 1,1-1-1,-1 1 0,0 0 0,1 0 1,-1 0-1,0 0 0,0 0 0,0 1 1,0-1-1,0 1 0,0 0 0,0 0 0,-1 0 1,1 0-1,-1 1 0,1-1 0,-1 1 1,0-1-1,0 1 0,0 1-8,29 136 199,-27-138-241,0 0 0,0 0 0,1-1 0,-1 1 0,1-1 0,-1 0 0,1 0 0,0 0 0,-1-1 0,1 0 0,0 0 0,-1 0 0,1 0 0,0-1 0,-1 0 0,1 0 0,0 0 0,-1 0 0,1-1 0,-1 1 0,0-1 0,0-1 0,0 1 0,0 0 0,0-1 0,0 0 0,0 0 0,-1 0 0,1 0 0,-1-1 0,0 1 42,39-35-686,-16 16 743,-51 58 263,12-19-259,-3 0 1,2 1 0,0 0-1,1 1 1,0 1 0,2 0 0,0 1 0,2 0 0,0 0-1,1 1 1,2 0 0,-5 20-62,12-41 2,0 0 0,-1 0-1,1 0 1,0 0-1,0 0 1,0 0 0,-1 0-1,1 0 1,0 0 0,0 0-1,0 0 1,1-1 0,-1 1-1,0 0 1,0-1 0,0 1-1,0-1 1,1 1 0,-1-1-1,0 0 1,1 1 0,-1-1-1,0 0 1,0 0 0,1 0-1,-1 0 1,0 0 0,1 0-1,-1 0 1,0-1 0,1 1-1,-1 0 1,0-1 0,0 1-1,0-1 1,1 1 0,-1-1-1,0 0 1,0 1 0,0-1-1,0 0 1,0 0 0,0 0-1,0 0 1,1-1-2,113-101-238,-48 33-524,-5-3-892</inkml:trace>
  <inkml:trace contextRef="#ctx0" brushRef="#br3" timeOffset="-2.14748E6">37199 5700 28558,'0'0'856,"0"0"-348,0 0 135,-7 20-116,-40 166-130,46-183-397,0 0 0,0 0 0,0 1 0,0-1-1,1 0 1,-1 0 0,1 0 0,0 1-1,0-1 1,0 0 0,0 0 0,1 1 0,-1-1-1,1 0 1,0 0 0,0 0 0,0 0-1,0 0 1,1 0 0,-1 0 0,1 0-1,0-1 1,0 1 0,0 0 0,0-1 0,0 1-1,0-1 1,1 0 0,-1 0 0,1 0-1,-1 0 1,1 0 0,0-1 0,0 1 0,0-1-1,0 0 1,0 0 0,0 0 0,0 0-1,0 0 1,1-1 0,0 1 0,25-3-108,-1 0 0,0-2-1,0-1 1,0-2 0,-1 0 0,0-2 0,0-1-1,-1-1 1,0-1 0,-1-2 0,0 0-1,-1-2 1,-1 0 0,14-15 108,102-74 235,-187 168 852,-147 236-1518,177-277-1116,15-21-428</inkml:trace>
  <inkml:trace contextRef="#ctx0" brushRef="#br3" timeOffset="-2.14748E6">37492 5635 28926,'-11'36'858,"-95"420"543,56-121-1195,27-277-698,23-57 461,-1 0 1,1 0 0,0 0 0,-1-1 0,1 1 0,0 0 0,-1 0 0,0 0 0,1-1 0,-1 1 0,1 0-1,-1-1 1,0 1 0,1 0 0,-1-1 0,0 1 0,0-1 0,1 1 0,-1-1 0,0 0 0,0 1 0,0-1-1,0 0 1,0 1 0,0-1 0,1 0 0,-1 0 0,0 0 0,0 0 0,0 0 0,0 0 0,0 0 0,0 0-1,0 0 1,0 0 0,0-1 0,0 1 0,1 0 0,-1-1 0,0 1 0,0 0 0,0-1 0,0 1-1,1-1 1,-1 1 0,0-1 0,0 0 0,1 1 0,-1-1 0,1 0 0,-1 1 0,1-1 0,-1 0 0,1 0-1,-1 0 1,1 1 0,-1-1 0,1 0 0,0 0 0,0 0 0,-1 0 0,1-1 30,-79-235-4198,80 238 4268,-1 0 1,1 0 0,-1 0-1,0-1 1,1 1-1,-1 0 1,0 0 0,0 0-1,0 0 1,0 0-1,0 0 1,0-1 0,0 1-1,0 0 1,0 0 0,0 0-1,0 0 1,0 0-1,-1 0 1,1-1 0,0 1-1,-1 0 1,1 0 0,-1 0-1,1-1 1,-1 1-1,1 0 1,-1 0 0,1-1-1,-1 1 1,0-1 0,1 1-1,-1 0 1,0-1-1,0 1 1,1-1 0,-1 0-1,0 1 1,0-1-1,0 0 1,1 1 0,-1-1-1,0 0 1,0 0 0,0 0-1,0 0 1,0 0-1,0 0 1,0 0 0,1 0-1,-1 0 1,0 0 0,0 0-1,0 0 1,0-1-1,0 1 1,1 0 0,-1-1-1,0 1 1,0-1 0,0 1-1,1-1 1,-1 1-1,0-1 1,1 1 0,-1-1-71,0 8 74,0 0 1,0 0 0,1 0-1,0 0 1,0 0-1,1 0 1,0 0 0,0 0-1,0 0 1,1 0 0,0 0-1,1-1 1,0 1-1,0-1 1,0 1 0,0-1-1,1 0 1,0-1 0,0 1-1,1 0 1,0-1-1,0 0 1,0-1 0,0 1-1,5 2-74,12 5 94,1 0-1,0-2 1,1 0-1,0-2 1,1-1-1,-1-1 1,1-1-1,1-1 1,-1-1-1,1-1 0,-1-1 1,24-3-94,-32 2-17,0-1-1,0 0 1,0-1 0,-1-1 0,1-1-1,-1 0 1,0-1 0,0-1 0,0 0-1,-1-1 1,0-1 0,0-1-1,4-3 18,57-60-2546,-45 29-3169</inkml:trace>
  <inkml:trace contextRef="#ctx0" brushRef="#br3" timeOffset="-2.14748E6">35246 5536 29510,'291'79'488,"40"20"-208,-39-3 1,-25 1 119,-15-4-16,-17-5-80,-23-15 8,-45-17-112,-51-23-144,-44-15-40,-26-6-16,-8-2-112,-10-6-256,-17-12-328,-11-20-801,0-9-3616</inkml:trace>
  <inkml:trace contextRef="#ctx0" brushRef="#br3" timeOffset="-2.14748E6">37773 5345 30663,'0'0'664,"-186"92"-392,-31 35-168,-66 38-64,-46 33-16,-22 13-24,351-211 0,-719 436-200,434-269-1161,44-31-2783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27:25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24141,'0'0'5527,"0"0"-4015,0 0-1136,0 0-27,0 0 58,3-2 33,104 101-425,63 93-15,-8 7 0,83 142 0,-58-80 0,-107-150 0,-105-167-427,19-99-2343,6 75-602</inkml:trace>
  <inkml:trace contextRef="#ctx0" brushRef="#br0" timeOffset="265.522">1213 78 29774,'0'0'1593,"0"0"-1097,0 0 56,0 0-200,-123 85-352,1 10 0,-47 43 0,-15 27 0,11 5 0,41-14 0,36-34 0,34-41-272,18-30-4377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28:52.03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102 1 29366,'0'0'872,"-11"169"-415,-9-7-73,-6 35 16,4 12 0,6-5-152,10-19-168,6-11-80,0-40-136,6-45-360,23-44-376,-5-31-945,-4-14-3712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1:33.3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550 608 8498,'0'0'17256,"0"0"-13365,-15 28-3588,11-20-287,-8 13 37,0 1 1,2 0-1,0 1 0,2 0 1,1 1-1,0 0 0,2 0 1,1 0-1,-2 24-53,4 347 440,3-375-409,0-1-1,1 0 1,1 0 0,1 0 0,1 0 0,0-1-1,1 1 1,1-1 0,1-1 0,1 1-1,0-1 1,1-1 0,5 6-31,-13-19 10,0-1 0,0 1 0,0-1 0,0 0 0,0 0 0,1 0 0,-1 0 0,1 0 0,-1-1 0,1 1 0,-1-1 0,1 1 0,0-1 0,0 0 0,0 0 0,0 0 0,0-1 0,0 1 0,0-1 0,0 1 0,0-1 0,0 0 0,0 0 0,0-1 0,0 1 0,0-1 0,0 1 0,0-1 0,0 0 0,0 0 0,0 0 0,-1 0 0,1-1 0,0 1 0,-1-1-10,80-80 287,-33 6-261,-3-3-1,-4-1 0,-4-2 0,-3-2 0,17-68-25,-35 105 3,-3-2 0,-1 0 1,-3 0-1,-2-1 0,-2 0 1,-3 0-1,-1-1 0,-3 1 0,-2-1 1,-2 1-1,-2 0 0,-3 1 1,-3-9-4,9 45 6,-1 0 1,1 0 0,-2 0 0,0 1-1,0-1 1,-1 1 0,-1 1 0,0 0 0,0 0-1,-1 0 1,-1 1 0,0 1 0,0-1-1,-1 2 1,0-1 0,0 2 0,-1-1-1,0 2 1,0-1 0,-1 2 0,0-1 0,0 2-1,0 0 1,0 0 0,-11 0-7,10 3 0,-1 0 0,1 1-1,-1 1 1,1 1 0,-1 0 0,1 0 0,0 2-1,0 0 1,0 0 0,0 1 0,1 1 0,0 0-1,0 1 1,0 0 0,1 1 0,0 1 0,1 0 0,-6 5 0,-17 19-2,1 2 1,2 0-1,1 2 1,2 2-1,-2 5 2,-9 13 1,2 2 1,2 1-1,4 2 0,2 0 0,2 3 0,4 0 1,3 1-1,2 1 0,3 1 0,-2 45-1,12-82 4,2 0 0,1 1 0,2-1-1,1 0 1,1 1 0,2-1 0,1 0 0,1 0 0,2 0-1,1-1 1,2-1 0,0 1 0,2-2 0,4 5-4,-7-22 12,0-1 1,1-1 0,1 0 0,-1 0 0,1-1 0,0-1 0,1 0 0,0 0 0,0-2 0,1 1 0,-1-2 0,1 0 0,0 0-1,0-1 1,1-1 0,-1-1 0,0 0 0,1 0 0,-1-2 0,1 0 0,-1 0 0,0-1 0,1-1 0,-1-1 0,-1 0-1,1 0 1,0-2 0,-1 1 0,0-2 0,-1 0 0,1 0 0,1-3-13,263-204-266,-167 113-2214,-105 96 2269,54-50-5530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1:34.9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1 241 25261,'0'0'3937,"0"0"-3361,0 0-320,0 0 353,0 0-97,127 16-120,-53-28-80,10-17-112,10-7-96,2-1-48,5-1-56,37-5-136,-24 9-560,-15 7-1705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1:35.22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5 487 30655,'0'0'776,"0"0"-488,0 0-168,0 0 216,175-55-48,-81 22-184,12-3-104,36-11-128,-41 15-600,-11-1-1441</inkml:trace>
  <inkml:trace contextRef="#ctx0" brushRef="#br0" timeOffset="250.535">382 142 28814,'0'0'1136,"0"0"-535,-90 211-25,48-37-112,3 27-40,2 14-168,6-4-136,5-21-80,2-11-16,-1-17-24,1-42-56,7-37-200,1-36-80,8-19 56,6-26-88,2-2-360,0-8-1081</inkml:trace>
  <inkml:trace contextRef="#ctx0" brushRef="#br0" timeOffset="415.815">485 594 28270,'0'0'1568,"0"0"-927,0 0-33,134 195-112,-101-57-64,-14 20-136,-19 0-144,0-6-56,-26-20-56,0-29-40,-1-30-64,8-32-360,1-23-152,-15-18-112,5 0-481,-5-18-1839</inkml:trace>
  <inkml:trace contextRef="#ctx0" brushRef="#br0" timeOffset="832.445">246 1227 25597,'0'0'1816,"9"-17"-496,-3 5-1093,-3 4-121,0 0-1,1 0 1,1 1 0,-1-1-1,1 1 1,0 0-1,1 0 1,0 1 0,0 0-1,0 0 1,0 0-1,1 1 1,0 0 0,4-2-106,-1 2 69,0 0 1,0 1 0,1 1 0,-1 0 0,1 0 0,0 1-1,0 0 1,-1 1 0,1 0 0,0 1 0,10 1-70,-19-1 1,0 0 0,0 1 0,0 0 0,0-1 0,0 1 0,0 0 0,0 0 0,-1 0 0,1 0 0,0 0 0,-1 0 0,1 0 0,-1 1 0,1-1 0,-1 1 0,1-1 0,-1 1-1,0-1 1,0 1 0,0 0 0,0-1 0,0 1 0,0 0 0,-1 0 0,1 0 0,0 0 0,-1 0 0,0 0 0,1 0 0,-1 0 0,0 0 0,0 0 0,0 0 0,0 0 0,0 0 0,-1 0 0,0 1-1,-22 78 16,-5-38-7,-2-2 0,-1 0 0,-3-2 0,-1-2 0,-1-1 0,-32 23-9,58-40 13,40-26-12,55-31-25,92-23-46,-175 61 66,-1-1-1,1 1 1,-1 0 0,1 0-1,0 0 1,-1 0-1,1 0 1,-1 0-1,1 0 1,-1 0 0,1 0-1,-1 1 1,1-1-1,-1 1 1,0-1-1,1 1 1,-1 0 0,1 0-1,-1-1 1,0 1-1,0 0 1,1 0-1,-1 0 1,0 0-1,0 0 1,0 1 0,0-1-1,0 0 1,-1 0-1,1 1 1,0-1-1,0 0 1,-1 1 0,1-1-1,-1 1 1,1-1-1,-1 1 1,0-1-1,0 1 1,1-1-1,-1 1 1,0-1 0,-1 2 4,-15 71-202,-5-28-19,-3 0 1,-2-2-1,-1-1 0,-14 14 221,3-2-84,-125 190 276,138-187 598,27-57-760,-1 0 0,1 1 0,0-1 0,0 0 0,-1 0 0,1 0 0,0 0 0,0-1 0,0 1 0,0-1 0,0 1 0,0-1 0,1 0 0,-1 1 0,0-1 0,0 0 0,0 0 0,0-1 0,0 1 0,0 0 0,0-1 0,0 1 0,0-1 0,0 0 0,0 1 0,0-1 0,0 0 0,0 0 0,0 0 0,0-1-30,215-123 395,352-180-8558,-446 242 1835</inkml:trace>
  <inkml:trace contextRef="#ctx0" brushRef="#br0" timeOffset="1299.066">1677 2 29510,'0'0'1265,"0"0"-1009,0 0-48,0 0 264,0 0-72,130-2-224,-78 2-120,-1 0-56,-5 14-8,-7 27-360,-13-1-424,-17-1-1553</inkml:trace>
  <inkml:trace contextRef="#ctx0" brushRef="#br0" timeOffset="1565.769">1414 663 4625,'0'0'25309,"0"0"-24372,0 0-561,0 0 152,176-105-64,-100 60-248,3 2-136,-4 7-80,-12 15-144,-12 21-384,-18 1-832,-22 21-1449</inkml:trace>
  <inkml:trace contextRef="#ctx0" brushRef="#br0" timeOffset="1815.141">1136 1190 29038,'0'0'896,"0"0"-319,0 0 47,169-34-200,-79-7-192,10-12-160,6-9-48,-6-5-24,-8 0-216,-8 0-384,-5-18-625,-25 20-719,-21 10-5090</inkml:trace>
  <inkml:trace contextRef="#ctx0" brushRef="#br0" timeOffset="2012.381">1910 355 22829,'0'0'4865,"0"0"-4153,0 0 88,-160 205-88,68-51-151,-14 24-249,-1 3-136,8-11-96,23-22-40,23-30-40,20-31-104,16-32-312,14-33-889,3-10-1463,0-12-8763</inkml:trace>
  <inkml:trace contextRef="#ctx0" brushRef="#br0" timeOffset="2265.67">1458 1269 26966,'0'0'1309,"0"27"-260,-13 186 260,-20 121-1159,33-335-173,1 0 0,-1 0 1,0 0-1,1 1 0,-1-1 1,0 0-1,1 0 0,-1 0 1,1 1-1,0-1 0,-1 0 1,1 0-1,-1 1 0,1-1 1,0 1-1,0-1 1,-1 1-1,1-1 0,0 1 1,0-1-1,0 1 0,0-1 1,-1 1-1,1 0 0,0 0 1,0-1-1,0 1 0,0 0 1,0 0-1,0 0 0,0 0 1,0 0-1,0 0 0,0 0 1,0 1-1,-1-1 0,1 0 1,0 0-1,0 1 1,0-1-1,0 0 0,0 1 1,-1-1-1,1 1 0,0-1 1,0 1-1,-1 0 0,1-1 1,0 1-1,-1 0 0,1-1 1,0 1-1,-1 0 0,1 0 1,-1 0-1,0-1 0,1 1 1,-1 0-1,0 0 0,1 0 1,-1 0-1,0 0 1,0 0-1,0 0 0,0-1 1,1 1-1,-2 1 23,84-157-2607,-61 104 2172,-8 18 282,34-75-76,4 2 0,49-74 229,-93 166 173,0 0 1,1 1-1,1 0 0,0 0 0,0 1 0,2 1 0,-1 0 1,1 0-1,1 1 0,0 0 0,0 1 0,1 1 1,0 0-1,1 1 0,11-4-173,-21 10 57,0 1 1,-1-1-1,1 1 0,-1 0 1,1 1-1,0-1 1,-1 1-1,1 0 0,-1 0 1,0 0-1,1 0 0,-1 1 1,0 0-1,0 0 0,0 0 1,0 1-1,0-1 1,0 1-1,0 0 0,-1 0 1,0 0-1,1 0 0,-1 1 1,-1-1-1,1 1 0,0 0 1,-1 0-1,2 4-57,41 127 497,-40-111-505,-1 0 1,0 0-1,-2 0 0,-1 0 1,-1 0-1,-1 1 0,-2-1 1,0 0-1,-1 0 0,-1 0 0,-2-1 1,0 0-1,-1 0 0,-2 0 1,0-1-1,-1-1 0,-1 0 1,-1 0-1,-1-1 0,-1-1 0,-1 0 1,-11 10 7,24-27-44,1 0 1,0 0-1,-1 0 1,1 0-1,-1 0 1,0 0-1,1-1 1,-1 1-1,0-1 1,0 0-1,0 0 1,0 0-1,0 0 1,0-1-1,-1 1 1,1-1-1,0 0 1,0 0-1,0 0 1,0 0 0,-1 0-1,1-1 1,0 1-1,0-1 1,0 0-1,0 0 1,0 0-1,0 0 1,0-1-1,1 1 1,-1-1-1,0 0 1,1 0-1,-1 0 1,1 0-1,0 0 1,-1 0-1,1-1 1,0 1-1,0-1 1,0 0 43,-24-47-2493,9-8-4931</inkml:trace>
  <inkml:trace contextRef="#ctx0" brushRef="#br0" timeOffset="2483.785">1910 1154 25653,'0'0'1457,"0"0"-1105,0 0-184,0 0-64,0 0-48,0 0-56,98 119-280,-117-48-896,-12-12-929,-2-8-12642</inkml:trace>
  <inkml:trace contextRef="#ctx0" brushRef="#br0" timeOffset="2484.785">1820 1527 21221,'0'0'4448,"0"0"-2791,0 0-809,0 0-624,0 0-152,0 0 24,0 0 96,98-89 104,-60 83 0,1 4-160,1 2-120,10 0-16,-11 4-488,-8 2-2817</inkml:trace>
  <inkml:trace contextRef="#ctx0" brushRef="#br0" timeOffset="3049.027">2565 1975 30895,'0'0'1113,"0"0"-601,6-27-301,73-226-175,413-775-36,-386 794 0,-106 233 0,1 0 0,-1 0 0,1 0 0,0 0 0,-1 0 0,1 0 0,0 0 0,0 0 0,0 0 0,0 0 0,0 0 0,0 0 0,0 1 0,0-1 0,0 0 0,0 1 0,0-1 0,0 1 0,0-1 0,1 1 0,-1 0 0,0 0 0,0-1 0,1 1 0,-1 0 0,0 0 0,0 0 0,1 0 0,-1 0 0,0 0 0,0 1 0,1-1 0,-1 0 0,0 1 0,0-1 0,0 0 0,0 1 0,1 0 0,-1-1 0,0 1 0,0 0 0,0-1 0,0 1 0,0 0 0,-1 0 0,1 0 0,0 0 0,0 0 0,0 0 0,-1 0 0,1 0 0,-1 0 0,1 0 0,-1 0 0,1 1 0,-1-1 0,1 0 0,-1 0 0,0 0 0,0 1 0,0-1 0,0 1 0,30 227 0,-26 478 0,-24-353 0,26-359 0,63-159 0,-8-3 0,-1-23 0,-18 57 0,101-300 0,-116 392 0,-26 41 0,1 0 0,-1 1 0,0-1 0,0 0 0,0 0 0,0 0 0,1 1 0,-1-1 0,0 1 0,0-1 0,0 1 0,0-1 0,0 1 0,0-1 0,0 1 0,0 0 0,0 0 0,0-1 0,-1 1 0,1 0 0,0 0 0,0 0 0,-1 0 0,1 0 0,0 0 0,-1 0 0,1 0 0,-1 0 0,0 1 0,1-1 0,-1 0 0,0 0 0,0 0 0,1 0 0,-1 1 0,0-1 0,0 0 0,0 0 0,-1 0 0,1 0 0,0 2 0,9 54 0,-2 0 0,-2 1 0,-3 0 0,-3 20 0,1-7 0,0 534 0,0-603 0,0 2 0,-1 1 0,0-1 0,1 0 0,0 0 0,0 1 0,0-1 0,0 0 0,1 0 0,0 1 0,0-1 0,0 0 0,0 0 0,1 0 0,-1 0 0,1 0 0,0-1 0,0 1 0,1 0 0,-1-1 0,1 0 0,-1 1 0,1-1 0,0 0 0,1 0 0,-1-1 0,0 1 0,1-1 0,1 1 0,1-2-78,-1-1 0,1 0 0,0-1 0,0 1 0,0-1 0,0 0 0,-1 0 0,1-1-1,0 0 1,-1 0 0,1 0 0,-1-1 0,0 0 0,0 0 0,3-2 78,41-30-2878</inkml:trace>
  <inkml:trace contextRef="#ctx0" brushRef="#br0" timeOffset="3414.963">4689 1044 25870,'0'0'3738,"11"-18"-2669,69-127-23,-71 115-916,-1 1 1,-2-1-1,-1 0 1,-1-1-1,-2 1 1,-1-1-1,-1 0 1,-3-9-131,4 33 0,0 0 0,-1 0 0,0 0 0,-1 0 0,0 0 0,0 0 0,0 1 0,-1-1 0,0 0 0,0 1 0,-1-1 0,1 1 0,-1 0 0,-1-1 0,1 2 0,-1-1 0,0 0 0,-1 1 0,1 0 0,-1 0 0,0 0 0,-1 0 0,1 1 0,-1 0 0,1 0 0,-1 0 0,-1 1 0,1 0 0,0 0 0,-1 1 0,1-1 0,-1 1 0,0 1 0,-2-1 0,-1 4 0,0 0 0,0 1 0,0 0 0,0 1 0,1 0 0,0 0 0,0 1 0,0 0 0,0 1 0,1-1 0,0 2 0,0-1 0,0 1 0,1 1 0,0-1 0,1 1 0,-1 0 0,2 1 0,-3 3 0,-28 36 0,2 3 0,3 0 0,2 2 0,2 1 0,2 2 0,3 0 0,2 1 0,3 1 0,2 1 0,3 0 0,3 1 0,2 0 0,3 0 0,3 44 0,1-97 0,0 0 0,0 0 0,0 0 0,1 0 0,1 0 0,-1-1 0,1 1 0,0 0 0,0 0 0,1-1 0,0 0 0,0 1 0,1-1 0,0 0 0,0-1 0,0 1 0,1-1 0,-1 1 0,1-1 0,0-1 0,1 1 0,-1-1 0,1 0 0,0 0 0,0-1 0,0 1 0,1-1 0,-1-1 0,1 1 0,0-1 0,-1 0 0,1-1 0,0 1 0,0-2 0,0 1 0,0-1 0,0 0 0,0 0 0,0-1 0,2 0 0,-2-1 1,1-1-1,-1-1 1,-1 1 0,1-1-1,-1 0 1,1 0-1,-1-1 1,0 0 0,-1 0-1,1 0 1,-1-1 0,0 0-1,0 0 1,-1 0-1,0-1 1,0 1 0,0-1-1,2-7 0,45-130-133,-50 141 122,14-56-848,-7 7-902</inkml:trace>
  <inkml:trace contextRef="#ctx0" brushRef="#br0" timeOffset="3698.12">4485 1225 30326,'0'0'1145,"0"0"-377,0 0-240,59 111-528,-32-84 0,-3 1 0,-2-2 0,2-1 0,4 25 0,-4-9 0,-8-2-1520</inkml:trace>
  <inkml:trace contextRef="#ctx0" brushRef="#br0" timeOffset="4031.619">1820 2462 29366,'0'0'872,"0"0"-375,0 0 119,9 118-56,-9-64-136,0 9-232,-9 8-128,-7 4-32,-1 0-32,-1-8-48,10-18-376,8-19-136,0-30-320,22-18-585,-1-17-2696</inkml:trace>
  <inkml:trace contextRef="#ctx0" brushRef="#br0" timeOffset="4481.657">2111 2354 27134,'0'0'1540,"0"0"-420,22-7-234,70-16-263,-89 22-598,0 1 1,0 0-1,0 0 0,0 0 1,0 0-1,0 0 1,0 1-1,-1-1 1,1 1-1,0 0 1,0 0-1,0 0 0,0 0 1,-1 0-1,1 0 1,-1 1-1,1 0 1,-1-1-1,1 1 0,-1 0 1,0 0-1,0 0 1,0 1-1,0-1 1,0 0-1,-1 1 1,1-1-1,-1 1 0,1-1 1,-1 1-1,1 2-25,1 2 51,5 12-1,-1 0 0,0 1 1,-2 0-1,0 0 0,-2 1 1,0-1-1,-1 1 0,-1 0 1,-1 0-1,-1-1 0,-1 1 1,-4 20-51,1-15-93,-2 0 1,-1-1-1,0 0 1,-2 0 0,-1-1-1,-1 0 1,-1-1-1,-1 0 1,-1-1 0,-1-1-1,-1-1 1,-1 0-1,-1-1 1,-18 15 92,32-30-263,0 0-1,0-1 1,-1 0-1,0 0 1,0 0 0,0 0-1,0-1 1,0 0-1,0 0 1,0-1-1,-1 0 1,1 0 0,-1 0-1,1-1 1,-1 0-1,1 0 1,-1 0 0,-4-2 263,-57-45-12869,44 8 13390,-13-91 10531,41 75-8660,1 47-2251,0 0 0,1 0 0,0 1 0,0 0 0,0 0 0,1 1 0,0 0 0,1 0 0,-1 1 0,1-1 0,0 2 0,0-1-1,1 1 1,-1 0 0,1 1 0,0 0 0,0 0 0,0 1 0,0 1 0,1-1 0,-1 1 0,2 1-141,177-15 380,-185 15-384,0 0 0,-1 0 1,1 0-1,0 0 0,-1 0 0,1 0 0,0 1 0,-1 0 1,1-1-1,-1 1 0,1 0 0,-1 0 0,1 0 0,-1 1 1,1-1-1,-1 0 0,0 1 0,0 0 0,0-1 0,0 1 1,0 0-1,0 0 0,-1 0 0,1 0 0,-1 1 0,1-1 1,-1 0-1,0 1 0,0-1 0,0 1 0,0-1 0,0 1 1,0-1-1,-1 1 0,1 0 0,-1-1 0,0 1 0,0 0 0,0-1 1,0 3 3,-1 6-128,0 0 0,0-1 0,-1 0 0,0 1 0,-1-1 0,0 0 0,-1 0 0,0 0 0,0-1 0,-1 1 0,0-1 0,-1 0 0,0-1 0,0 1 0,-1-1 0,0-1 0,-1 1 0,1-1 0,-2 0-1,-1 1 130,-10 8 29,-1-1 0,-1-1 0,0-1 0,-1 0 1,-1-2-1,0-1 0,-18 5-30,27-7 1592,54-15-1186,-36 7-459,124-17-1821,-104 17-2282</inkml:trace>
  <inkml:trace contextRef="#ctx0" brushRef="#br0" timeOffset="4731.45">899 3616 29182,'0'0'1593,"0"0"-1345,0 0-48,215-75 96,15-6 192,38-15-120,3-5-120,-34 14-104,-57 22-144,-44 16 0,-44 17 0,-37 15 0,-18 11 0,-6 6-232,-10 0-1184,-14 11-3425</inkml:trace>
  <inkml:trace contextRef="#ctx0" brushRef="#br0" timeOffset="4898.203">1581 3681 30567,'0'0'656,"-35"101"-480,15-34-128,0 12-16,9-2-32,7-4-72,6-22-672,22-17-1113,-2-27-5000</inkml:trace>
  <inkml:trace contextRef="#ctx0" brushRef="#br0" timeOffset="5107.452">1943 3340 28902,'0'0'992,"0"0"-536,54 211 25,-43-51-33,-11 17 24,0-3-232,-22-20-168,5-42-72,2-29-88,4-32-312,0-19-248,-11-18-49,0-8-191,-2-6-1960</inkml:trace>
  <inkml:trace contextRef="#ctx0" brushRef="#br0" timeOffset="5514.999">1699 3658 26886,'0'0'1209,"0"0"-527,0 0-129,22-2-157,69 3-158,-89-1-234,0 1 0,0-1-1,0 1 1,1 0 0,-1 0 0,0 0 0,0 0 0,0 1 0,-1-1 0,1 0 0,0 1-1,0-1 1,-1 1 0,1 0 0,-1 0 0,1-1 0,-1 1 0,0 0 0,0 0 0,0 0-1,0 0 1,0 0 0,0 1 0,-1-1 0,1 0 0,-1 0 0,1 1 0,-1-1 0,0 0 0,0 0-1,0 1 1,0-1 0,0 0 0,0 0 0,-1 2-4,1 6 9,0 8-4,-2 1 1,1 0-1,-2-1 0,-1 0 0,0 0 1,-1 0-1,-1 0 0,-1-1 0,0 0 1,-1 0-1,-1-1 0,-1 0 0,0 0 1,-1-1-1,-1-1 0,-3 4-5,-13 7 7,45-45-321,15-8 197,2 2-1,0 1 0,2 1 0,1 2 0,1 2 1,6-1 117,-32 15-16,0 1 0,0 1 1,0 0-1,0 1 0,1 0 1,-1 1-1,1 0 0,-1 1 1,1 0-1,0 1 0,0 1 1,5 0 15,-15 0-18,0 0 0,0 0 1,-1 1-1,1-1 0,0 1 1,0-1-1,-1 1 0,1 0 1,-1 0-1,1 0 0,-1 0 1,0 1-1,0-1 1,0 0-1,0 1 0,0 0 1,-1-1-1,1 1 0,-1 0 1,1 0-1,-1 0 0,0 0 1,0 0-1,-1 0 0,1 0 1,-1 0-1,1 0 0,-1 1 1,0-1-1,0 1 18,-17 101-49,-1-66 52,-2-2 1,-2 0 0,-1-1-1,-2-1 1,-2-1-1,-1-2 1,-16 15-4,31-31 68,-1-1 0,0 0 0,-1-1 0,-1 0 0,0-1 0,0-1 0,-2-1 0,1 0 0,-1-2 0,-1 0 0,0 0 0,-6 0-68,24-8 9,0-1 0,-1 1 0,1-1-1,-1 0 1,1 1 0,-1-1 0,1 0-1,-1 0 1,1 0 0,-1 0 0,1 0 0,-1 0-1,1-1 1,-1 1 0,1 0 0,-1-1-1,1 1 1,-1-1 0,1 0 0,0 1 0,-1-1-1,1 0 1,0 0 0,0 0 0,-1 0 0,1 0-1,0 0 1,0 0 0,0 0 0,0 0-1,0-1 1,1 1 0,-1 0 0,0-1 0,1 1-1,-1 0 1,0-1 0,1 1 0,0-1-1,-1 1 1,1-1 0,0 1 0,0-1 0,0 0-9,22-81-321,119-119-1736,-65 107-1689</inkml:trace>
  <inkml:trace contextRef="#ctx0" brushRef="#br0" timeOffset="5781.251">2363 3701 16067,'0'0'8152,"24"-9"-5275,77-25-1663,-98 32-1175,0 1 1,1-1-1,-1 1 0,0-1 1,1 1-1,0 0 0,-1 1 1,1-1-1,0 0 0,-1 1 1,1 0-1,0 0 1,0 0-1,-1 1 0,1-1 1,0 1-1,-1 0 0,1 0 1,-1 0-1,1 0 0,-1 0 1,1 1-1,-1 0 0,0 0 1,0 0-1,0 0 0,0 0 1,0 0-1,0 1 0,0 0 1,-1-1-1,0 1 0,1 0 1,-1 0-1,0 0 0,0 1 1,-1-1-1,1 0 0,-1 1 1,1-1-1,-1 1 0,0-1 1,-1 1-1,1 0 0,0-1 1,-1 1-1,0 0 0,0 0 1,0-1-1,-1 1 1,1 0-1,-1-1 0,0 1 1,1 0-1,-2-1 0,1 1-39,0 11-12,-1 0-1,0 0 1,-1 0-1,-1-1 0,-1 1 1,0-1-1,0 0 1,-1 0-1,-1 0 1,-1-1-1,0 0 1,0-1-1,-1 0 1,-1 0-1,0-1 0,-1 0 1,0 0-1,0-2 1,-1 1-1,0-1 1,-1-1-1,0 0 1,0-1-1,-1-1 1,0 0-1,0 0 0,-1-2 1,1 1-1,-1-2 1,0 0-1,0-1 1,-1 0 12,6-2 24,6 2-13,1-1 1,-1 0-1,0 0 0,0-1 1,0 1-1,0-1 1,1 0-1,-1 0 0,0 0 1,0 0-1,0-1 0,0 1 1,0-1-1,1 0 1,-1 0-1,0-1 0,1 1 1,-1-1-1,1 0 0,-1 0 1,1 0-1,0 0 1,0 0-1,0-1 0,0 1 1,0-1-1,1 0 0,-1 0 1,1 0-1,-1-1-11,61-5 918,242 49-480,-121-36-3374,-103-4-4844</inkml:trace>
  <inkml:trace contextRef="#ctx0" brushRef="#br0" timeOffset="6133.974">3648 2886 30671,'0'0'557,"0"0"-348,-27 19-146,-182 138 54,102-63-107,15-11-248,-4-4 1,-79 48 237,151-112-1728,74-39 591,-46 22 1179,0 0 0,0 0 0,0 0 0,1 1 0,-1 0 0,0 0 0,0 0 0,1 0 0,-1 1 0,1-1 0,-1 1 0,0 0 0,1 1 0,-1-1 1,1 1-1,-1 0 0,0 0 0,0 0 0,1 1 0,-1-1 0,0 1 0,0 0 0,0 0 0,-1 0 0,1 1 0,0-1 0,-1 1 0,0 0 0,0 0 0,1 0 0,-2 1 0,1-1 0,0 1 0,-1 0-42,3 14 56,-1 0 0,-1 1 0,0 0 1,-2 0-1,0 0 0,-1 0 0,-1 0 0,-1 0 1,0 0-1,-2 0 0,0-1 0,-1 1 1,-3 4-57,-124 369-826,109-325-861</inkml:trace>
  <inkml:trace contextRef="#ctx0" brushRef="#br0" timeOffset="6581.732">3297 3537 16476,'15'-17'8259,"10"-11"-7776,1 1-1,2 2 1,0 0 0,2 2 0,0 1 0,2 1 0,0 2 0,5-1-483,77-6 199,-111 26-214,0-1 0,0 1 0,0 1 0,0-1 0,0 0 1,1 1-1,-1-1 0,0 1 0,-1 0 0,1 0 0,0 0 0,0 0 1,0 1-1,-1-1 0,1 1 0,0 0 0,-1 0 0,0 0 0,1 0 1,-1 0-1,0 0 0,0 0 0,0 1 0,0-1 0,-1 1 0,1 0 1,-1-1-1,1 1 0,-1 0 0,0 0 0,0 0 0,0 0 0,0 0 1,-1 0-1,1 3 15,-1 21-8,-1 0-1,-1 0 1,-1 0 0,-2-1 0,0 1-1,-2-1 1,-1 0 0,-1 0 0,-1-1 0,-2-1-1,-6 11 9,2 2 91,-111 245 1609,127-281-1681,0 0 1,0 0-1,-1 0 1,1 0-1,0 0 1,-1 0-1,1 1 0,-1-1 1,1 0-1,-1 0 1,0 0-1,1-1 0,-1 1 1,0 0-1,0 0 1,0 0-1,0 0 1,0-1-1,1 1 0,-1 0 1,0-1-1,-1 1 1,1-1-1,0 1 0,0-1 1,0 0-1,0 1 1,0-1-1,0 0 0,0 0 1,-1 0-1,1 0 1,0 0-1,0 0 1,0 0-1,0 0 0,-1 0 1,1 0-1,0-1 1,0 1-1,0 0 0,0-1 1,0 1-1,0-1 1,0 1-1,0-1 1,0 0-1,0 1 0,0-1 1,0 0-1,0 0 1,0 0-1,1 0 0,-1 0 1,0 1-1,1-1 1,-1 0-1,1-1 0,-1 1 1,1 0-1,-1 0 1,1 0-1,0 0 1,-1 0-1,1 0 0,0 0 1,0-1-1,0 1 1,0 0-1,0-1-19,-3-10 2,1-1-1,1 1 1,-1-1 0,2 0-1,0 0 1,1 0-1,0 1 1,1-1 0,0 0-1,1 1 1,0 0 0,1-1-1,0 1 1,1 1-1,1-1 1,0 1 0,0 0-1,1 0 1,1 1 0,-1-1-1,2 2 1,-1-1-1,1 1 1,1 1 0,0 0-1,0 0 1,0 0 0,1 2-1,0-1 1,1 1 0,-1 1-1,1 0 1,0 1-1,1 0 1,-1 1 0,6-1-2,-12 2-9,0 0-1,0 0 1,0 0 0,1 0 0,-1 1 0,0 0 0,1 1-1,-1 0 1,1 0 0,0 0 0,-1 0 0,0 1 0,1 0-1,-1 1 1,1-1 0,-1 1 0,0 1 0,0-1 0,0 1 0,0 0-1,-1 0 1,1 1 0,-1-1 0,0 1 0,0 0 0,0 1-1,0-1 1,-1 1 0,1 0 0,-1 0 0,-1 1 0,1-1-1,-1 1 1,0 0 0,0 0 0,-1 0 0,1 0 0,-1 3 9,-2 12 9,0-1 0,-2 1 0,-1-1 0,-1 1 0,0-1 0,-2 0 0,0 0 1,-1-1-1,-1 0 0,-1 0 0,0 0 0,-2-2 0,0 1 0,-1-1 0,0-1 0,-1 0 1,-1-1-1,-1 0 0,0-1 0,-1-1 0,-1 0 0,0-1 0,0-1 0,-9 3-9,-11 4-366,34-23-4102,2-13-13801</inkml:trace>
  <inkml:trace contextRef="#ctx0" brushRef="#br0" timeOffset="6847.882">4340 3336 30471,'0'0'736,"0"0"-688,0 0-16,143-6-32,-88 6-264,-5 0-2041</inkml:trace>
  <inkml:trace contextRef="#ctx0" brushRef="#br0" timeOffset="7098.926">5136 2778 26870,'0'0'4473,"0"0"-4153,0 0-208,-81 156 152,35-85 48,-18 23-184,-23 25-80,3-11-48,8-13-24,17-24-360,30-34-256,16-17-40,9-8-185,4-12-2855</inkml:trace>
  <inkml:trace contextRef="#ctx0" brushRef="#br0" timeOffset="7264.763">4878 3330 27014,'0'0'2176,"0"0"-1864,0 0 128,0 154 249,-20-83-185,-7 8-328,-3 8-120,1-4-56,7-8-104,9-18-488,13-24 87,0-21-183,33-32-368,2-19-1897,0-12-14266</inkml:trace>
  <inkml:trace contextRef="#ctx0" brushRef="#br0" timeOffset="7547.329">5607 2868 29182,'0'0'1219,"-1"18"-449,-28 119 433,-165 167-1209,193-301-47,-1 0-1,0-1 0,0 1 1,1 0-1,-1 0 1,1 0-1,0 1 0,0-1 1,0 0-1,1 0 0,-1 1 1,1-1-1,0 0 1,-1 0-1,2 1 0,-1-1 1,0 0-1,1 1 0,-1-1 1,1 0-1,0 0 1,0 1-1,0-1 0,0 0 1,1 0-1,0 0 0,-1-1 1,1 1-1,1 1 54,10-1-33,-1-2-1,1 0 1,0 0 0,0-1-1,-1-1 1,1 0-1,0-1 1,-1 0 0,1-1-1,7-2 34,79-11-838,-98 16 836,1 1-1,-1-1 1,0 0 0,1 1 0,-1-1-1,0 1 1,0-1 0,0 1-1,0 0 1,1-1 0,-1 1 0,0 0-1,0 0 1,0 0 0,0 0-1,-1 0 1,1 0 0,0 0 0,0 0-1,0 0 1,-1 0 0,1 0 0,-1 0-1,1 1 1,-1-1 0,1 0-1,-1 0 1,0 1 0,0-1 0,1 0-1,-1 1 1,0-1 0,0 0-1,0 1 1,0-1 0,-1 0 0,1 0-1,0 1 1,-1-1 0,1 0-1,0 1 1,-1-1 0,0 0 2,-19 64 21,-89 140 338,-32 79 76,122-196 155,19-87-580,0 0 0,0 0 0,1-1 0,-1 1 0,0 0-1,0 0 1,1-1 0,-1 1 0,0 0 0,1-1 0,-1 1 0,1 0 0,-1-1 0,1 1 0,-1-1 0,1 1-1,-1 0 1,1-1 0,0 0 0,-1 1 0,1-1 0,0 1 0,-1-1 0,1 0 0,0 1 0,-1-1 0,1 0 0,0 0-1,0 0 1,0 1 0,-1-1 0,1 0 0,0 0 0,0 0 0,-1 0 0,1 0 0,0 0 0,0-1 0,-1 1-1,1 0 1,0 0 0,0-1 0,-1 1 0,1 0 0,0-1 0,-1 1 0,1 0 0,0-1 0,0 1-10,3-1 49,10-4 3,0-1 1,-1 0 0,1-1 0,-1 0-1,-1-1 1,1 0 0,-1-1 0,-1 0-1,9-9-52,11-8 82,274-198-790,-245 185-857</inkml:trace>
  <inkml:trace contextRef="#ctx0" brushRef="#br0" timeOffset="7897.567">4428 4867 30078,'0'0'1802,"0"0"-1406,8 20-297,116 288 293,-121-300-392,-1-1 0,1 1 0,0-1 0,1 1 0,0-1 0,0 0 0,0-1 0,1 1 0,0-1 0,0 0 0,1 0 0,-1 0 0,1-1 0,1 0 0,-1 0 0,1 0 0,0-1 0,0 0 0,0 0 0,0-1 0,1 0 0,-1 0 0,1-1 0,0 0 0,0 0 0,0-1 0,0 0 0,0-1 0,0 1 0,0-1 0,0-1 0,0 0 0,0 0 0,7-2 0,16-11 0,0-1 0,0-1 0,-2-2 0,0-1 0,-1-1 0,-1-2 0,-1-1 0,8-9 0,155-157-98,-9-7-1,144-204 99,-297 365-58,66-84-1215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27:32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694 590 25573,'0'0'3971,"0"0"-2811,-5-20-820,-27-141 228,25 123-420,-42-147 75,47 179-212,-1 0 0,0 0 0,-1 1 0,1-1 0,-1 1 0,0 0 0,-1 0 0,1 0 0,-1 0 0,0 1 0,0 0 0,0 0 0,-1 0 0,1 1 0,-1 0 0,0 0 0,0 0 0,0 1 0,-1 0 0,1 0 0,0 0 0,-1 1 0,1 0 1,-1 0-1,1 1 0,-7 0-11,5 0 7,0 1-1,0 1 1,0-1 0,0 2 0,0-1 0,0 1 0,1 0 0,0 0 0,-1 1 0,1 0 0,1 0 0,-1 1 0,0 0 0,1 0 0,0 0 0,0 1 0,1 0 0,0 0 0,-3 5-7,-29 37 11,2 2 1,2 1 0,3 2 0,1 1 0,4 1 0,1 1 0,4 1 0,1 1 0,3 0-1,3 2 1,3 0-12,-13 191 27,23-243-21,-1 0 0,1 0-1,1 0 1,0 0 0,0 0 0,0-1 0,1 1-1,0 0 1,1-1 0,-1 1 0,2-1 0,-1 0 0,1 0-1,0 0 1,0 0 0,1-1 0,0 0 0,0 0-1,0 0 1,1 0 0,0-1 0,0 0 0,0 0 0,1-1-1,3 2-5,-3-2 3,1 0 0,0 0-1,0-1 1,0 0-1,0 0 1,0-1 0,1 0-1,-1-1 1,1 0 0,0 0-1,-1-1 1,1 0-1,-1-1 1,1 1 0,0-2-1,-1 1 1,1-1 0,-1 0-1,0-1 1,0 0-1,0 0 1,0-1 0,0 0-1,-1-1 1,0 1-1,7-6-2,16-14-1,0-1 0,-2-1 0,-1-2 0,-1-1 0,8-13 1,181-239-2367,-182 235-3332</inkml:trace>
  <inkml:trace contextRef="#ctx0" brushRef="#br0" timeOffset="2607.609">3228 529 29054,'0'0'1674,"0"0"-1038,0 0-207,0 0 5,-16-19-110,-53-57-165,63 70-158,1 1 0,-1 1 1,0-1-1,0 1 0,0 0 0,0 1 1,-1-1-1,1 1 0,-1 0 1,0 1-1,0 0 0,0 0 1,0 0-1,-1 1 0,1 0 1,0 0-1,-1 1 0,1 0 0,0 1 1,-1-1-1,1 1 0,0 1 1,0-1-1,0 1 0,0 0 1,0 1-1,0 0 0,0 0 0,1 0 1,0 1-1,-1 0 0,1 0 1,1 1-1,-1-1 0,1 1 1,-1 1-1,1-1 0,1 1 0,-1 0 1,1 0-1,0 0 0,1 0 1,-1 1-1,0 3-1,-4 4 0,1 0 0,1 1 0,0-1 0,1 1 0,0 1 0,1-1 0,1 1 0,1-1 0,0 1 0,1 0 0,1 0 0,0 0 0,1 0 0,1 4 0,-1-14 0,1-1 0,-1 1 0,1-1 0,0 1 0,0-1 0,1 1 0,-1-1 0,1 0 0,0 0 0,1-1 0,-1 1 0,1-1 0,0 1 0,0-1 0,0 0 0,1 0 0,-1-1 0,1 0 0,0 1 0,0-2 0,0 1 0,1 0 0,-1-1 0,0 0 0,1-1 0,0 1 0,-1-1 0,6 1 0,-1 0 0,0-1 0,0 0 0,0-1 0,0 0 0,0-1 0,1 0 0,-1 0 0,0-1 0,-1 0 0,1-1 0,0 0 0,-1-1 0,1 0 0,-1 0 0,0-1 0,3-2 0,11-11-37,-1-1-1,-1-1 1,-1 0-1,-1-2 1,-1 0-1,-1-1 1,8-14 37,32-53-3592,-52 82 3010,28-47-11386</inkml:trace>
  <inkml:trace contextRef="#ctx0" brushRef="#br0" timeOffset="2819.29">3789 0 28974,'0'0'3017,"0"0"-2577,0 0-104,0 0-336,22 158 0,-16-63 0,-1 35 0,-5 47 0,0 17 0,0-17 0,-11-37 0,6-53 0,1-32 0,0-11 0,-10 3 0,1-13-336,-4-11-6930</inkml:trace>
  <inkml:trace contextRef="#ctx0" brushRef="#br0" timeOffset="262.802">1358 1152 30647,'0'0'1168,"0"0"-552,0 0-280,0 0-336,81 103 0,-61-89 0,-3-3 0,12-3 0,-5-4-56,-4-4-1784</inkml:trace>
  <inkml:trace contextRef="#ctx0" brushRef="#br0" timeOffset="513.5">2434 55 30463,'0'0'1480,"0"0"-1296,0 0 120,-74 168 32,45-51-336,1 34 0,-3 15 0,7-6 0,4-32 0,7-41 0,6-26 0,3-16 0,2 5 0,2-1 0,0-2 0,26-27 0,5-14-1160,0-6-4329</inkml:trace>
  <inkml:trace contextRef="#ctx0" brushRef="#br0" timeOffset="1974.504">1893 416 10322,'0'0'15149,"0"0"-11263,0 0-2966,0 0-184,0 0-230,0 0-102,-7-4-101,-41-57 166,41 40-418,7 16-50,-1 1 0,0-1 0,0 1-1,0-1 1,0 1 0,-1 0 0,0-1 0,1 1 0,-2 0-1,1 0 1,0 0 0,-1 1 0,0-1 0,0 1 0,0-1-1,0 1 1,0 0 0,-1 0 0,1 0 0,-1 1 0,0-1-1,0 1 1,0 0 0,0 0 0,-3-1-1,1 3 0,-1 0 0,0 0 0,0 0 0,1 1 0,-1 0 0,0 0 0,1 1 0,-1 0 0,1 0 0,0 1 0,0-1 0,0 1 0,0 0 0,0 1 0,0 0 0,1 0 0,0 0 0,0 0 0,0 1 0,0 0 0,1 0 0,-1 0 0,0 3 0,-77 142 0,70-111 0,2 1 0,2 0 0,1 1 0,2 0 0,2 0 0,2 1 0,2 4 0,-2-39 0,0 1 0,0-1 0,0 1 0,1-1 0,1 1 0,-1-1 0,1 1 0,0-1 0,1 1 0,0-1 0,0 0 0,1 0 0,-1 0 0,2 0 0,-1 0 0,1-1 0,0 1 0,0-1 0,1 0 0,-1 0 0,1-1 0,1 1 0,-1-1 0,1 0 0,0-1 0,0 1 0,0-1 0,1-1 0,0 1 0,8-4 0,-1 0 0,1-1 0,0-1 0,0-1 0,-1 0 0,1 0 0,-1-2 0,0 0 0,0 0 0,-1-1 0,1-1 0,-1 0 0,-1-1 0,1-1 0,-1 0 0,-1 0 0,0-1 0,0 0 0,-1-1 0,0-1 0,-1 1 0,0-1 0,4-9 0,9-5-2,0-1 1,-2-1-1,-1-1 0,-1 0 0,-1-2 1,-2 0-1,-1 0 0,-2-1 1,-1-1-1,-2 0 0,0-1 0,-3 0 1,-1 0-1,1-26 2,-6 19-1440,0 40-561</inkml:trace>
  <inkml:trace contextRef="#ctx0" brushRef="#br0" timeOffset="276186.19">198 1689 25766,'0'0'2789,"0"0"-1892,0 0-704,0 0-102,0 0-38,0 0-17,3-8-21,6-24-3,22 15 78,-5 12-81,0 2 0,1 0 0,0 2 0,-1 1-1,1 1 1,-1 2 0,19 3-9,49 3 2,289-5-13,0-16-1,167-36 12,-63 7 14,731-4 55,-1126 45 62,-1 3 0,0 4 0,0 5-1,-1 3 1,59 19-131,-119-22 95,-29-10-98,-1-2-10,-12 0-49,-44 2-156,27-2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2:46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522 620 29766,'0'0'693,"0"0"-219,7-20-87,45-125 172,-45 118-485,0 0 0,-2-1 1,-1 0-1,-1 0 0,-1 0 0,-2-11-74,0 30 2,-2 1-1,0 0 1,0-1 0,0 1-1,-1 0 1,0 0-1,0 1 1,-1-1 0,0 1-1,-1-1 1,1 1-1,-1 0 1,-1 1-1,1 0 1,-1-1 0,0 2-1,-1-1 1,0 1-1,1 0 1,-1 0 0,-1 1-1,1 0 1,-1 0-1,0 1 1,1 0 0,-2 0-1,1 1 1,0 0-1,0 0 1,-1 1-1,1 0 1,-1 0 0,1 1-1,0 0 1,-1 1-1,1 0 1,-1 0 0,1 1-1,0 0 1,0 0-1,0 1 1,-7 3-2,-8 5 1,0 1 1,0 0 0,1 2-1,1 1 1,0 0-1,1 2 1,1 0-1,0 1 1,1 1-1,1 1 1,1 1-1,1 0 1,-2 6-2,9-16 12,1 2 0,0-1 1,0 1-1,2 0 0,-1 0 0,2 1 1,0 0-1,0 0 0,1 0 0,1 0 1,1 0-1,0 0 0,0 1 0,2-1 1,-1 0-1,2 1 0,0-1 0,1 0 1,0 0-1,1-1 0,1 1 0,2 4-12,14 29 61,-12-24-58,1 0 0,1-1 0,0 0 0,2-1 0,1 0-1,0-1 1,2 0 0,0-1 0,5 3-3,-15-18 0,0 0 0,0 0 0,0 0 0,0-1 0,1 0 0,-1 0 0,1-1 0,0 1 0,0-2 0,0 1 0,0-1 0,0 0 0,0 0 0,0-1 0,0 0 0,1 0 0,-1-1 0,0 0 0,0 0 0,0 0 0,0-1 0,0 0 0,1-2 0,10-3 0,0-1 0,-1 0 0,0-2 0,0 0 0,-1-1 0,0-1 0,12-12 0,184-196 0,-156 169-204,-7 7-816</inkml:trace>
  <inkml:trace contextRef="#ctx0" brushRef="#br0" timeOffset="175.653">1225 671 31039,'0'0'1056,"0"0"-408,0 0-624,77 111-24,-42-92 0,2-3 0,12 4 0,-12-6 0,-13-6-1840</inkml:trace>
  <inkml:trace contextRef="#ctx0" brushRef="#br0" timeOffset="1110.253">2994 413 29358,'0'0'900,"0"0"-293,0 0-165,0 0-84,0 0-78,-1-20-65,-4-64-5,5 81-202,0 0 0,-1 0 1,1 1-1,-1-1 1,1 0-1,-1 0 1,0 1-1,0-1 1,0 0-1,-1 1 0,1-1 1,-1 1-1,1-1 1,-1 1-1,0 0 1,0 0-1,0 0 0,0 0 1,0 0-1,0 0 1,-1 0-1,1 1 1,-1-1-1,1 1 1,-1 0-1,0-1 0,1 1 1,-1 1-1,0-1 1,0 0-1,1 1 1,-1-1-1,0 1 1,0 0-1,0 0 0,0 0 1,0 0-1,0 0 1,1 1-1,-1 0 1,0-1-1,0 1 0,0 0 1,1 0-1,-1 0 1,-1 1-9,-2 0 9,-12 4-9,0 1 0,0 1 0,1 1 0,0 0 0,0 1 0,1 1 0,1 1 0,0 0 0,0 1 0,1 0 0,1 1 0,0 1 0,-2 5 0,-1-2 0,1 1 0,1 1 0,1 1 0,1 0 0,1 0 0,1 1 0,0 0 0,2 1 0,0 0 0,2 1 0,1-1 0,1 1 0,0 0 0,2 0 0,1 1 0,1-1 0,1 0 0,1 4 0,0-21 0,0 1 0,0-1 0,0 0 0,1 0 0,0 0 0,0-1 0,1 1 0,0-1 0,0 0 0,0 0 0,1 0 0,0 0 0,0-1 0,1 0 0,-1 0 0,1 0 0,0-1 0,0 0 0,1 0 0,-1-1 0,1 1 0,0-1 0,0-1 0,0 1 0,0-1 0,0-1 0,1 1 0,-1-1 0,1 0 0,-1-1 0,0 0 0,1 0 0,-1-1 0,1 1 0,-1-2 0,0 1 0,1-1 0,-1 0 0,0 0 0,0-1 0,0 0 0,0-1 0,22-13 0,0 0 0,-2-2 0,0-1 0,-2-1 0,0-2 0,-1 0 0,-2-1 0,0-2 0,-2 0 0,0-1 0,9-19 0,5-12-392,-3-1 0,-3-1 0,-2-1 0,6-27 392,-15 32-4225</inkml:trace>
  <inkml:trace contextRef="#ctx0" brushRef="#br0" timeOffset="1595.25">4274 241 25782,'0'0'4552,"0"0"-4063,0 0-57,0 0 264,0 0-136,-52 148-304,19-79-256,-4 10 0,-3 2 0,5 0 0,7-6 0,10-8 0,14-10 0,19-4 0,20-15 0,2-19-1368</inkml:trace>
  <inkml:trace contextRef="#ctx0" brushRef="#br0" timeOffset="2012.78">5405 174 28198,'0'0'3193,"0"0"-2809,0 0 264,0 0-304,0 0-344,0 0 0,0 0 0,-35 99 0,24-60 0,-4 8 0,-3 5 0,-1 3 0,-1 4 0,5 26 0,6-14-872,5-16-801</inkml:trace>
  <inkml:trace contextRef="#ctx0" brushRef="#br0" timeOffset="2361.58">6571 0 32063,'0'0'704,"0"0"-704,0 0 0,-52 123 0,37-70 0,-3 6 0,0 10 0,1 6 0,-3 2 0,0 2 0,1-4 0,-3 14 0,4-18-344,5-22-3241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2:5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 25974,'0'0'4360,"0"0"-3759,0 0 87,-79 105-8,60-54-216,-1 8-464,0 12 0,-6 26 0,-5 29 0,-6 22 0,2-24 0,8-31-3985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2:5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25461,'0'0'5538,"0"0"-4994,0 0 40,0 0-24,0 0-480,0 0-80,-24 87 0,2-55 0,-33 19 0,7-8 0,-4-3-2088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26:44.04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12558 387 8586,'0'0'20940,"0"0"-19987,0 0-241,-4 178-136,4-52-48,0 32-112,0 14-360,2-9-56,5-11 0,-3-20 0,-4-21 0,0-24 0,0-24 0,0-16 0,0 0-264,-6-9-432,1-11-536,-1-23-1265</inkml:trace>
  <inkml:trace contextRef="#ctx0" brushRef="#br0" timeOffset="319.316">12679 561 30703,'0'0'793,"23"0"-226,267 14 137,-220-4-704,-1 4 0,0 2 0,-1 3 0,5 5 0,-54-17 0,0 1 0,-1 0 0,1 2 0,-1 0 0,-1 1 0,0 0 0,-1 2 0,0 0 0,-1 1 0,0 0 0,-1 1 0,-1 1 0,0 0 0,-2 0 0,1 2 0,3 8 0,-7-8 0,0 0 0,-2 0 0,0 1 0,-1 0 0,0 0 0,-2 0 0,0 0 0,-1 1 0,-1-1 0,-1 1 0,-1 0 0,-1-1 0,0 1 0,-1-1 0,-2 0 0,0 0 0,0 0 0,-2-1 0,0 0 0,-2 0 0,0-1 0,0 0 0,-2 0 0,0-1 0,-42 45 0,-3-2 0,-2-3 0,-2-2 0,-3-3 0,-2-2 0,-2-4 0,-2-2 0,-21 6 0,45-23-71,-1-3 0,-1-1 0,-1-3 0,-1-2 0,-5 0 71,-32-8-1773</inkml:trace>
  <inkml:trace contextRef="#ctx0" brushRef="#br0" timeOffset="-781.114">10636 541 15251,'0'0'10472,"0"0"-7121,0 0-2556,0 0-356,-8 21-11,-1-1-320,2 1-1,0-1 1,2 2 0,0-1-1,1 1 1,2-1 0,0 1-1,1 4-107,36 836 1170,-29-470-1171,-6-391-24,0 0-21,0 0 0,-1 0 0,1 0 0,0 0 0,0 0 0,0 1 0,0-1 0,0 0-1,0 0 1,0 0 0,0 0 0,0 0 0,0 0 0,0 1 0,1-1 0,-1 0 0,1 0 0,-1 0 0,0 0 0,1 0 0,0 0 0,-1 0 0,1 0 0,0 0 0,-1-1 0,1 1 0,0 0 0,0 0 0,0-1 0,0 1 0,0 0 0,0-1 0,0 1 0,0-1 0,0 1-1,0-1 1,0 1 0,0-1 0,0 0 0,0 0 0,1 1 46,3-15-1623</inkml:trace>
  <inkml:trace contextRef="#ctx0" brushRef="#br0" timeOffset="-448.137">10590 588 28678,'0'0'994,"0"0"-357,27-1-129,215 5 414,205 96 11,-417-93-923,0 2-1,0 1 1,-1 1-1,-1 1 1,0 2-1,-1 0 1,0 2-1,-1 1 1,-1 2-1,18 16-9,-30-25 0,-1 1 0,-1 0 0,0 1 0,0 0 0,-1 1 0,0 0 0,-2 1 0,1 0 0,-2 0 0,0 1 0,0 0 0,-2 0 0,1 1 0,-2-1 0,0 1 0,-1 0 0,-1 0 0,0 0 0,-2 0 0,1 1 0,-2-1 0,0 0 0,-1 0 0,-1 0 0,0 0 0,-1 0 0,-5 12 0,-19 14 0,-2 0 0,-1-2 0,-2-1 0,-2-2 0,-2-2 0,-1-1 0,-1-1 0,-2-3 0,-45 26 0,-196 107 0,158-122-374,67-37-2490,24-3-4796</inkml:trace>
  <inkml:trace contextRef="#ctx0" brushRef="#br0" timeOffset="-1825.315">9168 364 2569,'0'0'21616,"0"0"-16564,0 0-4520,0 0-139,0 0 32,-19 16-27,-58 55-103,20 19 116,-743 1471 665,699-1362-1076,78-92-32,23-106 21,0-1-1,1 1 1,-1-1-1,0 1 1,0-1 0,0 0-1,0 1 1,1-1-1,-1 1 1,0-1 0,0 1-1,1-1 1,-1 0-1,0 1 1,1-1 0,-1 0-1,0 1 1,1-1-1,-1 0 1,0 0-1,1 1 1,-1-1 0,1 0-1,-1 0 1,1 0-1,-1 1 1,0-1 0,1 0-1,-1 0 1,1 0-1,-1 0 1,1 0 0,-1 0-1,1 0 1,-1 0-1,1 0 1,-1 0 0,1 0-1,-1 0 1,1-1-1,-1 1 1,0 0 0,1 0-1,-1 0 1,1-1-1,-1 1 1,0 0 0,1 0-1,-1-1 1,1 1-1,-1 0 1,0-1-1,0 1 1,1 0 0,-1-1-1,0 1 1,1-1-1,-1 1 1,0 0 0,0-1-1,0 1 1,0-1-1,1 1 1,-1-1 0,0 1-1,0-1 1,0 1 11,75-111-2310,-38 42-793</inkml:trace>
  <inkml:trace contextRef="#ctx0" brushRef="#br0" timeOffset="-1530.961">9165 474 20884,'0'0'6841,"8"18"-4849,78 213-975,-11 2-1,-10 4 1,-5 25-1017,-11-12 0,8 166 0,-54-327 0,-4-87-1,0 0-1,0 0 1,0 0 0,-1 0 0,1 0-1,-1 0 1,0 0 0,1-1 0,-1 1-1,0-1 1,0 1 0,0-1-1,0 1 1,0-1 0,0 0 0,0 0-1,-1 0 1,1 0 0,0-1 0,-1 1-1,1-1 1,0 1 0,-1-1-1,1 0 1,-1 0 0,1 0 0,0 0-1,-1 0 1,1 0 0,-1-1 0,1 1-1,0-1 1,-2 0 1,3 1-3,-140-25-1698,69-5-738</inkml:trace>
  <inkml:trace contextRef="#ctx0" brushRef="#br0" timeOffset="-1280.797">8501 1537 25645,'0'0'3753,"0"0"-2712,0 0-569,0 0-32,149-17 0,-68 11-32,25-2-64,-6 2-120,8 0-224,19 4 0,7 0-88,-16 2-1160,-22 0-3985</inkml:trace>
  <inkml:trace contextRef="#ctx0" brushRef="#br0" timeOffset="13929.182">19842 2200 26302,'0'0'3794,"0"0"-2531,0 0-669,0 0-80,1-18-255,31-148-218,9 62-41,102-256 0,53-235 0,-140 419 0,-55 175 0,0-1 0,-1 1 0,1 0 0,0 0 0,0 0 0,0 0 0,0 0 0,0 0 0,0 0 0,0 0 0,0 0 0,1 1 0,-1-1 0,0 0 0,0 1 0,1-1 0,-1 1 0,0-1 0,1 1 0,-1 0 0,0-1 0,1 1 0,-1 0 0,1 0 0,-1 0 0,0 0 0,1 0 0,-1 0 0,1 1 0,-1-1 0,0 0 0,1 1 0,-1-1 0,0 1 0,1-1 0,-1 1 0,0 0 0,0 0 0,0-1 0,0 1 0,1 0 0,-1 0 0,0 0 0,-1 0 0,1 0 0,0 0 0,0 0 0,0 1 0,-1-1 0,1 0 0,0 0 0,-1 1 0,1-1 0,-1 0 0,0 1 0,1-1 0,-1 1 0,0-1 0,0 0 0,0 1 0,0 0 0,36 75 0,-4 1 0,-3 1 0,-4 2 0,-3 1 0,-2 7 0,-17-77 0,119 557 0,-116-545 0,0 0 0,1-1 0,1 0 0,2 0 0,0-1 0,1 0 0,3 2 0,-13-23 0,-1 1 0,1-1 0,0 1 0,0-1 0,0 1 0,0-1 0,0 1 0,0-1 0,1 0 0,-1 0 0,0 1 0,1-1 0,-1 0 0,1 0 0,-1-1 0,1 1 0,-1 0 0,1 0 0,0-1 0,-1 1 0,1-1 0,0 1 0,0-1 0,-1 0 0,1 0 0,0 0 0,0 0 0,-1 0 0,1 0 0,0 0 0,0 0 0,-1-1 0,1 1 0,0-1 0,0 1 0,-1-1 0,1 0 0,-1 0 0,1 1 0,-1-1 0,1 0 0,0-1 0,67-126 0,31-121 0,65-258 0,7-22 0,-104 375 0,-66 150 0,0 1 0,0-1 0,0 1 0,0 0 0,0-1 0,0 1 0,1 0 0,0 0 0,0 1 0,0-1 0,0 0 0,0 1 0,0 0 0,0 0 0,1 0 0,-1 0 0,1 0 0,0 1 0,-1 0 0,1-1 0,0 1 0,0 1 0,0-1 0,0 1 0,0-1 0,-1 2 0,0 0 0,0 0 0,-1 0 0,1 0 0,0 0 0,-1 0 0,1 1 0,0-1 0,-1 1 0,0 0 0,1 0 0,-1 0 0,0 0 0,0 0 0,0 0 0,0 1 0,-1-1 0,1 1 0,-1-1 0,1 1 0,-1-1 0,0 1 0,0 0 0,0 0 0,0 0 0,-1 0 0,1-1 0,-1 1 0,0 0 0,1 0 0,-1 2 0,1-1 0,32 279 0,-23-59 0,-6-72 0,7 0 0,6-1 0,20 70 0,-34-208 0,-1 0 0,1 0 0,1 0 0,0 0 0,1-1 0,1 1 0,0-1 0,0 0 0,1-1 0,1 0 0,0 0 0,0 0 0,-7-11 0,0 1 0,-1-1 0,1 0 0,0 0 0,0 1 0,-1-1 0,1 0 0,0 0 0,0 0 0,-1 0 0,1 0 0,0 0 0,0 0 0,-1 0 0,1 0 0,0-1 0,0 1 0,-1 0 0,1 0 0,0-1 0,-1 1 0,1 0 0,0-1 0,-1 1 0,1-1 0,0 1 0,-1 0 0,1-1 0,-1 0 0,1 1 0,-1-1 0,1 1 0,-1-1 0,1 0 0,-1 1 0,0-1 0,1 0 0,-1 1 0,0-1 0,0 0 0,1 0 0,-1 1 0,0-1 0,0 0 0,0 0 0,0 1 0,0-1 0,0 0 0,0 0 0,0 1 0,0-1 0,-1 0 0,57-195-272,-31 119-1088</inkml:trace>
  <inkml:trace contextRef="#ctx0" brushRef="#br0" timeOffset="14384.901">23334 1194 29990,'0'0'1897,"0"0"-1366,0 0-406,4-21 22,18-138-70,-19 132-77,-2 0 0,0 0 0,-2 0 0,0 0 0,-2 1 0,-2-1 0,0 0 0,-1 1 0,-2 0 0,-1 1 0,-1 0 0,0 0 0,-13-18 0,19 35 0,0 1 0,-1-1 0,0 1 0,0 0 0,-1 1 0,1-1 0,-2 1 0,1 0 0,-1 0 0,0 1 0,0 0 0,0 0 0,-1 1 0,1 0 0,-1 0 0,0 1 0,0 0 0,-1 0 0,1 1 0,-1 0 0,1 1 0,-1 0 0,1 0 0,-1 0 0,0 1 0,1 1 0,-1 0 0,0 0 0,1 0 0,-1 1 0,1 0 0,-1 1 0,1 0 0,0 0 0,0 1 0,1 0 0,-1 0 0,1 1 0,-5 4 0,-19 22 0,1 2 0,2 1 0,1 1 0,2 2 0,2 0 0,1 2 0,0 4 0,-44 88 0,5 3 0,7 3 0,5 2 0,-7 54 0,37-120 0,2 1 0,4 0 0,4 1 0,2 1 0,4-1 0,3 15 0,-1-84 0,1 1 0,-1 0 0,1-1 0,0 1 0,0 0 0,1 0 0,0-1 0,0 1 0,1 0 0,0-1 0,0 0 0,0 1 0,1-1 0,0 0 0,0 0 0,1 0 0,-1-1 0,1 1 0,1-1 0,-1 0 0,1 0 0,0 0 0,0-1 0,0 1 0,0-1 0,1-1 0,0 1 0,1 0 0,10 0 0,1-1 0,-1-1 0,1-1 0,-1 0 0,1-1 0,-1-1 0,1-1 0,-1-1 0,0 0 0,1-1 0,-2 0 0,1-2 0,0 0 0,-1-1 0,0 0 0,-1-2 0,0 0 0,0 0 0,-1-1 0,13-12 0,20-8 0,-2-2 0,-1-2 0,-1-2 0,-2-2 0,-2-2 0,-2-1 0,-1-2 0,-2-1 0,-2-2 0,-3-1 0,-1-1 0,-3-2 0,-1 0 0,-3-2 0,-2 0 0,-3-1 0,7-42 0,-19 72-78,-1 1 1,-2-1-1,0 0 1,-1 0-1,-2 0 1,0 0-1,-1 0 0,-2 1 1,-1-6 77,-40-63-6215,4 39-12389</inkml:trace>
  <inkml:trace contextRef="#ctx0" brushRef="#br0" timeOffset="14644.445">23012 1575 31399,'0'0'1264,"0"0"-1160,112 136-104,-49-87 0,12-1 0,6-5 0,4-2 0,3-1 0,-9-7 0,-13-5 0,-16-2 0,-17-7 0,-16-3 0,-14-2 0,-3-2 0,-73-10 0,3-2 0,-11 0-3921</inkml:trace>
  <inkml:trace contextRef="#ctx0" brushRef="#br0" timeOffset="3699.611">7116 4327 20748,'0'0'7734,"0"0"-5668,0 0-1519,0 0-146,0 0-42,-6-14-75,-32-108 208,34 106-486,0 1 1,-1-1-1,-1 1 1,-1 0-1,0 1 1,0 0-1,-2 0 1,0 0-1,0 1 1,-1 0-1,-1 1 1,0 1-1,-1-1 1,0 2-1,0-1 1,-1 2-1,-1 0 1,1 0-1,-2 1 1,1 1-1,-6-1-6,13 5 0,1 1 0,-1 0 0,-1 1 0,1 0 0,0 0 0,0 0 0,0 1 0,0 0 0,0 1 0,-1-1 0,1 1 0,0 1 0,0-1 0,0 1 0,0 1 0,1-1 0,-1 1 0,1 0 0,-1 1 0,1-1 0,0 1 0,0 0 0,1 1 0,-6 4 0,-108 142 0,84-86 0,2 2 0,4 1 0,2 1 0,4 1 0,2 2 0,4 0 0,3 0 0,3 2 0,3-1 0,4 1 0,2 0 0,5 16 0,-3-58 0,1-1 0,1 1 0,2-1 0,1 0 0,2 0 0,1-1 0,1 0 0,1 0 0,2-1 0,1 0 0,1-1 0,2 0 0,-7-17 0,1 0 0,0 0 0,0-1 0,1-1 0,1 1 0,-1-2 0,2 0 0,-1 0 0,1-1 0,0 0 0,0-2 0,1 1 0,0-2 0,0 1 0,0-2 0,1 0 0,-1-1 0,1 0 0,-1-1 0,1-1 0,-1 0 0,1-1 0,0-1 0,-1 0 0,0-1 0,1 0 0,-1-1 0,0-1 0,-1 0 0,1-1 0,-1-1 0,4-2 0,17-18 0,-2-1 0,-1-2 0,-1-1 0,-2-1 0,-1-2 0,-1-1 0,-2 0 0,-2-2 0,-1-1 0,-2 0 0,-1-3 0,6-10 0,-2 0 0,-2-2 0,-2 0 0,-3-1 0,-2 0 0,-3-1 0,-1-1 0,-4 0 0,-1-8 0,-4 57 0,3-27 0,-1 0 0,-1 0 0,-2-1 0,-1 1 0,-2 1 0,-2-1 0,0 0 0,-3 1 0,0 1 0,-3-1 0,0 2 0,-2 0 0,-6-10 0,19 40 0,1 0 0,0 1 0,-1-1 0,1 0 0,0 0 0,-1 0 0,1 1 0,-1-1 0,1 0 0,-1 0 0,1 1 0,-1-1 0,0 0 0,1 1 0,-1-1 0,0 1 0,0-1 0,1 1 0,-1-1 0,0 1 0,0-1 0,0 1 0,0 0 0,1 0 0,-1-1 0,0 1 0,0 0 0,0 0 0,0 0 0,0 0 0,0 0 0,0 0 0,0 0 0,1 0 0,-1 0 0,0 1 0,0-1 0,0 0 0,0 0 0,0 1 0,1-1 0,-1 1 0,0-1 0,0 1 0,0-1 0,1 1 0,-1-1 0,0 1 0,1 0 0,-1-1 0,1 1 0,-1 0 0,1 0 0,-1-1 0,1 1 0,-1 0 0,1 0 0,0 0 0,-1-1 0,1 1 0,0 0 0,0 0 0,-1 0 0,1 0 0,0 0 0,0 0 0,0 0 0,0 0 0,0-1 0,1 1 0,-1 86-422,11-29-3456,3-10-8434</inkml:trace>
  <inkml:trace contextRef="#ctx0" brushRef="#br0" timeOffset="4018.505">7760 5159 31679,'9'19'907,"28"60"-726,38 1-181,-39-51 0,-3-1 0,-43-29 0,-34-39-235,18 12-938</inkml:trace>
  <inkml:trace contextRef="#ctx0" brushRef="#br0" timeOffset="8396.528">12048 4198 10994,'0'0'14706,"0"0"-10857,0 0-2710,2-20-410,9-149 600,-12 159-1329,-1 1 1,0 0-1,0 0 1,-1 0-1,-1 0 1,1 0-1,-1 0 1,-1 1-1,0 0 1,0 0-1,0 0 1,-1 1-1,0-1 1,-1 1-1,0 1 1,0-1-1,0 1 1,-1 1 0,1-1-1,-1 1 1,-1 1-1,1-1 1,-1 1-1,0 1 1,0 0-1,0 0 1,0 0-1,0 1 1,-1 1-1,1 0 1,0 0-1,-1 1 1,1 0-1,-1 0 1,1 1-1,-1 0 1,1 1-1,0 0 1,0 1-1,-1 0 1,-6 3-1,1 7 0,0 0 0,1 1 0,0 0 0,1 1 0,1 0 0,1 1 0,0 1 0,1 0 0,-7 16 0,-12 24 0,2 2 0,3 1 0,3 1 0,2 1 0,4 1 0,2 0 0,2 1 0,4 0 0,2 1 0,4 55 0,2-107 0,0-1 0,2 1 0,-1 0 0,2-1 0,-1 0 0,2 1 0,0-2 0,0 1 0,1 0 0,0-1 0,1 0 0,1-1 0,-1 1 0,2-1 0,-1-1 0,1 0 0,1 0 0,0-1 0,0 0 0,0 0 0,7 2 0,-9-6 0,0 1 0,0-2 0,0 1 0,1-1 0,-1 0 0,1-1 0,0 0 0,0-1 0,-1 0 0,1 0 0,0-1 0,0 0 0,0 0 0,0-1 0,0 0 0,0-1 0,0 0 0,0 0 0,-1-1 0,1 0 0,-1 0 0,0-1 0,0 0 0,0-1 0,-1 0 0,1 0 0,-1 0 0,0-1 0,-1 0 0,6-6 0,14-15 0,-2-1 0,0-1 0,-2-1 0,-1-1 0,-1-1 0,12-28 0,7-20 0,-4-1 0,-4-1 0,-3-2 0,-3-1 0,9-72 0,-30 134-84,-3 9-35,1 0 1,1-1 0,0 1-1,1 1 1,0-1-1,1 0 1,1 1-1,0 0 1,1 0-1,0 1 1,9-11 118,4 3-2166</inkml:trace>
  <inkml:trace contextRef="#ctx0" brushRef="#br0" timeOffset="8849.296">13608 4183 30623,'0'0'650,"-4"-18"-295,-49-239 783,52 248-1138,0 0 0,0 0 0,-1 0 0,0 0 0,-1 1 0,0-1 0,0 1 0,-1-1 0,0 1 0,-1 0 0,1 0 0,-2 1 0,1-1 0,-1 1 0,0 0 0,0 1 0,-1 0 0,0 0 0,0 0 0,0 1 0,-1 0 1,0 0-1,0 0 0,0 1 0,0 1 0,-1 0 0,1 0 0,-1 0 0,0 1 0,0 0 0,0 1 0,0 0 0,0 0 0,-1 1 0,0 2 0,0 0 0,1 0 0,-1 1 0,1 0 0,0 1 0,0 0 0,0 0 0,0 1 0,1 0 0,0 1 0,0 0 0,0 0 0,1 1 0,0-1 0,0 2 0,0-1 0,1 1 0,-32 39 0,2 1 0,3 1 0,1 3 0,3 0 0,2 2 0,2 0 0,3 2 0,-8 33 0,9-22 0,3 1 0,4 0 0,2 1 0,3 0 0,3 1 0,3 56 0,1-115 0,1 0 0,1 0 0,0 1 0,1-1 0,0 0 0,0 0 0,1 0 0,1 0 0,0 0 0,0-1 0,1 1 0,1-1 0,-1 0 0,2 0 0,-1 0 0,1-1 0,1 0 0,0 0 0,0-1 0,1 1 0,0-2 0,0 1 0,0-1 0,3 1 0,-1-2 0,0 0 0,1 0 0,0-1 0,0-1 0,1 0 0,-1 0 0,1-1 0,0-1 0,0 0 0,0 0 0,0-1 0,0-1 0,0 0 0,0 0 0,0-1 0,0-1 0,0 0 0,0-1 0,0 0 0,-1-1 0,1 0 0,-1-1 0,0 0 0,0-1 0,1-1 0,26-20 0,-2-2 0,-1-1 0,-2-1 0,-1-2 0,-1-1 0,-2-2 0,-2-1 0,-1-1 0,-1-1 0,-3-1 0,-1-1 0,2-12 0,-12 33-58,-1-1 0,-1 0 0,-1-1-1,-1 0 1,-1 0 0,-1 0 0,-1-1 0,0 0 0,-2 0 0,-1 0-1,-1 0 1,-1 0 0,0 0 0,-2 0 0,-1 0 0,-1 1 0,-1-1-1,0 1 1,-2 0 0,-2-1 58,-29-34-3798</inkml:trace>
  <inkml:trace contextRef="#ctx0" brushRef="#br0" timeOffset="7311.515">9391 4187 5401,'0'0'7302,"0"0"4772,0 0-8288,0 0-2825,0 0-169,-2-3 247,-45-183 373,43 176-1412,-1 1 0,0 1 0,-1-1 0,0 1 0,-1 0 0,1 0 0,-1 1 0,-1 0 0,1 0 0,-1 1 0,-1 0 0,1 0 0,-1 1 0,0 0 0,0 0 0,0 1 0,-1 0 0,1 1 0,-1 0 0,0 1 0,0 0 0,0 0 0,0 1 0,-1 0 0,1 1 0,0 0 0,0 1 0,0 0 0,-1 1 0,1 0 0,1 0 0,-1 1 0,0 0 0,-2 2 0,-7 9 0,1 0 0,1 0 0,0 2 0,1 0 0,1 1 0,0 1 0,1 0 0,2 1 0,-1 1 0,2 0 0,1 0 0,0 1 0,2 0 0,0 1 0,2-1 0,-2 11 0,-15 56 0,5 0 0,3 1 0,4 1 0,4 0 0,4 0 0,9 85 0,-5-148 0,2 1 0,1-1 0,1 0 0,1 0 0,2 0 0,0-1 0,7 12 0,-11-28 0,1-1 0,0 1 0,1-1 0,0 0 0,0-1 0,1 0 0,0 0 0,0 0 0,1-1 0,0 0 0,0 0 0,1-1 0,-1 0 0,2-1 0,-1 0 0,0 0 0,1-1 0,0 0 0,0-1 0,4 1 0,2-1 0,0-1 0,-1-1 0,1 0 0,0-1 0,0-1 0,0 0 0,0-2 0,0 1 0,-1-2 0,1 0 0,-1-1 0,0-1 0,0 0 0,-1-1 0,0 0 0,0-1 0,0-1 0,-1 0 0,-1-1 0,0 0 0,0-1 0,-1 0 0,2-3 0,22-21 0,-2-2 0,-1 0 0,-2-3 0,-2 0 0,-2-2 0,-1-1 0,-2 0 0,-3-2 0,-1-1 0,-2 0 0,-2-1 0,-3-1 0,-1 0 0,-3-1 0,-1 0 0,-2-12 0,-3 28 0,-1 0 0,-2-1 0,-1 1 0,-2 0 0,-1 0 0,-8-27 0,3 28 0,-1 0 0,-1 2 0,-2-1 0,-1 1 0,-2 1 0,0 1 0,-8-7 0,25 35-7,0 0 1,0 1-1,1-1 0,-1 0 1,0 0-1,0 1 1,0-1-1,0 0 0,0 1 1,0-1-1,0 0 0,0 1 1,-1-1-1,1 0 0,0 1 1,0-1-1,0 0 1,0 0-1,0 1 0,0-1 1,-1 0-1,1 1 0,0-1 1,0 0-1,0 0 0,-1 1 1,1-1-1,0 0 1,0 0-1,-1 0 0,1 0 1,0 1-1,0-1 0,-1 0 1,1 0-1,0 0 0,-1 0 1,1 0-1,0 0 1,-1 0-1,1 0 0,0 0 7,16 32-1439,6 7-820</inkml:trace>
  <inkml:trace contextRef="#ctx0" brushRef="#br0" timeOffset="7803.004">10702 4400 24901,'0'0'5391,"0"0"-3899,-7-25-1145,-41-153 236,-16-8-525,61 179-59,-2 0 1,1 0 0,-1 0 0,0 1 0,0 0-1,-1 0 1,1 0 0,-1 1 0,-1 0 0,1 0-1,-1 0 1,0 1 0,0 0 0,0 1 0,0-1-1,-1 1 1,1 1 0,-1-1 0,0 1-1,0 1 1,0-1 0,-7 1 0,3 2 0,0 2 0,0-1 0,0 2 0,0-1 0,1 2 0,-1-1 0,1 2 0,0-1 0,0 2 0,1-1 0,0 1 0,0 1 0,0 0 0,1 0 0,1 1 0,-1 0 0,1 1 0,1-1 0,0 2 0,0-1 0,1 1 0,-3 8 0,-20 26 0,3 2 0,2 1 0,2 0 0,2 2 0,3 1 0,1 0 0,3 1 0,2 0 0,3 1 0,1 1 0,3-1 0,3 0 0,1 1 0,6 24 0,-4-60 0,1-1 0,1 0 0,1 0 0,1 0 0,0 0 0,1-1 0,0 0 0,2 0 0,0-1 0,0 0 0,1-1 0,1 0 0,1-1 0,0 0 0,3 2 0,-7-7 0,0-1 0,1 0 0,0-1 0,0 0 0,1 0 0,-1-1 0,1 0 0,0 0 0,1-1 0,-1-1 0,1 0 0,-1 0 0,1-1 0,0 0 0,0-1 0,0-1 0,0 1 0,0-2 0,0 1 0,0-2 0,0 1 0,0-1 0,0-1 0,4-2 0,4-5 0,0-1 0,-1-1 0,-1 0 0,1-2 0,-2 0 0,0 0 0,-1-2 0,0 0 0,-1-1 0,-1 0 0,-1-1 0,0 0 0,-2-1 0,7-14 0,12-21 0,-1-2 0,-3-1 0,-3-1 0,-2-1 0,-3 0 0,-2-2 0,-3 0 0,-3 0 0,-2-1 0,-2-32 0,-24-143 0,-10 134-1050,22 97-901</inkml:trace>
  <inkml:trace contextRef="#ctx0" brushRef="#br0" timeOffset="29994.926">18540 3725 22405,'0'0'5033,"0"0"-2703,0 0-1589,0 0-337,0 0-137,-1 3-24,-7 186 1096,11 729-1334,-16-700-5,55-328-867,-12 48-1931</inkml:trace>
  <inkml:trace contextRef="#ctx0" brushRef="#br0" timeOffset="31738.638">20162 3964 27598,'0'0'1347,"0"0"-436,0 0-252,-2-17-153,-10-57-68,11 68-410,1 0 1,-1 0-1,0-1 0,-1 1 1,1 0-1,-1 0 1,0 0-1,-1 0 1,1 1-1,-1-1 1,0 1-1,-1-1 0,1 1 1,-1 0-1,0 0 1,-1 1-1,1-1 1,-1 1-1,0 0 1,0 0-1,0 1 0,0-1 1,-1 1-1,1 0 1,-1 1-1,0-1 1,0 1-1,0 0 0,0 1 1,0-1-1,0 1 1,0 0-1,-1 1 1,1 0-1,0 0 1,0 0-1,-1 0 0,1 1 1,0 0-1,0 1 1,0-1-1,0 1 1,0 0-1,0 1 1,0 0-1,-4 2-28,-9 10 0,2 1 0,-1 1 0,2 0 0,1 1 0,0 0 0,1 2 0,1-1 0,1 2 0,0 0 0,2 0 0,-7 19 0,-8 20 0,3 1 0,2 1 0,3 1 0,3 1 0,2 0 0,4 1 0,2 0 0,3 0 0,3 9 0,-2-59 0,1 0 0,0 0 0,1 0 0,1 0 0,1 0 0,0 0 0,0 0 0,2-1 0,0 1 0,0-1 0,2 0 0,0 0 0,0-1 0,1 1 0,1-1 0,0-1 0,1 0 0,0 0 0,1 0 0,0-1 0,1-1 0,0 0 0,0 0 0,1-1 0,1-1 0,0 0 0,0 0 0,6 1 0,-4-4 0,0-1 0,0-1 0,0-1 0,0 0 0,0-1 0,0-1 0,1 0 0,-1-1 0,0 0 0,0-1 0,1-1 0,-2-1 0,1 0 0,0-1 0,-1 0 0,0-1 0,0-1 0,-1 0 0,1-1 0,1-3 0,14-9 0,-1-1 0,-1-2 0,-1-1 0,-1-1 0,-1-1 0,-1-1 0,-2-1 0,6-12 0,1-2 0,-2-1 0,-2-2 0,-2 0 0,-2-1 0,-2-1 0,5-24 0,-17 48 0,-1 0 0,0-1 0,-2 0 0,-1 0 0,-1 0 0,-1 0 0,-1 0 0,-1 1 0,-1-1 0,-1 0 0,-1 1 0,-1 0 0,-1 0 0,-8-16 0,11 28 0,0-1 0,-1 1 0,0 0 0,-1 0 0,0 1 0,-1 0 0,0 0 0,0 0 0,-1 1 0,-1 0 0,1 0 0,-1 1 0,-1 0 0,0 1 0,0 0 0,0 1 0,-1 0 0,0 0 0,0 1 0,0 0 0,-9-1 0,17 6-28,0-1 1,0 1-1,0 1 1,0-1-1,0 0 1,0 1-1,0-1 1,-1 1-1,1 0 0,1 0 1,-1 0-1,0 0 1,0 1-1,0-1 1,1 1-1,-1 0 0,0-1 1,1 1-1,0 1 1,-1-1-1,1 0 1,0 0-1,0 1 1,0-1-1,1 1 0,-1 0 1,1-1-1,-1 1 1,1 0-1,0 1 28,-11 24-1830</inkml:trace>
  <inkml:trace contextRef="#ctx0" brushRef="#br0" timeOffset="32594.194">21789 3847 28830,'0'0'1440,"0"0"-550,0 0-295,0 0-103,0 0-125,-3 2-231,0 4-135,1-1 0,-1 0 0,1 1 0,1 0 0,-1-1 0,1 1 0,0 0 0,0 0 0,0 0 0,1-1 0,0 1 1,0 0-1,1 0 0,-1 0 0,2 4-1,-1 19 1,-1 691-1,0-696 0,0-1 0,2 1 0,0-1 0,2 0 0,1 1 0,0-2 0,2 1 0,3 7 0,-9-29 0,0-1 0,-1 1 0,1 0 0,0-1 0,-1 1 0,1 0 0,0-1 0,0 1 0,-1-1 0,1 1 0,0-1 0,0 0 0,0 1 0,0-1 0,0 0 0,-1 0 0,1 0 0,0 1 0,0-1 0,0 0 0,0 0 0,0 0 0,0 0 0,0-1 0,0 1 0,0 0 0,0 0 0,0 0 0,-1-1 0,1 1 0,0-1 0,0 1 0,0 0 0,0-1 0,-1 1 0,1-1 0,0 0 0,0 1 0,-1-1 0,1 0 0,-1 1 0,1-1 0,0 0 0,-1 0 0,0 1 0,1-1 0,-1 0 0,1 0 0,-1 0 0,0 0 0,1 0 0,-1 0 0,0 1 0,0-1 0,0 0 0,0 0 0,0 0 0,0-1 0,0 2 0,21-39-321,0-9-1286</inkml:trace>
  <inkml:trace contextRef="#ctx0" brushRef="#br0" timeOffset="33027.448">23213 3697 28902,'0'0'776,"0"0"-162,0 0-65,0 0-49,0 0-6,0 0-90,3-4-100,6-15-115,1 36-154,22 159-35,-8 2 0,-8 0 0,-7 22 0,9 332 0,-23-528 0,-53-22-61,20-4-246</inkml:trace>
  <inkml:trace contextRef="#ctx0" brushRef="#br0" timeOffset="37003.337">6603 6049 18852,'0'0'7908,"0"0"-5878,0 0-1702,20-7-26,126-37 344,-128 40-582,0 1 0,0 1 0,1 1 0,-1 0 0,1 1 0,0 2 0,-1-1 0,0 2 0,1 1 0,-1 0 0,-1 1 0,1 1-1,-1 0 1,0 2 0,10 5-64,8 8 44,-20-11-31,0 0 0,0-1 0,1-1 0,0-1 0,0 0 1,1-1-1,0-1 0,0 0 0,1-1 0,3-1-13,28-2 58,0-3 0,-1-2 0,1-2-1,-1-2 1,-1-3 0,1-1-58,204-31 74,-213 40-66,1 2-1,0 1 0,-1 3 0,1 1 1,-1 2-1,0 1 0,8 5-7,21 10 17,-11-3 5,1-1 0,0-4-1,1-2 1,22 0-22,-1-8 9,1-3 1,-1-4-1,0-3 0,0-4 1,24-8-10,-96 16-1,33-8-3,0 1 0,1 2 1,0 2-1,1 2 1,-1 2-1,1 2 0,-1 1 1,0 3-1,0 1 0,2 2 4,162 67 5,-133-45 28,1-4 0,0-3 0,2-3-1,13-1-32,-17-10 17,0-3 0,0-2-1,0-4 1,64-9-17,-66-4-56,-1-4-1,0-2 1,-1-3-1,3-5 57,59-19-19,-92 33 18,1 3-1,1 0 1,-1 3 0,1 1 0,0 2 0,1 2 0,34 3 1,-50 3 21,0 1 1,0 1 0,0 1-1,-1 1 1,0 2-1,-1 0 1,11 7-22,82 32 438,-82-39-398,1-2 0,-1-1 0,1-1-1,0-3 1,0 0 0,1-2 0,-1-2 0,0-1 0,0-2-1,0-2 1,0-1 0,6-3-40,61-21-21,-1-5 1,-2-5-1,29-19 21,143-57 27,-257 110-27,1 1 0,-1 1 0,1 1 0,0 0 0,0 1 0,1 0 0,-1 1 0,1 1 0,-1 1 0,1 0 0,-1 1 0,1 0 0,-1 1 0,0 1 0,0 1 0,0 0 0,0 1 0,8 4 0,271 144 0,-238-138 0,1-3 0,0-2 0,1-3 0,-1-2 0,1-3 0,0-2 0,0-3 0,0-2 0,3-4 0,233-55 0,-225 45 0,0 2 0,2 3 0,0 4 0,65-2 0,-108 15 0,1 1 0,-1 1 0,0 1 0,0 2 0,-1 0 0,0 2 0,0 1 0,-1 2 0,17 11 0,110 43 0,-89-53 0,1-3 0,-1-2 0,2-4 0,-1-2 0,0-3 0,1-3 0,-1-2 0,-1-4 0,39-10 0,-24 7 0,233-62-89,-238 52 57,1 2-1,2 4 1,-1 3-1,13 2 33,617 12 219,-64 39-219,-506-25 0,1-5 0,0-7 0,0-5 0,-1-6 0,14-9 0,-100 10 0,126-21 0,1 8 0,22 7 0,-155 11 0,1 2 0,-1 2 0,0 2 0,0 2 0,0 1 0,2 4 0,129 29 0,2-7 0,123 6 0,146 25 0,-192-8 0,-124-24 0,1-6 0,1-6 0,31-3 0,412-30 0,-529 10 0,-1 1 0,1 3 0,-1 2 0,0 2 0,0 1 0,9 5 0,-26-3 0,10 3 0,2 0 0,0-3 0,0-2 0,0-1 0,13-1 0,9-8 0,0-2 0,-1-3 0,53-15 0,131-16 0,-176 36 0,1 3 0,-1 4 0,0 2 0,0 4 0,65 16 0,-124-19-199,-28-4-681,16-2 811,-29 2-2184</inkml:trace>
  <inkml:trace contextRef="#ctx0" brushRef="#br1" timeOffset="57672.572">22549 2993 23917,'0'0'1551,"0"0"690,0 0-924,0 0-653,0 0-61,-15-2 1314,12 476-1360,-1-248-557,-2 40 0,21 153 0,-1-233 0,-8 0 0,-8 0 0,-9 22 0,-2-44 0,8 1 0,9 54 0,69 243 0,-81-502 0,1-105-317,6 67-1270</inkml:trace>
  <inkml:trace contextRef="#ctx0" brushRef="#br1" timeOffset="58496.379">22847 2940 29750,'0'0'842,"0"0"-346,0 0-201,0 0-18,0 0 42,0 0-24,18 0 1,83 0-173,218 1-49,87 20-74,-304-11 0,85 8 0,0 8 0,17 12 0,-157-24 0,-86-14 0,-30-6 0,66 8 0,0 0 0,1 0 0,-1 0 0,0 1 0,1-1 0,0 1 0,0-1 0,-1 1 0,1 0 0,1 0 0,-1 0 0,0 0 0,1 0 0,0 0 0,-1 0 0,1 1 0,0-1 0,1 0 0,-1 1 0,1-1 0,-1 0 0,1 1 0,0-1 0,0 1 0,1 2 0,-2 83 0,3 0 0,5 0 0,3-1 0,17 67 0,7 60 0,-3 136 0,-15 30 0,18 233 0,41-172 0,-72-486-1424,-3 5-2913</inkml:trace>
  <inkml:trace contextRef="#ctx0" brushRef="#br1" timeOffset="58819.64">22878 5710 30447,'0'0'1210,"0"0"-856,0 0-217,19-1 89,1154-30 167,-871 17-393,-298 14-4,-2 0 2,-1 1 1,0-1-1,1 0 1,-1 0-1,1 0 1,-1 0-1,1 0 1,-1 0-1,1 0 1,-1 0-1,0 0 1,1-1-1,-1 1 1,1-1-1,-1 1 1,0-1-1,1 0 1,-1 1-1,0-1 1,0 0 0,0 0-1,1 0 1,-1 0-1,0 0 1,0 0-1,0 0 1,-1 0-1,1 0 1,0 0-1,0-1 1,0 1-1,-1 0 1,1-2 1,-6-9-267</inkml:trace>
  <inkml:trace contextRef="#ctx0" brushRef="#br0" timeOffset="86320.285">6693 6477 22085,'0'0'5904,"0"0"-4095,0 0-1140,0 0-140,0 0-62,-4-6-111,-16-39 444,31 40-652,56-4-148,-1-3 0,0-2 0,-1-4 0,30-14 0,4 1 0,21-3 0,2 5 0,1 5 0,0 6 0,2 5 0,91 3 0,1757 10 0,-1865 2 0,204-14 0,52-23 0,188 36 0,-167 69 0,249-25 0,-502-26 0,32 6 0,1-8 0,14-7 0,224-10 0,-427-7 0,-94-22-175,48 14-698</inkml:trace>
  <inkml:trace contextRef="#ctx0" brushRef="#br0" timeOffset="89025.043">4240 7943 19796,'0'0'6064,"0"0"-2370,0 0-2521,0 0-631,0 0-139,-5 3-102,-7 14-52,43-15-27,-10-3-138,420-18 155,79-9-270,-510 29-1075,-23 2-1272,-11 1-2813</inkml:trace>
  <inkml:trace contextRef="#ctx0" brushRef="#br0" timeOffset="89312.775">4825 7477 29990,'0'0'1119,"0"0"-464,0 0-160,0 0-98,5 23-293,62 341-97,-49 133-292,-18-409-341,0-87-3928</inkml:trace>
  <inkml:trace contextRef="#ctx0" brushRef="#br0" timeOffset="91993.289">7416 7793 26118,'0'0'3610,"0"0"-2383,0 0-765,0 0 65,0 0 3,-3-5-276,-65-174-215,63 169-39,0 0 0,-1 0 0,-1 1 0,1 0 0,-1 0 0,-1 0 0,0 1 0,0 0 0,0 0 0,-1 1 0,0 0 0,-1 1 0,1 0 0,-1 1 0,-1-1 0,1 2 0,-1 0 0,1 0 0,-1 1 0,0 0 0,0 1 0,-1 0 0,1 1 0,0 0 0,-1 0 0,1 2 0,0-1 0,-1 2 0,1-1 0,0 1 0,0 1 0,0 0 0,0 1 0,-9 4 0,-3 8 0,1 0 0,1 2 0,1 0 0,0 1 0,1 1 0,1 1 0,1 1 0,1 0 0,1 1 0,1 1 0,1 0 0,2 1 0,-5 14 0,-6 10 0,3 2 0,1 0 0,3 1 0,3 1 0,1 0 0,3 0 0,3 1 0,0 48 0,5-89 0,0 0 0,1 0 0,0 0 0,1 0 0,0-1 0,1 1 0,1 0 0,0-1 0,1 0 0,0 0 0,1 0 0,0 0 0,0-1 0,2 0 0,-1-1 0,1 1 0,1-2 0,0 1 0,0-1 0,1 0 0,0-1 0,0 0 0,1-1 0,0 0 0,1-1 0,-1 0 0,1 0 0,0-2 0,1 1 0,-1-2 0,2 1 0,3-3 0,0 0 0,1-1 0,-1-1 0,0-1 0,0 0 0,-1-1 0,1-1 0,-1-1 0,1 0 0,-1-1 0,-1 0 0,1-2 0,-1 0 0,0 0 0,-1-2 0,0 0 0,-1 0 0,0-1 0,0-1 0,-1 0 0,6-8 0,10-12 0,-1-1 0,-2 0 0,-1-2 0,-1-1 0,-3-1 0,0-1 0,-3 0 0,-1-2 0,-2 1 0,-2-2 0,-1 0 0,2-25 0,-9 45-113,-2 0-62,1 1-1,2 0 1,0 0 0,1 0-1,1 1 1,0 0-1,2 0 1,9-16 175,-2 16-2661</inkml:trace>
  <inkml:trace contextRef="#ctx0" brushRef="#br0" timeOffset="92200.099">8083 8311 31383,'0'0'1016,"0"0"-648,0 0-368,74 113 0,-52-89 0,0-7 0,0-3 0,0-4 0,-5-2 0,1-2 0,-14 4 0,-2-2 0,-2-6-2361</inkml:trace>
  <inkml:trace contextRef="#ctx0" brushRef="#br0" timeOffset="92998.359">9727 7883 27910,'0'0'1703,"0"0"-983,0 0-293,-3-22 37,-12-175 432,16 188-873,0 0 0,0 0 0,-1 0 0,0 0 0,-1 0 1,0 0-1,-1 1 0,1-1 0,-2 0 0,1 1 0,-1-1 0,0 1 0,-1 0 0,0 0 0,0 0 0,-1 0 0,0 1 0,0 0 0,-1 0 0,0 0 0,0 1 0,-1 0 0,1 0 0,-1 0 0,-1 1 1,1 0-1,-1 1 0,-2-2-23,2 4 0,0 0 0,0 1 0,-1 0 0,1 0 0,0 1 0,-1 0 0,1 1 0,0 0 0,0 0 0,-1 0 0,1 1 0,0 0 1,0 1-1,1 0 0,-1 0 0,0 1 0,1 0 0,0 0 0,0 1 0,0-1 0,1 2 0,-2 0 0,-111 144 0,102-124 0,1 1 0,0 1 0,2 0 0,2 1 0,0 0 0,2 1 0,1 1 0,2-1 0,1 1 0,1 0 0,2 1 0,0-1 0,3 20 0,1-42 0,0-1 0,0 1 0,1 0 0,0-1 0,1 1 0,-1-1 0,2 0 0,-1 0 0,1 0 0,0 0 0,1-1 0,0 0 0,0 1 0,1-2 0,0 1 0,0-1 0,0 0 0,1 0 0,0 0 0,0-1 0,0 0 0,1-1 0,-1 0 0,1 0 0,0 0 0,1-1 0,-1 0 0,1-1 0,-1 0 0,1 0 0,-1-1 0,1 0 0,5-1 0,4 1 0,0-2 0,0 0 0,0-2 0,0 0 0,0 0 0,-1-2 0,0 0 0,1-1 0,-2-1 0,1 0 0,-1-2 0,0 0 0,-1 0 0,0-1 0,-1-1 0,5-5 0,25-22 0,-2-3 0,-1-1 0,-2-2 0,12-21 0,93-140-898,-121 164-548</inkml:trace>
  <inkml:trace contextRef="#ctx0" brushRef="#br0" timeOffset="93262.452">10794 7335 31119,'0'0'1016,"0"0"-672,-18 116-56,7-54-288,3 7 0,1 10 0,1 3 0,1 3 0,-1-4 0,1-4 0,-1-6 0,1-6 0,5-2 0,0-15 0,0-23-3057</inkml:trace>
  <inkml:trace contextRef="#ctx0" brushRef="#br0" timeOffset="93762.404">12109 7686 27710,'0'0'3041,"0"0"-2128,-9-21-555,-52-120 340,-13 17-647,72 121-51,0 0 0,-1 1 0,1-1 0,-1 1 0,0-1-1,0 1 1,0 0 0,0 0 0,0 0 0,-1 1 0,1-1 0,0 1 0,-1 0 0,1 0-1,-1 0 1,1 0 0,-1 0 0,0 1 0,1 0 0,-1 0 0,0 0 0,1 0 0,-1 0-1,1 1 1,-1 0 0,0-1 0,1 1 0,-1 0 0,1 1 0,0-1 0,-1 1 0,1 0-1,0-1 1,0 1 0,0 1 0,0-1 0,0 0 0,0 2 0,-13 13 0,1 0 0,0 1 0,2 1 0,0 1 0,1 0 0,1 0 0,1 1 0,1 1 0,-5 15 0,2-7 0,1 1 0,2 1 0,1 0 0,1 0 0,2 1 0,1-1 0,2 1 0,1 0 0,1 1 0,0-28 0,1 1 0,0 0 0,0 0 0,1-1 0,0 1 0,0-1 0,0 1 0,1-1 0,0 0 0,0 0 0,0 0 0,1 0 0,0 0 0,0-1 0,1 0 0,-1 0 0,1 0 0,0 0 0,1-1 0,-1 0 0,1 0 0,-1 0 0,1-1 0,0 0 0,1 0 0,-1 0 0,0-1 0,1 0 0,0 0 0,-1-1 0,1 0 0,0 0 0,0 0 0,-1-1 0,1 0 0,3-1 0,16-3 0,0-1 0,0-1 0,-1-1 0,0-1 0,-1-1 0,0-2 0,0 0 0,-1-1 0,-1-2 0,0 0 0,0-1 0,-2-2 0,0 0 0,-1-1 0,-1 0 0,13-18 0,8-6-345,-2-2 0,-2-1 0,-2-2-1,-2-1 1,17-39 345,-20 33-2803</inkml:trace>
  <inkml:trace contextRef="#ctx0" brushRef="#br0" timeOffset="94128.376">13372 7130 22797,'0'0'7818,"0"23"-5789,10 307-1906,4 389-123,-6-761-56,-7-6-224</inkml:trace>
  <inkml:trace contextRef="#ctx0" brushRef="#br0" timeOffset="97351.139">4354 9085 23229,'0'0'1544,"0"0"465,0 0 718,0 0-1452,0 0-662,-3 4-166,-8 13-89,52-11 207,187-61-565,-147 42 0,148-39 0,-169 27 0,2 4 0,0 2 0,1 3 0,0 2 0,8 3 0,267-35 0,-184 22 0,2 7 0,150 3 0,371-12 0,1156 28 0,-1043 37 0,-277-7 0,293 31 0,-200-5 0,8-27 0,-322-10 0,-2 13 0,17 15 0,-3-1 0,469 83 0,-647-107 0,0-5 0,1-6 0,100-3 0,-359-29-193,67 13-774</inkml:trace>
  <inkml:trace contextRef="#ctx0" brushRef="#br2" timeOffset="127709.995">685 1318 24989,'0'0'4021,"-20"3"-2869,-128 16 49,149-34-308,114-106-601,-85 96-236,41-37-29,2 3 1,3 3-1,2 4 0,3 3 0,1 4 0,61-23-27,-113 57 0,1 1 0,1 1 0,-1 2 0,1 1 0,0 1 0,1 2 0,-1 1 0,11 2 0,-33 0 0,1 0 0,-1 1 0,1 0 0,-1 0 0,0 1 0,0 1 0,1 0 0,-1 0 0,-1 1 0,1 0 0,-1 1 0,1 0 0,-1 0 0,-1 1 0,1 0 0,-1 1 0,0 0 0,-1 0 0,1 0 0,-1 1 0,-1 1 0,0-1 0,0 1 0,2 4 0,6 17 0,-2 0 0,-2 1 0,0 0 0,-3 1 0,0 0 0,-2 0 0,-1 0 0,-2 0 0,-1 1 0,-2-1 0,-3 26 0,2-22 0,-2-1 0,-2 1 0,-1-1 0,-2 0 0,-1-1 0,-1 0 0,-2 0 0,-2-1 0,-1-1 0,-1-1 0,-2 0 0,-1-1 0,-1-1 0,-2-1 0,-1-1 0,-1-1 0,-1-2 0,-1 0 0,-29 19 0,-51 6-56,104-50 23,0 1 0,0 0 0,1-1-1,-1 0 1,0 0 0,0 0 0,1 0 0,-1 0 0,1 0-1,-1-1 1,1 1 0,-1-1 0,1 1 0,0-1 0,0 0 0,0 0-1,0 0 1,0-1 0,0 1 0,0 0 0,1-1 0,0 1-1,-1-1 1,1 1 0,0-1 0,0 1 0,0-1 0,0 0-1,1 0 1,-1 0 0,1 1 0,-1-1 0,1 0 0,0 0 0,0 0-1,1-2 34,-4-9-252,-11-82-3658,6-13-8258</inkml:trace>
  <inkml:trace contextRef="#ctx0" brushRef="#br2" timeOffset="129966.071">729 2934 30094,'0'0'817,"0"0"-489,0 0-208,0 0 16,162-65 288,-42 4-96,-1-4-136,-12 2-96,-13 3-64,-21 19-32,8-2-32,4-3-288,-1-1-336,-21 11-993,-25 9-3536</inkml:trace>
  <inkml:trace contextRef="#ctx0" brushRef="#br2" timeOffset="130219.564">1399 2482 17708,'0'0'11834,"-122"123"-11138,41 3-199,-11 55-161,6 21 0,18-3 0,13-18-64,20-27-104,7-2-104,12-14-48,8-29-16,8-31-256,0-28-112,0-21-64,19-17-320,3-8-809,-2-4-1712</inkml:trace>
  <inkml:trace contextRef="#ctx0" brushRef="#br2" timeOffset="130753.113">1575 2751 22445,'0'0'5368,"-7"34"-3871,-108 451-266,7 34-553,120-609-1891,38-81 507,6 3 0,36-63 706,-56 141 64,5 2-1,3 2 1,5-1-64,-48 84 38,0 0-1,0 1 1,1-1 0,-1 1 0,1-1-1,-1 1 1,1-1 0,0 1 0,0 0 0,0 0-1,0 0 1,0 0 0,1 0 0,-1 0-1,1 1 1,-1-1 0,1 1 0,-1 0-1,1-1 1,0 1 0,0 1 0,-1-1 0,1 0-1,0 1 1,0-1 0,0 1 0,0 0-1,0 0-37,5 68 378,-41 261 305,9-153-323,20-156-320,1 0 1,0 1 0,2-1 0,1 1-1,0 0 1,1-1 0,2 1 0,0-1-1,1 0 1,1 0 0,0 0 0,2-1-1,1 1 1,0-2 0,1 1 0,1-1-1,1 0 1,1-1-41,13 10 8,1-1 1,2-2-1,1-1 0,0-1 1,2-1-1,24 11-8,25 19 1,-76-49 0,1 0 0,0 0 0,-1 1 0,0-1 0,1 1 0,-1 0 0,0 0 0,-1 1 0,1-1 0,-1 1 0,1 0 0,-1 0 0,0 0 0,0 0 0,-1 1 0,1-1 0,-1 1 0,0-1 0,-1 1 0,1 0 0,-1 0 0,1 0 0,-1 0 0,-1 0 0,1 0 0,-1 0 0,0 0 0,0 0 0,-1 0 0,1 0 0,-1 0 0,0 0 0,0 0 0,-1 0 0,1 0 0,-1-1 0,0 1 1,-1 1-2,-15 11 37,0-1 0,-1 0 0,0-1 0,-2-1 0,1-1 0,-2-1 0,0-1 0,0-1 0,-1-1 0,-5 2-37,20-8 15,-29 14 22,-1-1 0,-1-2 0,0-2 0,0-2 0,-1-1 0,0-2 0,-1-1 0,-8-2-37,47-4 0,1 0 0,-1 0 0,1 0 0,-1 0 0,0-1 0,1 1 0,-1 0 0,0-1 0,1 1 0,-1-1 0,1 1 0,-1-1 0,1 0 0,-1 0 0,1 0 0,0 0 0,-1 0 0,1 0 0,0 0 0,0 0 0,0 0 0,0 0 0,0-1 0,0 1 0,0-1 0,0 1 0,0 0 0,1-1 0,-1 1 0,0-1 0,1 0 0,0 1 0,-1-1 0,1 1 0,0-1 0,0 0 0,0 1 0,0-1 0,0 0 0,0 1 0,0-1 0,0 1 0,1-1 0,-1 0 0,1 1 0,-1-1 0,1 0 0,40-83 0,266-287-838,-188 230-833,-16 18-2245</inkml:trace>
  <inkml:trace contextRef="#ctx0" brushRef="#br2" timeOffset="131053.35">2574 2589 30479,'0'0'1377,"0"0"-1027,0 0-300,21-4-32,133-38 0,-121 27-61,87-25-1479,-117 75 643,-83 105 821,-72 104 900,-42 111-842,128-191 325,65-159-372,0 0 0,0-1 0,1 1 0,0 0 0,0 0 0,0 0 0,0 0-1,1-1 1,0 1 0,0 0 0,0 0 0,1-1 0,-1 1 0,1-1 0,0 1 0,1-1 0,-1 0-1,1 0 1,-1 0 0,1 0 0,0 0 0,3 2 47,20 13-1883</inkml:trace>
  <inkml:trace contextRef="#ctx0" brushRef="#br2" timeOffset="131389.114">2798 3240 28070,'0'0'1227,"0"19"-256,0-11-883,2 20 128,-2 0-1,-2 0 0,0 0 0,-2-1 1,-1 1-1,-2 5-215,-34 55 304,30-114-296,8-2-60,1 1 0,1-1 1,2 0-1,0 0 0,2 0 0,1 0 0,1 1 0,2 0 1,0 0-1,2 0 0,1 1 0,1 1 0,1-1 0,1 2 1,12-16 51,-23 36 5,0 1 1,0-1 0,0 1 0,1 0 0,0 0 0,-1 0-1,1 0 1,0 0 0,1 1 0,-1-1 0,0 1-1,1 0 1,-1 0 0,1 0 0,0 0 0,-1 1-1,1 0 1,0-1 0,0 1 0,0 1 0,0-1-1,0 0 1,0 1 0,0 0 0,1 0 0,-1 0 0,0 1-1,0-1 1,0 1 0,0 0 0,0 0 0,0 1-1,-1-1 1,1 1 0,0-1 0,-1 1 0,1 0-1,-1 1 1,1-1 0,-1 1 0,0-1 0,2 3-6,0 12 40,-1 0 0,0 1 0,-1-1 1,-1 1-1,0 0 0,-2 0 0,0 0 1,-1 0-1,0-1 0,-2 1 0,-2 9-40,-45 107-62,50-134 45,0-1 0,0 1 0,-1 0 0,1-1 0,0 1 0,0 0 0,-1 0 0,1-1 0,0 1 0,0 0 0,-1 0 0,1 0 1,0-1-1,-1 1 0,1 0 0,0 0 0,-1 0 0,1 0 0,0 0 0,-1-1 0,1 1 0,-1 0 0,1 0 0,0 0 0,-1 0 0,1 0 0,0 0 0,-1 0 0,1 0 1,0 1-1,-1-1 0,1 0 0,-1 0 0,1 0 0,0 0 0,-1 0 0,1 1 0,0-1 0,0 0 0,-1 0 0,1 0 0,0 1 0,-1-1 0,1 0 0,0 0 0,0 1 0,0-1 1,-1 0-1,1 1 0,0-1 0,0 0 0,0 1 0,0-1 0,-1 0 0,1 1 0,0-1 0,0 0 0,0 1 0,0-1 17,0-36-863,0 28 565,0-55-2446,0-5-3242</inkml:trace>
  <inkml:trace contextRef="#ctx0" brushRef="#br2" timeOffset="131649.081">3122 2563 16540,'22'-30'7663,"75"-102"-5074,-82 112-2331,1 1-1,1 1 0,1 0 0,0 1 1,1 1-1,1 1 0,0 0 1,1 2-1,1 0 0,0 2 0,20-8-257,78-9 1194,-117 29-1170,1-1 0,-1 1 0,0-1 1,0 1-1,1 0 0,-1 0 0,0 0 0,0 1 0,0-1 0,0 1 1,-1 0-1,1-1 0,0 1 0,-1 0 0,1 1 0,-1-1 1,1 0-1,-1 1 0,0 0 0,0-1 0,0 1 0,-1 0 0,1 0 1,-1 0-1,1 0 0,-1 0 0,0 0 0,0 0 0,-1 0 1,1 1-1,0-1 0,-1 3-24,2 112 571,-10-69-536,-3 0 0,-2-1-1,-2 0 1,-2-1 0,-3-1-1,-1 0 1,-2-2 0,-2 0-1,-15 16-34,39-58-120,-29 34-147,7-45-3471,14-20-3821</inkml:trace>
  <inkml:trace contextRef="#ctx0" brushRef="#br2" timeOffset="131986.527">3311 2403 27414,'0'0'1907,"0"0"-1028,5 26-339,33 180 293,-29-125-523,-5-32-229,3-1 0,1 0 0,3 0-1,8 20-80,-15-56-2,0 0-1,1-1 0,0 0 0,1 0 0,0 0 0,0-1 0,2 0 0,-1 0 0,1-1 0,0 0 0,1 0 0,0-1 0,1 0 0,0-1 1,0 0-1,0 0 0,1-1 0,0 0 0,9 3 3,240 30-80,-257-39 80,-1 1 0,1-1 0,0 1 0,0-1 0,-1 1 0,1 0 0,0 0 0,-1 0 1,1 1-1,-1-1 0,1 0 0,-1 1 0,0 0 0,1 0 0,-1-1 0,0 1 0,0 1 0,0-1 0,-1 0 0,1 0 1,0 1-1,-1-1 0,0 1 0,1-1 0,-1 1 0,0-1 0,0 1 0,-1 0 0,1 0 0,-1-1 0,1 1 0,-1 0 0,0 0 1,0 0-1,0 0 0,0-1 0,0 1 0,-1 0 0,1 0 0,-1 0 0,0-1 0,0 1 0,0 0 0,0-1 0,0 1 1,-1-1-1,1 1 0,-1-1 0,1 0 0,-3 2 0,-132 161 8,115-140-42,-1-1 0,-1-1 0,-1-1 0,-2-1 0,0-2 0,0 0 0,-2-2 0,0-1 0,-1-1 0,-1-1 0,0-2 0,-1-1 0,0-1 0,-1-2 0,-9 1 34,38-9-1,0 1 0,0-1 0,0 0 0,0 0 0,0 0 0,0 0 0,0-1 0,0 1 0,0-1-1,1 0 1,-1 0 0,0 0 0,0 0 0,1 0 0,-1 0 0,0-1 0,1 1 0,0-1 0,-1 0-1,1 0 1,0 0 0,0 0 0,0 0 0,0 0 0,0-1 0,0 1 0,1-1 0,-1 1 0,1-1 0,0 0-1,0 1 1,0-1 0,0 0 0,0 0 0,0 0 0,1 0 0,-1 1 0,1-1 0,0 0 0,0 0-1,0 0 1,1 0 0,-1 0 0,0 0 0,1 0 1,3-13 16,1 0 1,0 0-1,1 1 0,1 0 0,0 0 1,1 1-1,0 0 0,2 0 0,-1 1 1,2 0-1,-1 1 0,2 0 0,0 1 0,0 0 1,1 1-1,0 0 0,10-5-16,-11 6 25,340-246-1692,-318 227-1709</inkml:trace>
  <inkml:trace contextRef="#ctx0" brushRef="#br2" timeOffset="132368.701">1 2758 29878,'0'0'729,"39"7"-411,1107 151 1219,882 109-1232,-927-123-305,-983-142-2058,-107-13-701</inkml:trace>
  <inkml:trace contextRef="#ctx0" brushRef="#br2" timeOffset="132582.978">4229 2173 30639,'0'0'872,"-131"31"-336,-14 48-296,-87 69 48,-55 67-96,-47 67-192,-19 57 0,-2 40 0,79-75-392,39-42-2409</inkml:trace>
  <inkml:trace contextRef="#ctx0" brushRef="#br2" timeOffset="128271.821">1980 732 28598,'0'0'1056,"0"0"-410,14 24-219,1-1-322,58 135 443,-61-96-375,-3 1 0,-2 1 0,-3-1 0,-4 32-173,3-139-184,2 0 0,2 0 1,1 1-1,3 0 0,1 1 0,2 0 0,18-34 184,-28 65 3,2-1 0,-1 1-1,1 0 1,1 1 0,0-1 0,1 1-1,-1 1 1,2-1 0,0 1-1,0 1 1,0 0 0,1 0 0,0 1-1,1 0 1,-1 1 0,1 0-1,1 0 1,-1 1 0,1 1 0,0 0-1,0 1 1,0 0 0,0 1 0,1 0-1,6 0-2,-15 3 20,1 0-1,-1 0 0,1 0 1,-1 0-1,0 1 0,1-1 1,-1 1-1,0 0 0,0 1 1,0-1-1,-1 1 0,1-1 1,-1 1-1,1 0 0,-1 0 1,0 1-1,0-1 0,0 1 1,0-1-1,-1 1 1,0 0-1,0 0 0,0 0 1,0 1-1,0-1 0,-1 0 1,0 1-1,0-1 0,0 0 1,0 1-1,0 3-19,3 149 314,-4-151-305,-5 39 10,-2 0 0,-2-1 1,-1 0-1,-3 0 0,-2-2 0,-1 1 0,-2-2 0,-14 21-19,-11-1-173,31-66-84,10-105-1608,2 37 213</inkml:trace>
  <inkml:trace contextRef="#ctx0" brushRef="#br2" timeOffset="128670.315">2927 269 28686,'0'0'920,"0"0"-93,0 0-377,5 23-142,22 149-99,-23-106 35,0-31-786,-2-1 0,-1 1 0,-1-1 0,-2 1 1,-2-1-1,-1 0 0,-1 0 0,-2 0 0,-1-1 1,-9 19 541,-93 176 3159,96-174-2689,3 1 0,2 0 1,2 1-1,3 0 0,2 37-470,2-91 3,1-1 0,-1 0 0,1 1 0,0-1 0,-1 1 0,1-1 0,0 0 0,0 1 0,0-1 0,0 1 1,0-1-1,0 1 0,0-1 0,1 0 0,-1 1 0,1-1 0,-1 1 0,1-1 0,-1 0 0,1 1 0,-1-1 0,1 0 0,0 0 0,0 0 0,0 1 0,0-1 0,0 0 0,0 0 0,0 0 0,0 0 0,0-1 0,0 1 0,1 0 0,-1 0 0,0-1 0,1 1 0,-1-1 1,0 1-1,1-1 0,-1 1 0,1-1 0,-1 0 0,0 0 0,1 0 0,-1 0 0,1 0 0,-1 0 0,1 0 0,-1 0 0,0 0 0,1-1 0,-1 1 0,1-1 0,0 0-3,7-3 23,-1 0-1,0-1 1,0-1 0,-1 1-1,1-1 1,-1 0-1,-1-1 1,1 0 0,-1 0-1,0 0 1,-1-1 0,0 0-1,0 0 1,0 0-1,3-9-22,0 2 12,179-304-488,-119 206-272,-5 6-705</inkml:trace>
  <inkml:trace contextRef="#ctx0" brushRef="#br2" timeOffset="128953.038">3320 227 30751,'0'0'744,"0"0"-528,0 0-128,129-11 56,-72-13-40,9-6-104,26-29-112,-11 6-264,-18 4-1681</inkml:trace>
  <inkml:trace contextRef="#ctx0" brushRef="#br2" timeOffset="129355.26">3668 54 30254,'-6'22'719,"-92"343"432,-23 177-583,118-496-612,25-55-76,129-187-457,-125 156 502,-15 22 64,1 1 0,0 0 0,2 0 0,-1 1 0,2 1 0,0 0 0,6-3 11,-20 16 0,0 1 0,0 0 0,0 0 0,0 0 0,0 0 0,0 1 0,0-1 0,1 0 0,-1 0 1,0 1-1,0-1 0,1 0 0,-1 1 0,0-1 0,1 1 0,-1 0 0,0-1 0,1 1 0,-1 0 0,1 0 0,-1 0 0,1 0 0,-1 0 1,0 0-1,1 1 0,-1-1 0,0 0 0,1 1 0,-1-1 0,1 1 0,-1-1 0,0 1 0,0-1 0,1 1 0,-1 0 0,0 0 0,0 0 1,0 0-1,0 0 0,0 0 0,0 0 0,0 0 0,0 0 0,-1 0 0,1 0 0,0 1 0,-1-1 0,1 0 0,-1 1 0,1-1 0,-1 0 1,1 1-1,-1-1 0,0 0 0,0 1 0,5 43 20,-3 0 0,-1 0 0,-2 0 0,-3 0 0,-1-1 0,-7 24-20,-77 377 471,85-330-103,4-114-369,0 1 1,1 0 0,-1 0 0,1 0 0,-1-1-1,1 1 1,-1 0 0,1-1 0,0 1 0,0 0-1,0-1 1,0 1 0,0-1 0,0 1-1,1-1 1,-1 0 0,0 0 0,1 1 0,-1-1-1,1 0 1,-1 0 0,1 0 0,-1 0 0,1-1-1,0 1 1,0 0 0,-1-1 0,1 1-1,0-1 1,0 0 0,-1 1 0,1-1 0,0 0-1,0 0 1,0 0 0,0-1 0,-1 1 0,1 0-1,0-1 1,0 1 0,0-1 0,-1 1 0,1-1-1,0 0 1,-1 0 0,1 1 0,-1-1-1,1-1 1,-1 1 0,1 0 0,14-11-60,-1 0 0,0-1 0,-1 0 1,0-1-1,-1-1 0,0 0 0,-2-1 0,1-2 60,0 3-82,263-386-1515,-274 398 1639,1 0 0,0 0 0,0 0 0,0 1 0,0-1-1,0 1 1,0 0 0,1-1 0,-1 1 0,1 0 0,0 0 0,0 1 0,0-1-1,0 0 1,0 1 0,0 0 0,0 0 0,0 0 0,0 0 0,0 0 0,1 1-1,-1-1 1,0 1 0,1 0 0,-1 0 0,0 0 0,1 0 0,-1 1 0,0-1-1,0 1 1,1 0 0,-1 0 0,0 0 0,0 0 0,2 2-42,49 94 704,-24-24-700,-23-52-4,1 1 0,1-2 0,0 1 0,2-1 0,0-1 0,1 0 0,1-1 0,1 0 0,11 10 0,10 2-203,-5-10-810</inkml:trace>
  <inkml:trace contextRef="#ctx0" brushRef="#br2" timeOffset="150747.904">558 5416 22341,'0'0'5937,"0"0"-5313,0 0-200,0 0-32,0 0-88,0 0-104,0 0-128,79 124-72,-79-65-536,0-12-2512,-20-5-11835</inkml:trace>
  <inkml:trace contextRef="#ctx0" brushRef="#br2" timeOffset="151064.935">266 6138 22917,'0'0'4754,"0"0"-3253,0 0-1196,0 0-210,0 0 146,0 0 56,20-15-73,164-108-6,-182 121-215,-1 1 0,0 0 0,0-1-1,1 1 1,-1 0 0,0 0 0,1 0 0,-1 0 0,1 0 0,0 1 0,-1-1 0,1 0 0,0 1-1,-1-1 1,1 1 0,0 0 0,-1-1 0,1 1 0,0 0 0,0 0 0,0 0 0,-1 0 0,1 1-1,0-1 1,0 0 0,-1 1 0,1-1 0,0 1 0,-1-1 0,1 1 0,-1 0 0,1 0 0,-1 0-1,1 0 1,-1 0 0,1 0 0,-1 0 0,0 0 0,0 1 0,1 0-3,-1 21 55,-2 0 0,0 0-1,-2 0 1,0-1 0,-1 1 0,-2 0 0,0-1-1,-1 0 1,-2-1 0,0 2-55,-4 11 28,-59 171 21,-8-3 1,-13 3-50,-9-46-615,102-160 546,0 1 1,0 0-1,0-1 0,0 1 1,0-1-1,0 1 0,1-1 1,-1 1-1,0-1 0,0 1 1,0-1-1,-1 1 0,1-1 1,0 1-1,0-1 1,0 1-1,0-1 0,0 1 1,0 0-1,-1-1 0,1 1 1,0-1-1,0 1 0,-1 0 1,1-1-1,0 1 0,-1-1 1,1 1-1,0 0 1,-1 0-1,1-1 0,-1 1 1,1 0-1,0-1 0,-1 1 1,1 0-1,-1 0 0,1 0 1,-1 0-1,1 0 0,-1-1 1,1 1-1,-1 0 0,1 0 1,-1 0-1,1 0 1,-1 0-1,1 0 0,0 0 1,-1 1-1,1-1 0,-1 0 1,1 0-1,-1 0 0,0 0 69,2-7-1428,2-47-9566,11-14 5258</inkml:trace>
  <inkml:trace contextRef="#ctx0" brushRef="#br2" timeOffset="151315.808">542 6449 22693,'0'0'5233,"0"0"-4305,0 0-168,66 101-144,-59-28-159,1 8-129,1 0-136,4-8-144,9-10-48,0-12-32,-2-13-264,-5-17-289,-8-17-839,-7-31-2065,-4-21-10458,-10-13 11947</inkml:trace>
  <inkml:trace contextRef="#ctx0" brushRef="#br2" timeOffset="151581.16">884 6209 28302,'0'0'1158,"0"0"-585,-19 15-261,0-1-240,-96 97 292,105-97-350,1 0 1,0 0-1,1 1 0,1 1 0,0-1 0,1 1 0,0 0 0,2 0 1,0 1-1,1 0 0,0-1 0,1 1 0,1 13-14,1-28-1,0 0 0,1 0-1,-1 0 1,1 0-1,-1 0 1,1 0 0,0 0-1,-1 0 1,1 0-1,0 0 1,0 0 0,1 0-1,-1-1 1,0 1 0,1 0-1,-1-1 1,0 1-1,1-1 1,0 0 0,-1 1-1,1-1 1,0 0 0,0 0-1,0 0 1,0 0-1,0 0 1,0-1 0,0 1-1,0-1 1,0 1-1,0-1 1,0 1 0,0-1-1,0 0 1,0 0 0,1 0-1,-1-1 2,83-15-339,-76 11 13,-1 0 0,0-1 0,0 1 1,-1-2-1,0 1 0,0-1 0,0 0 1,-1 0-1,0-1 0,0 0 0,-1 0 0,0 0 1,-1-1-1,1 1 0,0-6 326,27-90-12943,-20 35 9400</inkml:trace>
  <inkml:trace contextRef="#ctx0" brushRef="#br2" timeOffset="150134.558">2366 6919 20916,'0'0'6897,"0"0"-4954,0 0-1327,0 0-111,0 0-107,-8-2-121,2 0-237,6 3-35,0-1 0,0 1 0,0-1 0,0 1 0,0-1 0,0 1 0,0-1 0,0 1 0,0-1 1,0 1-1,0 0 0,0-1 0,-1 1 0,1-1 0,0 1 0,0-1 0,0 0 0,-1 1 0,1-1 0,0 1 1,-1-1-1,1 1 0,0-1 0,-1 0 0,1 1 0,0-1 0,-1 0 0,1 1 0,-1-1 0,1 0 1,-1 1-1,1-1 0,-1 0 0,1 0 0,-1 0 0,1 0 0,-1 1-5,613 479 536,-447-353-3274,-142-119-1811</inkml:trace>
  <inkml:trace contextRef="#ctx0" brushRef="#br2" timeOffset="150414.985">3050 6822 29958,'5'17'715,"51"143"-151,7-2 0,23 31-564,-60-131 47,-17-40-37,17 81 100,-28-97-97,0 0-1,-1 1 0,1-1 1,-1 0-1,1 0 1,-1-1-1,0 1 1,0-1-1,0 1 0,0-1 1,0 0-1,0 0 1,0 0-1,0 0 1,0-1-1,-1 1 0,1-1 1,0 0-1,0 0 1,0 0-1,-1 0 1,1-1-1,0 1 0,0-1 1,-3 0-13,-6 0 13,-349-18-809,235 2-2847,3-4-9703</inkml:trace>
  <inkml:trace contextRef="#ctx0" brushRef="#br2" timeOffset="151848.158">922 5747 18852,'0'0'10250,"0"0"-9562,0 0-120,37 201-15,5-51-121,-1 16-88,-1-8-160,-10-34-120,-10-43-64,-7-22-16,0-12-184,-6-3-152,-3-9-785,-4-35-1591,-15-12-11235,-5-29 8506</inkml:trace>
  <inkml:trace contextRef="#ctx0" brushRef="#br2" timeOffset="151849.158">1068 6073 28094,'0'0'1248,"0"0"-472,0 0-447,154 0-177,-99 9-152,-5-3-8,5-6-713,-11-10-2839,-14-15-14372</inkml:trace>
  <inkml:trace contextRef="#ctx0" brushRef="#br2" timeOffset="153199.042">3383 6033 25934,'0'0'6257,"0"0"-5681,0 0-576,0 0 0,0 0-328,0 0-256,0 0-2585</inkml:trace>
  <inkml:trace contextRef="#ctx0" brushRef="#br2" timeOffset="152097.402">1450 5374 21221,'0'0'6954,"0"0"-5121,0 0-1557,23-4-87,170-25 623,-180 28-747,-12 1-59,1-1-1,0 1 1,-1-1 0,1 1 0,0 0 0,0-1 0,-1 1 0,1 0 0,0 0-1,0 0 1,0 1 0,-1-1 0,1 0 0,0 1 0,-1-1 0,1 1 0,0-1 0,-1 1-1,1 0 1,0 0 0,-1 0 0,1 0 0,-1 0 0,0 0 0,1 0 0,-1 0-1,0 0 1,1 1 0,-1-1 0,0 1 0,0-1 0,0 1 0,-1-1 0,1 1 0,0-1-1,0 2-5,0 15 4,-1-1 0,-1 1-1,0-1 1,-1 0 0,-1 1-1,-1-1 1,0 0 0,-2 0-1,1-1 1,-2 0 0,0 0-1,-1 0 1,-2 1-4,-15 38-10,-209 504-1739,186-485-1748,46-72 3194,1-1 0,-1 0 0,0 0 0,0 0 1,1 0-1,-1 0 0,0 0 0,0 0 0,0-1 0,0 1 0,0-1 0,0 1 0,0-1 0,0 0 1,0 0-1,0 0 0,0 0 0,0 0 0,0 0 0,0-1 0,0 1 0,0-1 0,0 1 1,0-1-1,0 0 0,0 0 0,0 0 0,0 0 0,1 0 0,-1 0 0,0 0 0,1 0 0,-1-1 1,1 1-1,-1-1 0,1 1 0,-1-1 303,-23-29-3808</inkml:trace>
  <inkml:trace contextRef="#ctx0" brushRef="#br2" timeOffset="152431.796">1500 5777 6225,'0'0'7971,"0"0"2620,16 16-7320,-5-4-3058,-3-5-94,0 1 0,-1 0 0,0 0 0,0 1 0,-1 0 0,0 0 0,-1 1 0,0 0-1,0 0 1,-1 0 0,0 0 0,-1 1 0,2 9-119,41 328 971,-32-314-1575,-10-39 312,-4-263-54,0 265 349,-1-15 35,0-1 1,1 0 0,1 0-1,1 0 1,0 0 0,2 0 0,0 1-1,1-1 1,1 1 0,0 1-1,2-1 1,8-14-39,-12 24 48,0 1 0,1 0 0,0-1 0,1 2 0,0-1 0,0 1 0,0 0 0,0 0 0,1 0 0,0 1-1,1 0 1,-1 1 0,1-1 0,-1 1 0,1 1 0,1 0 0,-1 0 0,0 0 0,1 1 0,0 0-48,-5 4 22,0 0 1,0 0-1,0 0 1,-1 0-1,1 1 0,0-1 1,-1 1-1,0 0 1,1 0-1,-1 0 1,-1 1-1,1-1 0,0 1 1,-1-1-1,1 1 1,-1 0-1,0 0 0,-1 0 1,1 0-1,-1 0 1,1 0-1,-1 1 1,0-1-1,-1 0 0,1 1 1,-1-1-1,0 1 1,0-1-1,0 0 1,-1 1-1,1-1 0,-1 0 1,0 1-1,0-1 1,-1 2-23,1 6 27,3 28-15,-2 1 0,-2-1 0,-2 1 0,-1-1 0,-3 0 0,-1-1 0,-1 0 0,-4 2-12,-17 6-656,14-57-688,-1-37-1581,-6-46-6641,4 6 3932</inkml:trace>
  <inkml:trace contextRef="#ctx0" brushRef="#br2" timeOffset="152630.946">2061 4970 26758,'0'0'1136,"0"0"-40,0 0-120,128 33-343,-93 3-73,-7 5-200,-4 5-128,-8 3-136,-3 2-72,-11 1-24,-2 1-136,0-2-208,-4-8-753,-21-11-1031,-18-26-7354,1-6 4305,2-2 4289</inkml:trace>
  <inkml:trace contextRef="#ctx0" brushRef="#br2" timeOffset="153031.395">1993 5236 14603,'0'0'4381,"0"0"1478,0 0-3128,0 0-1722,0 0-162,13 17-76,0 2-586,-1 1 0,0 0-1,-1 0 1,-1 1 0,-1 0-1,6 22-184,3 30 339,61 167 24,-76-233-364,0-1 0,0 0 1,1 0-1,0 0 0,0 0 0,0-1 0,1 0 1,0 0-1,0 0 0,0 0 0,1-1 1,-1 0-1,1 0 0,0 0 0,0-1 1,1 0-1,-1 0 0,0 0 0,1-1 0,0 0 1,0 0-1,-1-1 0,1 0 0,0 0 1,0-1-1,5 1 1,214-28 69,-223 26-68,-1 1 0,1 0 0,-1 0-1,1 0 1,-1 0 0,1 0 0,-1 1-1,1-1 1,-1 1 0,1 0 0,-1 0 0,0-1-1,1 2 1,-1-1 0,0 0 0,0 0 0,0 1-1,0-1 1,0 1 0,0-1 0,0 1 0,0 0-1,-1 0 1,1 0 0,-1 0 0,1 0-1,-1 0 1,0 0 0,0 1 0,0-1 0,0 0-1,0 1 1,0-1 0,-1 1 0,1-1 0,-1 1-1,0-1 1,0 1 0,0-1-1,0 26 3,-1-1 1,-2 0 0,-1 0-1,-1-1 1,-1 1-1,-1-1 1,-2 0-1,0-1 1,-2 0 0,-1 0-1,-1-1 1,0-1-1,-2 0 1,-1-1 0,-1-1-1,0 0 1,-2-1-1,0-1 1,-19 14-4,27-22 0,1 0 1,-2-1-1,1 0 1,-2 0-1,1-1 1,-1-1-1,0 0 1,-1-1-1,0 0 1,0-1 0,-1-1-1,1 0 1,-4 0-1,15-5-2,1 1 1,-1-1-1,0 0 1,0 0-1,1 0 1,-1 0-1,0-1 1,0 1-1,1-1 1,-1 0-1,1 1 1,-1-1-1,0 0 1,1-1-1,-1 1 1,1 0-1,0-1 1,0 1-1,-1-1 1,1 0-1,0 1 1,0-1-1,0 0 1,1-1-1,-1 1 1,0 0-1,1 0 1,0-1-1,-1 1 1,1-1-1,0 1 1,0-1-1,0 1 1,1-1-1,-1 0 1,1 1-1,-1-4 3,3-110-81,6 84 77,1-1 0,1 2-1,2-1 1,2 2 0,0 0 0,2 0 0,2 2 0,0 0 0,2 1-1,0 0 1,2 2 0,1 1 0,1 1 0,22-16 3,84-37-1349,-34 46-7812,-41 23-5363</inkml:trace>
  <inkml:trace contextRef="#ctx0" brushRef="#br0" timeOffset="196473.645">3644 9140 22021,'0'0'1832,"0"0"1744,0 0-1875,0 0-983,0 0-317,3 2-86,10 2-158,0-1 0,0-1 1,0 0-1,0-1 0,1 0 0,-1-1 1,0 0-1,0-1 0,10-2-157,-20 3 26,229-51 736,-200 41-762,0-1 0,-1-2 0,0-1 0,-2-1 0,23-16 0,6-2 0,135-17 0,150-35 0,-286 72 0,1 2 0,1 3 0,-1 2 0,10 3 0,449 5 0,-202 29 0,-196-22 0,-64-3 0,0-3 0,0-2 0,0-2 0,32-6 0,316-6 0,90-38 0,145 2 0,-504 36 0,0 7 0,0 5 0,122 15 0,384 0 0,367-44 0,-667 47 0,273 39 0,-53 9 0,85-14 0,422 5 0,-210-48 0,-449 42 0,-542-65-477,60 13-1911</inkml:trace>
  <inkml:trace contextRef="#ctx0" brushRef="#br0" timeOffset="99627.692">10209 10414 30230,'0'0'1021,"0"0"-356,0 0-182,-17-16-172,-55-57-254,13 1-57,55 65 0,0 0 0,-1 0 0,0 0 0,0 1 0,-1-1 0,0 1 0,0 1 0,0-1 0,0 1 0,-1 0 0,0 0 0,0 1 0,-1 0 0,1 0 0,-1 1 0,0 0 0,0 0 0,0 1 0,0 0 0,0 0 0,-2 1 0,0 0 0,-1 1 0,1 1 0,0 0 0,0 0 0,0 1 0,0 0 0,0 1 0,0 0 0,0 1 0,1-1 0,-1 2 0,1 0 0,0 0 0,1 0 0,-1 1 0,1 1 0,0-1 0,1 1 0,-1 0 0,2 1 0,-5 5 0,-4 7 0,0 1 0,1 0 0,1 1 0,1 1 0,0 0 0,2 1 0,1 0 0,0 5 0,3-8 0,0 0 0,2 0 0,1 0 0,0 0 0,2 1 0,0-1 0,1 1 0,1-1 0,1 0 0,3 11 0,-3-22 0,1 0 0,0 0 0,0 0 0,1 0 0,0-1 0,1 0 0,0 0 0,1 0 0,-1 0 0,2-1 0,-1 0 0,1 0 0,0-1 0,1 1 0,0-2 0,0 1 0,0-1 0,1 0 0,0-1 0,0 0 0,0-1 0,5 2 0,-4-2 0,0-1 0,0-1 0,0 0 0,0 0 0,0-1 0,1 0 0,-1-1 0,0 0 0,1 0 0,-1-1 0,0-1 0,0 0 0,0 0 0,0-1 0,0 0 0,0-1 0,-1 0 0,0 0 0,7-5 0,153-124 0,72-116-1046,-177 176-1269</inkml:trace>
  <inkml:trace contextRef="#ctx0" brushRef="#br0" timeOffset="99893.483">11055 10061 26510,'0'0'5169,"0"0"-4617,0 0-176,0 142-216,-7-83-160,-2 9 0,-1 6 0,3 9 0,3 4 0,-1-2 0,5-4 0,0-4 0,13-22 0,3-25-1632</inkml:trace>
  <inkml:trace contextRef="#ctx0" brushRef="#br0" timeOffset="100277.142">12352 10414 31215,'0'0'678,"0"0"-352,0 0-67,-4-20-19,-44-157-191,46 172-49,-1-1 0,0 0 0,0 1 0,0 0 0,-1-1 0,1 1 0,-1 0 0,0 1 0,-1-1 0,1 1 0,-1 0 0,0 0 0,0 0 0,0 1 0,0 0 0,-1 0 0,0 0 0,1 0 0,-1 1 0,0 0 0,0 0 0,0 1 0,0 0 0,0 0 0,-1 0 0,1 1 0,0 0 0,0 0 0,-1 0 0,1 1 0,0 0 0,0 0 0,0 1 0,-3 0 0,-5 6 0,0 1 0,1 0 0,0 1 0,0 1 0,1 0 0,0 0 0,1 1 0,0 1 0,1 0 0,1 0 0,0 1 0,1 0 0,0 0 0,1 1 0,1 0 0,-1 3 0,-4 9 0,1 0 0,2 1 0,1 0 0,1 1 0,1 0 0,1 0 0,2 0 0,1 0 0,2 24 0,-1-46 0,0-1 0,0 1 0,1 0 0,0-1 0,0 1 0,1-1 0,0 1 0,0-1 0,0 0 0,1 0 0,0 0 0,0 0 0,0 0 0,1-1 0,0 1 0,0-1 0,0 0 0,1 0 0,0-1 0,-1 1 0,2-1 0,-1 0 0,0 0 0,1-1 0,0 0 0,0 0 0,0 0 0,0 0 0,0-1 0,3 0 0,5-1 1,1 0 0,-1-1 0,0-1 0,1-1 0,-1 0 0,0-1 0,0 0 0,-1-1 0,1 0-1,-1-1 1,0-1 0,0 0 0,0-1 0,-1 0 0,0-1 0,3-3-1,169-149-181,-182 157 171,72-73-1866,-13 6-4162</inkml:trace>
  <inkml:trace contextRef="#ctx0" brushRef="#br0" timeOffset="100576.802">13387 9933 30911,'0'0'972,"0"0"-452,0 0-235,1 18-211,59 819-69,-57-789-5,-13-56-640,-9-23-2561</inkml:trace>
  <inkml:trace contextRef="#ctx0" brushRef="#br0" timeOffset="98828.062">7458 10562 26678,'0'0'3368,"0"0"-2295,0 0-776,0 0 39,0 0 200,1-13-157,1-25-327,-3-160 2,0 189-54,-1-1 0,1 1-1,-2-1 1,1 1 0,-2 0-1,1-1 1,-1 2 0,0-1-1,-1 0 1,0 1 0,0 0-1,-1 0 1,0 0 0,0 1-1,-1 0 1,0 0 0,0 1-1,-1 0 1,-3-2 0,6 5 0,0 0 0,0 0 0,0 1 0,0-1 0,0 2 0,0-1 0,-1 0 0,1 1 0,-1 0 0,1 0 0,-1 1 0,0-1 0,1 1 0,-1 0 0,1 1 0,-1-1 0,0 1 0,1 1 0,0-1 0,-1 1 0,1-1 0,0 2 0,0-1 0,-1 0 0,2 1 0,-1 0 0,0 0 0,1 1 0,-1-1 0,-2 5 0,-11 16 0,1 1 0,2 1 0,0 0 0,2 1 0,1 1 0,1 0 0,1 1 0,2 0 0,-2 12 0,2-10 0,-17 51 0,3 1 0,4 1 0,3 0 0,4 2 0,3 36 0,7-117 0,2 0 0,-1 0 0,1 0 0,-1 0 0,1-1 0,0 1 0,1 0 0,0 0 0,-1-1 0,1 1 0,1-1 0,-1 0 0,0 0 0,1 0 0,0 0 0,0 0 0,1 0 0,-1-1 0,0 1 0,1-1 0,0 0 0,0 0 0,0-1 0,0 1 0,1-1 0,-1 0 0,1 0 0,-1 0 0,1 0 0,-1-1 0,1 0 0,0 0 0,0 0 0,0-1 0,0 0 0,0 1 0,0-2 0,6 2 0,0-1 0,-1 0 0,1-1 0,0 0 0,-1 0 0,1-2 0,-1 1 0,0-1 0,1-1 0,-1 1 0,-1-2 0,1 0 0,-1 0 0,1 0 0,-2-1 0,1-1 0,-1 1 0,0-1 0,0-1 0,0 1 0,5-10 0,156-202 0,-53 82-761,-67 80-1287</inkml:trace>
  <inkml:trace contextRef="#ctx0" brushRef="#br0" timeOffset="99121.73">8218 10736 29286,'0'0'2249,"0"0"-1433,0 0-400,62 122-416,-42-86 0,-1-3 0,-1-3 0,2-5 0,6 1 0,-2-6 0,-9-12-520</inkml:trace>
  <inkml:trace contextRef="#ctx0" brushRef="#br0" timeOffset="211073.339">6664 11519 22085,'0'0'4567,"0"0"-3077,0 0-777,0 0-54,0 0-123,0 0-65,23 3-116,73 7-139,147-32 304,-112 21-437,129-14-54,10-46-20,-159 32-3,0 5 0,2 5 0,112-3-6,52 20 5,-88 2 4,0-7 1,56-15-10,-189 14 0,182-26 0,188 0 0,436 27 6,-779 4-3,162-7-20,180 20 17,68 68 2,-38-2 10,504-18-10,-421-45 20,-257 28-1100,-262-36-1531</inkml:trace>
  <inkml:trace contextRef="#ctx0" brushRef="#br0" timeOffset="212854.677">15673 10509 20236,'0'0'1603,"0"0"-976,0 0-461,0 0 46,0 0 490,0 0 415,-3 2-429,1 0-679,-1-1-1,1 0 1,-1 0 0,0 0 0,1 0 0,-1-1-1,0 1 1,0-1 0,1 1 0,-1-1 0,0 0-1,0 0 1,0-1 0,1 1 0,-1 0-1,0-1 1,0 0 0,1 1 0,-1-1 0,0 0-1,1 0 1,-1-1 0,1 1 0,0-1 0,-1 1-1,1-1 1,0 0 0,0 1 0,0-1 0,0 0-1,0-1 1,0 1 0,1 0 0,-1 0 0,1-1-1,-1 1 1,1-1 0,0 1 0,0-1 0,0 0-1,0 1 1,1-1 0,-1 0 0,1 0 0,-1 1-1,1-1 1,0-1-9,-14-30 610,13 34-416,1 0-123,0 0 24,24 4 1478,-4 3-1320,1-1 0,0-1 0,0 0-1,0-2 1,0 0 0,1-2-1,-1 0 1,8-2-253,127-2 63,-68-1-56,0 4 0,0 4 0,62 12-7,617 77 26,179-25-34,-810-63-98,0 6 1,-1 6-1,112 30 106,-218-39-1700</inkml:trace>
  <inkml:trace contextRef="#ctx0" brushRef="#br0" timeOffset="213199.589">18354 10373 29262,'0'0'775,"0"0"-424,0 0-92,20 8 82,140 41 152,-66-33-382,-38-9-5,0 3 0,-1 2 0,0 3 0,45 18-106,-98-33 4,1 1-1,-1-1 1,1 0-1,-1 1 1,0 0-1,1-1 1,-1 1-1,0 0 1,1 0-1,-1 0 1,0 1-1,0-1 1,0 0-1,0 1 1,0 0-1,0-1 1,-1 1-1,1 0 1,0 0-1,-1 0 1,1 0-1,-1 0 1,0 0-1,0 0 1,0 1-1,0-1 1,0 0-1,0 1 1,-1-1-1,1 0 0,-1 1 1,1-1-1,-1 1 1,0-1-1,0 1 1,0-1-1,0 1 1,-1-1-1,1 1 1,-1-1-1,1 1 1,-1-1-1,0 0 1,0 1-1,0-1 1,0 0-1,-1 0 1,1 0-1,0 0 1,-1 1-4,-134 73 129,79-49-150,-64 33-390,-3-7 0,-114 34 411,158-67-1924,34-17-3056</inkml:trace>
  <inkml:trace contextRef="#ctx0" brushRef="#br0" timeOffset="213891.469">17131 9262 30262,'0'0'1257,"0"0"-905,0 0-8,0 0 128,-20 101-392,18-48-80,2 6 0,0 6 0,11 6 0,15 22 0,11 24 0,-4-19 0,-9-21-2385</inkml:trace>
  <inkml:trace contextRef="#ctx0" brushRef="#br1" timeOffset="222184.539">23365 6706 25645,'0'0'1453,"-4"17"494,-42 300 9,33 230-1281,11-246-188,-20 88-487,-99 524 37,75-688-832,36-202-166,-3-9-1149</inkml:trace>
  <inkml:trace contextRef="#ctx0" brushRef="#br1" timeOffset="222481.314">22725 8962 29918,'0'0'663,"3"23"-337,-2-14-300,44 164 413,10-60-94,4-3 1,44 59-346,-101-165 20,0 1 0,-1-1 1,2 0-1,-1 0 0,0 0 1,1 0-1,0 0 0,0 0 0,0-1 1,0 1-1,1-1 0,-1 0 1,1 0-1,0 0 0,0-1 0,0 1 1,0-1-1,0 0 0,0 0 1,1 0-1,-1-1 0,1 1 0,-1-1 1,1 0-1,0-1 0,-1 1 1,1-1-1,0 0 0,0 0 0,-1 0 1,1-1-1,0 1 0,1-2-20,77-88 35,289-506-1326,-311 497-547</inkml:trace>
  <inkml:trace contextRef="#ctx0" brushRef="#br1" timeOffset="223218.421">22935 10036 30062,'0'0'607,"0"0"-337,22-12-124,147-66 180,-137 70-294,-1 2 0,1 2 0,0 0 1,-1 2-1,1 2 0,30 3-32,-56-3 7,0 0 0,0 0 0,0 1 0,0 0 0,-1 0 0,1 1-1,0 0 1,-1 0 0,1 0 0,-1 0 0,0 1 0,1 0 0,-1 0 0,-1 0 0,1 1 0,0 0 0,-1 0 0,0 0-1,0 0 1,0 1 0,0-1 0,-1 1 0,1 0 0,-1 0 0,-1 0 0,1 1 0,0 2-7,-2 8 27,-1 1 0,-1-1 0,-1 0 0,0 0-1,-1 0 1,-1 0 0,0 0 0,-1-1 0,-1 0 0,0 0 0,-1 0 0,-1-1 0,0 0 0,-1 0 0,-6 6-27,-34 69-572,34-52-1650,5-11-3766</inkml:trace>
  <inkml:trace contextRef="#ctx0" brushRef="#br1" timeOffset="223480.363">23446 10854 32055,'0'0'712,"0"0"-712,0 0 0,0 0 0,0 0 0,0 0 0,0 0 0,44 38-1408</inkml:trace>
  <inkml:trace contextRef="#ctx0" brushRef="#br1" timeOffset="228104.456">22762 9538 27382,'0'0'2763,"0"0"-1801,0 0-546,0 0-94,0 0 3,0 0-40,-1 8-113,2-3-165,0 0-1,0-1 1,1 1-1,-1-1 1,1 1 0,0-1-1,0 1 1,1-1-1,-1 0 1,1 0 0,0 0-1,0 0 1,0-1-1,0 1 1,1-1 0,0 0-1,-1 0 1,1 0 0,0 0-1,0-1 1,2 1-7,27 25 1,44 49-1,-5 4 0,-2 4 0,54 88 0,-98-137 0,415 599 0,-106-255 0,-297-314 0,-65-64 0,23-5-31,0 1 0,0-1 0,1 0 0,-1 0-1,1-1 1,0 1 0,0-1 0,0 0 0,0 1 0,1-1 0,0 0 0,0-1-1,0 1 1,0 0 0,0-1 0,1 1 0,0-1 0,0 1 0,0-1 0,1 1 0,-1-1-1,1 0 1,0 1 0,1-5 31,-2 3-199,-5-52-1904</inkml:trace>
  <inkml:trace contextRef="#ctx0" brushRef="#br1" timeOffset="228363.269">24399 9647 30863,'0'0'1016,"0"0"-384,0 0-376,0 0-256,-131 28 0,36 43 0,-56 49 0,-68 59 0,-46 44 0,-14 24 0,16-2 0,55-28 0,39-22 0,64-63 0,31-45-2152</inkml:trace>
  <inkml:trace contextRef="#ctx0" brushRef="#br1" timeOffset="231490.71">7030 11535 20236,'0'0'7737,"0"0"-5665,0 0-1513,0 0-51,0 0-76,-8 2-99,-14 7 34,194-73 143,-18 33-508,1 6 1,1 7-1,0 7 1,1 7-1,79 11-2,-166-6 1,636 4-1,117 98 0,-478-101 0,24-17 0,-299 12 0,766-73 0,-441 87 0,66-14 0,-265-3 0,1 9 0,-1 8 0,629 82 0,-599-78 0,-246-18-440,-9-8-1761</inkml:trace>
  <inkml:trace contextRef="#ctx0" brushRef="#br1" timeOffset="232463.896">18630 6149 28262,'0'0'864,"0"0"-229,0 0 36,0 0-35,0 0-161,-5 2-125,-6 9 10,49-7 60,-22-2-355,78 1-55,-1-4 0,0-4 0,21-7-10,172-7-1,982 19 1,-1055 7 0,-1 9 0,0 10 0,30 15 0,7 25 0,-246-65 0,-7 1 0,-51-1-848,15 0-3393</inkml:trace>
  <inkml:trace contextRef="#ctx0" brushRef="#br0" timeOffset="263038.681">22836 3857 27478,'0'0'989,"0"0"-432,20 3-147,135 36 509,-71 6-436,-3 4-1,-1 3 1,26 27-483,-60-45 55,42 29-33,-4 3 1,-3 5-1,-3 3 0,31 40-22,-100-103-66,69 55-1459,-65-64-199</inkml:trace>
  <inkml:trace contextRef="#ctx0" brushRef="#br0" timeOffset="263232.2">24000 4041 18212,'0'0'11650,"0"0"-11138,0 0-135,-173 55-161,53 20 24,-51 39-112,-29 32-128,36-23-352,28-23-2529</inkml:trace>
  <inkml:trace contextRef="#ctx0" brushRef="#br0" timeOffset="275475.2">24053 5840 28310,'0'0'1552,"0"0"-1392,44 110-80,-16-41 72,5 10 137,4 6-33,7 2-112,2-4-80,2-6-32,-4-8-32,-6-12 0,-6-12-152,-5-13-264,-8-13-457,-10-17-1511</inkml:trace>
  <inkml:trace contextRef="#ctx0" brushRef="#br0" timeOffset="275658.857">24369 5966 29910,'-88'122'713,"-2"18"-425,0 14-200,20-16-88,35-53-432,9-22-1369</inkml:trace>
  <inkml:trace contextRef="#ctx0" brushRef="#br0" timeOffset="251131.5">22720 13427 27582,'0'0'2734,"0"0"-1861,0 0-421,0 0 58,-13-20-118,-68-120-171,78 132-221,0 0 1,-1 1-1,1-1 0,-1 1 0,-1 0 0,1 0 0,-1 0 0,0 0 0,-1 1 1,0 0-1,0 0 0,0 1 0,-1-1 0,1 1 0,-1 1 0,-1-1 0,1 1 1,0 1-1,-1-1 0,0 1 0,0 0 0,-5 0 0,7 2 0,-1 1 0,0 0 0,0 0 0,0 1 0,0 0 0,0 0 0,1 0 0,-1 1 0,1 0 0,-1 1 0,1-1 0,-1 1 0,1 0 0,0 1 0,1 0 0,-1-1 0,0 2 0,1-1 0,0 1 0,0 0 0,0 0 0,1 0 0,0 0 0,0 1 0,0 0 0,-2 4 0,-2 4 0,0 0 0,1 0 0,0 1 0,1 0 0,0 0 0,2 0 0,0 1 0,0-1 0,2 1 0,0 0 0,0 0 0,2 0 0,0 0 0,1 9 0,0-19 0,1 0 0,-1 0 0,1-1 0,0 1 0,0 0 0,0-1 0,1 1 0,0-1 0,0 0 0,1 0 0,-1 0 0,1 0 0,0-1 0,0 1 0,1-1 0,-1 0 0,1 0 0,0-1 0,0 1 0,0-1 0,0 0 0,1-1 0,-1 1 0,1-1 0,0 0 0,4 0 0,9 4 0,1-2 0,0 0 0,0-2 0,0 0 0,0-1 0,0-1 0,12-1 0,5-8-15,-1-1 0,1-2 0,-2-1 1,0-2-1,-1-2 0,0 0 0,-1-3 0,-1 0 0,-2-3 0,0 0 0,23-24 15,-41 38-40,93-77-1427,-13 6-1991</inkml:trace>
  <inkml:trace contextRef="#ctx0" brushRef="#br0" timeOffset="251349.384">23871 12880 30719,'0'0'1488,"0"0"-928,0 0-560,24 138 0,-17-75 0,1 12 0,-3 10 0,-3 4 0,-2 0 0,0-8 0,0-12 0,0-14 0,0-20 0,2-31 0,0-4 0,-2-17-1192</inkml:trace>
  <inkml:trace contextRef="#ctx0" brushRef="#br0" timeOffset="242544.76">7706 13001 22237,'0'0'6185,"0"0"-4299,0 0-1362,0 0-95,-11-11 10,-73-87 397,5 15-586,76 81-251,1 1 1,-1-1-1,1 1 1,-1-1-1,0 1 1,0 0-1,0 0 1,1 0-1,-1 1 1,0-1-1,0 1 1,0-1-1,0 1 1,0 0-1,0 0 1,0 0-1,0 1 0,0-1 1,0 1-1,0 0 1,0-1-1,0 1 1,1 1-1,-1-1 1,0 0-1,1 1 1,-1-1-1,1 1 1,-1 0-1,1 0 1,0 0-1,0 0 1,0 0-1,0 0 1,0 0-1,-1 2 1,-19 30 0,2 0 0,1 1 0,2 1 0,1 0 0,2 1 0,1 1 0,2 1 0,2-1 0,0 11 0,-3 8 0,3-1 0,2 1 0,3 0 0,2 1 0,2-1 0,3 0 0,3 1 0,2-2 0,3 1 0,2-1 0,2-1 0,22 49 0,-33-95 0,1 0 0,0-1 0,0 1 0,1-1 0,0 0 0,1-1 0,0 1 0,0-1 0,0-1 0,1 1 0,0-1 0,1-1 0,-1 1 0,1-2 0,0 1 0,0-1 0,0 0 0,1-1 0,-1 0 0,1-1 0,0 0 0,0 0 0,0-1 0,-1 0 0,2-1 0,-1 0 0,0 0 0,-1-1 0,1-1 0,0 0 0,0 0 0,0-1 0,-1 0 0,1 0 0,-1-1 0,0-1 0,4-2 0,11-12 0,-1 0 0,-1-2 0,-1-1 0,-1 0 0,-1-2 0,-1 0 0,-1-1 0,-1-1 0,-1 0 0,-2-1 0,0-1 0,-2 0 0,-1 0 0,-2-1 0,0-1 0,-2 1 0,-1-1 0,-2 0 0,-1 0 0,-1-6 0,2 10 0,-1 0 0,-2 0 0,0 0 0,-2-1 0,-1 2 0,-1-1 0,-1 0 0,-1 1 0,-1 0 0,-2 0 0,0 1 0,-2 0 0,0 0 0,-2 1 0,-1 1 0,0 0 0,-2 1 0,-9-9 0,-9 9 0,34 47-372,11-1-1462,6 1-2665</inkml:trace>
  <inkml:trace contextRef="#ctx0" brushRef="#br0" timeOffset="242857.519">8486 13776 26174,'0'0'5222,"12"12"-3919,107 78-1235,-5-27-68,-114-63-3,0 1 0,1-1 0,-1 0 1,1 1-1,-1-1 0,0 0 0,1 1 0,-1-1 0,0 0 0,1 1 1,-1-1-1,0 1 0,0-1 0,0 0 0,1 1 0,-1-1 0,0 1 0,0-1 1,0 1-1,0-1 0,0 1 0,0-1 0,0 1 0,0-1 0,0 1 1,0-1-1,0 0 0,0 1 0,0-1 0,0 1 0,0-1 0,0 1 1,-1-1-1,1 1 0,0-1 0,0 0 0,-1 1 0,1-1 0,0 1 0,0-1 1,-1 0-1,1 1 0,0-1 0,-1 0 0,1 1 0,-1-1 0,1 0 1,0 0-1,-1 1 0,1-1 0,-1 0 0,1 0 0,-1 0 0,1 0 1,0 1-1,-1-1 0,1 0 0,-1 0 0,1 0 0,-1 0 0,1 0 0,-1 0 1,1 0-1,-1 0 0,1-1 0,-1 1 0,1 0 0,-1 0 3,-19 0-973</inkml:trace>
  <inkml:trace contextRef="#ctx0" brushRef="#br0" timeOffset="244600.659">10316 12985 28094,'0'0'1559,"0"0"-822,0 0-162,0 0-57,0 0-57,0-14-106,-1-99 113,-1 107-468,0-1 0,0 1 0,-1-1 0,0 1 0,0 0 0,-1 0 0,0 0 0,0 0 0,0 1 0,-1 0 0,1 0 0,-1 0 0,-1 0 0,1 1 0,-1-1 0,1 1 0,-1 1 0,0-1 0,0 1 0,-1 0 0,1 1 0,-1-1 0,0 1 0,1 1 0,-1-1 0,0 1 0,0 0 0,0 1 0,0 0 0,0 0 0,0 0 0,0 1 0,1 0 0,-1 0 0,0 1 0,0-1 0,1 2 0,-1-1 0,1 1 0,-1 0 0,1 0 0,0 1 0,-2 1 0,-15 16 0,1 1 0,1 2 0,1 0 0,1 1 0,1 1 0,1 0 0,1 2 0,2-1 0,1 2 0,1 0 0,1 1 0,2 0 0,1 0 0,-4 29 0,3-11 0,2-1 0,2 1 0,2 0 0,2 0 0,5 31 0,-4-64 0,1-1 0,1 0 0,1 0 0,0 0 0,0-1 0,2 1 0,-1-1 0,2 0 0,0 0 0,0 0 0,1-1 0,1 0 0,0 0 0,1-1 0,0 0 0,0 0 0,1-1 0,1-1 0,0 0 0,0 0 0,1-1 0,-1 0 0,2-1 0,-1 0 0,1-1 0,0-1 0,1 0 0,-1-1 0,1 0 0,0-1 0,4 0 0,-6-2 0,0-1 0,1-1 0,-1 0 0,0-1 0,0 0 0,0-1 0,0 0 0,-1-1 0,1 0 0,-1-1 0,0-1 0,0 1 0,0-2 0,-1 1 0,0-1 0,-1-1 0,1 0 0,3-5 0,16-16 0,-3-1 0,0-2 0,-2 0 0,-1-2 0,-2 0 0,-1-1 0,-2-2 0,-2 1 0,-1-2 0,-1 0 0,-3-1 0,-1 0 0,-2-1 0,-1 0 0,-3 0 0,-1 0 0,-1-12 0,-2 36 0,-1 0 0,0 0 0,-1 1 0,-1-1 0,0 0 0,-1 1 0,-1 0 0,0 0 0,-1 0 0,-1 1 0,0 0 0,-1 0 0,-1 0 0,0 1 0,0 0 0,-1 1 0,-1 0 0,-10-8 0,7 7 0,0 0 0,0 1 0,-1 1 0,-1 0 0,0 1 0,-1 1 0,0 0 0,0 1 0,0 1 0,-1 1 0,-1 0 0,1 1 0,0 2 0,-1-1 0,0 2 0,0 1 0,-1 0 0,16 31 0,4-1-212,0-3-848</inkml:trace>
  <inkml:trace contextRef="#ctx0" brushRef="#br0" timeOffset="246073.429">9639 14160 28574,'0'0'1404,"0"0"-509,0 0-187,0 0-93,0 0-223,17-2-236,513-37-133,-156 11-23,-442 28-1782,24 0-3349</inkml:trace>
  <inkml:trace contextRef="#ctx0" brushRef="#br0" timeOffset="246440.631">9784 14117 30230,'0'0'1006,"0"0"-355,0 0-111,19-1-248,127-6-244,333 23-48,-502-16-357,-7 0-1430</inkml:trace>
  <inkml:trace contextRef="#ctx0" brushRef="#br0" timeOffset="248290.955">11916 13127 26598,'0'0'2322,"0"0"-1313,0 0-349,0 0-41,0 0-154,0-13 12,1-20-195,1 22-267,-1-1 0,0 1 0,0-1 1,-1 0-1,0 1 0,-1-1 0,-1 1 1,0-1-1,0 1 0,-1 0 0,-1 0 1,1 0-1,-2 0 0,0 0 0,0 1 1,-1 0-1,0 0 0,-1 1 0,0-1 0,0 1 1,-1 1-1,-1-1-15,4 6 0,0 0 0,-1 1 0,1-1 0,-1 1 0,0 1 0,1-1 0,-1 1 0,0 0 0,0 0 0,0 1 0,0 0 0,0 0 0,0 0 0,0 1 0,0-1 0,0 1 0,1 1 0,-1-1 0,0 1 0,1 0 0,-1 1 0,1-1 0,-1 1 0,1 0 0,0 0 0,0 1 0,1-1 0,-1 1 0,1 0 0,-4 4 0,-9 9 0,1 1 0,0 0 0,1 1 0,1 1 0,1 0 0,1 1 0,0 3 0,-3 7 0,2 1 0,2 0 0,0 1 0,3 0 0,0 1 0,3 0 0,0 0 0,3 0 0,0 1 0,2-1 0,3 12 0,-2-31 0,1 0 0,1 0 0,0 1 0,1-2 0,1 1 0,0 0 0,1-1 0,0 0 0,1 0 0,7 9 0,-11-19 0,0 1 0,0 0 0,0-1 0,1 0 0,0 1 0,0-1 0,0-1 0,1 1 0,-1-1 0,1 0 0,0 0 0,0 0 0,0 0 0,0-1 0,0 0 0,1 0 0,-1 0 0,1-1 0,-1 0 0,1 0 0,-1 0 0,1-1 0,0 0 0,-1 0 0,1 0 0,0-1 0,-1 1 0,1-1 0,-1-1 0,4 0 0,6-7 0,1-1 0,-1-1 0,-1 0 0,0-1 0,0 0 0,-1-1 0,-1 0 0,0-1 0,-1-1 0,-1 0 0,0 0 0,-1-1 0,4-10 0,160-305 0,-113 245-888,-42 62-801</inkml:trace>
  <inkml:trace contextRef="#ctx0" brushRef="#br0" timeOffset="248590.164">12749 12720 30679,'0'0'1064,"0"0"-504,0 17-175,-5 226-306,-18 513-79,23-750-33,6 57 120,-6-62-99,0 0-1,0 0 1,1 0 0,-1 0 0,1 0-1,-1 0 1,1 0 0,-1 0-1,1 0 1,-1 0 0,1 0 0,0-1-1,-1 1 1,1 0 0,0 0 0,0 0-1,0-1 1,0 1 0,0-1 0,0 1-1,0-1 1,0 1 0,0-1-1,0 1 1,0-1 0,0 0 0,0 1-1,0-1 1,0 0 0,0 0 0,0 0-1,0 0 1,0 0 0,1 0-1,-1 0 1,0 0 0,0-1 0,0 1-1,0 0 1,0-1 0,0 1 0,0-1-1,0 1 1,0-1 0,0 1-1,0-1 1,0 0 0,0 1 0,-1-1-1,1 0 1,0 0 0,0 0 12,22-23-2057</inkml:trace>
  <inkml:trace contextRef="#ctx0" brushRef="#br0" timeOffset="249007.355">13961 13164 18852,'0'0'11140,"0"0"-8529,-1-19-2460,-27-149-138,26 161-13,-1-1 0,0 1 0,0 0 0,-1 0 0,1 0 0,-2 1 0,1-1 0,-1 1 0,0 0 0,0 1 0,0-1 0,-1 1 0,0 0 0,0 0 0,-1 0 0,1 1 0,-1 0 0,0 1 0,0-1 0,0 1 0,0 1 0,-1-1 0,1 1 0,-1 0 0,1 1 0,-1 0 0,0 0 0,0 1 0,1 0 0,-1 0 0,0 1 0,0 0 0,1 0 0,-1 1 0,0 0 0,-3 1 0,-4 7 0,0 0 0,1 1 0,0 0 0,1 1 0,0 1 0,1 0 0,1 0 0,0 1 0,0 1 0,2 0 0,0 0 0,0 1 0,2 0 0,-5 12 0,-2 3 0,0 0 0,2 2 0,1 0 0,2 0 0,1 0 0,1 2 0,5-22 0,0-1 0,1 1 0,0 0 0,1 0 0,1 0 0,0 0 0,0-1 0,1 1 0,1 0 0,0-1 0,1 0 0,0 0 0,1 0 0,0 0 0,1-1 0,1 1 0,3 4 0,-3-10 0,0 0 0,1 0 0,0-1 0,0 0 0,0 0 0,0-1 0,1 0 0,-1-1 0,1 1 0,0-2 0,0 1 0,0-1 0,1-1 0,-1 0 0,0 0 0,1-1 0,-1 0 0,0 0 0,1-1 0,-1-1 0,0 1 0,0-1 0,0-1 0,0 0 0,0 0 0,-1-1 0,1 0 0,-1 0 0,0-1 0,0 0 0,0-1 0,-1 1 0,0-2 0,0 1 0,-1-1 0,1-1 0,13-11-20,-1-1 0,-1 0 1,-1-2-1,-1 0 0,-1-1 0,-1-1 0,-1 0 0,-1-1 1,-1 0-1,-2 0 0,0-1 0,-1-1 0,-2 0 0,-1 0 1,0-12 19,-1-22-1487</inkml:trace>
  <inkml:trace contextRef="#ctx0" brushRef="#br0" timeOffset="250090.49">18854 12653 29830,'0'0'742,"0"0"-357,0 0-23,0 0 166,0 28 4,2 364-144,-44 202-388,42-593-2,-1 1-1,0 0 1,1 0 0,0-1-1,-1 1 1,1 0 0,0 0 0,0 0-1,0 0 1,0-1 0,1 1-1,-1 0 1,0 0 0,1 0-1,-1-1 1,1 1 0,-1 0-1,1-1 1,0 1 0,0 0-1,0-1 1,0 1 0,0-1 0,0 1-1,0-1 1,1 0 0,-1 1-1,0-1 1,1 0 0,-1 0-1,1 0 1,-1 0 0,1 0-1,0 0 1,-1-1 0,1 1 0,0-1-1,0 1 1,-1-1 0,1 1-1,0-1 1,0 0 0,0 0-1,-1 0 1,1 0 0,0 0-1,0 0 1,0 0 0,-1-1-1,1 1 1,0-1 0,0 1 0,-1-1-1,1 0 1,0 0 0,0 0 2,38-29-1657,-1-16-4167</inkml:trace>
  <inkml:trace contextRef="#ctx0" brushRef="#br0" timeOffset="250406.631">20954 12807 18684,'0'0'11432,"-9"24"-8857,-42 163-2499,25 422-76,31-519-288,3-71-1152</inkml:trace>
  <inkml:trace contextRef="#ctx0" brushRef="#br0" timeOffset="252594.909">19888 13277 28742,'0'0'2065,"0"0"-1253,0 0-223,0 9-121,16 89-377,-8-73-91,0 0 0,-2 1 0,0 0 0,-2 0 0,-1 0 0,-1 1 0,-1-1 0,-2 1 0,0-1 0,-3 6 0,0-18 0,-1-1 0,0 0 0,-1 1 0,-1-2 0,0 1 0,0-1 0,-1 0 0,-1-1 0,0 1 0,-1-2 0,0 0 0,-8 7 0,15-14 0,-195 157 0,80-84 0,8-15 0</inkml:trace>
  <inkml:trace contextRef="#ctx0" brushRef="#br0" timeOffset="258643.063">9882 14149 3617,'0'0'19947,"0"0"-15406,0 0-4061,0 0 135,0 0 30,6 0-113,467-22 1858,-290 7-2390,1 7 0,23 10 0,247 38 0,-272-18 0,681 74 0,-478-74 0,24-16 0,50 1 0,532 30 0,-125 41 0,-587-71 0,0-13 0,124-23 0,-59 9 0,216 20 0,-218 4 0,-269-9 0,0-3 0,-1-3 0,0-3 0,46-17 0,90-16 0,-53 25 0,2 7 0,53 5 0,-172 9 0,-42-18 0,-49-10-1430,17 14-5718</inkml:trace>
  <inkml:trace contextRef="#ctx0" brushRef="#br0" timeOffset="264267.53">20951 14157 28046,'0'0'2359,"0"0"-1641,0 0-509,0 0 159,0 0 174,3 0-177,303-46-205,1026-120-160,-1300 163 0,259-21 0,215 13 0,33 61 0,-528-49 0,-1-2 0,0 1 0,1-1 0,-1-1 0,1 0 0,-1 0 0,0-1 0,0 0 0,-1-1 0,1 0 0,-1-1 0,1 0 0,-1 0 0,-1-1 0,3-1 0,73-73 0,-106 77 0,-14 4-904,-10 6-3617</inkml:trace>
  <inkml:trace contextRef="#ctx0" brushRef="#br2" timeOffset="282826.67">23338 12188 19500,'0'0'5055,"0"0"-1777,0 0-1981,0 0-697,0 0-128,-4-1-174,2 1-290,1 0 1,0 0-1,-1 0 0,1 0 1,0 1-1,0-1 0,-1 0 1,1 1-1,0-1 0,0 1 1,0-1-1,0 1 0,-1-1 1,1 1-1,0 0 1,0 0-1,0 0 0,0 0 1,1-1-1,-1 1 0,0 0 1,0 0-1,0 1 0,1-1 1,-1 0-1,1 0 0,-1 0 1,1 0-1,-1 1 0,1-1 1,0 0-1,-1 0 1,1 1-1,0-1 0,0 0 1,0 0-1,0 1 0,0-1 1,0 0-1,0 1 0,1-1 1,-1 0-1,0 0 0,1 0 1,-1 1-1,1-1 0,-1 0 1,1 0-1,0 0 1,-1 0-1,1 0 0,0 0 1,0 0-9,13 567 1070,-16-384-900,21 632 230,-9-681-387,-5 1 0,-7-1 0,-6 0 0,-5 0-1,-7-1 1,-8 13-13,11-71 10,23-162-269,74-228-1896,-55 205 329</inkml:trace>
  <inkml:trace contextRef="#ctx0" brushRef="#br2" timeOffset="283461.074">23582 12211 28918,'0'0'872,"0"0"-197,0 0-203,0 0-98,0 0-49,0 0-38,24-3-95,180-18 15,96-10-75,-223 18-98,0 4 0,1 3 1,0 3-1,16 5-34,-81-2-1,1 1 0,-1 0 1,0 1-1,1 1 0,-1 0 0,0 1 0,0 0 1,-1 1-1,1 1 0,-1 0 0,0 0 0,-1 1 1,1 1-1,-1 0 0,-1 0 0,0 1 0,0 0 1,-1 1-1,0 0 0,0 1 1,-4 18 48,-51-15 17,41-6-59,0-1 0,1 1 0,0 0 0,0 0 0,1 1-1,0-1 1,0 0 0,1 1 0,0 0 0,1 0 0,-1 0-1,2-1 1,0 8-6,-6 114 2,6 0-1,12 70-1,-8-144 0,20 861 0,-20-717-583,-4-174-1215,-4-11-2478</inkml:trace>
  <inkml:trace contextRef="#ctx0" brushRef="#br2" timeOffset="283764.099">23402 14541 30438,'0'0'714,"0"0"-377,0 0-174,0 0 130,0 0 166,29-5-151,53-7-289,-1 4-1,1 3 0,61 5-18,-26 15 0,0 5 0,-1 5 0,19 11 0,119 25 0,-242-58-13,-9-2 9,-1 1 0,0-1 0,0 0 0,1 0 0,-1-1-1,1 1 1,-1 0 0,0-1 0,1 1 0,-1-1 0,1 0 0,0 0 0,-1 0 0,1 0 0,-1 0 0,1-1 0,-1 1 0,0-1 0,1 0 0,-1 1 0,1-1 0,-1 0 0,0-1 0,0 1 0,0 0 0,1 0 0,-1-1 0,0 0 0,-1 1 0,1-1 0,0 0-1,0 0 1,-1 0 0,1 0 0,-1 0 0,1 0 4,3-39-1580,-4-14-3306</inkml:trace>
  <inkml:trace contextRef="#ctx0" brushRef="#br2" timeOffset="284731.646">20888 3380 26830,'0'0'811,"0"0"-223,0 0-72,0 0 80,0 0 32,-4-7-211,-15-10-199,17 62-47,3-21-105,1 539 440,12 363-350,-13-903-163,1 36-24,2 0 1,3 0 0,3-1 0,15 52 30,-26-109-21,1 1 0,0-1 0,-1 0 0,1 1 0,0-1 1,0 0-1,0 1 0,0-1 0,0 0 0,0 1 0,1-1 0,-1 0 1,0 1-1,1-1 0,-1 0 0,1 0 0,-1 1 0,1-1 0,0 0 0,-1 0 1,1 0-1,0 0 0,0 0 0,0 0 0,0 0 0,0 0 0,0 0 1,0 0-1,0 0 0,0-1 0,0 1 0,0 0 0,0-1 0,1 1 1,-1-1-1,0 0 0,1 1 0,-1-1 0,0 0 0,0 0 0,1 1 1,-1-1-1,0 0 0,1 0 0,-1-1 0,0 1 0,1 0 0,-1 0 1,0-1-1,1 1 0,-1 0 0,0-1 0,0 0 0,1 1 0,-1-1 1,0 0 19,9-30-800,-6-11-1222</inkml:trace>
  <inkml:trace contextRef="#ctx0" brushRef="#br2" timeOffset="285264.256">21201 3200 29990,'0'0'617,"0"0"-359,24-3-88,160-19 267,-173 22-418,45-4 1,1 2-1,-1 3 1,0 2-1,0 2 0,0 3 1,0 3-1,-1 2 1,23 10-20,-71-22-19,0 1 1,-1 1 0,1-1-1,-1 1 1,0 0 0,0 1-1,0-1 1,-1 1 0,1 0 0,-1 1-1,0-1 1,0 1 0,0 0-1,-1 1 1,0-1 0,0 1-1,0-1 1,0 1 0,-1 0-1,0 1 1,-1-1 0,1 1-1,-1-1 1,0 1 0,-1-1-1,0 1 1,1 7 18,16 158 441,54 1278 610,-41-1055-2346,-23-346-112</inkml:trace>
  <inkml:trace contextRef="#ctx0" brushRef="#br2" timeOffset="285531.301">21184 5435 30487,'0'0'1208,"0"0"-1064,0 0 0,118 22 176,-41-22-24,10 0-136,14 0-160,44 0-40,-25 0-720,-16 0-2329</inkml:trace>
  <inkml:trace contextRef="#ctx0" brushRef="#br2" timeOffset="286404.495">22992 11176 18340,'0'0'4400,"0"0"-2651,-18-24-709,-57-80 38,-138-207 2822,376 544-2568,-46-15-924,-10 4 0,59 184-408,-164-400-56,0 0 0,0 0 0,0-1 0,0 1 0,1 0 0,0-1 0,1 0-1,-1 0 1,1 0 0,0 0 0,0 0 0,0-1 0,0 0 0,1 0 0,0 0 0,0 0 0,0-1 0,0 0 0,1 0 0,-1 0 0,1-1-1,0 0 1,0 0 0,1 0 56,19 0-1471</inkml:trace>
  <inkml:trace contextRef="#ctx0" brushRef="#br2" timeOffset="286675.374">23428 11223 29750,'-4'26'797,"-28"355"216,52-47-107,-13-263-773,-7-70-129,0 0 0,-1 0-1,1 0 1,-1 0 0,0 0 0,1 0 0,-1 0 0,0 0-1,1 0 1,-1 0 0,0-1 0,0 1 0,0 0-1,0-1 1,0 1 0,0 0 0,0-1 0,0 1 0,0-1-1,0 0 1,0 1 0,0-1 0,0 0 0,0 1-1,0-1 1,0 0 0,-1 0 0,1 0 0,0 0 0,0 0-1,0 0 1,0-1 0,0 1 0,0 0 0,0 0-1,0-1 1,-1 1 0,1-1 0,0 1 0,0-1 0,1 1-1,-1-1 1,0 0 0,-1 0-4,-164-89 0,-14-4-1364,93 55-1265</inkml:trace>
  <inkml:trace contextRef="#ctx0" brushRef="#br2" timeOffset="315907.058">9987 14340 25838,'0'0'1270,"0"0"19,0 0-622,0 0-142,23 4-40,142 14 158,112-46-241,-176 29-185,0-5 0,0-3-1,35-11-216,79-28 168,-80 16 160,0 5-1,62 0-327,364 18 175,-364 19-175,151 31 0,174 11 0,26-54 0,396-56 0,-89-5 0,-622 32 0,132-16 0,80 12 0,557 21 0,-551 44 0,-377-9 0,-74-20-79,-1 0-1,1-1 1,-1 1-1,0-1 1,0 1 0,0-1-1,0 1 1,0-1 0,-1 1-1,1-1 1,-1 0-1,1 0 1,-1 0 0,0 0-1,0 0 1,0 0 0,0 0-1,0-1 1,0 1-1,0-1 1,-1 1 0,1-1-1,-2 1 80,-25 14-2287</inkml:trace>
  <inkml:trace contextRef="#ctx0" brushRef="#br2" timeOffset="318122.358">9959 13977 24405,'0'0'1103,"0"0"-341,-19 2 15,-111 17 1810,234-3-549,356 0-1394,-155-6-186,154-20-458,-11-2-7,592-2 7,-576 47 0,194-16 0,-72-20 0,46 2 0,165 42 0,300-27 0,-714-16 0,519 5 0,-209 26 0,31-24 0,-119-75 0,-575 69 0,-47-12 0,-25-11-2933,25 16-2736</inkml:trace>
  <inkml:trace contextRef="#ctx0" brushRef="#br2" timeOffset="318473.035">19858 13669 28238,'0'0'1075,"0"0"-407,0 0-9,0 0-99,-5 20-191,-12 64-93,17-78-249,0 0-1,1 0 1,0 0-1,0 0 0,0 0 1,1-1-1,-1 1 1,2 0-1,-1-1 0,0 1 1,1-1-1,0 0 1,0 0-1,1 0 0,0 0 1,-1 0-1,2-1 1,-1 0-1,0 0 0,1 0 1,0 0-1,0-1 0,2 2-26,4 4 40,25 17 29,0-2-1,2-1 0,1-2 1,31 13-69,117 69 1,-182-101-1,-1 0 0,0 1 0,1 0 0,-1 0 0,0 0 0,-1 0 0,1 0 0,0 1 0,-1 0 0,0 0 0,0 0 0,0 0 0,-1 0 0,1 0 0,-1 1 0,0-1 0,0 1 0,0 0 0,-1 0 0,0-1 0,0 1 0,0 0 0,0 0 0,-1 0 0,0 0 0,0 0 0,0 0 0,-1 0 0,1 0 0,-1 0 0,-1 2 0,-6 2 0,0 1 0,0-1 0,-1 0 0,0-1 0,-1 0 0,1 0 0,-2-1 0,1 0 0,-1-1 0,-1 0 0,-17 12 0,-147 87-2627,-168 71 2627,172-97-7567</inkml:trace>
  <inkml:trace contextRef="#ctx0" brushRef="#br2" timeOffset="322030.902">23978 14036 27134,'0'0'2992,"0"0"-2639,0 0-241,-35 136-56,29-80 8,-1 20-64,5-10-136,-2-17-2497</inkml:trace>
  <inkml:trace contextRef="#ctx0" brushRef="#br0" timeOffset="327596.957">3951 15853 26158,'0'0'3070,"0"0"-1410,0 0-1003,0 0-55,0 0-105,-12 2-379,3-1-115,-24 5-1,60-3-2,962 2 0,-795-6-894,-158-11-1013</inkml:trace>
  <inkml:trace contextRef="#ctx0" brushRef="#br0" timeOffset="327853.77">4619 15021 27054,'0'0'4225,"0"0"-3809,0 0-280,0 0 32,0 0 456,-4 116-480,13-4-144,2 36 0,2 16 0,0 0 0,7-12 0,2-4 0,8-16 0,-6-34-752,-10-29-1545</inkml:trace>
  <inkml:trace contextRef="#ctx0" brushRef="#br0" timeOffset="330122.13">8015 15954 25814,'0'0'3252,"0"0"-2380,-7-23-662,-32-139 422,38 150-587,0 0-1,-1 0 1,0 0 0,-1 1 0,0-1 0,-1 1-1,0 0 1,0 0 0,-2 0 0,1 0-1,-1 1 1,-1 0 0,0 0 0,0 1-1,-1 0 1,0 0 0,0 1 0,-1 0 0,0 0-1,-1 1 1,-2-1-45,1 2 6,-1 1 1,1 0-1,-1 1 1,1 1-1,-1 0 0,0 0 1,0 1-1,0 1 0,-1 0 1,1 1-1,0 0 0,0 0 1,-1 2-1,1-1 0,0 2 1,0-1-1,0 2 1,1 0-1,-1 0 0,1 1 1,0 0-1,0 1 0,1 0 1,-1 1-1,1 0 0,1 1 1,-1 0-1,1 0 0,1 1 1,-6 7-7,-16 25 2,1 2 1,3 0 0,1 2-1,3 1 1,1 0 0,3 2-1,2 0 1,-1 10-3,-1-1 63,3 1 0,2 1 0,3 0 0,3 0 0,0 55-63,7-107 12,1 1 0,1-1 0,-1 1 0,1-1 1,0 0-1,1 0 0,0 0 0,0 0 0,0 0 0,1-1 0,0 1 0,0-1 1,1 0-1,0 0 0,0-1 0,0 1 0,1-1 0,-1 0 0,1-1 1,0 1-1,1-1 0,-1 0 0,1-1 0,0 1 0,0-2 0,0 1 0,0-1 1,0 0-1,1 0 0,-1-1 0,0 0 0,1 0 0,-1 0 0,1-1 0,0-1 1,-1 1-1,1-1 0,-1 0 0,0-1 0,1 0 0,-1 0 0,5-3-12,14-9 1,-1-1 0,-1-2 0,0 0 0,-1-1-1,-1-2 1,-1 0 0,-1-1 0,-1-2 0,0 1 0,-2-2-1,-1-1 1,-1 0 0,0-2-1,19-27 0,-2-1 0,-3-2 0,-3-1 0,-2-1 0,9-38 0,-15 24 0,-5 93-919,-2 10-1157,2 3-2971</inkml:trace>
  <inkml:trace contextRef="#ctx0" brushRef="#br0" timeOffset="330453.148">8944 16281 31199,'0'0'848,"0"0"-632,0 0 72,0 0-72,0 0-216,0 0 0,0 0 0,50 101 0,-43-91 0,-3 5 0,-4-3-80,0-2-1968</inkml:trace>
  <inkml:trace contextRef="#ctx0" brushRef="#br0" timeOffset="331768.582">10489 15733 29542,'0'0'579,"0"0"-260,0 0 113,0 0-20,0 0-200,0-9-136,1-7-58,0 10-9,0 0-1,0 0 0,0 0 1,-1 0-1,0 0 0,-1 0 1,1 0-1,-1 0 0,0 0 1,-1 1-1,1-1 0,-1 0 1,0 1-1,-1-1 0,1 1 1,-1-1-1,-3-3-8,-3 4-9,0 1 0,0 0 0,0 0 0,-1 1 0,1 0 1,-1 1-1,0 0 0,1 1 0,-1 0 0,0 0 0,0 1 0,0 1 0,0-1 0,0 1 0,1 1 0,-1 0 0,0 1 0,1-1 1,-1 2-1,1-1 0,0 2 0,0-1 0,1 1 0,-1 0 0,1 1 0,-2 2 9,-8 10-1,1 1 0,0 1 0,2 1 0,0 0-1,2 1 1,0 0 0,2 1 0,0 1 0,2 0 0,0 0 0,2 1 0,0 0-1,2 0 1,1 0 0,1 1 0,1 0 0,1-1 0,2 1 0,3 24 1,-3-45 24,0 1 1,0 0 0,1-1-1,-1 0 1,2 1 0,-1-1-1,0 0 1,1 0 0,0 0-1,0 0 1,1-1 0,-1 1-1,1-1 1,0 0 0,0 0-1,1 0 1,-1-1 0,1 1-1,-1-1 1,1 0 0,0 0-1,1-1 1,-1 0 0,0 1 0,1-2-1,-1 1 1,1-1 0,-1 0-1,1 0 1,0 0 0,-1-1-1,1 0 1,0 0 0,-1 0-1,1-1 1,0 0 0,-1 0-1,1 0 1,-1-1 0,1 0-1,-1 0 1,0 0 0,0-1-1,0 1 1,0-1 0,2-2-25,29-19 19,-2-2 0,-1-1 0,-1-2 0,-1-1 0,-2-1 1,-1-1-1,-2-2 0,16-26-19,52-83 0,-89 137-106,0 0 1,0 1-1,1-1 1,0 1-1,0 0 1,0 0-1,1 1 1,-1 0-1,1 0 1,0 0-1,0 1 1,1 0-1,-1 1 1,0 0-1,1 0 1,1 0 105,30-9-2209</inkml:trace>
  <inkml:trace contextRef="#ctx0" brushRef="#br0" timeOffset="332119.525">11973 15330 29302,'0'0'968,"0"0"-639,0 0 167,-59 128 72,44-58-176,2 6-144,-7 23-88,4-6-80,-1 1-48,4 1-32,6-14-8,7 41-312,0-21-368,16-20-1097</inkml:trace>
  <inkml:trace contextRef="#ctx0" brushRef="#br0" timeOffset="332519.756">13045 15735 30879,'0'0'498,"0"0"-350,-5-19-118,-18-110-4,23 122-36,0 5 5,1-1 1,0 1 0,-1 0 0,0-1 0,1 1 0,-1-1-1,0 1 1,0 0 0,-1-1 0,1 1 0,0-1-1,-1 1 1,1 0 0,-1-1 0,0 1 0,0 0 0,0 0-1,0 0 1,0-1 0,0 1 0,-1 0 0,1 1-1,-1-1 1,1 0 0,-1 0 0,0 0 0,1 1 0,-1-1-1,0 1 1,0 0 0,0 0 0,-1-1 0,1 1-1,0 0 1,0 1 0,-2-2 4,-7 5-4,0-1 0,-1 1 0,1 1 1,0 0-1,1 0 0,-1 1 0,1 1 0,0 0 0,0 0 1,1 1-1,0 0 0,0 0 0,0 1 0,1 1 0,0-1 0,1 1 1,0 0-1,0 2 4,5-10 0,-14 16 13,1 0 1,0 1-1,1 1 1,1 0-1,1 0 1,1 2-1,0-1 1,2 1-1,0 1 1,2 0-1,0 0 1,1 0-1,2 1 1,0 0-1,0 13-13,4-32 10,-1 1-1,1-1 1,0 1 0,1-1-1,-1 1 1,1-1-1,0 0 1,0 1-1,0-1 1,1 0-1,0 1 1,0-1-1,0 0 1,0 0 0,0-1-1,1 1 1,-1 0-1,1-1 1,0 0-1,0 1 1,1-1-1,-1 0 1,1-1-1,-1 1 1,1-1 0,0 1-1,0-1 1,0 0-1,0 0 1,0-1-1,1 1 1,0-1-10,9 3 11,1 0 0,0-1 1,0-1-1,1-1 0,-1 0 0,0-1 0,0 0 1,0-1-1,1-1 0,-1 0 0,0-1 1,-1-1-1,1 0 0,-1-1 0,1-1 1,-1 0-1,-1-1 0,5-3-11,34-21-322,-2-2 0,-2-3 0,-1-1 0,0-4 322,-21 19-436,43-39-1583</inkml:trace>
  <inkml:trace contextRef="#ctx0" brushRef="#br0" timeOffset="332769.586">13988 15105 30743,'0'0'1056,"0"0"-560,0 154-24,0-35-472,-9 34 0,-11 19 0,-4-4 0,2-14 0,13-18 0,7-34 0,2-27-1136</inkml:trace>
  <inkml:trace contextRef="#ctx0" brushRef="#br0" timeOffset="361580.477">4008 16818 21837,'0'0'6122,"0"0"-4377,0 0-1195,0 0 15,0 0-84,0 0-116,-6-7-115,-14-22-71,20 27-170,0 1 0,1 0 0,-1-1 0,1 1 0,-1 0 1,1-1-1,0 1 0,0 0 0,0 0 0,0 0 1,-1 0-1,1 0 0,1 0 0,-1 0 0,0 0 0,0 0 1,0 0-1,0 0 0,1 1 0,-1-1 0,0 0 1,1 1-1,-1-1 0,0 1 0,1 0 0,-1-1 0,1 1 1,-1 0-1,0 0 0,1 0 0,-1 0 0,1 0 1,-1 0-1,1 1 0,0-1-9,337 12 351,-87 3-350,-190-15-1,324-18 0,384-120 0,-442 91 0,259-2 0,-343 45 0,0 11 0,224 37 0,-43 10 0,20-18 0,1732 18 0,-404-97 0,1265-78 0,-2744 114 0,1995-71 0,-928 8 0,-1328 73 9,-57 16-233,-26 5-2354,-18-2-6231</inkml:trace>
  <inkml:trace contextRef="#ctx0" brushRef="#br0" timeOffset="373188.721">18417 5861 28422,'0'0'1600,"0"0"-1344,0 0-152,0 0 65,167-41 215,-86 19-64,27-1-72,27-1-64,34 0-72,9 1 8,-9 3-40,-12 4-40,-16 4-40,-12 4-40,-35 2-352,-30 3-1289</inkml:trace>
  <inkml:trace contextRef="#ctx0" brushRef="#br2" timeOffset="767578.313">18076 8609 6433,'0'0'18887,"0"0"-14545,0 0-3855,0 0-89,0 0-6,0-18-64,-5-131 513,3 130-747,-1 1 0,-1 0 1,0 0-1,-1 1 0,-1-1 0,-1 1 0,-9-16-94,8 24 0,-1-1 0,0 2 0,0 0 0,-1 0 0,0 0 0,0 1 0,0 1 0,-1 0 0,0 0 0,-1 1 0,1 1 0,-1 0 0,0 0 0,0 1 0,0 1 0,-1 0 0,1 0 0,0 2 0,-1-1 0,1 1 0,-1 1 0,1 1 0,0-1 0,-2 2 0,2-3 0,-91 8 0,1 4 0,0 5 0,1 4 0,1 5 0,1 4 0,2 4 0,1 4 0,2 5 0,2 4 0,2 3 0,2 5 0,3 3 0,-64 58 0,76-56 0,3 2 0,2 4 0,4 2 0,2 3 0,4 3 0,3 3 0,3 1 0,-12 32 0,37-60 0,3 2 0,2 0 0,2 1 0,3 2 0,1-1 0,4 2 0,1 0 0,4 0 0,1 1 0,3 0 0,3 0 0,2 0 0,3-1 0,5 26 0,6-18 0,3-1 0,2-1 0,3 0 0,3-2 0,2-1 0,3-1 0,2-2 0,12 12 0,-17-23 0,2-1 0,2-2 0,1-1 0,3-2 0,1-1 0,2-2 0,1-2 0,2-2 0,1-1 0,1-3 0,2-1 0,0-3 0,2-1 0,1-3 0,0-2 0,1-2 0,53 8 0,-27-15 0,0-3 0,0-4 0,0-3 0,-1-4 0,1-3 0,-1-3 0,0-3 0,-1-4 0,-1-3 0,-1-3 0,14-10 0,37-20 0,-3-5 0,-2-5 0,-3-6 0,-3-4 0,99-86 0,-120 84 0,-3-3 0,-4-4 0,-3-4 0,-4-3 0,-4-4 0,-4-2 0,-5-4 0,15-35 0,-50 73 0,-2-1 0,-3-1 0,-3-2 0,-2 0 0,-4-1 0,-3 0 0,-2-1 0,-4-1 0,-1-14 0,-5 34 0,-2 0 0,-2 0 0,-3 1 0,-1-1 0,-2 1 0,-3 1 0,-1 0 0,-3 0 0,-2 2 0,-1 0 0,-3 1 0,-1 1 0,-9-9 0,-4 5 0,-2 2 0,-2 2 0,-2 1 0,-1 3 0,-2 1 0,-2 3 0,-1 1 0,-2 3 0,-1 1 0,-1 3 0,-2 3 0,0 1 0,-1 3 0,-2 3 0,1 2 0,-2 2 0,-32-1 0,-28-4 0,0 6 0,0 4 0,-1 6 0,0 6 0,1 4 0,0 5 0,1 6 0,0 5 0,2 4 0,1 6 0,2 5 0,0 5 0,-76 44-496,4 8-1,5 7 1,5 9-1,-99 85 497,54-31-5736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00.41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1375 25365,'0'0'4136,"0"0"-2964,19 0-884,256-15 806,682-1-437,-641 18-739,-8-5-1584,-247-6-508</inkml:trace>
  <inkml:trace contextRef="#ctx0" brushRef="#br0" timeOffset="315.754">1741 853 30487,'0'0'1345,"0"0"-889,0 0-309,0 0 56,13 16-91,-7-7-106,4 5-5,1-1 1,0 0-1,1 0 0,0-1 1,1-1-1,0 0 1,1 0-1,6 2-1,84 43 0,97 67 0,-198-121 0,1 0 0,-1 0 0,0 0 0,1 1 0,-1-1 0,0 1 0,-1 0 0,1-1 0,0 1 0,-1 0 0,0 1 0,0-1 0,0 0 0,0 1 0,0-1 0,-1 1 0,1 0 0,-1-1 0,0 1 0,0 0 0,0 0 0,-1 0 0,1 0 0,-1-1 0,0 1 0,0 0 0,-1 0 0,1 0 0,-1 0 0,1 0 0,-1 0 0,-1-1 0,1 1 0,0 0 0,-1-1 0,0 1 0,0-1 0,0 0 0,0 1 0,-2 1 0,-19 15 0,-1-2 0,0-1 0,-1 0 0,-1-2 0,-1-1 0,-19 7 0,3-1 0,-312 144-1387,272-131-939</inkml:trace>
  <inkml:trace contextRef="#ctx0" brushRef="#br0" timeOffset="783.045">1088 450 27358,'0'0'2632,"0"0"-2135,0 0-9,-46 184-128,35-46-144,11 55-136,0-23-80,0-22-848</inkml:trace>
  <inkml:trace contextRef="#ctx0" brushRef="#br1" timeOffset="393520.471">206 1 16420,'0'0'13218,"0"0"-12442,0 0-295,160 114-17,-54 2-64,23 40-8,7 24-64,-5 5-104,-12-7-160,-21-21-64,-10-11 0,-9-15 0,-13-15-464,-14-21-104,-8-7-696,-18-28 391,-10-27-2327</inkml:trace>
  <inkml:trace contextRef="#ctx0" brushRef="#br1" timeOffset="393785.779">1480 105 30743,'-97'124'856,"-30"36"-624,-26 35-160,-5 5-8,16-9-8,12 8-56,12-5-160,37-50-904,17-40-2441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13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618 373 10562,'0'0'11945,"0"0"-9104,0 0-2069,0 0 1474,0 0-1124,0 3-673,1-28 1118,-6-141-172,5 156-1403,-2 0 1,1 1-1,-2-1 0,1 0 0,-1 1 0,0 0 1,-1-1-1,0 1 0,-1 1 0,0-1 1,0 1-1,-1 0 0,0 0 0,0 0 1,-1 1-1,1 0 0,-4-2 8,4 5 0,-1 1 0,1 0 0,0 0 0,-1 0 0,1 1 0,-1 0 0,0 0 0,0 1 0,0-1 0,0 2 0,0-1 0,0 1 0,0 0 0,0 0 0,0 1 0,0 0 0,0 0 0,0 1 0,0 0 0,1 0 0,-1 1 0,-5 2 0,-125 92 0,111-70 0,3 2 0,0 1 0,2 0 0,1 2 0,1 0 0,2 1 0,2 1 0,0 0 0,3 1 0,1 1 0,1 0 0,2 0 0,2 1 0,1 0 0,1 31 0,3-58 0,0 1 0,1 0 0,0 0 0,1-1 0,0 1 0,1 0 0,0-1 0,1 0 0,0 1 0,1-1 0,0 0 0,0-1 0,1 1 0,0-1 0,1 0 0,0 0 0,0 0 0,1-1 0,0 0 0,1 0 0,0-1 0,0 0 0,0 0 0,1-1 0,0 0 0,0-1 0,1 0 0,-1 0 0,1-1 0,0 0 0,1-1 0,-1 0 0,2 0 0,5 0 0,0 0 0,0 0 0,0-2 0,1 0 0,-1-1 0,0-1 0,0-1 0,1 0 0,-1-1 0,0-1 0,-1 0 0,1-2 0,-1 0 0,0 0 0,0-2 0,3-2 0,174-159-8,-138 114-101,2 0-744,-7 4-1178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13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25085,'0'0'5874,"0"0"-5122,31 104-496,-18-70 312,0-11-336,-2-5-232,2-4 0,12 4 0,-4-2 0,-5-5-1064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14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388 315 27382,'0'0'1296,"0"0"-569,0 0-230,2-18-2,4-27-207,7-175 963,-15 218-1235,0-1 0,0 1-1,-1-1 1,1 1 0,0 0-1,-1 0 1,0 0 0,1 0-1,-1 0 1,0 1 0,0 0-1,0-1 1,0 1 0,0 0-1,0 0 1,-1 0 0,1 1-1,0-1 1,0 1 0,-1 0-1,1 0 1,0 0 0,0 0-1,-1 0 1,1 1 0,0 0-1,0-1 1,0 1 0,0 0-1,-1 1 1,1-1 0,1 0-1,-1 1 1,0 0 0,0 0-1,1 0-15,-20 14 3,2 1 0,0 1-1,1 0 1,1 2 0,1 0-1,1 1 1,1 1 0,0 0-1,2 1 1,1 1 0,0 0-1,2 0 1,0 4-3,-6 8 3,2 0 1,2 1-1,1 0 1,2 1-1,1 0 1,2 0-1,2 1 1,1 8-4,3-33 3,10 117 6,-9-126-5,0-1-1,0 0 1,1 1-1,0-1 1,-1 0-1,2 0 1,-1 0-1,0 0 1,1 0-1,-1-1 1,1 1-1,0-1 1,0 1-1,1-1 1,-1 0-1,1 0 1,-1-1-1,1 1 1,0-1-1,0 0 1,0 0-1,0 0 1,1 0-1,-1-1 1,0 0-1,1 0 1,1 0-4,7-2 4,0-1 0,0 0 1,0-1-1,0-1 1,-1 0-1,0 0 0,0-2 1,0 1-1,0-2 1,-1 1-1,0-1 0,0-1 1,-1 0-1,0-1 0,0 0 1,-1 0-1,0-1 1,-1 0-1,0-1 0,0 0 1,2-7-5,1 6 5,166-262-5,-150 227 0,-22 39-123,-1 1 0,1 0 0,1 1 1,-1-1-1,1 1 0,0 0 0,1 1 0,-1-1 0,1 1 1,0 0-1,1 1 0,-1 0 0,1 0 0,-1 1 0,1 0 0,0 0 1,4-1 122,24-8-2233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1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29166,'0'0'954,"0"0"-278,0 0-191,0 0-134,0 0-82,-5 18 74,-55 223 164,-59 229-491,118-466-28,-2 0-18,1 1 0,0 0-1,-1 0 1,2 0 0,-1 0-1,0 0 1,1 0 0,0 0-1,1 0 1,-1 1 0,1-1-1,0 0 1,0 1 0,0-1-1,1 0 1,0 1 0,0-1-1,0 0 1,1 0 0,-1 0-1,1 0 1,1 0 0,-1 0-1,1-1 1,-1 1 0,1-1-1,1 0 1,-1 0 0,0 0-1,1 0 1,0 0 0,0-1-1,0 1 1,5 2 30,26 0-1670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1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31031,'0'0'1032,"0"0"-848,0 0-104,0 0 192,0 0-104,-29 119-168,14-56 0,0 10 0,-5 8 0,-2 2 0,0-1 0,2-5 0,7-8 0,13-6 0,0-17-824,13-17-1393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1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31199,'0'0'760,"0"0"-360,-22 108 8,9-45-408,-4 26 0,-12 35 0,-12 32 0,-8 0 0,10-35 0,4-45-1176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17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29878,'0'0'937,"0"0"-633,0 0 48,0 0 136,-44 138-120,35-86-120,0 3-72,-2 8-160,-2 6-16,-2 4 0,0 6 0,-3 25 0,3-17-936,2-20-3369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1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29958,'0'0'1177,"0"0"-993,0 0-40,0 0 344,0 0 24,0 0-256,8 111-208,-8-70-48,0 5 0,-15 3 0,-20 8 0,-51 28 0,7-14-136,-6-12-1792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1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21 908 28590,'0'0'1044,"0"0"-260,0 0-174,0 0-170,0 0-100,-5 1-122,-10 6-66,100 8 36,1-4 1,0-4 0,40-3-189,-24 0 18,1542 123-81,-1480-119-2612,-127-8 49</inkml:trace>
  <inkml:trace contextRef="#ctx0" brushRef="#br0" timeOffset="278.496">1930 683 15123,'0'0'12507,"0"0"-9609,0 0-2673,23 1-54,-13 0-137,12-1 51,0 2 0,0 0 0,-1 1 0,1 2-1,-1 0 1,0 1 0,2 2-85,65 30 258,-2 4 1,-1 3-1,-3 4 1,32 27-259,-108-71 13,1-1-7,0 0 1,0 1 0,-1 0 0,1 0-1,-1 1 1,-1-1 0,1 1 0,-1 1 0,0-1-1,0 1 1,0 0 0,-1 0 0,0 0 0,-1 1-1,1 2-6,-4-7 2,-1 1-1,0 0 1,0 0 0,0 0-1,0-1 1,-1 1-1,1 0 1,-1-1-1,0 1 1,0-1-1,0 0 1,-1 0-1,1 0 1,-1 0 0,0 0-1,1 0 1,-1-1-1,-1 1 1,1-1-1,0 0 1,0 0-1,-1 0 1,0 0 0,1-1-1,-1 1 1,0-1-1,1 0 1,-1 0-1,0 0 1,0-1-1,-3 1-1,6-1 0,-107 30-270,-2-5-1,-1-5 0,-104 6 271,194-24-83,-118 12-919,27-7-1235</inkml:trace>
  <inkml:trace contextRef="#ctx0" brushRef="#br0" timeOffset="579.266">1062 1 28134,'0'0'1224,"0"0"-544,-55 102-183,23-41-1,-1 12-216,-5 24-168,-1 39-112,6-21-256,5-13-2241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3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690 273 28614,'0'0'1008,"0"0"-364,0 0-27,0 0-39,0 0-71,0 0-135,-5-3-161,-4-4-189,0-1 0,0 0 0,0 0 0,1-1-1,0 0 1,1-1 0,0 0 0,0 0 0,1 0 0,0-3-22,-40-54-3,-50-31 3,92 97 0,-1 1 0,0-1 0,1 1 0,-1-1 0,0 1 0,1 1 0,-1-1 0,0 1 0,1 0 0,-1 0 0,1 0 0,-1 0 0,1 1 0,0 0 0,-1 0 0,1 0 0,0 0 0,0 1 0,0 0 0,1 0 0,-1 0 0,1 0 0,-1 0 0,1 1 0,0-1 0,1 1 0,-1 0 0,0 0 0,1 0 0,0 0 0,0 0 0,0 1 0,1-1 0,-2 5 0,-2-2 0,-44 76 0,3 2 0,4 1 0,-28 87 0,46-113 0,3 0 0,2 2 0,4 0 0,2 1 0,2 0 0,4 1 0,0 64 0,7-124 0,1 1 0,-1 0 0,1-1 0,0 1 0,0-1 0,0 1 0,0-1 0,1 0 0,0 1 0,0-1 0,0 0 0,0 0 0,1 0 0,-1-1 0,1 1 0,0 0 0,0-1 0,1 0 0,-1 0 0,1 0 0,-1 0 0,1 0 0,0-1 0,0 0 0,0 0 0,1 0 0,-1 0 0,0 0 0,1-1 0,-1 0 0,2 0 0,3 1 0,1 0 0,0-1 0,0-1 0,0 1 0,0-2 0,0 1 0,-1-1 0,1-1 0,0 0 0,0 0 0,-1-1 0,1 0 0,-1-1 0,3-1 0,23-18 0,0-2 0,-2-1 0,-1-1 0,-1-2 0,-1-2 0,-2 0 0,-1-2 0,-2-1 0,-1-1 0,-1 0 0,4-14 0,1 4 0,-2-1 0,-1-1 0,-3-2 0,-2 0 0,-2-1 0,-3-1 0,-1-1 0,5-48 0,-19 98-24,0 2 16,0-1 0,-1 1 0,1-1 0,0 1 0,0-1 0,-1 1 0,1-1 0,0 0 0,0 1 0,0-1 0,0 1 0,0-1 0,0 0 0,0 1 0,0-1 0,0 1 0,0-1 0,0 0 0,0 1 0,1-1 0,-1 1 0,0-1 0,0 1 0,1-1 0,-1 1 0,0-1 0,1 1 0,-1-1 0,0 1 0,1-1 0,-1 1 0,1-1 0,-1 1 0,1 0 0,-1-1 0,1 1 0,-1 0 0,1-1 0,-1 1 0,1 0 0,-1 0 0,1 0 0,-1-1 0,1 1 0,0 0 0,-1 0 0,1 0 0,-1 0 0,1 0 0,0 0 0,-1 0 0,1 0 0,-1 0 0,1 0 0,-1 1 0,1-1 0,0 0 0,-1 0 0,1 1 0,-1-1 8,9 11-1720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3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31583,'0'0'816,"0"0"-520,0 0-224,-31 103-72,29-84 0,2-1 0,2 2 0,16-2 0,-5-8-992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4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594 350 27862,'0'0'1463,"0"0"-684,0 0-216,0 0-97,0 0-68,0 0-70,-1-17-64,-9-132 352,10 140-609,2 3-6,-1 0-1,0-1 1,-1 1 0,0 0 0,0 0-1,0-1 1,0 1 0,-1 0 0,0 0-1,-1 0 1,1-1 0,-1 2 0,0-1-1,-1 0 1,0 0 0,1 1 0,-2-1-1,1 1 1,-1 0 0,1 0 0,-2 0-1,1 0 1,0 1 0,-1 0 0,0 0-1,0 0 1,0 0 0,-4-1-1,-1 1 0,0 1 0,-1 1 0,1-1 0,-1 2 0,1 0 0,-1 0 0,1 1 0,-1 0 0,1 0 0,-1 1 0,1 1 0,-1 0 0,1 1 0,0-1 0,0 2 0,0 0 0,0 0 0,1 0 0,-1 1 0,1 1 0,-4 3 0,-13 14 0,1 2 0,1 0 0,1 1 0,1 2 0,2 0 0,1 1 0,1 1 0,1 0 0,2 2 0,1 0 0,2 0 0,1 1 0,1 1 0,2 1 0,-14 146 0,23-168 0,1-1 0,1 0 0,0 0 0,1-1 0,0 1 0,1-1 0,0 0 0,1 0 0,0 0 0,0-1 0,1 0 0,1 0 0,0-1 0,0 0 0,1 0 0,0-1 0,0 0 0,1-1 0,0 1 0,0-2 0,1 0 0,0 0 0,0-1 0,0 0 0,1-1 0,-1 0 0,1-1 0,0-1 0,0 1 0,0-2 0,8 1 0,-6-2 0,1-1 0,0-1 0,0 0 0,0-1 0,-1 0 0,1-1 0,-1-1 0,0 0 0,-1-1 0,1 0 0,-1-2 0,0 1 0,-1-1 0,1-1 0,-2 0 0,1-1 0,-1 0 0,-1-1 0,4-5 0,21-26 0,-2-1 0,-2-2 0,-1-1 0,15-35 0,-39 69-2,17-32-9,1 1 1,2 1 0,2 2 0,1 1 0,27-26 10,6 9-552,-6 14-1196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517 470 28998,'0'0'2363,"-2"-18"-1593,-56-310-134,58 322-636,-1 1 0,1-1 0,-1 1 0,0 0 0,-1-1 0,1 1 0,-1 0 0,0 0 0,0 0 0,-1 0 0,1 0 0,-1 1 0,0-1 0,-1 1 0,1 0 0,-1 0 0,0 0 0,0 0 0,0 0 0,0 1 0,0 0 0,-1 0 0,0 0 0,1 1 0,-1-1 0,0 1 0,0 0 0,-1 0 0,1 1 0,0 0 0,0 0 0,-1 0 0,1 0 0,-1 1 0,1 0 0,-5 1 0,0 3 0,1 0 0,0 1 0,1 0 0,-1 1 0,1 0 0,0 0 0,1 1 0,-1 0 0,1 0 0,1 1 0,-1 0 0,1 0 0,-4 8 0,-17 24 0,1 1 0,3 1 0,1 0 0,2 2 0,2 1 0,2 0 0,2 1 0,2 1 0,2 0 0,2 0 0,2 1 0,1 34 0,4-77 0,1 0 0,-1 0 0,1-1 0,1 1 0,-1 0 0,1 0 0,0 0 0,0 0 0,0 0 0,0-1 0,1 1 0,0 0 0,0-1 0,0 1 0,1-1 0,0 0 0,-1 0 0,1 0 0,1 0 0,-1-1 0,0 1 0,1-1 0,0 0 0,0 1 0,0-2 0,0 1 0,0-1 0,1 1 0,-1-1 0,1 0 0,-1-1 0,1 1 0,0-1 0,0 0 0,0 0 0,1 0 0,6 0 0,0 0 0,0-1 0,0-1 0,0 0 0,0-1 0,0 0 0,0 0 0,0-2 0,-1 1 0,1-1 0,-1-1 0,0 0 0,0-1 0,-1 0 0,0 0 0,0-1 0,0-1 0,7-7 0,146-170 0,155-307-413,-277 424-1655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26806,'0'0'1453,"0"0"-327,0 0-329,0 0-163,0 0-198,0 0-151,-11 13-41,-70 107 257,60-74-460,3 2 1,2 0-1,1 0 1,3 2-1,2-1 1,3 1-1,1 1 1,2 12-42,3-54-177,1 1 0,-1-1 0,2 0 0,-1 0 0,1 1 0,0-1 0,1 0 0,0 0 0,1 0 1,0-1-1,0 1 0,1 0 0,0-1 0,0 0 0,1 0 0,0 0 0,1-1 0,-1 0 0,2 0 1,0 1 176,28 14-5663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6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0 30943,'0'0'776,"0"0"-376,-44 166-40,11-71-72,-2 21-288,0 20 0,8 2 0,12-25 0,13-17 0,2-38-112,0-25-2769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7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18500,'0'0'9166,"0"0"-6647,0 0-1843,0 0-217,0 0-112,-8 11-42,-66 172 466,61-136-760,-23 80-8,5 1-1,-3 57-2,32-175-118,0 89-155,31-47-3672,1-40-5882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7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30487,'0'0'1552,"0"0"-1272,0 0-96,0 0 80,-79 128-264,57-76 0,0 9 0,5 12 0,1 6 0,5 3 0,2 1 0,5 12 0,2-22 0,0-24-2569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7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 28726,'0'0'1152,"0"0"-511,0 0 23,0 0-136,0 0-72,0 0-112,0 0-112,3 16-208,-3-10-24,0 5 0,-3 7 0,-12 8 0,-13 11 0,-18 16 0,-66 74 0,7-11 0,-5 1-888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29.89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451 828 29614,'0'0'660,"0"0"-263,0 0-133,0 0 53,0 0-80,0 0-146,-5 9-67,-128 298 447,-143 386 168,240-548-753,36-143 72,0 0 0,-1 0-1,1 0 1,0-1 0,0 1-1,0 0 1,0 0 0,1 0 0,-1 0-1,0 0 1,1-1 0,0 1-1,-1 0 1,1 0 0,0-1-1,0 1 1,0 0 0,0-1-1,0 1 1,0-1 0,0 1 0,0-1-1,1 0 1,-1 1 0,1-1-1,-1 0 1,1 0 0,-1 0-1,1 0 43,25 2-1791</inkml:trace>
  <inkml:trace contextRef="#ctx0" brushRef="#br0" timeOffset="465.266">1653 1219 30286,'0'0'911,"0"0"-627,0-19-170,-10-147 605,10 162-714,-1 0 0,1 0 1,-1 0-1,0 0 1,0 0-1,0 1 1,-1-1-1,1 0 1,-1 0-1,0 1 0,0-1 1,0 1-1,-1 0 1,1-1-1,-1 1 1,0 0-1,0 1 0,0-1 1,0 0-1,0 1 1,0 0-1,-1-1 1,1 2-1,-1-1 1,0 0-1,1 1 0,-1-1 1,0 1-1,0 0 1,0 0-1,0 1 1,0-1-1,0 1 0,0 0 1,0 0-1,0 0 1,0 0-1,0 1 1,-1 0-6,-9 3-1,-1 2 0,1-1 0,0 2 0,1 0 0,0 1 0,0 0 0,0 1 0,1 0 0,0 1 0,1 0 0,0 1 0,1 0 0,0 1 0,1 0 0,-2 3 1,-25 32 0,2 1 1,2 1-1,2 2 1,3 2-1,2 0 1,-13 40-1,-3 92 29,41-179-27,0 1 0,1-1 0,-1 1 0,1-1 0,0 1 0,1-1-1,0 0 1,0 1 0,0-1 0,0 0 0,1-1 0,0 1 0,1 0 0,-1-1 0,1 1 0,0-1 0,0 0 0,1-1 0,-1 1-1,1-1 1,0 0 0,0 0 0,1 0 0,-1 0 0,1-1 0,0 0 0,0-1 0,5 3-2,4 0 5,-1-1 0,1 0 0,0-1 0,0 0-1,0-1 1,1-1 0,-1 0 0,0-2 0,1 1 0,-1-2 0,12-2-5,5-6 8,0-1 0,-1-2 0,0-1 0,-1-2 0,0 0 0,-2-2 0,0-2 0,-1 0 0,-1-2 0,-1 0 0,-1-2 0,5-8-8,-5 7 14,-1-2-1,-1-1 1,-2-1-1,0-1 1,-2-1-1,-2 0 1,3-9-14,-13 25-62,0 0 0,-1-1-1,0 1 1,-2-1 0,0 0 0,0 0 0,-2 0-1,0-1 1,0 1 0,-2 0 0,0-1 0,-1 1-1,0 0 1,-2 0 0,0 0 0,-4-9 62,-26-40-1937</inkml:trace>
  <inkml:trace contextRef="#ctx0" brushRef="#br1" timeOffset="8062.956">723 167 12395,'0'0'12048,"0"0"-9188,-5 20-2310,-35 221 1614,-1 666-842,1-488-733,-46 161-589,16-143 16,67-388-293,30-74-549,3-25-169,1-13-1013</inkml:trace>
  <inkml:trace contextRef="#ctx0" brushRef="#br1" timeOffset="8584.218">1008 47 29774,'21'-7'683,"159"-32"-616,264 58 293,-179-1-280,401 3-45,-648-20-45,-1 0 1,0 1 0,0 1-1,-1 1 1,1 0 0,-1 2-1,1-1 1,-2 2 0,1 0-1,-1 1 1,14 9 9,-27-14 11,0-1 0,-1 0 1,0 1-1,1 0 0,-1-1 1,0 1-1,0 0 0,0-1 0,0 1 1,-1 0-1,1 0 0,-1 0 0,0 0 1,0 0-1,0-1 0,0 1 0,0 0 1,-1 0-1,1 0 0,-1 0 1,0 0-1,1-1 0,-1 1 0,-1 0 1,1-1-1,0 1 0,-1-1 0,1 1 1,-1-1-1,0 0 0,0 1 0,0-1 1,0 0-1,0 0 0,0 0 0,0-1 1,-1 1-1,1-1 0,-1 1 1,1-1-1,-1 0 0,0 0 0,1 0 1,-1 0-1,-3 1-11,-28 26 106,27-15-84,0-1-1,0 1 0,1 0 1,1 0-1,0 1 0,1-1 1,0 1-1,1 0 0,1 0 1,0 0-1,1 1 0,0-1-21,-2 14 50,-59 840 928,53-672-1004,-3 43-127,-6 119 287,14-119-4085,4-210-3753</inkml:trace>
  <inkml:trace contextRef="#ctx0" brushRef="#br1" timeOffset="8847.318">1054 2444 32023,'0'0'544,"136"-6"-544,20-6-184,32 2 184,9 8 104,-12 2 176,-28 0-280,-32 0 0,-28 0 0,6 2 0,-35-2-472,-9 0-2937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3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543 412 25061,'0'0'4668,"0"0"-3348,0 0-954,0 0-34,-11-22 91,-65-138 141,-6-31-531,80 189-33,1-1 0,-1 0 0,0 1 0,0-1 0,0 1 0,-1-1 0,1 1 0,0 0 0,-1 0 0,1 0 0,-1 1 0,0-1 0,0 0 0,0 1 0,1 0 0,-1 0 0,-1 0 0,1 0 0,0 0 0,0 1 0,0-1 0,0 1 0,0 0 0,-1 0 0,1 0 0,0 0 0,0 0 0,0 1 0,0 0 0,-1-1 0,1 1 0,0 0 0,0 0 0,1 1 0,-2 0 0,-11 10 0,2 1 0,0 1 0,0 0 0,1 1 0,1 0 0,0 1 0,1 0 0,1 1 0,-5 12 0,-11 22 0,1 0 0,3 2 0,3 0 0,1 1 0,3 0 0,3 2 0,1-1 0,4 1 0,1 1 0,3-1 0,3 0 0,3 14 0,-3-57 0,0-1 0,1 0 0,0 0 0,1 0 0,0 0 0,1 0 0,0 0 0,1-1 0,0 1 0,1-2 0,0 1 0,1 0 0,0-1 0,0 0 0,1-1 0,1 0 0,0 0 0,0-1 0,0 0 0,1 0 0,0-1 0,1-1 0,-1 1 0,1-2 0,1 0 0,-1 0 0,1-1 0,0 0 0,0-1 0,0 0 0,0-1 0,0-1 0,12 1 0,-11-7 0,0 0 0,0-1 0,-1 0 0,0-1 0,0 0 0,0-1 0,-1 0 0,0-1 0,-1-1 0,0 1 0,0-2 0,-1 1 0,0-1 0,-1-1 0,0 1 0,-1-1 0,0-1 0,-1 1 0,-1-1 0,0 0 0,0-1 0,0-6 0,7-5 0,152-299-835,-124 254-1675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3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31623,'0'0'720,"0"0"-528,0 0-32,61 102-88,-45-86-72,14-10 0,-6-4-128,-4-2-1440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727 486 24077,'0'0'3178,"0"0"-1708,0 0-599,0 0-24,0 0-134,-11-19-186,-68-154 424,-10-13-806,83 178-146,0-1 0,0 2 1,-1-1-1,0 0 1,0 1-1,0 1 0,-1-1 1,0 1-1,-1 0 1,1 1-1,-1 0 0,0 0 1,0 1-1,-1 0 0,1 1 1,-1 0-1,0 1 1,0 0-1,-2 0 1,3 2 0,1 0 0,-1 1 0,0 0 0,0 0 0,0 1 0,1 0 0,-1 1 0,1 0 0,-1 0 0,1 1 0,0 0 0,0 1 0,1 0 0,0 0 0,-1 0 0,2 1 0,-1 0 0,1 0 0,-1 1 0,2-1 0,-4 6 0,-101 166 0,94-146 0,1 1 0,1 1 0,3 0 0,0 0 0,2 1 0,2 1 0,1-1 0,2 1 0,0 17 0,4-46 0,0-1 0,-1 1 0,2 0 0,-1 0 0,1-1 0,0 1 0,1-1 0,-1 1 0,1-1 0,1 1 0,-1-1 0,1 0 0,0 0 0,0 0 0,1 0 0,0-1 0,0 1 0,0-1 0,1 0 0,-1 0 0,1-1 0,0 0 0,5 4 0,3-1 0,0 1 0,0-2 0,1 1 0,0-2 0,0 0 0,1-1 0,0 0 0,-1-1 0,1-1 0,0 0 0,0-1 0,0-1 0,0 0 0,0-1 0,0-1 0,0 0 0,0-1 0,0 0 0,-1-2 0,0 1 0,0-2 0,0 0 0,0-1 0,-1 0 0,0-1 0,-1 0 0,1-1 0,-2 0 0,1-1 0,-1-1 0,-1 1 0,0-2 0,3-4 0,22-30 1,-3-2 1,-1 0-1,-3-2 0,19-48-1,54-91-61,-50 113-471,-6 13-1064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356 777 30134,'0'0'781,"0"0"-319,0 0 24,11-17 81,-4 7-499,1-1-41,0 0 0,-1 0-1,-1-1 1,0 0 0,0 0 0,-1 0 0,-1-1 0,0 1 0,0-1 0,0-11-27,3-46 0,-3 0 0,-2 1 0,-8-54 0,4 103 0,-1 1 0,-1-1 0,-1 1 0,0 1 0,-1-1 0,-2 1 0,0 0 0,0 0 0,-2 1 0,7 10 0,-1 1 0,1 1 0,-1-1 0,-1 1 0,1-1 0,-1 1 0,0 0 0,0 1 0,0-1 0,-1 1 0,1 0 0,-1 0 0,0 1 0,0 0 0,-1 0 0,1 0 0,-1 1 0,1 0 0,-1 0 0,0 1 0,0 0 0,1 0 0,-1 0 0,0 1 0,0 0 0,-5 1 0,1 3 0,1 0 0,0 1 0,1 0 0,-1 1 0,1 0 0,0 0 0,0 1 0,1 0 0,0 1 0,0 0 0,1 0 0,0 1 0,0-1 0,1 2 0,0-1 0,1 1 0,0-1 0,0 1 0,1 1 0,1-1 0,0 1 0,-2 8 0,-9 24 0,1 0 0,2 0 0,3 1 0,1 1 0,2-1 0,2 1 0,2 0 0,2 0 0,2-1 0,7 35 0,-7-62 0,0 1 0,1-2 0,1 1 0,0 0 0,1-1 0,1 0 0,1 0 0,0-1 0,1 0 0,0-1 0,1 0 0,1 0 0,-7-11 0,-1 0 0,1-1 0,0 0 0,0 1 0,0-1 0,0-1 0,1 1 0,-1 0 0,0-1 0,1 0 0,-1 0 0,1-1 0,-1 1 0,1-1 0,-1 0 0,1 0 0,-1 0 0,1-1 0,-1 1 0,1-1 0,-1 0 0,1-1 0,-1 1 0,0-1 0,0 0 0,0 0 0,0 0 0,0 0 0,0-1 0,0 1 0,-1-1 0,1 0 0,-1 0 0,0-1 0,0 1 0,0-1 0,-1 1 0,1-1 0,-1 0 0,1 0 0,0-4 0,283-322-899,-196 232-1027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534 463 30126,'0'0'851,"0"0"-284,-6-19-190,-30-130 344,33 121-671,-43-160 34,44 183-84,0 0-1,-1 0 1,0 1 0,0-1 0,0 1-1,0-1 1,-1 1 0,0 0-1,0 0 1,0 0 0,0 1 0,-1 0-1,1 0 1,-1 0 0,0 0-1,0 1 1,0-1 0,0 1 0,0 0-1,0 1 1,-1-1 0,1 1 0,0 0-1,-1 1 1,1-1 0,-1 1-1,0 0 1,1 1 0,-1-1 0,1 1-1,0 0 1,-5 1 0,-7 6 0,1-1 0,0 2 0,0 0 0,1 1 0,1 0 0,-1 1 0,2 1 0,-1 0 0,2 1 0,0 1 0,0-1 0,1 2 0,1 0 0,0 0 0,2 1 0,-1 0 0,0 5 0,-1-2 0,1 1 0,1 0 0,1 1 0,0 0 0,2 0 0,0 0 0,2 0 0,0 1 0,1 0 0,2 10 0,-1-27 0,1 1 0,-1-1 0,2 1 0,-1-1 0,0 1 0,1-1 0,0 1 0,0-1 0,1 0 0,0 1 0,0-1 0,0 0 0,0 0 0,1 0 0,0-1 0,0 1 0,0 0 0,0-1 0,1 0 0,0 0 0,0 0 0,0 0 0,0-1 0,0 0 0,1 0 0,0 0 0,-1 0 0,1-1 0,0 1 0,6 0 0,8 2-61,1-2 0,0 0-1,0-2 1,0 0 0,1-1 0,-1-1 0,0-1-1,0 0 1,0-2 0,0 0 0,-1-2 0,0 0 0,0-1-1,0-1 1,-1 0 0,0-2 0,1 0 61,88-46-4495,-11 0-11703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327 268 29390,'0'0'1349,"0"0"-804,0-17-236,1-15-140,-12-152 727,11 182-894,0 1 0,-1-1 0,0 0 0,1 0 0,-1 1 0,0-1 0,0 0 0,0 1 0,0-1 0,0 1 0,0-1 0,0 1 0,-1 0 0,1-1 0,0 1 0,-1 0 0,1 0 0,-1 0 0,1 0 0,-1 0 0,0 0 0,0 0 0,1 1 0,-1-1 0,0 1 0,0-1 0,1 1 0,-1 0 0,0-1 0,0 1 0,0 0 0,0 0 0,0 0 0,1 1 1,-1-1-1,0 0 0,0 1 0,0-1 0,1 1 0,-1 0 0,0-1 0,1 1 0,-1 0 0,0 0 0,1 0 0,-1 0 0,1 0 0,-1 1 0,1-1 0,0 0 0,0 1 0,-1-1 0,1 1 0,0-1-2,-17 22 0,1 0 0,1 1 0,2 1 0,0 0 0,1 1 0,2 1 0,-3 10 0,-10 23 0,2 0 0,3 2 0,3 1 0,2 0 0,4 0 0,2 1 0,2 1 0,4 4 0,2-61 0,-1 0 0,2 0 0,-1 0 0,1 0 0,1 0 0,-1 0 0,1-1 0,0 1 0,1 0 0,0-1 0,0 0 0,1 0 0,0 0 0,0 0 0,1 0 0,-1-1 0,1 0 0,1 0 0,-1 0 0,1 0 0,0-1 0,1 0 0,-1-1 0,1 1 0,0-1 0,0 0 0,2 0 0,-1 0 0,0-1 0,1-1 0,-1 1 0,1-2 0,-1 1 0,1-1 0,0 0 0,-1-1 0,1 0 0,0 0 0,-1-1 0,1 0 0,0 0 0,-1-1 0,1 0 0,-1-1 0,0 0 0,0 0 0,0-1 0,0 0 0,-1 0 0,1-1 0,-1 0 0,4-4 0,12-9 0,-2-2 0,-1 0 0,0-1 0,-2-2 0,0 0 0,13-23 0,1-5-134,-2-2 1,-2-1-1,-3-1 0,-2-2 1,15-56 133,-20 29-1124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1 606 27854,'0'0'2761,"0"0"-2257,0 0-320,0 0-104,0 0 200,0 0 120,197 12-120,-70-20-112,24-10-32,-8 1-48,-29 7-56,-37 6-32,-23 4 0,3 0 0,3 4-232,-1 6-440,-18-2-1137,-19-6-11793</inkml:trace>
  <inkml:trace contextRef="#ctx0" brushRef="#br0" timeOffset="231.469">687 1 30719,'0'0'784,"0"0"-488,-29 155-64,21-72 120,3 22-48,5 17-224,13 24-80,25-10 0,-1-35-360,-9-34-1592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6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147 304 19476,'0'0'2674,"0"0"-684,0 0-745,-17-18-260,-53-60-61,65 73-787,0 1 1,0-1 0,0-1-1,0 1 1,1-1-1,0 1 1,1-1 0,-1 0-1,1-1 1,0 1-1,0-1 1,1 1 0,0-1-1,0 0 1,1 0-1,0 0 1,0 0 0,0 0-1,1 0 1,0 0-1,0 0 1,1 0 0,0-1-138,3 4 34,0 0 1,0 0 0,0 0-1,0 1 1,0-1 0,1 1 0,0 0-1,-1 1 1,1-1 0,0 1 0,0 0-1,0 0 1,1 0 0,-1 1 0,0 0-1,1 0 1,-1 0 0,1 1 0,-1 0-1,3 0-34,-4-1 14,337-8 335,505 42-153,-765-29-193,393 19 293,3 20-296,-242-12 21,748 73 67,299-80 303,-159-7-330,-604 7-36,595 14 33,256-53-31,37 8 58,-1169 25-1148,-222-13-1235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285 452 31327,'0'0'636,"0"-18"-357,-5-297 246,6 311-525,-1 0 0,1-1 0,-1 1 0,0 0 0,-1-1 0,1 1 0,-1 0 0,1-1 0,-1 1 0,0 0 0,-1 0 0,1 0 0,-1 0 0,0 0 0,0 0 0,0 0 0,0 0 0,-1 1 0,0-1 0,0 1 0,1 0 0,-2 0 0,1 0 0,0 0 0,-1 0 0,1 1 0,-1-1 0,0 1 0,0 0 0,0 0 0,0 1 0,0-1 0,0 1 0,0 0 0,-1 0 0,1 0 0,0 1 0,-1-1 0,1 1 0,0 0 0,-2 0 0,-3 6 0,0 0 0,1 1 0,-1 0 0,1 0 0,0 0 0,1 1 0,0 0 0,0 1 0,1 0 0,0 0 0,1 0 0,-1 1 0,2-1 0,0 1 0,-2 5 0,-6 12 0,1 1 0,2 1 0,1 0 0,0 1 0,3-1 0,0 1 0,2 0 0,1 0 0,2 0 0,0 1 0,3 5 0,-1-30-7,0 1 0,0-1 0,0 0 0,1 0 1,0 0-1,1-1 0,-1 1 0,1-1 0,0 1 0,0-1 0,0 0 0,1-1 1,0 1-1,0-1 0,0 0 0,1 0 0,-1-1 0,1 1 0,0-1 0,0-1 1,0 1-1,0-1 0,0 0 0,0 0 0,1-1 0,-1 1 0,1-2 0,-1 1 0,1-1 1,0 0-1,-1 0 0,1 0 0,-1-1 0,1 0 0,-1-1 0,1 1 0,-1-1 1,0-1-1,0 1 0,0-1 0,0 0 0,0 0 0,-1-1 0,5-3 7,181-113-2726,-104 59-2247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336 287 30414,'0'0'658,"0"0"-106,0 0 30,2-23-113,7-73-377,-9 88-92,0-1 0,0 1 0,-1 0 0,0 0 0,0 0 0,-1 0 0,0 0 0,0 0 0,-1 0 0,0 1 0,-1-1 0,1 1 0,-1 0 0,-1 0 0,1 0 0,-1 1 0,-1 0 0,1-1 0,-1 2 0,-1-2 0,1 4 0,1 1 0,-1 1 0,1-1 0,-1 1 0,0 0 0,0 0 0,1 0 0,-1 1 0,0 0 0,0 0 0,0 1 0,1-1 0,-1 1 0,0 1 0,1-1 0,-1 1 0,0 0 0,1 0 0,0 0 0,0 1 0,0 0 0,0 0 0,0 0 0,0 1 0,1-1 0,-1 1 0,1 0 0,0 1 0,0-1 0,1 1 0,-1-1 0,1 1 0,0 0 0,1 1 0,-1-1 0,1 0 0,-1 2 0,-10 14 0,0 2 0,1-1 0,1 2 0,1-1 0,1 2 0,1-1 0,1 1 0,2 0 0,0 0 0,2 1 0,0-1 0,2 1 0,1 4 0,0-26 0,0 0 0,0-1 0,0 1 0,1 0 0,0-1 0,-1 1 0,1-1 0,0 1 0,1-1 0,-1 1 0,1-1 0,-1 0 0,1 0 0,0 0 0,0 0 0,1 0 0,-1 0 0,0 0 0,1-1 0,0 1 0,-1-1 0,1 0 0,0 0 0,0 0 0,1 0 0,-1 0 0,0-1 0,1 1 0,-1-1 0,1 0 0,-1 0 0,1 0 0,-1-1 0,1 1 0,-1-1 0,1 0 0,0 0 0,-1 0 0,1-1 0,0 1 0,1-1 0,7-2-4,-1 0 0,0-1 1,0-1-1,0 1 0,0-2 0,-1 1 0,0-2 1,0 1-1,0-1 0,-1-1 0,0 0 0,-1 0 0,0-1 1,0 0-1,-1 0 0,0 0 0,1-3 4,-3 6-18,42-53-770,-7 2-1582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8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27318,'0'0'2648,"0"0"-1807,0 0-417,0 0 184,-55 122-64,38-49-168,-3 24-368,5 19-8,6-5 0,5-14 0,4-19 0,0-28 0,17-15-504,10-9-288,-6-26-1177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9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28030,'0'0'3361,"0"0"-2649,0 0-128,33 112-504,-25-57-80,-5 9 0,-3 9 0,0 7 0,0 29 0,-5-22 0,-4-12-1088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28782,'0'0'1705,"0"0"-1249,0 0-176,-55 139 48,42-92 32,4 2-192,2 2-96,5-1-48,2-3-24,0-7 0,13-15-184,9-13-296,-4-12-1393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30455,'0'0'1384,"0"0"-1192,0 0 40,5 134 216,-5-63-392,-11 8-56,2 6 0,3-2 0,6 19 0,8-21-296,5-18-2833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4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357 531 19340,'0'0'8649,"0"0"-6336,0 0-1796,-8-22-67,-44-146 373,-19-110-257,71 275-566,-1 0 0,0 0 0,0 0 0,0 0 0,0 0 0,0 0 0,-1 0 1,1 0-1,-1 1 0,0-1 0,1 1 0,-1-1 0,-1 1 0,1-1 0,0 1 0,0 0 0,-1 0 1,0 0-1,1 0 0,-1 1 0,0-1 0,0 1 0,1 0 0,-1-1 0,0 1 0,-1 1 1,1-1-1,0 0 0,0 1 0,0-1 0,0 1 0,0 0 0,-1 0 0,1 0 0,0 1 1,0-1-1,-3 2 0,-57 93-80,47-55 73,3 2 0,1-1 1,3 1-1,1 1 0,2 0 1,2 0-1,1 0 0,3 25 7,0-54 0,-1 1-1,2-1 1,0 1-1,1-1 1,0 0 0,1 0-1,0 0 1,2 0-1,-1 0 1,2-1-1,0 0 1,0 0-1,1 0 1,1-1-1,0 0 1,0 0-1,2-1 1,-1-1-1,1 1 1,1-1 0,0-1-1,0 0 1,4 2 0,-7-7-30,0-1 1,0 0 0,0 0-1,0 0 1,0-1 0,1-1-1,-1 1 1,1-1 0,-1-1-1,1 1 1,-1-1 0,1-1-1,-1 0 1,1 0 0,-1-1-1,1 0 1,-1 0 0,0-1-1,0 0 1,0 0 0,0-1-1,-1 0 1,0 0-1,1-1 1,-1 0 0,0-1 29,99-124-2981,-69 65-1164</inkml:trace>
  <inkml:trace contextRef="#ctx0" brushRef="#br0" timeOffset="247.368">720 391 25213,'0'0'4353,"0"0"-3561,0 0-191,160 55 143,-105-29-360,-4 1-40,-5 1-232,-2 0-64,2-1-48,-3 1-8,23-4-456,-13-7-952,-3-11-3257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27214,'0'0'3297,"0"0"-2721,0 0 8,0 0 24,0 0-136,31 132-456,-31-92-16,0 9 0,-24 32 0,-9-10 0,-11-8-1360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458 166 27454,'0'0'813,"0"0"-402,0 0 139,0 0 146,0 0-101,0 3 1624,-26-55-2192,25 46-27,-1 0 0,0 0 0,0 0 1,0 0-1,-1 0 0,0 0 0,0 1 0,-1-1 0,0 1 0,0 0 0,0 0 0,0 0 0,-1 0 0,0 1 0,0 0 0,0 0 0,0 0 0,-1 1 1,1 0-1,-1 0 0,0 0 0,0 1 0,0-1 0,0 2 0,0-1 0,-4 0 0,2 2 0,0 1 0,0 0 0,0 1 0,1-1 0,-1 1 0,1 1 0,-1 0 0,1 0 0,0 0 0,0 1 0,0 0 0,0 0 0,1 1 0,0 0 0,-1 0 0,2 0 0,-1 1 0,1 0 0,-4 5 0,-82 128 0,78-113 0,1-1 0,1 2 0,2 0 0,0 0 0,2 0 0,1 1 0,1 0 0,1 0 0,2 1 0,1-1 0,1 1 0,4 26 0,-4-49 0,1 0 0,1 0 0,-1 1 0,1-1 0,0-1 0,0 1 0,1 0 0,0 0 0,0-1 0,0 0 0,1 0 0,0 0 0,0 0 0,0 0 0,0-1 0,1 1 0,-1-1 0,1 0 0,1-1 0,-1 1 0,0-1 0,1 0 0,-1 0 0,1-1 0,0 0 0,0 0 0,0 0 0,0-1 0,0 0 0,1 0 0,5 1 0,1-1 0,-1-1 0,1 0 0,0-1 0,-1 0 0,1-1 0,-1-1 0,0 0 0,1 0 0,-2-1 0,1-1 0,0 0 0,-1 0 0,7-5 0,36-29-31,-1-2 0,-2-2 1,-2-3-1,19-24 31,6-5-1055,-38 40-1696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30687,'0'0'744,"0"0"-488,0 0-96,0 0 56,0 0-216,0 0-552,0 0-5770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380 418 28942,'0'0'744,"0"0"-181,0-23 0,0-146 353,-33 14-354,32 150-549,-1 1 1,1 0 0,-1 0-1,-1 1 1,1-1-1,0 0 1,-1 1-1,0-1 1,0 1-1,0 0 1,0 0-1,0 0 1,-1 0-1,1 1 1,-1-1-1,0 1 1,1 0-1,-1 0 1,0 0-1,0 1 1,-1-1-1,1 1 1,0 0-1,0 0 1,-1 1-1,1-1 1,0 1-1,-1 0 1,1 0-1,-1 0 1,1 1-1,0-1 1,-1 1-1,1 0 1,0 1-14,-10 6 0,0 0 1,1 2-1,0-1 0,0 2 0,1 0 1,0 0-1,1 1 0,1 1 0,0-1 1,0 2-1,1-1 0,1 1 0,1 1 1,0 0-1,0 0 0,-1 9 0,-1-3 0,1 1 0,2 1 0,0-1 0,2 1 0,0 0 0,1 1 0,2-1 0,0 16 0,1-34 0,0 0 0,0 0 0,0 0 0,0 0 0,1 0 0,0 0 0,0 0 0,0 0 0,1 0 0,-1-1 0,1 1 0,0 0 0,1-1 0,-1 0 0,1 1 0,0-1 0,0 0 0,0 0 0,0-1 0,1 1 0,-1-1 0,1 1 0,0-1 0,0-1 0,1 1 0,-1 0 0,0-1 0,1 0 0,-1 0 0,1 0 0,1 0 0,8 1 0,1 0 0,-1-1 0,1 0 0,0-1 0,0-1 0,0 0 0,-1-1 0,1-1-1,0 0 1,-1-1 0,1-1 0,-1 0 0,0-1 0,0 0 0,2-2 0,184-111-335,-92 38-485,-14 5-977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6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220 440 27550,'0'0'2691,"0"0"-1900,0 0-498,-3-24 206,-21-148 155,15 129-572,6 19-48,-2 1 1,-1-1-1,-1 1 0,-1 0 0,-1 1 1,-9-18-35,17 39 0,1 0 0,-1-1 0,1 1 0,-1 0 0,1 0 0,-1 0 0,0 0 0,0 0 0,0 0 0,1 0 0,-1 0 0,0 0 0,0 0 0,0 0 0,0 0 0,-1 1 0,1-1 0,0 0 0,0 1 0,0-1 0,0 1 0,-1-1 0,1 1 0,0 0 0,-1 0 0,1-1 0,0 1 0,0 0 0,-1 0 0,1 0 1,0 0-1,-1 0 0,1 1 0,0-1 0,-1 0 0,1 1 0,0-1 0,0 1 0,-1-1 0,1 1 0,0-1 0,0 1 0,0 0 0,0 0 0,0-1 0,0 1 0,0 0 0,0 0 0,0 0 0,0 0 0,0 1 0,-34 61 0,26-31 0,0 1 0,2 0 0,2 0 0,1 1 0,1 0 0,2-1 0,2 5 0,-1-34 0,0 0 0,0 0 0,0-1 0,0 1 0,1 0 0,0 0 0,0-1 0,0 1 0,0 0 0,0-1 0,1 1 0,-1-1 0,1 0 0,0 0 0,0 1 0,1-1 0,-1 0 0,1-1 0,-1 1 0,1 0 0,0-1 0,0 1 0,0-1 0,0 0 0,0 0 0,1 0 0,-1-1 0,0 1 0,1-1 0,0 0 0,-1 0 0,1 0 0,0 0 0,-1 0 0,1-1 0,0 0 0,0 0 0,-1 0 0,1 0 0,0 0 0,0-1 0,26 0-52,1-1 0,-1-2 1,0-1-1,0-2 0,-1 0 0,16-7 52,185-55-2514,-127 40-398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81 333 26510,'0'0'2237,"23"0"-1491,77 2-257,-95-1-414,1 0 1,-1 0-1,0 0 0,1-1 0,-1 1 0,1-1 0,-1-1 0,0 1 0,1-1 0,-1 0 0,0 0 0,1 0 0,-1-1 1,0 0-1,0 0 0,0 0 0,-1-1 0,1 1 0,0-1 0,-1 0 0,0-1 0,0 1 0,0-1 0,0 0 0,0 0 0,-1 0 1,1 0-1,-1 0 0,0-1 0,-1 0 0,1 1 0,-1-1 0,0 0 0,0 0 0,0-1 0,-1 1 0,1-4-75,0-7 1,-1 0 0,0 0 0,-1 0 0,-1 0 0,0-1 0,-1 1 0,-1 1 0,-3-10-1,4 20 0,1 0 0,-1 1 0,0-1-1,0 1 1,-1 0 0,0-1 0,1 1 0,-1 0 0,0 1 0,-1-1 0,1 0 0,-1 1 0,0 0 0,1 0 0,-2 0 0,1 0 0,0 1 0,0-1 0,-1 1 0,1 0 0,-1 0 0,0 1 0,1 0 0,-1-1 0,0 2 0,0-1 0,0 0 0,0 1 0,-2 0 0,-3 3 0,0-1 0,0 2 0,0 0 0,1 0 0,0 0 0,0 1 0,0 1 0,1-1 0,-1 1 0,1 1 0,1 0 0,-1 0 0,1 0 0,0 1 0,1 0 0,0 0 0,0 1 0,1 0 0,0 0 0,1 0 0,-3 7 0,-4 2 0,2 1 0,0 0 0,1 1 0,1 0 0,0 0 0,2 0 0,1 1 0,0 0 0,1 0 0,2 0 0,0 14 0,1-32 0,0 0 0,1 1 0,0-1 0,0 1 0,0-1 0,0 0 0,0 0 0,0 1 0,1-1 0,0 0 0,0 0 0,0 0 0,0-1 0,0 1 0,0 0 0,1-1 0,-1 1 0,1-1 0,0 0 0,-1 0 0,1 0 0,0 0 0,0-1 0,0 1 0,1-1 0,-1 0 0,0 0 0,1 0 0,-1 0 0,0 0 0,1-1 0,-1 1 0,1-1 0,-1 0 0,1 0 0,-1-1 0,1 1 0,-1-1 0,0 1 0,1-1 0,0 0 0,10-3 0,0 1 0,0-1 0,0-1 0,-1-1 0,0 0 0,0-1 0,0 0 0,-1-1 0,0 0 0,-1-1 0,1 0 0,-2-1 0,1 0 0,-1 0 0,1-4 0,-5 8 0,47-49-201,-9 1-806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7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0 29758,'0'0'977,"0"0"-545,0 0 120,-42 103 24,27-46-200,-5 28-280,1 31-96,1 22 0,5-19-128,2-31-1632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9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9 26598,'0'0'1401,"0"0"-351,0 0-225,0 0-67,0 0-218,0-8-57,-4 49-296,-1 1 0,-3-1 1,-1 0-1,-2-1 0,-2 2-187,-5 22 56,0 1-32,-35 181-101,52-241-33,1 1 0,-1-1 0,1 1 0,0-1 0,1 1 0,-1-1 0,1 1 0,0-1 0,1 1 1,-1-1-1,1 0 0,0 1 0,0-1 0,1 0 0,-1 0 0,1-1 0,3 5 110,23 14-3127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29086,'0'0'2729,"0"0"-2417,0 0-200,0 0 216,-57 118-128,42-74-200,2 3 0,0 6 0,0 6 0,2 3 0,4 1 0,7 18-704,0-18-1041,0-12-1095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31431,'0'0'808,"0"0"-616,0 0-152,-7 137 56,-4-78-8,0 6-40,-28 32-48,4-15-744,-5-17-8234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00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24637,'0'0'5513,"0"0"-4920,0 0-425,0 0 48,0 0 160,0 0-168,9 82-120,-9-46-64,-22 7-24,-26 22 0,4-11-424,-4-9-1833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03.3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206 1 29222,'0'0'992,"0"0"-377,0 0-325,0 0-86,0 19 137,0 9-212,0 149 345,-7-1 1,-12 25-475,-155 838 25,169-913-302,6-125 212,0 1 0,1-1 0,-1 1 0,0-1 0,1 1 0,0-1 0,-1 0 0,1 0 0,0 0 0,-1 0 0,1 0 0,0 0 0,0 0 0,0-1 0,0 1 0,0-1 0,0 1 0,0-1 0,0 0 0,0 0 0,0 0 0,0 0 0,0 0 0,0 0 0,0-1 0,0 1 0,0 0 0,0-1 0,0 0 0,0 1 0,0-1 0,0 0 0,-1 0 0,1 0 0,0 0 0,0-1 0,-1 1 0,1 0 0,-1-1 0,0 1 0,1-1 0,-1 1 0,0-1 0,0 0 0,0 0 0,1-1 65,36-37-3206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04.0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74 31871,'0'0'768,"0"0"-664,0 0-104,224-20 24,-29-2-24,42 1 0,19 11 0,-2 10-120,-76 0-584,-38 0-1297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01.44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524 815 25365,'0'0'3665,"0"0"-2330,0 0-684,0 0-56,0 0-52,0-7-155,-10 112-314,-4 0 0,-5-2 0,-8 14-74,-17 97 3,5 25-216,26-172-854</inkml:trace>
  <inkml:trace contextRef="#ctx0" brushRef="#br1" timeOffset="2343.343">0 126 30679,'0'0'569,"28"-10"-336,249-66-147,-79 54-36,0 8 1,68 10-51,-228 5 0,0 3 1,-1 0-1,0 3 0,0 0 1,-1 3-1,0 1 0,0 2 1,22 12-1,-37-17-9,2 0-41,0 1 0,-1 2 0,1 0 0,-2 1 0,0 1 0,0 1 1,-2 1-1,1 0 0,-2 2 0,8 9 50,-23-24-7,-1 1 0,0 0 1,0 0-1,0 0 1,0 0-1,-1 0 0,1 0 1,-1 0-1,0 1 1,0-1-1,0 0 0,0 1 1,0-1-1,-1 1 1,0-1-1,0 1 1,0-1-1,0 1 0,0-1 1,0 1-1,-1-1 1,0 1-1,0-1 0,0 0 1,0 1-1,0-1 1,-1 0-1,0 0 0,1 0 1,-1 0-1,0 0 1,-2 2 6,-95 67 715,61-49-163,35-20-530,0 1-1,0 0 1,1 0-1,-1 0 1,1 0 0,0 0-1,0 0 1,0 1 0,1-1-1,0 1 1,0-1-1,0 1 1,0 0 0,1-1-1,-1 1 1,1 0 0,0-1-1,1 1 1,-1 0 0,1-1-1,0 1 1,0-1-1,1 2-21,-1 4 12,62 347 27,-33-91-39,-5 255 0,-2-258-884,-17-220-721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09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1 703 29622,'0'0'776,"0"0"-415,124 0 135,-27-14-136,-3-2-88,9-1-152,2-1-72,-17 2-48,28-10-224,-26 7-536,-24-5-1777</inkml:trace>
  <inkml:trace contextRef="#ctx0" brushRef="#br0" timeOffset="265.586">761 1 29310,'0'0'1689,"0"0"-1449,0 0-152,-4 140 144,-1-40-16,3 29-64,2 21-104,0-3-48,0-38-400,0-40-2345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2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0 25613,'0'0'878,"0"0"-499,0 0 38,0 0 701,0 0-127,-6 0-333,-23 0 113,20 44 1,-11 39-393,-2-1-1,-5-1 0,-33 69-378,-1 6 35,40-102-35,3 0 0,1 1 0,3 1 0,3 1 0,2 0 0,0 40 0,8-95-21,1 0 0,0 0 0,0 0 0,0 0 0,0 0 0,0 1 0,1-1 0,-1 0 0,0 0 0,1 0 0,0 0 0,-1 0 0,1 0 0,0 0 0,0 0 0,0-1 0,0 1 0,0 0 0,1 0 0,-1-1 0,1 1 0,-1-1 0,1 1 0,-1-1 0,1 0 0,0 1 0,-1-1 0,2 0 21,42-7-3606,-17-14-5675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2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30278,'0'0'761,"0"0"-513,0 0-48,-55 144 200,31-95-80,-3 4-168,-1 5-96,-3 1-24,0 0-32,3 0 24,2-10-24,8-5-96,9-9-280,7-13-432,2-10-1801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24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31079,'0'0'1240,"0"0"-1064,0 0 56,-30 146-192,19-79-40,-3 21 0,-7 25 0,-10 23 0,-9 2 0,8-35 0,1-30-936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33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14870 296 25685,'0'0'1081,"0"0"-675,0 0-290,0 0 5,0 0 81,0 0-87,-23-8-42,-75-21 101,93 29-142,1 0 1,0 0 0,-1 0-1,1 0 1,0 1 0,-1 0-1,1 0 1,0 0 0,0 0-1,-1 1 1,1-1 0,0 1-1,1 0 1,-1 1 0,0-1-1,0 0 1,1 1-1,0 0 1,-1 0 0,-1 3-33,-9 6 168,-2-2-63,2 0 0,-1 1 0,1 1 1,1 1-1,0 0 0,1 0 0,0 1 0,1 1 0,1 0 0,0 0 0,1 1 0,1 0 1,0 1-1,2-1 0,-1 2 0,0 8-105,8-21 5,0 0-1,1-1 1,-1 1 0,1 0 0,1-1-1,-1 0 1,0 0 0,1 0 0,0 0 0,0 0-1,0 0 1,1-1 0,-1 1 0,1-1-1,0 0 1,0 0 0,0 0 0,0-1-1,0 1 1,1-1 0,-1 0 0,1 0-1,-1-1 1,1 0 0,0 1 0,0-1 0,-1-1-1,1 1 1,0-1 0,0 0 0,0 0-1,0 0 1,0-1 0,0 1 0,-1-1-1,1-1 1,3 0-5,1 2 9,39-2 6,0-2-1,0-2 1,-1-3-1,0-1 0,0-2 1,33-15-15,4-3-404,-10 0-958</inkml:trace>
  <inkml:trace contextRef="#ctx0" brushRef="#br0" timeOffset="332.617">15848 367 28534,'0'0'624,"0"0"-358,0 0-101,0 0 26,0 0-114,-9-11-117,3 2 20,4 6 15,1 0-1,-1 0 1,0 0-1,0 0 0,-1 1 1,1-1-1,-1 0 1,1 1-1,-1 0 1,0 0-1,0 0 0,0 0 1,0 0-1,0 0 1,-1 1-1,1-1 0,0 1 1,-1 0-1,1 0 1,-1 0-1,1 1 1,-1-1-1,0 1 6,-8 1 6,0 1 1,1 0-1,-1 0 1,1 1-1,0 1 0,0 0 1,0 1-1,0 0 1,1 0-1,0 1 1,0 1-1,0-1 0,1 2 1,0-1-1,0 1 1,1 1-1,0-1 0,0 1 1,1 1-1,1 0 1,-1 0-1,2 0 0,-1 0 1,1 1-1,1 0 1,0 0-1,0 0 0,1 1 1,1-1-1,0 1 1,0 8-7,0-16 5,1 0 0,0 1 1,0-1-1,0 0 1,1 1-1,-1-1 0,1 0 1,0 1-1,0-1 0,1 1 1,-1-1-1,1 0 1,0 1-1,0-1 0,1 0 1,-1 0-1,1 0 0,0 0 1,0 0-1,0 0 0,0 0 1,1-1-1,-1 1 1,1-1-1,0 0 0,0 0 1,1 0-1,-1 0 0,1 0 1,-1-1-1,1 1 1,0-1-1,0 0 0,0 0 1,0-1-1,0 1 0,0-1 1,0 0-1,2 1-5,2-2-24,1 1 0,-1-1 0,1-1 0,-1 1 0,1-2 1,-1 1-1,1-1 0,-1 0 0,0-1 0,0 0 0,0 0 0,0 0 0,-1-1 0,1-1 0,-1 1 0,0-1 0,6-5 24,18-17-2352</inkml:trace>
  <inkml:trace contextRef="#ctx0" brushRef="#br0" timeOffset="-26905.983">1728 1046 23685,'0'0'7162,"0"0"-6418,0 0-448,0 0-56,0 0 200,0 0-240,83-2-200,9-20 0,33-2 0,26 1 0,-10 3 0,-25 10 0,-37 8 0,-25 2 0,3 0 0,18 0 0,-9 0-776,-25 0-1001</inkml:trace>
  <inkml:trace contextRef="#ctx0" brushRef="#br0" timeOffset="-26626.1">2201 264 30567,'0'0'752,"0"0"-88,0 0-376,0 0 56,-90 154-192,71-29-152,-3 44 0,11 19 0,9 1 0,2-13 0,17-58 0,-2-27-1048</inkml:trace>
  <inkml:trace contextRef="#ctx0" brushRef="#br0" timeOffset="-15961.137">4332 549 4497,'0'0'20492,"0"0"-15767,0 0-4103,0 0 61,0 0-95,0 0-228,0-21-115,0-65-27,1 82-212,-1-1 1,1 1-1,-1-1 1,0 1-1,0-1 1,0 1-1,-1-1 1,1 1-1,-1-1 0,0 1 1,0 0-1,-1-1 1,0 1-1,1 0 1,-1 0-1,0 0 1,-1 0-1,1 0 1,-1 1-1,0-1 1,0 1-1,0 0 1,0 0-1,0 0 1,-1 0-1,0 0 1,1 1-1,-1-1 1,0 1-1,0 0 1,0 0-1,0 1 1,-1-1-1,1 1 1,0 0-1,-1 0 1,1 0-1,-1 1 1,1-1-1,-1 1 1,1 0-1,-1 1 1,1-1-1,-1 1 1,1 0-1,0 0 1,-1 0-1,1 0 1,0 1-1,0 0 0,0 0 1,-1 0-7,-15 10 0,0 1 0,1 1 0,0 1 0,2 0 0,-1 1 0,2 1 0,0 1 0,1 0 0,1 1 0,0 0 0,2 1 0,0 1 0,-1 5 0,-2 1 0,2 0 0,0 1 0,1 0 0,2 1 0,1 0 0,2 1 0,0-1 0,2 2 0,2-1 0,0 0 0,2 1 0,2 13 0,-1-40 0,0 0 0,0 0 0,1 0 0,0 0 0,-1 0 0,1 0 0,0-1 0,1 1 0,-1 0 0,1 0 0,0-1 0,0 1 0,0-1 0,0 0 0,0 1 0,1-1 0,0 0 0,-1 0 0,1 0 0,0-1 0,0 1 0,1-1 0,-1 0 0,0 0 0,1 0 0,0 0 0,-1 0 0,1-1 0,0 0 0,0 0 0,0 0 0,0 0 0,-1 0 0,1-1 0,0 0 0,1 0 0,-1 0 0,0 0 0,11-2 0,1-1 0,0-1 0,-1 0 0,0-2 0,0 1 0,0-2 0,-1 0 0,0 0 0,0-1 0,-1-1 0,0-1 0,-1 0 0,0 0 0,0-1 0,-1-1 0,0 0 0,-1 0 0,-1-1 0,3-5 0,25-23 0,135-125-725,-122 121-1559</inkml:trace>
  <inkml:trace contextRef="#ctx0" brushRef="#br0" timeOffset="-15694.832">4796 939 30447,'0'0'1312,"0"0"-840,25 109-8,-10-80-392,7-11-72,2-8 0,0-6 0,9-4 0,-11 0-552,-5-2-5153</inkml:trace>
  <inkml:trace contextRef="#ctx0" brushRef="#br0" timeOffset="-15066.5">6432 618 25701,'0'0'1821,"0"0"-646,0 0-252,21-19-100,69-60-199,-80 70-551,-1-1 0,0 1 0,0-1 0,-1-1 0,-1 1 0,0-2 0,0 1 0,-1-1 0,-1 1 1,1-2-1,-2 1 0,0 0 0,-1-1 0,0 0 0,0 0 0,-2 0 0,0 0 0,0 0 0,-1 0 1,-1 0-1,-1-7-73,1 17 1,-1-1 0,1 1 0,-1 0 1,0 0-1,0 0 0,-1 0 0,1 1 0,0-1 1,-1 0-1,0 1 0,0 0 0,1 0 1,-1-1-1,-1 2 0,1-1 0,0 0 0,0 1 1,-1-1-1,1 1 0,-1 0 0,1 0 1,-1 1-1,1-1 0,-1 1 0,1-1 0,-1 1 1,0 0-1,1 1 0,-1-1 0,1 0 1,-1 1-1,0 0 0,1 0 0,0 0 0,-1 0 1,1 1-1,-1 0-1,-16 6 0,0 2 0,1 0 0,0 1 0,1 2 0,0-1 0,0 2 0,2 0 0,0 2 0,0-1 0,2 2 0,0 0 0,1 0 0,-1 4 0,1-5 1,1 0-1,1 1 1,1 1-1,1 0 1,0 0 0,1 1-1,1 0 1,0 0 0,2 1-1,0 0 1,2 0-1,0 0 1,1 5-1,1-21 2,1-1 0,-1 0 0,1 0 0,0 0 0,0 1 0,1-1-1,-1 0 1,0 0 0,1 0 0,0 1 0,0-1 0,0 0 0,0 0 0,1 0 0,-1-1 0,1 1 0,-1 0 0,1 0 0,0-1 0,0 1 0,0-1-1,1 0 1,-1 1 0,0-1 0,1 0 0,0 0 0,-1-1 0,1 1 0,0-1 0,0 1 0,0-1 0,0 0 0,0 0 0,0 0 0,0 0-1,0-1 1,1 1 0,1-1-2,19 0 3,0-1-1,0-2 1,0 0 0,0-2-1,-1 0 1,0-2-1,0 0 1,0-2-1,-1-1 1,-1 0 0,1-1-1,-2-2 1,1 0-1,-2-1 1,7-7-3,-25 20 0,366-264-1064,-289 208-1249</inkml:trace>
  <inkml:trace contextRef="#ctx0" brushRef="#br0" timeOffset="-14813.874">7804 199 28806,'0'0'2505,"0"0"-2025,0 0 64,-46 131-112,28-82-432,3 6 0,-3 10 0,-1 8 0,-10 28 0,3-16-568,4-20-4161</inkml:trace>
  <inkml:trace contextRef="#ctx0" brushRef="#br0" timeOffset="-14342.449">9693 288 28486,'0'0'1276,"0"0"-615,0 0-129,0 0-40,-14-18-164,-47-57-172,59 72-151,0 1 0,0 0 0,0 0 0,-1 0-1,1 0 1,-1 0 0,1 0 0,-1 1 0,0-1 0,0 1 0,0 0 0,0 0 0,1 0 0,-1 0 0,-1 0 0,1 1 0,0-1 0,0 1 0,0 0-1,0 0 1,0 0 0,0 0 0,0 1 0,-1-1-5,-8 1 23,-3 3 7,1 1 1,0 0-1,-1 1 0,2 0 0,-1 1 0,1 0 1,0 1-1,0 1 0,1 0 0,1 1 0,-1 0 1,1 1-1,1 0 0,0 0 0,1 1 1,0 1-1,1 0 0,0 0 0,1 0 0,0 1 1,2 0-1,-1 0 0,-2 14-30,4-21 0,0 1 0,1 1 0,1-1 0,-1 0 0,1 1 0,0-1 0,1 1 0,0 0 0,0 0 0,1-1 0,0 1 0,1 0 0,0 0 0,0-1 0,1 1 0,0-1 0,1 1 0,-1-1 0,2 0 0,-1 0 0,1 0 0,0 0 0,1-1 0,0 1 0,0-1 0,0 0 0,1-1 0,0 0 0,0 1 0,1-2 0,0 1 0,0-1 0,0 0 0,6 2 0,6-1 0,1 0 0,1-2 0,-1-1 0,0 0 0,1-1 0,-1-1 0,1-1 0,0-1 0,-1-1 0,1-1 0,-1-1 0,0 0 0,0-2 0,-1 0 0,1-1 0,-1-1 0,-1-1 0,6-3 0,191-116-623,-121 65-1083</inkml:trace>
  <inkml:trace contextRef="#ctx0" brushRef="#br0" timeOffset="-14097.676">10712 0 30046,'0'0'1329,"0"0"-569,0 150-128,0-71-632,-17 20 0,-18 29 0,-11 28 0,-9 5 0,11-38 0,11-37-2176</inkml:trace>
  <inkml:trace contextRef="#ctx0" brushRef="#br0" timeOffset="-13264.552">1 1730 27798,'0'0'1066,"0"0"-340,0 0-166,0 0-11,0 0-107,0 0-167,22-12-92,-2 1-141,-8 3-17,1 1-1,-1 0 0,2 1 1,-1 1-1,1 0 1,-1 0-1,1 2 0,1 0 1,-1 0-1,0 1 0,4 1-24,518-2 342,-78 22-171,263 51-171,-100-25 132,418-31-132,876-76 213,122 83-213,-446-6 0,-482-89 0,-534 27 0,1371-25 0,-1856 72-189,-39 0-758</inkml:trace>
  <inkml:trace contextRef="#ctx0" brushRef="#br0" timeOffset="-448.31">13369 278 24821,'0'0'1441,"0"0"-443,0 0-333,0 0-127,-9-15-135,-29-45-57,36 57-314,-1 1 0,1-1 0,-1 1 0,0-1 0,0 1 0,0 0 0,0 0 0,0 1 0,0-1 0,-1 1 0,1-1 0,0 1 0,-1 0 0,1 0 0,-1 1 0,1-1 0,-1 1 0,0-1 1,1 1-1,-1 0 0,1 1 0,-1-1 0,0 1 0,1-1 0,-1 1 0,0 1-32,-5-1 39,-6 4-17,2 0 0,-1 1 0,0 0 1,1 1-1,1 1 0,-1 0 0,1 0 0,0 1 1,1 1-1,0 0 0,1 1 0,0 0 0,0 0 0,-6 11-22,6-8 11,0-1-1,1 1 0,0 1 1,1-1-1,1 1 0,0 1 0,1 0 1,1-1-1,0 2 0,1-1 0,1 0 1,1 1-1,0 0 0,1 0 0,1-1 1,1 13-11,-1-25 0,1 0 1,0 0-1,-1 0 1,1 0-1,1 0 1,-1 0 0,1 0-1,-1 0 1,1-1-1,0 1 1,0-1 0,1 1-1,-1-1 1,1 0-1,0 0 1,-1 0 0,1 0-1,1 0 1,-1-1-1,0 1 1,1-1 0,-1 0-1,1 0 1,0 0-1,-1-1 1,1 1-1,0-1 1,0 0 0,0 0-1,0 0 1,0 0-1,0-1 1,1 0 0,-1 0-1,3 0 0,7 0 2,0 0 0,0-1-1,0-1 1,0 0 0,0-1-1,0-1 1,-1 0 0,1 0-1,-1-2 1,2 0-2,6-4-97,1 0 1,-2-1-1,1-2 1,-2 0-1,0-1 1,0 0-1,-2-2 1,1 0-1,-2-1 1,-1-1-1,0 0 1,-1-1-1,-1-1 1,0 0 0,-2 0-1,0-2 1,-2 1 96,-6 11-3435,1 3-9843</inkml:trace>
  <inkml:trace contextRef="#ctx0" brushRef="#br0" timeOffset="11161.323">12808 347 25838,'0'0'1853,"0"0"-846,0 0-448,0 0 16,0 0 20,2 3-1,126-19-306,209 21 289,188 33-577,57 3 13,667-37 23,-1221-9-142,-67-3-492,-15 1-1117,-4 0-1691</inkml:trace>
  <inkml:trace contextRef="#ctx0" brushRef="#br0" timeOffset="11513.147">12926 460 27934,'0'0'1083,"0"0"-284,0 0-234,0 0-139,28 1-142,1096 48 420,-1001-40-650,876 44 395,-701-53-348,-298 1-143,1-1-1,-1 0 1,1 1 0,-1-1-1,1 0 1,0 0 0,-1 0-1,1 1 1,-1-1 0,1 0-1,0 0 1,-1 0 0,1 0-1,-1 0 1,1 0 0,0 0-1,-1 0 1,1 0 0,-1 0-1,1 0 1,0-1 0,-1 1-1,1 0 1,-1 0 0,1 0-1,-1-1 1,1 1 0,-1 0-1,1-1 1,-1 1 0,1-1-1,-1 1 1,1 0 0,-1-1-1,1 1 1,-1-1 0,0 1 0,1-1-1,-1 0 1,0 1 0,0-1-1,1 1 1,-1-1 0,0 1-1,0-1 1,0 0 0,0 1-1,0-1 1,1 1 0,-1-1-1,0 0 1,-1 1 0,1-1-1,0 0 1,0 1 0,0-1-1,0 1 1,0-1 0,-1 1-1,1-1 1,0 0 0,0 1-1,-1-1 1,1 1 0,-1-1 42,-19-12-6131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4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384 174 24797,'0'0'2167,"0"0"-902,0 0-260,0 0-159,0 0-254,6-18 224,-4 13-794,-1 1-1,1-1 0,-1 1 1,0-1-1,-1 1 1,1-1-1,-1 1 1,0-1-1,0 0 1,0 1-1,-1-1 0,0 1 1,1-1-1,-2 1 1,1-1-1,0 1 1,-1-1-1,0 1 1,0 0-1,0 0 0,-1 0 1,1 0-1,-1 0 1,0 1-1,0-1 1,0 1-1,0 0 1,-1 0-1,0 0 0,1 0 1,-1 1-1,0-1 1,0 1-1,0 0 1,-1 0-1,1 0 1,-1 1-22,-3 0-2,0 0 0,0 0 0,0 1-1,-1 1 1,1-1 0,0 1 0,0 0 0,0 1 0,0 0 0,0 0 0,0 1 0,1 0 0,-1 1 0,1-1 0,-1 1 0,1 1 0,1-1 0,-1 1 0,1 0 0,0 1 0,0-1 0,0 1 0,1 1 0,0-1 0,-2 4 2,-9 12-12,1 0 0,1 1 1,2 1-1,0 0 0,1 0 0,2 1 0,-3 10 12,3 1 0,1 0 0,1 1 0,2 0 0,2 0 0,1 0 0,2 1 0,4 31 0,-2-56 1,0-1-1,1 1 0,0-1 1,1 0-1,0 0 0,1 0 1,0 0-1,1-1 1,0 0-1,1 0 0,0-1 1,1 1-1,-5-7 11,1 0 0,-1 0 1,1 0-1,0-1 0,0 1 0,0-1 1,0 0-1,1 0 0,-1 0 1,1-1-1,0 1 0,-1-1 0,1-1 1,0 1-1,0 0 0,1-1 0,-1 0 1,0-1-1,0 1 0,1-1 0,-1 0 1,0 0-1,0 0 0,1-1 1,-1 0-1,0 0 0,0 0 0,0-1 1,0 1-1,1-2-11,7-5 25,-1-1 0,0 0 0,0-1 0,-1 0 0,0-1 1,-1-1-1,0 1 0,-1-1 0,0-1 0,-1 0 0,1-4-25,-9 17 0,28-46-157,-2-1 0,-2-1 1,-2-1-1,-3-1 0,-2-1 0,-1 0 0,-4-1 0,-1-1 1,-3 0-1,2-51 157,-9 29-2433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4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35 21309,'0'0'2992,"0"0"-797,0 0-840,0 0-381,0 0-161,0 0-149,1-7-173,0-20-143,-17 39 76,-72 144 107,-66 167-531,114-234 47,17-39-95,7-20-36,1 1-1,2 1 0,1 0 0,1 0 1,2 1-1,1 1 0,2 0 0,-1 18 85,7-11-4161,0-9-10660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50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292 144 28710,'0'0'892,"0"0"-226,0 0-42,0 0-173,5-19-245,15-58-124,-2 29 570,-19 49-183,-3 6-454,-40 74-15,3 1 0,3 3 0,-9 38 0,-13 49 0,-31 148 0,83-255-1780,8-97-2353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5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351 189 28190,'0'0'862,"0"0"-598,0 0-154,0 0 136,0 0 19,0 0-81,9-20-4,26-61 30,-27 11 370,-11 68-569,1 0 0,-1 0 1,0 0-1,1 1 0,-1-1 1,0 1-1,0 0 1,0 0-1,0 0 0,0 0 1,-1 0-1,1 1 0,0 0 1,0-1-1,0 1 0,-1 0 1,1 0-1,0 1 0,0-1 1,0 1-1,0 0 1,-1 0-1,1 0 0,0 0 1,0 0-1,1 0 0,-1 1 1,0 0-1,-2 1-11,-16 14 2,1 1-1,1 1 1,0 1 0,2 1 0,0 0-1,1 1 1,2 1 0,0 0-1,1 1 1,2 1 0,-9 23-2,2-13 8,2 0 1,1 2 0,2-1-1,1 2 1,2 0-1,2 0 1,1 0-1,3 1 1,0 8-9,3-45 4,1 0 0,-1 0 1,1 1-1,0-1 0,0 0 0,0 0 0,0 0 0,0 0 1,0 0-1,1 0 0,-1 1 0,1-1 0,0 0 0,-1 0 0,1 0 1,0 0-1,0 0 0,0-1 0,0 1 0,0 0 0,1 0 1,-1-1-1,1 1 0,-1-1 0,1 1 0,-1-1 0,1 1 1,0-1-1,0 0 0,0 0 0,-1 0 0,1 0 0,0 0 1,0-1-1,0 1 0,1 0 0,-1-1 0,0 0 0,0 1 0,0-1 1,0 0-1,2 0-4,14-3 25,0 0 1,-1-1-1,1-1 0,-1 0 1,0-2-1,0 0 1,0 0-1,-1-2 1,0 0-1,-1-1 0,0-1 1,-1 0-1,0-1 1,0 0-1,-1-1 0,-1 0 1,7-12-26,2 6-59,-2-1 0,0 0 1,-1-2-1,-2 0 0,0-1 0,-1-1 0,-2 0 1,0-1-1,-1 0 0,-2-1 0,-1 0 1,-1-1-1,-1 0 0,0-5 59,-4-31-1834,-3 12-2451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5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287 380 27350,'0'0'1244,"0"0"-664,0 0-30,0 0 163,0 0-166,5-19-244,26-208 263,-31 212-549,1 11-13,0 0 0,0 0 0,-1 0 1,1 0-1,-1 0 0,0 0 0,0 0 0,0-1 0,-1 1 0,1 0 1,-1 0-1,0 0 0,0 0 0,0 0 0,-1 0 0,0 0 0,1 1 1,-1-1-1,0 0 0,-1 1 0,1 0 0,-1-1 0,1 1 1,-1 0-1,0 0 0,0 1 0,-1-1 0,1 1 0,0-1 0,-1 1 1,0 0-1,1 0 0,-4-1-4,1 3-3,0 0 0,-1 0 1,1 0-1,-1 1 0,1 0 0,0 0 0,0 0 1,-1 1-1,1 0 0,0 0 0,1 1 1,-1-1-1,0 1 0,1 1 0,-1-1 1,1 1-1,0 0 0,0 0 0,1 0 1,-1 1-1,1 0 0,0-1 0,0 2 1,0 0 1,-77 139-67,70-117 68,2 0 0,1 1 0,2 0 0,0 0 0,2 1 0,2 0 0,0-1 0,2 13 0,2-37 6,0-1-1,0 0 1,0 0-1,0 0 1,0 0-1,1 0 1,0-1 0,0 1-1,0-1 1,0 1-1,0-1 1,1 0-1,0 0 1,-1-1 0,1 1-1,0-1 1,0 0-1,0 0 1,1 0-1,-1-1 1,0 1-1,1-1 1,-1 0 0,1 0-1,-1-1 1,1 1-1,0-1 1,-1 0-1,1 0 1,-1-1-1,1 1 1,-1-1 0,1 0-1,-1 0 1,1 0-1,-1-1 1,2-1-6,-1 3 8,215-37-530,-144 22-948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52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29502,'0'0'2081,"0"0"-1865,0 0 32,0 0-40,0 0-136,71 128-72,-56-79-144,-2-4-1112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02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391 239 29198,'0'0'946,"0"0"-446,0 0-123,0 0-25,-9-21-90,-44-111-60,51 128-200,0 0-1,0 0 1,0 1-1,-1-1 1,1 1-1,-1-1 1,0 1-1,0 0 1,0 0-1,0 0 1,0 0-1,-1 1 1,1 0-1,-1-1 1,0 1-1,0 0 1,0 1-1,0-1 1,0 1-1,0 0 1,0 0-1,0 0 1,-1 0-1,1 1 1,0-1-1,-1 1 0,1 0 1,0 1-1,0-1 1,-1 1-1,1 0 1,0 0-1,0 0 1,0 0-1,0 1 1,-1 0-2,-9 7-5,1 0 1,1 1 0,0 0-1,0 1 1,1 1 0,0-1-1,1 2 1,0 0 0,1 0-1,0 0 1,1 1 0,1 0-1,0 1 1,1 0 0,1 0-1,-1 5 5,-2 6 4,1 1-1,1 0 1,1 0-1,2 0 1,1 0-1,1 1 0,1 13-3,0-35 6,0 0-1,1 0 0,-1 1 0,1-1 0,0 0 0,1 0 0,0 0 0,0 0 0,0 0 0,1 0 0,-1-1 0,1 1 0,1-1 0,-1 0 0,1 0 0,0 0 0,0 0 0,0-1 0,1 1 1,-1-1-1,1 0 0,0-1 0,0 1 0,1-1 0,-1 0 0,1 0 0,0-1 0,-1 1 0,1-1 0,0-1 0,0 1 0,1-1 0,0 0-5,15 1-11,1-1 1,0 0-1,1-2 0,-2-1 0,1-1 1,0-1-1,0-1 0,-1 0 0,0-2 1,0-1-1,-1-1 0,0 0 1,0-2-1,-1 0 0,-1-1 0,0-1 1,-1-1-1,10-9 11,170-119-2017,-117 81-2027</inkml:trace>
  <inkml:trace contextRef="#ctx0" brushRef="#br0" timeOffset="345.616">2006 14 28214,'0'0'1288,"0"0"-960,0 0 8,0 0 121,7 126-105,-10-66-112,-16 7-104,-8 4-80,-1 2-16,-3 0-8,5-2-32,19 0-160,7-16-672,0-23-3201</inkml:trace>
  <inkml:trace contextRef="#ctx0" brushRef="#br0" timeOffset="621.933">2935 0 30358,'0'0'777,"0"0"-569,0 0-136,-72 138 64,50-82-72,2 7-64,3 2-16,6 12-256,4-18-536,5-18-1465</inkml:trace>
  <inkml:trace contextRef="#ctx0" brushRef="#br0" timeOffset="852.525">3834 12 28950,'0'0'984,"0"0"-664,-66 105-71,44-52-121,5 2-128,8 1-361,7 1-535,2-12-320,0-11-4553</inkml:trace>
  <inkml:trace contextRef="#ctx0" brushRef="#br0" timeOffset="3796.492">505 1099 27838,'0'0'1210,"0"0"-349,0 0-219,0 0-113,0 0-222,0 0-163,27-17-48,5-5-67,141-70 136,-124 74-77,1 3-1,0 2 0,1 2 0,0 3 1,0 1-1,1 3 0,23 2-87,208 21 96,-111 1 149,167-5-245,-84-6-6,454 5 6,-518-25 0,0-8 0,44-17 0,-95 15 0,-97 15 0,-16 4 0,0-2 0,0 0 0,0-2 0,-1-2 0,0 0 0,0-1 0,1-3 0,-6-6-815,-20 8-1147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00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413 430 26022,'0'0'3859,"0"0"-2824,0 0-899,0 0-39,0-20 73,4-152 40,-4 165-208,1 5-2,0 0 0,-1 0 1,1 0-1,0 0 0,-1-1 1,0 1-1,1 0 0,-1 0 0,0-1 1,0 1-1,0 0 0,-1 0 0,1-1 1,-1 1-1,1 0 0,-1 0 0,1 0 1,-1 0-1,0-1 0,0 1 1,0 0-1,-1 1 0,1-1 0,0 0 1,-1 0-1,1 0 0,-1 1 0,1-1 1,-1 1-1,0-1 0,0 1 0,0 0 1,1 0-1,-1 0 0,-1 0 1,1 0-1,0 0 0,0 0 0,-1 0 0,-12 3-2,0 0 0,0 1-1,0 0 1,0 1-1,0 1 1,1 0 0,-1 1-1,2 1 1,-1 0 0,1 1-1,0 0 1,0 1-1,1 1 1,0-1 0,1 2-1,0 0 1,1 0-1,0 1 1,-7 11 2,4-7 1,1 1 1,0 0-1,1 0 0,1 1 1,1 0-1,1 1 0,0 0 1,1 0-1,1 0 0,1 1 1,1 0-1,0 0 0,2 1 1,0-1-1,2 1 0,0-1 1,2 14-2,0-25 0,1 1 0,0 0 0,1-1-1,0 0 1,0 0 0,1 0 0,0 0 0,1-1 0,0 0 0,0 0 0,1 0 0,0-1 0,0 0 0,0 0 0,1-1 0,0 0 0,1 0 0,-1-1 0,1 0-1,0 0 1,0-1 0,1 0 0,-1-1 0,1 0 0,0-1 0,-1 0 0,1 0 0,0-1 0,0 0 0,0-1 0,1 0 0,-1-1 0,0 0 0,0 0 0,-1-1-1,1-1 1,0 1 0,0-2 0,-1 1 0,0-1 0,0-1 0,0 1 0,6-5 0,132-76-853,-86 46-1060</inkml:trace>
  <inkml:trace contextRef="#ctx0" brushRef="#br0" timeOffset="253.547">1132 766 28902,'0'0'808,"0"0"-584,0 0-160,0 0-64,147 69-648,-117-69-8098</inkml:trace>
  <inkml:trace contextRef="#ctx0" brushRef="#br0" timeOffset="1370.115">5417 0 20804,'0'0'7770,"0"0"-7218,0 0-64,0 0 200,-120 154-167,100-75-177,0 22-168,5 21-112,4-10-32,4-9-24,7-16-8,9-10-448,15-14-897,2-16-4112</inkml:trace>
  <inkml:trace contextRef="#ctx0" brushRef="#br0" timeOffset="1580.725">6500 132 30214,'0'0'1881,"0"0"-1673,0 0-136,-75 140-40,38-74-32,2 36-48,11-15-520,9-12-1137</inkml:trace>
  <inkml:trace contextRef="#ctx0" brushRef="#br0" timeOffset="603.863">2552 442 29782,'0'0'1117,"0"0"-719,0 0-139,0 0 98,-19-18-87,-63-59-159,78 72-109,-1 1 0,1-1 0,-1 1 0,0 0 0,-1 1 0,1-1 0,-1 1 0,1 0 0,-1 0 0,0 1 0,0 0 0,0 0 0,0 0 0,0 1 0,-1 0 0,1 0 0,0 0 0,-1 1 0,1 0 0,0 0 0,-1 1 0,1 0 0,0 0 0,-1 0 0,1 1 0,0 0 0,0 0 0,0 0 0,0 1 0,-2 1-2,-9 8 0,0 1-1,0 0 1,2 1-1,-1 1 1,2 0-1,0 1 1,-7 12 0,6-11 2,2 0-1,0 1 1,1 0 0,1 1 0,1 0-1,1 1 1,0 0 0,2 0 0,0 1-1,1 0 1,1 0 0,1 0 0,0 17-2,3-34 5,1 1 1,-1-1 0,1 1-1,1-1 1,-1 0 0,0 1 0,1-1-1,0 1 1,0-1 0,1 0-1,-1 0 1,1 1 0,0-1 0,0 0-1,0-1 1,0 1 0,1 0-1,0-1 1,0 1 0,0-1-1,0 0 1,0 0 0,0 0 0,1 0-1,0 0 1,-1-1 0,1 0-1,0 0 1,0 0 0,0 0 0,1-1-1,0 1-5,16 3 8,0-2 0,0 0 1,0-2-1,0 0 0,1-1 0,-1-1 0,0-1 0,0-1 0,0-1 0,0-1 0,-1 0 0,1-2 0,-1 0 0,-1-2 0,0 0 1,0-1-1,13-9-8,300-184-1249,-237 139-446</inkml:trace>
  <inkml:trace contextRef="#ctx0" brushRef="#br0" timeOffset="920.37">3552 454 30695,'0'0'664,"0"0"-186,0 0 56,7-23-197,25-74-278,-29 89-59,0 0 0,-1 0 0,0-1 0,-1 1 0,1-1 0,-2 1 0,1-1 0,-1 1 0,0-1 0,-1 0 0,0 1 0,-2-9 0,1 14 0,-1 0 0,1 0 0,-1 0 0,0 0 0,0 0 0,0 1 0,0 0 0,0-1 0,0 1 0,-1 0 0,1 0 0,-1 1 0,0-1 0,1 1 0,-1 0 0,0 0 0,0 0 0,0 0 0,0 1 0,0-1 0,0 1 0,0 0 0,1 0 0,-1 1 0,0-1 0,0 1 0,0 0 0,0 0 0,0 0 0,1 0 0,-1 1 0,0 0 0,1-1 0,-1 1 0,1 1 0,0-1 0,0 0 0,0 1 0,0 0 0,-1 1 0,-14 15 0,2 0 0,1 1 0,0 0 0,1 2 0,2-1 0,0 2 0,1 0 0,1 0 0,1 0 0,2 2 0,0-1 0,1 0 0,2 1 0,1 0 0,0 0 0,2 1 0,1 14 0,0-37 0,-1 0 0,1 0 0,-1 0 0,1 0 0,0 0 0,0 0 0,1 0 0,-1 0 0,0 0 0,1 0 0,0 0 0,0 0 0,0 0 0,0 0 0,0-1 0,1 1 0,-1 0 0,1-1 0,-1 1 0,1-1 0,0 0 0,0 1 0,0-1 0,1 0 0,-1 0 0,0 0 0,1-1 0,-1 1 0,1 0 0,0-1 0,-1 0 0,1 0 0,0 0 0,0 0 0,0 0 0,0 0 0,0-1 0,0 1 0,0-1 0,0 0 0,0 0 0,12 0-64,1 0 0,-1-1 0,0-1 1,0 0-1,0-1 0,0-1 0,-1 0 0,1-1 0,2-2 64,56-29-1433</inkml:trace>
  <inkml:trace contextRef="#ctx0" brushRef="#br0" timeOffset="5300.192">312 1278 26158,'0'0'1026,"0"0"-239,0 0-21,0 0 37,0 0-193,0 0-211,-3-6-72,-11-35 298,60 1 201,-36 35-737,66-27-54,2 5 0,2 2 0,0 4 1,1 4-1,0 3 0,1 3 0,1 4 0,0 4 0,-1 4 0,57 7-35,391 51 0,-153-41 0,56-17 0,75 2 0,948 5 0,-207 47 0,-1078-54 0,-1 8 0,-1 6 0,0 9 0,130 35 0,-238-39-469,-48-16-1046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19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29390,'0'0'1513,"0"0"-1233,0 0 240,0 136 168,7-53-312,4 29-376,-4 36 0,-3 8 0,-2-10 0,-2-34 0,2-41 0,5 12 0,2-28-920,-5-7-4321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1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1 28302,'0'0'788,"0"0"-414,0 0-122,0 0 133,0 0-2,21 0-156,68 4-113,45 36-29,-120-33-84,-10-5 0,0 1 1,0-1 0,0 1 0,0 0 0,-1 0 0,1 0 0,-1 1-1,0-1 1,0 1 0,0 0 0,0-1 0,-1 2 0,0-1 0,1 0-1,-2 0 1,1 1 0,0-1 0,-1 1 0,0-1 0,0 1 0,0-1-1,0 1 1,-1 0 0,0 0 0,0-1 0,0 1 0,-1 0 0,1-1-1,-1 1 1,0 0-2,0 6 14,-35 838 969,10-209-2013,21-589-753</inkml:trace>
  <inkml:trace contextRef="#ctx0" brushRef="#br0" timeOffset="287.701">1 1806 19932,'0'0'9618,"0"0"-9098,0 0 17,0 0 63,190-4-152,-69-26-176,35-7-144,19-6-128,-15-1-88,-46 15-576,-37 5-3113</inkml:trace>
  <inkml:trace contextRef="#ctx0" brushRef="#br0" timeOffset="538.202">1366 762 29950,'0'0'561,"0"0"-393,0 0-104,165 2 56,-86-2 32,2 0-72,-2-6-80,-5 1-8,3-3-480,-20 2-849,-18-2-1935</inkml:trace>
  <inkml:trace contextRef="#ctx0" brushRef="#br0" timeOffset="720.996">1693 802 27918,'0'0'1112,"-72"120"-448,15-5-104,-14 42-71,1 13-185,9-8-168,15-20-96,15-42-8,9-23-32,11-21 0,3-11-64,8 10-200,0-11-321,0-11-1175</inkml:trace>
  <inkml:trace contextRef="#ctx0" brushRef="#br0" timeOffset="1366.098">1853 906 26574,'0'0'1275,"-17"29"-742,-112 195 94,-4 57-190,123-228-610,14-50-198,2-5 308,0 0-1,0 0 0,-1-1 1,1 0-1,0 0 0,-1-1 1,0 1-1,0-1 1,0 0-1,0-1 0,-1 1 1,1-1-1,-1 0 1,0 0-1,-1 0 0,2-3 64,5-4-118,265-382-58,-274 392 192,3-3 85,0-1 0,1 1 0,-1 0 0,1 0 0,0 0 0,0 1 0,1 0 0,-1 0 0,1 0 1,0 1-1,0-1 0,0 1 0,1 1 0,5-2-101,-7 32 536,-8 13-364,-1 1-1,-3-1 1,-2-1 0,-1 1-1,-14 34-171,-31 159 116,54-226-115,-1-3 2,0 1-1,1 0 1,0 0-1,0-1 1,0 1-1,1 0 1,0 0-1,0 0 1,0 0-1,1 0 1,0-1-1,0 1 1,0 0 0,1 0-1,0-1 1,0 1-1,0-1 1,1 0-1,-1 1 1,2-1-1,-1 0 1,0-1-1,1 1 1,0-1-1,0 1 1,0-1-1,1 0 1,-1-1-1,1 1 1,1 0-3,252 58 443,-255-62-442,-1 1 0,0-1 0,1 0 0,-1 1 0,0 0 0,1-1 0,-1 1 0,0 0 0,0 0 0,0 0 0,0 0 0,0 1 0,0-1 0,0 0 0,0 1 0,0-1 0,-1 1 0,1 0 0,0 0 0,-1 0 0,0 0 0,1 0 0,-1 0 0,0 0 0,0 0 0,0 0 0,0 0 0,-1 1 0,1-1 0,0 0 0,-1 1 0,0-1 0,0 0 0,1 1 0,-1-1 0,-1 0 0,1 1 0,0-1 0,0 0 0,-1 1 0,0-1 0,1 0 0,-1 1 0,0-1 0,0 0 0,0 0 0,0 0 0,-1 0 0,1 0 0,0 0 0,-1 0 0,0-1 0,1 1 0,-2 1-1,-22 18-9,0-1 0,0-2-1,-2 0 1,0-2 0,-1-1-1,-1-1 1,0-1 0,-1-2-1,-7 1 10,15-3-3,0-2 1,0-1-1,-1-1 0,0-1 0,0 0 0,0-2 1,0-1-1,-1-1 0,-2-1 3,24 0 4,0 0-1,0 0 1,0 0 0,0 0 0,0-1-1,0 1 1,1-1 0,-1 1-1,1-1 1,-1 1 0,1-1 0,0 0-1,-1 0 1,1 0 0,0 0-1,0 0 1,0 0 0,1 0 0,-1 0-1,0 0 1,1-1 0,0 1-1,-1 0 1,1 0 0,0 0 0,0-1-1,0 1 1,0 0 0,0 0-1,1-1 1,-1 1 0,1 0 0,0 0-1,-1 0 1,1 0 0,0 0-1,0 0 1,0 0 0,0 0 0,1 0-1,-1 0 1,1 0-4,100-107 137,-16 40-35,3 4 0,2 4 0,23-7-102,55-29-3027,-141 81 2034,49-28-12371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16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1101 663 18620,'0'0'5963,"0"0"-3474,0 0-636,0 0-1050,0 0-429,-3 12 77,-8 56-198,3 1-1,3 1 1,4-1 0,2 11-253,-1-17 89,0 41 27,-1 46-53,6 0 0,13 66-63,-1-166-452,-17-49 390,1 0-1,0 0 1,-1-1 0,1 1 0,0 0-1,0-1 1,-1 1 0,1 0-1,0-1 1,0 1 0,0-1-1,0 0 1,0 1 0,0-1 0,-1 0-1,1 1 1,0-1 0,0 0-1,0 0 1,0 0 0,0 0-1,0 0 1,0 0 0,0 0-1,0 0 1,0 0 0,0 0 0,0-1-1,0 1 1,0 0 0,0-1-1,0 1 1,0-1 0,-1 1-1,1-1 1,0 1 0,0-1-1,0 0 1,-1 1 0,1-1 0,0 0-1,-1 1 1,1-1 0,-1 0-1,1 0 1,-1 0 0,1 0-1,-1 1 1,1-2 62,17-27-4081</inkml:trace>
  <inkml:trace contextRef="#ctx0" brushRef="#br0" timeOffset="247.933">1614 943 29062,'0'0'744,"0"0"-288,0 0-31,111 103-17,-71-54-128,-3 4-136,0 3-88,-1-3-40,-6-6-16,-6-3 0,-4-13-128,-5-7-256,-8-18-264,-5-6-1049,-2 0-6121</inkml:trace>
  <inkml:trace contextRef="#ctx0" brushRef="#br0" timeOffset="497.265">1910 912 28494,'0'0'888,"0"0"-344,-90 116-128,48-57-103,-2 4-193,5 5-120,2-1-104,1 10-473,12-20-1055,11-16-7082</inkml:trace>
  <inkml:trace contextRef="#ctx0" brushRef="#br0" timeOffset="747.114">2289 665 29782,'0'0'697,"0"0"-281,9 132-88,-3-47 40,-1 0-88,-3 8-160,-2 1-72,0-13-24,0 2-24,-7-10 0,1 6-136,1-20-424,1-17-2433</inkml:trace>
  <inkml:trace contextRef="#ctx0" brushRef="#br0" timeOffset="3985.215">0 125 23621,'0'0'5385,"0"0"-4865,0 0-8,152-2-87,-82-8-17,7-4-152,6 0-144,0-2-72,0 3-24,-8 1-16,-7 6-72,-11 2-352,-5 4-385,-14 0-1031,-16 0-4897</inkml:trace>
  <inkml:trace contextRef="#ctx0" brushRef="#br0" timeOffset="4329.834">478 0 26078,'0'0'2356,"0"0"-1508,-12 29-328,-85 234 482,32 1-746,11 4 0,10 9-256,-88 478-127,123-578 78,11-173 47,1-1 0,-1 0 0,0 1 0,1-1 0,-1 0 0,1-1 0,0 1 0,0 0 0,0-1 0,0 1 0,1-1 0,-1 0 0,1 0-1,-1-1 1,1 1 0,0-1 0,0 1 0,-1-1 0,1 0 0,0-1 0,0 1 0,0-1 0,0 1 0,0-1 0,0-1 0,0 1 0,0 0 0,0-1 0,0 0 0,0 0 0,-1 0 0,1 0 0,0-1 0,0 1 0,-1-1 0,1-1 2,248-67 172,-146 58-90,0 4 1,1 5-1,25 6-82,-22-2 5,82 3-239,-28 6-953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18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0 28990,'0'0'1601,"0"0"-1273,0 0 16,0 0 120,0 0-72,-62 136-152,51-49-72,0 29-48,5-3-40,1-11-40,1-15-40,4-26 0,-2-1 0,2 1-96,-7-6-384,1-18-624,-3-11-3113</inkml:trace>
  <inkml:trace contextRef="#ctx0" brushRef="#br0" timeOffset="665.132">267 517 30695,'0'0'677,"0"0"-413,0 0-156,22-21 44,71-68-26,21-12-64,-113 100-63,0 1 1,0-1-1,0 1 0,-1-1 1,1 1-1,0-1 0,0 1 0,0 0 1,0-1-1,0 1 0,0 0 0,0 0 1,0 0-1,0 0 0,0 0 0,1 0 1,-1 0-1,0 0 0,0 0 1,0 0-1,0 1 0,0-1 0,0 0 1,0 1-1,-1-1 0,1 0 0,0 1 1,0 0-1,0-1 0,0 1 0,0-1 1,-1 1-1,1 0 0,0 0 0,0-1 1,-1 1-1,1 0 0,-1 0 1,1 0-1,-1 0 0,1 0 0,-1 0 1,1 0-1,-1 0 0,0 0 0,0 0 1,1 0-1,-1 0 0,0 0 0,0 0 1,0 0-1,0 0 0,0 0 1,0 0-1,-1 0 0,1 0 0,0 0 1,0 0-1,-1 0 0,1 0 0,-1 0 1,1 0-1,-1 0 0,1 0 0,-1-1 1,1 1-1,-2 1 1,2 9 9,-18 353 50,18-362-58,1 1 0,0 0 0,0 0 0,0 0 0,0 0 0,0-1 0,0 1 0,1 0 0,0-1 0,-1 1 0,1-1 0,0 0 0,0 0 0,0 1 0,0-1 0,0 0 0,1-1 0,-1 1 0,1 0 0,-1-1 0,1 1 0,0-1 0,-1 0 0,1 0 0,0 0 0,0 0 0,0-1 0,0 1 0,0-1 0,0 1 0,0-1 0,0 0 0,0 0 0,0-1 0,-1 1 0,1-1 0,0 1 0,0-1 0,0 0 0,0 0 0,0 0 0,-1 0 0,1-1 0,0 1 0,-1-1 0,1 1 0,-1-1 0,0 0 0,0 0 0,0 0 0,1 0 0,-2-1 0,1 1 0,1-1 0,25-27-18,-1-2 0,-2 0 0,-1-2 0,-1 0 0,-2-2 0,-1 0 0,-3-1 0,3-10 17,-10 23-4,-1 0 0,-1 0 0,-1-1 0,-1 0 0,-2 0 1,0 0-1,-2-1 0,0-15 4,-2 41 9,0 0 0,-1 1 0,1-1 0,0 1 0,-1-1 0,1 0 0,-1 1 0,1-1 1,0 0-1,-1 1 0,1-1 0,-1 0 0,1 1 0,-1-1 0,1 0 0,-1 0 0,1 0 0,-1 0 0,1 0 0,-1 1 1,1-1-1,-1 0 0,1 0 0,-1 0 0,0 0 0,1 0 0,-1-1 0,1 1 0,-1 0 0,1 0 0,-1 0 0,1 0 1,-1 0-1,1-1 0,-1 1 0,1 0 0,0-1 0,-1 1 0,1 0 0,-1-1 0,1 1 0,-1 0-9,-7 184 43,13-75 88,5 0 0,18 71-131,-9-70 45,-6 1 0,-1 77-45,-11-157 0,-1 0 0,-2 0 0,-1 0 0,-1 0 0,-2 0 0,-7 21 0,-51 86 0,60-133 0,1 1 0,-1-1 0,0 0 0,0-1 0,0 1 0,0-1 0,-1 0 0,0 0 0,0 0 0,0-1 0,0 0 0,-1 0 0,1 0 0,-1 0 0,0-1 0,1 0 0,-1 0 0,0-1 0,0 1 0,-1-1 0,1-1 0,0 1 0,-2-1 0,3-1 0,1 0 0,0 0 0,0-1 0,0 1 0,0-1 0,0 0 0,0 0 0,0-1 0,0 1 0,1-1 0,-1 1 0,1-1 0,0 0 0,0-1 0,0 1 0,0 0 0,1-1 0,-1 0 0,1 1 0,0-1 0,0 0 0,0 0 0,1 0 0,-1 0 0,0-4 0,-21-113 0,22 92-66,1-1 0,2 1 0,1 0 1,1 0-1,1 0 0,2 0 0,1 1 0,1 0 0,2 0 0,0 1 1,2 1-1,1 0 0,7-9 66,123-198-2817,-79 130-1504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17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 28998,'0'0'1310,"0"0"-667,0 0-101,0 0 19,0 0-131,0 0-199,3-2-182,6-1-49,0 0 1,0 0-1,0 1 0,0 0 0,0 0 0,1 1 0,-1 0 0,1 1 0,-1 0 0,1 0 1,-1 1-1,1 0 0,-1 1 0,0 0 0,0 1 0,0 0 0,0 0 0,0 1 0,-1 0 0,1 0 1,-1 1-1,0 0 0,0 0 0,-1 1 0,1 1 0,136 149-21,-117-141-2184,-22-15 198</inkml:trace>
  <inkml:trace contextRef="#ctx0" brushRef="#br0" timeOffset="262.362">380 1 28838,'0'0'1761,"0"0"-1449,-101 116-72,59-61-32,3-1-128,0 9-80,10-12-880,7-15-2809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3.3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76 27758,'0'0'1064,"0"0"-496,0 0-240,0 0 120,114-36-47,-48 28-137,8 1-128,3 1-88,2-2-48,8 2-144,-19 2-801,-24 4-7000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3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70 29078,'0'0'880,"0"0"-648,0 0-112,0 0 209,129-12-89,-65-2-200,34-2-40,-12 3-785,-12-1-3632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4.3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487 209 27726,'0'0'984,"0"0"-362,0 0-120,0 0-3,0 0-173,0 0-138,-8-16-91,-43-109 22,48 120-118,1 0 0,-1 1 0,-1-1 0,1 1 0,0 0 0,-1 0 0,0 0 0,0 1 0,0-1 0,0 1 0,-1 0 0,1 0 0,-1 1 0,0-1 0,0 1 0,0 0 0,0 0 0,0 1 1,0-1-1,-1 1 0,1 0 0,0 1 0,-1-1 0,1 1 0,0 0 0,-1 0 0,1 1 0,-1 0 0,1 0 0,0 0 0,0 0 0,0 1 0,0 0 0,0 0 0,0 0 0,0 1 0,0 0 0,1 0 0,-1 0 1,1 0-1,0 1 0,-1 0-1,-17 17-4,1 1 0,1 1 1,1 0-1,0 2 0,2 0 1,1 1-1,2 0 0,0 2 1,2-1-1,0 2 0,2-1 1,2 2-1,0-1 1,2 1-1,1 0 0,2 0 1,1 0-1,1 1 0,2 14 4,-1-41 0,0 1-1,0 0 1,1 0-1,0-1 1,0 1-1,0-1 1,0 1-1,1-1 0,-1 1 1,1-1-1,0 0 1,1 0-1,-1 0 1,1 0-1,0 0 1,0 0-1,0-1 1,0 1-1,0-1 0,1 0 1,0 0-1,0 0 1,0-1-1,0 1 1,0-1-1,0 0 1,0 0-1,1 0 1,-1-1-1,1 1 1,-1-1-1,1 0 0,0-1 1,-1 1-1,1-1 1,0 0-1,2 0 1,17-4 6,0-1-1,-1-1 1,0-1-1,0-2 1,0 0-1,-1-1 0,0-1 1,-1-1-1,-1 0 1,0-2-1,0-1 1,-2 0-1,0-1 1,0-1-1,-2-1 0,0-1 1,7-10-6,27-23-78,12-9-622,-10 8-1090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4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29126,'0'0'936,"0"0"-383,0 0-217,0 0 40,50 103-184,-39-92-136,9-1-56,-5-4-424,1-6-2225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5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1 29622,'0'0'849,"0"0"-505,0 0 96,-50 142-136,30-73-88,-2 10-128,3 8-64,-1-1-24,2-1 0,7-10-32,7-12-32,4-7-168,4-21-592,12-17-2129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6.0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0 19220,'0'0'11899,"0"0"-11395,-32 107-144,16-48 192,-1 6-320,3 4-232,8 34 0,4-19-24,0-11-1592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7.1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 1 30294,'0'0'641,"0"0"-473,0 0-48,-55 126 24,44-81-120,7 5-24,4 5-424,0-12-905,8-13-2087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7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 1 30238,'0'0'761,"-19"106"-265,-3-33-24,-2 12-224,-3 28-248,8-23-440,1-17-3593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6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395 128 27806,'0'0'767,"0"0"-324,0 0-57,0 0 42,0 0-166,0 0-154,-17-15-59,-59-45-26,74 58-22,0 0-1,-1 1 1,1-1 0,0 1 0,-1 0 0,1 0-1,-1 0 1,0 0 0,1 0 0,-1 1 0,0-1-1,0 1 1,1 0 0,-1-1 0,0 1-1,0 0 1,1 1 0,-1-1 0,0 0 0,0 1-1,1 0 1,-1 0 0,0 0 0,1 0 0,-1 0-1,1 0 1,-1 0 0,1 1 0,0-1 0,0 1-1,-2 1 0,-2 1 1,-11 9 28,0 0 0,1 1 0,0 1 1,1 0-1,1 1 0,0 1 0,2 0 0,0 1 0,0 0 0,2 1 0,0 0 1,2 0-1,0 1 0,1 1 0,1-1 0,0 1 0,2 0 0,0 8-29,3-26 15,0 0-1,0 1 1,0-1-1,1 0 0,0 0 1,-1 0-1,1 1 1,1-1-1,-1 0 1,0 0-1,1 1 0,0-1 1,-1 0-1,1 0 1,0 0-1,1 0 1,-1 0-1,0 0 1,1 0-1,0 0 0,0-1 1,0 1-1,0-1 1,0 1-1,0-1 1,1 0-1,-1 0 0,1 0 1,-1 0-1,1 0 1,0 0-1,0-1 1,0 1-1,0-1 1,0 0-1,0 0 0,0 0 1,0-1-1,0 1 1,3 0-15,19-2 18,1-1 1,-1-2-1,0 0 1,-1-1-1,1-2 0,-1 0 1,0-2-1,-1-1 1,0 0-1,0-2 1,-1 0-1,-1-2 1,0 0-1,-1-2 0,-1 0 1,0-1-1,-1-1 1,3-5-19,158-175-2858,-140 143-2418</inkml:trace>
  <inkml:trace contextRef="#ctx0" brushRef="#br0" timeOffset="225.945">1011 0 30166,'0'0'657,"0"0"-489,0 0 40,0 0-8,-65 138-120,38-81-40,8 7-24,3-3-16,10-6 0,6-12 0,17-13-104,12-14-456,-1-16-2385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25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455 270 27230,'0'0'2147,"0"0"-1372,0 0-350,0 0 41,-2-21-126,-19-147-52,18 162-284,0 1 0,-1-1 1,1 1-1,-1 0 0,0 0 1,-1 1-1,1-1 0,-1 1 0,0 0 1,0 0-1,-1 1 0,1-1 1,-1 1-1,1 0 0,-1 1 0,0-1 1,0 1-1,0 0 0,0 1 1,-1-1-1,1 1 0,0 1 1,-1-1-1,1 1 0,0 0 0,-1 0 1,1 1-1,-1 0 0,1 0 1,0 1-1,0-1 0,0 1 0,0 1 1,0-1-1,0 1 0,1 0 1,-1 0-1,1 1 0,-1 0 0,1 0 1,-2 2-5,-11 8-2,1 1 1,1 1 0,1 0-1,0 1 1,1 0-1,1 2 1,0-1 0,2 1-1,0 1 1,1 0-1,1 1 1,1 0 0,1 0-1,1 0 1,0 1 0,2 0-1,1 0 1,0 1-1,2-1 1,1 0 0,0 1-1,2-1 1,1 4 1,-3-22-1,1 0 1,0 0 0,0 0-1,0-1 1,0 1 0,1-1-1,0 1 1,0-1 0,0 0-1,0 1 1,0-1 0,0 0-1,1 0 1,0 0 0,-1-1-1,1 1 1,0-1 0,0 0-1,1 1 1,-1-1-1,0 0 1,1-1 0,-1 1-1,1-1 1,-1 0 0,1 1-1,0-1 1,0-1 0,-1 1-1,1-1 1,0 1 0,0-1-1,0 0 1,0-1 0,-1 1-1,1-1 1,0 1 0,0-1-1,0 0 1,-1-1 0,1 1-1,-1 0 1,1-1 0,-1 0-1,1 0 1,1-1 0,120-97-95,223-194-2939,-241 205-479</inkml:trace>
  <inkml:trace contextRef="#ctx0" brushRef="#br0" timeOffset="331.37">1086 77 25854,'0'0'2357,"0"0"-1196,0 0-443,12 17-105,39 53-140,-50-68-451,0-1 0,0 1 0,1-1 1,-1 1-1,0-1 0,1 0 0,-1 0 0,1 1 0,-1-1 0,1 0 0,0 0 1,0-1-1,-1 1 0,1 0 0,0 0 0,0-1 0,0 1 0,-1-1 0,1 0 1,0 1-1,0-1 0,0 0 0,0 0 0,0 0 0,0-1 0,0 1 0,0 0 1,0-1-1,-1 1 0,1-1 0,0 0 0,0 1 0,-1-1 0,1 0 0,0 0 1,-1 0-1,1 0 0,0 0 0,-1-1 0,0 1 0,1 0 0,-1-1 1,0 1-1,0-1 0,0 1 0,0-1 0,0 0 0,0 0 0,0 0-22,20-95 288,-23 94-292,1 0-1,-1 0 1,0 1-1,0-1 1,-1 1-1,1-1 1,0 1-1,-1 0 0,1 0 1,-1 0-1,0 0 1,0 0-1,0 1 1,0-1-1,0 1 1,0 0-1,0 0 1,0 0-1,0 0 1,-1 1-1,1-1 1,0 1-1,0 0 0,-1 0 1,1 0-1,0 0 1,-1 1-1,1-1 1,0 1-1,0 0 1,0 0-1,0 0 1,-1 0-1,1 1 1,1-1-1,-1 1 0,0-1 1,0 1-1,1 0 1,-2 1 4,-12 9-20,1 1-1,1 0 1,0 1 0,0 0-1,1 1 1,1 1 0,1 0-1,0 0 1,1 1 0,1 1-1,0-1 1,2 1 0,0 1-1,1 0 1,0 0 0,2 0-1,0 0 1,2 1 0,0-1-1,1 5 21,0-14-1,1-8 3,-1-1 0,1 1-1,-1-1 1,1 1-1,0-1 1,-1 1-1,1-1 1,0 1-1,0 0 1,0-1-1,0 1 1,1-1-1,-1 1 1,0-1-1,1 1 1,-1 0-1,1-1 1,-1 1-1,1-1 1,0 0-1,0 1 1,-1-1-1,1 0 1,0 1 0,0-1-1,0 0 1,1 0-1,-1 0 1,0 0-1,0 0 1,1 0-1,-1 0 1,0 0-1,1 0 1,-1-1-1,1 1 1,-1-1-1,1 1 1,-1-1-2,12-2 17,0 0 0,-1-1 0,1-1 0,-1 0 0,0-1 0,0 0 0,0 0 0,-1-2 0,0 1 0,0-2 0,0 1 0,-1-1 0,-1-1 0,1 0 0,-1 0 0,-1-1 0,1 0 0,-2 0 0,0-1 0,0-1-17,20-19-137,17-19-761,-6 4-1468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31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30342,'0'0'681,"0"0"-473,0 0-32,0 0 104,149-58-112,-70 45-112,31 3-8,32-2 72,31-2 24,16-6 0,4-3 8,-7-1-80,-17 4-64,0 10-8,-12 10-240,-43 0-472,-22 0-2065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32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28782,'0'0'806,"0"0"-336,0 0 23,0 0-17,27 0-198,179 0-34,173-33-50,-379 65 225,-101 202-59,-32 228-1869,110-358-2386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3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1 223 3225,'0'0'24645,"0"0"-23437,0 0-744,0 0 0,0 0 121,168-18-161,-3-17-96,76-14-80,33 1-48,4 9-48,-28 15-80,-44 14-72,-22 10-112,-57 0-720,-32 2-2185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36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0 29662,'0'0'610,"0"0"-386,0 0-89,27 2 114,158 15 115,-73 12-289,-109-28-74,0 1 0,0 0 0,0 1 0,-1-1 0,1 0 0,-1 1 0,0 0 0,1-1 0,-1 1 0,0 0 0,-1 0 0,1 0 0,0 0 0,-1 0 0,0 1 0,0-1 0,0 0 0,0 1 0,0-1 0,-1 1 0,1-1 0,-1 1 0,0-1 0,0 1 0,0-1 0,-1 1 0,1-1 0,-1 0 0,0 1 0,0-1 0,0 0 0,0 1-1,-7 16-20,-1-1 0,-1 0-1,0-1 1,-1-1 0,-1 1 0,-1-2 0,-1 0 0,0 0 0,-4 2 20,3-1-59,-17 19-235,-1-1 0,-2-1-1,-2-2 1,0-1 0,-2-2 0,-2-2 0,0-2 0,-23 9 294,-55-6 1190,126-35-933,30-5-242,1 2-1,0 2 1,0 1 0,0 2-1,1 1 1,-1 2 0,15 3-15,-18-3 28,-23 0-17,0 1-1,0 0 0,0 0 0,0 1 0,1 1 0,-1 0 0,0 1 0,0 0 0,0 1 0,-1 0 0,1 1 1,-1 0-1,1 1 0,-1 0 0,0 1-10,-9-4 8,-1 0 1,1-1-1,0 1 1,0 0-1,-1 1 0,0-1 1,1 0-1,-1 0 1,0 0-1,0 1 0,0-1 1,0 1-1,0-1 1,-1 1-1,1-1 1,-1 1-1,1-1 0,-1 1 1,0-1-1,0 1 1,0 0-1,-1-1 1,1 1-1,-1-1 0,1 1 1,-1-1-1,0 1 1,0-1-1,0 1 0,0-1 1,0 0-1,0 0 1,-1 0-1,1 1 1,-3 0-9,-66 63 102,43-48-246,0-2 1,-2-1-1,1-1 0,-2-2 0,0-1 0,0-1 0,-1-1 0,-28 3 144,10-6-3024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3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18 283 14859,'0'0'12867,"0"0"-11435,0 0-688,0 0-135,0 0-25,0 0-216,0 0-120,-2 6-96,2-4-80,0 8-48,5 6-24,19 13 0,9 11 8,8 5-8,10 0-296,21 5-368,-8-15-921,-14-11-4008</inkml:trace>
  <inkml:trace contextRef="#ctx0" brushRef="#br0" timeOffset="247.022">349 196 27134,'0'0'1648,"0"0"-1208,0 0-296,0 0 208,-122 146-24,78-75-176,0 4-80,0-2-56,9-8 0,7 10-16,8-18-472,9-13-1376</inkml:trace>
  <inkml:trace contextRef="#ctx0" brushRef="#br0" timeOffset="513.522">939 151 29198,'0'0'736,"-85"110"-320,28-31 33,-9 14-81,2 0-192,7-5-112,7-3-32,6-8-16,11-10-16,11-10 0,13-15-176,9-18-304,20-15-449,9-9-1567</inkml:trace>
  <inkml:trace contextRef="#ctx0" brushRef="#br0" timeOffset="846.959">1358 1 29254,'0'0'646,"-21"21"-374,-149 182 44,126-137-181,3 3 1,3 1 0,2 1-1,4 2 1,3 1-1,-15 66-135,40-126 26,1 1 0,0-1-1,1 0 1,1 1 0,0 0-1,1-1 1,1 1-1,0-1 1,1 4-26,2-15-4,-1 0 0,1 0 1,0 0-1,0 0 0,0 0 0,0-1 0,0 0 0,1 1 1,-1-2-1,1 1 0,-1 0 0,1-1 0,0 0 1,-1 0-1,1-1 0,0 1 0,0-1 0,0 0 0,-1 0 1,1-1-1,0 1 0,0-1 0,-1 0 0,1 0 1,0-1-1,-1 1 0,1-1 0,-1 0 0,0 0 0,4-3 4,4 0-34,1-1 0,-1-1-1,-1 0 1,1 0 0,-1-1-1,0-1 1,-1 0-1,0 0 1,-1-1 0,0 0-1,0-1 1,-1 0 0,0 0-1,-1-1 1,0 0 0,-1 0-1,4-12 35,-10 22 1,-1 0-1,1 0 0,-1 0 0,1 0 1,-1 0-1,0 0 0,0 0 1,0 0-1,0 0 0,0 0 0,0 1 1,0-1-1,-1 0 0,1 1 1,-1-1-1,1 1 0,-1 0 0,0-1 1,1 1-1,-1 0 0,0 0 0,0 0 1,0 0-1,0 0 0,0 1 1,0-1-1,0 1 0,0-1 0,0 1 1,0 0-1,0-1 0,0 1 1,0 0-1,0 0 0,0 1 0,-1-1 1,1 0-1,0 1 0,0-1 1,0 1-1,0 0 0,0 0 0,0-1 1,1 1-1,-7 0-17,-54 7-467,1 8-1151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46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29302,'0'0'1281,"0"0"-721,0 0-192,0 0-64,0 0-152,0 0-96,0 0-24,92-41-24,-45 27-8,1 2 0,9 12-136,-9 0-368,-17 0-1457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46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30142,'0'0'801,"0"0"-745,0 0 16,0 0-48,147 0-24,-51 0-168,-13 2-769,-13 8-2119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45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1 468 26510,'0'0'2992,"0"0"-2528,0 0-368,0 0 160,112-32 41,-36 0-121,12-3-104,6-1-48,-4 5-24,-11 9-56,-13 8-288,-11 8-417,-20 6-751,-18 0-13307</inkml:trace>
  <inkml:trace contextRef="#ctx0" brushRef="#br0" timeOffset="251.087">345 0 29062,'0'0'672,"-15"103"-320,10-7 9,5 46-121,0 28-240,0-22-216,0-30-2449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5:49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 7626,'0'0'16522,"0"0"-12219,0 0-3273,0 0-205,0 0-219,0 0-258,-3 0-197,2 0-149,0 0 0,1 0 0,-1 0 0,0-1 0,1 1 0,-1 0 0,0 0 0,0 1 0,1-1 0,-1 0 0,0 0 0,1 0 0,-1 0 0,0 1 0,1-1 0,-1 0 0,0 0 0,1 1 0,-1-1 0,1 1 0,-1-1 0,1 0 0,-1 1 0,1-1 0,-1 1 0,1-1-1,-1 1 1,1 0 0,-1-1 0,1 1 0,0-1 0,-1 1 0,1 0 0,0-1 0,0 1 0,0 0 0,-1-1 0,1 1 0,0 0 0,0-1 0,0 1 0,0 0 0,0 0 0,0-1 0,0 1 0,0 0 0,1-1 0,-1 1 0,0 0 0,0-1 0,0 1 0,1 0-2,-1 0 1,-22 397 784,23-379-766,1 1 0,0-1-1,2 1 1,0-1 0,1 0-1,1-1 1,1 1 0,1-1-1,5 10-18,-11-26 1,-1 0 0,0 0 0,1 0 0,-1 0 0,0 0-1,0 0 1,0 0 0,-1 0 0,1 0 0,0 0 0,-1 1-1,0-1 1,1 0 0,-1 1 0,0-1 0,0 0 0,0 0-1,-1 1 1,1-1 0,0 0 0,-1 0 0,0 1 0,1-1 0,-1 0-1,0 0 1,0 0 0,0 0 0,0 0 0,-1 0 0,1 0-1,0 0 1,-1-1 0,1 1 0,-1 0 0,0-1 0,1 1 0,-1-1-1,0 0 1,0 0 0,0 1 0,0-1-1,-33 9-12,1-1-1,-1-2 1,0-2 0,-1-1 0,1-1 0,-1-2-1,-23-3 13,37 2-103,21 0 39,0 0 0,0-1 1,0 1-1,0 0 0,0-1 1,0 1-1,0-1 0,1 1 1,-1-1-1,0 0 0,0 1 1,1-1-1,-1 0 0,0 1 1,1-1-1,-1 0 0,0 0 1,1 0-1,0 1 0,-1-1 1,1 0-1,-1 0 0,1 0 1,0 0-1,0 0 0,-1 0 1,1 0-1,0 0 0,0 0 1,0 0-1,0 0 0,0 0 1,0 0-1,0 0 0,1 0 1,-1 0-1,0 0 0,0 0 1,1 1-1,-1-1 0,1 0 1,-1 0-1,1 0 0,0 0 64,-1-1-142,7-26-3486</inkml:trace>
  <inkml:trace contextRef="#ctx0" brushRef="#br0" timeOffset="243.507">304 61 28558,'0'0'760,"0"0"-504,0 0 104,116-4 8,-68 4-151,5 0-145,1 0-56,1 4-16,13 13-273,-13-3-567,-13 0-2880</inkml:trace>
  <inkml:trace contextRef="#ctx0" brushRef="#br0" timeOffset="2310.699">1152 3 29238,'0'0'675,"0"0"-226,0 0-4,0 0-109,0 0-170,0 0-107,-4 3-44,-3 5 0,0 1 1,1-1-1,0 1 1,0 0 0,1 1-1,1-1 1,-1 1-1,1 0 1,1 0 0,0 0-1,-1 6-15,-5 12 82,-4 7 4,2-1 0,1 2 0,2-1-1,1 1 1,2 1 0,1-1 0,2 1 0,2 1-86,0-34-1,1 1 1,-1 0-1,1-1 1,0 0-1,1 1 0,-1-1 1,1 0-1,0 1 1,0-1-1,0 0 0,1 0 1,-1 0-1,1-1 1,0 1-1,0-1 1,0 1-1,0-1 0,1 0 1,-1 0-1,1-1 1,0 1-1,0-1 0,0 0 1,0 0-1,0 0 1,1 0-1,-1-1 1,4 1 0,131 6-52,-320 106 116,-18 19-1536,186-125-329</inkml:trace>
  <inkml:trace contextRef="#ctx0" brushRef="#br0" timeOffset="2561.256">1147 103 30471,'0'3'624,"0"-3"-440,0 0-48,0 0-48,174-10-88,-95 10-672,-9 0-2553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6:01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5206 875 25085,'0'0'4281,"0"0"-3777,114 0 16,-63 0-159,-3 0-121,-6 0-136,-7 6-104,-13 9-224,-9-3-1417,-11 0-8113</inkml:trace>
  <inkml:trace contextRef="#ctx0" brushRef="#br0" timeOffset="164.771">5242 1204 28806,'0'0'1032,"0"0"-656,0 0 73,181-41-217,-97 17-232,-7 0-865</inkml:trace>
  <inkml:trace contextRef="#ctx0" brushRef="#br0" timeOffset="-2017.959">3036 407 29734,'0'0'1457,"0"0"-1297,0 0-120,0 0 16,-50 160 208,39-42 56,-2 26-136,0-8-104,0-25-40,0-36-32,4-16-8,4 30-16,3-12-400,0-8-1177</inkml:trace>
  <inkml:trace contextRef="#ctx0" brushRef="#br0" timeOffset="-1383.404">3350 952 27230,'0'0'3401,"0"0"-2572,23-19-800,78-59-26,-84 62-3,2 2 1,-1 0-1,2 1 0,0 1 1,0 1-1,1 0 0,0 2 1,3 0-1,-23 8-2,0 0 0,1 0 0,-1 0 1,1 0-1,-1 0 0,1 0 0,-1 1 0,1-1 0,0 1 1,-1-1-1,1 1 0,0 0 0,-1-1 0,1 1 1,0 0-1,0 0 0,-1 0 0,1 0 0,0 0 1,-1 1-1,1-1 0,0 1 0,-1-1 0,1 1 1,0-1-1,-1 1 0,1 0 0,-1 0 0,1 0 1,-1 0-1,1 0 0,-1 0 0,0 0 0,0 0 1,1 0-1,-1 1 0,0-1 0,0 1 0,0-1 1,0 1-1,-1-1 0,1 1 0,0-1 0,-1 1 1,1-1-1,-1 1 0,1 0 0,-1 0 0,0-1 0,1 1 1,-1 1 1,-11 234 29,13-234-27,-1 1 0,1-1 0,0 0 0,0 0 0,0 0 0,0-1 0,1 1 0,-1 0 0,1-1 0,-1 1 0,1-1-1,0 0 1,0 0 0,0 0 0,0 0 0,0-1 0,0 1 0,1-1 0,-1 0 0,1 0 0,-1 0 0,1 0 0,-1 0 0,1-1 0,-1 0 0,1 0 0,-1 0 0,1 0 0,-1 0 0,1-1 0,0 1 0,-1-1-1,0 0 1,1 0 0,-1-1 0,1 1 0,-1 0 0,0-1 0,0 0 0,0 0 0,0 0 0,0 0 0,1-2-2,16-10 2,1-1 0,-2-1 0,0-1 1,-1 0-1,-1-1 0,-1-1 0,0-1 0,-1-1 0,-2 0 0,0 0 1,-1-1-1,-1-1 0,-1 0 0,-1 0 0,1-10-2,-4 11 317,-6 35 44,-2 4-439,-5 90 190,4 0 0,5 0 0,9 57-112,-2-99 57,-4 0-1,-2 0 0,-3 1 0,-3-1 1,-6 29-57,8-82 0,0-1 0,0 0 0,-1 0 0,-1 1 0,0-1 0,-1 0 0,0-1 0,0 1 0,-1-1 0,-1 0 0,1 0 0,-2 0 0,1-1 0,-1 0 0,-1 0 0,0-1 0,0 0 1,0 0-1,-1-1 0,0 0 0,-1-1 0,0 0 0,1 0 0,-2-1 0,1 0 0,-1-1 0,0 0 0,-1-1 0,9-3 0,-1 0 0,0 0 0,0-1 0,0 0 0,0 0 0,1 0 0,-1 0 0,0-1 0,1 1 0,-1-1 0,1 0 0,-1 0 0,1 0 0,0 0 0,0-1 0,0 1 0,0-1 0,1 0 0,-1 0 0,1 0 0,-1 0 0,1 0 0,0-1 0,0 1 0,0-1 0,1 1 0,-1-1 0,1 0 0,0 1 0,0-1 0,1 0 0,-1 0 0,1 0 0,-1 0 0,1-2 0,11-145-5,9 100-194,1 2 0,3 0 0,2 1 0,2 2 0,18-23 199,-32 48-151,51-77-1224,-7 9-804</inkml:trace>
  <inkml:trace contextRef="#ctx0" brushRef="#br0" timeOffset="-1101.726">4477 585 28414,'0'0'1544,"0"0"-1360,0 0 265,0 0 95,0 0-112,0 0-136,111 142-56,-89-79-24,-4 8-40,-9 4-48,-7 2-48,-2-2-48,-11-2-24,-18 0-8,-34 17-8,6-19-400,2-13-1681</inkml:trace>
  <inkml:trace contextRef="#ctx0" brushRef="#br0" timeOffset="-276.714">4716 490 18524,'0'0'3010,"0"0"-812,0 0-641,0 0-223,0 0-328,0 0-342,-14-5-158,-41-15-125,54 20-368,0 0 0,0-1-1,0 1 1,0 0 0,0 0 0,0-1 0,0 1 0,0 0 0,0 0 0,0 0 0,0 0 0,0 1 0,0-1 0,0 0 0,0 0 0,0 0 0,0 1 0,1-1 0,-1 1 0,0-1 0,0 1 0,0-1 0,0 1 0,0-1 0,1 1 0,-1 0 0,0-1 0,1 1 0,-1 0 0,0-1 0,1 1 0,-1 0 0,1 0 0,-1 0 0,1 0 0,-1 0 0,1 0 0,0 0-1,0-1 1,-1 1 0,1 0 0,0 0 0,0 0 0,0 0 0,0 0 0,0 0 0,0 0 0,0 0 0,0 0 0,0 0 0,1 0-13,-2 4 87,-2 212 1434,4-161-1328,-1 121 519,-22 171-712,-7-66-191,51-289-753,7-19-294,3-8-753</inkml:trace>
  <inkml:trace contextRef="#ctx0" brushRef="#br0" timeOffset="-2850.992">2182 1090 28590,'0'0'1600,"0"0"-1311,0 0 79,0 0 24,0 0-184,0 0-136,0 0-40,-5 2-24,5-2-16,0 0 8,-4 4-64,2 1-232,-5-3-1417</inkml:trace>
  <inkml:trace contextRef="#ctx0" brushRef="#br0" timeOffset="-2550.333">1967 750 30382,'0'0'721,"0"0"-505,0 0-144,0 0 144,0 0 216,0 0-224,123 119-136,-77-78-56,0 1 8,-7-3-24,-4-2-8,-4-5-256,-5-4-320,-6-9-601,-7-9-1231</inkml:trace>
  <inkml:trace contextRef="#ctx0" brushRef="#br0" timeOffset="-2284.032">2429 821 29238,'0'0'1329,"0"0"-1121,0 0-88,-129 125-72,92-80-48,4 16-64,9-12-809,13-11-3752</inkml:trace>
  <inkml:trace contextRef="#ctx0" brushRef="#br0" timeOffset="-3828.545">161 482 26622,'0'0'2415,"0"0"-1442,0 0-510,0 0-209,0 0-13,4 29 111,24 228 131,-28-232-449,3 115 146,-6 1 1,-13 75-181,-5-5-31,21-210-1,-1-1 0,1 1 1,0 0-1,-1-1 0,1 1 0,0 0 0,0 0 1,0 0-1,-1-1 0,1 1 0,0 0 1,0 0-1,0-1 0,0 1 0,0 0 0,1 0 1,-1 0-1,0-1 0,0 1 0,0 0 1,1 0-1,-1-1 0,0 1 0,1 0 0,-1 0 1,0-1-1,1 1 0,-1-1 0,1 1 1,-1 0-1,1-1 0,0 1 0,-1-1 0,1 1 1,-1-1-1,1 1 0,0-1 0,0 0 1,-1 1-1,1-1 0,0 0 0,0 1 0,-1-1 1,1 0-1,0 0 0,0 0 0,-1 0 1,1 0-1,0 0 0,0 0 0,0 0 0,-1 0 1,1 0-1,0 0 0,0 0 0,-1-1 1,1 1-1,0 0 0,0-1 0,-1 1 0,1 0 1,0-1-1,-1 1 0,1-1 32,23-22-1951</inkml:trace>
  <inkml:trace contextRef="#ctx0" brushRef="#br0" timeOffset="-3551.172">724 587 29158,'0'0'888,"31"102"-311,-9-35-233,6 6-56,1-6-96,1-6-104,1-5-72,-3-9-16,1-9-112,-1-15-592,-6-11-1121,-6-12-3288</inkml:trace>
  <inkml:trace contextRef="#ctx0" brushRef="#br0" timeOffset="-3299.731">1099 577 28438,'0'0'944,"0"0"-328,0 0-79,-151 150-81,91-85-184,-5 4-160,-1 2-80,0 2-32,9-4-128,9 10-520,17-20-1129,14-16-5456</inkml:trace>
  <inkml:trace contextRef="#ctx0" brushRef="#br0" timeOffset="-3134.036">1445 464 30214,'0'0'841,"0"0"-657,0 0-112,7 121 80,6-56 96,0 10-72,0 10-80,-4 7-48,-9 5-16,0-2-16,-2-1-16,-14-5 0,3-6-64,0 0-296,4-20-905,7-24-3255</inkml:trace>
  <inkml:trace contextRef="#ctx0" brushRef="#br0" timeOffset="2162.421">6631 1149 22325,'0'0'4429,"0"0"-2864,0 0-846,0 0-96,0 0-46,0 0-116,8 0-117,1390-6 1380,-1354 3-1724,0-2 0,0-1 0,0-3 0,-1-1 0,-1-2 0,35-15 0,-61 20-100,10-2 154,-10 6-3083,-16 3-329</inkml:trace>
  <inkml:trace contextRef="#ctx0" brushRef="#br0" timeOffset="2582.201">6625 1703 29542,'0'0'858,"0"0"-543,0 0-117,21-3 129,135-27 194,-2 12-276,-152 18-245,0 0 0,0 0 0,0 1 0,-1-1 0,1 1 0,0-1 0,-1 1 0,1 0 0,0-1 0,-1 1 1,1 0-1,-1 0 0,1 0 0,-1 1 0,1-1 0,-1 0 0,0 0 0,0 1 0,1-1 0,-1 1 0,0-1 1,0 1-1,0-1 0,-1 1 0,1-1 0,0 1 0,-1 0 0,1 0 0,-1-1 0,1 1 0,-1 0 1,0 0-1,0 0 0,0-1 0,0 1 0,0 0 0,0 0 0,0 0 0,-1 1 0,-15 76-2,-34 37-5,38-95 5,2 0 0,0 2 0,1-1 0,1 1 0,2 0 0,0 1 0,1-1 0,-1 18 2,6-40 1,-1 1-1,1-1 1,-1 1-1,1 0 1,0-1-1,0 1 1,0-1-1,0 1 1,0 0-1,0-1 1,0 1 0,0 0-1,0-1 1,1 1-1,-1-1 1,1 1-1,-1-1 1,1 1-1,0-1 1,0 1-1,-1-1 1,1 1-1,0-1 1,0 0-1,0 0 1,1 1 0,-1-1-1,0 0 1,0 0-1,1 0 1,-1 0-1,0 0 1,1-1-1,-1 1 1,1 0-1,-1-1 1,1 1-1,-1-1 1,1 1-1,0-1 1,-1 0 0,1 1-1,-1-1 1,1 0-1,0 0 0,19-2-6,1 0 0,-1-2-1,-1 0 1,1-1 0,-1-1-1,0-1 1,0-1 0,-1 0 0,0-2-1,0 0 1,-1-1 0,0-1-1,-1 0 1,2-4 6,213-177-3703,-170 131-2277</inkml:trace>
  <inkml:trace contextRef="#ctx0" brushRef="#br0" timeOffset="2897.91">7707 1453 21781,'0'0'6645,"0"0"-4918,-2 18-1253,2-13-464,-4 17 143,1-1 1,2 1-1,0 0 0,1 0 1,1 0-1,2 0 1,0-1-1,1 1 0,1-1 1,4 10-154,15 17 93,-17-36-70,0 0-1,-1 0 0,0 1 1,0 0-1,-2 0 0,0 1 1,0-1-1,-1 1 1,0 8-23,-5-18 1,0-1 1,-1 0-1,0 0 1,1 0-1,-1 0 1,0 0-1,0-1 1,0 1-1,-1-1 1,1 0-1,-1 0 1,1 0-1,-1-1 1,0 1-1,0-1 1,1 0-1,-1 0 1,0 0-1,0 0 1,0-1-1,0 1 1,-1-1-2,-12 4-37,15-3 22,-21 6-220,1 0-1,-1-1 0,-1-2 1,1 0-1,-1-1 1,1-2-1,-1 0 1,-4-2 235,25 0-92,-1-2 1,1 1 0,0 0 0,1-1 0,-1 1 0,0-1 0,1 0 0,-1 0 0,1 0 0,0 0 0,0 0 0,0 0 0,0-1-1,1 1 1,-1 0 0,1-1 0,0 0 0,0 1 0,0-1 0,1 0 0,-1 1 0,1-1 0,0 0 0,0 0 0,0 1 0,1-1-1,-1 0 1,1 0 0,0 1 0,0-3 91,-1-9-778,0-39-3629</inkml:trace>
  <inkml:trace contextRef="#ctx0" brushRef="#br0" timeOffset="3147.438">7791 1445 27118,'0'0'1392,"0"0"-648,0 0-56,0 0-55,125-22-177,-103 22-264,4 0-136,18 0-56,-3 6-592,-1-2-1945</inkml:trace>
  <inkml:trace contextRef="#ctx0" brushRef="#br0" timeOffset="3414.567">8376 1451 30278,'0'0'718,"0"0"-389,0 0-58,-11 21 40,-67 153 98,38-77-278,19-52-113,2 1 1,2 0-1,2 2 1,2-1-1,2 2 1,2 0-1,-2 48-18,11-95 1,0 0-1,0 0 0,0-1 1,1 1-1,-1 0 1,1-1-1,-1 1 0,1 0 1,0-1-1,-1 1 0,1-1 1,0 1-1,0-1 1,0 0-1,0 1 0,1-1 1,-1 0-1,0 0 0,0 1 1,1-1-1,-1 0 1,1 0-1,-1-1 0,1 1 1,-1 0-1,1 0 0,0-1 1,-1 1-1,1-1 1,0 1-1,-1-1 0,1 0 1,0 0-1,0 0 0,-1 0 1,1 0-1,0 0 1,0 0-1,-1 0 0,2-1 0,71-21-145,-63 17 111,-1-2 0,0 1 1,0-1-1,-1-1 0,0 0 1,0 0-1,-1-1 0,0 0 1,0 0-1,-1-1 0,-1 0 1,1 0-1,-2 0 0,1-1 0,-2 0 1,1 0-1,-1-1 0,-1 1 1,0-1-1,-1 0 0,0 1 1,-1-1-1,0 0 0,-1-4 34,-3 9-13,0 0 1,-1 0-1,1 1 0,-2 0 0,1 0 0,-1 0 0,0 0 0,0 1 0,0 0 0,-1 0 0,0 0 0,0 1 0,0 0 0,0 0 0,-1 0 0,1 1 0,-1 0 0,0 0 0,0 1 0,-1 0 0,1 0 0,0 1 0,-3-1 13,-27-11-1109,3-2-2675</inkml:trace>
  <inkml:trace contextRef="#ctx0" brushRef="#br0" timeOffset="4091.103">7056 34 28062,'0'0'1532,"0"0"-1054,0 0-142,0 0 212,0 0-104,6 22-133,41 172 294,40 187-215,-86-381-389,-1 1 0,1 0-1,-1-1 1,1 1 0,-1 0 0,1-1 0,-1 1 0,0 0 0,1 0 0,-1-1 0,0 1 0,0 0 0,0 0 0,1 0 0,-1-1 0,0 1 0,0 0 0,0 0 0,0 0 0,-1 0-1,1-1 1,0 1 0,0 0 0,0 0 0,-1 0 0,1-1 0,0 1 0,-1 0 0,1-1 0,0 1 0,-1 0 0,1-1 0,-1 1 0,0 0 0,1-1 0,-1 1 0,1-1 0,-1 1-1,0-1 1,1 1 0,-1-1 0,0 1 0,0-1 0,1 0 0,-1 1 0,0-1 0,0 0 0,1 0 0,-1 0 0,0 0 0,0 1 0,0-1 0,0 0 0,1 0 0,-1-1-1,0 1 1,0 0 0,0 0 0,1 0 0,-1 0 0,0-1 0,0 1 0,1 0 0,-1-1 0,0 1-1,-8 0-1,-360 8-1294,366-8 1200,-1 0 0,1-1 1,0 0-1,0 0 0,0 0 0,-1 0 1,1 0-1,0 0 0,1-1 0,-1 0 1,0 0-1,0 1 0,1-1 1,-1-1-1,1 1 0,-1 0 0,1-1 1,0 1-1,0-1 0,0 0 0,1 1 1,-1-1-1,0 0 0,1 0 1,0 0-1,0 0 0,0-1 0,0 1 1,0 0-1,1 0 0,-1-1 1,1 1-1,0 0 0,0-1 95,-2-35-1924</inkml:trace>
  <inkml:trace contextRef="#ctx0" brushRef="#br0" timeOffset="4279.023">6929 194 27206,'0'0'1400,"0"0"-736,0 0-32,0 0-79,145-18-113,-99 14-208,4 2-128,5-2-80,33-2-24,-14 1-320,-8-3-1065</inkml:trace>
  <inkml:trace contextRef="#ctx0" brushRef="#br0" timeOffset="4580.244">7740 50 27910,'0'0'1914,"0"0"-1326,0 0-251,0 0 117,-3 19-78,-12 65-143,14-72-201,0 0-1,1 1 0,1-1 1,0 0-1,0 0 1,1 1-1,1-1 1,0 0-1,1-1 1,0 1-1,0-1 0,2 1 1,-1-1-1,4 4-31,3 10 40,122 205 51,-133-229-91,0 0 0,-1 0 1,1 0-1,0 0 0,0 0 0,-1 0 1,1 0-1,-1 1 0,1-1 0,-1 0 1,1 0-1,-1 0 0,0 1 0,0-1 0,1 0 1,-1 1-1,0-1 0,0 0 0,0 1 1,-1-1-1,1 0 0,0 0 0,0 1 1,-1-1-1,1 0 0,-1 0 0,1 1 1,-1-1-1,1 0 0,-1 0 0,0 0 1,1 0-1,-1 0 0,0 0 0,0 0 1,0 0-1,0 0 0,0 0 0,0 0 0,0-1 1,0 1-1,0 0 0,0-1 0,-1 1 1,1-1-1,-65 5-80,47-5 22,-8 0-43,12 1-116,-1 0 0,1-1 0,0-1 0,-1-1 0,1 0 0,0 0 0,0-2 0,0 0 0,0-1 0,0 0 0,0-1 217,-29-23-2668,10-2-3516</inkml:trace>
  <inkml:trace contextRef="#ctx0" brushRef="#br0" timeOffset="4730.12">7767 11 25974,'0'0'2576,"0"0"-2128,127-10 304,-77 10-88,-4 0-199,-6 6-305,6 19-160,-13-3-160,-9-2-1625</inkml:trace>
  <inkml:trace contextRef="#ctx0" brushRef="#br0" timeOffset="5971.958">1 2624 29230,'0'0'814,"0"0"-480,0 0-157,18-6 121,128-41 236,-11 13-228,1 6 1,134-10-307,-99 16 30,87-13-6,1 12 0,61 10-24,64 27 1,146 23-1,-428-36 4,927 31-72,1268 91 56,-1446-139 32,1102 1 679,-776-1-654,-963 41-1488,-186-17-1051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15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2856 3189 27270,'0'0'2448,"0"0"-1523,11-22-360,39-74-90,-42 79-405,0 0 0,-1 0-1,-1-1 1,-1 0 0,0 0 0,-1 0 0,-1-1 0,-1 1 0,-1-1 0,0 0 0,-2 1 0,-1-15-70,0 30 4,1 0 1,-1 0-1,0 0 1,0 0-1,-1 0 1,1 0-1,-1 0 1,1 1-1,-1-1 1,0 1 0,0 0-1,0-1 1,0 2-1,0-1 1,-1 0-1,1 1 1,0-1-1,-1 1 1,1 0-1,-1 0 1,0 0-1,1 1 1,-1-1-1,0 1 1,1 0 0,-1 0-1,0 0 1,1 0-1,-1 1 1,0 0-1,1-1 1,-1 1-1,1 1 1,-1-1-1,1 0 1,-1 1-1,1 0 1,0 0-1,0 0 1,-1 1-5,-13 7 0,2 0 0,-1 2 0,1 0 0,1 1 0,0 0 0,1 1 0,1 0 0,0 1 0,1 1 0,0 0 0,1 0 0,1 1 0,1 0 0,0 1 0,1 0 0,2-2-2,0 1 0,0-1 0,2 1-1,0 0 1,1 0 0,0 1 0,2-1 0,0 0 0,1 0 0,2 9 2,-2-21-1,0 0 1,1 0-1,-1 0 1,1 0-1,1 0 1,-1-1-1,1 1 0,-1 0 1,1-1-1,1 0 1,-1 0-1,1 0 1,-1 0-1,1 0 1,0-1-1,0 0 1,1 0-1,-1 0 1,1 0-1,-1-1 1,1 1-1,0-1 1,0 0-1,0-1 1,4 2 0,5 0-31,0 0 1,0-1 0,1 0 0,-1-1-1,0-1 1,1 0 0,-1-1 0,0-1-1,8-1 31,191-69-1996,-118 25-758</inkml:trace>
  <inkml:trace contextRef="#ctx0" brushRef="#br0" timeOffset="149.98">3664 2742 29230,'0'0'896,"0"0"-664,0 0-159,-59 112-49,50-78 0,7-5-24,2-5-105,0-6-63,16-7 120,-1-7-560,-2-4-552,-6 0-608,-5 0-5106</inkml:trace>
  <inkml:trace contextRef="#ctx0" brushRef="#br0" timeOffset="449.366">3588 2751 29862,'0'0'798,"0"0"-227,0 0-17,0 0 12,-11 14-213,10-14-350,-4 7 1,-1-1 0,1 1 0,1 0 0,-1 0 0,1 1 0,0-1 0,1 1 0,-1 0 0,2 0 0,-1 0 0,1 0 0,0 1 0,1-1 0,0 0 0,0 8-4,14 278 0,-13-291 0,2 29 0,-2 0 0,-1 0 0,-1 0 0,-2 0 0,-2 0 0,0-1 0,-2 1 0,-12 28 0,6-42-2171,14-24-3020</inkml:trace>
  <inkml:trace contextRef="#ctx0" brushRef="#br0" timeOffset="-516.076">1582 3043 25133,'0'0'3851,"0"0"-2721,-3-22-711,-16-135 205,20 151-609,0 1-1,0-1 0,-1 1 0,0-1 1,0 1-1,-1-1 0,1 1 0,-1-1 0,0 1 1,-1-1-1,1 1 0,-1 0 0,0 0 1,-1 0-1,1 0 0,-1 0 0,0 0 1,0 1-1,0-1 0,-1 1 0,1 0 1,-1 0-1,0 0 0,-1 0 0,1 1 0,-1 0 1,1 0-1,-1 0 0,0 0 0,0 1 1,0-1-1,0 2 0,0-1 0,-1 0 1,1 1-1,-1 0 0,1 0 0,-1 1 1,1-1-1,-4 1-14,-9 7 3,0 1 1,1 1 0,0 0-1,0 1 1,1 0 0,1 2-1,-1 0 1,2 1 0,0 0-1,0 1 1,1 0 0,1 2-1,1-1 1,0 1 0,1 1-1,0 1-3,-11 11 0,2 2-1,1 0 0,1 1 0,2 1 0,1 0 0,2 1 0,1 0 1,2 1-1,1 1 0,2-1 0,1 1 0,2 0 0,2 0 0,1 7 1,0-39 1,1 0-1,-1 0 0,1 0 0,0-1 0,0 1 0,0 0 1,1 0-1,0-1 0,-1 1 0,1-1 0,0 1 0,0-1 0,1 0 1,-1 0-1,1 0 0,0 0 0,0 0 0,-1-1 0,2 1 1,-1-1-1,0 0 0,0 0 0,1 0 0,-1 0 0,1-1 0,0 1 1,0-1-1,-1 0 0,1 0 0,0 0 0,0-1 0,0 1 0,0-1 1,0 0-1,0 0 0,0 0 0,0-1 0,-1 1 0,1-1 1,0 0-1,0 0 0,0-1 0,-1 1 0,4-2 0,16-7 2,1-1 0,-2-1 0,0-1-1,0-1 1,-1-1 0,-1-1 0,9-10-2,6-1-16,150-129-2067,-114 93-2710</inkml:trace>
  <inkml:trace contextRef="#ctx0" brushRef="#br0" timeOffset="-248.289">1749 3422 28414,'0'0'976,"0"0"-408,30 101-79,-10-70 23,6-9-160,5-10-240,28-12-112,-6-10-232,-5-14-1497</inkml:trace>
  <inkml:trace contextRef="#ctx0" brushRef="#br0" timeOffset="800.187">4506 3051 31159,'0'0'871,"0"0"-626,-4-23-205,-34-184 45,39 204-84,-1-1 0,0 1 0,0-1 0,0 0 0,-1 1 0,1-1 0,-1 1 0,0-1 0,0 1 0,0-1 0,0 1 0,-1-1 0,1 1 0,-1 0 0,0 0 0,0 0 0,0 0 0,0 0 0,-1 0 0,1 1 0,-1-1 0,0 1 0,0 0 0,0-1 0,0 1 0,0 1 0,0-1 0,0 0 0,-1 1 0,1-1 0,0 1 1,-1 0-1,1 0 0,-1 1 0,0-1 0,1 1 0,-1 0 0,1-1 0,-1 2 0,0-1 0,-1 0-1,-5 5 4,-1 1 1,1-1 0,0 2-1,1-1 1,0 1 0,0 1-1,0-1 1,1 1 0,0 1 0,0 0-1,1 0 1,0 0 0,1 1-1,0 0 1,1 0 0,0 1-1,0 0 1,1 0 0,1 0 0,0 0-1,0 0 1,1 1 0,0 2-5,0-7 3,0 0 1,0 1 0,0-1 0,1 0 0,0 1 0,1-1 0,0 0-1,0 1 1,0-1 0,1 1 0,0-1 0,1 0 0,-1 1-1,2-1 1,-1 0 0,1 0 0,0 0 0,0-1 0,0 1-1,1-1 1,0 0 0,1 0 0,-1 0 0,1 0 0,1-1-1,-1 0 1,0 0 0,1 0 0,0-1 0,0 1 0,1-2-1,-1 1 1,5 1-4,6-1-43,1 0 0,0-2 0,0 0-1,0-1 1,0-1 0,0 0 0,0-1 0,0-1-1,0-1 1,-1-1 0,1 0 0,-1-2-1,0 0 1,0 0 0,-1-2 0,0 0-1,15-10 44,48-30-1899,-8-3-2810</inkml:trace>
  <inkml:trace contextRef="#ctx0" brushRef="#br0" timeOffset="999.238">5422 2525 27038,'0'0'4177,"0"0"-3769,0 0 136,-30 144 56,6-56-600,-9 31 0,-20 39 0,-15 31 0,-9 4 0,14-45 0,12-39-424</inkml:trace>
  <inkml:trace contextRef="#ctx0" brushRef="#br0" timeOffset="101750.718">4149 6355 29678,'0'0'763,"0"0"-416,0 0-132,30 10 49,-19-6-235,5 3 15,0-1-1,1-1 1,0-1-1,0 0 1,0-1-1,0-1 1,1 0-1,-1-2 1,1 0-1,-1-1 1,1 0-1,-1-1 1,0-2-1,13-3-43,56-23 91,-1-3 0,-2-4 0,-1-4-1,-3-4 1,-1-2 0,-2-4-1,46-43-90,-57 35 20,-3-2-1,-3-3 1,-3-3-1,-3-2 1,-2-2-1,-4-2 1,-3-3-1,5-18-19,54-128 36,-10-4-1,12-70-35,-7-5 0,-13-4 0,-13-3 0,-14-3 0,-13-3 0,-14-1 0,-14-1 0,-15-100 0,-3 340-3,-2 1 0,-4 0 1,-3 0-1,-4 1 0,-2 1 0,-4 0 0,-3 1 0,-3 2 1,-4 0-1,-2 2 0,-3 2 0,-3 1 0,-3 1 0,-2 3 1,-3 1-1,-3 3 0,-20-16 3,-131-109-2894,145 129 139</inkml:trace>
  <inkml:trace contextRef="#ctx0" brushRef="#br0" timeOffset="102024.465">5642 461 26638,'0'0'3801,"0"0"-3377,0 0-328,0 0 88,0 0 128,-25 151-104,14-83-120,-4 4-64,0 5-8,-3 0-16,-2-2-144,-4 8-280,2-20-945,3-17-2319</inkml:trace>
  <inkml:trace contextRef="#ctx0" brushRef="#br0" timeOffset="102276.942">5764 238 28246,'0'0'1520,"125"-63"-1128,-42 35-168,16 0-55,0 11-17,24 1-152,-25 6-264,-23 2-1681</inkml:trace>
  <inkml:trace contextRef="#ctx0" brushRef="#br0" timeOffset="116799.768">1552 723 29606,'0'0'1163,"0"0"-763,0 0-196,0 0 46,0 0-44,0 0-119,12 5-66,-4-2-16,-4-2-3,-1 0 0,0 0 1,0 0-1,0 0 0,0 1 0,0-1 0,0 1 0,0 0 0,0 0 1,-1 0-1,1 0 0,-1 0 0,1 0 0,-1 1 0,0 0 0,0-1 1,0 1-1,0 0 0,0 0 0,-1 0 0,1 0 0,-1 0 0,0 0 1,0 0-3,22 273 394,-23-275-392,0 1 1,0 0-1,0 0 0,0 0 0,1-1 1,-1 1-1,1 0 0,-1 0 0,1-1 0,0 1 1,0 0-1,0-1 0,0 1 0,0-1 1,0 1-1,0-1 0,0 0 0,1 1 0,-1-1 1,0 0-1,1 0 0,-1 0 0,1 0 1,-1 0-1,1 0 0,0 0 0,-1-1 0,1 1 1,0-1-1,0 1 0,-1-1 0,1 1 1,0-1-1,0 0 0,0 0 0,-1 0 0,1 0 1,0 0-1,0-1 0,0 1 0,-1 0 1,1-1-1,0 1 0,0-1 0,-1 0 0,1 1 1,0-1-1,1-1-2,79-47 83,-36 13-72,-2-3 1,-2-1 0,-2-1 0,-1-3 0,-3-1 0,-1-2 0,-3-1 0,-1-1-1,-3-2 1,5-16-12,-30 102 71,-18 291-71,19 345 0,-8-632 0,-2-1 0,-1 0 0,-2 0 0,-2-1 0,-2 0 0,-1 0 0,-1-2 0,-17 28 0,-26 18 0,56-79 0,0 0 0,0 1 0,0-1 0,0 0 0,0-1 0,0 1 0,-1 0 0,1-1 0,-1 1 0,1-1 0,-1 1 0,1-1 0,-1 0 0,0 0 0,0-1 0,1 1 0,-1-1 0,0 1 0,0-1 0,0 0 0,0 0 0,0 0 0,1 0 0,-1 0 0,0-1 0,0 1 0,0-1 0,0 0 0,1 0 0,-1 0 0,0 0 0,-1-2 0,-2-4 0,0 0 0,1-1 0,0 0 0,1 0 0,0 0 0,0 0 0,0 0 0,1-1 0,1 0 0,0 0 0,0 0 0,0 0 0,1 0 0,0 0 0,1 0 0,0 0 0,1 0 0,0-6 0,0-9 0,1-1 0,1 1 0,1 0 0,0 0 0,2 0 0,1 0 0,2 1 0,0 0 0,1 1 0,1 0 0,6-8 0,32-49-429,4 3 0,3 2 0,30-28 429,-63 76-483,46-57-1508</inkml:trace>
  <inkml:trace contextRef="#ctx0" brushRef="#br0" timeOffset="117056.578">2712 806 28678,'0'0'1712,"0"0"-1231,0 0 71,0 0-8,134-2-184,-110 8-248,0 13-112,-9 1-592,-4-4-2465</inkml:trace>
  <inkml:trace contextRef="#ctx0" brushRef="#br0" timeOffset="117237.19">2979 1131 30863,'0'0'1144,"0"0"-752,0 0-112,0 0-192,0 0-88,114-59-328,-81 47-1344</inkml:trace>
  <inkml:trace contextRef="#ctx0" brushRef="#br0" timeOffset="115323.742">60 685 18396,'0'0'8182,"0"0"-6013,23 5-1667,148 25 310,-163-31-779,0 1-1,0 1 1,-1-1 0,1 1-1,0 1 1,-1 0-1,1 0 1,-1 0 0,0 1-1,0 0 1,0 0 0,0 0-1,0 1 1,0 1-1,-1-1 1,0 1 0,0 0-1,0 0 1,-1 0 0,0 1-1,0 0 1,0 0-1,-1 1 1,0-1 0,0 1-1,1 2-32,-2 13 67,0 0 0,-2 1 0,-1-1 0,0 1 0,-2 0 0,0-1 0,-6 21-67,-5 85 61,13-128-61,0 1 1,1 0-1,-1 0 1,0-1-1,1 1 1,-1 0-1,0 0 1,1-1-1,-1 1 1,0 0-1,1-1 1,-1 1-1,1-1 1,0 1-1,-1 0 1,1-1-1,-1 1 1,1-1-1,0 0 1,-1 1 0,1-1-1,0 1 1,0-1-1,-1 0 1,1 0-1,0 1 1,0-1-1,-1 0 1,1 0-1,0 0 1,0 0-1,-1 0 1,1 0-1,0 0 1,0 0-1,0 0 1,-1 0-1,1-1 1,0 1-1,0 0 1,-1 0-1,1-1 1,0 1-1,0-1 1,-1 1-1,1 0 1,-1-1-1,1 1 1,0-1-1,-1 1 1,1-1-1,-1 0 0,9-43-1899,-8 19-2294</inkml:trace>
  <inkml:trace contextRef="#ctx0" brushRef="#br0" timeOffset="115688.139">693 492 26886,'0'0'2864,"0"0"-2536,0 0-24,-118 124 137,65-72-17,-6 5-168,-7 4-88,-4 4-64,-4 2-48,-1 2-24,7 2-32,13-2 0,22 8-264,16-18-600,12-19-1617</inkml:trace>
  <inkml:trace contextRef="#ctx0" brushRef="#br0" timeOffset="115953.236">879 768 30198,'0'0'761,"0"0"-465,0 0-56,0 0 96,117 95 0,-82-69-200,-5 1-72,-1 1-48,-9-3-16,-3-1 0,-6-6-200,-4-10-344,-3-4-1209,-4-4-5712</inkml:trace>
  <inkml:trace contextRef="#ctx0" brushRef="#br0" timeOffset="116120.732">1134 723 28822,'0'0'1456,"0"0"-1151,0 0 71,0 0-24,-136 101-184,103-68-104,2 3-64,5 9-344,6-8-1033,9-11-4544</inkml:trace>
  <inkml:trace contextRef="#ctx0" brushRef="#br0" timeOffset="120775.196">4031 1005 21413,'0'0'7833,"0"0"-6945,0 0-407,0 0-9,0 0-80,0 0 72,0 0-128,-15-43-224,50 39-24,18 0-32,17-4-8,33-2-16,26-4-32,25 0 0,6-1-200,-42 3-424,-37 0-1337</inkml:trace>
  <inkml:trace contextRef="#ctx0" brushRef="#br0" timeOffset="121237.098">5176 1 27822,'0'0'2114,"0"0"-1467,0 0-483,0 0 21,0 0 132,0 0-59,-5 22-76,-17 138 161,27-112-244,1 0-1,3 0 1,1-1-1,3 0 1,1-1-1,3 0 0,19 36-98,-19-40 26,61 147-6,-77-186-20,0 1 0,-1-1 0,1 1 0,-1-1 0,0 1 0,0-1 0,0 1 0,0-1 0,-1 0 0,1 1 0,-1-1 0,0 1 0,0-1 0,0 0 0,0 0 0,-1 1 0,1-1 0,-1 0 0,0 0 0,0-1 0,0 1 0,0 0 0,0 0 0,-1-1 0,1 0 0,-1 1 0,0-1 0,1 0 0,-1 0 0,0-1 0,0 1 0,0 0 0,-1-1 0,1 0 0,0 0 0,-1 0 0,1 0 0,0 0 0,-1-1 0,1 0 0,-1 1 0,1-1 0,-1-1 0,1 1 0,-1 0 0,-50 13-184,-2-3 0,1-2 1,-1-2-1,0-3 0,-5-2 184,-17-21-1711,53-3-100</inkml:trace>
  <inkml:trace contextRef="#ctx0" brushRef="#br0" timeOffset="121503.174">5125 275 28982,'0'0'1032,"0"0"-423,0 0-9,167-39-104,-99 29-128,0 2-224,2 0-144,2 4-8,40-12-336,-18 4-344,-8-3-1497</inkml:trace>
  <inkml:trace contextRef="#ctx0" brushRef="#br0" timeOffset="121686.239">6197 38 28838,'0'0'1262,"0"0"-758,-8 21-111,-24 68-11,25 18 12,9-87-365,2 0-1,1 0 1,0-1-1,1 1 0,2-1 1,0-1-1,0 0 0,2 0 1,6 9-29,47 113 51,-61-137-50,-1 1 0,1 0 0,-1 0 0,0 0 0,0 0 0,0 0 0,0 0 0,-1 0 0,0 0 0,0 1 0,0-1 0,0 0 0,-1 0 0,1 0-1,-1 0 1,0 0 0,0 0 0,-1 0 0,1 0 0,-1 0 0,0-1 0,0 1 0,0-1 0,0 1 0,-1-1 0,0 0 0,1 0 0,-1 0 0,0 0 0,0 0 0,-1-1 0,1 1 0,0-1 0,-1 0 0,-2 1-1,-19 5-177,-1-1 1,0-1 0,0-1-1,0-2 1,-1 0 0,1-2-1,-1-1 1,-18-2 176,25 1-485,-28 0-1447</inkml:trace>
  <inkml:trace contextRef="#ctx0" brushRef="#br0" timeOffset="121868.858">6204 107 28350,'0'0'1672,"0"0"-1239,136 0 143,-82 0-128,1 0-160,-4 10-120,-5 2-112,-5 2-56,1 10-176,-11-5-424,-12-1-1345</inkml:trace>
  <inkml:trace contextRef="#ctx0" brushRef="#br0" timeOffset="122218.789">4446 1155 19748,'0'0'8506,"0"0"-6252,0 0-1850,31-3-55,1123-159 1157,-734 113-1506,391 6 0,-517 42-653,-293 1-464,-3 3-522</inkml:trace>
  <inkml:trace contextRef="#ctx0" brushRef="#br0" timeOffset="122589.153">4430 1634 31199,'0'0'666,"0"0"-395,20-2-124,361-46 337,-188 48-484,-190 1 0,0 0 0,1 1 0,-1 0 0,0-1 0,0 1 0,0 0 0,0 0 0,0 1 0,0-1 0,0 1 0,-1-1 0,1 1 0,-1 0 0,0 0 0,0 0 0,0 0 0,0 0 0,-1 0 0,1 1 0,-1-1 0,0 1 0,0-1 0,0 1 0,0-1 0,-1 1 0,1-1 0,-1 1 0,0 0 0,0-1 0,0 4 0,-18 110 0,4-39 0,49-73 0,-13-12-161,-1 0 0,1-1 0,-2-1 0,0-1 0,0-1 0,0-1 0,-2-1 0,1 0 0,-2-1 0,1-2 161,16-9-485,51-39-1654,-8 4-1885</inkml:trace>
  <inkml:trace contextRef="#ctx0" brushRef="#br0" timeOffset="122869.503">5735 1277 28310,'0'0'1323,"0"0"-755,0 0-257,0 0 125,0 0-37,5 20-169,11 33-91,3 0 0,1-1 0,3-1-1,8 10-138,0-16 76,-23-36-67,0 1 1,-1-1 0,-1 1 0,0 1 0,0-1 0,-1 1-1,0 0 1,0 1 0,-2-1 0,1 1 0,-2-1 0,2 12-10,-6-17 1,-1 0 0,0 0 0,0-1 1,-1 1-1,0-1 0,0 0 0,0 0 0,0 0 1,-1 0-1,0-1 0,0 0 0,0 0 1,0 0-1,-1-1 0,0 1 0,1-1 1,-1-1-1,0 1 0,-1-1 0,1 0 0,0 0 1,-1-1-1,1 0 0,0 0 0,-1 0 1,0-1-1,-3 0-1,9 0 0,-51 8-30,0-1 0,-1-3-1,0-3 1,0-1 0,-5-4 30,53 4-96,-1-1 0,1 0 0,0 0-1,0-1 1,-1 0 0,1 1 0,0-2 0,1 1-1,-1-1 1,0 1 0,1-1 0,-1 0-1,1-1 1,0 1 0,0-1 0,0 0 0,1 0-1,-1 0 1,1 0 0,0-1 0,0 0 0,1 1-1,-1-1 1,1 0 0,0 0 0,0 0-1,1 0 1,-1-2 96,-5-40-2780</inkml:trace>
  <inkml:trace contextRef="#ctx0" brushRef="#br0" timeOffset="123135.674">5875 1392 29038,'0'0'984,"112"-18"-616,-47 6-55,6 0-97,23-9-216,-20 3-64,-6 0-1609</inkml:trace>
  <inkml:trace contextRef="#ctx0" brushRef="#br0" timeOffset="123387.583">6758 1188 24533,'0'0'4957,"0"0"-3531,-22 26-959,-140 166 458,144-168-879,1 0 0,1 1 0,1 0 0,1 1 0,1 1 0,1 1-1,2-1 1,1 1 0,1 1 0,-4 25-46,12-51 0,-1 0 0,1 0 0,-1 0 0,1 0 0,0 0 0,0 0 0,0 0 0,1 0 0,-1 0 0,1 0 0,-1 0 0,1 0 0,0-1 0,0 1 0,0 0 0,1 0 0,-1-1 0,1 1 0,-1 0 0,1-1 0,0 0 0,0 1 0,0-1 0,0 0 0,0 0 0,1 0 0,-1 0 0,1-1 0,-1 1 0,1-1 0,-1 1 0,1-1 0,0 0 0,0 0 0,0 0 0,11 2 0,1-1 0,-1 0 0,1-1 0,-1-1 0,1 0 0,-1-1 0,1-1 0,-1 0 0,0-1 0,0 0 0,0-1 0,0-1 0,0 0 0,-1-1 0,0 0 0,0-1 0,-1-1 0,0 0 0,0 0 0,-1-1 0,0-1 0,0 0 0,-1 0 0,-1-1 0,5-6 0,-11 13-2,0-1 1,0 1-1,0-1 1,-1 0-1,0 0 0,0 0 1,0 0-1,0 0 0,-1-1 1,0 1-1,0 0 1,0-1-1,-1 1 0,1-1 1,-1 1-1,-1-1 1,1 1-1,-1-1 0,0 1 1,0 0-1,-1-1 0,1 1 1,-1 0-1,0 0 1,-1 0-1,1 0 0,-1 1 1,0-1-1,0 0 1,-1 1-1,1 0 0,-1 0 1,0 0-1,0 0 0,0 1 1,0 0-1,-1 0 1,-1-1 1,-154-76-1121,64 42-1219,0 3-3508</inkml:trace>
  <inkml:trace contextRef="#ctx0" brushRef="#br0" timeOffset="123835.952">623 2090 27934,'0'0'1214,"0"0"-272,0 0-263,0 0-288,0 0-106,0 0-43,19 5 109,231 18 287,232-26-548,785 16-89,-809 9-1,2499 185 0,-2667-174 0,198-8 0,-487-29 0,-93-51-1476,15 22-1969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4:57.228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823 2287 15803,'0'0'8488,"0"0"-6157,0 0-870,-18 1 226,-60 2-793,76-2-831,0-1 1,0 0-1,0 1 1,0-1 0,0 0-1,0-1 1,0 1-1,0 0 1,0 0-1,0-1 1,0 1-1,0-1 1,0 0-1,0 0 1,1 0-1,-1 0 1,0 0-1,0 0 1,1 0-1,-1 0 1,1 0-1,-1-1 1,1 1-1,-1-1 1,1 1 0,0-1-1,0 0 1,0 1-1,0-1 1,0-1-64,4 1 170,193-9-143,310-24-27,-405 32 0,-1 4 0,1 5 0,44 11 0,32 13 0,0-7 0,2-8 0,22-7 0,101-20-1202,-264 6-981</inkml:trace>
  <inkml:trace contextRef="#ctx0" brushRef="#br0" timeOffset="328.75">2802 2119 27838,'0'0'2464,"0"0"-1729,0 0-529,0 0 90,25 8 40,146 54-79,-150-55-242,-1 1 0,0 1 0,-1 1 0,0 1 0,0 1 0,-1 0 0,-1 2 0,0 0 0,-1 0 0,6 8-15,-20-19 6,0 0 1,0 0 0,0 0 0,-1 0 0,1 1 0,-1-1 0,0 1 0,0-1 0,0 1 0,0-1-1,0 1 1,-1-1 0,0 1 0,0 0 0,0-1 0,0 1 0,0-1 0,-1 1 0,1 0-1,-1-1 1,0 1 0,0-1 0,-1 0 0,1 1 0,-1-1 0,1 0 0,-1 0 0,0 0 0,0 0-1,-1 0 1,1 0 0,0 0 0,-1-1 0,-1 2-7,-110 74 67,100-70-70,-406 185-2344,319-154-488</inkml:trace>
  <inkml:trace contextRef="#ctx0" brushRef="#br0" timeOffset="712.59">2027 1223 26766,'0'0'1240,"0"0"-736,0 0-200,0 0 496,0 0-296,-64 174-191,31-40-177,-6 44-136,6-21-417,6-26-3567</inkml:trace>
  <inkml:trace contextRef="#ctx0" brushRef="#br1" timeOffset="268661.885">1988 670 19316,'0'0'1870,"0"0"-1013,0 0 330,0 0 2206,0 0-2101,0 0-828,-5-15-109,-15-47-31,11-5 898,10 64-1135,-1-1 0,0 1 0,0 0 0,0-1 1,0 1-1,-1 0 0,1 0 0,-1-1 0,0 1 1,0 0-1,0 0 0,0 0 0,-1 0 0,1 0 0,-1 0 1,0 0-1,1 1 0,-1-1 0,-1 0 0,1 1 1,0 0-1,-1-1 0,1 1 0,-1 0 0,1 0 0,-1 1 1,-1-2-88,-8-3 8,0-1 1,-1 2-1,1-1 1,-1 2-1,0 0 1,-1 0-1,1 1 1,-1 1-1,1 0 1,-1 1 0,0 1-1,1 0 1,-1 1-1,0 0 1,1 1-1,-1 0 1,0 1-9,-22 7-3,-1 1 1,2 1 0,0 2-1,0 2 1,-22 14 2,-86 60 0,3 6 0,5 5 0,4 7 0,5 5 0,6 5 0,-7 18 0,63-71 0,3 3 0,4 2 0,2 3 0,3 2 0,4 2 0,3 3 0,-34 83 0,67-128 0,1 0 0,1 0 0,2 1 0,2 1 0,1-1 0,1 1 0,3 0 0,1 0 0,1-1 0,2 1 0,2 0 0,1-1 0,2 0 0,2 0 0,1-1 0,1 0 0,2-1 0,2-1 0,1 0 0,1-1 0,18 22 0,30 23 0,3-3 0,3-4 0,3-2 0,2-4 0,4-4 0,81 46 0,-95-67 0,3-3 0,0-3 0,2-3 0,2-4 0,0-2 0,1-4 0,2-4 0,-1-2 0,2-4 0,-1-3 0,55-4 0,-7-9 0,0-6 0,0-6 0,-2-4 0,-1-6 0,-1-6 0,-1-5 0,-3-4 0,-1-6 0,-3-5 0,9-11 0,-25 16 0,-1-3 0,-3-5 0,-3-3 0,-2-5 0,-3-3 0,-3-4 0,-3-3 0,-4-4 0,-3-3 0,-4-3 0,-4-3 0,-3-3 0,33-71 0,-74 123 0,-3-1 0,-1-1 0,-2 0 0,-2-1 0,-1 0 0,-3-1 0,-1 0 0,-2-1 0,-3 1 0,-1-1 0,-2 0 0,-2 1 0,-1-1 0,-3 1 0,-1 0 0,-3 1 0,-1 0 0,-2 0 0,-6-7 0,-24-43 0,-4 3 0,-4 2 0,-3 2 0,-4 3 0,-4 2 0,-3 3 0,-3 3 0,-4 3 0,-14-6 0,30 32 0,-2 2 0,-2 2 0,-2 4 0,-1 2 0,-2 3 0,-1 3 0,-1 3 0,-1 2 0,-1 4 0,-1 3 0,-1 3 0,0 3 0,-29 2 0,-5 3 0,0 5 0,0 4 0,0 5 0,0 5 0,-67 18 0,-60 34 0,3 10 0,4 10 0,4 10 0,-153 92 0,295-147 0,2 4 0,2 3 0,-37 33 0,104-28-191,7-21-1092,-2-3-1508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3:52.62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2708 21589,'0'0'7524,"0"0"-5628,20 0-1678,211-2 102,573-80 480,486-2-584,-1140 56-3118,-122 15-617</inkml:trace>
  <inkml:trace contextRef="#ctx0" brushRef="#br0" timeOffset="313.567">2394 2333 28398,'0'0'1671,"0"0"-1171,0 0-308,0 0 122,18 17 11,118 94 160,214 57 278,-348-168-761,0 0 0,0 1-1,0-1 1,1 1 0,-1 0-1,0-1 1,0 1 0,0 0-1,0 0 1,-1 0 0,1 1-1,0-1 1,0 0 0,-1 1-1,1-1 1,0 1-1,-1 0 1,0-1 0,1 1-1,-1 0 1,0 0 0,0 0-1,0 0 1,0 0 0,0 0-1,0 0 1,-1 0 0,1 0-1,-1 0 1,0 0 0,1 1-1,-1-1 1,0 0 0,0 0-1,0 0 1,-1 1 0,1-1-2,-86 32 54,-459 95-384,465-112-307,-132 27-1015,97-25-1823</inkml:trace>
  <inkml:trace contextRef="#ctx0" brushRef="#br0" timeOffset="579.503">1613 1621 30695,'0'0'696,"0"0"-496,0 0-200,0 0 24,-65 201-24,27-35 0,5-18-152,-2-18-2241</inkml:trace>
  <inkml:trace contextRef="#ctx0" brushRef="#br1" timeOffset="335375.604">1982 669 27118,'0'0'887,"-22"-4"-186,-157-17 159,146 20-700,0 1-1,0 2 1,1 2-1,-1 1 1,1 1-1,0 2 1,-3 1-160,-30 18 62,2 3 1,1 2-1,1 3 1,2 3 0,2 2-1,1 3 1,2 2-1,3 2 1,1 2 0,3 3-1,2 2 1,2 1-1,3 2 1,2 3-1,3 0 1,-8 25-63,-40 81 31,8 3 0,7 3 0,6 9-31,44-125 20,3 0 0,3 2 0,2 0 0,2 0 0,3 0-1,3 1 1,4 46-20,0-88 19,0 0-1,2 0 0,0 0 1,1 0-1,1-1 1,0 1-1,1-2 1,1 1-1,0-1 1,2 0-1,-1 0 0,2-2 1,0 1-1,0-1 1,1 0-1,1-1 1,0-1-1,1 0 1,0-1-1,0 0 0,1-1 1,1-1-1,-1-1 1,1 0-1,1 0 1,-1-2-1,1 0 0,0-1 1,14 1-19,30 4 32,-1-2 1,1-4-1,1-2 1,-1-3-1,0-2 1,-1-3-1,1-3 1,-1-2-1,57-21-32,27-15 8,-3-7 0,-2-6 0,66-42-8,-67 31 0,-3-6 0,-3-6 0,-4-6 0,-5-5 0,-3-5 0,0-11 0,-82 74 0,-3-2 0,-1-1 0,-2-2 0,-2-1 0,-2-1 0,-1-1 0,-3-2 0,-2 0 0,-2-2 0,-2 0 0,-2-1 0,-2-1 0,-3 0 0,-1-1 0,-3 0 0,-3 0 0,-1 0 0,-3-3 0,-7 18 0,-2 0 0,-1 1 0,-2 0 0,-1 1 0,-2 0 0,-1 2 0,-2-1 0,-1 2 0,-2 1 0,-1 0 0,-1 1 0,-2 2 0,-1 0 0,-1 2 0,-1 1 0,-27-19 0,-35-23 0,-3 4 0,-3 5 0,-2 3 0,-2 5 0,-2 4 0,-3 4 0,-83-20 0,-30 8-12,-3 8 0,-1 10-1,-1 10 1,-2 10 0,1 10 0,-54 11 12,148-9-2740,90-9-2753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1:39:28.9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2074 41 24117,'0'0'3613,"0"0"-2137,0 0-685,0 0-84,0 0-159,0 0-81,-23-2-164,19 2-296,-15-3 11,0 2-1,-1 0 0,1 2 1,-1 0-1,1 1 0,0 0 1,0 2-1,0 1 1,-15 5-18,-131 56-2,2 7 0,4 7 0,4 6 0,3 8 0,-14 20 2,88-62 6,3 3 0,3 4-1,2 3 1,3 2 0,3 4-1,2 2 1,4 3 0,3 3-1,4 2 1,3 1 0,3 3-1,-21 59-5,52-107 16,2 0 1,1 1-1,2 0 0,2 1 0,1 0 1,1 0-1,2 0 0,2 1 1,1-1-1,2 0 0,1 0 0,2 1 1,2-2-1,1 1 0,2-1 0,3 4-16,1-10 13,2 0-1,1-1 1,1-1-1,2-1 1,0 0-1,2-2 1,1 0-1,0-2 1,2 0-1,1-2 1,0 0-1,1-2 1,1-1-1,1-2 1,0 0-1,1-2 1,1-1-1,0-2 1,0-1 0,1-1-1,19 1-12,9 1 0,0-3 0,1-2 0,0-3 0,0-3 0,0-2 0,0-3 0,-1-3 0,47-13 0,35-21 0,-1-7 0,-4-5 0,-1-7 0,-4-5 0,-2-6 0,-4-5 0,-3-6 0,-4-6 0,46-48 0,-95 82 0,-2-3 0,-3-3 0,-3-2 0,-2-4 0,-4-1 0,-2-4 0,-4-1 0,-3-3 0,-4-1 0,31-78 0,-62 120 0,-2-1 0,-2 0 0,-1 0 0,-2 0 0,-1-1 0,-2 1 0,-2-1 0,-2 0 0,-1 1 0,-7-33 0,5 46 0,0 1 0,-2-1 0,-1 1 0,-1 0 0,-1 0 0,-1 1 0,-1 1 0,-1 0 0,-1 0 0,-1 2 0,0-1 0,-1 2 0,-1 0 0,-1 1 0,-1 1 0,-19-13 0,-5 5 0,-1 1 0,0 3 0,-2 1 0,0 3 0,-1 2 0,-1 1 0,0 3 0,0 2 0,-1 2 0,-32 1 0,-3-1-15,-1 5 0,1 3 1,0 4-1,1 3 0,-1 4 0,2 4 0,0 3 1,1 4-1,2 3 0,-47 25 15,-35 30-523,4 6 0,-78 64 523,195-126-409,-93 60-3285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11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1 217 11034,'0'0'15929,"0"0"-12340,0 0-3369,0 0-111,21-6 117,155-39 156,-148 39-344,0 2-1,1 2 0,0 0 1,0 2-1,0 1 0,-1 2 1,1 0-1,-1 2 0,1 1 1,-2 1-1,1 2 0,-1 1 1,0 1-1,-1 1 1,0 1-1,-1 1 0,-1 1 1,0 2-1,6 6-37,-22-14 11,-1-1 0,1 2-1,-2-1 1,1 1 0,-2 0 0,1 0 0,-1 1-1,-1 0 1,0 0 0,0 0 0,-1 0 0,-1 0-1,0 1 1,0-1 0,-1 1 0,0 0 0,-1-1 0,-1 1-1,0-1 1,0 1 0,-1-1 0,-1 1 0,0-1-1,0 0 1,-1 0 0,-1 0 0,-3 7-11,-24 28 7,-1-2 1,-3 0-1,-1-3 0,-2-1 1,-2-2-1,-1-2 0,-2-1 1,-29 16-8,-144 102-462,212-150 374,0 1-60,0 0 0,-1-1 0,1 1-1,0-1 1,-1-1 0,0 1 0,0-1 0,0 0-1,0 0 1,0 0 0,0-1 0,-1 0-1,1-1 1,-3 1 148,3-3-1959</inkml:trace>
  <inkml:trace contextRef="#ctx0" brushRef="#br0" timeOffset="345.798">1535 0 29238,'0'0'884,"0"0"-261,-28 18-143,-172 111 333,148-93-690,3 3 1,1 2-1,1 1 1,3 3 0,1 2-124,26-27 8,1 1 1,0 0-1,2 0 1,1 2-1,0 0 1,2 0 0,0 1-1,2 1 1,1-1-1,0 1 1,2 1-1,1 0 1,0 8-9,4-26 0,1 0 0,-1 0 0,1 0 0,1 0 0,-1 0 0,2 0 0,-1 0 0,1 0 0,0-1 0,0 1 0,1-1 0,0 1 0,1-1 0,-1 0 0,1 0 0,1 0 0,-1-1 0,1 1 0,0-1 0,1 0 0,0-1 0,-1 1 0,2-1 0,-1 0 0,1-1 0,-1 0 0,1 0 0,3 1 0,11 4-3,1-1-1,0-1 1,1-1 0,0-1 0,-1 0-1,1-2 1,1-1 0,-1-1 0,0-1-1,0-1 1,8-2 3,-19 3-9,59-4-503,0-3-1,-1-2 1,0-4 0,-1-3 0,20-9 512,3-8-3779</inkml:trace>
  <inkml:trace contextRef="#ctx0" brushRef="#br0" timeOffset="595.268">2046 360 31047,'0'0'768,"0"0"-592,0 0-128,0 0 0,0 0 56,168 19-56,-102-19-24,15 0-24,-15 0-392,-22 0-1353</inkml:trace>
  <inkml:trace contextRef="#ctx0" brushRef="#br0" timeOffset="780.94">2149 740 30118,'0'0'681,"0"0"-465,0 0 96,153-14-72,-87 1-120,22 11-120,-16 2-264,-13 0-3345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2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0 407 18028,'0'0'8499,"0"0"-6408,20-7-1731,66-20 108,-80 26-421,0 1-1,0 0 1,0 1-1,0-1 1,0 1-1,0 0 1,0 1-1,0-1 1,0 1-1,-1 0 1,1 1-1,-1-1 1,1 1-1,-1 0 1,0 1-1,0-1 1,-1 1-1,1 0 1,-1 0-1,1 1 1,-1-1-1,-1 1 0,1 0 1,-1 0-1,1 0 1,-1 0-1,-1 1 1,1-1-1,-1 1 1,0-1-1,0 1 1,-1 0-1,0 0 1,0 0-1,0 6-46,69 329 407,-68-337-400,-1 1-1,1-1 1,0 0-1,0 0 1,0 0 0,0 0-1,1 0 1,-1-1-1,1 1 1,0-1 0,0 1-1,0-1 1,1 0-1,-1 0 1,1 0 0,0-1-1,0 1 1,0-1-1,0 0 1,0 0 0,0-1-1,1 1 1,-1-1-1,0 0 1,1 0 0,-1 0-1,1-1 1,-1 1-1,1-1 1,-1 0 0,1 0-1,0-1 1,-1 0-1,1 1 1,-1-2 0,0 1-1,1 0 1,2-2-7,15-9 18,0-1 0,-1-1 1,-1 0-1,0-2 0,-1 0 1,0-1-1,-2-1 0,0-1 1,-1 0-1,6-11-18,-21 28 1,58-72 8,-3-3-1,-3-2 1,-4-3 0,-4-1 0,25-68-9,-7-26 489,-62 205-335,-5 1656 11,5-1673-165,0 0 0,-1 0 0,0 1 0,-1-1 0,0 0 0,-1 0 0,0 0 0,0 0 0,-2-1 0,1 1 0,-1-1 0,0 0 0,-1 0 0,-1 0 0,1 0 0,-2-1 0,1 0 0,-1 0 0,0-1 0,-1 0 0,0 0 0,0-1 0,-1 0 0,0 0 0,0-1 0,-1 0 0,1 0 0,-1-1 0,0-1 0,-1 0 0,-1 0 0,0-1 0,-1 0 0,1-1 0,-1-1 0,0 0 0,1-1 0,-1 0 0,0-1 0,1-1 0,-1 0 0,1 0 0,-1-1 0,1-1 0,0 0 0,0-1 0,1 0 0,-1-1 0,1 0 0,0 0 0,1-2 0,0 1 0,0-1 0,0-1 0,1 1 0,0-2 0,1 1 0,0-1 0,1 0 0,-1-1 0,2 0 0,0 0 0,0-1 0,1 1 0,1-1 0,0 0 0,-1-5 0,3-6 0,2 1 0,0-1 0,1 1 0,2-1 0,0 1 0,1 0 0,2 0 0,0 0 0,1 1 0,1 0 0,1 0 0,1 1 0,1 0 0,0 1 0,2 0 0,0 1 0,1 0 0,1 1 0,0 1 0,2 0 0,2-1 0,71-68-546,3 3 0,57-35 546,-104 82-466,70-55-1801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25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19852,'0'0'9802,"0"0"-8809,0 0-449,0 0-112,0 0 160,199 0-168,-76-2-296,33 0-128,2-6 0,-40 2-528,-30-6-3313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2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26398,'0'0'4393,"0"0"-4057,0 0-224,0 0-32,0 0 8,0 0-88,0 0-296,38 101-953,-27-81-1567</inkml:trace>
  <inkml:trace contextRef="#ctx0" brushRef="#br0" timeOffset="282.269">1 367 28646,'0'0'1200,"0"0"-463,0 0-89,0 0 32,0 0-296,151 4-312,-64-29-72,-12 3-544,-9 2-1537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22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32 7626,'0'0'18661,"0"0"-14265,0 0-3910,0 0-84,0 0-25,-7 17-42,-39 124 125,-35 410-436,36-297-24,45-254-11,1 0 0,-1 0 0,0-1 0,1 1 0,-1 0 0,0 0 0,1 0 0,-1 0 0,1-1 0,-1 1 0,0 0 0,1 0 0,-1 0 0,1 0 0,-1 0 0,0 0 0,1 0 0,-1 0 0,1 0 0,-1 0-1,0 0 1,1 1 0,-1-1 0,1 0 0,-1 0 0,0 0 0,1 0 0,-1 1 0,0-1 0,1 0 0,-1 0 0,0 1 0,1-1 0,-1 0 0,0 0 0,1 1 0,-1-1 0,0 0 0,0 1 0,0-1 0,1 0 0,-1 1 0,0-1 0,0 1 0,0-1 0,0 0 0,0 1 0,1-1 0,-1 1 0,0-1 0,0 0 0,0 1 0,0-1 0,0 1 0,0-1 0,-1 1 0,1-1 0,0 0 0,0 1 0,0-1-1,0 1 1,0-1 0,-1 0 0,1 1 11,28-31-1309,-25 26 1148,32-42-2088</inkml:trace>
  <inkml:trace contextRef="#ctx0" brushRef="#br0" timeOffset="357.55">719 1 30182,'0'0'709,"0"0"-180,0 0-46,24 14 1,133 78-104,-151-89-380,-1 0 0,1 0 0,-1 1 0,1-1 0,-1 1 0,0 0 0,-1 0 0,1 1 0,-1 0 0,0-1 0,0 1 0,0 1 0,-1-1 0,1 1 0,-1-1 0,-1 1 0,1 0 0,-1 0 0,0 0 0,0 0 0,-1 0 0,0 1 0,0-1 0,0 0 0,-1 1 0,0-1 0,0 0 0,-1 1 0,-1 4 0,-5 9 0,-2-1 0,0 0 0,-1 0 0,-1-1 0,0-1 0,-2 0 0,0-1 0,-1 0 0,0-1 0,-1 0 0,-1-1 0,-9 6 0,13-10 0,-41 36 0,-1-2 0,-3-2 0,-36 19 0,93-61 0,0 0 0,0 0 0,1 0 0,-1 0 0,0 0 0,1 1 0,-1-1 0,0 0 0,0 0 0,1 0 0,-1 1 0,0-1 0,0 0 0,0 0 0,1 0 0,-1 1 0,0-1 0,0 0 0,0 0 0,0 1 0,0-1 0,1 0 0,-1 0 0,0 1 0,0-1 0,0 0 0,0 1 0,0-1 0,0 0 0,0 1 0,0-1 0,0 0 0,0 0 0,0 1 0,0-1 0,0 0 0,0 1 0,0-1 0,0 0 0,-1 0 0,1 1 0,0-1 0,0 0 0,0 1 0,0-1 0,-1 0 0,1 0 0,0 0 0,0 1 0,0-1 0,39-2 0,-34 2 0,401-63 0,-63 50-2287,-241 11-899</inkml:trace>
  <inkml:trace contextRef="#ctx0" brushRef="#br0" timeOffset="633.322">2380 192 27174,'-19'12'3562,"-226"163"-1767,-163 154-1795,160-125 156,-59 39-122,-521 447-181,803-667-335,1 2-1,0 0 1,2 1 0,1 1 0,1 1 0,0 4 482,9-7-3571</inkml:trace>
  <inkml:trace contextRef="#ctx0" brushRef="#br0" timeOffset="888.231">1856 1147 31111,'0'0'712,"0"0"-520,-160 132-152,73-43-8,-5 27-16,-3 24-16,19-9-8,27-29-144,25-33-288,22-19-232,2-13-985,0-11-2896</inkml:trace>
  <inkml:trace contextRef="#ctx0" brushRef="#br0" timeOffset="1254.43">2659 1005 27038,'0'0'3084,"-22"26"-2195,-182 231-453,134-155-188,4 4 0,5 2 1,5 2-1,-15 51-248,42-16 239,30-142-237,0 1 0,0-1 0,1 0 0,-1 0 0,1 0 0,0 0 0,-1 0 0,2 0 0,-1 0 0,0 0 0,0-1 0,1 1 0,0-1 0,-1 0 0,1 0 0,0 0 0,0 0 0,0 0 0,0 0 0,0-1 0,1 0 0,-1 0 0,0 0 0,1 0 0,-1 0 0,1 0 0,-1-1 0,1 0 0,-1 0 0,1 0 0,-1 0 0,1 0 0,-1-1 0,0 1 0,1-1 0,-1 0 0,1 0 0,-1 0 0,0-1 0,0 1 0,0-1 0,0 0 0,0 0 0,0 0-2,21-10 0,0 0 0,-1-2 0,-1-1 0,-1-1 0,0-1 0,-1 0 0,0-2 0,-2 0 0,0-1 0,-1-1 0,8-15 0,-16 26 0,-1 0 0,0-1 0,-1 0 0,-1-1 0,1 1 0,-2-1 0,0 0 0,0-1 0,-1 1 0,0-1 0,-1 0 0,-1 0 0,0 0 0,-1 0 0,0 0 0,-1-7 0,-1 16 0,-1 1 0,1-1 0,-1 1 0,1 0 0,-1 0 0,0-1 0,0 1 0,-1 0 0,1 1 0,-1-1 0,1 0 0,-1 1 0,0-1 0,0 1 0,0 0 0,0 0 0,-1 0 0,1 0 0,0 1 0,-1-1 0,1 1 0,-1 0 0,1 0 0,-1 0 0,0 1 0,-1-1 0,-105-7 0,98 8 0,5 0-82,-1 0 0,0 0 0,0 1 0,0 0 0,1 0 0,-1 1 0,0 0 0,1 0 0,0 1 0,-1 0 0,1 0 0,0 1 0,1 0 0,-1 0 0,-3 3 82,-7 9-1619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28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31383,'0'0'792,"0"0"-200,0 0-592,0 0 0,0 0 0,0 0 0,0 0-800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26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48 5833,'0'0'8674,"0"0"3553,0 0-10971,0 0-904,0 0 472,0 0-56,0 142-199,-4-81-177,-9 4-112,0 1-88,0-5-104,-1-2-40,1-8-32,7-5-16,1-13 0,5-15-288,20-10-945,4-8-1351</inkml:trace>
  <inkml:trace contextRef="#ctx0" brushRef="#br0" timeOffset="313.461">1370 1 29150,'0'0'1000,"0"0"-199,-65 152-209,38-87-168,5-2-56,5-2-208,2 0-112,1-2-48,10-3-24,4-1-384,9-12-736,10-17-1209</inkml:trace>
  <inkml:trace contextRef="#ctx0" brushRef="#br0" timeOffset="609.465">2563 94 29574,'0'0'1262,"0"0"-859,-20 13-101,-692 545 924,384-323-1226,-200 100 0,187-123 0,-188 159 0,514-360-32,8-7 8,0 0 0,0 1 0,0 0 0,1 0 0,0 1 0,0 0 0,0 0 0,1 0 0,0 0 0,0 1 0,0 0 0,1 0 0,0 1 0,1-1 0,-3 7 24,21-8-534,156-51-1454,-73 3-435</inkml:trace>
  <inkml:trace contextRef="#ctx0" brushRef="#br0" timeOffset="875.297">2041 965 28574,'0'0'2585,"0"0"-2321,0 0-192,-153 152 264,98-81 184,-4 24-208,6-4-208,3 5-104,6-3 0,15-22 0,7-6 0,9-19 0,13-19 0,9-25-584,20-2-232,6-8-1225</inkml:trace>
  <inkml:trace contextRef="#ctx0" brushRef="#br0" timeOffset="1278.012">2881 989 25613,'0'0'4275,"-26"26"-3015,-260 288 68,263-287-1305,1 0-1,2 2 0,1 0 1,2 2-1,0 0 0,2 0 1,2 1-1,0 1 1,3 1-1,0-1 0,3 1 1,0 1-1,1 15-22,6-47 0,-1-1 0,1 0 0,0 0 0,0 1 0,0-1 0,0 0 0,1 1 0,-1-1 0,1 0 0,-1 0 0,1 0 0,0 0 0,0 0 0,0 1 0,0-1 0,0-1 0,0 1 0,1 0 0,-1 0 0,0 0 0,1-1 0,0 1 0,-1-1 0,1 1 0,0-1 0,0 1 0,0-1 0,0 0 0,0 0 0,0 0 0,0 0 0,0-1 0,0 1 0,0 0 0,1-1 0,-1 0 0,0 1 0,0-1 0,1 0 0,-1 0 0,0 0 0,2-1 0,11-1 0,0-1 0,0-1 0,0 0 0,0-1 0,-1 0 0,0-1 0,0-1 0,0 0 0,-1-1 0,0-1 0,-1 0 0,1-1 0,-2 0 0,0 0 0,0-1 0,-1-1 0,0 0 0,-1 0 0,2-4 0,-3 7 0,0 0 0,0 0 0,-1-1 0,-1 0 0,0 0 0,0-1 0,-1 1 0,0-1 0,-1 0 0,0-1 0,-1 1 0,0-1 0,-1 0 0,0 1 0,-1-1 0,0-10 0,-1 18 0,-1 1 0,0-1 0,0 1 0,0-1 0,-1 1 0,1 0 0,-1 0 0,0 0 0,0 0 0,0 0 0,0 0 0,-1 0 0,1 1 0,-1-1 0,1 1 0,-1-1 0,0 1 0,0 0 0,0 0 0,0 1 0,0-1 0,0 1 0,-1-1 0,1 1 0,-1 0 0,1 0 0,-1 0 0,-1 1 0,-104-11 0,89 11-44,13-1 24,0-1 1,0 1-1,1 1 0,-1-1 1,0 1-1,0 0 0,0 1 1,0 0-1,0 0 0,0 0 1,0 1-1,1 0 0,-1 0 1,1 1-1,-1 0 0,1 0 1,0 0-1,0 1 0,0 0 1,1 0-1,0 0 0,-1 1 1,1 0-1,1 0 0,-1 0 1,1 0-1,0 1 0,-3 5 20,1 13-2046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31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0 361 16155,'0'0'4377,"0"0"2493,0 0-4324,0 0-1821,0 0-203,0 0-105,24-18-85,152-106 19,44-24 76,-205 138-389,-10 12-31,-42 111-7,31-97 0,1 0 0,1 0 0,0 1 0,1-1 0,1 1 0,1-1 0,0 1 0,1 0 0,1-1 0,0 1 0,2 0 0,0-1 0,0 0 0,2 0 0,0 0 0,0 0 0,9 14 0,-12-26 0,0 1 0,-1-1 0,1 1 0,0-1 0,0 0 0,1 1 0,-1-1 0,1-1 0,0 1 0,0 0 0,0-1 0,1 1 0,-1-1 0,1 0 0,-1 0 0,1 0 0,0-1 0,0 1 0,1-1 0,-1 0 0,0 0 0,1 0 0,-1-1 0,1 0 0,0 0 0,-1 0 0,1 0 0,0-1 0,-1 1 0,1-1 0,0-1 0,0 1 0,1-1 0,71-94 0,-57 63 0,230-383 0,-232 392 0,-17 52 0,-1-5 0,-6 144 0,-7-1 0,-8 0 0,-7-2 0,-7 0 0,-7-3 0,-7-2 0,-42 86 0,-3-41 0,94-203 0,-1 0 0,0 0 0,0 0 0,0 0 0,-1 0 0,1 0 0,0 0 0,-1 0 0,1-1 0,-1 1 0,1-1 0,-1 1 0,0-1 0,0 0 0,0 1 0,0-1 0,0 0 0,0 0 0,0 0 0,0-1 0,0 1 0,0 0 0,0-1 0,0 0 0,-1 1 0,1-1 0,0 0 0,0 0 0,-1 0 0,1 0 0,0-1 0,0 1 0,0 0 0,-1-1 0,1 0 0,0 1 0,0-1 0,0 0 0,0 0 0,0 0 0,0-1 0,1 1 0,-1 0 0,0-1 0,0 1 0,1-1 0,-1 1 0,1-2 0,-17-17 0,1-1 0,0-1 0,2-1 0,1 0 0,1-1 0,1 0 0,1-1 0,1 0 0,1-1 0,-3-16 0,8 26 0,-1 1 0,2-1 0,0 0 0,1 0 0,1 0 0,0 0 0,1 0 0,1 0 0,0 0 0,2 0 0,0 0 0,0 0 0,1 1 0,1-1 0,1 1 0,0 1 0,1-1 0,4-5 0,25-23 0,1 1 0,3 3 0,1 1 0,2 2 0,1 1 0,2 3 0,1 2 0,29-13 0,-48 26 0,417-261-1679,-378 227-3611</inkml:trace>
  <inkml:trace contextRef="#ctx0" brushRef="#br0" timeOffset="267.7">1377 1091 29046,'0'0'3657,"0"0"-3593,0 0-64,0 0 0,0 0-184,0 0-1800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3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28678,'0'0'2441,"0"0"-2113,0 0-200,0 0 160,0 0 144,0 0-168,138 91-160,-98-55-64,-3-1-16,-2-1-24,-7-5-232,12-9-376,-10-10-736,-1-10-1633</inkml:trace>
  <inkml:trace contextRef="#ctx0" brushRef="#br0" timeOffset="249.443">562 0 29158,'0'0'1256,"0"0"-1023,0 0 119,0 0-16,-118 99-168,76-56-88,-2 6-40,-2-1-24,0-1-16,2-5-64,1-9-240,3-9-224,-13-16-393,12-8-1367,4 0-16660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2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29350,'0'0'1315,"0"0"-931,20-5-276,247-29 559,-239 33-625,-1 2 0,0 1-1,0 1 1,0 1 0,-1 2 0,10 3-42,-28-7 1,0 1 1,0 0 0,0 0-1,0 1 1,-1 0 0,0 0-1,1 1 1,-2 0 0,1 0-1,-1 0 1,1 1-1,-2 0 1,1 0 0,-1 1-1,1 0 1,-2 0 0,1 0-1,-1 0 1,0 1 0,-1-1-1,0 1 1,1 4-2,-1 1 0,0 0 0,-2 1 0,0-1 0,0 1 1,-1 0-1,-1-1 0,0 1 0,-1-1 0,0 1 0,-1-1 0,-1 0 1,0 0-1,-1 0 0,0-1 0,-1 1 0,0-1 0,-1-1 1,0 1-1,-5 4 0,-13 16 3,-1-1 1,-1-1 0,-2-1-1,-1-1 1,-31 21-4,34-26-15,-1-1 0,-2-1-1,0-2 1,-1-1 0,0-1 0,-2-2 0,-19 6 15,50-20-53,1 0 43,1-1-1,-1 1 1,1-1-1,-1 0 0,1 1 1,-1-1-1,1 0 1,-1 1-1,0-1 1,1 0-1,-1 1 1,1-1-1,-1 0 1,0 0-1,1 0 1,-1 0-1,0 0 0,1 0 1,-1 0-1,0 0 1,1 0-1,-1 0 1,1 0-1,-1 0 1,0 0-1,1 0 1,-1-1-1,0 1 1,1 0-1,-1 0 1,1-1-1,-1 1 0,1 0 1,-1-1-1,1 1 1,-1-1-1,1 1 1,-1 0-1,1-1 1,-1 1-1,1-1 1,0 0-1,-1 1 1,1-1-1,0 1 0,-1-1 1,1 1-1,0-1 1,0 0-1,0 1 1,0-1-1,-1 0 1,1 1-1,0-1 1,0 0-1,0 1 1,0-1-1,0 1 0,1-1 1,-1 0-1,0 1 1,0-1-1,0 0 11,42-80-1702,-2 22-2558,23-22-11605</inkml:trace>
  <inkml:trace contextRef="#ctx0" brushRef="#br0" timeOffset="251.224">1215 1 4889,'0'0'20163,"0"0"-15221,0 0-4534,-30 23-62,-200 172 358,192-156-550,1 1 0,2 2-1,2 1 1,-6 13-154,30-41 38,-1 1 0,2 0 1,0 1-1,1-1 0,0 1 0,2 1 0,0-1 1,1 1-1,1 0 0,0 0 0,1 0 0,1 0 0,1 1 1,2 14-39,0-26 2,0 1 0,0-1 1,0 0-1,1 0 0,0 0 0,1-1 1,-1 1-1,1-1 0,1 0 1,-1 0-1,1 0 0,0 0 1,0-1-1,1 0 0,0 0 1,-1 0-1,2-1 0,-1 0 1,0 0-1,1 0 0,0-1 0,0 0 1,0-1-1,0 1 0,0-1 1,0-1-1,5 1-2,204 18-393,-203-20 332,108-4-944,-15-14-1138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4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29542,'0'0'1609,"0"0"-1609,-37 140-1217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42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32079,'0'0'688,"0"0"-688,0 0 0,0 0 0,0 0-472,0 0-1529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40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 31103,'0'0'689,"0"0"-402,-14 25-178,-171 312 442,-34 71-1008,217-395-663,18-23 302,136-116-595,-94 76 1756,1 2-1,3 2 0,1 3 0,11-2-342,24 17 903,-96 28-882,0 0 0,0 1 0,0-1 1,0 1-1,0-1 0,0 1 0,0 0 1,0 0-1,0 0 0,-1 0 0,1 0 0,0 0 1,-1 0-1,1 0 0,-1 1 0,1-1 1,-1 1-1,1-1 0,-1 1 0,0-1 1,0 1-1,0 0 0,0 0 0,0 0 0,0 0 1,-1-1-1,1 1 0,0 0 0,-1 0 1,0 0-1,1 0 0,-1 0 0,0 0 1,0 1-1,0-1 0,0 0-21,-6 82 235,-1-60-391,-2-1 1,-1-1 0,-1 0-1,-1 0 1,-1-1 0,0-1-1,-2 0 1,0 0 0,-2-2-1,0 0 1,0-1 0,-2-1-1,0 0 1,-1-2 0,-10 6 155,-186 107-3404,205-115 3622,-1 1 1,2 0-1,0 0 0,0 1 0,1 0 0,1 0 0,0 1 1,1 1-1,1-1 0,0 1 0,1 0 0,1 0 0,0 1 1,2-1-1,-1 1 0,2 0 0,0-1 0,2 16-218,-4 7 125,-19 244 1203,13 95-1328,8-365-6,1 0 0,0 0 0,0 0 1,2 0-1,-1 0 0,2 0 0,0 0 0,0 0 0,1-1 0,0 0 0,1 0 0,1 0 0,0 0 0,7 8 6,-13-19-13,1-1-1,-1 1 0,1-1 0,-1 1 0,1-1 1,-1 1-1,1-1 0,0 1 0,-1-1 1,1 0-1,0 1 0,-1-1 0,1 0 0,0 0 1,0 0-1,-1 1 0,1-1 0,0 0 0,-1 0 1,1 0-1,0 0 0,0 0 0,-1 0 0,1-1 1,0 1-1,0 0 0,-1 0 0,1 0 0,0-1 1,-1 1-1,1 0 0,0-1 0,-1 1 0,1 0 1,0-1-1,-1 1 0,1-1 0,-1 1 0,1-1 1,-1 0-1,1 1 0,-1-1 0,1 1 0,-1-1 1,0 0-1,1 1 0,-1-1 0,0 0 1,0 1-1,1-1 0,-1 0 0,0 0 0,0 1 1,0-1-1,0 0 0,0 0 0,0 1 0,0-1 1,0 0-1,0 0 0,0 0 14,37-180-2293,-21 79-404</inkml:trace>
  <inkml:trace contextRef="#ctx0" brushRef="#br0" timeOffset="267.582">735 680 25213,'0'0'2393,"0"0"-1065,0 0-264,144 201-199,-113-51-265,-9 17-88,-13-5-176,-7-20-152,-2-43-104,0-26-56,0-24-24,-7-13-152,-6-3-224,-24-15-200,4-6-793,-2-12-3664</inkml:trace>
  <inkml:trace contextRef="#ctx0" brushRef="#br0" timeOffset="639.839">399 1334 8250,'0'0'16929,"0"0"-12996,0 0-3457,0 0-75,21-11-50,67-33-66,-85 42-276,0 1 0,0-1-1,1 1 1,-1 0-1,0 0 1,1 0 0,-1 1-1,0-1 1,1 1 0,-1 0-1,1 0 1,-1 0 0,1 0-1,-1 1 1,0-1 0,1 1-1,-1 0 1,0 0 0,0 0-1,1 1 1,-1-1 0,0 1-1,0-1 1,0 1 0,-1 0-1,1 0 1,0 0-1,-1 1 1,1-1 0,-1 1-1,0-1 1,0 1 0,0 0-1,0 0 1,0 0 0,-1 0-1,2 2-8,26 112-284,-27-105 229,-1 0-1,0 0 0,-1 0 1,0 0-1,0 0 0,-2 0 1,1 0-1,-2 0 0,1-1 1,-1 1-1,-1-1 0,0 1 1,-1-1-1,0-1 0,-1 1 1,0-1-1,-1 0 0,0 0 1,-4 4 55,11-13 3,-1 0 0,1-1 0,0 1 0,-1 0 0,1-1 0,-1 1-1,1-1 1,-1 1 0,1-1 0,-1 1 0,0-1 0,1 1 0,-1-1 0,1 1 0,-1-1 0,0 0 0,0 1 0,1-1 0,-1 0 0,0 0 0,1 1 0,-1-1 0,0 0 0,0 0 0,0 0 0,1 0 0,-1 0 0,0 0 0,0 0 0,1 0 0,-1 0 0,0 0 0,0-1 0,1 1 0,-1 0 0,0-1 0,1 1 0,-1 0 0,0-1 0,1 1 0,-1-1 0,0 1 0,1-1 0,-1 1 0,1-1 0,-1 1 0,1-1 0,-1 1 0,1-1-1,-1 0 1,1 1 0,0-1 0,-1 0 0,1 1 0,0-2-3,-5-45 55,5 41-56,3-67 0,4-1 0,2 1 0,4 0 0,4-2 1,46-206-1342,-49 247 1262,-14 34 90,0 1 0,-1-1 0,1 1-1,0-1 1,0 1 0,0-1 0,0 0-1,0 1 1,0-1 0,0 1 0,0-1 0,0 1-1,1-1 1,-1 0 0,0 1 0,0-1 0,0 1-1,0-1 1,1 0 0,-1 1 0,0-1 0,0 1-1,1-1 1,-1 0 0,0 1 0,0-1-1,1 0 1,-1 0 0,0 1 0,1-1 0,-1 0-1,1 0 1,-1 1 0,0-1 0,1 0 0,-1 0-1,1 0 1,-1 0 0,0 0 0,1 0 0,-1 0-1,1 0 1,-1 0 0,1 0 0,-1 0 0,0 0-1,1 0 1,-1 0 0,1 0 0,-1 0-1,1 0 1,-1 0 0,0 0 0,1-1 0,-1 1-1,1 0 1,-1 0 0,0-1 0,1 1 0,-1 0-1,0 0 1,1-1 0,-1 1 0,0 0 0,1-1-10,12 219 1816,-14-150-1580,-15 395 457,12-428-649,0 7-175,13-71-467,7-33-662,7-16-1190</inkml:trace>
  <inkml:trace contextRef="#ctx0" brushRef="#br0" timeOffset="1423.053">1164 259 27094,'0'0'2082,"0"0"-1141,0 0-291,0 0-129,0 0-74,0 0-95,16 21-123,46 70-75,-60-85-147,1 0 0,-2-1 1,1 1-1,-1 0 0,1 0 1,-2 0-1,1 0 0,-1 0 1,0 0-1,0 0 0,0 0 1,-1 0-1,0-1 0,0 1 1,-1 0-1,1 0 0,-1-1 1,-1 1-1,1-1 0,-2 4-7,-2 6 11,-142 273 42,149-288-53,0-1 1,-1 1-1,1-1 0,0 1 0,0-1 0,0 1 0,0 0 0,0-1 0,0 1 1,0 0-1,0 0 0,0 0 0,0 0 0,1 0 0,-1 0 0,0 0 0,0 0 1,0 0-1,0 1 0,0-1 0,0 0 0,0 0 0,0 1 0,0-1 0,-1 1 1,1-1-1,0 1 0,0 0 0,0-1 0,0 1 0,-1 0 0,1-1 0,0 1 1,-1 0-1,1 0 0,0 0 0,-1-1 0,1 1 0,-1 0 0,1 0 0,-1 0 1,0 0-1,1 0 0,-1 0 0,0 0 0,0 0 0,0 0 0,1 0 0,-1 0 1,0 0-1,-1 0 0,1 1 0,0-1 0,0 0 0,0 0 0,0 0 0,-1 0 1,1 0-1,-1 0 0,1-1 0,-1 1 0,1 0 0,-1 0 0,1 0 0,138-60 15,-49 13-15,-74 42 0,-7 19 0,-47 97 2,2-16 4,37-95-11,0 1 0,0-1 1,1 0-1,-1 1 0,1-1 0,-1 0 1,1 1-1,-1-1 0,1 0 0,-1 0 1,1 1-1,0-1 0,0 0 0,0 0 1,0 0-1,0 0 0,0 0 0,0 0 0,0 0 1,0-1-1,0 1 0,0 0 0,1 0 1,-1-1-1,0 1 0,0-1 0,1 1 1,-1-1-1,0 0 0,1 1 0,-1-1 1,1 0-1,-1 0 0,0 0 0,1 0 0,-1 0 1,0 0-1,1-1 0,-1 1 0,1 0 5,72-8-265,-64 7 244,-8 1 20,0 1 0,0 0 0,-1 1 1,1-1-1,0 0 0,-1 0 0,1 1 0,-1-1 1,1 1-1,-1-1 0,0 1 0,1 0 1,-1 0-1,0-1 0,0 1 0,0 0 1,0 0-1,-1 0 0,1 0 0,0 0 1,-1 0-1,0 0 0,1 0 0,-1 1 1,0-1-1,0 0 0,0 0 0,0 0 0,-1 0 1,1 0-1,0 0 0,-1 0 0,0 0 1,1 0-1,-1 0 0,0 0 0,0 0 1,0 0-1,0 0 0,0-1 0,-1 1 1,1 0 0,-135 313 146,2-10 28,122-250 15,20-54-157,8-10-30,0-1 0,-2-1 0,1 0 0,-1-1 0,-1 0 0,0-1 0,-1-1 0,0 0 0,-1-1 0,-1 0 0,9-16-2,2 1 2,17-20-20,-3-1 0,-2-1-1,-3-2 1,-1-1 0,-4-1 0,1-6 18,-13-3-461,-12 56-167,-1 1-1,0-1 0,-1 1 1,1-1-1,-1 1 0,-1-1 1,0 1-1,0 0 0,-1 0 1,0 0-1,0 0 0,-1 0 1,0 1-1,0-1 0,-3-3 629,-30-28 1075,-42 0 5077,78 39-6116,0 0-1,0 1 0,0-1 0,0 0 0,0 0 0,0 1 0,0-1 0,0 1 0,0-1 0,0 1 0,0-1 1,0 1-1,1 0 0,-1-1 0,0 1 0,0 0 0,0-1 0,1 1 0,-1 0 0,0 0 0,1 0 0,-1 0 1,1 0-1,-1 0 0,1 0 0,0 0 0,-1 0 0,1 0 0,0 0 0,0 0 0,-1 0 0,1 0 0,0 0 1,0 0-1,0 0 0,0 0 0,1 0 0,-1 0 0,0 1-35,0 2 78,-4 283 1192,13-146-1251,6 0-1,7-1 1,12 28-19,15-1-99,-18-106-2508,-17-43-3369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2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28710,'0'0'1255,"0"0"-640,0 0-131,-1 24 27,-5 264 529,19 449-888,-11-553-1188,-2-169-1489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3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28174,'0'0'1816,"0"0"-1222,0 0-434,0 0 52,0 0 84,25 6-67,2 1-177,-10-2-31,0-1 1,0 0-1,0-1 0,1-1 1,-1-1-1,1 0 1,-1-1-1,8-2-21,290-49 55,-313 85 118,12 280 533,37-36-586,-28-179-299,-5 0 0,-4 1 1,-5 0-1,-3 100 179,-14-156-1398,-11-14-1353</inkml:trace>
  <inkml:trace contextRef="#ctx0" brushRef="#br0" timeOffset="279.796">178 1476 26542,'0'0'4441,"0"0"-3913,0 0-352,0 0 32,0 0 280,163-61-200,-85 11-192,12-5-96,40-32 0,-25 16-528,-24 8-1465</inkml:trace>
  <inkml:trace contextRef="#ctx0" brushRef="#br0" timeOffset="766.89">1027 551 17764,'0'0'9323,"0"0"-6933,0 0-1929,22-4 10,142-26 173,123-33-1004,-346 97 146,47-15 295,0 0 1,1 1-1,2 0 1,0 1 0,1 0-1,1 0 1,1 1-1,-3 18-81,3-18 37,-58 286 509,-14 217-546,59-387 10,8 77-2066,11-269-6804,0 35 3922,0-35-8988</inkml:trace>
  <inkml:trace contextRef="#ctx0" brushRef="#br0" timeOffset="1408.753">1684 732 16628,'0'0'9814,"0"0"-7095,-6 17-2060,-95 270 705,35-72-1317,61-203-46,20-51-32,30-38 50,4 2 1,3 3-1,17-16-19,-66 140 889,-7 25-735,1-63-130,1 1 0,1 0 0,1-1 0,0 1 0,1 0 1,0 0-1,1-1 0,1 1 0,0-1 0,1 0 0,1 0 0,4 10-24,48 69 4,-43-74-2,-1 1 0,0 0 0,-2 0 0,0 1 0,-1 1 0,-1 0 0,-1 0-1,-1 1 1,-1 0 0,-1 0 0,1 24-2,-9-38 2,0-1-1,-1 1 0,0-1 1,0 0-1,-1 1 0,0-2 0,-1 1 1,0-1-1,0 0 0,0 0 1,-1 0-1,0-1 0,0 0 1,-1-1-1,0 0 0,0 0 0,0 0 1,0-1-1,-1 0 0,1-1 1,-1 0-1,0 0 0,0-1 1,-1 0-1,-2 0-1,7 0-1,-174 34 68,177-37-66,0 0 0,0 0 0,0 0 1,0-1-1,0 1 0,1-1 0,-1 0 0,1 1 0,-1-1 1,1 0-1,0 0 0,-1 0 0,1 0 0,0 0 0,0 0 0,1 0 1,-1 0-1,0 0 0,1 0 0,-1-1 0,1 1 0,0 0 1,-1 0-1,1-1 0,0 1 0,0 0 0,1-1 0,-1 1 1,0 0-1,1 0 0,0 0 0,-1-1 0,1 1 0,0 0 0,0 0 1,0 0-1,0 0 0,1 0 0,-1 0 0,0 1 0,1-1 1,-1 0-1,1 1 0,0-1 0,1 0-1,174-220-10,-144 185-13,191-219-3297,-163 185-3225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30198,'0'0'1105,"0"0"-977,0 0 24,0 0 320,0 0-48,151 122-144,-105-84-272,3 3-8,-1 1 0,-7 1 0,-1-3 0,-12-5 0,1-3 0,-12-9 0,-8-11-424,-7-12-168,-2-20-592,0-7-2945</inkml:trace>
  <inkml:trace contextRef="#ctx0" brushRef="#br0" timeOffset="278.954">379 1 29598,'0'0'1249,"0"0"-865,0 0-96,-94 158 96,59-93-112,2 4-168,5-2-104,6 6-112,9-18-504,4-13-1785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25501,'0'0'4569,"0"0"-4184,0 0-281,0 0 152,138-8 64,-79-5 40,5-3-128,-3 0-96,-2 2-80,-4 4-32,-11 4-24,-7 2 0,-4 4 0,-9-2-152,-8 1-880,-14-3-1425</inkml:trace>
  <inkml:trace contextRef="#ctx0" brushRef="#br0" timeOffset="327.773">263 172 24077,'-4'17'4833,"-33"243"-2664,32 413-1249,5-662-916,-1 19 5,1 1-1,1-1 0,2 0 1,1 0-1,1 0 0,2 0 1,3 8-9,-8-33 8,0-1 1,1 0-1,-1-1 1,1 1-1,-1 0 1,1-1-1,0 1 1,1-1-1,-1 0 1,0 0-1,1 0 1,0 0-1,0-1 1,0 1-1,0-1 1,0 0-1,0-1 1,0 1-1,1-1 1,-1 1-1,0-1 1,1 0 0,0-1-1,-1 1 1,1-1-1,-1 0 1,1 0-1,-1-1 1,1 1-1,-1-1 1,4-1-9,140-46 209,125-105-274,-119 15-2773,-108 81-1565</inkml:trace>
  <inkml:trace contextRef="#ctx0" brushRef="#br0" timeOffset="889.759">1282 0 29670,'0'0'877,"0"0"-404,0 0-216,0 0 29,-2 17 7,-7 127 102,6 1 1,9 59-396,-2-71 79,-3-49-52,-2-31-24,3-1 0,1 1-1,3 0 1,3-1 0,3 9-3,5-21-173,-10-47-142,24-79-1550,-17 35-391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408 260 26966,'0'0'2192,"0"0"-1197,0 0-467,0 0-10,0 0 83,0 0-73,0-9-209,0-14-256,2 13-60,-1-1 0,0 1 0,-1-1-1,0 0 1,-1 1 0,0-1 0,0 1 0,-1-1 0,-1 1-1,0-1 1,0 1 0,-1 0 0,0 1 0,-1-1 0,0 1 0,0 0-1,-1 0 1,-1 0 0,1 1 0,-6-6-3,8 12 0,-1 0 0,1 0 0,0 0 0,-1 1 0,1-1 0,-1 1 0,0 0 0,1 0 0,-1 1 0,0-1 0,1 1 0,-1 0 0,0 0 0,0 1 0,1 0 0,-1-1 0,0 2 0,1-1 0,-1 0 0,1 1 0,0 0 0,-1 0 0,1 0 0,0 1 0,0-1 0,0 1 0,1 0 0,-1 0 0,1 0 0,-1 0 0,1 1 0,-1 1 0,-19 27 0,0 1 0,3 2 0,1 0 0,1 1 0,2 1 0,1 0 0,3 1 0,0 1 0,3 0 0,1 0 0,-2 34 0,3-23 0,2-1 0,2 1 0,2 0 0,2 0 0,2-1 0,3 1 0,1-1 0,3 0 0,2-1 0,2 0 0,11 22 0,-21-59 0,1 0 0,1 0 0,0-1 0,0 0 0,1 0 0,0 0 0,0-1 0,1 0 0,1 0 0,-1-1 0,1-1 0,1 1 0,0-1 0,0-1 0,0 0 0,0 0 0,1-1 0,0 0 0,0-1 0,1 0 0,-1-1 0,1 0 0,0-1 0,-1 0 0,1-1 0,0-1 0,0 1 0,0-2 0,0 0 0,0 0 0,0-1 0,-1-1 0,1 1 0,-1-2 0,1 0 0,-1 0 0,0-1 0,-1-1 0,1 0 0,-1 0 0,0-1 0,4-4 0,8-14 0,-1-2 0,-1-1 0,-2 0 0,-1-1 0,-1-1 0,-1 0 0,-2-1 0,-1-1 0,-2 0 0,0-1 0,-3 0 0,-1 0 0,-1 0 0,-2-1 0,-1 0 0,-1 0 0,-4-25 0,2 40 0,0-1 0,-1 1 0,0 0 0,-2-1 0,0 1 0,-2 0 0,0 1 0,-1 0 0,0 0 0,-2 0 0,0 1 0,-1 0 0,0 1 0,-2 0 0,-7-8 0,-3 20-122,21 37-1258,1-22 285,0 26-3646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29854,'0'0'1985,"0"0"-1441,0 0-160,0 0-384,39 106 0,-28-92 0,-2-4 0,0-6 0,-5-2 0,1-2 0,-3 0 0,-2-8 0,0-12-336,-7-7-11051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29150,'0'0'1240,"0"0"-713,0 0-168,0 20 158,7 298 457,15 285-974,-6-533 81,-15-68-139,0-1-1,-1 0 1,1 1 0,0-1 0,0 0 0,0 0 0,0 0 0,0 0 0,0 0-1,1 0 1,-1 0 0,0 0 0,0 0 0,1 0 0,-1-1 0,0 1-1,1 0 1,-1-1 0,1 0 0,-1 1 0,1-1 0,-1 0 0,1 1 0,-1-1-1,1 0 1,-1 0 0,1 0 0,-1-1 0,1 1 0,-1 0 0,1 0-1,-1-1 1,1 1 0,-1-1 0,0 1 0,1-1 0,-1 0 0,0 0 0,1 1-1,-1-1 1,0 0 0,0 0 0,0 0 0,0 0 0,1-1 58,26-26-4162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8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30927,'0'0'1176,"0"0"-720,0 140-248,4-71-208,5 2 0,2 6 0,2 0 0,5 0 0,-1 0 0,-1-6 0,-1-8 0,-2-8 0,0-15 0,13-25 0,-1-13-528,-1-2-1321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371 468 26862,'0'0'4135,"0"0"-2905,-2-19-926,-1-27-168,1 6-119,-1-1-1,-3 1 1,0 0 0,-3 0-1,-1 1 1,-11-26-17,19 60 0,0 0 0,0-1 0,0 1 0,0 0 0,-1 0 0,0 0 0,0 0 0,0 1 0,-1-1 0,1 1 0,-1 0 0,0 0 0,0 0 0,-1 1 0,1-1 0,-1 1 0,0 0 0,0 0 0,0 1 0,0-1 0,0 1 0,0 0 0,-1 1 0,1-1 0,-1 1 0,1 0 0,-1 1 0,1-1 0,-1 1 0,0 0 0,1 0 0,-1 1 0,0 0 0,1 0 0,-1 0 0,1 0 0,0 1 0,-1 0 0,1 0 0,0 1 0,0-1 0,0 1 0,-4 3 0,-5 17 0,0 1 0,1 0 0,2 0 0,0 1 0,2 1 0,1 0 0,1 0 0,1 0 0,1 1 0,2 0 0,0 0 0,2 0 0,1 0 0,1 0 0,1 0 0,3 10 0,-3-23 0,0 0 0,1 0 0,0 0 0,1-1 0,0 1 0,2-1 0,-1 0 0,1-1 0,1 1 0,0-1 0,9 10 0,-12-17 0,0 0 0,0 0 0,0-1 0,1 1 0,0-1 0,0 0 0,0-1 0,0 1 0,0-1 0,1 0 0,0 0 0,-1-1 0,1 1 0,0-1 0,0-1 0,0 1 0,0-1 0,1 0 0,-1 0 0,0-1 0,0 0 0,1 0 0,-1-1 0,0 1 0,0-1 0,1-1 0,3 0 0,3-5-21,0 1 0,-1-2 0,0 0 1,0 0-1,-1-1 0,0 0 0,0-1 0,-1-1 0,0 1 0,-1-2 0,0 1 1,2-6 20,7-5-182,41-52-1100,-7 4-1237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9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338 247 29782,'0'0'689,"0"0"-105,0 0-23,0 0 83,8-6-214,-4 3-406,-1 2-21,-1-1-1,1 0 0,-1 0 1,1 0-1,-1-1 1,0 1-1,0 0 0,0-1 1,0 0-1,0 1 1,0-1-1,-1 0 0,1 0 1,-1 0-1,0 0 1,0 0-1,0 0 0,0 0 1,-1 0-1,1 0 1,-1-1-1,0 0-2,1-3 0,-1-1 0,-1 1 0,1 0 0,-1-1 0,0 1 0,-1 0 0,1 0 0,-2 0 0,1 0 0,-1 1 0,0-1 0,0 0 0,-1 1 0,1 0 0,-2 0 0,1 0 0,-1 0 0,1 1 0,-2 0 0,1 0 0,0 0 0,-1 1 0,0-1 0,-6-2 0,8 4 0,-1 1 0,1 0 0,-1 0 0,1 0 0,-1 1 0,0-1 0,0 1 0,1 0 0,-1 0 0,0 1 0,0 0 0,0 0 0,0 0 0,0 0 0,0 1 0,0-1 0,0 1 0,1 1 0,-1-1 0,0 1 0,1-1 0,-1 1 0,1 1 0,-1-1 0,1 1 0,0-1 0,0 1 0,0 1 0,0-1 0,1 0 0,-1 1 0,1 0 0,0-1 0,-1 4 0,-15 22 0,1 1 0,2 1 0,1 1 0,2 0 0,1 1 0,1 0 0,-5 32 0,10-51 0,2 0 0,-1 0 0,2 0 0,0 0 0,0 0 0,2 1 0,0-1 0,0 1 0,1 0 0,1-1 0,1 1 0,0-1 0,0 0 0,2 1 0,0-1 0,0 0 0,1-1 0,1 1 0,0-1 0,1 0 0,1-1 0,0 0 0,0 0 0,1 0 0,1-1 0,0-1 0,0 1 0,8 4 0,-12-11 0,1-1 0,1 1 0,-1-2 0,0 1 0,1-1 0,-1 0 0,1 0 0,0-1 0,-1 0 0,1 0 0,0-1 0,0 0 0,0 0 0,0-1 0,-1 0 0,1 0 0,0-1 0,-1 0 0,1-1 0,-1 1 0,0-2 0,0 1 0,0-1 0,0 0 0,0 0 0,-1 0 0,0-1 0,0 0 0,0-1 0,-1 1 0,1-1 0,2-4 0,5-6-54,-1-1 1,-1 0-1,0-1 1,-1 0-1,-1-1 1,0 0-1,-2 0 0,0-1 1,-1 0-1,-2 0 1,0 0-1,0-1 1,-2 1-1,-1-1 0,0 0 1,-2 1-1,0-1 1,-2 0-1,0 1 0,-1-1 1,-1 1-1,-1 0 1,-3-8 53,-20-31-3025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7:54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44 29526,'0'0'1825,"0"0"-1633,0 0-192,0 0-80,0 0-152,0 0-633,0 0-3735</inkml:trace>
  <inkml:trace contextRef="#ctx0" brushRef="#br0" timeOffset="205.504">0 371 22085,'0'0'9162,"0"0"-8546,0 0-432,0 0 224,0 0-96,0 0-312,119-81 0,-62 50 0,-11 7-888,-13 8-3529</inkml:trace>
  <inkml:trace contextRef="#ctx0" brushRef="#br0" timeOffset="1781.644">33 0 17892,'0'0'8986,"0"0"-6143,0 0-2151,0 0-265,0 0-48,0 4-7,0-3-347,1 1 0,-1-1 0,0 0 0,1 0 0,-1 0 0,0 0 0,1 0 0,-1 0 1,1 0-1,0 0 0,-1 0 0,1 0 0,0 0 0,-1-1 0,1 1 0,0 0 0,0 0 0,0-1 0,0 1 1,0 0-1,0-1 0,0 1 0,0-1 0,0 0 0,0 1 0,0-1 0,0 0 0,0 1 0,0-1 0,0 0 1,0 0-1,1 0 0,-1 0 0,0 0 0,0 0 0,0 0 0,0 0 0,0-1 0,0 1 0,0 0 0,1-1 1,-1 1-1,0-1-25,10 1 24,234 14-1847,-214-14-2122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18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30479,'0'0'617,"0"0"-345,0 0-124,0 0 281,4 29 50,50 367-136,-40 229-382,-12-665-2476,0-7-4517</inkml:trace>
  <inkml:trace contextRef="#ctx0" brushRef="#br0" timeOffset="298.506">137 1 29854,'0'0'1091,"0"0"-749,0 0-112,25 9 194,160 71 305,-157-65-721,-1 1 0,0 2 0,-2 0 0,0 1 0,-1 2 0,-1 0 0,-1 2 1,-1 0-1,-2 2 0,0 0 0,-1 1 0,4 10-8,-19-29 0,0 1 0,-1 0 0,0 0 0,0 0 0,-1 0 0,0 0 0,-1 0 0,1 0 0,-1 1 0,-1-1 0,0 0 0,0 0 0,-1 0 0,1 0 0,-2 0 0,1 0 0,-1-1 0,0 1 0,-1-1 0,0 0 0,0 0 0,-1 0 0,1 0 0,-5 4 0,-151 123 0,142-121 0,-120 75-268,-5-14-1072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1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30254,'0'0'633,"0"0"-368,0 24-110,20 159 529,1-84-490,-5 1 0,-4 0 0,-4 1 0,-4 22-194,-5 85 0,-3-304-5072,4 33-5355</inkml:trace>
  <inkml:trace contextRef="#ctx0" brushRef="#br0" timeOffset="313.335">49 23 28678,'0'0'1650,"0"0"-979,0 0-297,25-4 125,186-14 295,-158 17-772,1 3 0,-1 2 0,1 3 0,-2 2 0,3 2-22,-39-7-1,-1 0 1,1 2-1,-1-1 1,0 2-1,-1 0 1,1 1-1,-1 0 1,-1 1-1,0 0 1,0 1-1,-1 1 1,0 0-1,-1 1 1,0 0-1,0 0 1,-2 1-1,0 1 1,7 11 0,-11-11 0,1 0 0,-2 1 0,0-1 0,0 1 0,-1-1 0,-1 1 0,-1 0 0,0 0 0,-1 0 0,0 0 0,-1 0 0,-1 0 0,-1 0 0,0-1 0,-1 1 0,0-1 0,-1 0 0,0 0 0,-2 0 0,1-1 0,-2 0 0,0 0 0,0 0 0,-1-1 0,-1-1 0,0 0 0,-6 6 0,-20 20 0,-2-1 0,-1-2 0,-2-2 0,-1-2 0,-2-1 0,0-2 0,-2-3 0,-1-1 0,-14 3 0,-16-8-304,61-23-1724,10-12-3178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1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1673 26510,'0'0'3941,"0"0"-2821,0 0-914,0 0-58,0 0 178,7-12 18,171-316-172,-25-11-172,71-246 0,-206 531 0,-5 11 0,1 0 0,3 1 0,1 1 0,2 1 0,1 0 0,18-22 0,-37 59 0,0 0 0,1 0 0,-1 0 0,1 0 0,0 0 0,0 0 0,0 1 0,0-1 0,0 1 0,1 0 0,-1 0 0,1 0 0,-1 0 0,1 1 0,0-1 0,0 1 0,-1 0 0,1 0 0,0 1 0,0-1 0,0 1 0,0-1 0,0 1 0,0 1 0,0-1 0,0 1 0,0-1 0,0 1 0,0 0 0,-1 0 0,1 1 0,0-1 0,3 3 0,4 4 0,1 1 0,-1 1 0,-1 0 0,0 0 0,0 1 0,-1 0 0,0 1 0,-1 0 0,6 12 0,38 67 0,-3 3 0,-5 2 0,-4 2 0,0 14 0,47 148 0,49 257 0,-122-419 0,-26-95 0,0-8-7,0 0 0,1-2 0,0 1 0,0-1 0,0-1 0,1 0 0,0 0 0,1-1 0,0 0 0,0-1 0,1 0 0,0 0 0,1-1 0,0 0 0,0-1 7,-3-2-72,-42-62-1387,4 1-2466</inkml:trace>
  <inkml:trace contextRef="#ctx0" brushRef="#br0" timeOffset="249.38">364 898 20788,'0'0'10035,"0"0"-9371,0 0-448,0 0 360,160 17-88,-35-21-488,-2-15 0,-5-3 0,-15 2 0,-21 8 0,10 1 0,41-3 0,-25 4-720,-18 2-3297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1284 28166,'0'0'2439,"0"0"-1723,0 0-513,0 0 8,0 0 172,1-8 43,4-15-391,1 0 0,1 1 0,1-1 0,0 2-1,2-1 1,12-17-35,-2-3 14,2-1-14,117-245 0,40-140 0,-116 271 0,-62 156 0,-1 0 0,1 0 0,0-1 0,-1 1 0,1 0 0,0 0 0,0 0 0,0 0 0,0 0 0,0 1 0,0-1 0,0 0 0,1 0 0,-1 1 0,0-1 0,0 0 0,0 1 0,1-1 0,-1 1 0,0 0 0,1-1 0,-1 1 0,0 0 0,1 0 0,-1 0 0,0 0 0,1 0 0,-1 0 0,0 0 0,1 1 0,-1-1 0,0 0 0,1 1 0,-1-1 0,0 1 0,0-1 0,1 1 0,-1 0 0,0-1 0,0 1 0,0 0 0,0 0 0,0 0 0,0 0 0,0 0 0,0 0 0,0 0 0,0 0 0,-1 0 0,1 0 0,0 1 0,-1-1 0,1 0 0,-1 0 0,0 1 0,1-1 0,-1 0 0,0 1 0,0-1 0,1 0 0,-1 1 0,18 34 0,0 1 0,-3 1 0,-1 1 0,-2 0 0,-1 0 0,-2 3 0,-1-11 0,95 486 0,-101-501 0,1-1 0,0 0 0,1 0 0,1 0 0,1 0 0,0-1 0,1 0 0,0 0 0,1-1 0,8 11 0,-15-22 0,1 0 0,-1 0 0,1-1 0,-1 1 0,1-1 0,0 1 0,0-1 0,0 0 0,-1 0 0,1 0 0,0 0 0,1 0 0,-1 0 0,0 0 0,0-1 0,0 1 0,0-1 0,1 1 0,-1-1 0,0 0 0,0 0 0,0 0 0,1 0 0,-1 0 0,0-1 0,0 1 0,0-1 0,1 1 0,-1-1 0,0 0 0,0 0 0,0 0 0,0 0 0,0 0 0,0 0 0,-1-1 0,1 1 0,0-1 0,58-72 0,4-57 0,-6-1 0,-6-3 0,-5-3 0,-7-1 0,18-119 0,-55 244 0,24-43 0,3 90 0,-26-24 0,22 67 0,-2 0 0,-4 2 0,-4 0 0,-1 17 0,-1-21 0,12 81 0,-2-9 0,6-1 0,27 68 0,-50-276 0,-5-12-287,4 0 1,2 1-1,16-61 287,-2 39-2989</inkml:trace>
  <inkml:trace contextRef="#ctx0" brushRef="#br0" timeOffset="499.054">2517 614 31063,'0'0'676,"0"0"-181,3-26-194,13-160-69,-16 178-232,4-12 0,-2 0 0,-1 1 0,0-1 0,-1 0 0,-1 0 0,-1 1 0,-1-1 0,-1 0 0,0 1 0,-2 0 0,0 0 0,-1 1 0,-1-1 0,0 2 0,-2-1 0,0 1 0,-12-15 0,19 28 0,0 1 0,0 0 0,-1 0 0,1 0 0,-1 0 0,1 1 0,-1 0 0,0-1 0,0 1 0,0 0 0,0 1 0,0-1 0,-1 1 0,1 0 0,0 0 0,-1 0 0,1 1 0,-1-1 0,1 1 0,-1 0 0,1 1 0,-1-1 0,1 1 0,0-1 0,-1 1 0,1 1 0,0-1 0,0 1 0,-1-1 0,1 1 0,1 0 0,-1 1 0,0-1 0,0 1 0,0 0 0,-108 124 0,60-43 0,4 3 0,4 2 0,4 2 0,3 1 0,-11 55 0,39-115 0,1 0 0,2 1 0,1 0 0,1 0 0,2 0 0,2 29 0,-1-58 0,1 0 0,0 0 0,1-1 0,-1 1 0,1 0 0,-1 0 0,1-1 0,0 1 0,0-1 0,1 1 0,-1-1 0,1 1 0,0-1 0,-1 0 0,1 1 0,1-1 0,-1 0 0,0-1 0,1 1 0,0 0 0,0-1 0,-1 1 0,1-1 0,1 0 0,-1 0 0,0 0 0,0 0 0,1-1 0,-1 1 0,1-1 0,0 0 0,-1 0 0,1 0 0,0-1 0,-1 1 0,1-1 0,1 0 0,19-2 0,0-1 0,0-2 0,0 0 0,-1-1 0,0-2 0,0 0 0,-1-1 0,0-2 0,-1 0 0,0-1 0,0-1 0,-2-1 0,1-1 0,-2-1 0,0 0 0,-1-1 0,2-5 0,3 3-3,-2-2-1,0-1 1,-1 0-1,-2-1 1,0-1-1,-1-1 1,-2 0-1,3-9 4,-7-47-2019,-12 66-47</inkml:trace>
  <inkml:trace contextRef="#ctx0" brushRef="#br0" timeOffset="762.204">2123 580 30110,'0'0'1543,"0"0"-872,17 20-301,124 133-297,2-3-73,210 199 0,-354-349 0,0 0 0,1 0 0,-1 1 0,0-1 0,1 0 0,-1 0 0,0 1 0,0-1 0,1 0 0,-1 1 0,1-1 0,-1 0 0,0 1 0,1-1 0,-1 1 0,1-1 0,-1 1 0,1-1 0,-1 1 0,1 0 0,-1-1 0,1 1 0,0-1 0,-1 1 0,1 0 0,0-1 0,0 1 0,-1 0 0,1 0 0,0-1 0,0 1 0,0 0 0,0 0 0,0-1 0,0 1 0,0 0 0,0-1 0,0 1 0,0 0 0,1 0 0,-1-1 0,0 1 0,0 0 0,1-1 0,-1 1 0,0 0 0,1-1 0,-1 1 0,1-1 0,-1 1 0,0 0 0,1-1 0,0 1 0,-1-1 0,1 1 0,-15 0 0,-26 6-360,1 0-1440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24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587 274 20500,'0'0'7845,"0"0"-5730,0 0-1620,0 0-134,0 0 47,-14-19-48,-46-61-133,20 11-39,38 63-177,0 0-1,0 0 0,-1 0 0,0 1 0,0-1 1,-1 1-1,1-1 0,-1 1 0,0 0 0,0 1 0,-1-1 1,0 1-1,0 0 0,0 0 0,0 0 0,0 1 1,-1-1-1,1 1 0,-1 1 0,0-1 0,0 1 1,0 0-1,0 0 0,0 1 0,-1 0 0,-3 0-10,0 1 0,1 2 1,-1 0-1,1 0 0,0 0 0,0 1 0,0 1 0,0 0 0,1 0 0,0 0 0,-1 1 0,1 0 1,1 1-1,-1 0 0,1 0 0,0 0 0,1 1 0,-1 0 0,1 1 0,1-1 0,-1 1 0,1 0 1,1 1-1,-1-1 0,1 1 0,1 0 0,-2 6 0,-25 57 0,3 1 0,4 1 0,2 1 0,4 1 0,4 0 0,2 1 0,5 1 0,2-1 0,5 40 0,-2-102 0,1 1 0,1-1 0,1 0 0,0 0 0,0 0 0,2 0 0,0-1 0,0 1 0,2-1 0,-1 0 0,2-1 0,0 1 0,1-1 0,0 0 0,0-1 0,2 0 0,2 2 0,-5-5 0,1-1 0,0 0 0,0-1 0,0 0 0,1 0 0,0-1 0,1 0 0,-1 0 0,1-1 0,0 0 0,0-1 0,1 0 0,-1-1 0,1 0 0,0-1 0,0 0 0,0-1 0,0 0 0,0 0 0,0-1 0,0-1 0,0 0 0,0 0 0,0-1 0,0-1 0,-1 0 0,1 0 0,-1-1 0,0 0 0,0-1 0,3-1 0,20-18 0,-1-1 0,-2-2 0,0-1 0,-2-1 0,-1-1 0,-1-2 0,-2 0 0,-1-2 0,-2 0 0,-1-2 0,-2 0 0,-1-1 0,4-19 0,1-8-33,-3-1 0,-3-1-1,8-64 34,-11 53-377,-1 11-1386,-8 16-2302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24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24525,'0'0'6466,"0"0"-5778,31 121-168,-16-82 32,5-7-536,0-9-16,-3-9 0,-1-4 0,-5-8 0,-5-2 0,-1 0 0,-5-4-1704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2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643 416 7458,'0'0'18171,"0"0"-13788,0 0-3692,0-22-159,-9-138 323,8 149-829,-1 0 0,0 0 0,0 0 0,-1 0 0,0 0 0,-1 1 0,0 0 0,0-1 0,-1 2 0,-1-1 0,0 0 0,0 1 0,-1 0 0,0 1 0,0-1 0,-1 1 1,0 1-1,-1-1 0,0 2 0,0-1 0,0 1 0,-1 0 0,1 1 0,-2 0 0,1 1 0,-3-1-26,3 3 0,0 0 0,1 1 0,-1 1 0,0-1 0,0 2 0,1-1 0,-1 1 0,0 1 0,1 0 0,-1 0 0,1 1 0,-1 0 0,1 0 0,0 1 0,1 0 0,-1 1 0,1 0 0,-1 1 0,1-1 0,1 1 0,-1 1 0,1 0 0,1 0 0,-1 0 0,1 1 0,0-1 0,-4 8 0,-19 31 0,2 0 0,1 2 0,3 0 0,2 2 0,2 0 0,2 2 0,2 0 0,3 0 0,2 1 0,3 1 0,1-1 0,3 12 0,2-52 0,0 1 0,1 0 0,1 0 0,0 0 0,1 0 0,0 0 0,1 0 0,1-1 0,0 1 0,1-1 0,0 0 0,1-1 0,1 1 0,0-1 0,0 0 0,1-1 0,8 9 0,-6-10 0,0 0 0,1 0 0,0-1 0,1 0 0,0-1 0,0-1 0,1 0 0,0 0 0,0-2 0,0 1 0,1-2 0,0 1 0,0-2 0,0 0 0,0-1 0,0 0 0,1-1 0,-1-1 0,1 0 0,-1-1 0,0 0 0,1-2 0,-1 1 0,0-2 0,0 0 0,-1 0 0,1-1 0,-1-1 0,0 0 0,0-1 0,11-9 0,1-2 0,-1-1 0,-1-1 0,0-1 0,-2-1 0,-1-1 0,0-1 0,-2-1 0,-1 0 0,0-1 0,-2-1 0,-2-1 0,0 0 0,-2 0 0,-1-1 0,-1-1 0,-1 0 0,-2 0 0,-1 0 0,-2-1 0,0 0 0,-3-8 0,4-17 0,-3 0 0,-3 0 0,-2 0 0,-6-29 0,7 61-16,22 30-2974,-1 6-3462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25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807 556 25798,'0'0'4387,"-7"-23"-3040,-48-153-317,41 142-993,-2 0 0,-1 0 0,-1 2 1,-2 0-1,-1 2 0,-25-28-37,39 49-1,-1 0 0,0 1 1,-1 0-1,0 0 0,0 1 0,-1 0 1,0 1-1,0 0 0,0 0 0,-1 1 0,0 0 1,0 1-1,0 1 0,-1-1 0,1 2 1,-1 0-1,1 0 0,-1 1 0,0 0 0,0 1 1,1 1-1,-1-1 0,-9 3 1,7 3 0,0 0 0,0 1 0,1 1 0,0 0 0,1 1 0,0 0 0,0 0 0,1 2 0,0-1 0,1 1 0,0 1 0,1 0 0,0 0 0,1 1 0,0 0 0,1 0 0,1 1 0,0 0 0,-2 7 0,-16 34 0,3 1 0,2 1 0,2 0 0,3 1 0,3 1 0,2 0 0,3 0 0,2 1 0,3 12 0,1-62 0,0-1 0,1 0 0,0 1 0,0-1 0,1 0 0,0 1 0,1-1 0,0 0 0,0-1 0,1 1 0,0 0 0,1-1 0,-1 0 0,2 0 0,-1 0 0,1-1 0,0 0 0,1 0 0,0-1 0,4 5 0,0 0 0,1-1 0,1-1 0,-1 0 0,2-1 0,-1 0 0,1-1 0,0 0 0,0-1 0,1-1 0,0 0 0,0-1 0,0-1 0,1-1 0,-1 0 0,0 0 0,1-2 0,0 0 0,-1 0 0,1-2 0,-1 0 0,0-1 0,1 0 0,-1-1 0,-1-1 0,1 0 0,-1-1 0,11-7 0,6-7 0,-1-2 0,-1-1 0,-1-1 0,-1-1 0,-2-2 0,0 0 0,-2-2 0,-1-1 0,-1 0 0,-2-2 0,-1 0 0,-1-1 0,-2-1 0,-2 0 0,-1-1 0,-1 0 0,-2-1 0,-2 0 0,-1-1 0,-2 1 0,-1-1 0,-2 0 0,-3-29 0,1 40-168,15-75-1923,-7 92-2579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2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624 491 30927,'0'0'638,"-1"-21"-239,-12-144 340,9 141-730,-2-1-1,-1 1 1,-1 1 0,-1-1 0,-1 1-1,0 1 1,-2 0 0,-2-1-9,9 16-1,0 0 1,0 0 0,-1 0 0,0 1-1,0 0 1,0 0 0,-1 0 0,0 1 0,0 0-1,0 1 1,-1-1 0,0 1 0,1 1-1,-2-1 1,1 2 0,0-1 0,0 1-1,-1 0 1,1 1 0,-1 0 0,0 0-1,1 0 1,-1 2 0,-6 0 0,6 0 0,-1 1 0,1 1 0,0 0 0,0 0 0,0 1 0,0 0 0,1 0 0,-1 1 0,1 0 0,0 1 0,1 0 0,-1 0 0,1 1 0,0-1 0,1 2 0,0-1 0,0 1 0,-1 2 0,-85 160 0,72-115 0,1 1 0,3 0 0,3 1 0,2 1 0,3 0 0,2 0 0,2 1 0,4 25 0,1-74 0,1 0 0,0 0 0,1 0 0,-1 0 0,2 0 0,0-1 0,0 1 0,0-1 0,1 0 0,1-1 0,-1 1 0,2-1 0,-1 0 0,1-1 0,0 1 0,0-1 0,1-1 0,0 1 0,0-1 0,1-1 0,0 0 0,0 0 0,0 0 0,0-1 0,1-1 0,-1 1 0,1-2 0,0 1 0,0-1 0,0-1 0,0 0 0,0 0 0,1-1 0,-1-1 0,0 1 0,0-1 0,0-1 0,0 0 0,0-1 0,0 0 0,-1 0 0,1-1 0,1-1 0,19-12 0,0-1 0,-1-2 0,-1-1 0,-1-1 0,-1-1 0,-1-1 0,-1-2 0,-1 0 0,-2-2 0,0 0 0,-2-1 0,14-29 0,-10 15-139,-1 0 0,-3-2 0,-1 0 0,-2-2 1,-2 1-1,-3-2 0,0-6 139,-4 7-2333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26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745 530 16684,'0'0'11578,"0"0"-8664,0 0-2130,0 0-117,0-24-528,1-2-138,-18-122-1,13 131 0,0-1 0,-1 1 0,-1 1 0,-1-1 0,0 1 0,-1 0 0,-1 0 0,0 1 0,-1 1 0,-1-1 0,0 1 0,-1 1 0,0 0 0,-1 1 0,0 1 0,-1 0 0,-1 0 0,1 1 0,-2 1 0,1 1 0,-1 0 0,-1 1 0,1 1 0,-1 0 0,0 1 0,0 1 0,-1 1 0,-2 0 0,8 6 0,0 0 0,1 1 0,-1 0 0,1 0 0,0 2 0,0-1 0,0 2 0,0-1 0,1 1 0,1 1 0,-1 0 0,1 0 0,0 1 0,1 0 0,0 1 0,1-1 0,0 1 0,0 1 0,1 0 0,0-1 0,1 2 0,0-1 0,-1 6 0,-21 38 0,2 2 0,2 1 0,3 1 0,2 1 0,3 0 0,3 2 0,2-1 0,4 1 0,0 37 0,6-90 0,0 1 0,1-1 0,0 0 0,1 0 0,0 0 0,0 1 0,1-2 0,0 1 0,1 0 0,-1-1 0,2 1 0,-1-1 0,1 0 0,1 0 0,-1-1 0,1 0 0,0 0 0,1 0 0,0-1 0,0 0 0,0 0 0,1-1 0,0 1 0,0-2 0,4 3 0,-1-2 0,0 1 0,1-2 0,-1 1 0,1-2 0,0 1 0,0-2 0,0 0 0,1 0 0,-1-1 0,0 0 0,1-1 0,-1-1 0,0 0 0,1 0 0,-1-2 0,0 1 0,0-1 0,0-1 0,-1 0 0,1-1 0,-1 0 0,0-1 0,6-4 0,-1 0 0,0 0 0,0-2 0,-1 0 0,0 0 0,-1-1 0,-1-1 0,0-1 0,-1 0 0,0 0 0,-1-1 0,-1 0 0,-1-1 0,0-1 0,-1 1 0,-1-1 0,-5 11-29,0 1 1,0-1-1,0 1 0,-1-1 1,0 0-1,-1 1 0,0-1 0,0 0 1,0 0-1,-1 1 0,1-1 1,-2 0-1,1 1 0,-1-1 1,0 1-1,0-1 0,-1 1 0,0 0 1,0 0-1,0 0 0,-1 1 1,0-1-1,0 1 0,0 0 0,-1-1 30,-36-33-3589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42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26254,'0'0'2990,"0"0"-1918,0 0-569,0 0-111,0 0-51,13 0 32,104 25 152,-57 14-470,-3 3 1,-1 2-1,-2 2 1,-2 3-1,-3 2 1,12 17-56,5 4-8,3-3 0,67 51 8,15-20 0,-150-100-51,1 0 1,-1 1-1,1-1 0,0 0 1,-1 0-1,1 0 0,-1 0 0,1 0 1,0 0-1,-1 0 0,1-1 1,-1 1-1,1-1 0,-1 1 1,1-1-1,-1 1 0,1-1 0,-1 0 1,1 0-1,-1 0 0,0 0 1,1 0-1,-1 0 0,0 0 1,0 0-1,0 0 0,0-1 1,0 1-1,0 0 0,0-1 0,-1 1 1,1-1-1,0 1 0,-1-1 1,1 1-1,-1-1 0,1 1 1,-1-1-1,0 1 0,0-1 0,0 0 1,1 1-1,-2-1 0,1 0 51,3-5-476,10-34-3082</inkml:trace>
  <inkml:trace contextRef="#ctx0" brushRef="#br0" timeOffset="247.366">1145 0 29046,'0'0'1697,"0"0"-1161,-167 95 128,36-18-80,-36 24-344,-8 9-240,33-13 0,21-9 0,53-32 0,18-23-1184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4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27886,'0'0'1680,"0"0"-606,0 0-306,0 0-228,0 0-186,0 0-13,-1 26-228,-11 170-102,-12 308-11,24-499-2,0-2 1,-1 0 0,1 0 0,-1 0 0,1 0 0,0 0 0,0 0 0,0 0 0,1 0 0,-1 0 0,1 0 0,-1 0 0,1 0 0,0 0 0,0 0 0,1 0 0,-1-1 0,1 1 0,-1-1 1,1 1-1,0-1 0,0 1 0,0-1 0,0 0 0,0 0 0,0 0 0,1 0 0,-1 0 0,2 0 1,61-3-1709,-32-17-1202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46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30631,'0'0'1448,"0"0"-1200,0 0 192,11 108-440,-7-53 0,1 6 0,1 9 0,1 4 0,-1-1 0,1-2 0,2-5 0,2-13 0,2-10 0,2-11 0,20-14 0,-2-9-816,-4-9-2489</inkml:trace>
  <inkml:trace contextRef="#ctx0" brushRef="#br0" timeOffset="344.108">978 472 30414,'0'0'1177,"0"-17"-666,0-14-401,-2 0 1,-1 0 0,-2 0 0,-1 0 0,-1 1 0,-3-4-111,9 26 0,0 1 0,-1 0 0,0 0 0,0 0 0,-1 0 0,0 0 0,0 1 0,0-1 0,-1 1 0,0 0 0,0 0 0,-1 0 0,0 0 0,0 1 0,0 0 0,-1 0 0,1 0 0,-1 1 0,0-1 0,0 2 0,-1-1 0,1 1 0,-1 0 0,0 0 0,0 0 0,0 1 0,0 1 0,0-1 0,-1 1 0,1 0 0,0 0 0,-1 1 0,1 0 0,0 1 0,-1-1 0,-6 3 0,1 5 0,0 0 0,0 1 0,0 1 0,2 0 0,-1 1 0,1 0 0,1 1 0,0 0 0,0 0 0,1 1 0,1 1 0,0-1 0,1 1 0,1 0 0,0 1 0,1 0 0,0 1 0,-5 11 0,2 0 0,2 0 0,0 0 0,2 1 0,0 0 0,2 0 0,2 0 0,0 1 0,2-1 0,3 13 0,-2-32-1,0 0 1,0 0-1,1 0 0,1 0 0,-1 0 1,2-1-1,-1 0 0,1 0 0,0-1 1,0 0-1,1 0 0,0 0 0,1 0 1,-1-1-1,1-1 0,0 1 0,1-1 1,-1-1-1,1 0 0,0 0 0,0 0 1,0-1-1,1-1 0,-1 1 0,1-2 1,-1 1-1,1-1 0,0-1 0,0 1 1,-1-2-1,1 1 0,0-2 0,-1 1 1,1-1-1,-1 0 0,1-1 0,-1 0 1,0-1-1,0 0 0,-1 0 0,8-6 1,180-94-2125,-113 50-2008</inkml:trace>
  <inkml:trace contextRef="#ctx0" brushRef="#br0" timeOffset="703.415">1820 427 29662,'0'0'1067,"0"0"-641,0 0-65,0-19 87,-5-59-86,4 74-349,0 0 0,-1-1 0,0 1 0,0 0 0,0 0 0,-1 0 0,1 0 0,-1 1 0,0-1 1,0 1-1,0-1 0,0 1 0,-1 0 0,1 0 0,-1 1 0,0-1 0,0 1 0,0 0 0,0 0 0,0 0 1,-1 0-1,1 1 0,0-1 0,-1 1 0,1 0 0,-1 1 0,0-1 0,1 1 0,-1 0 0,1 0 0,-1 0 1,1 1-1,-4 0-13,-4 0 0,1 0 1,-1 1-1,1 0 1,0 0-1,0 1 1,0 1 0,1 0-1,-1 0 1,1 1-1,0 1 1,0 0-1,0 0 1,1 0 0,0 1-1,0 1 1,1 0-1,0 0 1,-7 9-1,0 2 0,0 0 0,1 1 0,1 0-1,2 1 1,0 1 0,0 0 0,2 0 0,-3 15 0,8-28 0,0 0 0,0 1 0,1 0 0,0 0 0,1 0 0,1 0 0,-1 0 0,1 0 0,1 1 0,0-1 0,0 0 0,1 0 0,1 1 0,0-1 0,0 0 0,0 0 0,2-1 0,-1 1 0,1 0 0,0-1 0,1 0 0,0 0 0,1-1 0,0 1 0,0-1 0,1 0 0,0-1 0,0 1 0,1-1 0,-1-1 0,8 5 0,-3-5 0,1-1 0,0 0 0,0-1 0,0-1 0,0 0 0,1 0 0,0-1 0,-1-1 0,1-1 0,0 0 0,-1 0 0,1-1 0,0-1 0,-1 0 0,1-1 0,-1-1 0,0 0 0,0-1 0,-1 0 0,1-1 0,-1 0 0,0-1 0,0 0 0,-1-1 0,0 0 0,-1-1 0,0 0 0,0-1 0,-1 0 0,3-4 0,2-8-79,-2 0 0,0 0 0,-2-1 0,0-1 0,-2 1 0,-1-2 0,0 1 0,-2-1 0,-1 0 0,-1 0 0,-1 0 0,-1-10 79,0-21-1701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4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546 295 23557,'0'0'924,"0"0"2276,0 0-1587,0 0-818,0 0-117,-3-7 244,1-84-333,4 85-576,0-1-1,-1 0 1,1 1 0,-1-1 0,-1 0 0,1 1 0,-1-1 0,0 0 0,-1 0 0,0 0 0,0 1 0,0-1 0,-1 1 0,0-1 0,0 1 0,-1-1 0,1 1 0,-2 0 0,1 0 0,0 0 0,-1 1 0,0-1 0,-1 1 0,1 0 0,-1 0 0,0 1-1,0-1 1,0 1 0,-1 0 0,0 0 0,1 1 0,-4-2-13,0 3 0,1 1-1,-1 0 0,0 0 0,0 1 1,1 0-1,-1 1 0,0 0 0,0 0 0,1 1 1,-1 0-1,1 0 0,0 1 0,-1 0 1,1 0-1,1 1 0,-1 0 0,0 1 1,1 0-1,0 0 0,0 0 0,0 1 1,-3 4 0,-10 9-4,2 1 1,0 1-1,1 1 1,1 0-1,1 1 1,-9 19 3,0 8-1,2 0 0,2 2 0,2 0 0,3 1 1,2 1-1,2 0 0,3 1 0,2 0 0,2 54 1,3-101 3,0 0-1,1 0 1,0 0 0,0 0-1,1 0 1,0 0 0,0 0-1,1 0 1,0-1 0,0 1-1,1 0 1,0-1 0,1 0-1,-1 0 1,1 0 0,1 0-1,-1 0 1,1-1 0,0 0-1,1 0 1,-1 0 0,1-1-1,0 0 1,1 0 0,-1 0-1,1-1 1,0 0 0,0 0-1,0-1 1,1 1 0,-1-2-1,1 1 1,0-1 0,0 0-1,-1-1 1,1 0 0,0 0-1,0-1 1,0 0 0,1 0-1,-1-1 1,-1 0 0,1 0-1,0-1 1,3-1-3,11-9 0,0-1 0,-1-1 0,0-1 0,-2 0 0,1-2 0,-2 0 0,0-2 0,-1 0 0,-1 0 0,-1-2 0,-1 0 0,0 0 0,-2-2 0,9-8 0,-1-2 0,-2 0 0,-1 0 0,-2-2 0,-1 0 0,-2-1 0,-2 0 0,-1-1 0,-1 0 0,-3 0 0,0-1 0,-3 1 0,-1-6 0,-1 43-41,0 1 0,0-1-1,0 1 1,0-1 0,0 1 0,1-1 0,-1 1-1,0-1 1,0 0 0,0 1 0,-1-1 0,1 1-1,0-1 1,0 1 0,0-1 0,0 1 0,0-1-1,-1 1 1,1-1 0,0 0 0,0 1 0,-1-1-1,1 1 1,0-1 0,0 0 0,-1 1 0,1-1-1,0 0 1,-1 1 0,1-1 0,-1 0 0,1 0-1,0 1 1,-1-1 0,1 0 0,-1 0 0,1 0-1,-1 1 1,1-1 0,-1 0 0,1 0 0,-1 0-1,1 0 1,-1 0 0,1 0 0,-1 0 0,1 0-1,0 0 1,-1 0 0,1-1 0,-1 1 0,1 0-1,-1 0 1,1 0 0,-1 0 0,1-1 0,0 1-1,-1 0 1,1 0 0,-1-1 0,1 1 0,0 0-1,-1-1 1,1 1 0,0-1 0,-1 1 41,-5 23-6043</inkml:trace>
  <inkml:trace contextRef="#ctx0" brushRef="#br0" timeOffset="826.102">1051 725 28534,'0'0'1076,"0"0"-290,0 0-169,0 0-134,0 0-64,0 0 42,10 10-131,235 232-269,-284-235-538,37-7-1911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51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271 235 18444,'-141'-39'6825,"12"-4"-6825</inkml:trace>
  <inkml:trace contextRef="#ctx0" brushRef="#br0" timeOffset="261.604">172 1 22189,'0'0'0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5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26598,'0'0'3252,"0"0"-1947,0 0-561,0 0-181,-2 0-299,19 18-223,-11-16-43,-1 1-1,1 1 1,-1-1 0,0 1 0,-1 0-1,1 0 1,-1 1 0,1-1-1,-1 1 1,0 0 0,-1 0-1,1 0 1,-1 1 0,0-1 0,-1 1-1,1 0 1,-1 0 0,0 0 2,17 71-2908,-12-41-2977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5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0 26126,'0'0'3856,"0"0"-2615,0 0-633,0 0 16,0 0-312,20 115-312,-20-94 0,0 5 0,-9 4 0,-22 5 0,-15 5 0,-50 23 0,10-10 0,-4-10-1376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9:5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30687,'0'0'856,"0"0"-584,0 0 248,0 0-88,0 0-432,0 0 0,0 0 0,11 110 0,-2-70-232,-2-9-1256,-3-1-2849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9:58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 31279,'0'0'824,"0"0"-176,0 0-632,0 0-16,-65 136 0,45-97 0,2 1 0,1-1 0,-12 1 0,5-11-912,-2-9-4529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9:59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30062,'0'0'673,"0"0"-225,0 0 216,-24 134-48,20-80-312,0 7-304,-1 2 0,1 4 0,-1 0 0,3 0 0,2-2 0,0-4 0,0-5 0,7-13 0,13-15-600,1-18-1529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9:59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512 224 29894,'0'0'1931,"0"0"-1280,-5-18-407,-15-60-197,17 70-47,-1 0 0,0 0 0,0 1 0,-1-1 0,0 1 0,0 0 0,-1 1 0,1-1 0,-1 1 0,-1 0 0,1 1 0,-1-1 0,0 1 0,-1 1 0,1-1 0,-1 1 0,1 1 0,-1-1 0,-1 1 0,1 1 0,0-1 0,-1 2 0,1-1 0,-1 1 0,1 0 0,-1 1 0,1 0 0,-1 0 0,0 1 0,-6 1 0,1 1 0,0 2 0,0-1 0,0 2 0,1 0 0,0 0 0,1 1 0,-1 1 0,1 0 0,0 1 0,1 0 0,0 1 0,1 0 0,0 0 0,0 1 0,1 1 0,1-1 0,0 2 0,0-1 0,1 1 0,1 0 0,0 0 0,1 1 0,1 0 0,0 0 0,0 0 0,1 0 0,1 0 0,1 1 0,0 11 0,-1-20 0,1 0 0,0 0 0,0 1 0,0-1 0,1 0 0,0 0 0,0 1 0,0-1 0,1 0 0,0 1 0,0-1 0,1 0 0,0 0 0,0 0 0,0 0 0,1 0 0,0-1 0,0 1 0,0-1 0,1 0 0,0 0 0,0 0 0,0 0 0,0 0 0,1-1 0,0 0 0,0 0 0,0 0 0,5 2 0,-2-3 0,1 0 0,0 0 0,-1-1 0,1 0 0,0-1 0,0 0 0,0 0 0,0-1 0,0 0 0,0-1 0,0 0 0,0 0 0,0-1 0,0 0 0,0-1 0,-1 1 0,1-2 0,-1 1 0,0-1 0,0-1 0,0 1 0,0-1 0,-1-1 0,0 1 0,0-1 0,4-5 0,11-11 0,0-1 0,-2-1 0,-1 0 0,-1-2 0,-1 0 0,-1-1 0,1-5 0,51-96-361,-47 97-1446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1:50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2343 1 21413,'0'0'1455,"-28"17"-974,-8 3-314,-132 92 3651,158-103-3592,0 1 0,0 0 0,0 0 0,1 1 1,1 0-1,0 0 0,1 1 0,0 0 0,-2 6-226,7-14 18,0 0 1,1 0-1,-1 0 0,1 0 1,0 0-1,0 0 0,1 1 1,-1-1-1,1 0 0,0 1 1,0-1-1,1 0 0,-1 1 1,1-1-1,0 0 0,0 0 1,0 0-1,1 0 0,-1 0 1,1 0-1,0 0 0,0 0 0,0 0 1,1-1-1,-1 1 0,1-1 1,0 0-1,0 0 0,0 0 1,1 0-1,0 1-18,56 36 146,-52-37-132,0 1 0,0 1 0,0-1 0,0 1 0,-1 1-1,0-1 1,0 1 0,-1 0 0,1 1 0,-1 0 0,0 0-1,-1 0 1,0 0 0,0 1 0,-1 0 0,0 0 0,0 0-1,-1 1 1,0-1 0,0 1 0,-1 0 0,0 1-14,-4 8 12,-1 0 1,-1-1 0,0 0-1,-1 0 1,-1 0-1,-1-1 1,0 0 0,-1 0-1,-1 0 1,-1-1-1,0-1 1,-1 0 0,0 0-1,-1-1 1,0 0-1,-1-1 1,-1-1 0,-1 1-13,0 4 4,0 0 0,0-2 0,-2 0 0,0-1 1,0 0-1,-1-2 0,0 0 0,-1-1 1,-1 0-1,1-2 0,-1-1 0,-10 3-4,-6-10 122,36 0-101,29 39 51,-21-32-140,0 1 0,-1-1 0,0 2 0,-1-1 0,0 1 0,0 0 0,0 1 0,-2-1 0,1 1 0,-1 0 0,0 0 0,-1 1 0,0-1 0,-1 1 0,0-1 0,0 7 68,-2 2-2010</inkml:trace>
  <inkml:trace contextRef="#ctx0" brushRef="#br0" timeOffset="451.247">360 709 28510,'0'0'587,"0"0"-326,0 0-110,-23-5 116,-76-12 38,93 16-296,0-1-1,-1 1 1,1 0-1,-1 1 1,1 0-1,-1 0 1,1 0-1,-1 1 1,1-1-1,-1 2 1,1-1-1,0 1 1,-1 0-1,1 0 1,0 1-1,0-1 1,0 1-1,1 1 1,-1-1-1,1 1 1,0 0-1,0 0 1,0 1-1,0-1 1,1 1-1,0 0 1,0 0-1,0 1 1,1-1-1,-1 1 1,1 0-1,1 0 1,-1 0-1,0 3-8,-7 13 42,1 0-1,1 0 0,1 1 0,2 0 0,0 0 0,1 1 0,1-1 0,1 1 0,1 12-41,1-33 10,1-1 1,-1 1-1,0 0 1,1 0-1,0 0 1,0-1-1,0 1 1,0 0-1,0-1 1,0 1-1,0-1 1,1 1-1,0-1 1,-1 0-1,1 0 0,0 1 1,0-1-1,0 0 1,0-1-1,0 1 1,1 0-1,-1-1 1,1 1-1,-1-1 1,1 0-1,-1 1 1,1-1-1,0-1 1,-1 1-1,1 0 1,0-1-1,0 1 0,0-1 1,0 0-1,-1 0 1,1 0-1,2 0-10,4 0 20,-1 0 0,1-1-1,0 0 1,-1 0-1,1-1 1,-1 0 0,0 0-1,1-1 1,-1 0-1,0-1 1,-1 0 0,3-2-20,187-184-2383,-174 167 153</inkml:trace>
  <inkml:trace contextRef="#ctx0" brushRef="#br0" timeOffset="746.333">704 924 27246,'0'0'1879,"0"0"-1260,0 0-299,16-19 152,89-112 229,-101 125-691,0-1 1,1 1-1,0 0 0,0 1 0,1-1 0,-1 1 0,1 0 0,1 0 0,-1 1 0,0 0 0,1 0 0,0 0 0,0 1 1,0 0-1,0 0 0,3 1-10,-7 3-2,0 0 1,0 1 0,0-1 0,-1 1-1,1 0 1,0 0 0,-1 0 0,1 0-1,-1 0 1,0 1 0,1-1 0,-1 1-1,0-1 1,-1 1 0,1 0 0,0 0-1,-1 0 1,1 0 0,-1 0 0,0 0-1,0 0 1,0 0 0,-1 1 0,1-1-1,-1 0 1,0 0 0,0 1-1,0-1 1,0 0 0,0 1 0,-1-1-1,0 1 2,3 8 5,0 13 10,-3-19-9,0 0-1,1 0 1,0-1 0,0 1 0,0 0-1,1 0 1,0-1 0,0 1-1,0 0 1,1-1 0,0 1 0,0-1-1,0 0 1,1 1 0,0-1-1,0 0 1,0-1 0,0 1-1,1 0 1,0-1 0,0 0 0,0 0-1,0 0 1,1 0 0,0-1-1,-1 0 1,1 0-6,7-3 9,-1 0 1,0-1-1,0-1 0,0 0 1,0 0-1,0-1 0,0-1 0,-1 0 1,1 0-1,-1-1 0,0 0 1,0-1-1,-1 0 0,0 0 1,0-1-1,0-1 0,-1 1 0,0-1 1,-1-1-1,7-8-9,5-2-53,41-39-623,-10 3-1163</inkml:trace>
  <inkml:trace contextRef="#ctx0" brushRef="#br0" timeOffset="995.432">1506 511 29350,'0'0'1249,"-2"135"-721,-13-7-264,4 49-152,-7 19-112,5-42-544,2-34-13147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0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320 155 24309,'0'0'1344,"0"0"105,0 0-585,0 0-512,-26 128 24,22-85 8,1 6-64,3 7-112,0 7-112,0 8-88,0 2-8,0 2-64,0 0-584,0-20-536,0-23-3545</inkml:trace>
  <inkml:trace contextRef="#ctx0" brushRef="#br0" timeOffset="435.881">579 16 26254,'0'0'1187,"0"0"-370,0 0-222,0 0-163,0 0-180,0 0-97,12-3 55,-5 0-172,-4 1-27,0 1 0,1 0 0,-1-1 0,0 1 0,1 1 0,-1-1-1,0 0 1,1 1 0,-1 0 0,1 0 0,-1 0 0,1 0 0,-1 0 0,1 1 0,-1-1 0,1 1 0,-1 0 0,0 0 0,1 0 0,-1 1 0,0-1 0,3 3-11,0-1-1,1 1 1,-1 0-1,0 0 1,0 1-1,0-1 0,-1 1 1,0 1-1,1-1 1,-2 1-1,1 0 0,-1 0 1,0 0-1,0 1 0,-1-1 1,0 1-1,0 0 1,0 0-1,-1 0 0,0 1 1,0-1-1,-1 0 0,0 1 1,-1-1-1,1 0 1,-1 1-1,-1-1 0,1 1 1,-1-1-1,-1 1 0,-1 4 1,-98 152-636,50-88 318,63-72 224,35-3 84,-35-2 21,0 0 0,0 1 0,1 0 0,-1 1-1,0 1 1,0 0 0,0 1 0,0 0 0,-1 0 0,1 1-1,-1 1 1,11 6-11,-19-7 14,0 0-1,0 1 0,0 0 1,-1 0-1,1 0 0,-1 0 1,-1 0-1,1 0 0,0 1 1,-1-1-1,0 1 0,-1-1 1,1 0-1,-1 1 0,0-1 1,0 1-1,-1-1 0,0 1 1,0-1-1,0 1 0,0-1 1,-1 0-1,0 0 0,0 0 1,0 0-1,-1 0 0,0 0 1,0 0-1,-1 0-13,-114 158-780,108-153-815,5-9-2446</inkml:trace>
  <inkml:trace contextRef="#ctx0" brushRef="#br0" timeOffset="704.859">1120 99 26598,'0'0'1376,"0"0"-861,0 0-282,0 0 159,0 0 63,0 0-138,2 21-170,5 158-55,-7-168-90,-1-6-2,0-1-1,0 0 1,0 0 0,1 0-1,0 1 1,0-1-1,0 0 1,0 1 0,1-1-1,-1 0 1,1 0 0,0 1-1,1-1 1,-1 0 0,1 0-1,-1 0 1,1 0-1,0-1 1,1 1 0,-1 0-1,1-1 1,-1 0 0,1 1-1,0-1 1,0 0 0,1-1-1,-1 1 1,1 0 0,-1-1-1,1 0 1,0 0 0,10-1 7,-1-1 0,1-1 1,-1 0-1,0-1 0,0 0 0,1-1 1,-1-1-1,-1 0 0,1-1 1,-1 0-1,1 0 0,0-2-7,86-29-1644,-91 35-1422</inkml:trace>
  <inkml:trace contextRef="#ctx0" brushRef="#br0" timeOffset="985.199">0 1585 25798,'0'0'3744,"0"0"-3440,0 0-288,0 0 32,200-129 328,1 15 17,32-18-153,-1 8-144,-24 21-96,-52 32-120,-46 30-697,-42 17-4416</inkml:trace>
  <inkml:trace contextRef="#ctx0" brushRef="#br0" timeOffset="2120.859">281 1865 25814,'0'0'1454,"0"0"-887,0 0-387,0 0 62,0 0 47,0 0-78,20-3-66,62-9-43,-79 12-98,-1-1 1,1 1 0,0 0 0,-1-1 0,1 1 0,-1 1 0,1-1 0,0 0 0,-1 1 0,1-1 0,-1 1 0,1 0 0,-1 0 0,1 0 0,-1 0 0,1 0 0,-1 1 0,0-1 0,0 1 0,0-1 0,0 1 0,0 0 0,0 0 0,0 0 0,-1 0 0,1 0 0,-1 0-1,1 0 1,-1 0 0,0 1 0,0-1 0,0 1 0,0-1 0,0 1 0,0-1 0,-1 1 0,1-1 0,-1 1 0,0 0 0,0-1 0,0 1 0,0-1 0,0 1 0,-1 0 0,1-1 0,-1 1 0,1-1 0,-1 1 0,-1 1-5,2 11 15,-29 103 48,10-68 13,31-47-27,11-17-98,1-1 0,-2 0 0,0-2 0,-1 0 0,-1-2 0,8-10 49,-5 7-223,38-36-1368,-8 2-2730</inkml:trace>
  <inkml:trace contextRef="#ctx0" brushRef="#br0" timeOffset="2388.609">849 1502 26510,'0'0'1489,"0"0"-354,0 0-403,0 0-282,0 0-209,0 0-131,1 9-2,39 248 193,-39-225-377,1-23 38,0 1-1,0 0 1,-2 0 0,1-1-1,-1 1 1,0 0-1,-1 0 1,0 0 0,-1-1-1,0 1 1,0 0-1,-1-1 1,0 0 0,-1 1-1,0-2 1,-1 1-1,0 0 1,0-1 0,0 0-1,-1 0 1,0 0-1,-1-1 1,-3 3 38,-47-6-5126,37-15-2101</inkml:trace>
  <inkml:trace contextRef="#ctx0" brushRef="#br0" timeOffset="2665.755">960 1492 23789,'0'0'1800,"0"0"-1087,0 0-369,185-55-344,-120 39-384,-10 0-3097</inkml:trace>
  <inkml:trace contextRef="#ctx0" brushRef="#br0" timeOffset="2929.435">1522 1326 26118,'0'0'1719,"0"0"-783,-11 18-243,-147 269 574,145-258-1255,1 2 0,1-1-1,2 1 1,1 1 0,1 0-1,2 0 1,1 0 0,1 26-12,4-56-3,0 1 1,1-1 0,-1 1 0,1-1 0,0 0 0,0 1 0,0-1 0,0 0-1,0 0 1,0-1 0,0 1 0,1 0 0,-1-1 0,1 1 0,-1-1 0,1 0 0,-1 1-1,1-1 1,0-1 0,0 1 0,0 0 0,-1-1 0,1 1 0,0-1 0,0 0-1,0 0 1,0 0 0,0 0 0,0-1 0,-1 1 0,1-1 0,0 0 0,0 1-1,0-1 1,-1-1 0,1 1 0,-1 0 0,1-1 0,-1 1 0,1-1 0,-1 0 0,0 1-1,0-1 1,1-1 2,4-2-10,0 0-1,-1 0 1,1-1-1,-1 0 1,0 0-1,-1-1 0,0 0 1,0 0-1,0 0 1,-1 0-1,0-1 1,0 1-1,-1-1 1,0 0-1,0 0 1,-1 0-1,0-1 1,0 1-1,-1 0 1,0-3 10,-3 8 5,0 0 0,1 0 1,-1 0-1,0 0 1,-1 1-1,1-1 1,0 1-1,-1-1 1,1 1-1,-1 0 1,0 0-1,0 0 1,0 0-1,0 1 1,0-1-1,0 1 1,0 0-1,0 0 0,0 0 1,-1 0-1,1 0 1,-1 1-1,1 0 1,0-1-1,-1 1 1,1 1-1,-1-1 1,1 0-1,0 1 1,-1-1-1,1 1 1,0 0-1,-3 1-5,-4-1 2,-2 0-188,-1 2-1,0-1 0,1 2 0,0-1 1,0 2-1,0-1 0,0 2 1,0 0-1,1 0 0,0 1 0,1 0 1,-1 1 186,-26 18-7661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25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0 455 27134,'0'0'2139,"0"0"-1358,0 0-445,0 0-102,0 0-57,11-5 65,114-48 126,2 7 1,1 5-1,56-7-368,198-31 267,3 18-1,72 9-266,-145 17 49,-229 25-59,6-2-43,1 4 1,-1 3 0,13 5 52,-5 27-1134,-64-6-841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26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1 424 29150,'0'0'703,"0"0"-248,0 0-255,0 0-31,0 0 130,10-3 61,67-23 236,69-24-179,2 7 1,89-13-418,675-69 0,-704 107 0,2 8 0,126 14 0,94 55 0,-302-35 0,2-5 0,60-2 0,120-18 0,0-53 0,-256 48 0,-18 3 0,-1-1 0,0-2 0,0-1 0,0-1 0,-1-3 0,5-3 0,158-88 0,-227 111 0,-14 12-119,-13 4-474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01.39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1006 762 20276,'0'0'8118,"0"0"-5859,0 0-1773,0 20-93,-4 129 382,41 470-324,-24-576-1070,-2-51-461,0-22-1253</inkml:trace>
  <inkml:trace contextRef="#ctx0" brushRef="#br0" timeOffset="608.734">1339 964 29686,'0'0'1446,"0"0"-913,0 0-142,19-8-36,147-63 1,-164 69-356,1 0 0,-1 0 0,1 1 0,-1-1 0,1 0 0,0 1 0,0 0 0,0-1 0,0 1 0,0 0 0,0 1 0,1-1 0,-1 0 0,0 1 0,0 0 0,0 0 0,1 0 0,-1 0 0,0 0 0,0 1 0,0-1 0,0 1 0,0 0 0,1 0 0,-1 0 0,-1 0 0,1 1 0,0-1 0,0 1 0,0 0 0,-1 0 0,1 0 0,-1 0 0,1 0 0,-1 0 0,0 1 0,0-1 0,0 1 0,0 1 0,12 141 0,-15-128 0,0 0 0,2 1 0,0-1 0,1 0 0,1 0 0,0 0 0,1-1 0,1 1 0,0-1 0,7 13 0,-10-26 0,-1 0 0,0-1 0,1 1 0,-1-1 0,1 1 0,0-1 0,0 0 0,0 1 0,0-1 0,0 0 0,1 0 0,-1-1 0,1 1 0,-1 0 0,1-1 0,-1 1 0,1-1 0,0 0 0,0 0 0,0 0 0,-1 0 0,1-1 0,0 1 0,0-1 0,0 0 0,0 0 0,0 0 0,0 0 0,0 0 0,0-1 0,0 1 0,0-1 0,0 0 0,0 1 0,0-2 0,-1 1 0,1 0 0,0 0 0,-1-1 0,1 0 0,-1 1 0,1-1 0,-1 0 0,2-2 0,12-22-22,-1 0 0,-1-1 0,-2 0 0,0-1 0,-2-1 1,-1 0-1,-2 0 0,0-1 0,-1-5 22,-6 33-4,23-188 73,-12 207 63,11 85-132,-5 1 0,-5 1 0,-3 24 0,-8-113 0,12 215 0,-14 148 0,2-359 0,-1-1 0,-2 1 0,1-1 0,-2 0 0,0 0 0,-2 0 0,1 0 0,-2-1 0,-1 0 0,0 0 0,-1 0 0,-1-1 0,0 0 0,-1-1 0,-1 0 0,-9 10 0,16-22 0,0-1 0,1 1 0,-1-1 0,0 0 0,0-1 0,0 1 0,0-1 0,-1 1 0,1-1 0,0 0 0,-1-1 0,1 1 0,0-1 0,-1 0 0,1 0 0,-1 0 0,1-1 0,0 0 0,-1 1 0,1-1 0,0-1 0,0 1 0,-1-1 0,1 0 0,1 1 0,-1-2 0,0 1 0,0 0 0,1-1 0,-1 0 0,1 0 0,0 0 0,0 0 0,0 0 0,0-1 0,0 1 0,1-1 0,0 0 0,0 0 0,0 1 0,0-2 0,0 1 0,1 0 0,0 0 0,0-1 0,-6-19 0,1-2 0,2 1 0,0-1 0,2 1 0,1-1 0,1 0 0,1 0 0,1 0 0,1 1 0,2-1 0,0 1 0,2 0 0,1 1 0,2-5 0,156-327-2510,-152 329 1618,30-59-5796</inkml:trace>
  <inkml:trace contextRef="#ctx0" brushRef="#br0" timeOffset="875.546">2337 620 24973,'0'0'6402,"0"0"-5786,0 101 32,2-38-520,7 12-128,2 10 0,2 2 0,-2 3 0,-5 1 0,-3-2 0,-3-4 0,0-6 0,-25-4 0,-1-22-760,0-23-6658</inkml:trace>
  <inkml:trace contextRef="#ctx0" brushRef="#br0" timeOffset="1232.484">0 200 30126,'0'0'785,"0"0"-81,149-51-216,-68 25-176,9-1-88,4 1-104,1 2-112,-5 7-8,-9 5 0,4 2-296,-21 6-688,-20 2-1833</inkml:trace>
  <inkml:trace contextRef="#ctx0" brushRef="#br0" timeOffset="1528.872">555 358 23581,'0'0'5559,"-12"29"-3992,-83 251-695,61-130-732,8 1 0,6 1 0,6 1 0,7 0 0,7 9-140,0-150 4,0-1-1,0 1 1,2 0 0,-1-1-1,1 1 1,1-1 0,0 1-1,0-1 1,1 0 0,1 0-1,0-1 1,1 1 0,-1-1-1,2 0 1,0-1 0,0 1-1,0-1 1,1-1 0,1 0-1,-1 0 1,1 0 0,1-1-1,-1 0 1,1-1 0,0 0 0,1-1-1,-1 0 1,1-1 0,0 0-1,1 0 1,-1-1 0,0-1-1,12 2-3,8-7 8,-1 0-1,1-2 1,-1-1-1,0-2 0,-1-1 1,0-1-1,0-2 1,-1 0-1,-1-2 1,0-1-1,0-1 1,-2-2-8,52-25-159,200-102-1376,-157 84-1903</inkml:trace>
  <inkml:trace contextRef="#ctx0" brushRef="#br0" timeOffset="1965.677">2657 135 29662,'0'0'538,"0"0"-241,19 0-15,122-2 244,-134 1-507,-1 0 0,1 0-1,0 1 1,0-1-1,-1 1 1,1 1-1,0-1 1,-1 1 0,1 1-1,-1-1 1,1 1-1,-1 0 1,1 0 0,-1 1-1,0 0 1,0 0-1,0 0 1,-1 1 0,1 0-1,-1 0 1,0 1-1,0-1 1,0 1-1,-1 0 1,1 0 0,-1 0-1,-1 1 1,1 0-1,-1 0 1,0 0 0,0 0-1,0 0 1,0 5-19,3 434 848,32 202-848,-40-513-168,-11-115-868,-6-10-953</inkml:trace>
  <inkml:trace contextRef="#ctx0" brushRef="#br0" timeOffset="2213.532">2589 1557 31071,'0'0'1080,"0"0"-808,0 0 72,0 0-344,160 8 0,-92-25 0,6-3 0,38-14 0,-20 7-1016,-4-1-2761</inkml:trace>
  <inkml:trace contextRef="#ctx0" brushRef="#br0" timeOffset="3297.635">3461 997 17892,'0'0'10243,"0"0"-7797,0 0-2048,20-4-48,269-69 461,-107 3-1363,-182 70 536,0 0 0,0 0-1,-1-1 1,1 1 0,0 0-1,0 0 1,0-1 0,-1 1 0,1 0-1,0-1 1,0 1 0,0 0 0,0-1-1,0 1 1,0 0 0,0-1-1,0 1 1,0 0 0,0 0 0,0-1-1,0 1 1,0 0 0,0-1 0,0 1-1,0 0 1,0-1 0,0 1 0,0 0-1,0-1 1,0 1 16,-10 5 90,1 0-1,-1 1 1,1 0-1,0 1 1,0 0-1,1 0 1,0 1-1,0 0 1,1 1-1,0-1 1,0 2-1,1-1 1,0 0-1,1 1 1,0 0-1,-2 6-89,-35 81 31,5 2-1,4 1 1,5 1 0,4 2-1,4 0 1,5 2-1,3 18-30,-6 15 21,-28 38-21,33-165 0,10-39 0,5 9-149,0-1-1,1 1 1,1-1-1,1 1 1,0 1-1,2-1 1,7-16 149,-3 7-162,62-158-2400,8 2 0,88-143 2562,-72 182 35,7 15 4630,-102 128-3967,-3 7-125,-91 158-212,-127 196-361,217-356-9,29-8-89,-23 5 101,-1 0-1,1-1 0,0 1 1,0 1-1,0-1 0,0 0 1,0 1-1,-1 0 1,1 0-1,0 0 0,-1 0 1,1 1-1,-1-1 0,1 1 1,-1 0-1,1 0 0,-1 0 1,0 1-1,0-1 0,0 1 1,-1 0-1,1-1 1,-1 1-1,1 0 0,-1 1 1,0-1-1,0 0 0,0 1 1,0-1-1,-1 1 0,0-1 1,1 1-1,-1 0 1,-1 0-1,1-1 0,0 1 1,-1 0-1,0 0 0,0 1-2,12 83 16,-11-73-16,0 0 0,1-1 0,0 1 0,1-1 0,1 0-1,0 0 1,1 0 0,0 0 0,4 4 0,-3-11 0,0-1 0,1-1 0,0 1 0,0-1 0,0 0 0,1-1 0,0 1 0,0-1 0,0-1 0,0 0 0,1 0 0,-1-1 0,1 0 0,-1 0 0,1-1 0,0 0 0,0 0 0,0-1 0,-1 0 0,1-1 0,0 0 0,4-1 0,12 1 0,142-16 0,-165 46 0,-102 84 0,64-75 0,-2-3 0,-1-1 0,-1-1 0,-2-3 0,-1-1 0,-1-2 0,-15 5 0,-3-19 0,61-13 0,1-1 0,-1 1 0,0-1 0,0 1 0,0-1 0,0 1 0,0-1 0,1 0 0,-1 1 0,0-1 0,0 0 0,1 0 0,-1 1 0,1-1 0,-1 0 0,1 0 0,-1 0 0,1 0 0,-1 0 0,1 0 0,0 0 0,0 0 0,-1 0 0,1 0 0,0 0 0,0 0 0,0 0 0,0 0 0,0 0 0,0 0 0,0 0 0,1 0 0,-1 0 0,0 0 0,0 0 0,1 0 0,-1 0 0,1 0 0,-1-5 0,6-17 0,0 0 0,2 0 0,1 1 0,0 0 0,1 1 0,2 0 0,0 1 0,1 0 0,1 0 0,13-12 0,-6 3 0,360-436-695,-338 415-1371</inkml:trace>
  <inkml:trace contextRef="#ctx0" brushRef="#br0" timeOffset="5179.479">5114 924 26310,'0'0'3496,"0"0"-2928,0 0-295,0 0 31,0 0-112,0 0-32,121 51-96,-86-51-64,-7 0-592,-10 0-1913</inkml:trace>
  <inkml:trace contextRef="#ctx0" brushRef="#br0" timeOffset="5428.617">5031 1230 29470,'0'0'1793,"0"0"-1505,0 0-120,0 0 128,0 0 176,0 0-216,122 6-232,-69-4-24,22 4 0,-14-2-264,-13 2-1280</inkml:trace>
  <inkml:trace contextRef="#ctx0" brushRef="#br0" timeOffset="6696.73">6881 869 26118,'0'0'2958,"0"0"-1901,0 0-481,0 0 3,0 0 9,0 0-146,0-9-233,2-3-200,-1 1 0,0-1 1,-1 0-1,0 1 0,0-1 0,-1 0 1,-1 1-1,0-1 0,-1 1 0,0 0 1,0 0-1,-1 0 0,-1 0 0,0 0 0,0 1 1,-1 0-1,-1 0 0,1 1 0,-2 0 1,1 0-1,-1 0 0,0 1 0,-1 0 1,0 1-1,0 0 0,-5-2-9,8 5 0,-1 2 0,1-1 0,-1 1 0,1 0 0,-1 0 0,0 1 0,0 0 0,0 0 0,0 1 0,0 0 0,0 0 0,0 0 0,0 1 0,0 0 0,0 0 0,0 1 0,1 0 0,-1 0 0,1 1 0,-1 0 0,1 0 0,0 0 0,0 1 0,0 0 0,0 0 0,1 0 0,0 1 0,-4 3 0,-14 28 0,2 0 0,1 1 0,1 2 0,3 0 0,1 0 0,2 1 0,1 1 0,3 0 0,1 1 0,2 0 0,2 4 0,-4 1 0,3 1 0,2 0 0,1 0 0,3 0 0,2 0 0,2 0 0,3 0 0,1-1 0,6 16 0,-13-54 0,1 0 0,0 0 0,0 0 0,1 0 0,0 0 0,1-1 0,-1 1 0,2-1 0,-1 0 0,1-1 0,0 1 0,1-1 0,0-1 0,0 1 0,0-1 0,1 0 0,0-1 0,0 0 0,0 0 0,1-1 0,0 0 0,-1 0 0,2-1 0,-1 0 0,0 0 0,0-1 0,1-1 0,-1 0 0,1 0 0,0 0 0,-1-1 0,1-1 0,-1 0 0,1 0 0,-1-1 0,1 0 0,-1-1 0,0 0 0,7-3 0,6-10 0,-1-2 0,-1 0 0,-1-1 0,-1-1 0,0-1 0,-2 0 0,0-1 0,-1-1 0,-2 0 0,0-1 0,8-23 0,0 0 0,-2 0 0,-2-1 0,-3-1 0,-1 0 0,-3-1 0,-2 0 0,-2 0 0,-2-1 0,-2 0 0,-4-16 0,3 65-33,-1 1 0,0-1 0,0 0 0,0 1 0,0-1-1,0 0 1,-1 0 0,1 1 0,0-1 0,-1 0 0,1 1 0,-1-1 0,0 1 0,1-1 0,-1 1 0,0-1 0,0 1-1,0-1 1,0 1 0,0 0 0,0-1 0,0 1 0,-1 0 0,1 0 0,0 0 0,-1 0 0,1 0 0,-1 0 0,1 1-1,-1-1 1,1 0 0,-1 1 0,0-1 0,1 1 0,-1-1 0,0 1 0,1 0 0,-1 0 0,0 0 0,0 0 0,1 0-1,-1 0 1,0 0 0,1 1 0,-1-1 0,0 0 0,0 1 33,-22 1-3966</inkml:trace>
  <inkml:trace contextRef="#ctx0" brushRef="#br0" timeOffset="6943.597">7361 1768 24405,'0'0'7922,"0"0"-7482,0 0-440,0 0 0,37 109 0,-22-89 0,3-6 0,2-3 0,-3-5 0,1-2 0,-7-4 0,-3 0 0,-8-25 0,0-7 0,-8-2-2393</inkml:trace>
  <inkml:trace contextRef="#ctx0" brushRef="#br0" timeOffset="10228.248">8253 488 23373,'0'0'5321,"0"0"-3368,0 0-1340,0 0-74,0 0 10,0 15-130,16 92-419,-13 401 0,-7 43 0,4-551-3,0 1 0,0-1 0,0 1 0,0-1-1,1 1 1,-1-1 0,0 1 0,0-1 0,0 1 0,1-1 0,-1 0 0,0 1 0,0-1 0,1 1-1,-1-1 1,0 0 0,1 1 0,-1-1 0,0 0 0,1 0 0,-1 1 0,1-1 0,-1 0-1,0 0 1,1 1 0,-1-1 0,1 0 0,-1 0 0,1 0 0,-1 0 0,1 0 0,-1 0 0,1 1-1,-1-1 1,1 0 0,-1-1 0,1 1 0,-1 0 0,1 0 0,-1 0 0,1 0 0,-1 0-1,0 0 1,1 0 0,-1-1 0,1 1 0,-1 0 0,1 0 0,-1-1 0,0 1 0,1 0 0,-1-1-1,0 1 1,1 0 0,-1-1 0,0 1 0,1-1 0,-1 1 0,0 0 0,0-1 0,0 1-1,1-1 1,-1 1 0,0-1 0,0 1 0,0-1 3,29-28-1258,1-11-1864</inkml:trace>
  <inkml:trace contextRef="#ctx0" brushRef="#br0" timeOffset="10699.224">9474 1003 30927,'0'0'640,"0"0"-270,0 0-83,-9-19 69,-57-153-169,64 164-187,0 1 0,-1 0 0,1-1 0,-2 1 0,1 1 0,-1-1 0,0 0 0,0 1 0,0 0 0,-1 0 0,0 0 0,-1 0 0,1 1 0,-1 0 0,0 0 0,0 1 0,-1-1 0,1 1 0,-1 1 0,0-1 0,0 1 0,0 1 0,0-1 0,-2 1 0,-5 1 0,1 1 0,-1 1 0,1 0 0,-1 1 0,1 0 0,-1 1 0,1 1 0,0 0 0,0 0 0,1 2 0,0-1 0,0 2 0,0 0 0,0 0 0,1 1 0,0 0 0,1 1 0,0 0 0,0 1 0,1 0 0,0 0 0,1 1 0,0 0 0,1 1 0,0 0 0,1 0 0,0 0 0,-3 12 0,-2 1 0,2 1 0,0 0 0,2 0 0,0 1 0,2 0 0,1 0 0,1 0 0,2 0 0,1 1 0,0-1 0,5 22 0,-4-40 0,0 1 0,0-1 0,1 0 0,0 0 0,1 0 0,0-1 0,1 1 0,-1-1 0,2 0 0,-1 0 0,1 0 0,0 0 0,1-1 0,0 0 0,0 0 0,0 0 0,1-1 0,0 0 0,0 0 0,1-1 0,-1 0 0,1 0 0,0-1 0,1 0 0,-1 0 0,1-1 0,0 0 0,0 0 0,0-1 0,0-1 0,0 1 0,0-1 0,0-1 0,0 0 0,1 0 0,-1-1 0,0 0 0,0 0 0,0-1 0,0-1 0,0 1 0,0-1 0,-1-1 0,4-1 0,15-16-7,-1-1 0,-1-1 0,-1-1 0,-1-1 0,-1-1 0,-1-1 0,-2-1 0,0-1 0,-2 0 0,-2-2-1,0 0 1,-2 0 0,-2-1 0,4-17 7,4-10-705,-8 11-948</inkml:trace>
  <inkml:trace contextRef="#ctx0" brushRef="#br0" timeOffset="11184.641">10142 457 28462,'0'0'1977,"0"0"-1349,0 0-346,0 0 52,0 0 123,0 17-15,-17 1016-257,17-1033-185,1-1-1,-1 1 1,1-1 0,0 1 0,-1 0-1,1-1 1,0 1 0,0 0-1,-1 0 1,1-1 0,0 1 0,-1 0-1,1 0 1,0 0 0,0 0-1,-1 0 1,1 0 0,0 0 0,0 0-1,-1 0 1,1 1 0,0-1-1,0 0 1,-1 0 0,1 1 0,0-1-1,-1 0 1,1 1 0,0-1-1,-1 1 1,1-1 0,-1 0 0,1 1-1,-1 0 1,1-1 0,-1 1-1,1-1 1,-1 1 0,1 0 0,-1-1-1,0 1 1,1 0 0,-1-1-1,0 1 1,0 0 0,1-1 0,-1 1-1,0 0 1,0 0 0,0-1-1,0 1 1,0 0 0,0 0 0,0-1-1,0 1 1,0 0 0,-1 0-1,1-1 1,0 1 0,0 0-1,-1-1 1,1 1 0,0 0 0,-1 0 0,37-54-2801,-12 5-4854</inkml:trace>
  <inkml:trace contextRef="#ctx0" brushRef="#br0" timeOffset="11497.1">11028 326 8874,'0'0'19289,"0"0"-14930,5 26-4138,49 281-197,-25 31-24,25 168 0,-62-504 0,-62-44-24,28 12-96</inkml:trace>
  <inkml:trace contextRef="#ctx0" brushRef="#br0" timeOffset="35748.688">3264 2638 26318,'0'0'1764,"0"0"-725,0 0-551,0 0-57,24-6 9,155-31 267,685-74 232,-648 96-807,143 12-132,121-7 169,602-44 171,32 75-340,500-1 0,-742-20 0,-723 2 0,1427 41 0,-1391-25 0,-123 1 0,-62-17-18,-1-1-1,1 0 1,-1 0-1,0 0 1,0 0 0,0 0-1,0 0 1,1 0-1,-1 0 1,0 0-1,-1 0 1,1-1 0,0 1-1,0 0 1,0-1-1,0 1 1,-1 0 0,1-1-1,0 0 1,0 1-1,-1-1 1,1 0-1,0 0 1,-1 1 0,1-1-1,0 0 1,-1 0-1,1-1 1,0 1 0,-1 0-1,1 0 1,0-1-1,-1 1 1,1-1-1,0 1 1,0-1 0,0 1-1,-1-1 1,0 0 18,-2 1-156,-49 0-1555</inkml:trace>
  <inkml:trace contextRef="#ctx0" brushRef="#br0" timeOffset="37124.09">8040 2161 26262,'0'0'1380,"0"0"-409,0 0-260,0 0-66,0 0-93,0 0-164,5 9-18,15 35-90,-3 0 0,-1 1 0,-3 1 0,-1 1 0,0 15-280,-3-24 48,84 402-8,-88-423-40,1 0 0,0-1 0,1 1 0,1-1 0,0-1 0,2 0 0,-1 0 0,2 0 0,1-1 0,-11-11 0,1-1 0,0 0 0,0 0 0,0 0 0,0 0 0,0-1 0,1 1 0,-1 0 0,0-1 0,1 0 0,0 1 0,-1-1 0,1 0 0,-1-1 0,1 1 0,0 0 0,0-1 0,0 1 0,-1-1 0,1 0 0,0 0 0,0 0 0,0 0 0,-1-1 0,1 1 0,0-1 0,0 1 0,-1-1 0,1 0 0,0 0 0,-1 0 0,1-1 0,-1 1 0,2-2 0,75-70 0,19-55 0,-5-4 0,-5-3 0,39-91 0,-125 223 0,60-87 0,-61 89 0,1-1 0,-1 0 0,1 1 0,-1-1 0,1 1 0,0-1 0,0 1 0,0 0 0,0 0 0,0 0 0,0 0 0,0 0 0,0 0 0,0 1 0,0-1 0,0 1 0,0-1 0,1 1 0,-1 0 0,0 0 0,0 0 0,1 0 0,-1 0 0,0 1 0,0-1 0,0 0 0,1 1 0,-1 0 0,0 0 0,0-1 0,0 1 0,0 0 0,0 1 0,0-1 0,-1 0 0,1 0 0,0 1 0,0-1 0,-1 1 0,1 0 0,-1-1 0,0 1 0,2 1 0,13 23 0,0 0 0,-2 1 0,0 1 0,-2 0 0,-2 0 0,6 22 0,5 10 0,-11-26 0,2-1 0,1 0 0,2-1 0,1 0 0,1-1 0,2-1 0,1-1 0,1 0 0,1-2 0,5 2 0,-24-25 0,1-1 0,0 0 0,0 0 0,0 0 0,1 0 0,-1-1 0,1 1 0,-1-1 0,1 0 0,0-1 0,0 1 0,0-1 0,0 0 0,0 0 0,0 0 0,0-1 0,0 0 0,0 0 0,0 0 0,0-1 0,0 0 0,0 0 0,0 0 0,0 0 0,0-1 0,0 0 0,-1 0 0,1 0 0,-1 0 0,1-1 0,-1 0 0,0 0 0,0 0 0,0 0 0,2-3 0,25-28 0,-1-2 0,-1 0 0,-3-3 0,0 0 0,14-33 0,-18 33 0,168-296 0,-188 330 0,0 0 0,1 0 0,0 0 0,-1 0 0,1 0 0,1 1 0,-1-1 0,1 1 0,0 0 0,0 0 0,0 0 0,0 1 0,1-1 0,-1 1 0,1 0 0,0 1 0,0-1 0,0 1 0,0 0 0,1 0 0,-1 0 0,0 1 0,1 0 0,-1 0 0,1 0 0,-1 1 0,1 0 0,0 0 0,-1 0 0,1 0 0,-1 1 0,5 1 0,64 87 0,43 144 0,-92-174 0,3-1 0,3-2 0,33 48 0,-62-100 0,-1-1 0,1 1 0,0-1 0,1 0 0,-1 1 0,0-1 0,1 0 0,0-1 0,0 1 0,0 0 0,0-1 0,0 0 0,0 1 0,1-1 0,-1-1 0,1 1 0,-1 0 0,1-1 0,0 0 0,0 0 0,0 0 0,-1 0 0,1 0 0,0-1 0,0 0 0,0 0 0,0 0 0,0 0 0,0-1 0,0 1 0,0-1 0,0 0 0,-1 0 0,3-1 0,68-95 0,29-79 0,-40 63 0,6 3 0,39-44 0,-41 87 0,-65 67 0,-1 0 0,1 0 0,-1 0 0,1 0 0,-1 0 0,1 0 0,-1 0 0,1 0 0,-1 0 0,0 1 0,1-1 0,-1 1 0,1-1 0,-1 1 0,0-1 0,1 1 0,-1 0 0,0 0 0,0 0 0,1 0 0,-1 0 0,0 0 0,0 0 0,0 0 0,0 0 0,0 0 0,0 0 0,-1 1 0,1-1 0,0 0 0,-1 1 0,1-1 0,-1 0 0,1 1 0,-1-1 0,0 1 0,1-1 0,-1 1 0,0-1 0,0 1 0,0-1 0,0 1 0,0-1 0,-1 1 0,1 0 0,49 367 0,-48-363 0,0 18 0,2 0 0,0 0 0,1 0 0,2-1 0,0 0 0,2 0 0,0 0 0,2-1 0,0-1 0,2 1 0,0-2 0,1 1 0,1-2 0,2 1 0,-2-6 0,0-1 0,1 0 0,0-1 0,1 0 0,1-2 0,0 0 0,0-1 0,1 0 0,0-2 0,0 0 0,1-1 0,0-1 0,0 0 0,1-2 0,-1 0 0,1-1 0,-1-1 0,1-1 0,-1-1 0,1 0 0,-1-2 0,1 0 0,-1-1 0,0-1 0,0-1 0,-1 0 0,0-2 0,0 0 0,0-1 0,-1-1 0,0 0 0,-1-1 0,-1-1 0,0-1 0,0 0 0,3-5 0,-6 3-10,-1 0 0,-1-1 0,0-1 0,-2 1 0,1-1 0,-2-1 1,-1 1-1,0-1 0,-1 0 0,-1-1 0,0 1 0,-2-1 0,0 1 0,-1-1 0,-1 0 0,-1 0 0,0 0 0,-3-10 10,-9-40-893</inkml:trace>
  <inkml:trace contextRef="#ctx0" brushRef="#br1" timeOffset="749105.7">7578 2440 29662,'0'0'544,"7"-18"-226,-2 5-260,-3 6-26,0 0 0,1 0 0,0 0 0,0 0 0,0 1 0,1-1 0,0 1 0,1 0-1,-1 0 1,1 1 0,0-1 0,1 1 0,-1 0 0,1 0 0,0 1 0,0-1 0,6-2-32,11-1 120,2 1 0,-1 1-1,1 1 1,-1 1 0,1 1-1,0 1 1,21 2-120,174 1 787,157 24-787,107 3 17,-2-40-17,132-35 0,252-11 0,-706 54 0,0 6 0,0 8 0,-1 6 0,0 8 0,58 19 0,-20 15 0,-198-58-3,1 0 0,0 0-1,-1-1 1,1 1 0,0 0 0,-1 0 0,1 0-1,0 0 1,0-1 0,-1 1 0,1 0 0,0 0-1,0 0 1,-1-1 0,1 1 0,0 0 0,0-1-1,0 1 1,-1 0 0,1 0 0,0-1 0,0 1-1,0 0 1,0-1 0,0 1 0,0 0 0,-1-1-1,1 1 1,0 0 0,0-1 0,0 1 0,0 0-1,0-1 1,0 1 0,1 0 0,-1-1 0,0 1 0,0 0-1,0-1 1,0 1 0,0 0 0,0-1 0,0 1-1,1 0 1,-1 0 0,0-1 0,0 1 0,1 0-1,-1 0 1,0-1 0,0 1 0,1 0 0,-1 0-1,0 0 1,0-1 0,1 1 0,-1 0 0,0 0-1,1 0 1,-1 0 0,0 0 0,1 0 0,-1 0-1,0-1 1,1 1 0,-1 0 0,0 0 0,1 0-1,-1 0 1,0 1 3,0-2-29,-19-20-1980,-6-2-3219</inkml:trace>
  <inkml:trace contextRef="#ctx0" brushRef="#br1" timeOffset="749415.777">12339 1992 31375,'0'0'712,"0"0"-461,0 0-170,25 19 12,4 0-36,-6-3-24,0 0 0,-1 1 0,-1 2 0,-1 0 0,-1 1 0,4 6-33,138 229 0,-98-143 0,-61-108 0,0 1 0,0-1 0,0 1 0,1-1 0,-1 0 0,1 0 0,0 0 0,0 0 0,1 0 0,-1-1 0,1 0 0,0 1 0,-1-1 0,1 0 0,1-1 0,-1 1 0,0-1 0,1 0 0,-1 0 0,1 0 0,0-1 0,0 0 0,-1 0 0,1 0 0,0 0 0,0-1 0,0 1 0,0-1 0,0-1 0,0 1 0,0-1 0,1 0 0,13-5 0,1-2 0,-1 0 0,-1-2 0,0 0 0,0 0 0,-1-2 0,0 0 0,-1-1 0,0-1 0,10-12 0,43-38 0,-2-2 0,-3-4 0,-3-2 0,-4-3 0,-3-2 0,37-72 0,-80 130-76,-1 0 0,-1 0 1,-1-1-1,0 0 0,-2-1 0,0 1 1,-2-1-1,0 0 0,-1-1 0,-1 1 1,-1-10 74,-3 8-3174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8:21.85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4329 379 31407,'0'0'0</inkml:trace>
  <inkml:trace contextRef="#ctx0" brushRef="#br0" timeOffset="12229.374">754 722 18668,'0'0'8376,"0"0"-5579,0 0-2026,0 0-218,0 0-57,-8 2-66,-27 11-97,6 39 0,26-40-323,-30 120-10,4 1 0,-8 127 0,33-228 0,-5 42 0,3 0 0,3 0 0,7 59 0,-3-133-1,-1 1 0,1 0 0,0-1 0,0 1 0,0-1 0,0 1 0,0-1 0,0 0 0,0 1 0,1-1 0,-1 0 0,0 0 0,0 1 0,0-1 0,0 0 0,0 0 0,0-1 0,0 1 0,0 0 0,1 0 0,-1 0 0,0-1 0,0 1 0,0 0 0,0-1 0,0 1 0,0-1 0,0 1 0,0-1 0,-1 0 0,1 1 0,0-1 0,0 0 0,0 0 0,-1 0 0,1 1 0,0-1 0,-1 0 0,1 0 0,0 0 0,-1 0 0,0 0 1,1 0-1,-1 0 0,1-1 1,2 0-25,31-33-609,-1-6-1216</inkml:trace>
  <inkml:trace contextRef="#ctx0" brushRef="#br0" timeOffset="12717.072">1960 1316 29702,'0'0'1827,"0"0"-1140,0 0-324,-3-18-199,-2-18-147,4 15-17,-1 0 1,-1 0-1,-1 1 1,-1-1 0,0 1-1,-2 0 1,0 1-1,-1 0 1,-1 0-1,-1 0 1,0 1-1,-2 1 1,-2-3-1,7 15 0,0 1 0,0-1 0,0 1 0,-1 1 0,0-1 0,0 1 0,0 1 0,0-1 0,0 2 0,0-1 0,-1 1 0,1 0 0,-1 0 0,1 1 0,0 1 0,-1-1 0,1 1 0,-1 1 0,1-1 0,0 2 0,0-1 0,0 1 0,0 0 0,0 0 0,1 1 0,-1 0 0,1 1 0,0 0 0,1 0 0,-1 0 0,1 1 0,0 0 0,0 0 0,0 0 0,1 1 0,0 0 0,1 0 0,-1 2 0,-17 22 0,3 2 0,0 0 0,3 1 0,0 1 0,2 0 0,2 2 0,-6 29 0,12-43 0,1-1 0,1 1 0,0 1 0,2-1 0,1 0 0,1 1 0,1-1 0,2 9 0,-2-26 0,0 1 0,0 0 0,1 0 0,0-1 0,0 1 0,0-1 0,1 0 0,0 0 0,0 0 0,1 0 0,0 0 0,0-1 0,0 1 0,0-1 0,1 0 0,0-1 0,0 1 0,0-1 0,1 0 0,0 0 0,-1-1 0,1 1 0,0-1 0,1-1 0,-1 1 0,0-1 0,1 0 0,0 0 0,-1-1 0,4 0 0,5 1 0,0-1 0,1-1 0,0 0 0,-1-1 0,0-1 0,1-1 0,-1 0 0,0-1 0,0 0 0,0-1 0,-1-1 0,0 0 0,0-1 0,0-1 0,-1 0 0,0-1 0,-1 0 0,0-1 0,0 0 0,-1-1 0,5-6 0,6-8 0,-1-1 0,-2 0 0,-1-1 0,-1-1 0,-1-1 0,-1-1 0,-2 0 0,-1 0 0,6-27 0,22-58-1232,-29 87-1121</inkml:trace>
  <inkml:trace contextRef="#ctx0" brushRef="#br0" timeOffset="13150.909">3062 846 24021,'0'0'4336,"0"0"-2109,0 0-1439,0 0-200,0 0-69,-6 11-270,-29 106-210,-2 462-39,34-422 0,3-157 0,-1 1 0,1 0 0,0 0-1,-1-1 1,1 1 0,0 0 0,0 0 0,0 0 0,0-1-1,-1 1 1,1 0 0,0 0 0,0 0 0,1-1 0,-1 1 0,0 0-1,0 0 1,0 0 0,0-1 0,1 1 0,-1 0 0,0 0-1,1-1 1,-1 1 0,1 0 0,-1 0 0,0-1 0,1 1 0,0-1-1,-1 1 1,1 0 0,-1-1 0,1 1 0,0-1 0,-1 0-1,1 1 1,0-1 0,0 1 0,-1-1 0,1 0 0,0 0 0,0 1-1,-1-1 1,1 0 0,0 0 0,0 0 0,0 0 0,-1 0-1,1 0 1,0 0 0,0 0 0,0 0 0,-1 0 0,1 0 0,0-1-1,0 1 1,0 0 0,-1-1 0,1 1 0,0 0 0,-1-1-1,1 1 1,0-1 0,-1 1 0,1-1 0,0 1 0,-1-1 0,1 0-1,0 0 1,90-85-2650,-43 34-2939</inkml:trace>
  <inkml:trace contextRef="#ctx0" brushRef="#br0" timeOffset="13478.977">4285 672 30775,'0'0'958,"0"0"-429,8 24-112,46 163-329,-23 51-88,-11 0 0,-10 79 0,-6-177 0,-3-114 0,-5-19 0,-41-60-157,17 10-630</inkml:trace>
  <inkml:trace contextRef="#ctx0" brushRef="#br0" timeOffset="35604.688">3963 2174 24621,'0'0'1767,"0"0"805,0 0-1354,0 0-560,0 0-217,-6 0-111,-19 0-20,19 0-15,6 0-47,0 0-45,9 0-99,179-42-104,-105 22 0,62-16 0,0 6 0,79-3 0,-70 30 0,-478 17 0,171 4 0,0-6 0,-43-7 0,-17-20 0,568 24 0,190-12 0,-463 14 0,-136-8 0,-713 47 0,630-50 0,138 0 0,-1 0 0,0 0 0,1 0 0,-1 0 0,0 0 0,0-1 0,1 1 0,-1 0 0,0 0 0,0-1 0,1 1 0,-1 0 0,0 0 0,0-1 0,0 1 0,0 0 0,1 0 0,-1-1 0,0 1 0,0 0 0,0-1 0,0 1 0,0 0 0,0-1 0,0 1 0,0 0 0,0-1 0,0 1 0,0 0 0,0-1 0,0 1 0,0 0 0,0 0 0,0-1 0,0 1 0,0 0 0,-1-1 0,1 1 0,0 0 0,0 0 0,0-1 0,0 1 0,-1 0 0,1 0 0,0-1 0,0 1 0,66-21 0,2 2 0,0 4 0,1 2 0,41-1 0,-61 8 0,83-9 0,0 6 0,104 8 0,-201 7 0,-34-6 0,-1 0 0,1 0 0,-1 0 0,0 1 0,1-1 0,-1 0 0,1 1 0,-1-1 0,0 0 0,1 1 0,-1-1 0,0 0 0,1 1 0,-1-1 0,0 1 0,1-1 0,-1 1 0,0-1 0,0 1 0,0-1 0,1 1 0,-1-1 0,0 1 0,0-1 0,0 1 0,0-1 0,0 1 0,0-1 0,0 1 0,0-1 0,0 1 0,0-1 0,0 1 0,-1-1 0,1 1 0,0-1 0,0 1 0,0-1 0,-1 1 0,1-1 0,0 0 0,0 1 0,-1-1 0,1 1 0,0-1 0,-1 0 0,1 1 0,-1-1 0,1 0 0,0 1 0,-1-1 0,1 0 0,-1 0 0,1 1 0,-1-1 0,1 0 0,-1 0 0,1 0 0,-1 0 0,1 0 0,-1 0 0,1 0 0,-1 1 0,1-1 0,-1-1 0,1 1 0,-1 0 0,0 0 0,-46 22 0,-2-3 0,0-2 0,-1-2 0,-1-2 0,0-2 0,-1-3 0,0-2 0,0-2 0,-36-3 0,15 2 0,0-4 0,0-3 0,1-3 0,-40-10 0,103 8 0,38 4 0,-28 5 0,166-23 0,2-2 0,1 9 0,48 5 0,-179 10 0,-16 0 0,1 1 0,-1 1 0,1 0 0,-1 2 0,0 1 0,0 1 0,4 2 0,-72-14 0,-13-17-159,28 10-634</inkml:trace>
  <inkml:trace contextRef="#ctx0" brushRef="#br1" timeOffset="731136.969">0 2350 21381,'0'0'6541,"0"0"-4791,0 0-1448,0 0 33,21-5 148,142-30 225,113-5-75,2 11 0,148 9-633,-270 14 1,1060-17-1,-555 15 0,-635 6 0,77-5 0,0 4 0,0 5 0,0 4 0,0 5 0,12 6 0,76 20 0,2-9 0,1-9 0,0-7 0,1-10 0,145-17 0,-221 9 0,-93 9-6,-41 0-39,-27 6-208</inkml:trace>
  <inkml:trace contextRef="#ctx0" brushRef="#br1" timeOffset="735018.196">4691 0 28238,'0'0'627,"0"0"-362,-25 8-93,-80 26 282,86-26-333,1 1 0,0 0 0,1 2 0,0 0 0,0 1 0,1 0 0,1 2 0,0 0 0,1 0 0,0 1 0,1 1 0,1 1 0,0-1 0,-4 12-121,15-27 3,-49 77 168,4 3 1,3 1-1,3 2 0,5 2 0,3 1 0,4 1 0,-9 56-171,22-60 29,3 1 0,3 0 0,5 0 0,6 84-29,-1-143 0,2-1 0,0 0 0,2 0 0,1 0 0,1 0 0,1-1 0,1 0 0,1-1 0,1 0 0,1 0 0,1-1 0,1-1 0,1 0 0,11 12 0,-17-24 0,0 0 0,1 0 0,-1-1 0,2 0 0,-1-1 0,1 0 0,0 0 0,0-1 0,1-1 0,0 0 0,0-1 0,0 0 0,0-1 0,1 0 0,0-1 0,-1 0 0,1-1 0,0 0 0,0-1 0,0-1 0,-1 0 0,13-3 0,38-7 0,0-2 0,-1-3 0,0-3 0,-2-3 0,0-2 0,-2-3 0,0-2 0,-2-3 0,-2-2 0,-1-3 0,32-29 0,-36 27 0,-3-1 0,-1-3 0,-2-2 0,-2-1 0,-2-2 0,-2-2 0,-2-1 0,7-20 0,-27 45 0,-2-1 0,-1 0 0,-1 0 0,-1-1 0,-1-1 0,-2 0 0,-1 0 0,-1 0 0,-2-1 0,0 1 0,-2-1 0,-2 0 0,-1 0 0,-1 1 0,-1-1 0,-1 1 0,-2 0 0,-2-3 0,-1 4 0,0 1 0,-2 1 0,-1-1 0,-1 2 0,-1 0 0,-1 1 0,-2 0 0,0 2 0,-1 0 0,-1 1 0,-1 0 0,-1 2 0,-1 1 0,0 1 0,-22-12 0,0 10-299,0 1 1,-2 3-1,0 1 0,-1 3 0,0 1 1,0 3-1,-44-1 299,-13 1-3318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0:00.24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393 0 31311,'-9'13'1213,"3"-5"-1197,0 0 1,1 0-1,0 0 0,1 1 0,0 0 0,0 0 1,1 0-1,0 1 0,1-1 0,0 1 0,0-1 0,1 1 1,0 0-1,1 0 0,0 0-16,6 641 0,-6-627-467,-4-23-1867</inkml:trace>
  <inkml:trace contextRef="#ctx0" brushRef="#br0" timeOffset="2671.353">42 1180 24117,'0'0'1459,"0"0"282,0 0 295,0 0-1120,0 0-412,2 3-61,3 0-385,0 0 0,-1-1 0,2 1 0,-1-1 0,0 0 0,0 0 0,1-1-1,-1 1 1,1-1 0,-1-1 0,1 1 0,0-1 0,-1 0 0,1 0 0,0 0 0,-1-1 0,6-1-58,29 2 173,318 37 220,-118-39-393,-241 2-20,0-1 0,0 1 1,0 0-1,0 0 0,0-1 0,0 1 0,1-1 0,-1 1 1,0-1-1,0 1 0,0-1 0,1 1 0,-1-1 1,0 1-1,1-1 0,-1 0 0,1 0 0,-1 1 0,1-1 1,-1 0-1,1 0 0,-1 0 0,1 0 0,-1 1 1,1-1-1,0 0 0,0 0 0,0 0 0,-1 0 0,1 0 1,0 0-1,0 0 0,0 0 0,0 0 0,0 0 0,1 1 1,-1-1-1,0 0 0,0 0 0,1 0 0,-1 0 1,0 0-1,1 0 0,-1 1 0,1-1 0,-1 0 0,1 0 1,-1 1-1,1-1 0,0 0 0,-1 1 0,1-1 1,0 0-1,0 1 0,-1-1 0,1 1 0,0-1 0,1 1 20,-24-8-1723</inkml:trace>
  <inkml:trace contextRef="#ctx0" brushRef="#br0" timeOffset="3015.167">49 1371 29166,'0'0'1913,"0"0"-1465,0 0 200,0 0-56,0 0-592,0 0 0,0 0 0,121 12 0,-62-8 0,9-4 0,0 0 0,2-2 0,-7-8 0,-1 0 0,4 8 0,-18 2 0,-15 0-3297</inkml:trace>
  <inkml:trace contextRef="#ctx0" brushRef="#br0" timeOffset="49687.592">62 1052 26030,'0'0'1591,"0"0"-879,0 0 64,0 0 598,0 0-696,-4 0-295,-13 9 190,46 5-70,247-7-356,-230-8-150,-31-1-1,0 1 0,1 1 0,-1 0 1,1 1-1,-1 1 0,0 1 0,0 0 0,0 0 0,0 2 1,8 3 3,-21-6-1927,-2-2-1298</inkml:trace>
  <inkml:trace contextRef="#ctx0" brushRef="#br0" timeOffset="49932.094">148 1466 29134,'0'0'1633,"0"0"-1257,0 0-88,0 0 240,0 0 32,136-15-312,-75 3-248,5-2 0,-1 4 0,-5 2 0,-10 4 0,-10 2 0,-12 2 0,-10 0 0,-8 0 0,-5 4-640,-5 2-968</inkml:trace>
  <inkml:trace contextRef="#ctx0" brushRef="#br0" timeOffset="50525.208">40 1200 27670,'0'0'1936,"0"0"-842,0 0-383,0 0-116,0 0-149,0 0-199,10 0-184,403-51-58,-92 41-5,-328 5-103,0 0 0,-1 0 0,1-1 1,1 0-1,-1 0 0,1 0 0,1-1 0,-1 0 0,1 0 0,0 0 0,0-1 1,1 0-1,0 0 0,1 0 0,-2-5 103,-4-11-4258</inkml:trace>
  <inkml:trace contextRef="#ctx0" brushRef="#br1" timeOffset="644158.281">21 1042 25838,'0'0'3766,"0"0"-2467,0 0-698,0 0-9,0 0-136,-6-3-268,-8-14-161,597-15-27,-475 27 0,-106 5-21,-1-1-1,1 1 1,-1 0 0,1 0-1,-1 0 1,1 0-1,-1 0 1,1 1 0,-1-1-1,1 0 1,-1 1 0,1-1-1,-1 1 1,1-1-1,-1 1 1,0 0 0,1 0-1,-1 0 1,0-1 0,0 1-1,0 0 1,1 0 0,-1 1-1,0-1 1,0 0-1,-1 0 1,1 0 0,0 1-1,0-1 1,-1 0 0,1 1-1,0-1 1,-1 1-1,1-1 1,-1 1 0,0-1-1,0 1 1,1-1 0,-1 1-1,0-1 1,0 1 0,0-1-1,-1 1 22,2 18-2962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09:19.61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5314 444 24821,'0'0'4284,"0"0"-2956,0 0-921,0 0 22,-3-21 15,-36-161 257,34 174-693,1 0 0,-2 0 0,1 0 0,-1 0 1,0 1-1,0 0 0,-1 0 0,0 0 1,0 1-1,-1 0 0,0 1 0,0 0 0,0 0 1,0 0-1,-1 1 0,0 1 0,0-1 1,0 1-1,0 1 0,0 0 0,-1 0 0,1 1 1,-1 0-1,1 0 0,-1 1 0,1 1 0,-1-1 1,1 2-1,-1-1 0,1 1 0,0 1 1,0-1-1,0 2 0,0-1 0,0 1 0,1 1 1,0-1-1,-1 1 0,2 1 0,-1 0 1,1 0-1,0 0 0,0 1-8,-15 16 0,1 0 0,2 2 0,0 0 0,2 1 0,1 1 0,1 1 0,1 0 0,2 0 0,0 2 0,2-1 0,2 1 0,0 1 0,2 0 0,2 0 0,1 0 0,0 29 0,2-53 0,0 1 0,1-1 0,0 1 0,0 0 0,1-1 0,0 1 0,0 0 0,0-1 0,1 0 0,1 1 0,-1-1 0,1 0 0,0 0 0,1 0 0,0 0 0,0-1 0,0 0 0,1 0 0,-1 0 0,2 0 0,-1 0 0,1-1 0,-1 0 0,1-1 0,1 1 0,-1-1 0,1 0 0,-1 0 0,5 0 0,3 1 1,1-1 0,0 0-1,0-1 1,1-1 0,-1 0 0,1-1 0,-1-1 0,0 0-1,1-1 1,-1-1 0,0 0 0,1-1 0,-1-1 0,-1-1-1,1 0 1,-1 0 0,0-1 0,0-1 0,11-7-1,11-9-33,0-1 1,-2-2-1,0-1 1,-2-1 0,-2-2-1,16-20 33,-10 8-1177,-8 6-1316</inkml:trace>
  <inkml:trace contextRef="#ctx0" brushRef="#br0" timeOffset="277.442">5842 620 31359,'0'0'1120,"0"0"-832,0 0-288,66 102 0,-44-80 0,-2-4 0,2-6 0,6-10 0,-4-2 0,-6 0-2433</inkml:trace>
  <inkml:trace contextRef="#ctx0" brushRef="#br0" timeOffset="944.209">7672 68 11034,'0'0'13999,"0"0"-10298,0 0-2757,0 0-201,0 0-211,-3 4-246,-2 7-239,1 1 1,1-1 0,-1 1 0,2 0-1,0 0 1,0 0 0,1 0 0,1 0-1,0 0 1,1 0 0,0 0 0,0 0 0,2 3-48,0 22 85,30 409 182,-34-443-340,1-1-1,-1 1 0,1-1 1,0 1-1,-1 0 0,1-1 1,0 1-1,1 0 0,-1-1 1,0 1-1,1-1 0,0 1 1,-1 0-1,1-1 0,0 0 1,0 1-1,0-1 0,1 1 1,-1-1-1,0 0 0,1 0 1,0 0-1,-1 0 1,1 0-1,0 0 0,0 0 1,0-1-1,0 1 0,1-1 1,-1 1-1,0-1 0,1 0 1,-1 0-1,0 0 0,1 0 1,-1 0-1,1-1 0,0 1 1,-1-1-1,1 0 0,-1 1 1,1-1-1,0 0 0,-1-1 1,1 1-1,0 0 0,-1-1 1,1 0 73,19-13-4136</inkml:trace>
  <inkml:trace contextRef="#ctx0" brushRef="#br0" timeOffset="1224.296">8617 18 25573,'0'0'3689,"0"0"-2905,0 0 73,0 117-241,0-64-32,0 4-216,0 2-128,0 0-184,-2-1-56,0-3 0,2-4 0,0-5 0,13-1-120,11-13-680,2-11-1505</inkml:trace>
  <inkml:trace contextRef="#ctx0" brushRef="#br0" timeOffset="1565.375">9875 464 26734,'0'0'3398,"0"0"-2401,-8-18-797,-56-119 330,61 127-512,0 1 0,-1 1 0,0-1 0,0 0 0,-1 1 0,0 0 0,-1 0 0,0 0 0,0 1 0,0 0 0,-1 0-1,0 1 1,0-1 0,-1 2 0,0-1 0,0 1 0,0 0 0,-1 1 0,1-1 0,-1 2 0,-4-2-18,5 5-1,-1-1 1,0 1-1,0 0 0,1 1 0,-1 0 1,0 1-1,1 0 0,-1 0 0,1 1 1,0-1-1,0 2 0,0-1 0,0 2 1,0-1-1,1 1 0,0 0 1,0 0-1,0 0 0,1 1 0,-1 1 1,2-1-1,-2 2 1,-6 8 0,0 1 1,0 1-1,2 0 0,0 0 1,2 1-1,0 1 1,1 0-1,-4 13 0,9-26 0,0 0-1,0 0 1,0 0-1,1 0 1,0 1 0,1-1-1,-1 1 1,2-1 0,-1 1-1,1-1 1,0 1 0,0 0-1,1-1 1,0 1-1,0-1 1,1 1 0,0-1-1,1 1 1,-1-1 0,1 0-1,1 0 1,-1-1 0,1 1-1,0-1 1,1 1-1,-1-1 1,1-1 0,1 1-1,-1-1 1,1 0 0,0 0-1,0 0 1,0-1 0,1 0-1,-1 0 1,1-1 0,6 3 0,6-2-187,-1-1 0,1-1 0,0-1-1,0 0 1,-1-2 0,1 0 0,0-1 0,0 0 0,-1-2 0,0 0 0,0-2 0,0 0 0,12-6 187,42-17-2284</inkml:trace>
  <inkml:trace contextRef="#ctx0" brushRef="#br0" timeOffset="1937.34">10735 385 28438,'0'0'1106,"0"0"-269,0 0-165,1-20-182,7-64-180,-7 79-291,0 0 0,-1 0-1,1 0 1,-1 0 0,0 0-1,0 0 1,0 0 0,-1 0-1,0 0 1,0 0-1,0 0 1,0 0 0,-1 0-1,0 1 1,0-1 0,0 1-1,-1-1 1,0 1 0,1 0-1,-1 0 1,-1 0 0,1 0-1,-1 1 1,1-1-1,-1 1 1,0 0 0,0 0-1,0 0 1,-1 0 0,1 1-1,-1 0 1,1 0 0,-1 0-1,0 1 1,0-1-1,0 1 1,0 0 0,0 0-1,0 1 1,0 0 0,0 0-1,-3 0-18,1 0 6,-1 1-1,1 0 0,-1 0 0,1 1 1,-1 0-1,1 0 0,0 1 0,0 0 1,0 0-1,0 1 0,1 0 1,0 0-1,-1 0 0,1 1 0,0 0 1,1 0-1,0 0 0,-1 1 0,2 0 1,-1 0-1,1 0 0,-3 6-5,-5 7 2,2 0 0,0 1 1,1 0-1,1 1 0,1 0 0,1 1 0,-1 6-2,3-12 0,1 1 0,1 0 0,1-1 0,0 1 0,1 0 0,1 0 0,0 0 0,1 0 0,5 15 0,-6-26 0,1 0 0,0 0 0,1 0 0,-1 0 0,1-1 0,0 1 0,1-1 0,-1 0 0,1 0 0,0 0 0,1 0 0,-1 0 0,1-1 0,-1 0 0,1 0 0,1-1 0,-1 1 0,0-1 0,1 0 0,0 0 0,0-1 0,0 0 0,0 0 0,0 0 0,0-1 0,0 0 0,4 1 0,0-1 0,1-1 0,-1 0 0,1 0 0,-1-1 0,0 0 0,1-1 0,-1 0 0,0-1 0,0 0 0,0 0 0,0-1 0,0 0 0,-1-1 0,0 0 0,0-1 0,0 0 0,-1 0 0,0-1 0,0 0 0,0 0 0,-1-1 0,0 0 0,-1 0 0,0 0 0,0-1 0,-1 0 0,1-3 0,4-8-229,-1-1-1,-1 1 1,-2-2 0,0 1 0,-1-1-1,0 0 1,-2 0 0,-1 0 0,-1-1-1,-1 1 1,-2-20 229,2 41-76,0-67-5504</inkml:trace>
  <inkml:trace contextRef="#ctx0" brushRef="#br0" timeOffset="-842.731">2712 577 26318,'0'0'3232,"0"0"-2271,0 0-593,0 0-94,0 0-28,4 0-74,311-42 631,-50 2-635,-56 41-468,-123 14-3879,-84-15-2767</inkml:trace>
  <inkml:trace contextRef="#ctx0" brushRef="#br0" timeOffset="-594.644">3175 83 28462,'0'0'1456,"0"0"-783,0 0-297,0 0 0,-40 136 8,40-63-88,0 2-120,5-4-80,12-3-16,1-9-40,-3-4-16,-2-4-16,-4-1 8,0-1-16,-3-2-24,3 6-256,0-13-416,-5-14-1377</inkml:trace>
  <inkml:trace contextRef="#ctx0" brushRef="#br0" timeOffset="3906.253">2732 1302 9442,'0'0'6205,"0"0"2807,0 0-6009,0 0-2283,0 0-161,0 0 88,0 7-85,1 20-196,33-17 497,241-30 324,-94 1-986,617-46-201,-159-19 0,-64 79 0,-42 56 0,132-9 0,-630-38 0,674 64 0,8-17 0,-402-23 0,-67-7 0,114 29 0,-144-12 0,175 5 0,647 0 0,419-50 0,-1459 6 0,0 1 0,-1 0 0,1 0 0,0-1 0,0 1 0,0 0 0,0 0 0,-1-1 0,1 1 0,0 0 0,0 0 0,0-1 0,0 1 0,0 0 0,0-1 0,0 1 0,0 0 0,0-1 0,0 1 0,0 0 0,0-1 0,0 1 0,0 0 0,0 0 0,0-1 0,0 1 0,0 0 0,0-1 0,0 1 0,0 0 0,1 0 0,-1-1 0,0 1 0,0 0 0,0-1 0,0 1 0,1 0 0,-1 0 0,0 0 0,0-1 0,1 1 0,-1 0 0,0 0 0,0 0 0,1 0 0,-1-1 0,0 1 0,1 0 0,-1 0 0,0 0 0,-86-45-884,29 20-1233</inkml:trace>
  <inkml:trace contextRef="#ctx0" brushRef="#br0" timeOffset="5291.188">5847 2395 22189,'0'0'4582,"0"0"-2447,0 0-1555,0 0-101,0 0 124,0 0-126,-14-16-179,-74-107 187,86 119-475,0 1 0,-1-1-1,0 1 1,0 0 0,0 0-1,0 1 1,0-1 0,-1 1 0,1-1-1,-1 1 1,1 0 0,-1 0-1,0 1 1,0-1 0,0 1 0,0 0-1,0 0 1,0 0 0,0 0 0,0 1-1,-1-1 1,1 1 0,0 0-1,0 1 1,0-1 0,-1 1 0,1 0-1,0 0 1,0 0 0,0 0-1,0 1 1,1 0 0,-2 0-10,-116 80-38,98-59 41,2 0 0,0 2 0,2 0 1,0 1-1,2 1 0,1 1 0,1 0 0,2 1 0,0 1 1,2 0-1,2 0 0,0 1 0,2 0 0,2 1 0,1 0 1,0 7-4,4-34 3,-1-1 0,1 1 1,0 0-1,0 0 0,1-1 1,0 1-1,-1 0 1,2 0-1,-1-1 0,0 1 1,1-1-1,0 1 0,0-1 1,0 0-1,1 0 1,-1 0-1,1 0 0,0 0 1,0 0-1,0-1 0,1 0 1,-1 1-1,1-1 0,0 0 1,0-1-1,0 1 1,0-1-1,0 0 0,1 0 1,-1 0-1,1 0 0,-1-1 1,1 0-1,2 1-3,6-1 25,0 0 0,0-1-1,0 0 1,0-1 0,0-1 0,0 0-1,-1-1 1,1 0 0,-1 0 0,1-2-1,-1 1 1,-1-2 0,1 0 0,-1 0-1,0-1 1,0 0 0,0-1-25,166-157 74,-158 144-78,100-99-1779,-87 89-851</inkml:trace>
  <inkml:trace contextRef="#ctx0" brushRef="#br0" timeOffset="5473.519">6368 2683 24821,'0'0'6290,"0"0"-5682,0 0 40,0 0-248,0 0-400,0 0 0,0 0 0,84 77 0,-67-65 0,7-2 0,24-10 0,-4 0-1280,-2-18-4249</inkml:trace>
  <inkml:trace contextRef="#ctx0" brushRef="#br0" timeOffset="5879.345">7861 2208 21413,'0'0'8753,"0"0"-8232,0 0-97,-48 101 144,37-56-152,0 6-216,6 4-96,-1 7-32,-1 3-40,1-2-32,1-6 0,5-10-112,0-13-344,5-24-552,10-10-985,0 0-8913</inkml:trace>
  <inkml:trace contextRef="#ctx0" brushRef="#br0" timeOffset="6156.269">8435 2212 26158,'0'0'5025,"0"0"-4681,0 0-184,0 0 352,0 0-144,44 138-176,-33-95-184,-2 7-8,-3 3 0,-3 4 0,-3 0 0,6 14 0,-1-13-416,1-17-1384</inkml:trace>
  <inkml:trace contextRef="#ctx0" brushRef="#br0" timeOffset="6592.495">9827 2577 26966,'0'0'1311,"0"0"-324,0 0 17,0 0-125,0 0-285,0 0-253,3-16-81,8-125 160,-15 134-420,1 1 0,-2 0 0,1 0 0,-1 0 1,1 0-1,-2 1 0,1 0 0,0 0 0,-1 0 1,0 1-1,0 0 0,-1 0 0,1 1 0,-1-1 0,0 1 1,1 1-1,-1-1 0,-1 1 0,1 0 0,0 1 1,0 0-1,-1 0 0,1 1 0,0-1 0,-1 2 0,1-1 1,-1 1-1,1 0 0,-7 2 0,4 0 0,0 1 0,0 0 0,1 1 0,-1-1 0,1 2 0,0-1 0,1 1 0,-1 1 0,1 0 0,0 0 0,1 0 0,0 1 0,0 0 0,1 1 0,0-1 0,0 1 0,1 0 0,0 1 0,0-1 0,1 1 0,1 0 0,-1 0 0,2 0 0,-1 1 0,2-1 0,-1 0 0,1 1 0,1 0 0,0-1 0,0 1 0,1-1 0,1 1 0,1 4 0,-1-9-5,1 1 0,0-1-1,1 0 1,-1 0 0,1-1 0,1 1 0,-1-1 0,1 0-1,0 0 1,0 0 0,0-1 0,1 1 0,-1-1 0,1-1-1,0 1 1,0-1 0,0 0 0,1 0 0,-1-1 0,1 0-1,0 0 1,-1-1 0,1 1 0,0-1 0,0-1 0,0 0-1,0 1 1,0-2 0,0 1 0,0-1 0,-1 0 0,1-1-1,0 0 1,-1 0 0,1 0 0,-1-1 0,1 0-1,-1 0 1,0 0 0,0-1 0,3-3 5,132-101-1474,-78 53-625</inkml:trace>
  <inkml:trace contextRef="#ctx0" brushRef="#br0" timeOffset="6950.584">10704 2409 19220,'0'0'8177,"0"0"-5833,0 0-1464,0 0-34,0 0-182,0 0-325,2-19-182,9-61-77,-10 75-79,0 1 0,0-1 0,0 1 0,-1-1 0,0 0 0,1 1 0,-2-1 0,1 1 0,0-1 0,-1 1 0,0-1 0,0 1 0,0-1 0,-1 1 0,1 0 0,-1-1 0,0 1 0,0 0 0,-1 0 0,1 1 0,-1-1 0,0 0 0,0 1 0,0 0 0,0-1 0,-1 1 0,1 0 0,-1 1 0,0-1 0,0 1 0,0 0-1,0 0 1,0 0 0,-1 0 0,1 1 0,0-1 0,-1 1 0,1 0 0,-1 1 0,1-1 0,-1 1 0,1 0 0,-1 0 0,0 0 0,1 1 0,-1-1 0,1 1 0,-1 0 0,1 0 0,0 1 0,-1 0 0,1-1 0,0 1 0,0 1 0,0-1 0,0 1 0,1-1 0,-1 1 0,0 0 0,1 0 0,-2 3-1,-5 6 0,0 0 0,1 1 0,1 0 0,0 1 0,1 0 0,0 0 0,1 1 0,0-1 0,2 1 0,-1 1 0,2-1 0,0 1 0,1-1 0,1 1 0,0 0 0,1-1 0,0 1 0,2 4 0,-1-13 0,1-1 0,0 0 0,0 0 0,0 1 0,0-1 0,1-1 0,0 1 0,0 0 0,1-1 0,0 0 0,0 1 0,0-2 0,0 1 0,1 0 0,0-1 0,0 0 0,0 0 0,0 0 0,1-1 0,-1 1 0,1-1 0,0-1 0,0 1 0,0-1 0,0 0 0,0-1 0,1 1 0,-1-1 0,0 0 0,1-1 0,-1 0 0,1 0 0,-1 0 0,1 0 0,-1-1 0,1-1 0,-1 1 0,0-1 0,0 0 0,0 0 0,0 0 0,0-1 0,0 0 0,0 0 0,-1-1 0,0 0 0,0 0 0,0 0 0,3-3 0,3-2 0,1-1 0,-2-1 0,1 0 0,-2 0 0,1-1 0,-1-1 0,-1 1 0,0-1 0,-1-1 0,-1 1 0,0-1 0,-1 0 0,0-1 0,-1 1 0,1-9 0,-5-108-2885,-15 76-6801</inkml:trace>
  <inkml:trace contextRef="#ctx0" brushRef="#br0" timeOffset="7992.546">12962 2202 27894,'0'0'956,"0"0"-438,0 0 108,0 0 23,22-3-227,146-19 38,-23 7 46,0 6 0,77 8-506,60-3 202,-266 4-242,86-3-381,-1-4 0,1-4 1,-2-5-1,67-21 421,-123 23-1926,-17 0-1302</inkml:trace>
  <inkml:trace contextRef="#ctx0" brushRef="#br0" timeOffset="8351.184">14402 1859 30543,'0'0'706,"0"0"-388,0 0-9,0 0 102,22 3-123,136 21-101,-138-21-185,0-1-2,-1 0 0,0 0 0,0 2 1,-1 0-1,1 2 0,-1 0 0,0 1 1,0 0-1,-1 2 0,0 0 0,0 1 1,-1 0-1,-1 1 0,3 4 0,-16-14 0,-1 0 0,0 0 0,1 1 0,-1-1 0,0 1 0,1 0 0,-1-1 0,0 1 0,0 0 0,0-1 0,-1 1 0,1 0 0,0 0 0,-1 0 0,1 0 0,-1 0 0,1 0 0,-1 0 0,0 0 0,0 0 0,0 0 0,0 0 0,0 0 0,-1 0 0,1 0 0,-1 0 0,1-1 0,-1 1 0,1 0 0,-1 0 0,0 0 0,0 0 0,0-1 0,0 1 0,0 0 0,-1-1 0,1 1 0,-65 43 0,54-38 0,-78 43-465,-3-5 1,-1-3-1,-47 11 465,71-33-3671</inkml:trace>
  <inkml:trace contextRef="#ctx0" brushRef="#br0" timeOffset="8681.616">13702 1245 29814,'0'0'1145,"0"0"-801,0 0 136,0 0 88,-19 146-304,12-53-168,7 41-96,0-19-96,0-11-1464</inkml:trace>
  <inkml:trace contextRef="#ctx0" brushRef="#br0" timeOffset="38333.607">15335 3754 19380,'0'0'4991,"0"0"-1572,0 0-969,0 0-1531,0 0-406,0 0-53,-3-5-108,-13-47-86,15 45-265,0 0 0,0 1 0,-1 0 0,0-1-1,0 1 1,0 0 0,-1 0 0,0 0 0,0 0 0,-1 0 0,1 1 0,-1 0 0,0-1 0,-1 1-1,1 1 1,-1-1 0,0 1 0,-1 0 0,1 0-1,-7-1 0,1 1 0,-1 0 0,0 1 0,0 0 0,-1 1 0,1 1 0,0 0 0,-1 0 0,1 1 0,0 1 0,-1 0 0,1 1 0,0 0 0,0 0 0,0 2 0,0-1 0,1 2 0,-10 4 0,5 0 0,0 1 0,0 1 0,1 0 0,0 1 0,1 1 0,0 0 0,1 1 0,1 1 0,0 0 0,1 0 0,1 1 0,0 0 0,1 1 0,1 0 0,1 1 0,0-1 0,1 1 0,1 1 0,1-1 0,0 1 0,2 0 0,0 0 0,-1-5 0,1-1 0,0 1 0,1-1 0,1 1 0,0 0 0,1-1 0,0 1 0,1 0 0,1-1 0,0 0 0,1 1 0,0-1 0,1-1 0,0 1 0,1-1 0,1 0 0,0 0 0,0 0 0,1-1 0,1-1 0,0 1 0,0-1 0,1-1 0,0 0 0,1 0 0,0-1 0,0 0 0,1-1 0,9 4 0,-10-7 0,-1 0 0,1-1 0,0-1 0,0 0 0,1 0 0,-1-1 0,0 0 0,1-1 0,-1-1 0,0 0 0,0 0 0,1-1 0,-1 0 0,0-1 0,0 0 0,-1-1 0,1-1 0,-1 1 0,0-1 0,0-1 0,0 0 0,-1 0 0,0-1 0,0 0 0,-1-1 0,0 0 0,0-1 0,7-8 0,0-1 0,-1 0 0,-2-1 0,0-1 0,-1 0 0,0-1 0,-2 1 0,-1-2 0,0 0 0,-2 0 0,0 0 0,-2 0 0,0-2 0,1-159 0,-6 176 0,0-1 0,-1 1 0,0 0 0,0-1 0,0 1 0,-1 0 0,0 0 0,0 0 0,-1 1 0,0-1 0,0 1 0,-1 0 0,1 0 0,-1 0 0,-1 1 0,1-1 0,-1 1 0,0 1 0,0-1 0,0 1 0,-1 0 0,-4-2 0,-49-2-72,57 13-563,2 4-1171</inkml:trace>
  <inkml:trace contextRef="#ctx0" brushRef="#br0" timeOffset="47315.304">5825 5895 25333,'0'0'3216,"0"0"-2229,-4-20-463,-3-22-201,-1 1 1,-2 0 0,-3 1 0,0 0-1,-3 1 1,-1 1 0,-4-3-324,12 29 18,0 1 0,-1 0 1,0 1-1,-1 0 1,0 0-1,0 2 0,-1-1 1,0 1-1,-1 1 0,0 0 1,0 1-1,-1 0 1,1 1-1,-1 1 0,0 0 1,0 1-1,-1 0 1,1 2-1,-1-1 0,1 2 1,-1-1-1,1 2 1,-1 0-1,-5 2-18,5 2 0,0 1 0,0 0 0,0 1 0,1 1 0,0 0 0,1 1 0,0 1 0,0 0 0,1 0 0,0 1 0,1 1 0,1 0 0,-1 0 0,2 1 0,0 0 0,0 1 0,1 0 0,1 1 0,1-1 0,0 1 0,0 1 0,2-1 0,0 1 0,-2 15 0,3-17 0,1 0 0,0 1 0,1-1 0,1 1 0,0-1 0,0 1 0,2-1 0,0 1 0,1-1 0,0 0 0,1 0 0,0 0 0,1-1 0,1 1 0,0-1 0,1 0 0,1-1 0,0 1 0,0-2 0,1 1 0,1-1 0,0-1 0,5 5 0,-1-1 0,1-1 0,0-1 0,1 0 0,1-1 0,0-1 0,0-1 0,0 0 0,1-1 0,1-1 0,-1-1 0,1-1 0,0 0 0,1-1 0,-1-1 0,0-1 0,1-1 0,0 0 0,-1-2 0,1 0 0,1-2 0,-4-3-6,0-1 0,-1-1 0,0-1-1,0 0 1,-1-1 0,0-1 0,-1-1 0,0 1 0,-1-2 0,8-8 6,7-6-191,18-14-2643,-3 4-6547</inkml:trace>
  <inkml:trace contextRef="#ctx0" brushRef="#br0" timeOffset="47576.208">6513 5924 30102,'0'0'1793,"0"0"-1577,0 0 120,0 0-16,0 0-320,79 111 0,-38-91 0,-1-7 0,-12-3-1144</inkml:trace>
  <inkml:trace contextRef="#ctx0" brushRef="#br0" timeOffset="48324.541">7868 5415 28838,'0'0'1072,"0"0"-527,0 0-81,0 0-32,0 0-176,0 0-120,-29 42 16,20-9 168,1 9-88,1 3-104,3 3-48,4-3-32,0 2-48,0 1 0,8 1-64,27 16-328,0-14-448,-2-13-1273</inkml:trace>
  <inkml:trace contextRef="#ctx0" brushRef="#br0" timeOffset="48622.982">9209 5301 27662,'0'0'3657,"0"0"-3337,0 0 0,0 116 256,0-68-344,0 3-232,4 4 0,-1 3 0,-3-1 0,0-2 0,0-4 0,0-1 0,2 5 0,7-14-480,1-9-1360</inkml:trace>
  <inkml:trace contextRef="#ctx0" brushRef="#br0" timeOffset="49293.273">10441 5700 30166,'0'0'705,"0"0"-288,0 0 48,0 0-35,0 0-217,-10-19-127,-47-104 3,54 116-84,0 0-1,-1 0 1,0 0 0,0 0-1,-1 1 1,1 0 0,-1 0-1,-1 0 1,1 1 0,-1-1-1,0 1 1,0 1 0,-1-1-1,0 1 1,1 0 0,-1 1-1,0 0 1,-1 0 0,1 0-1,-1 1 1,1 0 0,-1 0-1,1 1 1,-1 0 0,0 0-1,0 1 1,0 0 0,1 0-1,-1 1 1,0 0 0,0 1-1,1-1 1,-1 2 0,1-1-1,-1 1 1,1 0 0,0 0-1,0 1 1,0 0 0,1 0-1,0 1 1,-2 0-5,-5 8 0,0 1 0,1 0 0,0 0 0,1 1 0,1 0 0,1 1 0,0 0 0,1 1 0,0 0 0,1 0 0,2 0 0,-1 1 0,2 0 0,0 0 0,2 0 0,0 1 0,0-1 0,2 1 0,1-1 0,0 1 0,3 11 0,-3-24 0,1 1 0,-1-1 0,2 0 0,-1 0 0,1 0 0,0 0 0,0-1 0,0 1 0,1-1 0,0 0 0,0 0 0,0 0 0,1 0 0,0-1 0,0 0 0,0 0 0,0 0 0,0 0 0,1-1 0,0 0 0,0 0 0,0-1 0,0 1 0,0-1 0,0 0 0,1-1 0,-1 0 0,0 0 0,1 0 0,5 0 0,0 0 0,0-1 0,0 0 0,0-1 0,0 0 0,0-1 0,0 0 0,0-1 0,0-1 0,-1 1 0,1-2 0,-1 0 0,0 0 0,-1-1 0,3-2 0,218-193-1095,-156 129 6,-24 24-584</inkml:trace>
  <inkml:trace contextRef="#ctx0" brushRef="#br0" timeOffset="49664.893">11403 5583 28726,'0'0'744,"0"0"-212,0 0 121,0 0 32,0 0-201,0 0-206,9-12-82,26-43-35,-33 51-152,0 1 0,-1 0 0,1-1 0,-1 1 0,0-1 0,0 0 1,0 1-1,0-1 0,-1 0 0,0 0 0,1 1 0,-1-1 0,-1 0 0,1 0 0,0 1 0,-1-1 0,0 0 1,0 0-1,0 1 0,0-1 0,-1 1 0,1-1 0,-1 1 0,0 0 0,0 0 0,0-1 0,-1 1 0,1 1 1,-1-1-1,1 0 0,-1 1 0,0-1 0,0 1 0,-1-1-9,-4-2 0,0 0 0,0 0 0,-1 0 0,0 1 0,0 1-1,0 0 1,-1 0 0,1 0 0,-1 1 0,1 1 0,-10-1 0,11 2 0,-1 1 0,0 0 0,0 0 0,1 0 0,-1 1 0,1 1 0,-1 0 0,1 0 0,0 0 0,0 1 0,0 0 0,1 1 0,-1 0 0,1 0 0,0 0 0,0 1 0,1 0 0,0 0 0,0 1 0,1 0 0,-1 0 0,1 0 0,1 1 0,-1-1 0,1 1 0,1 0 0,-3 7 0,-2 6 0,0 1 0,1 0 0,2 0 0,0 1 0,1 0 0,1-1 0,2 1 0,0 0 0,1 1 0,2 6 0,-1-22 0,0 0 0,1 0 0,0 1 0,1-1 0,-1 0 0,2-1 0,-1 1 0,1 0 0,0-1 0,0 0 0,1 0 0,0 0 0,1-1 0,-1 0 0,1 0 0,0 0 0,1 0 0,-1-1 0,1 0 0,0-1 0,0 1 0,1-1 0,-1-1 0,1 1 0,0-2 0,0 1 0,0-1 0,0 0 0,1 0 0,-1-1 0,0 0 0,1-1 0,-1 0 0,1 0 0,-1-1 0,0 0 0,1 0 0,-1-1 0,0 0 0,0 0 0,0-1 0,0 0 0,-1-1 0,1 0 0,-1 0 0,0 0 0,0-1 0,4-3 0,2-5-41,-1-2 0,0 1 1,0-1-1,-2-1 0,0 0 0,-1 0 0,0-1 1,-2 0-1,0-1 0,3-9 41,9-36-1752</inkml:trace>
  <inkml:trace contextRef="#ctx0" brushRef="#br0" timeOffset="64405.7">10555 6335 21413,'0'0'3130,"0"0"-1590,0 0-707,0 0-451,4-1-242,4 1-350,-8-1 260,1 1-1,0 0 1,0-1 0,0 1-1,0 0 1,0 0-1,0-1 1,0 1 0,-1 0-1,1 0 1,0 0-1,0 0 1,0 0 0,0 1-1,0-1 1,0 0-1,0 0 1,0 1 0,-1-1-1,1 0 1,0 1-1,0-1 1,0 1 0,0-1-1,-1 1 1,1-1-1,0 1 1,-1-1 0,1 1-1,0 0 1,-1 0-1,1-1 1,-1 1 0,1 0-1,-1 0 1,1-1-1,-1 1 1,0 0 0,1 0-1,-1 0 1,0 0-1,0 0 1,0 0 0,0 0-1,1-1 1,-1 1-1,0 0 1,-1 0 0,1 0-1,0 0 1,0 0 0,0 0-1,-1 0-49,-14 173 782,15-117-1635,0-34-831</inkml:trace>
  <inkml:trace contextRef="#ctx0" brushRef="#br0" timeOffset="65193.008">9663 6326 2433,'0'0'18701,"0"0"-14340,0 0-3910,0 0 111,0 0-80,0 0-213,-13-2-153,-42-2-45,53 5-51,-1 1 0,0 0 0,1-1 0,0 1-1,0 0 1,-1 0 0,1 1 0,0-1 0,0 0 0,1 1 0,-1-1 0,1 1 0,-1-1 0,1 1 0,0 0 0,0-1 0,0 1-1,0 0 1,0 0 0,0 0 0,1 0 0,0 0 0,0 0 0,-1 0 0,2 0 0,-1 2-20,-1 4 90,-3 169 818,5-174-902,-1-1 0,1 1 0,0 0 0,0 0 0,1-1 0,-1 1 0,1-1 0,0 1 1,0-1-1,0 1 0,0-1 0,0 0 0,1 0 0,0 0 0,-1-1 0,1 1 0,0-1 0,0 1 0,0-1 0,1 0 0,-1 0 0,1 0 0,-1-1 0,1 1 0,-1-1 0,1 0 0,0 0 0,0 0 0,-1 0 0,1-1 0,0 1 0,0-1 0,0 0 1,0 0-1,0-1 0,1 1-6,0-3-43,0 0 1,1 0 0,-1 0 0,0-1 0,-1 0-1,1 0 1,-1 0 0,1 0 0,-1-1 0,0 0-1,-1 0 1,1 0 0,-1 0 0,0 0 0,-1-1-1,1 1 1,-1-1 0,0 0 0,0 1 0,-1-1-1,1 0 1,-2 0 0,1 0 0,0-1 0,-1-2 42,2-20-1187,-1 4-1866</inkml:trace>
  <inkml:trace contextRef="#ctx0" brushRef="#br0" timeOffset="65840.319">8385 5837 25501,'0'0'2033,"0"0"-1601,0 0 160,0 0 104,0 0-312,0 0-232,-24 110-96,24-64-56,0-5-232,0-8-3528</inkml:trace>
  <inkml:trace contextRef="#ctx0" brushRef="#br0" timeOffset="66275.274">8387 6446 27558,'0'0'1184,"0"0"-714,0 0-194,0 0 46,0 0-166,-12-8-116,-39-24-56,47 31 15,0 0 0,0 0 0,0 0-1,0 0 1,0 1 0,0-1 0,0 1-1,0 0 1,0 0 0,0 1 0,-1-1-1,1 1 1,0 0 0,0 0 0,0 0-1,1 1 1,-1-1 0,0 1 0,0 0-1,1 0 1,-1 0 0,1 1 0,0-1-1,0 1 1,0 0 0,0 0 0,0 0-1,0 0 1,1 0 0,-1 1 0,1-1-1,0 1 1,0-1 0,1 1 0,-1 0-1,1 0 1,-1 0 0,1 0 0,1 0 1,-3 1 7,-3 6 17,1 1 0,0 0-1,0 0 1,2 0 0,-1 0 0,2 0-1,-1 1 1,2-1 0,0 1 0,0 0-1,1 0-23,1-11 2,0 0-1,0 0 0,1-1 0,-1 1 0,1 0 0,-1 0 1,1-1-1,-1 1 0,1-1 0,0 1 0,0-1 0,0 0 1,0 0-1,0 0 0,0 0 0,0 0 0,0 0 0,0-1 1,0 1-1,1-1 0,-1 1 0,0-1 0,0 0 0,1 0 1,-1 0-1,0 0 0,0 0 0,1 0 0,-1-1 0,0 1 0,0-1 1,0 1-1,1-1 0,-1 0 0,0 0 0,0 0 0,0 0 1,0-1-1,0 1-1,40-46-1388,-28 21-1939</inkml:trace>
  <inkml:trace contextRef="#ctx0" brushRef="#br0" timeOffset="66789.126">6145 6494 24725,'0'0'2505,"0"0"-1537,0 0-240,0 0-288,0 0-168,0 0-128,-33 140-80,33-85-24,4 28-40,9-14-256,0-10-1464</inkml:trace>
  <inkml:trace contextRef="#ctx0" brushRef="#br0" timeOffset="67058.444">6945 6853 27950,'0'0'528,"0"0"-528</inkml:trace>
  <inkml:trace contextRef="#ctx0" brushRef="#br0" timeOffset="95394.73">5478 6382 26846,'0'0'1028,"0"0"-412,0 0-114,0 0 83,0 0-154,0 0-199,4 1-35,191-24 855,-100 4-856,56 4 143,1 6 0,25 8-339,97-6 132,592-54 140,-736 50-272,540-27 0,337 91 0,-355-51 0,-255 45 0,-272-26 0,1-5 0,61-3 0,159-33 0,120 6 0,-599 13-337,51-4-1350</inkml:trace>
  <inkml:trace contextRef="#ctx0" brushRef="#br0" timeOffset="46048.203">2594 5504 23309,'0'0'5493,"0"0"-3419,0 0-1243,0 0-142,1 6-318,175-40-371,-93 11 0,13 5 0,1 3 0,0 5 0,1 4 0,86 6 0,-145 5 0,-43-17-608,-13-3-1505</inkml:trace>
  <inkml:trace contextRef="#ctx0" brushRef="#br0" timeOffset="46353.554">3102 4995 29446,'0'0'1833,"0"0"-1625,0 0 384,-2 101 80,4-42-656,9 10-16,0 8 0,0 8 0,-2 6 0,-5-1 0,-1 3 0,10 27 0,0-23 0,-2-20-840</inkml:trace>
  <inkml:trace contextRef="#ctx0" brushRef="#br0" timeOffset="109600.956">1379 3569 5401,'0'0'21789,"0"0"-21037,0 0-416,-4 101 8,0-63 32,4 3-208,0 0-104,0 5-64,6-11-368,5-17-1656</inkml:trace>
  <inkml:trace contextRef="#ctx0" brushRef="#br0" timeOffset="110272.005">1480 3410 8586,'0'0'15052,"0"0"-11173,0 0-3302,-12 17-77,1-3-359,-56 112 748,55-74-655,2 1-1,2 0 1,3 1 0,2 0 0,2 30-234,1-81 4,1 0 0,-1 0 0,1 1 0,-1-1 1,1 0-1,0 0 0,0 0 0,0 0 0,1 0 0,-1 0 0,1 0 0,0 0 0,0-1 0,-1 1 0,2 0 0,-1-1 0,0 0 0,0 1 0,1-1 0,0 0 1,-1 0-1,1-1 0,0 1 0,0 0 0,0-1 0,0 0 0,0 0 0,0 0 0,0 0 0,0 0 0,0 0 0,1-1 0,-1 0 0,0 1 0,0-1 0,1-1 0,-1 1 1,0 0-1,0-1 0,1 1 0,-1-1 0,0 0 0,0 0 0,0-1 0,3 0-4,5-4-3,0-1 0,0 0 0,-1-1 0,0 0 0,0 0 0,-1-1 1,0-1-1,-1 1 0,1-1 0,-2-1 0,0 1 0,0-1 0,-1-1 0,0 1 0,-1-1 0,3-10 3,2-55-2,-12 75 6,0 0 0,-1 1 1,1-1-1,-1 0 0,1 1 0,-1 0 1,1-1-1,-1 1 0,0 0 1,1 0-1,-1 1 0,0-1 1,0 0-1,0 1 0,0 0 0,1 0 1,-1 0-1,0 0 0,0 0 1,0 0-1,0 1 0,0-1 1,1 1-1,-1 0 0,0 0 0,0 0 1,1 0-1,-1 1 0,1-1 1,-1 1-1,0 0-4,-33 74-1827,31-55-1648</inkml:trace>
  <inkml:trace contextRef="#ctx0" brushRef="#br0" timeOffset="110545.155">2066 3652 4497,'0'0'23789,"0"0"-22973,0 0-584,0 0 216,-154 142 40,101-79-263,-6 12-137,-2 8-56,-5 2-16,5 2 8,6-4-24,-2 2-72,18-20-857,6-24-2591</inkml:trace>
  <inkml:trace contextRef="#ctx0" brushRef="#br0" timeOffset="110811.464">1732 4136 23045,'0'0'4033,"0"0"-2417,0 0-1216,0 0-56,-52 126 152,41-79-272,-2 4-144,10 3-80,1-3-24,2 2-480,0-19-608,5-14-2817,3-18-20740</inkml:trace>
  <inkml:trace contextRef="#ctx0" brushRef="#br0" timeOffset="111089.665">2123 4084 27822,'0'0'1155,"0"0"-446,0 0-299,0 0-212,0 0-110,-15 26-50,-3 5-31,-54 127 25,63-127-6,1 0 0,1 0 0,2 0 0,1 0 0,1 30-26,3-59 3,0 1 0,0-1 0,0 0-1,1 1 1,-1-1 0,0 1 0,1-1 0,0 1 0,-1-1-1,1 0 1,0 0 0,0 1 0,1-1 0,-1 0-1,0 0 1,1 0 0,-1 0 0,1 0 0,0-1 0,-1 1-1,1 0 1,0-1 0,0 1 0,0-1 0,0 0-1,0 1 1,1-1 0,-1 0 0,0-1 0,1 1 0,-1 0-1,0 0 1,1-1 0,-1 0 0,1 1 0,-1-1-1,1 0 1,-1 0 0,0 0 0,1-1 0,-1 1 0,1-1-1,-1 1 1,1-1-3,3-1 12,0 0 0,0-1-1,-1 1 1,1-1 0,-1 0 0,0-1-1,1 1 1,-2-1 0,1 0 0,0 0-1,-1-1 1,0 1 0,0-1-1,0 0 1,-1 0 0,1 0 0,-1-1-1,0 1 1,-1-1 0,1 0 0,-1 0-1,-1 1 1,1-1 0,-1-1-1,0 1 1,0 0 0,0 0 0,-1 0-1,0 0 1,0-1 0,-1 1 0,0 0-1,0 0 1,-1-3-12,-2 4-45,0 1 0,0 0 1,0 0-1,-1 0 0,0 0 0,1 1 0,-1 0 0,-1 0 1,1 0-1,0 0 0,-1 1 0,1 0 0,-1 0 0,0 1 1,1-1-1,-1 1 0,0 0 0,0 1 0,0 0 1,0 0-1,0 0 0,0 0 0,1 1 0,-4 1 45,5-2-292,-17 0-4735</inkml:trace>
  <inkml:trace contextRef="#ctx0" brushRef="#br0" timeOffset="109007.465">461 4214 11674,'0'0'15380,"0"0"-14820,0 0-200,132 14 8,-78-14 8,3 0-152,0-6-136,-2-7-88,2-9-136,-15 2-304,-16 0-1400</inkml:trace>
  <inkml:trace contextRef="#ctx0" brushRef="#br0" timeOffset="109257.057">742 3857 15315,'0'0'11787,"0"0"-10987,0 115-256,2-52-128,2 8-56,5 4-256,8 22-104,-6-20-584,-4-18-5425</inkml:trace>
  <inkml:trace contextRef="#ctx0" brushRef="#br0" timeOffset="114178.925">1 6307 15643,'0'0'13171,"0"0"-12427,0 0-568,0 0 80,0 0 225,0 0-209,0 0-176,129-21-40,-92 11-56,3-8-40,-12 4-569,-6-1-2263</inkml:trace>
  <inkml:trace contextRef="#ctx0" brushRef="#br0" timeOffset="114463.424">176 6045 28606,'0'0'1672,"0"0"-1415,-4 122 95,4-56-72,17 38-280,5-17-32,-4-8-2337</inkml:trace>
  <inkml:trace contextRef="#ctx0" brushRef="#br0" timeOffset="112841.547">770 5558 7578,'0'0'19708,"0"0"-18580,0 0-816,0 0-32,0 0 136,0 0-232,0 0 72,0 93 80,0-44-71,0 6-33,-2 4-128,2 2-72,-2-1-32,2 1-160,0-18-473,0-17-1423</inkml:trace>
  <inkml:trace contextRef="#ctx0" brushRef="#br0" timeOffset="113164.972">867 5595 21605,'0'0'1456,"0"0"2936,0 0-2949,0 0-1117,0 0 97,22 0-68,72 3-187,-88-2-164,-1 1 0,1 0 1,-1 0-1,1 0 1,-1 1-1,1 0 0,-1 0 1,0 0-1,-1 1 0,1-1 1,0 1-1,-1 0 0,0 1 1,0-1-1,0 1 0,-1 0 1,1-1-1,-1 2 0,0-1 1,-1 0-1,1 0 1,-1 1-1,0 0 0,0-1 1,-1 1-1,0 0 0,0 0 1,0 0-1,-1 0 0,1 0 1,-1 0-1,-1 0 0,1 0 1,-1-1-1,0 1 0,-1 0 1,1 0-1,-2 1-4,-63 138 17,85-141-59,-9-5-49,0-1 0,0-1 0,0 0-1,0 0 1,-1-1 0,0 0 0,0-1 0,0 0 0,0 0 0,-1-1 0,0 0 0,6-5 91,33-28-4072,-37 30 2298,36-32-13593</inkml:trace>
  <inkml:trace contextRef="#ctx0" brushRef="#br0" timeOffset="113429.397">1610 5623 2521,'0'0'26541,"0"0"-25637,0 0-423,-119 95 151,73-50-160,-6 8-240,-8 10-144,-3 10-64,-5 10-16,2 4-8,3 4-16,6 2-88,6 15-248,16-25-969,9-26-2663</inkml:trace>
  <inkml:trace contextRef="#ctx0" brushRef="#br0" timeOffset="113696.095">1360 6037 23141,'0'0'4361,"0"0"-3129,0 0-912,0 0-176,-22 123 152,13-70-184,-2 10-88,2 20-24,3-14-696,-1-20-2657</inkml:trace>
  <inkml:trace contextRef="#ctx0" brushRef="#br0" timeOffset="113942.771">1724 5905 1768,'0'0'22024,"0"0"-18345,0 0-2282,-5 26-881,-20 167 437,26-22-603,-1-168-341,0 0 0,0 0 0,0 0 0,0-1 0,1 1 0,-1 0 0,1 0 1,0-1-1,-1 1 0,1 0 0,1-1 0,-1 1 0,0-1 0,1 0 1,-1 1-1,1-1 0,-1 0 0,1 0 0,0 0 0,0 0 0,0 0 0,0 0 1,1 0-1,-1-1 0,0 1 0,1-1 0,-1 0 0,1 1 0,0-1 1,-1-1-1,1 1 0,0 0 0,-1 0 0,1-1 0,0 0 0,0 1 0,-1-1 1,1 0-1,0-1 0,0 1 0,0 0 0,-1-1 0,1 1 0,0-1 1,-1 0-1,2 0-9,2-6 7,0-1 1,0 0 0,0 0 0,-1 0 0,0 0-1,0-1 1,-1 0 0,0 0 0,-1 0 0,0 0-1,0-1 1,-1 1 0,0-1 0,-1 0 0,0 0-1,-1 1 1,0-1 0,0 0 0,-1 0 0,-1-6-8,-1 13-25,1-1 1,-1 1 0,0 0-1,0 0 1,0 1 0,0-1-1,-1 0 1,1 1 0,-1 0-1,1 0 1,-1 0-1,0 0 1,0 1 0,0-1-1,0 1 1,0 0 0,0 0-1,0 1 1,0-1 0,0 1-1,0 0 1,0 0 0,-1 0-1,1 0 1,0 1 0,-3 0 24,-15-2-725,-24-4-2054</inkml:trace>
  <inkml:trace contextRef="#ctx0" brushRef="#br1" timeOffset="145604.847">4253 3638 24077,'0'0'1927,"0"0"-840,0 0-356,0 0 560,0 0-746,18 16-309,57 45 27,20-23 512,-94-38-750,-1 0 41,0 0 75,0 0 30,0 0-41,0 0-68,-43-23-22,24 18-35,-1 1 0,0 1 0,0 1 0,-1 1 1,1 1-1,0 1 0,0 0 0,-8 3-5,21-2 2,0-1 0,0 1 0,0 1-1,1 0 1,-1 0 0,1 0 0,-1 0 0,1 1 0,0 0-1,1 1 1,-1-1 0,1 1 0,0 0 0,0 1 0,0-1-1,1 1 1,-1 0 0,2 0 0,-1 0 0,1 0 0,-1 1-1,2-1 1,-1 1 0,1 0 0,0 0 0,0 0 0,1 0-1,0 0 1,1 0 0,-1 1 0,1-1 0,1 4-2,-2 3 31,2 0 1,0-1-1,0 1 1,2-1-1,-1 1 1,2-1-1,-1 0 1,2 0-1,0-1 1,0 1-1,2-1 1,-1 0-1,9 11-31,-11-19 3,0 0 0,-1 0 0,1 1 0,-1 0 0,0 0 0,0 0 1,-1 0-1,1 0 0,-1 0 0,0 1 0,-1-1 0,1 1 0,-1-1 0,0 1 0,-1 0 0,1-1 0,-1 1 0,0 0 0,0 0 0,-1-1 0,0 1 0,0 0 0,0-1 0,-1 1 0,0-1 0,0 0 1,0 1-1,-2 2-3,-16 11 1,0-2 0,-1 0 1,0-2-1,-1 0 0,-1-2 1,-1 0-1,0-1 0,0-2 1,-2 0-2,-2 2 1,-61 24 6,86-34-14,43-2-66,-33-2 79,-1 1 0,1-1 1,1 1-1,-1 1 1,0 0-1,0 0 1,0 0-1,0 0 1,0 1-1,0 1 0,0-1 1,0 1-1,0 0 1,-1 0-1,1 1 1,-1 0-1,1 0 1,-1 1-1,0 0 0,0 0 1,-1 0-1,1 1 1,-1 0-1,0 0 1,0 0-1,-1 0 1,1 1-1,-1 0 0,0 0 1,0 0-7,1 14 5,-1 0 0,-1 1-1,0-1 1,-1 0 0,-2 1 0,0-1 0,-1 1-1,-1-1 1,-1 1 0,-3 13-5,-22 194 85,27-226-84,1 1 0,0-1 0,1 0-1,-1 1 1,0-1 0,1 0-1,-1 0 1,1 1 0,0-1 0,-1 0-1,1 0 1,0 0 0,0 0 0,1 0-1,-1 0 1,0 0 0,1 0 0,-1-1-1,1 1 1,-1-1 0,1 1 0,0-1-1,0 1 1,0-1 0,0 0 0,0 0-1,0 0 1,0 0 0,0 0 0,0 0-1,0-1 1,1 1 0,-1-1 0,0 1-1,0-1 1,1 0 0,-1 0 0,0 0-1,1 0 1,-1 0-1,96-19-127,-97 19 123,72-28-630,-4-7-973</inkml:trace>
  <inkml:trace contextRef="#ctx0" brushRef="#br1" timeOffset="147185.569">2074 2849 29014,'0'0'691,"0"0"-326,0 0-118,0 0 53,0 0-84,0 0-117,-12-12-68,-40-38-27,50 49-4,-1 0 0,1 0 0,-1 0 0,1 0 0,-1 0 0,1 1 0,-1-1 0,1 1 0,-1 0 0,0 0 0,1 0 0,-1 0 0,0 0 0,1 0 0,-1 1 0,1-1 0,-1 1 0,1 0 0,-1 0 0,1 0 0,-1 0 0,1 0 0,0 0 0,0 1 0,-1-1 0,1 1 0,0-1 0,0 1 0,1 0 0,-1 0 0,0 0 0,0 0 0,1 0 0,0 0 0,-1 1 0,1-1 0,0 0 0,0 1 0,-1 1 0,-3 4 0,-14 16 23,2 1 0,1 0 0,1 1 0,1 0 0,1 1 0,2 1 0,1 0 0,1 0 0,1 1 0,1 1 0,2-1 0,1 1 0,2-1 0,0 1 0,3 25-23,1-51 11,0 1 1,0-1-1,0 0 1,0 1-1,1-1 1,0-1-1,0 1 1,0 0-1,0-1 1,1 1-1,-1-1 1,1 0-1,0 0 0,0 0 1,0-1-1,0 1 1,0-1-1,1 0 1,-1 0-1,1-1 1,-1 1-1,1-1 1,0 0-1,0 0 0,-1-1 1,1 1-1,0-1 1,0 0-1,0-1 1,-1 1-1,1-1 1,0 0-1,0 0 1,-1 0-1,1 0 0,-1-1 1,1 0-1,-1 0 1,0 0-1,0-1 1,0 1-1,0-1 1,0 0-1,2-2-11,19-17 16,-2-1 0,-1-1 0,0-1 0,-2-1 0,-1-1 0,-1 0-1,-2-2 1,0 0 0,-2 0 0,-1-1 0,-2-1 0,-1 0 0,1-8-16,20-161-451,-25 225-448,7 3-1048</inkml:trace>
  <inkml:trace contextRef="#ctx0" brushRef="#br1" timeOffset="147557.238">2480 3268 28342,'0'0'1828,"0"0"-1250,0 0-351,9-19 90,72-121 30,-61 111-345,1 2 0,2 0 1,0 2-1,2 0 0,1 2 0,1 1 1,10-6-3,-35 26-2,-1 0 1,1 1-1,0-1 0,0 1 1,0-1-1,0 1 1,0 0-1,0 0 1,0 0-1,0 0 1,1 0-1,-1 0 0,0 1 1,1-1-1,-1 1 1,0 0-1,1-1 1,-1 1-1,0 0 0,1 1 1,-1-1-1,0 0 1,1 1-1,-1-1 1,0 1-1,1-1 0,-1 1 1,0 0-1,0 0 1,0 0-1,0 0 1,0 1-1,0-1 1,0 1-1,0-1 0,0 1 1,-1-1-1,1 1 1,0 0-1,0 2 2,13 69 11,-16-67-4,0 0 1,1 0 0,0 0-1,0 0 1,1 0-1,-1 0 1,1 0 0,1 0-1,-1-1 1,1 1 0,0 0-1,0-1 1,1 1-1,-1-1 1,1 1 0,0-1-1,1 0 1,0-1-1,-1 1 1,1 0 0,1-1-1,-1 0 1,1 0 0,-1 0-1,1-1 1,0 0-1,1 1 1,-1-2 0,0 1-1,1-1 1,1 1-8,7-4-20,-1-1 0,1 0 0,0 0 1,0-2-1,-1 0 0,0 0 0,0-1 1,0-1-1,0 0 0,-1-1 0,0 0 0,0 0 1,-1-2-1,2-1 20,40-24-1241,-9 8-746</inkml:trace>
  <inkml:trace contextRef="#ctx0" brushRef="#br1" timeOffset="147839.522">3747 2593 30695,'0'0'832,"0"0"-616,-13 130 208,-5-11-72,14 62-208,1 22-144,3-35-560,0-36-4937</inkml:trace>
  <inkml:trace contextRef="#ctx0" brushRef="#br0" timeOffset="11672.577">6167 4423 29134,'0'0'2465,"0"0"-2201,0 0 72,0 0 168,0 0-440,0 0-64,0 0 0,98 57 0,-82-53-752,-12-4-2513</inkml:trace>
  <inkml:trace contextRef="#ctx0" brushRef="#br0" timeOffset="11389.95">5687 3851 23317,'0'0'2154,"0"0"682,0 0-1619,0 0-527,0 0-53,-1 4-64,0 14-56,-32-16 309,20-8-826,0 0 0,0 1 0,-1 1 0,0 1 0,0-1 0,0 2 0,0 0 0,0 1 0,-8 0 0,5 3 0,0-1 0,0 2 0,1 1 0,-1 0 0,1 1 0,-1 0 0,1 2 0,1 0 0,0 0 0,0 1 0,0 1 0,1 1 0,0 0 0,1 1 0,0 0 0,1 1 0,0 1 0,1 0 0,0 0 0,1 1 0,1 0 0,0 1 0,1 0 0,0 0 0,2 1 0,-1 0 0,2 0 0,0 1 0,1 1 0,-1-1 0,1 0 0,1 0 0,1 0 0,0 1 0,1-1 0,1 1 0,0-1 0,2 1 0,0-1 0,1 0 0,0 0 0,2 0 0,0 0 0,0 0 0,2-1 0,0 0 0,1-1 0,1 1 0,0-1 0,1-1 0,0 0 0,1 0 0,1-1 0,0-1 0,8 6 0,-13-14 0,0-1 0,1 1 0,-1-1 0,1-1 0,0 1 0,0-1 0,0-1 0,0 0 0,0 0 0,0 0 0,1-1 0,-1 0 0,0-1 0,0 0 0,0 0 0,0 0 0,0-1 0,0-1 0,0 1 0,-1-1 0,1-1 0,-1 1 0,0-1 0,0 0 0,0-1 0,0 0 0,-1 0 0,0 0 0,0-1 0,0 0 0,-1 0 0,0 0 0,0-1 0,0 0 0,1-3 0,16-21 0,0-2 0,-2 0 0,-2-2 0,-1 0 0,-2-1 0,-1 0 0,1-9 0,26-44-2662,-30 69-1133</inkml:trace>
  <inkml:trace contextRef="#ctx0" brushRef="#br0" timeOffset="14981.497">5759 3788 18828,'0'0'2681,"0"0"-1441,0 0-865,0 0-229,-8-4-38,-26-10-76,-2 22-2,21 2 1311,14-10-1200,0 0 0,0 0-1,-1 0 1,1 0-1,0 0 1,0 1 0,0-1-1,-1 0 1,1 1 0,0-1-1,0 0 1,0 1-1,0 0 1,0-1 0,0 1-1,0-1 1,0 1 0,0 0-1,0 0 1,0 0-1,0 0 1,1 0 0,-1 0-1,0 0 1,1 0 0,-1 0-1,1 0 1,-1 0 0,1 0-1,-1 0 1,1 0-1,0 0 1,-1 1 0,1-1-1,0 0 1,0 0 0,0 0-1,0 1 1,0-1-1,0 0 1,0 0 0,0 0-1,1 0 1,-1 1 0,0-1-1,1 0 1,-1 0-1,1 0 1,0 1-141,5 1-16,0 1-1,0 0 0,0 1 1,-1 0-1,1-1 1,-1 2-1,0-1 0,-1 0 1,1 1-1,-1 0 1,0 0-1,-1 1 1,0-1-1,0 1 0,0-1 1,0 1-1,-1 0 1,0 0-1,-1 0 0,0 0 1,0 0-1,0 0 1,-1 4 16,1 27-1333</inkml:trace>
  <inkml:trace contextRef="#ctx0" brushRef="#br0" timeOffset="34124.504">7885 3914 7330,'0'0'14305,"0"0"-7601,0 0-5311,-17-19-936,-110-130 693,124 145-1119,0 1 1,0-1-1,0 1 0,0 0 1,-1 0-1,1 0 1,-1 1-1,0-1 1,0 1-1,0 0 0,0 0 1,0 0-1,0 1 1,-1-1-1,1 1 1,0 0-1,-1 0 0,1 1 1,-1-1-1,1 1 1,-1 0-1,1 0 1,-1 1-1,1-1 0,-1 1 1,1 0-1,0 0 1,-1 0-1,1 1 1,-3 1-32,-9 12 11,0 1 1,2 0 0,0 1 0,1 1 0,0 0 0,2 1 0,0 0 0,1 1-1,1 0 1,1 0-12,-4 9 21,1 1-1,1-1 0,2 2 0,0-1 0,3 1 1,0 0-1,2 1 0,1-1 0,2 0 1,1 1-1,3 12-20,-4-34 3,1 0 1,1 1-1,0-1 0,0 0 1,1 0-1,0 0 0,0 0 1,1-1-1,1 1 0,0-1 1,0 0-1,0 0 1,1-1-1,1 0 0,-1 0 1,1 0-1,1-1 0,-1 0 1,1 0-1,1-1 0,-1 0 1,1-1-1,0 1 0,0-2 1,1 1-1,-1-1 0,1-1 1,0 0-1,0 0 0,0-1 1,0 0-1,1-1 1,-1 0-1,0 0 0,1-2 1,-1 1-1,0-1 0,1 0 1,-1-1-1,0 0 0,0-1 1,0 0-1,3-2-3,6-9 0,0-1 0,-1-1 0,0 0 0,-1-1 0,-1-1 0,-1-1 0,-1 0 0,0-1 0,-2 0 0,0-1 0,-1 0 0,-1-1 0,-1 0 0,-1-1 0,-1 0 0,-1 0 0,-2-1 0,0 1 0,0-7 0,-3-142 0,-2 166 0,0-1 0,0 0 0,0 1 0,-1-1 0,-1 1 0,1 0 0,-1-1 0,0 1 0,0 0 0,0 0 0,-1 1 0,0-1 0,0 1 0,-1 0 0,1 0 0,-1 0 0,0 1 0,-1 0 0,1-1 0,-1 2 0,0-1 0,0 1 0,-4-2 0,8 4-4,0-1 0,0 1 1,0 0-1,0 0 0,0 0 0,0 0 0,0 0 0,0 1 1,0-1-1,0 1 0,-1-1 0,1 1 0,0 0 0,-1 0 1,1 0-1,0 0 0,0 0 0,-1 1 0,1-1 0,0 1 1,0-1-1,0 1 0,0 0 0,0 0 0,0 0 1,0 0-1,0 0 0,0 0 0,0 0 0,0 1 0,0-1 1,1 1-1,-1 0 0,1-1 0,-1 1 0,1 0 0,0 0 1,-1 0-1,1 0 0,0 0 0,0 0 0,1 0 0,-1 0 1,0 0-1,1 0 0,-1 1 4,7 8-1060,9-4-897</inkml:trace>
  <inkml:trace contextRef="#ctx0" brushRef="#br0" timeOffset="34741.754">8972 3717 29294,'0'0'976,"0"0"-607,0 0 199,0 0-24,-28 107-160,28-62-96,0 10 8,0 8-248,0 6-48,4 4 0,5 2 0,2-4 0,2-6 0,5-11 0,19-19 0,-2-13-680,0-22-1553</inkml:trace>
  <inkml:trace contextRef="#ctx0" brushRef="#br0" timeOffset="35148.892">10029 3693 27022,'0'0'2296,"0"0"-1494,0 0-107,0 0 21,6 18-121,29 120 13,7 335-575,-16-391 139,-25-81-232,0 1 0,0 0 0,1 0 0,-1 0 0,0-1 0,1 1 0,-1-1 0,1 1 0,0-1 0,-1 0 0,1 0 0,0 1 0,0-1 0,0 0 0,0-1 0,0 1 0,0 0 0,0 0 0,0-1 0,0 0 0,0 1 0,1-1 0,-1 0 0,0 0 0,0 0 0,0 0 0,0 0 0,0 0 0,1-1 0,-1 1 0,0-1 0,0 0 0,0 1 0,0-1 0,0 0 0,0 0 0,-1 0 0,1-1 60,25-19-4205</inkml:trace>
  <inkml:trace contextRef="#ctx0" brushRef="#br0" timeOffset="35692.419">11346 4031 976,'0'0'24467,"0"0"-20525,0 0-2686,0 0-1040,-2-22 83,-7-70-4,8 84-267,-1 0 0,0 0 0,-1 0 0,0 0 0,0 1 0,0-1 0,-1 1 0,0 0 0,-1 0 0,0 1 0,0-1 0,0 1 0,-1 0 0,1 0 0,-1 1 0,-1-1 0,1 2 0,-1-1 0,0 1 0,0 0 0,0 0 0,-1 0 0,1 1 0,-1 1 0,0-1 0,0 1 0,0 0 0,0 1 0,0 0 0,0 0 0,0 1 0,0 0 0,-1 1 0,1-1 0,0 2 0,0-1 0,0 1 0,0 0 0,1 1 0,-1-1 0,0 2 0,1-1 0,0 1 0,0 0 0,0 1 0,0-1 0,-5 6-28,-1 4 0,-1 0 0,2 1 0,0 0 0,1 1 0,0 0 0,1 1 0,1 0 0,1 1 0,0 0 0,2 0 0,0 1 0,1 0 0,0 0 0,2 0 0,0 0 0,1 1 0,2-1 0,-1 1 0,2-1 0,3 18 0,-4-25 0,1 0 0,0 0 0,1 0 0,1-1 0,-1 1 0,2 0 0,0-1 0,0 0 0,1 0 0,0 0 0,1 0 0,0-1 0,1 0 0,0 0 0,0-1 0,1 0 0,1 0 0,-1-1 0,1 0 0,1 0 0,-1-1 0,1-1 0,1 1 0,-1-2 0,1 1 0,0-1 0,0-1 0,1 0 0,-1-1 0,1 0 0,0-1 0,0 0 0,0 0 0,0-2 0,0 1 0,8-2 0,-7-5 0,0 0 0,-1-1 0,1 0 0,-2-1 0,1 0 0,-1-1 0,0 0 0,-1-1 0,0 0 0,-1 0 0,0-1 0,-1-1 0,0 1 0,0-1 0,-1-1 0,-1 1 0,0-1 0,-1 0 0,0-1 0,-1 1 0,-1-1 0,0 0 0,-1 0 0,0 0 0,-1 0 0,-1 0 0,0-9 0,1 18-40,-1 0 0,1-1 0,-1 1 0,1-1 0,-2 1-1,1-1 1,-1 1 0,1-1 0,-1 1 0,-1-1 0,1 1 0,-1 0 0,0 0 0,0 0 0,-1 0 0,1 0-1,-1 0 1,0 1 0,-1-1 0,1 1 0,-1 0 0,0 0 0,1 0 0,-2 1 0,1-1 0,0 1 0,-1 0-1,0 0 1,1 0 0,-1 1 0,0 0 0,-5-2 40,-23-4-2734</inkml:trace>
  <inkml:trace contextRef="#ctx0" brushRef="#br0" timeOffset="94223.376">5691 4883 23077,'0'0'2584,"0"0"-1337,0 0-618,0 0 123,0 0 48,0 0-189,0-15-133,0-48-81,1 59-363,-1 0 1,1 0 0,0 0 0,0 0-1,0 0 1,1 0 0,-1 0 0,1 0-1,0 1 1,0-1 0,0 1 0,1-1-1,-1 1 1,1 0 0,0 0 0,0 0-1,0 0 1,0 0 0,0 1 0,1-1 0,-1 1-1,1 0 1,0 0 0,-1 1 0,1-1-1,0 1 1,0-1 0,0 1 0,3 0-35,10-6 45,19-6 23,1 2-1,1 1 1,0 2 0,0 1-1,0 2 1,1 2 0,0 1 0,0 2-1,-1 2 1,1 2 0,-1 1-1,2 2-67,73 3 168,1-4 1,72-8-169,-43 0-10,532-4 10,-238 11 0,43 30 0,283-35 0,216-9 0,-498 93 0,-39-73 0,-281-13 0,-100 1 0,119 12 0,-177-2 0,-94 13-842,29-11-2885</inkml:trace>
  <inkml:trace contextRef="#ctx0" brushRef="#br0" timeOffset="107485.446">4933 4652 12171,'0'0'11997,"0"0"-8966,0 0-2493,0 0 134,0 0 184,-6-8-120,-14-25-248,72 25 582,224-2-593,51-35-286,-64-15 298,45-12-438,-234 62-51,-60 5-2299,-14-4-3916</inkml:trace>
  <inkml:trace contextRef="#ctx0" brushRef="#br1" timeOffset="146396.5">4847 4840 28150,'0'0'2112,"0"0"-1783,0 0 159,0 0 136,0 0-240,0 0-248,123-38-88,-44 17-16,13-1-16,6 2 0,3 10-16,2 10-8,24 4-248,-28 20-1184,-20-6-5394</inkml:trace>
  <inkml:trace contextRef="#ctx0" brushRef="#br0" timeOffset="176500.707">12006 101 28574,'0'0'991,"0"0"-235,0 0-220,0 0-137,0 0-95,4-17-85,16-51-71,-19 67-143,1-1 0,-1 1 0,0 0-1,0 0 1,1-1 0,-1 1 0,1 0 0,-1 1 0,1-1 0,-1 0 0,1 0 0,0 1 0,-1-1-1,1 0 1,0 1 0,0 0 0,-1-1 0,1 1 0,0 0 0,0 0 0,-1 0 0,1 0-1,0 0 1,0 1 0,-1-1 0,1 0 0,0 1 0,0 0 0,-1-1 0,1 1 0,-1 0 0,1 0-1,-1-1 1,1 1 0,-1 0 0,1 1 0,-1-1 0,0 0 0,2 2-5,0-1 12,20 14 24,0 1 0,-2 2 0,0 0 0,-1 1 0,-1 1 0,2 4-36,-3-5 9,11 10-4,-1 1-1,-2 1 1,-1 1 0,-2 1 0,0 1-1,-3 2 1,-1 0 0,-2 0-1,-1 2 1,-3 0 0,6 24-5,-16-34 1,-1 0 1,-1 1-1,-1-1 1,-2 0-1,-1 0 0,-1 0 1,-1 0-1,-2-1 1,-1 0-1,-1 0 1,-2 0-1,-7 13-1,-22 36 4,-4-2-1,-2-1 1,-34 38-4,-45 98-2910,102-174-1050</inkml:trace>
  <inkml:trace contextRef="#ctx0" brushRef="#br0" timeOffset="177003.157">12359 1388 6825,'0'0'21501,"0"0"-20701,0 0-560,0 0 328,0 0 265,0 0-385,164-4-240,-74-4-56,9 4-32,1 2-8,-5 2-48,-8 0-64,-8 0 0,-9 0-96,1 0-296,-21-12-1057,-15-12-4744</inkml:trace>
  <inkml:trace contextRef="#ctx0" brushRef="#br0" timeOffset="177264.439">13089 993 25125,'0'0'4097,"0"0"-3673,0 0-264,0 0 192,122 53 185,-69-39-201,-5 2-176,-6 4-88,-18 1-40,-22 7-32,-6 8 32,-42 9-16,-42 22-16,-54 26-280,17-14-841,2-8-3360</inkml:trace>
  <inkml:trace contextRef="#ctx0" brushRef="#br1" timeOffset="552741.542">14235 764 27326,'0'0'1009,"0"0"-176,0 0-288,0 0-205,-20-20-44,-68-64-14,84 80-266,1 1 1,-1-1-1,0 0 1,0 1 0,0 0-1,-1 0 1,1 0-1,-1 1 1,1-1 0,-1 1-1,0 0 1,0 0-1,0 1 1,0 0 0,0 0-1,-1 0 1,1 0 0,0 1-1,0 0 1,0 0-1,-4 0-16,2 0 8,-9 2-4,0 1 1,0 0 0,0 1 0,0 1-1,0 1 1,1 0 0,0 1 0,0 0-1,1 1 1,0 1 0,0 0 0,1 1 0,0 1-1,-4 5-4,-49 35 16,3 3 0,2 3 0,3 2 0,3 3-1,2 2 1,3 2 0,3 3 0,3 1 0,3 3 0,3 1 0,4 1-1,3 2 1,3 2 0,4 0 0,3 2 0,-5 53-16,19-86 51,3 1 1,2 1 0,2-1 0,3 0-1,4 23-51,-6-64 6,1 0 0,0 0 0,0-1-1,1 1 1,0-1 0,0 1-1,1-1 1,0 0 0,0 0 0,1-1-1,0 1 1,0-1 0,0 0-1,1 0 1,0-1 0,0 1-1,0-1 1,1-1 0,-1 1 0,1-1-1,1 0 1,6 2-6,7 1 3,1 0-1,0-2 1,-1-1 0,2-1-1,-1 0 1,0-2-1,17-1-2,28-2 1,-1-3 0,0-3 0,0-3 0,-1-2 0,0-4-1,-2-2 1,0-3 0,-1-2 0,9-9-1,30-18-6,-2-4 1,-3-5-1,-2-3 1,-3-5-1,0-7 6,-31 25-8,-1-3 0,-3-2-1,-3-2 1,-2-3-1,-2-2 1,34-61 8,-77 114-9,-1 3-15,-1 0 1,0 0-1,0 0 1,0 0-1,-1-1 1,0 0-1,0 1 0,-1-1 1,0 0-1,0 0 1,0 0-1,-1-1 1,0 1-1,-1 0 0,0-1 1,0 1-1,0 0 1,-1 0-1,0-1 1,-1-1 23,-4-3-349,-2 0 1,1 1 0,-1 0-1,-1 1 1,0 0 0,-1 0-1,0 1 1,0 0 0,-1 1-1,0 0 1,-7-3 348,-70-43-8963</inkml:trace>
  <inkml:trace contextRef="#ctx0" brushRef="#br1" timeOffset="678156.869">6555 1056 18940,'0'0'8425,"0"0"-6105,0 0-1923,0 0 22,0 0 109,22 8-24,2 1-364,123 20 473,-3-36-371,-1-5 0,52-15-242,60-7-3,196 10 3,1 19 0,196 32 0,-56-3 0,-293-17 0,1110 54 0,-1203-32 0,-199-20 0,-38-3 0,27-5 0,-56 4-20,-8-4-80</inkml:trace>
  <inkml:trace contextRef="#ctx0" brushRef="#br1" timeOffset="679589.421">6022 3076 27934,'0'0'744,"0"0"-346,0 0-148,0 0 150,0 0 68,27-3-143,183-24 105,-30 21-290,1 8-1,0 8 0,-1 8 1,54 18-140,204 18 14,868 58 708,-976-75-621,223-5-101,-382-32 8,23 0 128,0 9-1,65 15-135,-208-14 37,0 3-1,-2 1 1,1 3 0,20 11-37,92 31-3,-146-54 3,-1-1 0,1-1 0,1 0 0,-1-1 0,0-1 0,0 0 0,1-2 0,-1 0 0,0 0 0,1-1 0,-1-1 0,0-1 0,4-2 0,-11 1 0,-43 0-177,-3 5-710</inkml:trace>
  <inkml:trace contextRef="#ctx0" brushRef="#br1" timeOffset="683120.214">5936 4641 11899,'0'0'13200,"0"0"-9789,0 0-2985,0 0-81,0 0 224,0 0-5,17 0-110,115-11 81,-20-11-301,1 4 0,1 5 1,0 5-1,27 5-234,207 10 234,-98 0-41,151-18-193,549-24 0,-554 60 0,572-9 0,28 40 0,-357 22 0,-635-77 0,305 26 0,-2 13 0,52 25 0,-216-39 0,1-6 0,1-6 0,0-7 0,127-10 0,190-22 0,228 16 0,-657 10 0,0 1 0,0 2 0,0 1 0,0 1 0,0 2 0,-1 1 0,-1 2 0,0 1 0,6 4 0,-28-26 0,-21-75-936,-6 38-2145</inkml:trace>
  <inkml:trace contextRef="#ctx0" brushRef="#br1" timeOffset="688119.309">7328 6321 23909,'0'0'2474,"0"0"-280,0 0-1497,0 0-329,0 0 119,2-17-115,6-54-174,-7 68-186,0-1 0,0 1-1,0-1 1,1 1 0,0 0 0,-1 0 0,1 0 0,0 0 0,0 0 0,0 0 0,1 0 0,-1 1 0,1-1 0,0 1 0,-1-1 0,1 1 0,0 0 0,0 0 0,1 1 0,-1-1 0,0 1 0,3-2-12,4-2 42,158-49 886,-106 32-735,-16 3-86,1 3 0,0 1 0,1 3 0,0 2 0,1 2 0,15 1-107,589-45 0,-515 33 0,1 7 0,0 5 0,115 10 0,227 89 0,281 7 0,-74 17 0,-569-84-307,-128-34-1226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3.5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563 286 22117,'0'0'2967,"0"0"202,0 0-2046,0-19-546,0-126 591,0 141-1153,1-1 0,-1 0 0,1 1 0,-1-1 0,-1 0 0,1 1 0,-1-1 0,0 1 0,0-1 0,0 0-1,0 1 1,-1 0 0,0-1 0,0 1 0,0 0 0,0 0 0,-1 0 0,1 0 0,-1 1 0,0-1 0,0 1 0,-1-1-1,1 1 1,-1 0 0,0 1 0,1-1 0,-1 0 0,0 1 0,0 0 0,-1 0 0,1 0 0,-2 0-15,-12 3 7,1 0 1,-1 1-1,1 0 1,-1 2-1,1 0 1,0 1 0,1 1-1,-1 0 1,1 1-1,0 1 1,1 1-1,0 0 1,0 1-1,1 0 1,0 1-1,1 1 1,0 0-1,1 1 1,0 0-1,-9 14-7,3-4 42,0 1 0,2 0 0,1 1 0,0 1 0,2 0 0,1 1 0,2 1 0,0-1 0,2 1 0,1 1 0,1 0 0,2 0 0,0 0 0,2 0 0,2 1 0,0-1 0,5 25-42,-5-44 11,1-1 0,0 0 0,0 0 0,1 0 0,1 0 0,-1 0 0,1 0 0,1 0 1,0-1-1,0 0 0,1 0 0,-1 0 0,2 0 0,-1-1 0,1 1 0,0-1 0,1-1 0,0 1 0,0-1 0,0-1 0,0 1 0,1-1 0,0 0 0,0-1 1,1 0-1,-1 0 0,7 1-11,-3-3 0,-1-1 0,1-1 0,0 1 1,0-2-1,0 0 0,0 0 1,0-1-1,-1-1 0,1 0 0,-1 0 1,1-1-1,-1 0 0,0-1 0,-1-1 1,1 0-1,-1 0 0,0-1 0,-1 0 1,0 0-1,0-1 0,0-1 0,7-8 0,11-16 0,-1 0 0,-2-2 0,-1 0 0,-2-2 0,15-35 0,-21 45 0,-2 0 0,0 0 0,-2-1 0,-1-1 0,-1 0 0,-2 0 0,-1-1 0,-1 0 0,-2 0 0,0 0 0,-3-22 0,0 49-27,-1-1-1,-1 0 1,1 1-1,0-1 0,-1 0 1,0 1-1,0 0 1,0-1-1,0 1 1,0 0-1,-1 0 1,1 0-1,-1 1 1,0-1-1,0 0 1,0 1-1,0 0 1,0 0-1,-1 0 1,1 0-1,-1 0 1,1 1-1,-1-1 1,1 1-1,-1 0 1,0 0-1,0 1 1,1-1-1,-1 1 1,0 0-1,0 0 1,0 0-1,0 0 1,0 1-1,1-1 1,-1 1-1,-1 0 28,-30-1-1895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4.0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0 28190,'0'0'1016,"0"0"-688,0 0-96,0 0 200,0 0 65,0 0-105,-44 150-104,22-35 64,-2 35 104,2 11-72,5-24-184,10-41-200,7-43 0,0-21 0,35-2 0,0-7-32,-2-9-1480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4.8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418 145 27822,'0'0'948,"0"0"-345,0 0-114,0 0-10,-8-19-145,-27-60-130,33 76-194,0 0 1,0-1 0,0 1 0,-1 0 0,0 0 0,1 0 0,-1 1-1,0-1 1,0 1 0,-1 0 0,1-1 0,0 2 0,-1-1-1,0 0 1,1 1 0,-1-1 0,0 1 0,0 0 0,1 0 0,-1 0-1,0 1 1,0 0 0,0-1 0,0 1 0,0 1 0,0-1-1,0 0 1,0 1 0,0 0 0,0 0 0,1 0 0,-1 1 0,0-1-1,1 1 1,-1 0 0,1 0 0,-1 0 0,1 0 0,0 0-1,0 1 1,0 0 0,0-1 0,1 1 0,-1 0 0,0 1-11,-19 19 37,0 1 1,2 0-1,1 2 1,1 0-1,1 1 1,1 0-1,1 2 1,2 0-1,1 0 1,1 1-1,2 1 0,1-1 1,1 1-1,2 1 1,1-1-1,1 1 1,2 0-1,1 0 1,2 3-38,-2-32 0,0 1 0,0 0 0,0-1 0,0 1-1,0-1 1,1 1 0,0-1 0,0 1 0,0-1 0,0 1 0,0-1 0,1 0 0,0 1 0,-1-1 0,1 0 0,0 0 0,1 0-1,-1-1 1,0 1 0,1-1 0,-1 1 0,1-1 0,0 0 0,0 1 0,0-2 0,0 1 0,0 0 0,1 0 0,-1-1 0,0 0-1,1 0 1,-1 0 0,1 0 0,-1 0 0,2-1 0,15 0-3,1-1-1,-1-1 0,1-1 1,-1-1-1,0-1 0,0 0 1,0-1-1,-1-2 0,0 0 1,0-1-1,-1-1 0,0 0 1,-1-1-1,0-1 0,-1-1 1,0-1-1,-1 0 0,-1 0 0,0-2 1,-1 0-1,0 0 0,-2-1 1,0-1-1,8-16 4,-11 18-46,-1-1 0,-1-1-1,0 1 1,-1-1 0,-1 0-1,-1 0 1,0 0 0,-1-1 0,-1-9 46,-5-55-3165,-6 40-5766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6.6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545 184 27478,'0'0'1165,"0"0"-371,0 0-149,0 0-99,0 0-94,-7-20-147,-39-100 105,44 117-393,0 0 0,0 0 0,0 0 1,0 0-1,-1 1 0,0-1 0,1 0 0,-1 1 0,0 0 1,0 0-1,0 0 0,0 0 0,-1 0 0,1 1 0,-1-1 1,1 1-1,-1 0 0,1 0 0,-1 0 0,1 1 1,-1-1-1,0 1 0,1 0 0,-1 0 0,0 0 0,0 1 1,1-1-1,-3 1-17,-100 34 19,84-22-12,1 1 0,1 1 0,0 0 0,1 2 0,0 0 0,2 1 0,0 1 0,1 1 0,1 0 0,1 1 0,0 0 0,2 1 0,1 1 0,0 0 0,2 0 0,1 1 0,1 0 0,0 1 0,2 0 0,1 0 0,0 16-7,4-38 0,3 172 5,-2-170-5,0 1 0,0-1 1,1 1-1,0-1 0,0 0 1,0 0-1,0 0 0,1 0 1,0 0-1,0-1 0,0 1 1,0-1-1,1 0 0,0 0 1,0 0-1,0 0 0,0 0 1,1-1-1,-1 0 0,1 0 1,0 0-1,0-1 0,0 0 1,0 0-1,0 0 0,1 0 1,-1-1-1,1 0 0,2 1 0,9-3 6,0-1 0,0 0 0,0-1 0,-1-1 0,0-1-1,1 0 1,-2-1 0,1 0 0,-1-2 0,0 1 0,0-2 0,-1 0 0,0-1-1,-1 0 1,0-1 0,-1-1 0,0 0 0,0-1 0,-2 0 0,1 0 0,-2-1-1,0 0 1,0-1 0,-2 0 0,5-13-6,-5 14-161,-1 0 0,-1-1 0,0 0 0,-1 0 0,-1 0-1,0 0 1,-1-1 0,-1 1 0,0-1 0,-1 0 0,-1 1 0,0-1 0,-1 1 0,-2-6 161,-14-28-3102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7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261 1 26734,'0'0'1056,"0"0"-176,-72 108-208,41-43-16,1 28-191,-5 35-153,0 34-120,4 14-96,9-7-56,18-17-40,4-41-120,0-13-585,4-33-879,-2-29-6970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7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29526,'0'0'1481,"0"0"-1241,0 0 96,0 0-48,70 122-32,-48-94-104,0-2-152,0 9-32,-7-5-544,-13-3-1721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7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 27886,'0'0'1134,"0"0"-270,0 0-212,0 0-123,19-8-133,183-49 294,284 11-406,1 21 0,444 37-284,-453-2 48,-225-7-48,1007 48 0,-239 78 0,-857-91 0,-163-38-17,0 0 1,0 1-1,0-1 1,-1 0-1,1 1 1,0-1-1,0 1 0,-1-1 1,1 1-1,0 0 1,-1-1-1,1 1 0,0 0 1,-1-1-1,1 1 1,-1 0-1,1 0 1,-1 0-1,0-1 0,1 1 1,-1 0-1,0 0 1,0 0-1,1 0 1,-1 0-1,0 0 0,0 0 1,0-1-1,0 1 1,0 0-1,0 0 1,0 0-1,0 0 0,-1 0 1,1 0-1,0 0 1,0-1-1,-1 1 0,1 0 1,-1 0-1,1 0 1,-1-1-1,1 1 1,-1 0-1,1 0 0,-1-1 1,0 1-1,1 0 1,-1-1-1,0 1 1,1-1-1,-1 1 0,0-1 1,0 1-1,0-1 1,1 0-1,-1 1 1,-1-1 15,-22 9-1606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8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320 289 19220,'0'0'8839,"0"0"-6656,0 0-1653,-6-21-135,-34-161 181,40 180-572,1-1-1,0 0 1,-1 0 0,0 0 0,0 0 0,0 0 0,0 0 0,0 0-1,0 0 1,-1 0 0,0 0 0,1 1 0,-1-1 0,0 0-1,0 0 1,-1 1 0,1-1 0,-1 0 0,1 1 0,-1 0-1,0-1 1,0 1 0,0 0 0,0 0 0,0 0 0,0 0 0,-1 0-1,1 0 1,0 1 0,-1-1 0,0 1 0,1 0 0,-1 0-1,0 0 1,0 0 0,1 0 0,-1 0 0,0 1 0,0-1-1,0 1 1,0 0 0,0 0 0,0 0 0,0 1 0,0-1 0,0 0-1,0 1 1,1 0 0,-1 0 0,-3 1-4,-5 8 2,-1 0 0,2 1 0,-1 0 0,1 1 0,1 0 0,0 1 0,1 0 0,1 0 0,-1 0 0,2 1 0,-1 3-1,-6 12 1,1 1 1,1 1-1,2-1 1,1 1-1,1 1 1,2 0-1,1 0 1,1 0 0,2 0-1,2 0 1,0 0-1,3 0-2,-2-26-1,0 0 0,0 0 0,1 0 0,0-1 0,0 1 0,1-1 0,-1 0 0,1 0 0,0 0 0,1 0 0,-1-1 0,1 1 0,0-1 0,0-1 0,0 1 0,1-1 0,-1 1 0,1-2 0,0 1 0,-1 0 0,1-1 0,1-1 0,-1 1 0,0-1 0,0 0 0,0 0 0,1 0 0,-1-1 0,0 0 0,1 0 0,-1-1 0,0 0 0,1 0 0,-1 0 0,0-1 0,0 0 0,0 0 0,0-1 0,0 0 0,-1 0 0,1 0 0,-1 0 1,0-1-1,0 0 0,0 0 0,0 0 0,2-4 0,231-235-2660,-195 197-1894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9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29662,'0'0'849,"0"0"-185,0 0-208,0 0-88,0 132-184,2-99-160,0 5-24,3 21-424,-3-8-720,-2-7-1265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9.3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 1 18316,'0'0'12123,"0"0"-11603,0 0-120,0 0 48,0 0-168,-94 132-192,68-94-88,-5 5-16,-2 12-376,7-11-1033,6-11-7560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0:59.7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206 0 28782,'0'0'1384,"0"0"-1119,0 0 207,0 0-64,0 0 80,-63 140-72,34-23-136,-4 32-72,1 9-144,7-26-64,8-37 0,10-40 0,7-11-24,0-5-376,31-15-352,4-8-985,0-16-5488</inkml:trace>
  <inkml:trace contextRef="#ctx0" brushRef="#br0" timeOffset="325.383">640 475 26974,'0'0'1472,"0"0"-873,2-19-222,6-62 85,-7 77-450,0 0 1,0 0-1,0 1 1,0-1 0,-1 0-1,1 0 1,-1 0-1,0 0 1,0 0-1,0 1 1,-1-1 0,1 0-1,-1 0 1,0 0-1,0 0 1,-1 1-1,1-1 1,-1 1 0,1-1-1,-1 1 1,0-1-1,0 1 1,-1 0-1,1 0 1,-1 0 0,0 0-1,1 1 1,-1-1-1,0 1 1,-1-1-1,1 1 1,0 0 0,-1 0-1,1 1 1,-1-1-1,1 1 1,-1 0-1,0 0 1,0 0 0,1 0-1,-1 0 1,0 1-1,0 0 1,0 0-1,0 0 1,0 0 0,-2 1-13,-4 5 16,1 0 1,0 1 0,0 0 0,0 0-1,1 1 1,0 0 0,1 1 0,0-1-1,0 2 1,1-1 0,0 1 0,0 0-1,1 0 1,0 0 0,1 1 0,1-1 0,-1 1-1,2 0 1,-1 0 0,2 0 0,-1 2-17,-9 155 178,10-164-175,1-1 0,0 1 0,0 0 0,0 0 0,1 0-1,0-1 1,-1 1 0,1 0 0,0-1 0,1 1 0,-1 0 0,1-1-1,0 0 1,-1 1 0,1-1 0,1 0 0,-1 0 0,0 0 0,1 0-1,0 0 1,-1-1 0,1 1 0,0-1 0,0 0 0,1 0-1,-1 0 1,0 0 0,1 0 0,-1-1 0,1 0 0,0 1 0,-1-1-1,1-1 1,0 1 0,-1 0 0,2-1-3,11 0-69,0 0 1,1-1-1,-1-1 0,0-1 1,0 0-1,0-1 0,0-1 1,-1 0-1,0-1 0,0-1 0,0 0 1,1-2 68,39-19-1630</inkml:trace>
  <inkml:trace contextRef="#ctx0" brushRef="#br0" timeOffset="561.162">1171 168 25477,'0'0'4633,"0"0"-4288,0 0 271,20 104-8,-14-47-48,1 9-200,-3 5-192,-4 8-168,0 3 0,-6 7 0,-14 2 0,-13 21-256,7-23-1264,4-18-5122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2:45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0 24373,'0'0'5097,"0"0"-4497,-107 144-23,59-73-65,-3 20-40,-1 26-96,-3 19-88,0 8-120,11-8-88,7-12-40,11-12-40,12-1-40,10-8-424,4-31-768,0-26-2241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2:45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814 270 30455,'0'0'604,"-1"-20"-356,2 10-214,-1-1 0,0 0 1,0 0-1,-1 1 1,0-1-1,-1 0 0,-1 1 1,1-1-1,-2 1 0,1 0 1,-2 0-1,1 0 0,-1 1 1,0-1-1,-1 1 1,0 0-1,-1 1 0,0 0 1,0 0-1,-1 0 0,0 1 1,0 0-1,-1 0 0,1 1 1,-1 0-1,-9-3-34,2 7 3,0 2-1,0 0 0,0 1 1,0 0-1,0 1 0,1 1 1,-1 1-1,1 0 1,-1 1-1,1 0 0,1 1 1,-1 1-1,1 1 0,0 0 1,1 0-1,0 2 1,0-1-1,1 2 0,0 0 1,1 0-1,0 1 1,1 0-1,-4 7-2,-30 26 8,3 2 0,1 1 0,3 2 1,2 2-1,2 1 0,3 2 0,-15 36-8,40-80 18,0 1 0,0-1 0,1 1 0,0-1 0,1 1 0,1 0 0,0 0 0,0 0 0,1 1 0,1-1 0,0 0 0,0 1 0,2 2-18,0-9 11,1 0 0,0 0 1,0 0-1,1 0 0,-1-1 1,1 1-1,0-1 1,1 0-1,-1 0 0,1 0 1,0-1-1,0 0 0,1 0 1,-1 0-1,1-1 1,0 1-1,0-1 0,0-1 1,4 2-12,26 9 0,0-1 1,0-3-1,1 0 1,0-3 0,1-1-1,-1-2 1,1-1-1,0-2 1,21-3-1,-41 3 0,1-1 0,-1-1 0,1 0 0,-1-2 0,0 0 0,0-1 0,0 0 0,-1-2 0,0 0 0,0-1 0,0-1 0,-1 0 0,-1-1 0,1-1 0,-2 0 0,1-1 0,3-6 0,-6 7-50,-1-1 0,0-1 0,-1 0 0,-1 0 0,0-1 0,0 0 0,-2-1 1,0 0-1,0 0 0,-1 0 0,-1-1 0,-1 0 0,0 0 0,-1 0 0,-1-1 0,0 1 0,-2-1 0,0-5 50,1-43-1534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1:31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1641 6569,'0'0'17592,"0"0"-13335,0 0-3734,0 0-199,0 0-4,5-3 56,319-209 1032,-273 177-1396,-2-1-34,2 2 1,1 3-1,1 2 1,2 2-1,0 2 1,19-3 21,1 16-829,-43 11-3295,-26 1-8284</inkml:trace>
  <inkml:trace contextRef="#ctx0" brushRef="#br0" timeOffset="264.519">970 1665 28302,'0'0'728,"0"0"-512,-2 158-144,2-89-40,0 0-16,0-2-8,6-8-8,16-3-40,-4-19-552,-7-19-1680</inkml:trace>
  <inkml:trace contextRef="#ctx0" brushRef="#br0" timeOffset="580.198">1364 1492 25237,'-1'19'3156,"-30"345"-1140,29-323-1897,0-27-86,1 1-1,1-1 1,0 1 0,1 0-1,0-1 1,1 0-1,1 1 1,0-1-1,4 10-32,-6-21 5,0-1-1,0 0 0,0 0 1,0 0-1,1 1 1,-1-1-1,0 0 0,1 0 1,0-1-1,-1 1 1,1 0-1,0 0 0,0-1 1,0 1-1,0-1 0,0 0 1,0 0-1,0 0 1,1 0-1,-1 0 0,0 0 1,1 0-1,-1-1 1,0 1-1,1-1 0,-1 0 1,1 1-1,-1-1 1,1 0-1,-1-1 0,1 1 1,-1 0-1,1-1 0,-1 1 1,0-1-1,1 0 1,-1 0-1,0 0 0,0 0 1,1 0-1,-1 0 1,2-2-5,75-71 45,-72 63-44,0 1 0,-1-1 0,-1 0 0,0-1 0,0 1 0,-1-1 1,-1 0-1,0 0 0,0 0 0,-2 0 0,1-1 0,-1 1 0,-1-7-1,-3 16 1,0 0 0,0 0 0,0 1-1,0 0 1,0-1 0,-1 1 0,1 0 0,-1 0-1,1 1 1,-1-1 0,0 1 0,0 0 0,0 0-1,0 0 1,1 0 0,-1 1 0,0-1 0,0 1-1,0 0 1,0 0 0,0 1 0,0-1-1,0 1 1,0 0 0,0 0 0,-1 1-1,-7-2 1,-29 2-78,23 0-204,1-2 0,-1 1 0,0-2 0,0-1-1,0 0 1,0-1 0,1-1 0,-2-1 281,-44-21-3228</inkml:trace>
  <inkml:trace contextRef="#ctx0" brushRef="#br0" timeOffset="1125.509">599 606 25021,'0'0'3202,"0"0"-2360,-8-19-702,-27-61-7,30 70-33,0 0 1,0 0-1,-1 1 0,0 0 0,-1 0 0,0 0 0,0 1 0,-1 0 1,0 0-1,-1 1 0,-4-3-100,11 8 8,0 0 1,-1 0 0,1 1-1,0-1 1,-1 1 0,1-1-1,-1 1 1,0 0 0,1 0-1,-1 0 1,0 0 0,0 1-1,1-1 1,-1 1 0,0 0-1,0 0 1,0 0 0,0 0-1,1 0 1,-1 0 0,0 1-1,0 0 1,0-1 0,1 1-1,-1 0 1,0 0 0,1 1-1,-1-1 1,1 0 0,-1 1-1,1 0 1,0-1-1,-1 1 1,1 0 0,0 0-1,0 0 1,1 0 0,-1 1-1,0-1 1,1 0 0,-1 1-1,1-1 1,0 1 0,0 0-1,0-1 1,0 1 0,0 0-1,1 0 1,-1 0 0,1-1-1,-1 1 1,1 0 0,0 0-9,-1 10 2,0 1 1,1-1-1,0 1 1,1-1-1,0 0 1,2 0-1,-1 1 1,1-1-1,1-1 1,0 1-1,1 0 1,1-1-1,0 0 1,0 0-1,1-1 1,1 0-1,-1 0 1,2-1-1,0 1 1,0-2-1,1 0 1,0 0-1,0 0 1,1-1-1,0-1 1,4 2-3,212 101 3,-220-102-3,-1 0 0,0 1 0,0-1 0,0 1 0,-1 1 0,-1-1 0,1 1 0,-1-1 0,-1 1 0,0 0 0,-1 0 0,0 1 0,0-1 0,-1 1 0,0-1 0,-1 0 0,0 1 0,-1-1 0,-1 9 0,2-9 0,1-1 1,0 0 1,-1 0 0,0 0 0,0 0 0,-1 1 0,-1-1 0,1 0-1,-1-1 1,-1 1 0,0 0 0,0-1 0,0 1 0,-1-1 0,-1 0 0,1 0-1,-1 0 1,0-1 0,-1 0 0,0 0 0,0 0 0,-1-1 0,0 0-1,0 0 1,0 0 0,0-1 0,-1 0 0,0-1 0,0 0 0,-1 0-1,1-1 1,-1 0 0,1 0 0,-7 1-2,11-4-30,0 0 0,0-1 0,1 1-1,-1-1 1,0 1 0,0-1 0,1 0 0,-1-1 0,0 1 0,1-1-1,-1 1 1,1-1 0,0 0 0,0 0 0,-1-1 0,1 1 0,1-1 0,-1 1-1,0-1 1,1 0 0,-1 0 0,1 0 0,0 0 0,0-1 0,0 1-1,0-1 1,1 1 0,-2-4 30,0 1-138,-34-66-1825,26 39-2066,2 1-7974</inkml:trace>
  <inkml:trace contextRef="#ctx0" brushRef="#br0" timeOffset="1375.299">547 734 12171,'0'0'2240,"0"0"-1560,0 0 9106,0 0-8601,0 0-385,0 0-416,0 0-384,6-81-1665,-6 81-12314,0 0 5290</inkml:trace>
  <inkml:trace contextRef="#ctx0" brushRef="#br0" timeOffset="1593.94">1 847 16331,'0'0'4193,"0"0"2521,0 0-5826,0 0-552,0 0-216,0 0 184,44 126 0,-16-57-144,5 4-88,22 33-72,-7-19-224,-8-12-1064</inkml:trace>
  <inkml:trace contextRef="#ctx0" brushRef="#br0" timeOffset="1964.878">709 568 15803,'0'0'352,"0"0"10179,0 0-9883,0 0-360,-37 148 40,30-41-80,3-9-248,-3-7-1024</inkml:trace>
  <inkml:trace contextRef="#ctx0" brushRef="#br0" timeOffset="78862.49">648 1284 27718,'30'-18'779,"30"-18"-463,1 3 0,2 2 0,58-19-316,-70 33 167,1 2 0,1 3 0,-1 1 0,2 3 0,-1 3 0,33 1-167,-76 4 32,-1 0 1,0 0 0,1 1-1,-1 1 1,1 0 0,-1 0-1,0 0 1,0 1 0,0 1-1,-1 0 1,1 0 0,-1 0-1,0 1 1,0 0 0,0 1-1,-1 0 1,0 0 0,0 1-1,0-1 1,0 3-33,5 5 21,0 0 1,-1 1-1,0 1 1,-1 0-1,-1 0 1,-1 1-1,0 0 1,-1 0-1,-1 1 1,0 0-1,-2 0 1,0 0-1,-1 1 1,-1 0-1,0-1 1,-2 1-1,0 5-21,0-12 23,-1 0-1,1 0 1,-2 0-1,0 0 0,0 0 1,-1-1-1,0 1 0,-1-1 1,-1 0-1,0 0 1,0 0-1,-1 0 0,0-1 1,-1 0-1,0 0 0,-1-1 1,0 0-1,-6 5-22,-17 10 12,-1-2 1,-1-2-1,0-1 0,-2-1 0,0-2 0,-1-2 0,0-1 1,-1-2-1,-1-1 0,1-2 0,-2-2 0,1-1 1,0-2-1,-1-1 0,-12-3-12,45 1-1,-12 3 10,-1-1 1,0-1 0,0-1 0,1-1 0,-1 0 0,0-2-1,1 0 1,-1 0 0,1-2 0,0-1 0,1 0 0,-1-1-1,1-1 1,0 0 0,1-1 0,0-1-10,-7-13-10,1 0 0,1-2 0,1 0 0,2-1 0,0-1 1,2-1-1,0 0 0,3-1 0,0 0 0,2-1 0,1-1 0,-2-13 10,-10-28-40,3-1 0,3-1 0,4 0 0,3-1 0,3-1 0,4 1 0,2-1 0,6-14 40,-2 44-47,3 0 0,1 1 0,3 0-1,1 0 1,3 1 0,1 1 0,2 1 0,2 0-1,2 1 1,1 2 0,3 0 0,1 1 0,5-3 47,-23 30 8,0 1 1,0 0 0,1 1-1,0 0 1,0 0-1,1 1 1,1 0 0,-1 1-1,1 1 1,0 0-1,1 0 1,-1 1 0,1 1-1,0 0 1,0 1 0,0 0-1,1 1 1,-1 0-1,1 1 1,-1 1 0,1 0-1,0 1 1,-1 0 0,0 1-1,1 1 1,-1 0-1,0 1 1,9 4-9,-7 3 19,-2 0-1,0 2 1,0-1-1,-1 2 1,-1 0-1,0 0 1,-1 1 0,0 0-1,-2 1 1,1 0-1,-2 0 1,0 1 0,-1 0-1,3 17-18,4 14 53,-2 0 1,-2 1-1,-3 1 0,-1-1 1,-3 1-1,-2 0 1,-2-1-1,-3 1 0,-1-1 1,-3 0-54,-4 6 37,-3-1 1,-3 0 0,-1-2-1,-3 0 1,-3-1 0,-1-2 0,-26 34-38,47-71-4,0 0 0,0-1 1,-1 0-1,-1 0 0,0 0 1,0-1-1,-1 0 0,-1-1 1,1 0-1,-1-1 0,-1 0 1,0 0-1,0-1 0,0 0 1,-1-1-1,0-1 0,0 0 1,0 0-1,-1-1 0,-12 2 4,19-9 0,-1-1-1,1 1 0,0-1 0,0 0 1,0-1-1,1 1 0,-1-1 0,1 0 1,0-1-1,1 1 0,-1-1 1,1 0-1,0 0 0,1 0 0,-1 0 1,1-1-1,1 0 0,-1 1 1,1-1-1,0 0 0,1 0 0,-1 0 1,1-1-1,0-5 1,-2 2-144,1 1 0,0-1-1,1 0 1,-1 0 0,2 1 0,0-1 0,0 0 0,1 0 0,0 0 0,1 0-1,0 1 1,4-11 144,11-9-2571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2:52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1433 17292,'0'0'9284,"0"0"-6762,0 0-1894,0 0-80,0 0-18,0 0-129,-12 0-146,-22 0-145,25 0-62,28 0 15,94-7 128,0-5-1,-1-5 1,0-5-1,58-21-190,-80 20 40,479-113 76,-386 126-1104,-155 18-503,-16 4-1271</inkml:trace>
  <inkml:trace contextRef="#ctx0" brushRef="#br0" timeOffset="247.971">614 1759 29958,'0'0'673,"-53"104"-457,25-35-136,-1 10-48,7 2 24,9-2-56,6-8-24,12-10-536,15-19-1129,4-24-3784</inkml:trace>
  <inkml:trace contextRef="#ctx0" brushRef="#br0" timeOffset="557.874">1273 1526 29102,'-3'18'1331,"-113"370"-411,105-348-883,2 0-1,1 0 1,2 1-1,2 0 0,2 0 1,2 1-1,1 5-36,0-42 3,0 0 0,0 1 0,0-1 1,0 0-1,1 0 0,0 0 0,0 0 0,0 0 0,1 0 0,-1-1 0,1 1 0,1-1 1,-1 1-1,0-1 0,1 0 0,0-1 0,0 1 0,0 0 0,0-1 0,1 0 0,-1 0 1,1-1-1,0 1 0,0-1 0,0 0 0,0 0 0,0-1 0,0 1 0,1-1 0,-1 0 1,0-1-1,1 1 0,-1-1 0,1 0 0,-1 0 0,0-1 0,1 0 0,-1 0 0,0 0 1,0 0-1,1-1 0,-1 0 0,0 0 0,-1 0 0,4-2-3,0-1 3,-1 0 1,1 0-1,-1-1 0,0 0 0,0-1 0,0 1 1,-1-1-1,0-1 0,0 1 0,-1-1 0,0 0 1,-1 0-1,1 0 0,-2-1 0,1 0 1,-1 1-1,0-1 0,-1 0 0,0-1 0,-1 1 1,1 0-1,-2-4-3,-2 9 14,-1 0 0,-1 0 1,1 0-1,-1 0 0,1 0 1,-1 1-1,0-1 0,0 1 0,-1 0 1,1 0-1,-1 1 0,1-1 1,-1 1-1,0 0 0,0 0 0,0 1 1,0 0-1,0 0 0,0 0 1,0 0-1,-1 1 0,1-1 0,0 1 1,0 1-1,0-1 0,-1 1 1,-3 1-15,-2-3 14,-172 1-665,158 0-831</inkml:trace>
  <inkml:trace contextRef="#ctx0" brushRef="#br0" timeOffset="1216.046">487 423 29230,'0'0'727,"0"0"-256,0 0-46,6-22-35,38-137-52,-33-17-152,-12 172-185,-1 0 1,0 0-1,0 0 1,-1 0-1,1 1 1,-1-1-1,1 1 1,-1 0-1,0-1 1,-1 1-1,1 1 1,0-1-1,-1 0 1,0 1-1,1 0 1,-1 0-1,0 0 1,0 0-1,0 1 1,0-1-1,-1 1 1,1 0-1,0 0 1,0 1-1,-1-1 0,1 1 1,-1 0-1,1 0 1,0 0-1,-1 1 1,1 0-1,0 0 1,0 0-1,-1 0 1,1 0-1,0 1 1,0 0-1,0 0 1,1 0-1,-1 0 1,0 1-1,1-1 1,-1 1-2,-20 14-4,0 2 0,2 0 1,0 1-1,1 1 0,1 1 1,1 1-1,1 1 0,-13 21 4,26-39 0,0 1-1,1 0 0,0 0 1,0 1-1,0-1 0,1 1 0,0 0 1,0 0-1,1 0 0,0 0 1,0 0-1,1 0 0,0 6 1,3-11-2,1-1 0,0 1 0,-1 0 0,1-1-1,0 0 1,0 0 0,0 0 0,1 0 0,-1 0 0,0 0 0,1-1-1,-1 0 1,1 1 0,0-1 0,-1-1 0,1 1 0,0-1-1,-1 1 1,1-1 0,0 0 0,0 0 0,-1-1 0,1 1 0,0-1-1,-1 1 1,5-3 2,6 3-1,-6-1 3,1 1 0,-1-1 0,0 2 0,1-1 1,-1 1-1,0 0 0,1 1 0,-1 0 0,0 1 0,0-1 1,0 1-1,-1 1 0,1-1 0,-1 2 0,1-1 0,-1 1 0,-1 0 1,1 0-1,-1 0 0,0 1 0,4 4-2,9 24-8,-1 1 0,-1 0-1,-2 1 1,-2 0 0,-1 1-1,-2 1 1,-1 0 0,-2 0-1,-2 0 1,-2 1 0,-1 0 0,-2 0-1,-1 0 1,-5 18 8,6 10-308,0 32-1522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17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19852,'0'0'8506,"0"0"-7522,0 0-72,0 0-143,0 0-217,0 0-240,0 0-8,-94 88-40,59-21-56,4 6-104,7 8-104,6 4 0,14 6 0,6 17-64,25-23-968,1-26-1673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1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357 276 26118,'0'0'4409,"0"0"-3092,0-17-939,-6-132 167,6 146-545,-1 0 0,0 0 0,0 0 0,0 1 0,-1-1 0,1 1 0,0-1 0,-1 1 0,0-1 0,1 1 0,-1 0 0,0 0 0,0 0 0,-1 0 0,1 0 0,0 0 0,0 1 0,-1-1 0,1 1 0,-1 0 0,0-1 0,1 1 0,-1 0 0,0 1 0,0-1 0,1 0 0,-1 1 0,0-1 0,0 1 0,0 0 0,0 0 0,0 0 0,1 1 0,-1-1 0,0 1 0,-2 0 0,-95 46 0,86-36 0,-1 1 0,2 1 0,0 0 0,0 1 0,2 1 0,-1-1 0,2 2 0,0 0 0,1 0 0,0 0 0,2 1 0,0 0 0,0 1 0,2 0 0,0 0 0,0 8 0,4-22 0,1-1 0,-1 0 0,1 0 0,-1 0 0,1 0 0,0 1 0,0-1 0,0 0 0,1 0 0,-1 0 0,1 1 0,0-1 0,0 0 0,0 0 0,0 0 0,1 0 0,-1-1 0,1 1 0,-1 0 0,1 0 0,0-1 0,0 1 0,0-1 0,1 0 0,-1 0 0,0 0 0,1 0 0,0 0 0,-1 0 0,1 0 0,0-1 0,0 0 0,0 1 0,0-1 0,0 0 0,0 0 0,0-1 0,3 1 0,17-1 0,1-1 0,-1-1 0,1-2 0,-1 0 0,0-1 0,0-1 0,-1-2 0,0 0 0,0-1 0,0-1 0,-2-1 0,1-1 0,-1-1 0,-1-1 0,0 0 0,-1-1 0,-1-1 0,5-7 0,0 5 0,210-199-1602,-176 156-1765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19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19476,'0'0'11355,"0"0"-10699,0 0-344,0 0 368,-48 107-392,35-38-288,-2 30 0,-3 27 0,-4 26 0,5 6 0,6-24 0,6-43 0,3-48-1200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19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450 332 27990,'0'0'1928,"0"0"-1293,-2-16-356,-12-196 749,15 208-1026,-1 0-1,0 0 1,0 0 0,0 0 0,-1 0-1,0 0 1,1 0 0,-1 0-1,-1 0 1,1 0 0,0 1-1,-1-1 1,0 0 0,0 1-1,0-1 1,0 1 0,-1 0-1,1 0 1,-1 0 0,0 0-1,0 0 1,0 0 0,0 1-1,0 0 1,-1-1 0,1 1-1,-1 0 1,0 1 0,1-1-1,-1 1 1,0-1 0,0 1-1,0 0 1,0 1 0,0-1-1,0 1 1,0-1 0,0 1-1,0 1 1,0-1 0,0 0 0,0 1-1,0 0-1,-15 5 3,0 2-1,0 0 1,1 1 0,0 0-1,1 2 1,0 0 0,0 1 0,1 1-1,1 0 1,0 1 0,1 0-1,1 2 1,0-1 0,1 2-1,1-1 1,-8 16-3,13-23 3,0-1-1,1 0 1,0 1 0,1 0-1,-1 0 1,2 1 0,-1-1-1,2 1 1,-1 0 0,1 0-1,0 0 1,1 0 0,1 0-1,-1 0 1,2 5-3,0-11 0,1-1 1,0 0-1,0 0 1,0 0-1,0 0 1,1 0-1,-1 0 1,1-1-1,-1 1 1,1-1-1,0 0 1,0 0-1,0 0 1,1 0-1,-1 0 1,0-1-1,1 1 0,-1-1 1,1 0-1,-1 0 1,1 0-1,-1-1 1,1 1-1,0-1 1,-1 0-1,1 0 1,0 0-1,-1 0 1,1-1-1,0 1 1,-1-1-1,3-1 0,7 2 1,21-4-51,0-1 0,-1-2 0,1-1 1,-2-2-1,1-1 0,-2-2 0,1-1 1,-2-1-1,24-16 50,143-94-1581,-75 28-6064,-34 23-10263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20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502 266 30166,'0'0'605,"0"0"-276,-3-20-40,2 14-256,-36-132 644,35 132-666,-1-1 1,0 1-1,0 0 0,-1 1 0,1-1 0,-1 0 0,0 1 1,-1 0-1,1 0 0,-1 0 0,0 1 0,0 0 1,-1 0-1,1 0 0,-1 0 0,0 1 0,0 0 0,0 0 1,0 1-1,-1-1 0,1 1 0,-1 1 0,0-1-11,-3 2 1,0-1 0,0 2-1,0-1 1,0 2 0,0-1-1,0 1 1,0 1 0,1-1 0,-1 2-1,1-1 1,0 1 0,0 1-1,0 0 1,0 0 0,1 1-1,0 0 1,0 0 0,0 1 0,-4 5-1,-5 5 6,1 1 1,1 1-1,1 0 0,0 1 1,2 1-1,0 0 1,-7 18-7,13-24 26,0 0 1,0 0 0,2 1-1,0 0 1,1 0-1,0 0 1,1 0-1,1 0 1,1 1-1,0-1 1,2 11-27,0-22 2,-1 0 1,1 0-1,0 0 0,0 0 1,0-1-1,0 1 0,1 0 1,0-1-1,0 0 0,0 0 1,1 0-1,-1 0 0,1 0 1,0-1-1,0 0 0,0 0 0,1 0 1,-1 0-1,1 0 0,0-1 1,-1 0-1,1 0 0,0 0 1,0-1-1,0 0 0,0 0 1,1 0-1,3 0-2,152-5-5,-135-2-30,0-2 0,0-1 0,-1-1 0,0-2 0,-1 0 0,11-8 35,-25 14-42,85-51-886,-17 1-1205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17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138 138 30591,'0'0'792,"0"0"-328,0 0 144,-35 118-296,22-68-312,-2 5 0,2 0 0,0 2 0,-5-2 0,3-13-1112,-1-18-4753</inkml:trace>
  <inkml:trace contextRef="#ctx0" brushRef="#br0" timeOffset="742.268">491 89 25750,'0'0'1907,"0"0"-670,0 0-450,0 0-155,0 0-166,-22-15-197,-72-44-137,92 57-128,-1 0 0,0 0 0,1 1 0,-1 0-1,0-1 1,0 1 0,0 0 0,0 1 0,0-1 0,0 0 0,-1 1 0,1 0-1,0-1 1,0 1 0,0 1 0,0-1 0,0 0 0,-1 1 0,1 0 0,0-1-1,0 1 1,0 0 0,0 1 0,0-1 0,1 0 0,-1 1 0,0 0 0,1-1-1,-3 3-3,-2 0 13,-11 11 45,1 1-1,0 0 0,1 1 1,0 0-1,2 2 0,0 0 1,1 0-1,1 1 0,1 1 1,1 0-1,0 0 0,2 1 1,1 0-1,0 0 1,2 1-1,0 0 0,2 0 1,0 0-1,2 1 0,0-1 1,2 0-1,1 2-57,-2-19 6,2 1-1,-1-1 1,1 0 0,-1 0 0,2-1-1,-1 1 1,1 0 0,-1-1 0,2 1-1,-1-1 1,1 0 0,-1 0-1,1 0 1,1-1 0,-1 1 0,1-1-1,-1 0 1,1 0 0,0-1 0,1 1-1,-1-1 1,1-1 0,-1 1-1,1-1 1,0 1 0,0-2 0,0 1-1,0-1 1,0 0 0,0 0 0,0 0-1,2-1-5,13 2 2,-1-1 0,1-1 0,0-1 0,-1-1 0,0-1-1,1-1 1,-1 0 0,0-1 0,8-5-2,-4 1 0,-1-1 0,-1 0 0,0-2 0,0-1 0,-1-1 0,-1 0 0,0-2 0,-1 0 0,-1-1 0,-1-1 0,0-1 0,-1 0 0,-1-1 0,11-20 0,-22 34 0,0-1 0,-1 1 0,0-1 0,0 1 0,-1-1 0,0 0 0,0 0 0,-1 0 0,0 0 0,0 0 0,0 0 0,-1 0 0,0 0 0,0 0 0,-1-1 0,0 1 0,0 0 0,-1 0 0,0 1 0,0-1 0,0 0 0,-1 0 0,0 1 0,-1 0 0,1-1 0,-1 1 0,0 1 0,-1-1 0,1 1 0,-1-1 0,0 1 0,-1 1 0,1-1 0,-1 1 0,0 0 0,0 0 0,-4-2 0,-76-24-40,100 44-1303,15-3-371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1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531 305 21869,'0'0'4753,"0"0"-2433,0 0-1530,0 0-126,0 0-69,0 0-157,-1-19-88,-9-156 293,11 171-634,-1 0 0,1 0 0,-1 0 0,0 0 0,0 0 0,0 0 0,-1 0 0,1 0 0,-1-1 0,0 1 0,0 1 0,-1-1 0,1 0 0,-1 0 0,0 0 0,0 1 0,0-1 0,0 1 0,0-1 0,-1 1 0,0 0 0,0 0 0,0 0 0,0 1 0,0-1 0,0 1 0,-1-1 0,1 1 0,-1 0 0,0 0 0,1 1 0,-1-1 0,-2 1-9,-4 2-3,0 0 0,0 1 0,0 1-1,1 0 1,-1 0 0,1 1 0,-1 0 0,1 1 0,1 0 0,-1 0 0,1 1-1,-1 0 1,2 0 0,-1 1 0,1 0 0,0 0 0,0 1 0,1 0-1,0 0 1,-3 6 3,-30 36-7,3 1 1,3 2-1,1 1 0,3 2 0,3 1 0,-5 19 7,-17 112-2,47-181 4,1 0 1,-1-1-1,1 1 0,1-1 0,-1 1 1,1-1-1,0 1 0,1-1 0,0 1 1,0-1-1,0 0 0,1 0 0,-1 0 1,2 0-1,-1-1 0,1 1 0,-1-1 0,1 1 1,1-1-1,-1-1 0,1 1 0,0-1 1,0 1-1,0-2 0,0 1 0,1 0 1,4 1-3,4-1 4,1-1 0,-1-1 0,1-1 0,-1 0 0,1 0 0,0-1 0,-1-1 0,1-1 0,0 0 0,-1-1 0,0 0 0,1-1 0,-2-1 0,1 0 1,0-1-1,-1-1 0,0 0 0,-1 0 0,1-1 0,-1-1 0,-1 0 0,0-1 0,3-4-4,61-47-306,-3-3 0,-3-3 0,30-41 306,-37 35-1835</inkml:trace>
  <inkml:trace contextRef="#ctx0" brushRef="#br0" timeOffset="262.079">1200 608 25910,'0'0'5041,"0"0"-4577,0 0-88,94 125 344,-63-104-464,0-9-256,-3-2 0,1-10 0,-5 0-200,-11-10-2529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23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 26118,'0'0'4176,"0"0"-3671,0 0-129,0 0-72,0 0 96,0 0-224,-92 122-168,55-81-8,-37 29-456,6-9-857,0-8-4704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2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110 101 22749,'0'0'5209,"0"0"-4257,0 0-352,0 0 16,0 0 41,0 0-153,0 0-208,53-71-120,-47 69-104,5 2-56,11 12-16,-2 10-88,-5-5-1273</inkml:trace>
  <inkml:trace contextRef="#ctx0" brushRef="#br0" timeOffset="781.199">1 0 27382,'0'0'1520,"0"0"-616,0 0-271,0 0-73,0 0-96,0 0-88,0 0-152,114 46-128,-81-7-56,4 28-40,-9-7-448,-12-9-2897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13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1 689 29350,'0'0'712,"160"-37"-472,2-23 9,44-19 247,15-13-56,-6 1-104,-24 8-56,-16 8-136,-21 18-88,-36 16-56,-35 13-16,-8 8-352,-29 6-664,-11 3-1585</inkml:trace>
  <inkml:trace contextRef="#ctx0" brushRef="#br0" timeOffset="218.98">1108 535 29934,'-53'111'769,"0"15"-353,18-10-192,14-17-40,10-18-104,11-20-80,0-14-40,26 1-360,11-11-513,-2-13-1407</inkml:trace>
  <inkml:trace contextRef="#ctx0" brushRef="#br0" timeOffset="497.999">1746 439 29718,'0'0'687,"-14"27"-303,-94 230 174,92-196-492,3 0 0,3 1 1,3 0-1,0 60-66,5-114 1,2-1 1,-1 0-1,1 1 0,0-1 0,1 0 1,-1 1-1,1-1 0,1 0 0,0 0 0,0 0 1,0 0-1,1 0 0,-1 0 0,2-1 1,-1 1-1,1-1 0,0 0 0,0 0 1,1 0-1,0 0 0,0-1 0,0 0 1,1 0-1,-1-1 0,1 1 0,0-1 1,1 0-1,0 0-1,3 0-3,0-1 0,-1 0 0,1-1 0,0 0 0,1 0 0,-1-1 0,0 0 0,0-1 0,1 0 0,-1-1 0,0 0 0,0-1 0,0 0 0,0 0 0,0-1 0,0 0 0,-1-1 0,1 0 1,-1-1-1,0 0 0,0 0 0,-1-1 0,0 0 0,0 0 0,0-1 0,0 0 0,-1 0 0,-1-1 0,1 0 0,-1 0 0,0-1 0,-1 0 0,0 0 0,-1 0 0,1 0 0,-2-1 0,1 1 0,-1-1 0,-1 0 0,0 0 0,0-4 3,-2 11 7,1 0-1,-1 1 0,0-1 0,0 0 0,0 0 1,-1 0-1,1 1 0,-1-1 0,0 0 1,1 1-1,-1-1 0,0 0 0,0 1 0,-1-1 1,1 1-1,-1 0 0,1-1 0,-1 1 0,0 0 1,0 0-1,1 0 0,-2 0 0,1 0 0,0 0 1,0 1-1,0-1 0,-1 1 0,1-1 1,-1 1-1,1 0 0,-1 0 0,0 0 0,1 1 1,-1-1-1,0 0 0,-1 1-6,-113-5 128,88 6-113,-17 2-135,0 3 0,0 1 0,1 3-1,0 1 1,-4 4 120,33-11-238,-28 9-2025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13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72 287 24485,'0'0'4070,"0"0"-2859,0 0-831,0 0-23,0 0-60,-7 17-132,-57 189 241,67-55-146,-2-146-256,1 1 0,0-1 0,0 0 0,1 0-1,-1 0 1,1 0 0,0 0 0,0-1 0,1 1 0,0-1-1,-1 0 1,1 0 0,0 0 0,1 0 0,-1-1-1,1 0 1,0 0 0,0 0 0,-1-1 0,2 1 0,-1-1-1,0 0 1,0-1 0,1 1 0,-1-1 0,2 0-4,22 3-16,1-1 1,0-2-1,0-1 1,-1-1-1,1-1 1,0-2-1,-1-1 1,0-1-1,0-2 1,0-1-1,-1-1 1,-1-1-1,0-2 1,0 0-1,-1-2 1,-1-1-1,0-1 1,2-4 15,2-1-738,-1-2 0,-2-1 1,0-1-1,-1-1 0,12-20 738,8-22-6494</inkml:trace>
  <inkml:trace contextRef="#ctx0" brushRef="#br0" timeOffset="249.042">605 1 27046,'0'0'1328,"0"0"-560,0 0-72,-72 154-152,52-58-239,0 35-193,0 26-112,3-20-104,-3-31-1921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15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421 13 27558,'0'0'1136,"0"0"-456,0 0-176,-64 108 121,42-39-169,-6 24-160,10-4-112,1 3-80,6-3-64,11-22-16,0-2-24,2-19-112,29-35-536,2-11-1473,-7-7-14666</inkml:trace>
  <inkml:trace contextRef="#ctx0" brushRef="#br0" timeOffset="375.052">809 1 27966,'0'0'744,"0"0"-162,0 0-62,0 0-75,20 13-151,62 47-141,-79-58-149,0 0 0,-1 0 0,1 1 0,-1-1 1,0 1-1,0-1 0,0 1 0,0 0 0,0 0 0,0 0 0,-1 0 0,1 0 1,-1 0-1,0 1 0,0-1 0,0 0 0,-1 0 0,1 1 0,-1-1 0,1 1 1,-1-1-1,0 0 0,-1 1 0,1-1 0,0 1 0,-1-1 0,0 0 0,0 1-3,-1 9 8,-3 2 2,0 0-1,-1-1 1,0 0 0,-1 0-1,-1-1 1,0 1-1,-1-2 1,0 1 0,-1-1-1,0-1 1,-1 0-1,-1 0 1,-2 1-11,-12 14 77,-26 39 112,77-58-166,3-9 35,-1-2 1,0-1-1,0-1 0,0-1 1,-1-1-1,0-2 0,21-11-58,145-39-4347,-175 59-4190</inkml:trace>
  <inkml:trace contextRef="#ctx0" brushRef="#br0" timeOffset="670.17">0 1230 29254,'0'0'656,"116"-38"-408,11-27 321,55-36-41,31-15-120,-7 4-152,-17 19-112,-36 28-72,-30 19-72,-31 19 0,-24 15-152,2 10-272,-13 2-672,-13 0-1417</inkml:trace>
  <inkml:trace contextRef="#ctx0" brushRef="#br0" timeOffset="935.103">680 914 27566,'0'0'3281,"0"0"-3017,-92 128-176,61-61-56,9 2 24,11-2-32,9 1-16,2-5-8,4-4-128,20-14-360,22-25-345,-2-14-327,-4-6-1552</inkml:trace>
  <inkml:trace contextRef="#ctx0" brushRef="#br0" timeOffset="1217.917">1256 798 28158,'0'0'1440,"-7"26"-1010,-90 372 363,95-390-777,-9 45 78,2 1-1,2 0 0,2 0 1,3 0-1,3 9-93,-1-59 9,2 0 0,-1-1 0,0 1 0,1-1 0,-1 1 0,1-1 0,0 1 0,0-1 0,1 0 0,-1 0 0,0 0 0,1-1 0,0 1 0,0 0 0,0-1 0,0 0 0,0 0 0,0 0 0,1 0 0,-1 0 0,1-1 0,-1 1 1,1-1-1,-1 0 0,1 0 0,0 0 0,0-1 0,0 1 0,-1-1 0,1 0 0,0 0 0,0 0 0,0-1 0,-1 1 0,1-1 0,0 0 0,0 0 0,-1 0 0,1-1 0,-1 1 0,1-1 0,-1 0 0,0 0 0,1 0 0,-1 0 0,0 0 0,-1-1 0,1 0 0,0 1 0,-1-1 0,2-2-9,6-1 2,-1-1 0,-1-1 1,1 1-1,-1-1 0,-1 0 0,1-1 0,-1 0 1,-1 0-1,0-1 0,0 1 0,-1-1 0,0-1 0,0 1 1,-1-1-1,-1 1 0,0-1 0,0 0 0,-1 0 1,-1-1-1,0 1 0,0 0 0,-2-12-2,-1 20-4,-1 0 0,0 0 0,-1 0 0,1 0 1,0 1-1,-1-1 0,1 1 0,-1 0 0,0 0 0,0 0 0,0 0 0,0 1 0,0-1 0,0 1 0,0 0 0,-1 0 0,1 1 0,0-1 1,-1 1-1,1 0 0,0 0 0,-1 1 0,0-1 4,3 0-5,-112 0-1452,67 1-1773</inkml:trace>
  <inkml:trace contextRef="#ctx0" brushRef="#br0" timeOffset="2604.124">303 2581 29030,'0'0'624,"0"0"-248,153 6 81,-19-36 71,41-23-152,16-8-176,-5 4-40,-24 21-24,-28 20-8,-27 12-56,-25 4-72,-28 2 0,-16 12 0,3 6-224,-19 19-96,-4-1-953,-18-7-3672</inkml:trace>
  <inkml:trace contextRef="#ctx0" brushRef="#br0" timeOffset="2871.174">962 2705 30014,'0'0'737,"-50"105"-537,21-34-128,3 12 72,11 3-40,10 1-72,5 0-32,38 0-288,10-22-617,0-28-1767</inkml:trace>
  <inkml:trace contextRef="#ctx0" brushRef="#br0" timeOffset="3151.984">1607 2640 29918,'0'0'803,"-13"20"-435,-28 49-117,3 1-1,4 3 0,-12 35-250,28-50 115,2 0 0,2 0 1,3 2-1,3-1 0,3 1 0,1 26-115,4-79 6,0 1-1,0-1 1,0 0-1,1 0 1,0 0 0,1 0-1,0 0 1,0-1 0,0 1-1,1 0 1,0-1-1,0 0 1,0 1 0,1-1-1,0-1 1,1 1 0,-1 0-1,1-1 1,0 0-1,0 0 1,0-1 0,1 1-1,0-1 1,0 0-1,0-1 1,0 1 0,0-1-1,1-1 1,0 1 0,-1-1-1,1 0 1,0 0-1,0-1 1,0 0 0,0 0-1,0-1 1,0 0 0,0 0-1,1-1 1,-1 0-1,0 0 1,3-1-6,8-6 0,-1-1 0,0 0 0,0-2 0,-1 0 0,0 0 0,-1-2 0,0 0 0,-1 0 0,-1-1 0,0-1 0,-1-1 0,1-2 0,0 5 0,-2-1 0,0 0 0,0-1 0,-1 0 0,-1-1 0,-1 0 0,0 0 0,-1-1 0,-1 0 0,-1 0 0,0 0 0,-1-1 0,-1 0 0,0 0 0,-1-16 0,-4 29-18,0 0 1,0 0-1,-1 0 0,0 0 1,0 1-1,0-1 0,-1 1 1,1-1-1,-1 1 1,0 0-1,0 1 0,-1-1 1,1 1-1,-1 0 0,1 0 1,-1 0-1,0 1 0,0-1 1,-1 1-1,1 0 0,0 1 1,-1-1-1,1 1 1,-1 0-1,1 1 0,-1-1 1,1 1-1,-2 0 18,2-1-29,-298-34-3684,211 24-2189</inkml:trace>
  <inkml:trace contextRef="#ctx0" brushRef="#br0" timeOffset="3585.204">925 1502 27894,'0'0'872,"0"0"-300,0 0-8,-13 19-49,-155 281 220,56-11-474,107-266-257,1-1 0,1 1-1,1 0 1,2 0-1,0 0 1,1 0 0,1 3-4,-2-25-9,0 1 0,0-1 1,0 1-1,0-1 1,0 1-1,1-1 0,-1 1 1,1-1-1,-1 1 0,1-1 1,-1 0-1,1 1 0,0-1 1,-1 0-1,1 1 1,0-1-1,0 0 0,0 0 1,0 0-1,0 1 0,0-1 1,1 0-1,-1-1 0,0 1 1,0 0-1,1 0 1,-1 0-1,0-1 0,1 1 1,-1-1-1,1 1 0,-1-1 1,1 0-1,-1 1 1,1-1-1,-1 0 0,1 0 1,-1 0-1,1 0 0,-1 0 1,1-1-1,-1 1 0,1 0 9,36-26-5480,-20-4-10305</inkml:trace>
  <inkml:trace contextRef="#ctx0" brushRef="#br0" timeOffset="3963.498">1326 1443 27206,'0'0'1075,"0"0"-474,0 0 47,0 0 206,0 0-250,0 0-308,-9 21-104,-56 150 117,59-147-265,1 1-1,0 0 0,2 0 1,1 1-1,1-1 1,1 1-1,2-1 0,1 8-43,-2-29 3,0 0 0,1 1 1,0-1-1,0 0 0,0 0 0,0 0 0,0-1 0,1 1 0,0 0 1,0-1-1,0 0 0,0 0 0,0 0 0,0 0 0,1 0 0,0 0 1,-1-1-1,1 0 0,0 0 0,0 0 0,1 0 0,-1-1 0,0 1 1,0-1-1,1 0 0,-1-1 0,1 1 0,-1-1 0,2 1-3,4 0 4,1-1-1,0 0 0,0 0 1,0-1-1,-1-1 0,1 0 1,0 0-1,-1-1 1,0 0-1,1-1 0,6-3-3,-9 3 0,0 1 0,-1-2-1,1 1 1,-1-1 0,0-1-1,0 1 1,0-1 0,-1 0-1,0 0 1,0-1 0,-1 0-1,0 0 1,0-1 0,0 1-1,-1-1 1,0 0 0,-1 0-1,0 0 1,0 0 0,0-1-1,-1 1 1,-1-1 0,1 0-1,-1-3 1,-4 8-1,1-1 0,-1 1 0,0-1 0,0 1-1,0 0 1,-1 0 0,1 0 0,-1 1 0,0-1 0,0 1 0,-1 0-1,1 0 1,0 1 0,-1-1 0,0 1 0,0 0 0,1 0-1,-1 0 1,0 1 0,-1 0 0,1 0 0,0 0 0,0 0-1,0 1 1,-1 0 0,1 0 0,0 0 0,0 1 0,0 0 0,-1 0 1,-1-1-3,-6-2-20,-1 1 0,0 1 1,0 0-1,0 1 0,1 1 0,-1 0 0,0 1 1,1 0-1,0 1 0,0 1 0,0 0 0,0 0 23,-92 79-2071,70-46-1489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17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14 202 30126,'0'0'697,"0"0"-521,0 0 88,166 51 104,-38-49-112,25-2-128,7-24-80,-28-7-8,-38 3-40,-37 8-24,-13 5-24,4-7-232,-9 4-432,-12 0-1585</inkml:trace>
  <inkml:trace contextRef="#ctx0" brushRef="#br0" timeOffset="266.894">95 1 26238,'0'0'4120,"0"0"-3799,0 0-257,0 0 0,0 0 128,0 0-56,-37 108-72,21-66-32,1 11-32,0 8 8,4 12-8,11 31-104,0-15-625,0-16-1303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23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383 259 27502,'0'0'1719,"0"0"-978,0 0-196,0 0-113,0 0-132,-10-21-127,-61-119 30,69 134-192,0 1 0,0 0 0,-1-1 0,1 1 0,-1 0 0,0 0 0,0 0 1,-1 1-1,1-1 0,-1 1 0,0 0 0,-1 0 0,1 0 0,-1 0 0,1 1 0,-1 0 0,0 0 0,0 0 1,-1 1-1,1-1 0,0 1 0,-1 1 0,1-1 0,-1 1 0,0 0 0,0 0 0,1 0 0,-1 1 0,0 0 1,0 0-1,1 1 0,-1-1 0,0 1 0,0 0 0,1 1 0,-1 0 0,1-1 0,-1 2 0,1-1 0,0 1 1,0 0-1,0 0 0,0 0 0,-3 3-11,-3 9 1,1 0 0,1 0-1,0 1 1,1 0 0,0 1 0,2 0 0,0 0 0,0 0 0,2 1-1,0 0 1,1-1 0,1 2 0,1-1 0,1 0 0,0 0 0,1 0 0,2 7-1,-3-18 0,1 0 0,1 0 0,-1 0 0,1 0 0,1 0 0,-1 0 1,1-1-1,0 1 0,1-1 0,-1 0 0,1 0 0,1 0 0,-1 0 1,1-1-1,0 0 0,0 0 0,0 0 0,1 0 0,0-1 0,-1 0 1,2 0-1,-1-1 0,0 0 0,1 0 0,-1 0 0,1-1 1,0 0-1,0 0 0,0-1 0,0 0 0,0 0 0,5 0 0,9 0-2,-1-1-1,1-1 0,0 0 1,-1-2-1,0 0 1,1-1-1,-1-2 0,-1 0 1,1-1-1,-1 0 1,1-3 2,196-121-778,-103 52-1021,-12 4-2153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24.1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28422,'0'0'1520,"0"0"-927,7 107-113,1-70 24,3-5-144,3-5-192,1-1-104,2 0-40,3 1-24,11 11-184,-5-11-472,-6-1-1377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24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266 341 30390,'0'0'750,"0"0"-439,9-20-119,64-171 319,-67 88-466,-9 100-45,1 1 1,-1-1-1,0 1 1,0 0-1,0 0 1,0 0-1,0 1 1,0-1-1,-1 1 1,1-1-1,0 1 1,-1 0-1,1 1 1,-1-1-1,0 1 1,1-1-1,-1 1 1,1 0-1,-1 0 1,0 0-1,1 1 1,-1-1-1,1 1 1,-1 0-1,1 0 1,-1 0-1,1 1 1,0-1-1,0 1 1,0 0-1,-1 0 1,2 0-1,-1 0 1,0 0-1,-1 2 0,-15 9 3,0 2-1,2 0 0,-1 1 1,2 1-1,0 0 0,1 1 1,1 1-1,1 0 0,0 1 1,2 0-1,0 1 0,1 0 1,1 1-1,2 0 0,0 1 1,1-1-1,1 1 0,1 0 1,1 0-1,0 18-2,3-36-3,0-1 0,0 1 0,1 0 0,-1 0 0,1-1 0,0 1 1,0 0-1,1-1 0,-1 1 0,1-1 0,0 1 0,0-1 0,1 0 0,-1 0 0,1 0 0,0 0 1,0-1-1,0 1 0,0-1 0,1 1 0,0-1 0,-1 0 0,1-1 0,0 1 0,0-1 0,1 1 1,-1-1-1,0-1 0,1 1 0,-1 0 0,1-1 0,0 0 0,-1 0 0,1-1 0,0 1 0,0-1 1,-1 0-1,1 0 0,0 0 0,2-1 3,166-37-847,-94 2-943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24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146 151 28478,'0'0'1430,"0"0"-790,0 0-28,0 0-120,9-19-252,26-64-128,-36 84-108,0 1-1,0-1 1,-1 0 0,1 0-1,0 0 1,-1 0-1,1 0 1,-1 0 0,1 0-1,-1 0 1,0-1 0,1 1-1,-1-1 1,0 1-1,1-1 1,-1 0 0,0 1-1,0-1 1,1 0-1,-1 0 1,0 0 0,0 0-1,1-1 1,-1 1 0,0 0-1,1-1 1,-1 1-1,0-1 1,1 0 0,-1 1-1,0-1 1,1 0-1,-1 0 1,1 0 0,0 0-1,-1 0 1,1 0 0,0-1-1,0 1 1,0 0-1,-1-1 1,1 1 0,0-1-1,1 1 1,-1-1-1,0 1 1,0-1 0,1 0-1,-1 1 1,1-1 0,-1 0-1,1 1 1,0-1-1,0 0 1,0 0 0,0 1-1,0-1 1,0 0-1,0 0 1,1 1 0,-1-1-1,0 0 1,1 1 0,0-1-1,-1 0 1,1 1-1,0-1 1,0 1 0,0-2-4,-11 13 8,-1 0 0,1 0 0,1 1 0,0 1 0,0-1 0,1 1 0,1 1 0,0 0 0,0 0 0,2 0 0,-1 1 0,2-1 0,0 1 0,0 0 0,0 8-8,0 1 23,1 0 1,1 0 0,0 0 0,2 0 0,1 0 0,0 0 0,2 0-24,-2-17 0,-1 0 1,1 0 0,1 0-1,-1 0 1,1 0-1,0 0 1,0-1 0,1 1-1,0-1 1,0 1 0,0-1-1,0 0 1,1 0 0,0-1-1,0 1 1,0-1 0,1 1-1,-1-2 1,1 1 0,0 0-1,0-1 1,1 0 0,-1 0-1,1 0 1,-1-1 0,1 0-1,0 0 1,2 0-1,2-2-37,-1-1 0,0 0 0,0-1 1,0 0-1,0 0 0,0-1 0,0 0 0,-1 0 1,1-1-1,-1-1 0,0 1 0,0-1 0,-1 0 1,0-1-1,1 0 0,-2 0 0,1-1 0,-1 0 0,0 0 1,0 0-1,-1-1 0,0 1 0,0-1 0,-1-1 1,0 1-1,-1-1 0,1 1 0,-2-1 0,1-3 37,4 0-258,25-53-2257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20.9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477 352 27190,'0'0'2250,"0"0"-1205,0 0-279,0 0-77,0 0-289,0 0-153,-10-24-95,-29-78-124,20 6-28,19 89 0,-1-1 0,0 1 0,0 0 0,0-1 0,-1 1 0,0 0 0,0 0 0,-1 0 0,0 0 0,0 1 0,-1-1 0,0 1 0,0 0 0,0 0 0,-1 0 0,0 0 0,0 3 0,1 1 0,-1 0 0,0 0 0,0 1 0,1 0 0,-1 0 0,0 0 0,0 0 0,0 1 0,0-1 0,0 1 0,-1 1 0,1-1 0,0 1 0,0 0 0,1 0 0,-1 0 0,0 1 0,0-1 0,0 1 0,1 0 0,-1 1 0,1-1 0,0 1 0,0 0 0,0 0 0,0 0 0,0 1 0,1-1 0,-1 1 0,1 0 0,0 0 0,0 0 0,0 0 0,1 1 0,-1-1 0,0 3 0,-25 35 0,1 2 0,2 0 0,2 1 0,2 1 0,3 2 0,-10 35 0,23-73 0,0 0 0,1 0 0,0 0 0,1 1 0,0-1 0,1 1 0,0-1 0,0 1 0,2 0 0,-1 0 0,1 0 0,0 0 0,1 0 0,1 0 0,0-1 0,0 1 0,1 0 0,0-1 0,1 0 0,0 0 0,1 0 0,0 0 0,0-1 0,1 1 0,3 2 0,0-7-25,1 0 0,-1 0 0,1-1 0,0 0-1,1 0 1,-1-1 0,1-1 0,0 0 0,-1 0 0,1-1 0,0-1 0,0 1 0,0-2-1,-1 0 1,1 0 0,0-1 0,0 0 0,-1-1 0,1 0 0,-1 0 0,0-1 0,0-1 0,0 0-1,-1 0 1,0-1 0,0 0 0,0 0 0,-1-1 0,1-1 25,65-64-1070,-26 18-2784,0-4-9442</inkml:trace>
  <inkml:trace contextRef="#ctx0" brushRef="#br0" timeOffset="301.965">713 553 29014,'0'0'1120,"0"-98"-287,0 98-337,77 105-8,-48-86-288,6-5-200,15-4-24,-8-4-568,-7-4-2081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5:30.62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1071 1931 23685,'0'0'3834,"0"0"-2544,-19 3-845,-84 6 52,54-7 2079,958 23-2136,-757-11-440,-1-6 0,1-7 0,126-16 0,-235 8-167,-1-1-1,0-3 1,0-1 0,-1-2 0,-1-2-1,0-2 1,4-4 167,3-5-1806</inkml:trace>
  <inkml:trace contextRef="#ctx0" brushRef="#br0" timeOffset="296.688">2272 1641 30975,'0'0'570,"19"16"-328,140 104-2,-82-81 14,2-3 0,1-4 0,80 21-254,-81-27-22,5 11 22,-83-36 0,-1 0 0,1 0 0,0 0 0,-1 0 0,1 0 0,0 0 0,-1 0 0,1 0 0,-1 0 0,0 0 0,1 0 0,-1 1 0,0-1 0,0 0 0,0 0 0,0 0 0,0 0 0,0 1 0,0-1 0,0 0 0,0 0 0,0 0 0,-1 0 0,1 0 0,0 0 0,-1 1 0,1-1 0,-1 0 0,1 0 0,-1 0 0,0 0 0,1 0 0,-1-1 0,0 1 0,0 0 0,0 0 0,1 0 0,-1-1 0,0 1 0,0 0 0,0-1 0,-1 1 0,-182 72-173,-117 13-1457,167-55-424</inkml:trace>
  <inkml:trace contextRef="#ctx0" brushRef="#br0" timeOffset="595.814">1646 971 28894,'0'0'1681,"8"195"-1305,-8 16 32,-33 55-232,-8 28-104,6-69-72,11-55-1120</inkml:trace>
  <inkml:trace contextRef="#ctx0" brushRef="#br1" timeOffset="178399.986">1979 0 28654,'-93'21'236,"1"3"0,1 4 0,1 4 0,2 4-1,1 4 1,3 3 0,-75 52-236,54-34 72,4 4-1,2 4 1,3 4-1,4 5 1,3 3-1,4 5 1,3 2-1,5 5 0,3 3 1,-54 95-72,101-141 15,3 2 0,2 0 1,2 1-1,2 2 0,3-1 0,2 2 1,3 0-1,2 0 0,1 19-15,5-45 7,2 1 0,1-1 0,1 0 0,1 0 0,2 0 0,1 0 1,1-1-1,2 0 0,1 0 0,1-1 0,1-1 0,2 0 0,0 0 0,2-1 0,1-1 0,1-1 0,1 0 0,5 2-7,8 1 1,1-2 1,1-2-1,2-1 0,0-2 0,1-1 1,1-2-1,0-1 0,1-2 0,1-2 1,0-2-1,1-1 0,0-2 0,0-2 1,0-2-1,1-2 0,37-3-1,27 0 4,-1-5 0,0-4 1,-1-5-1,0-5 0,-1-4 0,-2-4 1,-1-5-1,-2-4 0,-1-4 0,-2-5 0,-3-3 1,82-60-5,-127 78 2,-1-2 1,-2-1-1,-2-3 1,-1-1-1,-2-2 1,-2-2-1,-2-1 1,-2-2-1,-1-1 1,-3-2-1,-2 0 1,-2-2-1,-3-1 1,-1-1-1,-3-1 1,7-41-3,-16 49 12,-3-1 1,-2-1 0,-2 1-1,-1 0 1,-3-1-1,-2 1 1,-2 0 0,-6-18-13,7 43 5,-1 0 1,-1 0 0,0 1-1,-2 0 1,0 1 0,-2 0-1,0 0 1,-1 1 0,-1 1-1,0 0 1,-2 0 0,0 2-1,-1 0 1,0 1-1,-1 0 1,-1 1 0,0 1-1,-11-5-5,6 8-27,0 2 0,-1 0 0,0 1 0,0 1 0,0 2 0,-1 0 0,0 1 0,1 2 0,-1 1 0,0 0 0,0 2 0,0 1 0,1 1 0,0 1 0,-14 5 27,-77 37-1820,20 9-3131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38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28166,'0'0'2313,"0"0"-1833,0 0-264,-22 120-216,22-72-16,0 19-368,0-10-1769,0-12-2272</inkml:trace>
  <inkml:trace contextRef="#ctx0" brushRef="#br0" timeOffset="1">24 1058 25926,'0'0'3720,"0"0"-3656,0 0-64,0 0-896,18 113 344,-9-76-536,2 3-11843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3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25613,'0'0'1881,"-19"140"-1329,12-57-552,7-18-104,0 8-80,0 6-8,0-6 24,0 0 168,11 40 448,39 125 288,49 169-128,22 78 1113,6 4-1721,-40-132-248,-47-177-9,-23-68-1255,-17-64-496,0-3 1152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38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29206,'0'0'1929,"0"0"-1089,0 0-120,-79 126-648,63-102-72,5-8 0,3-6-168,1 13-640,0-1-937,1 4-1103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0:30.04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5910 227 24093,'0'0'3942,"0"0"-1904,0 0-1126,0 0-292,0 0-82,-15 15 86,-21 138-624,2-4 0,-31 131 0,-17 196 0,73-202 0,62-345-160,-14 35-998,-2 2-1589</inkml:trace>
  <inkml:trace contextRef="#ctx0" brushRef="#br0" timeOffset="914.121">6824 1393 25485,'0'0'3689,"0"0"-2559,0 0-889,0 0-102,0 0 29,0 0-41,-2 6-63,2-4-61,-1 0 0,0 1 1,0-1-1,0 0 1,0 1-1,0-1 0,0 0 1,-1 0-1,1 0 0,-1 0 1,1 0-1,-1 0 1,0-1-1,0 1 0,0-1 1,0 1-1,0-1 1,0 1-1,0-1 0,0 0 1,0 0-1,-1 0 0,1 0 1,-1-1-1,1 1 1,-1 0-4,0 0 11,0 1 0,0-1 0,0 1 0,0-1 0,0 0 0,0 0-1,0 0 1,0 0 0,-1-1 0,1 1 0,0-1 0,0 0 0,-1 0 0,1 0 0,0 0 0,-1-1 0,1 1 0,0-1 0,0 0 0,0 0 0,0 0 0,0 0 0,0-1 0,0 1 0,0-1 0,0 0 0,0 0 0,1 0 0,-1 0 0,1 0 0,0 0 0,-1-1 0,1 1 0,0-1 0,0 0 0,1 0 0,-1 1 0,1-1 0,-2-3-11,3 4 0,1 0 0,0 1 0,-1-1 0,1 0 0,0 0 0,0 1 0,0-1 0,0 0 0,0 1 0,0-1 0,0 1 0,0-1 0,1 1 0,-1 0 0,1 0 0,-1-1 0,1 1 0,-1 0 0,1 0 0,0 1 0,-1-1 0,1 0 0,0 0 0,0 1 0,0-1 0,-1 1 0,1 0 0,0-1 0,0 1 0,0 0 0,0 0 0,0 0 0,0 0 0,0 1 0,-1-1 0,1 0 0,0 1 0,0-1 0,0 1 0,-1 0 0,1 0 0,1 0 0,0 0 7,0 0-1,-1 0 1,1 0 0,-1 0 0,1 1 0,-1-1 0,0 1 0,0-1-1,0 1 1,0 0 0,0 0 0,0 0 0,0 0 0,0 0-1,-1 0 1,1 0 0,-1 1 0,1-1 0,-1 1 0,0-1 0,0 1-1,0-1 1,0 1 0,-1 0 0,1-1 0,-1 1 0,0 0-1,1-1 1,-1 1 0,0 0-7,-22-6-1232,22-11-1774</inkml:trace>
  <inkml:trace contextRef="#ctx0" brushRef="#br0" timeOffset="2294.992">8532 571 28630,'0'0'959,"0"0"-430,0 0-94,0 0 144,0 0-42,0 0-72,0-16-100,1-126-97,-3 135-268,0-1 0,-1 1 0,-1 0 0,1 0 0,-1 0 0,0 0 0,-1 1 0,1-1 0,-1 1 0,-1 0 0,1 1 0,-1-1 0,0 1 0,0 0 0,0 1 0,-1-1 0,0 1 0,0 1 0,0-1 0,0 1 0,-1 0 0,1 1 0,-1 0 0,1 0 0,-1 0 0,0 1 0,0 0 0,0 1 0,1 0 0,-1 0 0,0 1 0,0 0 0,0 0 0,1 1 0,-1 0 0,0 0 0,1 0 0,0 1 0,-1 1 0,-3 2 0,-11 9 0,1 2 0,0 1 0,2 0 0,0 2 0,1 0 0,1 1 0,1 0 0,1 2 0,1 0 0,1 0 0,1 1 0,1 1 0,-2 9 0,1-10 0,1 1 0,1 0 0,2 0 0,0 1 0,2 0 0,0 0 0,2 1 0,1 0 0,1-1 0,2 1 0,0 0 0,3 4 0,-2-23 0,0 0 0,1 0 0,1 0 0,-1-1 0,1 1 0,1-1 0,-1 1 0,1-1 0,0-1 0,1 1 0,0 0 0,0-1 0,0 0 0,1 0 0,0-1 0,0 1 0,0-1 0,1-1 0,-1 1 0,1-1 0,0 0 0,1-1 0,-1 0 0,1 0 0,4 1 0,1-2 0,0-1 0,0-1 0,0 0 0,0-1 0,0 0 0,0-1 0,0-1 0,-1 0 0,1 0 0,-1-2 0,0 1 0,0-1 0,0-1 0,0 0 0,-1-1 0,0 0 0,7-7 0,9-7 0,-2-2 0,0-1 0,-1 0 0,-1-2 0,-2-1 0,4-7 0,-7 7 0,-2-1 0,-1-1 0,-1-1 0,-1 0 0,-2 0 0,4-19 0,-12 44-62,-1-1 0,1 0 0,0 1 0,0-1 0,0 1 0,1 0 0,0 0 1,0 1-1,0-1 0,1 1 0,-1 0 0,1 0 0,0 0 0,0 1 0,1-1 0,4-1 62,22-12-2042</inkml:trace>
  <inkml:trace contextRef="#ctx0" brushRef="#br0" timeOffset="2706.171">9720 790 16187,'0'0'12106,"0"0"-9096,0 0-2536,0 0-123,-5-22 39,1 2-313,1-2-66,-1-1 1,-1 1-1,0 0 1,-2 0-1,0 1 1,-2 0-1,0 0 1,-1 1-1,-2 0 1,0 1-1,0 0 1,-2 1-1,0 0 1,-2 1-1,-6-6-11,15 20 0,1-1 0,-1 1 0,1 0 0,-1 1 0,0-1 0,0 1 0,-1 1 0,1-1 0,0 1 0,0 0 0,-1 1 0,1 0 0,0 0 0,-1 1 0,1 0 0,0 0 0,0 0 0,-1 1 0,1 0 0,0 1 0,1-1 0,-1 1 0,0 1 0,1-1 0,0 1 0,0 0 0,0 1 0,0-1 0,0 1 0,-10 11 0,0 0 0,0 1 0,2 0 0,0 1 0,1 1 0,1 0 0,0 1 0,-7 19 0,9-17 0,1 0 0,2 1 0,0-1 0,1 2 0,1-1 0,2 1 0,0-1 0,1 1 0,2 7 0,-1-24 0,1 1 0,1-1 0,-1 1 0,1-1 0,1 0 0,-1 1 0,1-1 0,0 0 0,1 0 0,0 0 0,0-1 0,0 1 0,1-1 0,0 1 0,0-1 0,1 0 0,-1-1 0,1 1 0,1-1 0,-1 0 0,1 0 0,0 0 0,5 2 0,10 5 0,0-1 0,0-1 0,1-1 0,0-1 0,1-1 0,0-1 0,0-1 0,0-1 0,0-1 0,1-1 0,0-2 0,-1 0 0,1-1 0,-1-1 0,1-1 0,-1-1 0,16-6 0,-12 2-90,-1-2-1,0-1 1,0-1-1,-1-2 1,0 0 0,-2-1-1,1-2 1,-2 0-1,0-1 1,-2-2 0,0 0-1,-1-1 1,-1-1-1,11-17 91,11-23-2023</inkml:trace>
  <inkml:trace contextRef="#ctx0" brushRef="#br0" timeOffset="3265.864">11228 346 29342,'0'0'1297,"0"0"-689,0 0-248,0 0 16,0 0-72,0 0-16,-64 136-96,47-67-192,1 14 0,-1 4 0,-1 5 0,1 3 0,1-4 0,5-4 0,9-9 0,4-12 0,22-21-712,3-23-1505</inkml:trace>
  <inkml:trace contextRef="#ctx0" brushRef="#br0" timeOffset="3750.884">12821 606 30623,'0'0'628,"0"0"-236,0-22-139,0-73 69,0 83-276,-1 0 0,0 0 0,0 0 1,-1 0-1,-1 0 0,0 0 1,0 0-1,-1 1 0,-1 0 1,0 0-1,-1 0 0,0 0-46,4 7 0,-1 1 0,0-1 0,0 0-1,0 1 1,-1 0 0,1 0 0,-1 0 0,0 0-1,0 0 1,0 1 0,0-1 0,0 1-1,-1 0 1,1 1 0,0-1 0,-1 1 0,0 0-1,1 0 1,-1 0 0,0 1 0,1-1-1,-1 1 1,0 0 0,1 1 0,-1-1 0,0 1-1,1 0 1,-4 1 0,-3 1 0,0 2 0,1 0 0,-1 0 0,1 1 0,0 0 0,1 1 0,-1 0 0,1 0 0,1 1 0,-1 0 0,1 1 0,-6 8 0,-25 30 0,1 1 0,3 2 0,2 2 0,2 1 0,3 1 0,-2 8 0,21-40 0,0 0 0,1 0 0,1 1 0,1 0 0,1 0 0,1 1 0,0 21 0,3-37 0,1 0 0,0 1 0,1-1 0,0 0 0,0 0 0,1 0 0,0 1 0,1-2 0,-1 1 0,1 0 0,1 0 0,0-1 0,0 0 0,0 0 0,1 0 0,0 0 0,0-1 0,0 0 0,1 0 0,0 0 0,1 0 0,-1-1 0,7 3 0,0-3 0,0-1 0,1 0 0,0-1 0,0-1 0,0 0 0,0-1 0,0 0 0,0-1 0,0-1 0,0 0 0,0-1 0,0 0 0,0-1 0,0-1 0,-1 0 0,1-1 0,-1-1 0,-1 0 0,1 0 0,-1-1 0,0-1 0,0 0 0,-1-1 0,0 0 0,7-8 0,7-1 0,0-1 0,-2-1 0,0-1 0,-1-1 0,-2-1 0,0-1 0,-1-1 0,-2 0 0,0-1 0,-2-1 0,8-19 0,-21 38-52,1 0 0,-1-1 0,0 1-1,-1 0 1,0-1 0,0 1 0,-1-1 0,0 1 0,-1-1 0,0 1 0,0 0-1,0-1 1,-1 1 0,-1 0 0,1 0 0,-1 0 0,-1 0 0,1 0 0,-1 1-1,-1 0 1,1 0 0,-1 0 0,-3-3 52,-32-29-2506</inkml:trace>
  <inkml:trace contextRef="#ctx0" brushRef="#br0" timeOffset="8894.522">16451 565 25870,'0'0'2427,"0"0"-651,0 0-862,0 0-273,0 0-105,-1-8-192,-5-22-233,6 17-106,0-1 1,-1 0 0,-1 1 0,-1-1 0,0 1 0,0-1 0,-1 1 0,-1 0 0,0 0 0,-1 1 0,0 0 0,-1 0 0,0 0 0,-1 1 0,-1 0 0,1 0-1,-2 1 1,1 1 0,-1-1 0,-1 1 0,0 1 0,0 0 0,-1 1 0,0 0 0,-4-2-6,0 5 0,0 1 0,0 0 0,0 1 0,0 0 0,-1 2 0,1 0 0,0 1 0,-1 0 0,1 1 0,0 1 0,0 1 0,0 0 0,1 1 0,-1 1 0,1 0 0,0 1 0,1 1 0,0 0 0,0 1 0,1 0 0,0 1 0,-2 2 0,-6 6 0,1 1 0,1 1 0,0 1 0,2 0 0,0 1 0,2 1 0,0 0 0,1 1 0,2 1 0,1 0 0,0 1 0,-5 22 0,12-39 0,0 0 0,1 1 0,0-1 0,0 1 0,1-1 0,1 1 0,-1 0 0,1 0 0,1-1 0,0 1 0,0 0 0,1 0 0,1 0 0,-1 0 0,1-1 0,1 1 0,0-1 0,0 1 0,1-1 0,0 0 0,1-1 0,0 1 0,0-1 0,1 0 0,0 0 0,0 0 0,1-1 0,0 0 0,0 0 0,1-1 0,7 5 0,4-6 0,0-1 0,1-1 0,0-1 0,-1 0 0,1-2 0,0 0 0,0-1 0,0-1 0,-1-1 0,1-1 0,-1-1 0,0 0 0,0-1 0,0-1 0,-1-1 0,0-1 0,-1 0 0,0-2 0,0 0 0,3-4 0,7-1 0,0-1 0,-1-2 0,-2-1 0,0 0 0,-1-2 0,-1-1 0,-1 0 0,-1-2 0,-1 0 0,-1-2 0,-1 0 0,5-14 0,-18 32 0,0 0 0,-1 0 0,0-1 0,-1 1 0,0 0 0,0-1 0,-1 0 0,0 1 0,-1-1 0,0 0 0,-1 1 0,0-1 0,0 0 0,-1 1 0,0-1 0,-1 1 0,0 0 0,0 0 0,-1 0 0,0 0 0,-4-5 0,-42-40-1304,49 52-1729</inkml:trace>
  <inkml:trace contextRef="#ctx0" brushRef="#br0" timeOffset="9177.11">17170 306 29814,'0'0'1313,"0"0"-953,0 0-200,0 0 248,0 0-8,0 0-216,0 0-88,61 85-96,-50-32-32,-4-7-632,-7-3-1545</inkml:trace>
  <inkml:trace contextRef="#ctx0" brushRef="#br0" timeOffset="9425.918">17332 918 25405,'0'0'5338,"0"0"-4658,0 0-88,0 0-88,-88 110-256,36-70-248,-12 5 0,-10 4 0,-38 22 0,16-13-280,6-13-1961</inkml:trace>
  <inkml:trace contextRef="#ctx0" brushRef="#br0" timeOffset="28086.872">5588 2121 22189,'0'0'2395,"0"0"-1316,0 0-464,19-1 394,149-23-250,232-49-570,31 22 2278,-263 36-2470,612-24 82,-528 31-81,-43 8 793,168 22-791,414 27 361,-246-15-169,8 5 167,-191-49-364,370 0-493,-157 57 584,-252-47-55,342 13-21,-7 28 13,-526-24-104,-2 5 1,-1 6-1,83 31 81,-74-19-128,2-6 0,135 14 128,-122-38-2,1-7 0,-1-6 0,1-8 0,91-19 2,-101 12-17,1 6 1,44 6 16,577-7 465,-609 14-486,-134 7-337,-15 0-820</inkml:trace>
  <inkml:trace contextRef="#ctx0" brushRef="#br0" timeOffset="58621.981">5325 1977 26118,'0'0'1796,"0"0"-909,0 0-378,0 0-185,0 0-20,69-9 1179,299-19-540,-194 10-701,-174 18-137,-8-12-49,-214-92-56,209 100 0,-1 1 0,0 0 0,1 1 0,-1 1 0,0 0 0,0 1 0,0 0 0,0 2 0,0-1 0,-7 3 0,-128 54 0,89-29 0,6-18 0,79-12 0,579-46 0,-501 47 0,-425 35 0,179-13 0,-213 11 0,745-65 0,-198 28 0,1 9 0,12 9 0,-84-6 0,-336-22 0,-288 12 0,550-8 0,486-19 0,-420 27 0,-60 2 0,-59 15 0,-25 8-117,-10 4-470</inkml:trace>
  <inkml:trace contextRef="#ctx0" brushRef="#br1" timeOffset="89197.286">5406 1695 17844,'0'0'9219,"0"0"-6730,0 0-1891,0 0-184,0 0-87,0 0-75,-2 3-83,5 0-146,0 0 1,1-1-1,-1 1 1,0-1-1,1 0 0,-1 0 1,1 0-1,0-1 1,0 1-1,0-1 0,-1 0 1,1 0-1,0 0 1,0 0-1,1-1 1,-1 0-1,0 0 0,0 0 1,0 0-1,0 0 1,0-1-1,0 0 0,2 0-23,14 1 63,170 4 179,0-8-1,154-25-241,594-54 22,-63 32 47,286 59-45,-102 94-16,-331-76 5,-516-16-7,214 11 39,140 37-45,93 1 43,-546-54-425,-146-13-842,-10-7-2294</inkml:trace>
  <inkml:trace contextRef="#ctx0" brushRef="#br1" timeOffset="93597.155">3308 287 20788,'0'0'2301,"0"0"-841,0 0-912,0 0-192,0 0 406,0 0 845,-3-9-682,-11-128 1153,14 132-2061,1 1 0,-1 0 0,0-1-1,0 1 1,0 0 0,-1-1 0,1 1 0,-1 0 0,0-1-1,0 1 1,-1 0 0,1 0 0,-1 0 0,0 0-1,0 0 1,0 0 0,-1 1 0,1-1 0,-1 1-1,0 0 1,0-1 0,0 1 0,0 0 0,-1 1 0,1-1-1,-1 1 1,0-1 0,1 1 0,-1 0 0,0 1-1,0-1 1,0 1 0,-1-1 0,1 1 0,0 0-1,-1 1 1,1-1 0,-3 1-17,-10 1 0,0 0 0,0 1 1,1 1-1,-1 1 0,1 0 0,0 1 0,0 1 0,0 0 0,1 2 1,0-1-1,0 2 0,1 0 0,0 1 0,1 0 0,0 1 0,-4 5 0,-17 15 0,2 2-1,2 1 0,1 2 0,2 1 1,-9 16 0,23-36 0,0 1 0,1 0 0,0 1 1,2 1-1,0-1 0,2 2 0,0-1 1,1 1-1,1 0 0,1 1 0,1-1 0,1 1 1,0 0-1,2 0 0,1 0 0,1 0 1,0 0-1,4 14 0,-3-29-1,1-1 0,0 1 0,0 0 0,0-1 0,1 0 0,0 0 0,0 0 0,1 0 0,-1 0 0,1-1 0,0 0 0,1 0 0,-1-1 0,1 1 0,0-1 0,0 0 0,1-1 0,-1 1 0,1-1 0,0-1 0,0 1 0,0-1 0,0 0 0,0-1 0,0 0 0,0 0 0,0 0 0,1-1 1,7 0 1,1 0 0,0-1 0,-1-1 1,1 0-1,-1-2 0,1 1 0,-1-2 1,0 0-1,-1-1 0,1 0 0,-1-1 0,9-7-1,6-4-1,-1-2-1,0-1 0,-2-1 1,-1-1-1,0-1 0,-2-2 1,-1 0-1,-1-1 0,-1-2 0,-2 0 1,-1 0-1,-1-2 0,-1 0 1,-2-1-1,1-8 2,-1-66-4,3 121 3,-11-6 0,0 6-32,1-1-1,0 0 1,1 0 0,0-1 0,1 0-1,1 0 1,0-1 0,1 0 0,0 0-1,1-1 1,0 0 0,0-1 0,1-1 0,1 0-1,-1 0 1,2-1 0,-1-1 0,1 0-1,0-1 1,0-1 0,10 3 33,104-7-4076,-68-8-6152</inkml:trace>
  <inkml:trace contextRef="#ctx0" brushRef="#br1" timeOffset="94126.47">3580 407 17972,'0'0'3655,"0"0"-2252,0 0-752,0 0 341,0 0 429,0 0-281,-11-2-376,-33-7-184,43 9-547,0-1-1,0 0 0,0 1 1,0-1-1,0 0 1,0 0-1,0 1 1,1-1-1,-1 0 0,0 0 1,0 0-1,1 0 1,-1 0-1,1 0 1,-1 0-1,1 0 0,-1 0 1,1 0-1,0-1 1,-1 1-1,1 0 1,0 0-1,0 0 0,0 0 1,0-1-1,0 1 1,0 0-1,0 0 1,0 0-1,0 0 0,1 0 1,-1-1-1,1 1 1,-1 0-1,0 0 1,1 0-1,0 0 0,-1 0-32,7-6 10,0 0 0,0 0-1,0 1 1,1 0 0,0 0 0,0 1-1,1 0 1,0 0 0,-1 1-1,1 0 1,1 1 0,-1 0-1,0 0 1,1 1 0,8-1-10,-12 1 0,1-1 1,0 1 0,0 0 0,0 0-1,0 1 1,0 0 0,0 0-1,0 1 1,0 0 0,0 0-1,0 0 1,0 1 0,0 0-1,0 1 1,0 0 0,0 0 0,0 0-1,0 1 1,-1 0 0,0 0-1,1 0 1,-1 1 0,0 0-1,-1 0 1,5 4-1,31 160 80,-38-166-82,0 0 0,1 0 0,-1 0 0,0-1 0,1 1 0,-1-1 0,1 0 0,-1 0 0,1 0 0,-1 0-1,1 0 1,0-1 0,-1 0 0,1 0 0,0 0 0,-1 0 0,1 0 0,0-1 0,-1 0 0,1 0 0,0 0 0,-1 0 0,1 0 0,-1-1 0,0 1 0,0-1 0,1 0 0,-1 0-1,2-2 3,-3 3-11,100-49-1383,-59 25-1803,2-3-8159</inkml:trace>
  <inkml:trace contextRef="#ctx0" brushRef="#br1" timeOffset="94454.155">4398 1 24789,'0'0'2836,"0"0"-1883,0 0-734,0 0-55,0 0 192,19 4 12,-3-1-305,3 0-20,0 1 0,-1 0 1,0 1-1,0 2 1,0 0-1,-1 0 1,16 10-44,-29-14 4,0 0 0,-1 0 0,0 0 0,0 0 0,0 0 0,0 1 0,0-1 0,-1 1 0,0 0 1,1 0-1,-1 0 0,-1 0 0,1 0 0,-1 0 0,1 0 0,-1 1 0,0-1 0,-1 1 0,1-1 0,-1 0 0,0 1 1,0-1-1,0 1 0,-1-1 0,1 1 0,-1-1 0,0 0 0,0 1 0,-1-1 0,0 1-4,-66 118 54,-121 109-22,189-231-34,0 1 1,1-1-1,-1 0 1,1 0-1,-1 0 0,1 0 1,-1 0-1,1 0 1,0 0-1,-1 0 1,1 0-1,0 0 1,0 0-1,0 0 1,0 0-1,0 0 0,0-1 1,0 1-1,0 0 1,0-1-1,0 1 1,0-1-1,1 1 1,-1-1-1,0 0 0,0 1 1,0-1-1,1 0 1,-1 0-1,0 0 1,0 0-1,1 0 1,-1 0-1,0 0 0,0 0 1,1-1-1,-1 1 1,0 0-1,0-1 1,0 1-1,0-1 1,0 1-1,1-1 0,-1 0 1,0 1-1,0-1 1,0 0 1,8 0-5,243-10-585,-197 11-1012</inkml:trace>
  <inkml:trace contextRef="#ctx0" brushRef="#br0" timeOffset="48717.135">31 2176 440,'0'0'23843,"0"0"-19918,0 0-2511,0 0-931,0 0-148,0 0-50,-5 0-23,-15 0-64,15 0-75,17 3-23,17 1-52,-1 0 0,1-2 0,0-2 1,-1 0-1,1-2 0,0-1 0,-1-1 0,0-1 0,0-2 0,0-1 0,7-4-48,171-68-890,-159 58-1487</inkml:trace>
  <inkml:trace contextRef="#ctx0" brushRef="#br0" timeOffset="50731.409">1094 675 27398,'0'0'2084,"0"0"-1392,0 0-446,0 0 43,26 4-23,144 22 67,-165-26-327,0 1 1,0-1-1,0 1 0,0 0 1,0 0-1,0 1 1,0-1-1,0 1 0,0 0 1,0 1-1,-1-1 0,0 1 1,1 0-1,-1 0 1,0 0-1,0 1 0,0-1 1,-1 1-1,1 0 0,-1 0 1,0 0-1,0 0 0,0 1 1,-1-1-1,0 1 1,1 0-1,-2 0 0,1 0 1,0 0-1,-1 0 0,0 2-6,-2 13 4,-1 0-1,-1-1 0,-1 1 0,-1-1 0,0 0 0,-1 0 0,-1 0 0,-1-1 0,-1 0 0,-1-1 1,0 0-1,-3 2-3,-50 112 0,64-130-3,-1 0 1,1 0 0,-1-1-1,1 1 1,0 0 0,-1 0-1,1-1 1,0 1 0,0 0-1,-1-1 1,1 1 0,0 0-1,0-1 1,0 1 0,0-1-1,0 0 1,0 1 0,0-1 0,0 0-1,0 0 1,0 1 0,0-1-1,0 0 1,0 0 0,0 0-1,0 0 1,0 0 0,0-1-1,0 1 1,0 0 0,0 0-1,0-1 1,0 1 0,0 0-1,0-1 1,0 1 0,0-1-1,0 1 1,0-1 0,-1 0-1,1 1 1,0-1 0,0 0-1,-1 0 1,1 1 0,0-1-1,-1 0 1,1 0 0,-1 0-1,1 0 1,-1-1 2,129-97-1275,-73 42-1172</inkml:trace>
  <inkml:trace contextRef="#ctx0" brushRef="#br0" timeOffset="49800.052">1226 1758 28102,'0'0'936,"0"0"-366,0 0-145,0 0-6,0 0-26,0 0-86,3-2-84,173-85 661,-66 40-791,2 4 0,2 5 0,29-2-93,-1 27-710,-122 23-517,-16 4-1184</inkml:trace>
  <inkml:trace contextRef="#ctx0" brushRef="#br0" timeOffset="50064.042">1585 1985 29558,'0'0'704,"-32"109"-479,14-36-153,-2 11-16,7 1 16,7-6-40,6-4-32,0-10-48,8-16-321,12-33-471,-2-16-1024,-7-8-20117</inkml:trace>
  <inkml:trace contextRef="#ctx0" brushRef="#br0" timeOffset="50389.727">1912 1748 11034,'0'0'15638,"0"0"-12052,-5 27-3221,-31 189 327,32 48-132,34-118-512,-29-142-48,1-1-1,-1 1 1,1-1 0,0 1-1,0-1 1,0 0 0,0 0-1,0 0 1,1 0 0,0 0-1,-1 0 1,1-1 0,0 1-1,0-1 1,1 0 0,-1 0-1,0 0 1,1 0 0,-1-1-1,1 1 1,-1-1 0,1 0-1,0 0 1,0 0 0,0 0-1,-1-1 1,1 0 0,0 0-1,0 0 1,0 0 0,0 0-1,-1-1 1,1 0 0,0 0 0,0 0-1,-1 0 1,3-1 0,4-5-3,0 0 1,-1-1-1,0 0 1,0 0-1,-1-1 1,0-1-1,0 1 1,-1-1-1,-1 0 1,0 0-1,0-1 1,-1 0-1,0 0 1,-1-1-1,0 1 1,-1-1-1,0 0 1,-1 1-1,0-1 1,-1-1-1,0 1 1,-1 0-1,-1-9 3,-1 18 3,1 0-1,-1-1 0,-1 1 0,1 0 0,0 0 0,-1 0 0,1 1 0,-1-1 0,0 1 0,0-1 0,0 1 0,0 0 0,-1 0 0,1 0 0,-1 0 0,1 1 0,-1-1 0,1 1 1,-1 0-1,0 0 0,1 1 0,-1-1 0,0 1 0,0-1 0,0 1 0,1 1 0,-1-1 0,0 0 0,0 1 0,0 0 0,1 0 0,-1 0 0,0 0 0,-1 1-2,-3-1-4,-46 8-12,-49-4-2498,74-18-1678</inkml:trace>
  <inkml:trace contextRef="#ctx0" brushRef="#br0" timeOffset="53451.305">674 1393 28822,'0'0'534,"0"0"-289,30-8-152,264-56 65,-121 35-59,2 7 0,0 9 0,22 6-99,-171 7 5,-1 2 0,1 0 0,0 1 0,-1 2-1,0 1 1,15 5-5,-33-8 1,0-1 0,1 1 0,-2 1 0,1 0 0,0 0-1,-1 0 1,1 1 0,-1 0 0,-1 0 0,1 0 0,-1 1 0,1-1 0,-2 2 0,1-1-1,-1 0 1,0 1 0,0 0 0,-1 0 0,0 0 0,0 0 0,0 0 0,-1 1-1,1 5 0,-3 14 1,0 0-1,-2 0 1,-1 0 0,-1 0-1,-1 0 1,-1 0-1,-2-1 1,-1 0-1,-1-1 1,-1 0-1,-1 0 1,-1-1-1,-1-1 1,-1 0-1,-1-1 1,-1-1-1,-1 0 1,-18 15-1,4 3 8,-2-2 1,-2-1 0,-1-1 0,-2-2-1,-1-2 1,-1-2 0,-2-1-1,-1-3 1,-1-1 0,0-3 0,-2-1-1,-1-2 1,0-3 0,-1-2-1,0-1 1,-1-3 0,-6-2-9,48-5 1,-1-1 1,1 0 0,-1-1 0,0 0-1,1 0 1,-1-1 0,1 0-1,-1-1 1,1 1 0,-1-2-1,1 1 1,0-1 0,0-1-1,0 1 1,1-1 0,-1 0-1,1-1 1,0 0 0,0 0-1,0-1 1,1 0 0,0 0-1,0 0 1,1-1 0,-1 1-1,1-1 1,-1-4-2,-12-22 1,2-1 0,1 0 1,2-1-1,1 0 0,2-1 0,2 0 0,1-1-1,-3-4-11,1 0 1,3 0-1,1 0 0,2-1 1,2 0-1,1 0 0,3 0 1,1 1-1,2-1 0,2 1 1,2 0-1,1 1 0,2 0 1,2 1-1,2 1 0,1 0 1,2 1-1,9-10 11,-11 21 0,1 2-1,1 0 1,1 0-1,1 2 1,2 1-1,0 1 1,1 1 0,0 1-1,2 1 1,0 1-1,1 2 1,0 0-1,1 2 1,1 2-1,0 0 1,0 2 0,1 1-1,0 2 1,0 1-1,0 1 1,0 2-1,1 1 1,-1 1-1,0 2 1,1 1 0,-1 1-1,11 5 1,-18-1 0,-2 1 0,0 1-1,0 0 1,-1 2 0,0 1-1,-1 0 1,-1 1 0,0 1 0,-1 1-1,-1 1 1,0 1 0,-2 0 0,0 0-1,-1 2 1,-1 0 0,-1 0 0,-1 2-1,-1-1 1,-1 1 0,1 5 0,0 4 5,0 0 1,-3 0 0,-1 0-1,-1 1 1,-1 0 0,-2 0 0,-2 0-1,-1 0 1,-1 0 0,-2 0-1,-1 0 1,-2-1 0,-1 0-1,-1 0 1,-2 0-6,-8 11 67,-1-1-1,-3-1 0,-1-1 1,-2 0-1,-1-2 1,-2-2-1,-2 0 1,-1-2-1,-2-2 1,-1 0-1,-1-3 0,-2-1 1,-1-2-1,-1-1 1,-1-2-1,-1-2 1,-9 1-67,35-15 7,0-1 1,-1 0 0,0-2-1,0 1 1,0-2-1,0-1 1,0 0 0,-1-1-1,1-1 1,-1 0 0,1-2-1,0 0 1,-1 0-1,1-2 1,0 0 0,1-1-1,-1-1 1,1-1 0,0 0-1,0-1 1,-11-7-8,-6-12-13,1-1 1,2-2-1,1-1 1,1-1-1,1-1 1,2-1-1,2-2 1,1 0-1,2-2 1,1 0-1,2-1 1,2-1-1,1 0 1,3-1-1,1 0 1,2-1-1,1 0 1,3 0-1,1-22 13,1 45-16,1-1 0,1 0-1,1 1 1,0-1 0,2 0 0,0 1-1,2 0 1,0 0 0,0 0-1,2 0 1,1 1 0,0 0-1,1 0 1,1 1 0,0 1 0,2-1-1,0 2 1,0 0 0,1 0-1,1 1 1,1 1 0,0 0-1,1 1 1,0 0 0,0 2 0,1 0-1,8-3 17,-8 7-34,0 0 0,1 2-1,0 0 1,-1 0-1,1 2 1,0 0 0,0 1-1,8 1 35,-20 1-5,0-1-1,1 1 1,-1-1-1,0 2 1,0-1-1,0 1 1,0 0-1,0 0 0,0 0 1,0 1-1,-1 0 1,1 0-1,-1 1 1,0 0-1,0-1 1,0 2-1,0-1 0,-1 0 1,0 1-1,0 0 1,0 0-1,0 0 1,-1 1-1,3 5 6,1 10-2,-1 1-1,-1 0 1,-1 0-1,0 0 1,-2 1 0,-1-1-1,-1 1 1,0-1-1,-2 1 1,-1-1 0,-4 19 2,-12 30 25,-2-1 0,-3-1 0,-4-1 0,-2-1 0,-4-2 1,-2-1-1,-3-2 0,-2-1 0,-42 45-25,45-56 67,-2-2 0,-2-1-1,-2-3 1,-2-2 0,-30 21-67,70-58 11,0 0 0,0 0 0,0-1 0,-1 0 0,1 0 0,-1-1 0,0 0 0,0 0 0,-1 0 0,1-1 1,0 0-1,-1 0 0,1-1 0,-1 0 0,1-1 0,-1 1 0,0-2 0,1 1 0,-1-1 0,0 0 0,1 0 0,0-1 1,-1 0-1,1 0 0,0-1 0,0 0 0,0 0 0,0-1 0,1 0 0,-1 0 0,1 0 0,0-1 0,0 0 0,0 0 0,1-1 1,0 1-1,0-1 0,1 0 0,-1-1 0,1 1 0,1-1 0,-3-4-11,0-9 2,1-1 0,1-1 1,1 1-1,1 0 0,1-1 0,1 1 0,0-1 0,2 1 0,1-1 1,0 1-1,2 0 0,0 0 0,7-15-2,5-8-32,3 1 0,1 0 0,3 2 1,1 1-1,1 1 0,3 1 0,1 2 0,2 1 0,1 1 0,1 1 1,2 3-1,1 1 0,2 1 0,1 2 0,0 2 0,2 2 0,1 1 1,5 1 31,86-36-1321</inkml:trace>
  <inkml:trace contextRef="#ctx0" brushRef="#br1" timeOffset="92837.26">2324 2514 21469,'0'0'0,"0"0"-5522</inkml:trace>
  <inkml:trace contextRef="#ctx0" brushRef="#br1" timeOffset="634011.303">5989 2037 20420,'0'0'4225,"0"0"-2120,0 0-969,0 0-144,0 0-192,0 0-176,-7-2-79,5 2-169,2 0-104,0 0-80,0 0-128,0 0-32,2 4-32,16 2 0,39 0-200,-7-1-880,-1-3-1337</inkml:trace>
  <inkml:trace contextRef="#ctx0" brushRef="#br1" timeOffset="635444.52">8571 1764 28198,'0'0'696,"0"0"-624,0 0-16,0 0-8,0 0 128,0 0-40,0 0-136,129-59-1056</inkml:trace>
  <inkml:trace contextRef="#ctx0" brushRef="#br1" timeOffset="635710.546">9926 1867 30991,'0'0'200,"0"0"-200,0 0-688,0 0 648,0 0 40,125-20 0,-79-9-449,-3-3-5576</inkml:trace>
  <inkml:trace contextRef="#ctx0" brushRef="#br1" timeOffset="635993.386">11252 1713 30294,'0'0'665,"0"0"-441,0 0-136,0 0-48,0 0 8,0 0-48,0 0-40,105-59-720,-52 39-1721</inkml:trace>
  <inkml:trace contextRef="#ctx0" brushRef="#br1" timeOffset="636262.753">12576 1757 16628,'0'0'14475,"0"0"-13763,0 0-448,0 0-144,0 0 312,0 0-296,0 0-136,0 0 0,0 0 0,0 0 0,0 0 0,0 0 0,2-6 0,4-6 0,1-2 0,0-14 0,-3 3-1504,0-3-4986</inkml:trace>
  <inkml:trace contextRef="#ctx0" brushRef="#br1" timeOffset="638674.438">15750 2007 28254,'0'0'848,"0"0"-848,0 0-24,0 0-1376</inkml:trace>
  <inkml:trace contextRef="#ctx0" brushRef="#br1" timeOffset="647454.339">6458 1715 15923,'0'0'9549,"0"0"-6776,0 0-1982,0 0-249,0 0-94,0 0-14,-12-5 25,-38-15-115,66 14-118,134 5-174,448-49 141,-134 6-70,585 21 206,379-107-135,-1215 125-198,-205 5 3,-1 0 0,1 0 0,-1 0 0,1 1 0,-1 1 0,1-1-1,-1 1 1,0 0 0,0 1 0,0-1 0,0 2 0,0-1 0,-1 1 0,0 0 0,1 0-1,-1 0 1,-1 1 0,6 5 1,-11-10-8,1 1-1,-1-1 1,1 1-1,-1-1 1,1 1-1,-1-1 1,0 1-1,1-1 1,-1 1-1,0 0 1,1-1-1,-1 1 1,0-1 0,0 1-1,1 0 1,-1-1-1,0 1 1,0 0-1,0-1 1,0 1-1,0 0 1,0-1-1,0 1 1,0 0-1,-1-1 1,1 1-1,0 0 1,0-1-1,0 1 1,-1 0-1,1-1 1,0 1-1,-1-1 1,1 1-1,0-1 1,-1 1-1,1-1 1,-1 1 0,1-1-1,-1 1 1,1-1-1,-1 1 1,1-1-1,-1 0 1,0 1-1,1-1 1,-1 0-1,1 1 1,-1-1-1,0 0 1,1 0-1,-1 0 1,0 0 8,-18 5-1140</inkml:trace>
  <inkml:trace contextRef="#ctx0" brushRef="#br1" timeOffset="648281.482">11730 1585 12243,'0'0'13920,"0"0"-10699,0 0-2935,0 0-159,0 0-14,0-6 75,0 3-166,1 1 0,0 0 0,0 0 0,0 0 0,1 0 0,-1 0 0,0 0 0,1 0 0,-1 0 0,1 1 0,0-1 0,-1 0 0,1 1 0,0 0 0,0-1 0,0 1 0,0 0 0,0 0 0,1 0 0,-1 0 0,0 0 0,0 0 0,1 1 0,-1-1 0,0 1 0,1 0 0,-1 0 0,0 0 0,1 0 0,-1 0 0,0 0 0,1 0 0,-1 1 0,0-1 0,1 1 0,-1 0 0,0 0 0,2 1-22,28-2 85,1191-41 532,-405 60-574,230 9-10,-415 11-10,-339-36 492,-358-15-1277,19 4-1832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2:38.60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726 750 31015,'0'0'1149,"0"0"-669,0-19-369,4-259-99,-6 270-12,0 1 0,0 0 0,0 0 0,-1 0 0,0 0 0,0 0 0,-1 0 0,0 1 0,0 0 0,0 0 0,-1 0 0,0 0 0,0 1 0,-1-1 0,1 1 0,-1 1 0,0-1 0,-1 1 0,1 0 0,-1 1 0,1-1 0,-1 1 0,0 0 0,-1 1 0,1 0 0,0 0 0,0 1 0,-1-1 0,1 2 0,-1-1 0,1 1 0,-1 0 0,0 1 0,1-1 0,0 2 0,-1-1 0,1 1 0,0 0 0,-1 0 0,-4 4 0,-9 4 0,0 0 0,1 2 0,1 1 0,0 0 0,1 2 0,0 0 0,1 1 0,1 0 0,-11 15 0,-3 2 0,1 1 0,2 1 0,1 1 0,2 2 0,2 0 0,1 2 0,2 0 0,2 1 0,2 1 0,2 1 0,-6 29 0,18-65 0,0 0 0,0 0 0,1 0 0,0 0 0,0 1 0,1-1 0,-1 0 0,2 0 0,-1 0 0,1 0 0,0 0 0,0-1 0,1 1 0,0-1 0,0 1 0,1-1 0,0 0 0,0 0 0,0 0 0,1-1 0,-1 1 0,1-1 0,1 0 0,-1-1 0,1 1 0,0-1 0,0 0 0,0-1 0,0 1 0,0-1 0,1-1 0,0 1 0,0-1 0,-1 0 0,5 0 0,8 2 0,0-1 0,1 0 0,-1-2 0,1-1 0,-1 0 0,1-1 0,-1-1 0,1-1 0,-1-1 0,0 0 0,0-1 0,-1-2 0,1 0 0,-2 0 0,1-2 0,-1 0 0,14-10 0,4-5 0,0-1 0,-1-2 0,-2-1 0,-1-1 0,-1-2 0,-2-1 0,17-26 0,104-196 0,-146 248-79,0 0 0,1 0 0,0 1 0,0-1 0,0 1 0,1 0 0,0 1 0,0-1 0,0 1-1,0 0 1,1 0 0,-1 0 0,1 1 0,0 0 0,0 0 0,1 1 0,-1-1 0,1 1 79,24-5-4362</inkml:trace>
  <inkml:trace contextRef="#ctx0" brushRef="#br0" timeOffset="252.16">1684 1056 30967,'0'0'1024,"0"0"-328,0 0-616,0 0-80,48 107 0,-43-103 0,1-4 0,1 0 0,8 0 0,0-6 0,-1-10-3545</inkml:trace>
  <inkml:trace contextRef="#ctx0" brushRef="#br0" timeOffset="1014.52">3328 1 28846,'0'0'1260,"0"0"-527,0 0-255,0 0-52,0 0-83,-4 13-62,-127 602 119,43-160-400,86-384 0,14-54-4,93-20-1716,-48-17-1661</inkml:trace>
  <inkml:trace contextRef="#ctx0" brushRef="#br0" timeOffset="2043.16">7545 310 31591,'0'0'1176,"0"0"-1176,-70 109 0,42-46 0,1 14 0,3 8 0,2 2 0,11-3 0,11 11 0,0-22 0,2-24-2521</inkml:trace>
  <inkml:trace contextRef="#ctx0" brushRef="#br0" timeOffset="2709.21">10851 847 29902,'0'0'1071,"0"0"-629,0 0-172,10-25 156,60-157 146,-47 20-488,-23 159-84,0-1 0,0 1 0,0 0 0,-1 0 0,1-1 0,-1 1 0,0 0 0,1 0 0,-1 0 0,-1 0 0,1 0 0,0 0 0,-1 0 0,1 0 0,-1 1 0,0-1 0,0 1 0,0-1 0,0 1 0,-1 0 0,1-1 0,-1 1 0,1 0 0,-1 1 0,0-1 0,0 0 0,1 1 0,-1 0 0,0-1 0,0 1 0,-1 0 0,1 1 0,0-1 0,0 1 0,0-1 0,0 1 0,-1 0 0,1 0 0,-2 0 0,-12 0 0,1 0 0,-1 1 0,0 1 0,1 0 0,-1 1 0,1 1 0,0 1 0,0 0 0,0 1 0,1 1 0,0 0 0,0 1 0,1 1 0,0 0 0,1 1 0,-2 1 0,-12 11 0,1 1 0,1 1 0,1 2 0,1 0 0,1 1 0,1 2 0,-2 6 0,14-21 0,1 0 0,0 0 0,1 1 0,0-1 0,1 1 0,1 1 0,1-1 0,0 1 0,1 0 0,1 0 0,0 0 0,1 0 0,1 7 0,0-18 0,1 0 0,0 0 0,0 1 0,1-1 0,0 0 0,0 0 0,0-1 0,0 1 0,1 0 0,0-1 0,0 1 0,0-1 0,0 0 0,1 0 0,-1 0 0,1 0 0,0-1 0,0 0 0,1 1 0,-1-2 0,1 1 0,-1 0 0,1-1 0,0 0 0,0 0 0,0 0 0,0-1 0,0 0 0,0 1 0,1-2 0,1 1 0,175 0 0,-103-16-105,-2-4 1,0-3-1,-2-3 1,9-7 104,-28 11-370,70-27-1235</inkml:trace>
  <inkml:trace contextRef="#ctx0" brushRef="#br0" timeOffset="3019.147">12218 737 29038,'0'0'1533,"0"0"-856,0 0 16,0 0-18,-3-19-527,-12-58-145,13 70-3,1 1 0,-1 0 0,-1 0 0,1 0 0,-1 0 0,0 0 0,0 1 0,0-1 0,-1 1 0,0 0 0,0 0 0,-1 0 0,1 1 0,-1 0 0,0-1 0,0 2 0,0-1 0,-1 0 0,1 1 0,-1 0 0,0 1 0,0-1 0,0 1 0,0 0 0,0 0 0,0 1 0,-1 0 0,1 0 0,0 0 0,-1 1 0,1 0 0,-1 1 0,1-1 0,0 1 0,-1 0 0,1 0 0,0 1 0,0 0 0,0 0 0,0 1 0,0-1 0,0 1 0,1 1 0,-1-1 0,1 1 0,0 0 0,-3 2 0,-4 3 0,0 1 0,1 0 0,0 0 0,1 1 0,0 1 0,0-1 0,2 2 0,-1-1 0,1 1 0,1 0 0,1 1 0,0 0 0,0 0 0,1 0 0,1 1 0,1-1 0,0 1 0,0 0 0,2 0 0,0 3 0,1-14 0,0-1 0,1 0 0,-1 0 0,1 1 0,0-1 0,0 0 0,0 0 0,1 0 0,-1 0 0,1 0 0,0 0 0,-1 0 0,1-1 0,0 1 0,1-1 0,-1 1 0,0-1 0,1 0 0,-1 0 0,1 0 0,0 0 0,0 0 0,0-1 0,0 1 0,0-1 0,0 0 0,0 1 0,0-2 0,0 1 0,0 0 0,1-1 0,1 1 0,115 2 0,-114-3 0,27-5-7,0-2 0,0-1 0,-1-2 0,-1-1 1,1-1-1,10-8 7,20-5-266,33-12-1491,-8 3-1204</inkml:trace>
  <inkml:trace contextRef="#ctx0" brushRef="#br0" timeOffset="3273.483">13551 466 31727,'0'0'752,"0"0"-528,0 0-160,0 0-64,0 0 0,0 0 0,46 125 0,-37-52-280,-3-12-1624,-1-6-4914</inkml:trace>
  <inkml:trace contextRef="#ctx0" brushRef="#br0" timeOffset="3456.931">13547 1165 28926,'0'0'1977,"0"0"-1465,0 0-8,0 0 200,-68 120-560,26-87-144,-35 13 0,-43 23 0,-51 20 0,20-12 0,10-12-2104</inkml:trace>
  <inkml:trace contextRef="#ctx0" brushRef="#br0" timeOffset="1436.062">5022 553 30887,'0'0'708,"0"0"-291,-3-22-30,-45-172-19,46 188-368,0 1 0,0 0 0,0-1 0,-1 1 0,0 0 0,0 1 0,0-1 0,0 0 0,-1 1 0,0 0 0,0 0 0,0 0 0,0 0 0,-1 1 0,1-1 0,-1 1 0,0 1 0,0-1 0,0 0 0,-1 1 0,1 0 0,0 1 0,-1-1 0,0 1 0,1 0 0,-1 0 0,1 0 0,-1 1 0,0 0 0,0 0 0,1 1 0,-1 0 0,-3 0 0,-9 8 0,0-1 0,1 2 0,0 1 0,1 0 0,0 1 0,1 0 0,0 2 0,1-1 0,1 2 0,0 0 0,1 0 0,0 2 0,1-1 0,1 1 0,-2 6 0,0-4 0,1 1 0,0 1 0,2-1 0,0 2 0,1-1 0,2 1 0,0 0 0,1 1 0,1-1 0,1 1 0,2 0 0,0 14 0,1-34 0,0 1 0,1 0 0,0 0 0,0-1 0,0 1 0,0-1 0,0 1 0,1 0 0,-1-1 0,1 0 0,0 0 0,0 1 0,0-1 0,1 0 0,-1-1 0,1 1 0,0 0 0,-1-1 0,1 1 0,0-1 0,1 0 0,-1 0 0,0 0 0,1 0 0,-1-1 0,1 0 0,-1 1 0,1-1 0,-1 0 0,1-1 0,0 1 0,0-1 0,-1 1 0,1-1 0,0 0 0,0-1 0,0 1 0,10 0 0,0-2 0,0 1 0,-1-2 0,1 1 0,0-2 0,-1 0 0,0-1 0,0 0 0,10-6 0,312-217-155,-239 161-940,-11 10-1440</inkml:trace>
  <inkml:trace contextRef="#ctx0" brushRef="#br0" timeOffset="1777.112">6302 662 28382,'0'0'2014,"0"0"-1315,0 0-179,0 0 324,-9-21-560,-31-70-260,37 84-24,0-1 0,-1 1 0,0 0 0,0 0 0,0 0 0,-1 0 0,0 1 0,0 0 0,-1 0 0,0 0 0,0 1 0,0 0 0,-1 0 0,0 0 0,1 1 0,-2 0 0,1 0 0,0 1 0,-1 0 0,0 0 0,1 1 0,-1 0 0,0 1 0,0-1 0,0 1 0,0 1 0,-1 0 0,1 0 0,0 0 0,0 1 0,0 0 0,0 1 0,0 0 0,0 0 0,1 0 0,-1 1 0,1 1 0,-1-1 0,1 1 0,0 0 0,0 1 0,1-1 0,-5 5 0,-3 2 0,1 1 0,0 0 0,1 1 0,1 1 0,0-1 0,0 2 0,1 0 0,1 0 0,1 0 0,0 1 0,1 0 0,1 1 0,0 0 0,1 0 0,1 0 0,1 0 0,0 1 0,1 0 0,1-1 0,1 1 0,1 15 0,2-29 0,-1 0 0,1 1 0,0-1 0,0 0 0,0-1 0,1 1 0,-1 0 0,1-1 0,0 0 0,0 0 0,0 0 0,0 0 0,1-1 0,-1 0 0,1 0 0,0 0 0,-1 0 0,1-1 0,0 1 0,0-1 0,0-1 0,0 1 0,0-1 0,0 0 0,0 0 0,0 0 0,0 0 0,0-1 0,0 0 0,0 0 0,0-1 0,-1 1 0,1-1 0,0 0 0,24-6 0,-1-1 0,0-2 0,0 0 0,-1-2 0,0-1 0,-2-1 0,6-5 0,7-2 0,66-41-184,-8 4-736</inkml:trace>
  <inkml:trace contextRef="#ctx0" brushRef="#br0" timeOffset="9295.062">1 2015 15347,'0'0'10154,"0"0"-7673,0 0-2122,0 0-5,0 0 87,0 0-72,22-4-48,146-24 251,1415-123 970,-1510 142-1486,352-38 466,201 12-522,-180 35 17,-383 3-17,0 3 0,0 3 0,48 14 0,0-1 0,96 10 4,2-9 0,185-6-4,1016-14 224,-546 32-224,-763-35 0,-15-2 0,0 4 0,0 4 0,66 13 0,-138-16 0,-13-18-488,-16-6-1152</inkml:trace>
  <inkml:trace contextRef="#ctx0" brushRef="#br1" timeOffset="522740.109">2786 1488 26598,'0'0'2800,"0"0"-1920,0 0-479,0 0-177,0 0 168,196-11-96,-50 7-72,58 4-48,26 0 8,12 14-16,-12 21-56,-20 12-56,3 7-24,4-1-16,6-10-16,-3-11-320,-56-14-1064,-39-14-5218</inkml:trace>
  <inkml:trace contextRef="#ctx0" brushRef="#br1" timeOffset="523365.56">7791 1262 26126,'0'0'1391,"0"0"-561,0 0-280,0 0 43,0 0 46,0 0-99,-6 12-138,3-5-339,1-6-54,1 0 1,0 0-1,0 0 0,0 1 1,0-1-1,0 0 0,0 1 1,0-1-1,1 1 1,-1-1-1,0 1 0,1-1 1,-1 1-1,1-1 1,0 1-1,-1 0 0,1-1 1,0 1-1,0 0 0,0-1 1,0 1-1,0-1 1,1 1-1,-1 0 0,0-1 1,1 1-1,-1-1 0,1 1 1,0-1-1,-1 1 1,1-1-1,0 1 0,0-1 1,0 0-1,0 1 0,0-1 1,0 0-1,0 0 1,0 0-1,1 0 0,-1 0 1,0 0-1,1 0 1,-1 0-1,1 0 0,-1-1 1,1 1-1,0 0-9,50 7 147,0-2 1,0-2-1,1-2 0,33-5-147,7 2 70,220 0 73,220 0 157,178 35-300,708 139 80,-1166-153-79,-334-10-501,15-8-1585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2:18.93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1138 17580,'0'0'10462,"0"0"-7833,0 0-2253,0 0-140,28-12 88,240-84 280,-53 54-467,3 10 0,0 9 0,2 10 0,95 11-137,-248 3-110,1 3-1,-1 4 1,0 2 0,33 11 110,-24-1-1167,-20-8-1802</inkml:trace>
  <inkml:trace contextRef="#ctx0" brushRef="#br0" timeOffset="297.567">1854 669 25822,'0'0'4283,"0"0"-3147,0 0-994,0 0-77,26-1 58,187 15 374,-181-8-453,-1 3 0,0 0 1,0 2-1,-1 1 0,-1 2 0,0 0 0,7 7-44,-28-16 2,-1 0 1,1 0-1,-1 1 0,0 0 1,-1 0-1,0 0 0,0 1 1,0 0-1,-1 0 1,0 1-1,0-1 0,-1 1 1,0 0-1,0 0 0,-1 1 1,0-1-1,0 1 0,-1-1 1,0 1-1,-1 0 0,0 0 1,0 0-1,-1 0 1,0 0-1,0 0 0,-1 0 1,-1-1-1,-1 7-2,-4 2 0,-1-1 0,-1 0 0,-1 0 0,0-1 0,-1 0-1,0-1 1,-1 0 0,-1-1 0,0 0 0,-1-1 0,0-1 0,-1 0 0,0-1 0,-1-1 0,0 0 0,0-1 0,-1-1 0,-2 1 0,-32 15-315,-2-3 1,-1-1 0,0-3 0,-1-2 0,0-3 0,-1-2-1,-4-2 315,-31-1-2052</inkml:trace>
  <inkml:trace contextRef="#ctx0" brushRef="#br0" timeOffset="531.531">1146 164 29182,'0'124'848,"0"34"-127,-9 35-337,-7 14-168,3 0-80,5-43-136,-3-30-536</inkml:trace>
  <inkml:trace contextRef="#ctx0" brushRef="#br1" timeOffset="371440.198">1871 426 17212,'-10'-16'4193,"-145"-193"418,134 188-4178,-1 1-1,-1 1 0,0 1 1,-1 1-1,-2 1 0,1 2 1,-17-7-433,19 10 24,0 2 0,-1 1 0,0 1 1,-1 1-1,0 1 0,0 2 0,0 0 1,0 1-1,0 2 0,0 0 0,0 2 1,0 1-1,0 1 0,-8 2-24,-24 14-129,2 1-1,0 4 0,2 1 1,1 3-1,1 2 0,1 2 0,2 2 1,-39 38 129,29-27 25,2 2 0,2 2 1,2 3-1,3 2 0,2 2 1,2 2-1,3 2 0,3 2 1,3 1-1,2 2 0,4 2 1,-13 41-26,37-90 61,0 1 1,1 0-1,0 0 1,2 0 0,1 0-1,0 1 1,2-1-1,0 1 1,1-1-1,1 1 1,1-1-1,1 0 1,1 0-1,0 0 1,2-1 0,0 1-1,1-2 1,1 1-1,1-1 1,4 6-62,5-5 33,0-1 1,1-1 0,1-1 0,1 0-1,0-2 1,1-1 0,0 0-1,1-2 1,0-1 0,1 0 0,0-2-1,0-1 1,6 0-34,51 10 156,1-4 0,1-3 1,41-3-157,-51-5 59,0-3 0,-1-4 0,0-3 0,0-3 0,0-4 0,-2-2 0,0-4 0,-1-2 0,-2-4 0,0-3 0,-2-2 0,-1-4 0,-2-2 0,-2-3 0,-1-2 0,7-11-59,-37 26 8,0-2-1,-2-1 1,-1 0 0,-2-2 0,-1-1 0,-1-2-1,-2 0 1,-2-1 0,7-19-8,-18 36-20,0 0-1,-2 0 1,0-1 0,-2 0 0,0 0-1,-1 0 1,-1 0 0,-1-1 0,-1 1-1,0 0 1,-2-1 0,-1 1-1,0 0 1,-2 0 0,0 1 0,-1-1-1,-2 1 1,-8-17 20,-38-46-813,-14 18-1124</inkml:trace>
  <inkml:trace contextRef="#ctx0" brushRef="#br1" timeOffset="541447.661">146 2030 30911,'0'0'784,"0"0"-424,0 0-272,0 0 72,0 0 200,0 0-256,184 0-104,-94 0 0,6 6 0,3 4 0,-2 2 0,-8 0 0,-10 0 0,-11-3-128,-4-3-536,-16-2-872,-15-4-4242</inkml:trace>
  <inkml:trace contextRef="#ctx0" brushRef="#br1" timeOffset="541699.419">1148 1855 30302,'0'0'729,"0"0"-297,0 0-208,109 118 72,-63-75 80,0 3-112,-6-1-136,-5-1-112,-11-3-16,-15-4 0,-9-1 0,-13 1 0,-77 21 0,2-9-472,-15-4-1384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03.71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1180 129 25982,'0'0'3694,"0"0"-2539,0 0-749,0 0 13,0 0 61,7-9-80,-5 6-373,0-1-17,1 1 0,-1 0-1,1 0 1,0 0 0,0 0-1,0 0 1,0 0 0,0 1 0,1-1-1,-1 1 1,1 0 0,0 0-1,-1 1 1,1-1 0,0 1-1,0 0 1,0 0 0,0 0 0,0 0-1,0 1 1,1-1-10,272 2 0,-180 3 0,-1-4 0,0-5 0,0-3 0,52-14 0,-21-11-964,-110 25-2065</inkml:trace>
  <inkml:trace contextRef="#ctx0" brushRef="#br0" timeOffset="173.284">2337 417 31991,'0'0'776,"0"0"-776,0 0 0,0 0 0,0 0-608</inkml:trace>
  <inkml:trace contextRef="#ctx0" brushRef="#br1" timeOffset="439358.679">1 297 29990,'0'0'773,"0"0"-247,33-6-80,468-61 550,-310 50-978,0 9 0,185 15-18,-331-4 0,0 3 0,-1 1 0,0 2 0,0 3 0,-1 1 0,0 2 0,6 4 0,-23-2-838,-25-15-1461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4:09.23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4985 515 28246,'0'0'1120,"0"0"-377,0 0-212,0 0-139,-3-22-135,-19-134-17,22 155-238,-30-139 195,29 137-191,-1-1 1,1 1-1,0-1 1,-1 1-1,0 0 1,0 0-1,0 0 1,0 0-1,0 0 1,0 0-1,-1 1 1,0-1-1,1 1 1,-1-1-1,0 1 1,0 0-1,0 0 1,-1 0-1,1 1 1,0-1-1,-1 1 1,1 0-1,-1 0 1,1 0-1,-1 0 1,1 1-1,-1-1 1,0 1-1,1 0 1,-1 0-1,0 0 1,1 0-1,-1 1 1,1 0-1,-1 0 1,1 0-1,-2 0-6,-8 6 2,0 1 1,1 0-1,0 1 0,0 1 1,0 0-1,2 0 0,-1 1 0,1 0 1,1 1-1,0 0 0,0 1 1,2 0-1,-1 0 0,-3 11-2,-9 12 31,1 0 0,3 1 1,0 1-1,3 0 0,1 1 0,2 0 0,1 1 0,3 0 0,0 5-31,5-40 12,0 0 0,1 0 0,-1 0 1,1 0-1,0 0 0,0 1 0,0-1 0,1 0 0,0 0 0,0 0 0,0 0 0,1 0 0,-1 0 0,1 0 0,1 0 0,-1-1 1,0 1-1,1-1 0,0 0 0,0 1 0,1-1 0,-1-1 0,1 1 0,0 0 0,-1-1 0,2 0 0,-1 0 0,0 0 0,1 0 1,-1-1-1,1 0 0,0 0 0,0 0 0,0 0 0,0-1 0,2 1-12,16-3 3,-1-2 0,1 0 0,-1-1 0,0-1-1,0-1 1,0-2 0,-1 0 0,0-1 0,0 0 0,-1-2 0,0-1 0,-1 0 0,-1-2-1,0 0 1,-1 0 0,0-2 0,-1 0 0,4-7-3,34-34-14,-2-2-1,-3-3 1,-3-2 0,23-43 14,-6 23-1839,-42 60-994</inkml:trace>
  <inkml:trace contextRef="#ctx0" brushRef="#br0" timeOffset="378.091">6475 659 30999,'0'0'690,"-4"-18"-311,-84-326 320,29 214-699,57 126 0,-1 1 0,-1 0 0,1-1 0,0 1 0,-1 1 0,1-1 0,-1 0 0,0 1 0,0 0 0,0-1 0,0 2 0,0-1 0,0 0 0,-1 1 0,1 0 0,-1 0 0,1 0 0,0 0 0,-1 1 0,0 0 0,1 0 0,-1 0 0,1 1 0,-1-1 0,1 1 0,-1 0 0,1 0 0,0 1 0,0-1 0,-2 2 0,-8 5 0,1 0 0,0 2 0,0-1 0,1 2 0,1-1 0,0 2 0,0-1 0,1 2 0,1-1 0,0 1 0,0 1 0,1-1 0,1 2 0,-5 6 0,2 0 0,0 1 0,1 0 0,1 1 0,1 0 0,1 0 0,1 1 0,1 0 0,1 9 0,2-29 0,0 0 0,0 1 0,0-1 0,1 0 0,0 0 0,0 0 0,0 0 0,1 1 0,-1-1 0,1 0 0,0 0 0,0 0 0,0 0 0,1 0 0,-1 0 0,1 0 0,0-1 0,0 1 0,0 0 0,1-1 0,-1 0 0,1 0 0,0 1 0,0-1 0,0-1 0,0 1 0,1 0 0,-1-1 0,1 0 0,-1 0 0,1 0 0,0 0 0,0 0 0,0-1 0,0 0 0,0 0 0,4 1 0,21-2-7,0-2 0,0 0 0,0-2 0,0-1 0,-1-2-1,0 0 1,0-2 0,0-1 0,-2-2 0,1 0 0,-1-2 0,-1 0 0,-1-2 0,0-1 0,-1-1-1,18-18 8,-18 20-41,186-138-2887,-121 88-2695</inkml:trace>
  <inkml:trace contextRef="#ctx0" brushRef="#br0" timeOffset="750.4">7826 353 31079,'0'0'640,"0"0"-185,0 0 6,-4-16-336,3 11-124,1-5-1,-1 0 1,0 1-1,0-1 0,-1 0 0,0 1 1,-1-1-1,0 1 0,-1 0 0,0 0 0,0 0 1,-1 0-1,0 1 0,-1 0 0,0 0 0,0 0 1,0 1-1,-1 0 0,0 0 0,-1 1 1,1 0-1,-1 0 0,0 0 0,-1 1 0,1 1 1,-1-1-1,0 1 0,-2 0 0,2 3 0,-1 1 0,1 0 0,-1 0 0,1 1 0,-1 0 0,1 1 0,0 0 0,0 0 0,-1 1 0,2 0 0,-1 0 0,0 1 0,1 1 0,-1-1 0,1 1 0,1 1 0,-1 0 0,1 0 0,0 0 0,0 1 0,1-1 0,-1 2 0,2-1 0,-1 1 0,-2 4 0,0 2 0,0 1 0,1 0 0,0 0 0,1 1 0,1-1 0,0 1 0,1 0 0,1 1 0,1-1 0,0 1 0,1-1 0,1 1 0,0 0 0,2 5 0,0-15 0,0 0 0,0-1 0,0 1 0,1-1 0,0 1 0,0-1 0,1 0 0,-1-1 0,2 1 0,-1 0 0,0-1 0,1 0 0,0 0 0,0-1 0,1 1 0,-1-1 0,1 0 0,0 0 0,0-1 0,0 0 0,0 0 0,1 0 0,-1-1 0,1 0 0,0 0 0,-1-1 0,1 0 0,0 0 0,0-1 0,0 1 0,0-1 0,0-1 0,0 1 0,0-1 0,-1-1 0,1 1 0,0-1 0,-1 0 0,1-1 0,-1 1 0,1-1 0,-1-1 0,5-3 0,137-76 0,77-40-1044,-124 70-1073</inkml:trace>
  <inkml:trace contextRef="#ctx0" brushRef="#br0" timeOffset="1063.321">9206 259 16123,'0'0'12470,"0"0"-9266,0 0-2747,0 0-92,-9-21-232,0-5-123,-59-95-5,63 114-5,-1-1 0,-1 1 0,1 1 0,-1-1 0,0 1 0,0 0 0,-1 1 0,0 0 0,0 0 0,0 0 0,-1 1 0,1 1 0,-1-1 0,0 1 0,0 1 0,0 0 0,0 0 0,-1 1 0,1 0 0,0 0 0,-1 1 0,1 0 0,-1 1 0,1 0 0,0 0 0,0 1 0,0 1 0,0-1 0,-8 4 0,0 5 0,1 0 0,-1 0 0,2 2 0,0 0 0,0 1 0,1 0 0,1 1 0,0 1 0,1 0 0,-5 11 0,-3 2 0,1 1 0,1 0 0,2 2 0,2 0 0,0 0 0,3 1 0,0 1 0,2 0 0,2 1 0,1-1 0,2 1 0,1 0 0,2 24 0,1-52 0,2-1 0,-1 1 0,1-1 0,0 0 0,0 1 0,1-1 0,-1-1 0,1 1 0,1 0 0,-1-1 0,1 1 0,0-1 0,0 0 0,1 0 0,0-1 0,-1 1 0,1-1 0,1 0 0,-1 0 0,1-1 0,-1 1 0,1-1 0,0-1 0,0 1 0,3 0 0,158 29 0,-144-30 0,1-1 0,0-2 0,0 0 0,-1-1 0,1-1 0,-1-2 0,1 0 0,-1-1 0,-1-2 0,0 0 0,0-1 0,0-1 0,-1-1 0,0-1 0,3-4 0,115-125-273,-100 72-1094</inkml:trace>
  <inkml:trace contextRef="#ctx0" brushRef="#br0" timeOffset="-883.624">2721 324 16187,'0'0'12120,"0"0"-9352,0 0-2574,-1-19-72,-21-155 272,19 169-390,0-1-1,-1 1 0,1 0 0,-1 0 0,0 0 0,0 1 0,-1-1 0,0 1 0,1 0 1,-1 1-1,0-1 0,-1 1 0,1 0 0,-1 0 0,1 0 0,-1 1 0,0 0 0,0 0 1,0 0-1,0 1 0,0 0 0,0 0 0,0 1 0,0 0 0,-1 0 0,1 0 0,0 1 1,0-1-1,0 2 0,0-1 0,0 1 0,0-1 0,0 2 0,0-1 0,1 1 0,-1 0 1,1 0-1,0 0 0,-1 1-3,-24 16 1,2 1 1,0 1 0,2 2-1,0 0 1,2 2-1,1 0 1,1 2-1,1 0 1,1 2 0,2 0-1,-10 23-1,6-17 41,1 1 0,2 1 0,1 1 0,3 1 0,1 0 0,2 0 0,1 2 0,3-1 0,1 1 0,2 0 0,1 10-41,5-45 13,-1 0 0,1-1 1,1 0-1,-1 1 0,1-1 0,0 0 1,1 1-1,-1-1 0,1 0 0,0-1 0,1 1 1,-1-1-1,1 1 0,0-1 0,1 0 1,-1 0-1,1-1 0,0 0 0,0 1 1,0-2-1,1 1 0,-1 0 0,1-1 1,0 0-1,0-1 0,0 1 0,0-1 0,1 0 1,1 0-14,9 2 1,0 0-1,1-2 1,-1 0 0,1 0 0,-1-2 0,1 0 0,-1-1-1,1-1 1,-1 0 0,9-4-1,7-6 0,0-1 0,-1-2 0,-1-1 0,-1-2 0,0-1 0,-1-1 0,-1-2 0,-1-1 0,-1 0 0,-1-2 0,-2-1 0,0-1 0,-2-1 0,9-16 0,82-143-208,-72 103-2266,-8 14-5558</inkml:trace>
  <inkml:trace contextRef="#ctx0" brushRef="#br0" timeOffset="-635.689">3374 809 30679,'0'0'872,"0"0"-176,4 110-296,5-74-280,11-16-120,-3-8-80,-1-12-1520</inkml:trace>
  <inkml:trace contextRef="#ctx0" brushRef="#br0" timeOffset="-1606.539">0 825 21044,'0'0'7235,"0"0"-5333,0 0-1434,0 0-53,0 0-39,11-6-39,45-19-188,2 3-1,0 2 0,1 3 0,0 3 0,2 2 0,51-3-148,-71 8 48,315-29 42,-203 32-2793,-142 4-904</inkml:trace>
  <inkml:trace contextRef="#ctx0" brushRef="#br0" timeOffset="-1355.301">518 140 28966,'0'0'1008,"0"0"-351,-29 158-49,25-42 24,4 28-112,0 6-200,9-23-264,4-33-56,-2-34 0,2-7 0,18 24 0,-3-12-680,1-10-1369</inkml:trace>
  <inkml:trace contextRef="#ctx0" brushRef="#br0" timeOffset="6649.365">318 1860 16628,'0'0'11406,"0"0"-8579,0 0-2368,0 0-188,0 0 38,16-5 65,70-20-255,2 5 0,0 3 0,1 4 0,55 1-119,-90 7 17,982-107-17,-391 33 0,529 7 0,570 63 0,124-22 0,812-55 0,-1999 82 0,-642 8 0,-39 3 0,-96-5-2865,21-2-8417</inkml:trace>
  <inkml:trace contextRef="#ctx0" brushRef="#br1" timeOffset="437670.747">2729 324 15507,'0'0'0,"0"0"0,0 0-13299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6:12.57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384 32 29814,'0'0'857,"0"0"-593,0 0-32,0 0 224,0 0-192,0 0-144,0 0-120,63 98-160,-30-52-528,-9-5-2129</inkml:trace>
  <inkml:trace contextRef="#ctx0" brushRef="#br0" timeOffset="244.855">811 850 30086,'0'0'721,"0"0"-329,0 0-136,0 0 0,-114 138-152,55-88-104,-51 33-432,14-12-1081,4-10-1719</inkml:trace>
  <inkml:trace contextRef="#ctx0" brushRef="#br0" timeOffset="509.905">2006 249 30094,'0'0'1513,"0"0"-1297,0 108 96,0-41 16,-7 30-48,-10 59-256,3-20-24,-5-6-1328</inkml:trace>
  <inkml:trace contextRef="#ctx0" brushRef="#br0" timeOffset="1654.811">2085 0 28150,'0'0'1052,"0"0"-200,0 0-162,0 0-126,0 0-99,0 0-171,-2 1-163,-17 58 39,-105 598 229,117-631-399,2 0 0,1 0 0,2 0 0,0 0 0,2 1 0,0-1 0,2 0 0,1 1 0,1-1 0,1 0 0,2-1 0,4 10 0,24 34-1204,-23-47-2417</inkml:trace>
  <inkml:trace contextRef="#ctx0" brushRef="#br0" timeOffset="2730.452">1405 1594 27550,'0'0'2432,"0"0"-1831,0 0 135,0 0-304,0 0 40,0 0-112,164-2-176,-82-6-184,10-2 0,4-2 0,-2 3 0,-2-3 0,-8 2 0,-8 2 0,12 0-592,-22 4-928,-18 0-3145</inkml:trace>
  <inkml:trace contextRef="#ctx0" brushRef="#br0" timeOffset="2961.772">1543 1860 30358,'0'0'1569,"0"0"-1169,0 0 40,0 0-440,0 0 0,0 0 0,134 0 0,-55 0 0,4 2 0,0 18 0,14 16-112,-25-3-1560,-17-3-3545</inkml:trace>
  <inkml:trace contextRef="#ctx0" brushRef="#br0" timeOffset="112257.652">289 4585 30182,'0'0'913,"0"0"-729,0 0-120,169 0 0,-24-4 152,39-6 16,20 0-96,-5 4-64,-26 2-8,-24 4 128,-28 0-8,-31 0-128,-24 0-56,-14 0-88,16 0-456,-11-2-792,-9-10-1825</inkml:trace>
  <inkml:trace contextRef="#ctx0" brushRef="#br0" timeOffset="112553.65">1813 4237 30615,'0'0'921,"0"0"-646,0 0-187,0 0 92,24 16 104,-1-1-234,2-1 1,0-1-1,0-1 0,1-1 0,0-1 1,1-1-1,15 2-50,338 69 52,-375-80-52,0 1 0,0 0 0,0 0 0,0 0 0,0 0 0,0 1 0,0 0 0,0 0 0,-1 0 0,1 0 0,-1 1 0,1 0 0,-1 0 0,0 0 0,0 0 0,-1 1 0,1-1 0,-1 1 0,1 0 0,-1 0 0,0 1 0,-1-1 0,1 0 0,-1 1 0,0 0 0,0 0 0,0-1 0,-1 1 0,1 0 0,-1 0 0,-1 0 0,1 0 0,-1 1 0,1-1 0,-1 0 0,-1 0 0,1 0 0,-1 0 0,0 0 0,0 1 0,-10 8 0,1 0 0,-2-1 0,0 0 0,0 0 0,-1-2 0,-1 0 0,0 0 0,-9 4 0,-44 30-4,-3-3-1,-1-3 1,-2-4 0,-2-2-1,-1-4 1,-1-3 0,-1-4-1,-60 9 5,103-23-275,0-1 0,-1-3 0,0 0 0,0-3-1,1 0 1,-1-3 0,0-1 0,0-1 0,-32-9 275,-2-12-2842</inkml:trace>
  <inkml:trace contextRef="#ctx0" brushRef="#br0" timeOffset="112800.952">1289 3588 31263,'0'0'1040,"0"0"-928,-18 113 32,-4-20 64,-6 37-208,-3 41 0,7 19 0,9-7 0,6-53-608,0-45-2185</inkml:trace>
  <inkml:trace contextRef="#ctx0" brushRef="#br1" timeOffset="137083.887">1271 1934 27870,'0'0'1116,"-4"-19"-484,2 4-515,1 6-73,0 1 0,-1 0 1,0-1-1,0 1 0,0 0 0,-1 0 0,-1 0 0,1 1 0,-1-1 1,0 1-1,-1 0 0,0 0 0,0 0 0,-1 0-44,1 2 16,-1 1-1,0 0 0,-1 0 1,1 1-1,-1-1 0,1 1 1,-1 0-1,0 1 1,0 0-1,0 0 0,0 1 1,-1-1-1,1 2 1,0-1-1,-1 1 0,1 0 1,0 0-1,-1 1 1,1 0-1,0 1 0,0-1 1,0 1-1,0 1 0,0-1 1,0 1-1,-3 2-15,-112 88 38,25 13-31,5 4 1,5 4 0,5 4 0,5 3 0,5 4-1,6 2 1,-13 45-8,35-81 49,5 1-1,3 2 0,4 1 0,5 2 1,4 1-1,4 0 0,4 2 0,5 0 1,4 0-1,5 25-48,2-103 10,0 1 1,2 0-1,1 0 0,0-1 0,2 0 1,1 0-1,0 0 0,2-1 0,0 0 1,2-1-1,0 0 0,1 0 1,1-1-1,1-1 0,0 0 0,1-1 1,1-1-1,1 0 0,1-1 0,1 0-10,12 4 6,1-2 0,1-1 0,1-2 0,0-1 0,1-2 0,0-1 0,0-2 0,1-1-1,0-2 1,1-2 0,-1-1 0,0-1 0,1-3 0,-1-1 0,0-1 0,0-2 0,0-1-1,-1-3 1,0 0 0,-1-2 0,0-2 0,-1-1 0,0-2 0,2-2-6,25-18 14,-1-2 0,-1-3 0,-3-3 1,-2-2-1,-2-2 0,-2-2 0,-2-2 0,-2-3 1,-4-1-1,-1-2 0,7-20-14,8-22-15,-4-3-1,-5-1 1,-4-3 0,-6-1-1,-4-2 1,10-71 15,-7-69-302,-10-2 1,-12 0 0,-16-194 301,-22-171-4233,3 369-4189</inkml:trace>
  <inkml:trace contextRef="#ctx0" brushRef="#br1" timeOffset="319997.849">1442 1208 23581,'0'0'1574,"0"0"2496,24 1-2319,160 8-188,143-7-1335,84-20-228,-259 12 0,-140 17 4,-36 6-161,-14 2-610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6:11.22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178 40 28302,'0'0'1687,"0"0"-937,0 0-357,0 0 31,0 0 26,0 0-182,-2 8-167,-16 78 91,-10 47-108,6 2 0,-1 69-84,21-185-280,2 0 0,0 0 0,1-1 0,1 1 0,0 0 0,2-1 0,0 0 0,1 1-1,1-2 1,0 1 0,2-1 0,8 15 280,22 18-6681</inkml:trace>
  <inkml:trace contextRef="#ctx0" brushRef="#br0" timeOffset="390.815">1587 401 29766,'0'0'729,"0"0"-468,1-23-141,2-136 512,-2 153-613,-1 1-1,0-1 1,0 1 0,0-1 0,-1 1-1,0-1 1,0 1 0,0 0 0,0 0-1,-1-1 1,0 1 0,0 0-1,-1 0 1,1 1 0,-1-1 0,0 1-1,-1-1 1,1 1 0,-1 0-1,1 0 1,-1 0 0,0 0 0,-1 1-1,1 0 1,-1 0 0,1 0-1,-1 0 1,0 1 0,-4-2-19,2 4 3,0-1 1,0 1-1,-1 1 0,1-1 1,0 1-1,0 0 1,-1 1-1,1 0 0,1 0 1,-1 1-1,0-1 0,0 1 1,1 1-1,0-1 1,-1 1-1,1 0 0,1 1 1,-1-1-1,1 1 1,-1 0-1,2 1 0,-1-1 1,0 1-1,1 0 0,0 0 1,1 1-1,-1 0-3,-5 8-3,0 1-1,2 1 0,0 0 1,1 0-1,0 0 0,1 0 1,1 1-1,1 0 0,1 0 1,0 10 3,1-21-1,1-1 0,0 1 0,1-1 1,-1 1-1,1-1 0,0 1 1,1-1-1,0 0 0,0 0 0,0 0 1,1 0-1,0 0 0,0 0 1,0-1-1,1 1 0,-1-1 0,1 0 1,1 0-1,-1 0 0,1-1 1,0 0-1,0 1 0,0-2 0,0 1 1,1-1-1,0 1 0,-1-2 1,1 1-1,0-1 0,1 1 1,10 2-21,1 0 0,-1-2 0,1 0 0,-1 0 0,1-2 1,0 0-1,0-1 0,-1-1 0,1-1 0,0 0 0,-1-2 0,1 0 0,-1 0 0,0-2 0,-1 0 0,1-1 0,5-3 21,178-98-1239,-109 55-748</inkml:trace>
  <inkml:trace contextRef="#ctx0" brushRef="#br0" timeOffset="749.991">3196 155 30150,'0'0'733,"0"0"-344,0 0 128,0 0 20,0 0-191,-12-17-258,-39-54-81,49 67-7,0-1 0,-1 1 0,0 0 0,1 0 0,-1 0 0,-1 0 0,1 0 0,0 1 0,-1 0 0,0 0 0,0 0 0,0 0 0,0 0 0,0 1 0,-1-1 0,1 1 0,-1 0 0,1 1 0,-1-1 0,0 1 0,0 0 0,0 0 0,0 1 0,1-1 0,-1 1 0,0 0 0,0 0 0,0 1 0,0-1 0,0 1 0,0 0 0,1 1 0,-1-1 0,-1 1 0,-6 6 0,0 0 0,1 0 0,0 1 0,1 0 0,0 1 0,0 1 0,1-1 0,0 1 0,1 1 0,0-1 0,1 2 0,0-1 0,0 3 0,-2 4 0,0 2 0,1-1 0,1 1 0,2 0 0,0 0 0,0 1 0,2-1 0,1 1 0,1 12 0,0-29 0,0 1 0,1-1-1,0 0 1,0 0 0,0 0 0,1 1 0,-1-1 0,1 0-1,1 0 1,-1 0 0,1 0 0,-1 0 0,2 0 0,-1-1-1,0 1 1,1-1 0,0 1 0,0-1 0,0 0-1,1 0 1,-1 0 0,1-1 0,0 1 0,0-1 0,0 0-1,0 0 1,1 0 0,-1-1 0,1 1 0,0-1 0,5 1-15,0 0 0,0-1 1,0 0-1,1 0 0,-1-1 1,0-1-1,1 0 0,-1 0 1,1-1-1,-1 0 0,0-1 1,1 0-1,-1-1 0,0 0 1,-1 0-1,1-1 0,0-1 1,8-4 14,149-112-601,-151 107 528,91-80-826,-12 3-980</inkml:trace>
  <inkml:trace contextRef="#ctx0" brushRef="#br1" timeOffset="320731.881">0 895 15027,'0'0'11580,"0"0"-7994,0 0-2972,0 0-326,0 0 81,7 3 55,106 15 328,580-80-625,640 28-127,-1215 34 0,776 28 0,-635-5 0,-257-55-316,-2 9-1264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6:07.83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884 628 24485,'0'0'4503,"0"0"-2646,0 0-1235,0 0 46,4-22-137,16-146-430,-20 158-101,2 3 0,0 0 0,-1 0 0,0 0 0,0-1 0,0 1 0,-1 0 0,0-1 0,-1 1 0,0 0 0,0 0 0,0 0 0,-1-1 0,0 1 0,0 0 0,-1 1 0,0-1 0,0 0 0,-1 1 0,1 0 0,-1 0 0,-1 0 0,1 0 0,-1 1 0,0-1 0,-1 1 0,1 0 0,-1 1 0,0 0 0,0-1 0,0 2 0,0-1 0,-1 1 0,0 0 0,-6 3 0,-1 1 0,1 1 0,0 0 0,-1 0 0,1 2 0,0-1 0,1 2 0,-1 0 0,1 0 0,0 1 0,0 1 0,0 0 0,1 0 0,0 1 0,1 0 0,0 1 0,0 1 0,1-1 0,0 2 0,1-1 0,0 1 0,0 0 0,1 1 0,1 0 0,-4 9 0,-11 12 0,1 1 0,2 1 0,1 0 0,2 2 0,2-1 0,1 2 0,2 0 0,-5 39 0,13-71 0,1 1 0,0-1 0,1 1 0,-1-1 0,1 1 0,1 0 0,-1-1 0,1 1 0,0-1 0,1 1 0,-1-1 0,1 1 0,1-1 0,-1 0 0,1 0 0,0 0 0,0 0 0,1-1 0,0 1 0,0-1 0,0 0 0,1 0 0,-1 0 0,3 0 0,6 5 0,1-1 0,0-1 0,0 0 0,0-1 0,1 0 0,0-2 0,1 1 0,0-2 0,-1 0 0,1-1 0,0-1 0,0 0 0,1-1 0,-1-1 0,0 0 0,0-1 0,0-1 0,1-1 0,-2 0 0,1-1 0,0-1 0,-1 0 0,0-1 0,0 0 0,0-2 0,-1 1 0,0-2 0,-1 0 0,0-1 0,11-10 0,130-107-1354,-95 70-1413</inkml:trace>
  <inkml:trace contextRef="#ctx0" brushRef="#br0" timeOffset="278.031">1809 817 30679,'0'0'856,"0"0"-312,57 103 144,-35-76-688,13-9 0,-6-10 0,-5-8-1280</inkml:trace>
  <inkml:trace contextRef="#ctx0" brushRef="#br0" timeOffset="792.096">3063 419 29126,'0'0'902,"0"0"-291,0 0-150,-9-21 23,-60-128 232,64 138-694,0 1 1,0-1-1,-1 1 0,0 0 0,-1 1 1,0-1-1,0 2 0,-1-1 0,0 1 1,-1 0-1,0 0 0,0 1 0,-1 0 0,0 1 1,0 0-1,0 1 0,-1 0 0,1 0 1,-1 1-1,-1 1 0,-1-1-22,7 4 0,0 0 0,0 1 0,0 0 0,0 0 0,1 0 0,-1 1 0,0-1 0,1 2 0,-1-1 0,1 0 0,-1 1 0,1 0 0,0 0 0,1 1 0,-1-1 0,0 1 0,1 0 0,0 0 0,0 1 0,0-1 0,0 1 0,1 0 0,0 0 0,0 0 0,0 0 0,1 1 0,-2 2 0,-50 158 0,32 54 0,21-212 0,1-1 0,0 1 0,1-1 0,0 1 0,0-1 0,1 1 0,0-1 0,0 0 0,0 0 0,1 0 0,0 0 0,1 0 0,-1 0 0,1-1 0,1 0 0,-1 0 0,1 0 0,0 0 0,0-1 0,1 0 0,4 4 0,-1-1 0,1 0 0,1-1 0,-1 0 0,1-1 0,0 0 0,0-1 0,1 0 0,-1 0 0,1-1 0,0-1 0,0 0 0,1-1 0,-1 0 0,1-1 0,-1-1 0,1 1 0,-1-2 0,1 0 0,-1 0 0,0-1 0,1-1 0,-1 0 0,0-1 0,-1 0 0,1-1 0,-1 0 0,0-1 0,0 0 0,5-4 0,16-18 0,0-1-1,-2-2 1,-1-1 0,-1-1-1,-2-2 1,-2 0 0,12-24 0,53-72-2282,-53 85-2636</inkml:trace>
  <inkml:trace contextRef="#ctx0" brushRef="#br0" timeOffset="1078.419">4312 1 29518,'0'0'1977,"0"0"-1657,0 0-120,-70 122 328,50-59-304,3 14-224,4 22 0,8 29 0,5 18 0,0-24-152,7-37-2633</inkml:trace>
  <inkml:trace contextRef="#ctx0" brushRef="#br0" timeOffset="1841.953">5739 296 27790,'0'0'2467,"0"0"-1773,0 0-518,-12-20 56,-38-67 52,2-21-19,45 107-263,1 1 0,-1-1-1,0 1 1,1 0 0,-1 0 0,0 0-1,1 0 1,-1 0 0,0 1-1,1-1 1,-1 1 0,1 0 0,-1 0-1,1 0 1,-1 0 0,1 0 0,-1 0-1,1 1 1,0-1 0,0 1-1,0-1 1,0 1 0,0 0 0,0 0-1,0 0 1,1 0 0,-1 0 0,1 1-1,-1-1 1,1 0 0,0 1 0,0-1-1,0 1 1,0-1 0,0 1-1,1-1 1,-1 2-2,-12 25 3,2 1 0,0 0 0,2 0-1,2 0 1,0 1 0,3 1 0,0-1-1,2 0 1,1 1 0,2 0 0,1-1 0,1 4-3,-2-27 4,0-1 1,0 1-1,0 0 1,1-1 0,0 0-1,1 1 1,-1-1-1,1 0 1,1 0 0,-1-1-1,1 1 1,1-1-1,-1 1 1,1-1 0,0-1-1,0 1 1,1-1-1,-1 0 1,1 0 0,0 0-1,1-1 1,-1 0-1,1 0 1,0-1 0,0 0-1,0 0 1,0-1 0,0 1-1,1-1 1,-1-1-1,1 0 1,0 0 0,-1 0-1,1-1 1,0 0-1,-1-1 1,1 0 0,-1 0-1,1 0 1,-1-1-1,1 0 1,-1 0 0,0-1-1,2-1-4,16-14 21,-1 0-1,-1-2 1,-1 0-1,0-1 0,-2-2 1,-1 0-1,0-1 1,-2-1-1,-1 0 1,-1-1-1,-1-1 1,-1-1-21,125-248-2316,-115 231-1072</inkml:trace>
  <inkml:trace contextRef="#ctx0" brushRef="#br0" timeOffset="2203.003">7501 393 30214,'0'0'1493,"-15"-17"-1065,-94-112-261,86 99-6,19 22-147,0 0-1,-1 1 1,0 0-1,-1 0 1,1 0 0,-2 1-1,1-1 1,0 1-1,-1 1 1,0-1-1,-1 1 1,1 1-1,-1-1 1,0 1 0,0 1-1,0-1 1,-5 0-14,10 4-1,0 0 1,0 0-1,0 1 1,0-1-1,0 1 1,0 0 0,0-1-1,1 1 1,-1 1-1,0-1 1,1 0-1,-1 1 1,1-1-1,-1 1 1,1 0 0,0 0-1,0 0 1,0 0-1,0 0 1,0 0-1,0 1 1,0-1-1,1 1 1,-1-1 0,1 1-1,0 0 1,-1 0 0,-15 30 2,2 0 0,0 1 0,3 1 0,1 0 0,1 0 0,2 1 0,2 0 0,1 0 0,0 35-2,3-60 3,2 0 0,-1-1 0,1 1 0,1 0 0,0 0 0,1-1 0,0 1 0,0 0-1,1-1 1,0 0 0,1 0 0,1 0 0,-1 0 0,1-1 0,1 1 0,0-1 0,0 0-1,1-1 1,0 0 0,0 0 0,1 0 0,0-1 0,9 6-3,-8-9 0,0 0 0,0 0 0,0-1 0,1 0 0,0 0 0,0-1 0,0-1 0,-1 0 0,1 0 0,1-1 0,-1 0 0,0 0 0,0-1 0,-1-1 0,1 0 0,0 0 0,0-1 0,-1 0 0,1-1 0,-1 0 0,0 0 0,0-1 0,-1 0 0,1-1 0,-1 1 0,0-2 0,-1 1 0,0-1 0,0 0 0,0-1 0,4-6 0,101-136-357,-74 83-1078</inkml:trace>
  <inkml:trace contextRef="#ctx0" brushRef="#br1" timeOffset="121663.007">1 1644 27998,'0'0'1475,"0"0"-839,0 0-379,0 0 32,0 0 53,0 0-68,15-1 14,422-65 427,-75 40-342,296 19-373,-392 8 9,782 0 6,-668 15-5,19 19-10,292 15 27,586-46 32,376-29-59,-821 26 0,-724 10 0,-107-11-37,0 0 1,0 0-1,0 0 0,0 0 1,1 0-1,-1 1 0,0-1 1,0 0-1,0 1 0,0-1 1,0 0-1,0 1 0,0 0 1,0-1-1,0 1 0,0-1 1,0 1-1,0 0 0,0 0 1,0 0-1,-1-1 0,1 1 0,0 0 1,0 0-1,-1 0 0,1 0 1,-1 0-1,1 0 0,-1 0 1,1 1-1,-1-1 0,0 0 1,0 0-1,1 0 0,-1 0 1,0 0-1,0 1 0,0-1 1,0 0-1,0 0 0,0 0 1,-1 0-1,1 0 0,0 1 1,-1-1-1,1 0 0,0 0 1,-1 0-1,1 0 0,-1 0 1,0 0-1,1 0 0,-1 0 1,0 0-1,0 0 0,0-1 1,1 1-1,-1 0 0,0 0 1,0-1-1,0 1 0,0-1 1,0 1-1,0-1 0,0 1 0,0-1 1,-1 1-1,0-1 37,-41 22-4283</inkml:trace>
  <inkml:trace contextRef="#ctx0" brushRef="#br1" timeOffset="321724.131">170 1402 176,'0'0'25069,"0"0"-20981,0 0-2709,0 0-1106,0 0-30,0 0 157,0 0 27,6-7-139,6-3-246,1 0 1,0 1-1,0 0 1,1 1-1,0 1 0,0 0 1,1 1-1,0 1 1,0 0-1,9-1-42,440-76 0,36-17 0,-424 91 0,-75 8-543,-12 3-1531</inkml:trace>
  <inkml:trace contextRef="#ctx0" brushRef="#br1" timeOffset="322559.003">2872 916 27854,'0'0'1586,"0"0"-940,0 0-148,0 0 81,0 0-159,0 0-204,-8 13-72,-121 161 193,-325 308-242,385-383-75,69-98-19,0 0 0,0 0 0,0 0 0,0 0 0,1 0 0,-1 1 0,0-1 0,1 0 0,-1 0 0,1 0 0,-1-1 0,1 1 0,-1 0 0,1 0 0,0 0 0,-1 0 0,1 0 0,0-1 0,0 1 0,0 0 0,0-1 0,0 1 0,-1 0 0,1-1 0,0 1 0,0-1 0,0 0 0,1 1 0,-1-1 0,0 0 0,0 0 0,0 1 0,0-1 0,0 0 0,0 0 0,0 0 0,0 0 0,0 0 0,0-1 0,1 1 0,-1 0 0,0 0 0,0-1 0,0 1 0,0-1 0,0 1-1,7-1 19,139-7 84,0-6-1,-1-7 0,62-20-102,20-17 0,-226 58 0,0-1 0,0 0 0,-1 1 0,1-1 0,0 0 0,0 0 0,0 0 0,-1-1 0,1 1 0,-1 0 0,1-1 0,-1 1 0,1-1 0,-1 1 0,0-1 0,0 0 0,1 1 0,-1-1 0,0 0 0,-1 0 0,1 0 0,0 0 0,-1 0 0,1 0 0,-1 0 0,1 0 0,-1 0 0,0 0 0,0 0 0,0 0 0,0 0 0,0 0 0,0 0 0,-1 0 0,1 0 0,-1 0 0,1 0 0,-1 0 0,-1-1 0,-7-21 0,-1 0 0,-2 1 0,0 0 0,-2 1 0,0 1 0,-1 0 0,-2 0 0,-19-28 0,2 1-53,12 19-45,2 0 0,0-2 1,2 0-1,2-1 1,0 0-1,-2-13 98,15 30-1786</inkml:trace>
  <inkml:trace contextRef="#ctx0" brushRef="#br1" timeOffset="323420.891">4851 1187 17476,'0'0'10259,"0"0"-7656,0 0-2193,0 0-46,0 0 25,0 0-78,5 1-89,19 3-118,0-1 1,1-1 0,-1-2 0,1 0 0,0-1 0,19-4-105,-29 3 28,653-49 48,39 29-76,-251 37 0,-83 10 0,93-16 0,-538-39-1727,47 9-2491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1:47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86 187 26638,'0'0'2426,"0"0"-1505,0 0-298,0 0-72,0 0-69,-12-3-81,-61-12 251,84 8-579,193-41-73,3 10 0,1 8 0,1 10 0,1 9 0,28 9 0,905-10 0,-1114 11 0,-1 1 0,1 2 0,-1 1 0,1 1 0,-1 1 0,0 1 0,-1 2 0,10 4 0,-37-12 0,-1 0 0,1 0 0,-1 0 0,1 0 0,-1 0 0,0 0 0,1 0 0,-1 1 0,1-1 0,-1 0 0,1 0 0,-1 0 0,1 1 0,-1-1 0,1 0 0,-1 0 0,1 1 0,-1-1 0,1 1 0,0-1 0,-1 0 0,1 1 0,0-1 0,-1 1 0,1-1 0,0 1 0,-1-1 0,1 1 0,0-1 0,0 1 0,-1-1 0,1 1 0,0-1 0,0 1 0,0-1 0,0 1 0,0 0 0,0-1 0,0 1 0,0-1 0,0 1 0,0-1 0,0 1 0,0-1 0,0 1 0,1 0 0,-1-1 0,0 1 0,0-1 0,1 1 0,-1-1 0,0 0 0,1 1 0,-1 0 0,-53 6-255,-14-2-1018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6:33.49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257 53 25309,'0'0'4049,"0"0"-2835,0 0-874,0 0 53,0 0-6,-5 9-183,-123 298 408,103-247-585,3 1-1,2 2 0,4 0 1,2 1-1,1 15-26,12-75-44,0 1 1,0-1-1,1 0 0,-1 1 0,1-1 0,1 1 0,-1-1 0,0 1 0,1-1 1,0 0-1,0 1 0,1-1 0,-1 0 0,1 0 0,0 0 0,0 0 0,0 0 1,0 0-1,1 0 0,-1-1 0,1 1 0,0-1 0,0 0 0,1 0 0,-1 0 1,1 0-1,-1 0 0,1-1 0,0 0 0,2 1 44,33 8-1726</inkml:trace>
  <inkml:trace contextRef="#ctx0" brushRef="#br0" timeOffset="406.343">1550 400 30759,'0'0'680,"0"0"-382,0 0-41,-2-23 120,-13-142-112,15 146-252,2 13-9,0 0-1,-1-1 0,0 0 1,0 1-1,-1-1 1,1 0-1,-1 1 1,-1-1-1,1 1 1,-1-1-1,-1 0 1,1 1-1,-1-1 1,0 1-1,0 0 1,-1 0-1,0 0 1,0 0-1,0 0 0,-1 1 1,0-1-1,0 1 1,0 0-1,-1 0 1,0 0-1,0 1 1,0 0-1,0 0 1,-1 0-1,1 0 1,-1 1-1,0 0 1,0 0-1,-5-1-3,2 4 0,0 0 0,1 1 0,-1 0 0,0 0 0,1 1 0,-1 0 0,1 1 0,-1-1 0,1 2 0,0-1 0,0 1 0,1 0 0,-1 1 0,1 0 0,0 0 0,0 1 0,1 0 0,-1 0 0,-1 3 0,-102 136 0,97-123 0,0 0 0,1 0 0,2 1 0,0 1 0,2 0 0,0 0 0,2 1 0,0 0 0,2 0 0,-1 20 0,5-42 0,-1 1 0,1-1 0,0 0 0,0 1 0,1-1 0,-1 0 0,1 1 0,0-1 0,0 0 0,0 0 0,0 0 0,0 0 0,1 0 0,-1 0 0,1 0 0,0 0 0,0 0 0,0-1 0,0 1 0,0-1 0,0 1 0,1-1 0,0 0 0,-1 0 0,1 0 0,0 0 0,0-1 0,0 1 0,0-1 0,0 0 0,0 1 0,0-1 0,0-1 0,1 1 0,-1 0 0,4-1 0,120 3-12,86-51-904,-115 16-741</inkml:trace>
  <inkml:trace contextRef="#ctx0" brushRef="#br0" timeOffset="760.824">2581 256 28102,'0'0'952,"0"0"387,0 0-208,0 0-433,0 0-382,0 0-150,-7-16-110,-23-51-49,28 65-7,1 0 0,-1-1 0,0 1 0,0 0 0,0 0 0,-1 0 0,1 0 0,0 1 0,-1-1 0,1 1 0,-1-1 0,0 1 0,1 0 0,-1 0 0,0 0 0,0 0 0,1 1 0,-1-1 0,0 1 0,0 0 0,0 0 0,0 0 0,0 0 0,-2 0 0,-5 0 0,-7 2 0,-1 2 0,1 0 0,0 0 0,0 2 0,0 0 0,1 1 0,0 1 0,0 0 0,1 1 0,0 1 0,1 0 0,0 1 0,0 0 0,1 2 0,1-1 0,0 1 0,1 1 0,0 0 0,1 1 0,1 0 0,0 0 0,-6 15 0,8-18 0,0 1 0,1 0 0,1 0 0,0 0 0,0 0 0,1 1 0,1 0 0,0 0 0,1 0 0,1 0 0,0 0 0,1 5 0,0-15 0,1 0 0,0-1 0,-1 1 0,1 0 0,1-1 0,-1 1 0,1-1 0,-1 0 0,1 1 0,0-1 0,0 0 0,0 0 0,1 0 0,-1 0 0,1 0 0,0-1 0,-1 1 0,1-1 0,0 0 0,0 0 0,1 0 0,-1 0 0,0 0 0,1-1 0,-1 1 0,1-1 0,0 0 0,-1 0 0,1-1 0,0 1 0,-1-1 0,1 1 0,1-1 0,132-9 0,-112 1 0,1-1 0,-2 0 0,1-2 0,-1-1 0,-1-1 0,0-1 0,-1-1 0,0-1 0,-2 0 0,1-2 0,-2 0 0,10-14 0,-24 25-41,0 1 1,-1-1-1,0 0 1,0 0-1,0 0 1,-1-1-1,-1 1 0,1-1 1,-1 0-1,0 0 1,-1 1-1,0-1 0,0 0 1,0-7 40,-1-14-1785</inkml:trace>
  <inkml:trace contextRef="#ctx0" brushRef="#br1" timeOffset="314589.662">310 891 21797,'0'0'4109,"-20"7"-2789,-270 63 2931,363-54-3144,246 7-940,223-16-167,-381-7 16,169-4-16,189-30 0,-511 33 0,-7 2 0,1-1 0,-1 1 0,1-1 0,-1 0 0,1 0 0,-1 0 0,1 0 0,-1 0 0,0 0 0,1 0 0,-1 0 0,1-1 0,-1 1 0,1-1 0,-1 1 0,0-1 0,1 1 0,-1-1 0,0 0 0,0 1 0,1-1 0,-1 0 0,0 0 0,0 0 0,0 0 0,0 0 0,0 0 0,0 0 0,0-1 0,-1 1 0,1 0 0,0 0 0,-1-1 0,1 1 0,-1 0 0,1-1 0,-1 1 0,1-1 0,-1 1 0,0-1 0,0 1 0,0 0 0,0-1 0,0 0 0,-16-21 0,-97-43-1428,46 34-1969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6:22.86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761 576 29526,'0'0'2257,"0"0"-2033,0 0-160,0 0 240,153 6 88,-39-10-392,31-15 0,9-7 0,-25 4 0,-31 3 0,-34 7 0,-9 0 0,0 0 0,8-4-208,-12 0-1536,-21 5-2761</inkml:trace>
  <inkml:trace contextRef="#ctx0" brushRef="#br0" timeOffset="249.751">1267 38 26942,'0'0'3665,"-22"110"-3201,18-33-88,0 14 80,4 8 80,0 31-232,15 22-280,16-2-24,-3-40-288,-4-33-1752</inkml:trace>
  <inkml:trace contextRef="#ctx0" brushRef="#br0" timeOffset="808.718">3404 338 23733,'0'0'6075,"0"0"-4491,0 0-1235,0 0 181,-1-15-113,1 3-413,0 1 0,-1-1 0,-1 0 0,0 1 0,0-1 0,-1 1 0,-1 0 0,0 0 0,-1 0 0,0 1 0,0-1 0,-1 1-1,0 0 1,-1 1 0,0-1 0,-1 1 0,0 1 0,0-1 0,-1 1 0,0 1-4,0 4 0,0 2 0,1-1 0,-1 1 0,0 1 0,0 0 0,0 0 0,0 0 0,0 1 0,1 1 0,-1-1 0,0 1 0,1 1 0,-1 0 0,1 0 0,0 1 0,0 0 0,0 0 0,0 0 0,1 1 0,0 1 0,0-1 0,0 1 0,1 0 0,-1 1 0,2-1 0,-1 1 0,1 1 0,0-1 0,0 1 0,1-1 0,0 1 0,-3 8 0,-13 18 0,2 0 0,1 2 0,2 0 0,1 0 0,2 2 0,1 0 0,2 0 0,2 0 0,2 1 0,1 0 0,2 0 0,1 1 0,3 1 0,-1-22 0,0-1 0,2 1 0,0-1 0,1 0 0,1 1 0,0-2 0,2 1 0,0-1 0,1 0 0,0 0 0,2-1 0,0 0 0,0-1 0,2 0 0,0-1 0,0 0 0,2-1 0,10 9 0,-16-17 0,0-1-1,-1 0 1,1 0 0,0-1 0,1 0-1,-1-1 1,1 1 0,-1-2 0,1 1-1,0-1 1,-1 0 0,1-1 0,0 0-1,0-1 1,-1 0 0,1 0 0,0-1-1,-1 0 1,0 0 0,1-1 0,-1 0-1,0 0 1,0-1 0,0 0 0,-1-1-1,1 0 1,139-127-1756,-88 65-2378</inkml:trace>
  <inkml:trace contextRef="#ctx0" brushRef="#br0" timeOffset="1073.17">4007 671 30743,'0'0'1104,"0"0"-520,0 0-248,0 0-336,156 67 0,-110-51-272,-9-4-3153</inkml:trace>
  <inkml:trace contextRef="#ctx0" brushRef="#br0" timeOffset="1698.942">5638 0 27270,'0'0'2456,"0"0"-1928,0 0 121,-26 113-97,24-70-136,-1 7-144,1 1-96,2 4-80,-4 6-48,-1 4-32,3 4-16,2 0 0,2 8-296,14-18-480,6-17-2377</inkml:trace>
  <inkml:trace contextRef="#ctx0" brushRef="#br0" timeOffset="1950.644">6732 131 27742,'0'0'4185,"0"0"-3809,-40 134 32,12-71-352,2 0-56,4 2 0,2 4 0,7 0 0,13 18 0,4-20-1104,16-16-4033</inkml:trace>
  <inkml:trace contextRef="#ctx0" brushRef="#br0" timeOffset="2371.382">8268 448 30975,'0'0'546,"-3"-18"-326,2 9-250,-53-190 569,52 194-526,0 0 1,0 0 0,0 0-1,0 0 1,-1 0 0,0 1-1,0-1 1,0 1-1,-1 0 1,1 0 0,-1 0-1,0 0 1,0 0-1,-1 1 1,1 0 0,-1 0-1,1 0 1,-1 0-1,0 1 1,0 0 0,0 0-1,0 0 1,-1 1-1,1-1 1,0 1 0,-1 1-1,1-1 1,0 1 0,-1 0-1,1 0 1,-1 0-1,1 1 1,-1 0 0,1 0-1,0 0 1,-1 1-1,1 0 1,-4 2-14,-6 5 0,0 2 0,1 0 0,0 1 0,1 0 0,1 1 0,0 0 0,0 1 0,1 0 0,1 1 0,1 0 0,0 0 0,1 1 0,0 1 0,3-10 0,0 1 0,0-1 0,1 1 0,0 1 0,1-1 0,0 0 0,0 1 0,1-1 0,0 1 0,0 0 0,1 0 0,0 0 0,0 0 0,1 0 0,1 0 0,-1 0 0,1 0 0,1 0 0,0-1 0,0 1 0,1 0 0,0-1 0,0 1 0,1-1 0,0 0 0,0 0 0,1-1 0,0 1 0,1-1 0,-1 0 0,7 5 0,9-3-12,-1-2-1,1 0 1,1-2-1,-1 0 1,1-1-1,0-2 1,0 0-1,0-1 1,0-1 0,0-1-1,-1-1 1,10-2 12,76-15-1091,-7-7-1526</inkml:trace>
  <inkml:trace contextRef="#ctx0" brushRef="#br0" timeOffset="2678.22">9770 194 21709,'0'0'7897,"0"0"-5904,0 0-1533,-26-15-37,-86-45-185,104 56-234,0 1-1,0 0 0,0 0 0,-1 1 0,1 0 1,-1 1-1,0 0 0,1 0 0,-1 0 0,0 1 1,0 1-1,1 0 0,-1 0 0,-3 1-3,4-1 2,-13 5-2,2 1 0,-1 1 0,1 0 0,0 1 0,1 1 0,0 1 0,0 1 0,1 0 0,1 2 0,0-1 0,1 2 0,1 0 0,0 1 0,1 0 0,0 1 0,2 1 0,-5 8 0,5-7 0,0 0 0,1 1 0,1 0 0,2 0 0,-1 1 0,2 0 0,1 0 0,1 1 0,0-1 0,2 1 0,1 0 0,0 0 0,2 0 0,-1-13 0,0 0 0,1 0 0,1 0 0,0-1 0,0 1 0,0-1 0,1 1 0,0-1 0,1 0 0,0 0 0,0 0 0,1-1 0,0 1 0,0-1 0,1 0 0,-1-1 0,2 1 0,-1-1 0,1 0 0,0-1 0,0 0 0,0 0 0,1 0 0,-1-1 0,1 0 0,0-1 0,1 1 0,-1-2 0,1 1 0,-1-1 0,1 0 0,8 0 0,9-1 0,1-1 0,-1-1 0,1-1 0,-1-2 0,0 0 0,0-2 0,-1-1 0,1 0 0,-1-2 0,-1-1 0,0-2 0,0 0 0,-2-1 0,1-1 0,-1-1 0,-1-1 0,-1-1 0,16-17 0,-14 14-157,-1-2 0,-1 0 1,-1-1-1,-1-1 0,-1-1 0,-1-1 1,-1 0-1,-1-1 0,0-4 157,11-36-2278</inkml:trace>
  <inkml:trace contextRef="#ctx0" brushRef="#br0" timeOffset="3625.58">130 1342 8874,'0'0'5729,"0"0"-1780,0 0 1754,0 0-2812,0 0-1823,0 0-376,-14-10-86,-43-29-50,-2 17 1083,60 21-1052,18 2-498,569-39 295,-5-18-384,60-35 0,-280 39 0,2 17 0,88 13 0,1737 0 0,-734 91 0,-252-3 0,896-86 0,-1043 6 0,-898 24 0,-156-9-39,-1 0 0,0-1 1,1 1-1,-1 0 0,0 0 0,0 0 0,0 1 1,0-1-1,0 1 0,0-1 0,0 1 0,-1-1 1,1 1-1,0 0 0,-1 0 0,1 0 0,-1 0 0,0 0 1,0 0-1,0 0 0,0 0 0,0 1 0,0-1 1,0 0-1,-1 1 0,1-1 0,-1 0 0,0 1 1,0-1-1,0 1 0,0-1 0,0 0 0,0 1 1,0-1-1,-1 1 0,1-1 0,-1 0 0,0 0 1,0 1-1,0-1 39,-8 28-3985</inkml:trace>
  <inkml:trace contextRef="#ctx0" brushRef="#br1" timeOffset="107347.048">2517 1156 22613,'0'0'5817,"0"0"-4393,0 0-1228,-7 20 76,-21 62 142,27-78-396,0-1 1,0 1 0,0 0-1,1 0 1,-1-1-1,1 1 1,0 0-1,0 0 1,1 0-1,-1 0 1,1-1-1,-1 1 1,1 0-1,1 0 1,-1-1 0,0 1-1,1-1 1,0 1-1,-1-1 1,1 0-1,1 0 1,-1 1-1,0-1 1,1-1-1,0 1 1,-1 0-1,1-1 1,0 1 0,1-1-1,-1 0 1,0 0-1,0 0 1,1-1-1,-1 1 1,1-1-1,0 0 1,-1 0-1,1 0 1,0 0 0,0 0-1,2-1-18,1 3 27,49 14 77,2-1 1,-1-4-1,2-1 1,29-1-105,-35-3 49,354 38 210,1-19 0,0-17 0,198-28-259,1360-151 0,-1290 104 0,178-17 0,278 31 0,-1108 51-106,-10 0-9,0 0 0,1 1 0,-1 0 0,0 1 0,1 0 0,-1 2 0,0-1 0,0 2 1,-1 0-1,1 0 0,-1 2 0,0-1 0,0 2 0,10 6 115,0 11-3934</inkml:trace>
  <inkml:trace contextRef="#ctx0" brushRef="#br1" timeOffset="316594.49">2701 1289 27054,'0'0'2135,"0"0"-1128,0 0-682,0 0-186,0 0 92,4 1 39,8-1-204,-1 0-1,1-1 0,-1 0 1,1-1-1,-1 0 0,0-1 1,1 0-1,-1-1 0,-1 0 0,1-1 1,-1 0-1,4-2-65,27-11 129,26-9-23,2 4 1,1 2 0,1 4-1,0 2 1,15 2-107,957-48 160,-958 52-160,316-31 0,167 12 0,919 32 0,-551-10 0,139 3 0,-887 2 0,1 8 0,35 12 0,319 32 0,-531-49 0,-1-1 0,1 0 0,0-1 0,0 0 0,0-1 0,0 0 0,0-1 0,0 0 0,-1-1 0,1-1 0,-1 1 0,0-2 0,4-1 0,-14 6-1,-1-1-1,1 1 1,0 0-1,0 0 1,0-1-1,-1 1 1,1 0-1,0-1 1,-1 1-1,1-1 1,0 1-1,-1-1 1,1 1-1,0-1 1,-1 0-1,1 1 1,-1-1-1,1 0 1,-1 1-1,1-1 1,-1 0-1,0 0 1,1 1-1,-1-1 1,0 0-1,0 0 1,0 0-1,1 1 1,-1-1-1,0 0 1,0 0-1,0 0 1,0 0-1,0 1 1,-1-1-1,1 0 1,0 0-1,0 0 1,0 1-1,-1-1 1,1 0-1,0 0 1,-1 0-1,1 1 1,-1-1-1,1 0 1,-1 1-1,1-1 1,-1 0-1,1 1 1,-1-1-1,0 1 1,1-1-1,-1 1 1,0-1-1,1 1 1,-1 0-1,0-1 1,0 1-1,1 0 1,-1-1-1,0 1 1,0 0 0,0 0-1,0 0 1,1 0-1,-1 0 1,0 0-1,0 0 2,-3-3-40,-17-12-673</inkml:trace>
  <inkml:trace contextRef="#ctx0" brushRef="#br2" timeOffset="325928.5">8218 1238 24685,'0'0'1901,"0"0"602,0 0-1411,0 0-580,0 0-89,0 0-67,5 3-41,9 2-219,0-1 0,0 0 0,0-1 0,0 0 0,0-1 0,1-1 0,-1 0 0,0-1 0,10-2-96,10 3 63,722-16-10,-507 14-97,-163 29-2188,-69-10-2069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7:59.16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930 32 22797,'0'0'1582,"0"0"1287,0 0-1580,0 0-728,0 0-83,-3 17 148,-46 275 751,-98 345-1093,143-624-394,1 0 0,1 0 0,0 0 0,0 0 0,2 0-1,-1 0 1,2 0 0,0 0 0,0 0 0,1 0 0,1 0 0,0-1 0,1 1 0,0-1 0,1 1 0,0-1 0,1-1 0,1 1 0,0-1 0,0 0 0,5 5 110,21 12-3042</inkml:trace>
  <inkml:trace contextRef="#ctx0" brushRef="#br0" timeOffset="282.404">1505 587 30743,'0'0'616,"0"0"-456,0 0-88,0 0 16,0 0-48,100 110-40,-71-78-104,-5-7-696,-9-7-2777</inkml:trace>
  <inkml:trace contextRef="#ctx0" brushRef="#br0" timeOffset="692.261">2809 506 26958,'0'0'1391,"0"0"-356,0 0 176,0 0-369,0 0-376,0 0-127,-13-21-30,-43-72-125,48 80-181,0 1 0,-1 0 0,0 0 0,-1 0-1,-1 2 1,0-1 0,0 1 0,-1 1 0,0 0 0,0 0 0,-1 2 0,-2-1-3,10 5 0,-1 1 0,0-1-1,0 2 1,0-1 0,0 0 0,0 1 0,0 0 0,0 1 0,0 0 0,0-1 0,0 2 0,-1-1-1,1 1 1,0 0 0,0 0 0,0 1 0,0-1 0,0 2 0,1-1 0,-1 0 0,1 1-1,-1 0 1,1 1 0,0-1 0,0 1 0,0 0 0,-1 1 0,-11 16 0,1 1 0,1 0 0,1 1 0,1 0 0,1 1 0,1 0 0,1 1 0,1 0 0,1 1 0,2 0 0,1 0 0,0 1 0,2-1 0,1 1 0,1 0 0,2-1 0,2 15 0,-5-34 0,1 1 0,1 0 0,0 0 0,0 0 0,0 0 0,1-1 0,0 1 0,0 0 0,1 0 0,0-1 0,1 1 0,-1-1 0,2 0 0,-1 0 0,1 0 0,0 0 0,0-1 0,1 1 0,-1-1 0,2 0 0,-1 0 0,0-1 0,1 0 0,0 0 0,1 0 0,-1 0 0,1-1 0,0 0 0,4 1 0,-1-5 0,0 0-1,0-1 1,-1 0 0,1-1 0,0 0-1,-1-1 1,1 0 0,-1 0 0,0-1-1,0 0 1,-1-1 0,1 0 0,-1 0-1,0-1 1,0 0 0,-1 0 0,1-1-1,-1 0 1,-1 0 0,0-1 0,0 1-1,5-10 1,17-13-10,134-139-1297,-91 94-763</inkml:trace>
  <inkml:trace contextRef="#ctx0" brushRef="#br0" timeOffset="1031.814">3802 488 30615,'0'0'774,"0"0"-370,0 0-5,-3-18 19,-52-244-261,55 260-157,0 1 0,-1-1 0,1 0 0,-1 1 0,1-1 0,-1 1 0,1-1 0,-1 1 0,0-1 0,0 1 0,0 0 0,0-1 0,0 1 0,0 0 0,0 0 0,0 0 0,0 0 0,0-1 0,-1 2 0,1-1 0,0 0 0,-1 0 0,1 0 0,-1 1 0,1-1 0,-1 1 0,1-1 0,-1 1 0,0-1 0,1 1 0,-1 0 0,1 0 0,-1 0 0,0 0 0,1 0 0,-1 0 0,1 0 0,-1 1 0,0-1 0,1 1 0,-1-1 0,1 1 0,-1-1 0,1 1 0,-1 0 0,1 0 0,0 0 0,-1-1 0,1 2 0,-51 66 0,36-33 0,2 2 0,2-1 0,1 2 0,2-1 0,1 1 0,2 1 0,2-1 0,2 1 0,1 0 0,2 0 0,1 1 0,-1-35 0,1-1 0,-1 0 0,1 0 0,-1 0 0,1 0 0,0 0 0,1 0 0,-1 0 0,1-1 0,-1 1 0,1-1 0,0 0 0,0 0 0,1 0 0,-1 0 0,1-1 0,-1 1 0,1-1 0,0 0 0,0 0 0,0 0 0,0 0 0,0-1 0,0 0 0,0 0 0,1 0 0,-1 0 0,0-1 0,1 1 0,-1-1 0,1 0 0,-1 0 0,0-1 0,1 0 0,-1 1 0,0-1 0,1-1 0,-1 1 0,0-1 0,0 1 0,0-1 0,0 0 0,-1-1 0,1 1 0,2-2 0,13-10-13,-1-1 0,0 0 0,0-1 0,-2-1 0,0-1 0,-1 0 0,-1-1 0,10-18 13,-8 15-77,46-69-878,-10 6-1334</inkml:trace>
  <inkml:trace contextRef="#ctx0" brushRef="#br0" timeOffset="4492.618">5724 295 12051,'0'0'13843,"0"0"-10492,0 0-2694,0 0 52,0-18-84,1-56-144,-1 72-457,0 0-1,0 0 1,0 0-1,0 0 1,-1 0-1,1 0 1,-1 0-1,0 0 1,1 1-1,-1-1 1,0 0-1,0 0 1,0 1-1,0-1 1,0 0-1,-1 1 1,1 0-1,0-1 1,-1 1-1,1 0 1,-1-1-1,0 1 1,1 0-1,-1 0 1,0 0-1,1 0 1,-1 1-1,0-1 1,0 0-1,0 1 1,0-1-1,0 1 1,0 0-1,0 0 1,0-1-1,0 1 1,0 1-1,0-1 1,1 0-1,-1 0 1,0 1-1,0-1 1,0 1-24,-8-1 24,-6 1-23,0 2 1,0-1-1,0 2 0,0 0 0,1 1 0,-1 0 0,1 2 1,1-1-1,-1 2 0,1 0 0,0 1 0,-10 9-1,14-12 1,-40 25-1,1 3 0,2 1 0,1 3 0,3 1 0,1 3 0,1 1 0,3 2 0,-3 8 0,-13 65 0,53-114 0,0 0 0,0 1 0,1-1 0,-1 0 0,1 1 0,0-1 0,0 0 0,1 0 0,-1 1 0,1-1 0,0 0 0,0 0 0,0 0 0,1 0 0,0 0 0,-1 0 0,1 0 0,0 0 0,1-1 0,-1 1 0,1-1 0,0 1 0,0-1 0,0 0 0,0 0 0,0 0 0,0-1 0,4 2 0,9 4 0,0-1 0,1-1 0,0 0 0,0-1 0,1-1 0,-1-1 0,1 0 0,0-2 0,0 0 0,0-1 0,0 0 0,0-2 0,-1 0 0,1-1 0,0 0 0,-1-2 0,0 0 0,0-1 0,15-8 0,293-148-772,-213 110-1229,-10 3-2572</inkml:trace>
  <inkml:trace contextRef="#ctx0" brushRef="#br0" timeOffset="4815.339">6881 409 31007,'0'0'629,"0"0"-205,0-20 11,-4-256-163,5 271-272,-1 1 0,-1-1 0,1 1 0,0-1 0,-1 1 0,0-1 0,0 1 0,-1-1 0,1 1 0,-1 0 0,0 0 0,0 0 0,0 0 0,0 0 0,-1 0 0,0 1 0,1-1 0,-1 1 0,-1-1 0,1 1 0,0 0 0,-1 1 0,0-1 0,1 0 0,-1 1 0,0 0 0,0 0 0,-1 0 0,1 1 0,0-1 0,-1 1 0,1 0 0,0 0 0,-1 1 0,1-1 0,-1 1 0,0 0 0,1 0 0,-8 4 0,0 1 0,1 1 0,-1 0 0,1 0 0,1 1 0,-1 1 0,1-1 0,1 2 0,-1-1 0,2 1 0,-1 1 0,1 0 0,0 0 0,1 0 0,0 1 0,1 0 0,0 0 0,-3 12 0,0-8 0,-9 13 0,1 2 0,2 0 0,0 1 0,3 0 0,0 1 0,2 0 0,1 1 0,2 0 0,1 0 0,0 18 0,6-30 0,-2-15 0,1-1 0,0 0 0,0 0 0,1 1 0,-1-1 0,1 0 0,1 1 0,-1-1 0,1 0 0,-1 1 0,1-1 0,1 0 0,-1 0 0,1 0 0,0 0 0,0 0 0,1 0 0,-1 0 0,1-1 0,0 0 0,0 1 0,1-1 0,-1 0 0,1 0 0,0-1 0,0 1 0,0-1 0,1 0 0,3 3 0,9-5-10,1 0-1,-1-1 1,0 0-1,0-2 1,1 0 0,-1-1-1,0-1 1,-1 0-1,1-1 1,-1-1 0,0 0-1,0-2 1,0 0 0,-1 0-1,-1-1 1,1-1-1,-2-1 1,1 0 0,4-6 10,3 2-120,52-37-2094,-10 0-4145</inkml:trace>
  <inkml:trace contextRef="#ctx0" brushRef="#br1" timeOffset="11879.841">1 1802 28870,'0'0'660,"0"0"-418,0 0-153,0 0 91,0 0 111,0 0 45,20-6-109,127-39 41,-65 24-172,0 3 0,1 4 0,0 4 1,1 3-1,0 4 0,73 8-96,-39-4 71,13-1 84,343-3 562,32-22-717,-269 4 54,1288-94-24,-180 40-30,-208 51 0,-613 67 0,-295-18 0,128-6 0,-292-18-176,44-1 323,-41-10-3732,-26-7-11253</inkml:trace>
  <inkml:trace contextRef="#ctx0" brushRef="#br2" timeOffset="230068.977">5283 867 22693,'0'0'6555,"0"0"-4938,0 0-1375,0 0 74,0 0 68,0 0 9,22 0-118,223 10 17,142-3-292,-293-16 0,1-3 0,-2-5 0,0-3 0,58-23 0,-150 43 0,-1 0 1,1 0-1,-1 0 0,1 0 1,0-1-1,-1 1 0,1 0 1,-1 0-1,1 0 0,-1-1 1,1 1-1,-1 0 1,1-1-1,-1 1 0,1 0 1,-1-1-1,1 1 0,-1 0 1,1-1-1,-1 1 0,0-1 1,1 1-1,-1-1 0,0 1 1,1-1-1,-1 1 0,0-1 1,0 0-1,0 1 0,1-1 1,-1 1-1,0-1 0,0 1 1,0-1-1,0 0 1,0 1-1,0-1 0,0 1 1,0-1-1,0 0 0,0 1 1,-1-1-1,1 1 0,0-1 1,0 1-1,0-1 0,-1 0 1,1 1-1,0-1 0,-1 1 1,1 0-1,0-1 0,-1 1 1,1-1-1,-1 1 0,1-1 1,-1 1-1,1 0 1,-1-1-1,1 1 0,-1 0 1,1 0-1,-1-1 0,1 1 1,-1 0-1,1 0 0,-1 0 1,0 0-1,-41-24-774,41 24 694,-33-15-2851</inkml:trace>
  <inkml:trace contextRef="#ctx0" brushRef="#br2" timeOffset="232387.171">575 1195 28910,'0'0'904,"0"0"-384,0 0 17,0 0-73,0 0-224,0 0-8,0 0 96,119 4-104,-56-14-24,5-2-8,0 0-176,2 2-16,0 0 0,3 5 0,36 1 0,-17 2-656,-11-2-1761</inkml:trace>
  <inkml:trace contextRef="#ctx0" brushRef="#br2" timeOffset="232902.762">2217 1159 26654,'0'0'3096,"0"0"-2190,0 0-467,0 0 67,0 0-77,0 0-204,2 1-120,21 0-57,0-1 0,0 0 0,0-2 0,0 0 0,0-2 0,-1-1 0,1 0 0,8-5-48,36-6 23,173-32-23,2 10 0,235-5 0,320 11 0,-820 32-165,-16 0-662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2:00.5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1 109 28990,'0'0'1428,"0"0"-998,0 0-303,0 0 122,0 0 79,0 0-71,12 0-22,164-8 396,51-7-530,211 14-101,-230 6-5,0-10 1,86-17 4,-174 6 0,21-6 0,1 7 0,1 5 0,127 10 0,10 56 17,-157-25-679,-121-31-1094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21.645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94 62 26694,'0'0'2672,"0"0"-1848,0 0-143,0 0-145,0 0-216,0 0-216,0 0 120,-57 142-104,40-71-88,4 8-32,6 0-16,7 21-440,5-17-889,10-22-6088</inkml:trace>
  <inkml:trace contextRef="#ctx0" brushRef="#br0" timeOffset="437.609">1473 464 29966,'0'0'1159,"0"0"-732,0 0-32,0 0 8,-10-20-111,-51-129-167,61 143-125,0-1 0,-1 1 0,0 0 0,-1 0 0,1 0 0,-1 0 0,0 0 0,0 0 0,-1 0 0,0 1 0,0-1 0,0 1 0,-1 0 0,0 0 0,0 0 0,0 0 0,0 1 0,-1 0 0,0 0 0,0 0 0,0 0 0,0 1 0,0-1 0,-1 2 0,0-1 0,1 0 0,-1 1 0,0 0 0,0 1 0,-1-1 0,1 1 0,0 0 0,0 1 0,0-1 0,-3 1 0,0 5 0,0 0 0,1 0 0,0 0 0,0 1 0,0 0 0,0 1 0,1 0 0,0 0 0,1 1 0,-1-1 0,2 1 0,-1 1 0,1-1 0,0 1 0,1 0 0,0 0 0,0 0 0,1 1 0,0-1 0,1 1 0,0 0 0,0 0 0,1-1 0,1 1 0,-1 0 0,2 0 0,0 4 0,0-10 0,1 0 0,0 0 0,0 0 0,1 0 0,-1 0 0,1-1 0,0 1 0,0-1 0,0 1 0,1-1 0,-1 0 0,1-1 0,-1 1 0,1 0 0,0-1 0,0 0 0,0 0 0,0 0 0,1-1 0,-1 1 0,0-1 0,1 0 0,-1 0 0,1 0 0,-1-1 0,1 0 0,-1 0 0,1 0 0,0 0 0,-1-1 0,1 0 0,-1 1 0,3-2 0,15 0-31,-1 0 1,0-1-1,0-1 1,0 0-1,0-2 1,-1-1-1,17-8 31,-33 14-14,108-45-920,-9-4-1321</inkml:trace>
  <inkml:trace contextRef="#ctx0" brushRef="#br0" timeOffset="778.521">2819 283 30703,'0'0'608,"0"0"-170,-4-19 124,0 5-443,1-6-85,-1-1-1,-2 1 1,0 0 0,-1 0 0,-1 1-1,0 0 1,-2 0 0,0 1-1,-1 0 1,-10-10-34,19 25 0,-1 1 0,0-1 0,-1 1 0,1-1 0,0 1 0,-1 0 0,1 0 0,-1 1 0,0-1 0,0 1 0,1 0 0,-1 0 0,0 0 0,0 0 0,0 1 0,0 0 0,0-1 0,0 1 0,0 1 0,0-1 0,0 1 0,0-1 0,0 1 0,0 0 0,0 1 0,1-1 0,-1 1 0,0-1 0,1 1 0,-1 0 0,1 0 0,0 1 0,0-1 0,-3 3 0,-84 110-1,82-97-3,0 1-1,1 1 1,2-1 0,0 1 0,0 0 0,2 1 0,1-1 0,0 1 0,2-1 0,0 1-1,1-1 1,3 17 4,-1-29-7,0 0-1,1 0 1,0 0-1,0-1 1,1 0 0,-1 0-1,2 0 1,-1 0-1,1-1 1,0 1-1,0-2 1,0 1-1,1-1 1,0 0-1,0 0 1,1-1-1,-1 0 1,1 0 0,0 0-1,0-1 1,0-1-1,0 1 1,1-1-1,-1-1 1,1 0-1,-1 0 1,1 0-1,-1-1 1,1 0 0,-1-1-1,1 0 1,-1 0-1,1-1 1,-1 0-1,0-1 1,0 0-1,5-2 8,185-84-2999,-107 40-3997</inkml:trace>
  <inkml:trace contextRef="#ctx0" brushRef="#br0" timeOffset="1384.243">4290 326 10082,'0'0'17109,"0"0"-13311,0 0-3555,-10-17-7,-57-99 20,64 112-254,0 0-1,0 0 1,0 0-1,-1 0 1,1 0-1,-1 1 1,0 0-1,0 0 1,0 0-1,-1 0 1,1 0-1,-1 1 1,1 0-1,-1 0 1,0 0-1,0 1 1,1-1-1,-1 1 1,0 0-1,-1 1 1,1-1-1,0 1 1,0 0-1,0 0 1,0 1-1,0-1 1,0 1-1,0 0 0,0 1 1,0-1-1,0 1 1,1 0-1,-1 0 1,1 1-1,-1-1 1,1 1-1,0 0 1,0 0-1,0 0 1,0 1-1,-3 3-1,-1 3 23,0 1-1,0 0 0,1 1 0,0-1 0,1 1 0,0 1 0,1-1 0,1 1 0,0 0 1,0 0-1,1 0 0,1 1 0,1-1 0,0 1 0,0-1 0,1 1 0,1-1 0,0 1 1,2 5-23,-2-13 16,1-1 0,-1 0 0,1 0 0,0 1 0,1-1 0,-1-1 0,1 1 0,0 0 0,0-1 0,0 1 0,1-1 0,0 0 0,0 0 0,0-1 0,0 1 0,0-1 0,1 0 0,-1 0 0,1 0 0,0 0 0,0-1 0,0 0 0,0 0 0,0 0 0,1-1 0,-1 0 0,0 0 0,1 0 0,0-1-16,5 2 7,-1-1 0,1-1 0,0 0 0,0-1-1,0 0 1,0-1 0,0 0 0,-1 0 0,1-1 0,-1-1 0,0 0 0,0 0 0,0-1 0,4-2-7,9-10-304,-1 0 1,-1-1-1,-1-2 0,0 0 1,-1-1-1,-1-1 0,12-20 304,-25 35-301,45-64-6234</inkml:trace>
  <inkml:trace contextRef="#ctx0" brushRef="#br1" timeOffset="218023.678">136 656 10762,'0'0'8173,"0"0"-5378,0 0-1991,0 0-158,0 0 94,-1 10-219,0-2-144,-5 37-199,10-13 5887,53-27-5337,200-42-79,-106 7-569,21 8-22,1 6 0,0 9 1,0 7-1,85 14-58,492 48 16,-475-44-16,2-12 0,43-15 0,-160 5 0,1 7 0,83 16 0,-30 2-896,176-5 896,-310-18-3009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2:27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538 460 25485,'0'0'3455,"0"0"-2381,0 0-727,0 0-72,-3-19 42,-14-126 195,16-53-156,0 193-352,0 0-1,0 0 1,-1 1-1,1-1 1,-1 0-1,0 1 1,-1-1-1,1 1 1,-1 0-1,0-1 1,0 1-1,0 1 1,-1-1-1,1 0 1,-1 1-1,0 0 1,0 0-1,0 0 1,0 0-1,-1 0 1,1 1-1,-1 0 1,1 0-1,-1 0 1,0 1-1,0 0 1,0-1-1,0 2 1,0-1-1,0 0 1,0 1-1,0 0 1,0 1-1,0-1 0,0 1 1,0 0-1,0 0 1,0 0-1,0 0 1,1 1-1,-1 0 1,0 0-1,1 1 1,-3 1-4,-10 6 0,1 0-1,0 2 1,1 0 0,0 0 0,1 2-1,1 0 1,0 0 0,0 1-1,2 1 1,-6 9 0,-7 11-1,1 1-1,3 1 0,1 0 0,1 2 1,3 0-1,1 0 0,2 2 1,1 0-1,3 0 0,1 0 1,3 1-1,0 6 2,4-43 1,-1 0-1,1 0 1,0 0-1,1 0 1,-1 0-1,1 0 1,0 0-1,1 0 0,-1-1 1,1 1-1,0 0 1,1-1-1,-1 1 1,1-1-1,0 0 1,1 0-1,-1 0 1,1 0-1,0 0 1,0-1-1,0 0 1,1 0-1,0 0 1,0 0-1,4 2 0,4 1 4,-1-1-1,1 0 0,1-1 1,-1 0-1,0-1 0,1-1 1,0 0-1,0-1 1,0 0-1,0-1 0,0-1 1,1 0-1,-1-1 1,0 0-1,0-1 0,0-1 1,0 0-1,-1-1 0,1-1 1,-1 0-1,0 0 1,0-2-1,-1 1 0,0-2 1,0 1-1,-1-2 0,1 0 1,1-2-4,31-24-265,-1-1 0,-2-2 0,-1-2 0,27-37 265,-11 5-2257</inkml:trace>
  <inkml:trace contextRef="#ctx0" brushRef="#br0" timeOffset="250.159">1062 634 29678,'0'0'833,"0"0"-185,0 0-256,61 112-40,-41-88-160,0-4-192,-5-6-328,-15-14-2457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2:3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28678,'0'0'1639,"0"0"-1024,0 0-232,0 0 25,0 0 16,-1-3-48,-7 149-132,17 647-244,0-728 0,-7-87 0,-2-82-645,0 46-2327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2:41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844 11 9322,'0'0'0,"0"0"-1992</inkml:trace>
  <inkml:trace contextRef="#ctx0" brushRef="#br0" timeOffset="499.903">393 230 18316,'0'0'7684,"0"0"-5398,0 0-1587,0 0-28,0 0 63,0 0-167,-8-2-195,5 2-358,1-1-1,-1 0 1,0 1-1,1-1 1,-1 0-1,0-1 1,1 1-1,0 0 1,-1-1-1,1 1 1,0-1-1,-1 0 1,1 0-1,0 0 0,0 0 1,1 0-1,-1 0 1,0 0-1,1-1 1,-1 1-1,1 0 1,0-1-1,0 0 1,0 1-1,0-1 1,0 1-1,1-1 1,-1 0-1,1 0-13,-6-16 41,6 13-35,-1-1 0,1 0 0,-1 1 0,-1-1 0,1 1-1,-1-1 1,0 1 0,-1 0 0,1 0 0,-1 0 0,-1 0 0,1 0 0,-1 1 0,0-1 0,0 1 0,0 0 0,-1 0-1,0 1 1,0-1 0,0 1 0,0 0 0,-1 1 0,1-1 0,-1 1 0,0 0 0,0 0 0,-1 1 0,1 0-1,0 0 1,-1 0 0,1 1 0,-1 0 0,-2 0-6,-1 7 0,-1 0 0,1 1 1,0 0-1,0 0 0,1 1 0,0 1 0,1 0 0,-1 0 0,2 0 1,-1 1-1,1 0 0,1 0 0,0 1 0,0 0 0,1 0 1,1 1-1,0-1 0,-3 12 0,-1 2-4,0 0 0,2 1 0,1-1 0,1 1 1,1 0-1,1 0 0,2 0 0,0 1 4,0-22-3,0 1-1,0-1 1,0 1-1,1-1 1,0 1-1,0-1 1,0 1-1,1-1 1,-1 0-1,1 0 1,1 0-1,-1 0 1,1 0-1,0 0 1,0-1-1,0 1 1,1-1-1,-1 0 1,1 0 0,0 0-1,0 0 1,0-1-1,1 0 1,0 0-1,-1 0 1,1 0-1,0-1 1,0 1-1,0-2 1,1 1-1,-1 0 1,0-1-1,1 0 1,-1 0-1,1 0 1,3-1 3,15-2-56,-2-2 0,1 0 0,0-1 0,-1-2 1,0 0-1,0-1 0,-1-1 0,0-2 0,0 0 0,-1 0 0,-1-2 1,0-1-1,11-11 56,8-1-296,41-28-847,-12 4-1185</inkml:trace>
  <inkml:trace contextRef="#ctx0" brushRef="#br0" timeOffset="811.931">1180 196 28838,'0'0'672,"0"0"-242,0 0 143,0 0 141,0 0-205,0 0-313,-4-8-140,2 3-61,1 0-1,-1 1 0,1-1 1,-1 1-1,-1 0 1,1-1-1,-1 1 0,1 0 1,-1 0-1,0 0 1,-1 1-1,1-1 1,-1 1-1,1 0 0,-1 0 1,0 0-1,0 0 1,0 1-1,-1 0 0,1 0 1,0 0-1,-1 0 1,0 0-1,1 1 1,-1 0-1,0 0 0,0 0 1,1 1-1,-1 0 1,0 0-1,0 0 0,-1 0 6,2 4-7,1 1 0,0-1 0,0 0-1,0 1 1,0 0 0,1 0 0,0-1-1,-1 2 1,2-1 0,-1 0 0,1 0-1,0 0 1,0 1 0,0-1 0,1 1-1,0-1 1,0 0 0,0 1-1,1-1 1,0 4 7,-1 0-7,0-8 8,-1 3-2,0-1 1,0 1-1,0-1 1,1 1-1,-1-1 1,1 1-1,0-1 1,0 1-1,0 0 1,1-1-1,-1 1 1,1-1-1,0 1 1,0-1-1,0 0 1,0 1-1,1-1 1,-1 0-1,1 0 1,0 0-1,0 0 1,0 0-1,0 0 1,1 0 0,-1-1-1,1 1 1,0-1-1,-1 0 1,1 0-1,0 0 1,0 0-1,0 0 1,1 0-1,-1-1 1,0 0-1,1 0 1,-1 0-1,0 0 1,2 0 0,7-2-22,1-2 1,-1 1 0,1-1-1,-1-1 1,0-1 0,0 1-1,-1-2 1,1 1 0,-1-2-1,0 0 1,-1 0 0,1-1-1,-2 0 1,1 0 0,1-3 21,13-9-272,17-12-667,-6 2-971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18:37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382 819 8586,'0'0'20596,"0"0"-19956,0 0-7,0 0-289,0 0-144,0 0-72,-17-34-40,17 64 80,0 15-24,0 14-88,-11 16-32,-18 30-24,-12 33-24,-16 28-528,6-24-1425,14-30-6209</inkml:trace>
  <inkml:trace contextRef="#ctx0" brushRef="#br0" timeOffset="266.763">1 2740 29198,'0'0'632,"0"0"-408,0 140-160,0-69-32,0 20-32,0 41-8,0-19-1416,0-11-1729</inkml:trace>
  <inkml:trace contextRef="#ctx0" brushRef="#br0" timeOffset="267.763">117 4001 26958,'0'0'1448,"4"102"-328,1-37-167,-1 8-633,5-3-88,2-7-144,2-2-88,2 4 0,7 32-160,-6-17-1065,-5-1-399</inkml:trace>
  <inkml:trace contextRef="#ctx0" brushRef="#br0" timeOffset="536.834">264 5538 26166,'0'0'3088,"0"0"-2184,24 149-527,-17-78 63,-3 8-344,3 40-96,-3-21-681,2-3-4680</inkml:trace>
  <inkml:trace contextRef="#ctx0" brushRef="#br0" timeOffset="816.279">332 7627 29086,'0'120'56,"9"-2"-56,-1-31-712,-1-22 504,-3-12 144,5 11 64,4 3 72,0 8 80,5-4 24,2 21-176,-5-17-160,3-12-5153</inkml:trace>
  <inkml:trace contextRef="#ctx0" brushRef="#br0" timeOffset="817.279">514 9049 29446,'0'0'1481,"0"0"-1169,-42 136-152,22-65-96,3 8-40,2 4-24,1 6-88,8-3-320,4-1-417,2-12 497,0-10-600,0-6 680,0 13 192,0-15-208,0-6-4033</inkml:trace>
  <inkml:trace contextRef="#ctx0" brushRef="#br0" timeOffset="220850.143">3205 8098 12131,'0'0'5757,"0"0"-3493,0 0-1668,0 0-71,0 0 555,0 0 49,0 0-342,7 26 6589,26-25-9772,-16-4-1408</inkml:trace>
  <inkml:trace contextRef="#ctx0" brushRef="#br0" timeOffset="225262.495">3354 7530 25870,'0'0'4296,"0"0"-3855,0 0-249,0 0 40,-43 116 56,43-64-80,0 9-112,0 8-48,0 10-32,0 4-16,-5-1 24,-4-3-24,5-6-96,4-19-616,-2-27-1273</inkml:trace>
  <inkml:trace contextRef="#ctx0" brushRef="#br0" timeOffset="225715.108">3872 7110 30110,'0'0'639,"19"-8"-249,12-4-287,0 1 1,0 2-1,1 1 0,0 1 1,0 1-1,1 3 1,3 0-104,-32 3 0,1 1 1,-1-1 0,1 1-1,-1 0 1,1 0 0,-1 0-1,1 1 1,-1 0-1,0 0 1,0 0 0,0 0-1,0 1 1,0-1 0,-1 1-1,1 0 1,-1 0 0,0 0-1,1 1 1,-1-1-1,-1 1 1,1-1 0,-1 1-1,1 0 1,-1 0 0,0 1-1,0-1 1,-1 0-1,1 0 1,-1 1 0,0-1-1,0 1 1,-1-1 0,1 1-1,-1 0 1,0-1 0,0 1-1,-1-1 1,0 3-1,-2 14-18,-1 0 1,-1 0 0,0-1-1,-2 0 1,0 0 0,-2-1-1,0 1 1,-1-2-1,-1 0 1,0 0 0,-2-1-1,0 0 1,-1-1 0,0 0-1,-11 7 18,11-7-31,-144 154-117,158-170 146,1 0 0,-1 0 0,0 0 0,1 0 0,-1 0 0,0 0 0,1 0 0,-1 0 0,0 0 0,1 0 0,-1 0 0,0 0 0,0 0 0,1 0 0,-1 0 0,0 0 0,1 0 1,-1 0-1,0 1 0,1-1 0,-1 0 0,0 0 0,0 0 0,1 0 0,-1 1 0,0-1 0,0 0 0,1 0 0,-1 0 0,0 1 0,0-1 0,0 0 0,0 1 0,1-1 0,-1 0 0,0 0 0,0 1 0,0-1 0,0 0 1,0 1-1,0-1 0,0 0 0,0 1 0,0-1 0,0 0 2,78-37-256,-62 26 207,1 1-1,1 1 1,0 1-1,0 0 1,0 2-1,1 0 1,0 1-1,0 0 1,0 2-1,0 0 1,1 2-1,0 0 1,-1 1 0,6 1 49,-20 3 13,-1-1 1,0 1-1,0 1 1,0-1 0,0 1-1,-1-1 1,0 1-1,0 0 1,0 0 0,0 0-1,-1 1 1,0-1-1,0 0 1,-1 1 0,1 0-1,-1-1 1,0 1 0,-1 0-1,1 0 1,-1-1-1,0 1 1,-1 0 0,0 0-1,1-1 1,-2 1-1,1 0 1,-1-1 0,0 1-1,0 0-13,-7 29 23,-2 0 0,-1-1 0,-2 0 0,-1-1 0,-2 0 0,-1-1 0,-2-2 0,-8 11-23,7-13-177,12-32-2357,9-23-2539</inkml:trace>
  <inkml:trace contextRef="#ctx0" brushRef="#br0" timeOffset="225996.147">4639 7268 23989,'0'0'3364,"0"0"-2286,24-5-556,77-12-83,-96 16-412,-1-1 0,1 1 1,0 0-1,0 0 0,-1 1 0,1 0 1,0-1-1,0 2 0,0-1 1,0 0-1,0 1 0,-1 0 1,1 0-1,0 1 0,0-1 1,-1 1-1,1 0 0,-1 0 1,0 0-1,0 1 0,1 0 0,-2 0 1,1 0-1,0 0 0,-1 0 1,1 1-1,-1 0 0,0-1 1,0 1-1,0 0 0,-1 1 1,1-1-1,-1 0 0,0 1 1,0-1-1,-1 1 0,0 0 0,1-1 1,-1 1-1,-1 0 0,1 0 1,-1 0-1,0 0 0,0 0 1,0-1-1,-1 1 0,1 0 1,-2 3-28,0 10 76,0 0 0,-1-1 1,-1 0-1,0 0 0,-2 0 1,0 0-1,0-1 0,-8 13-76,-14 39 299,29-69-294,-1 0 0,1 0 0,0 0 0,0 0 0,0 0 0,-1 0 0,1 1 0,0-1 0,0 0 0,0 1 0,0-1 0,1 1 0,-1-1 0,0 1 0,0-1 0,0 1 0,0 0 0,0-1 0,1 1 0,-1 0 0,0 0 0,0 0 0,0 0 0,1 0 0,-1 0 0,0 0 0,0 1 0,0-1 0,1 0 0,-1 1 0,0-1 0,0 1 0,0-1 0,0 1 0,0-1 0,0 1 0,0 0 0,0 0 0,0-1 0,0 1 0,0 0 0,-1 0-1,1 0 1,0 0 0,-1 0 0,1 0 0,0 0 0,-1 0 0,1 0 0,-1 0 0,1 0 0,-1 1 0,0-1 0,0 0 0,1 0 0,-1 0 0,0 1 0,0-1 0,0 0 0,0 0 0,0 0 0,-1 1 0,1-1 0,0 0 0,-1 0 0,1 0 0,0 0 0,-1 0 0,0 1-5,27-17-89,-1-1 0,0-1 1,-2-1-1,0-1 0,-1-2 0,15-16 89,1 0-631,-2 1-579,-11 7-1414</inkml:trace>
  <inkml:trace contextRef="#ctx0" brushRef="#br0" timeOffset="226275.059">3151 9007 30431,'0'0'728,"0"0"-560,184-45-96,22-46 24,52-33 144,27-22 48,-6 0-136,-38 24-96,-18 17-32,-23 22-24,-34 14-16,-52 28-536,-39 13-1521</inkml:trace>
  <inkml:trace contextRef="#ctx0" brushRef="#br0" timeOffset="226542.552">5584 8781 31255,'0'0'744,"0"0"-744,0 0-16,0 0-384,0 0-777,0 0-6552</inkml:trace>
  <inkml:trace contextRef="#ctx0" brushRef="#br0" timeOffset="238354.455">3497 8978 27166,'0'0'1096,"0"0"-372,0 0-62,0 0-60,0 0-91,-3 7-157,-2 16-138,43-38-48,567-401 427,-354 248-499,7 10 1,257-112-97,-228 175-1367,-227 80-355</inkml:trace>
  <inkml:trace contextRef="#ctx0" brushRef="#br0" timeOffset="238742.172">4209 8822 6825,'0'0'19061,"0"0"-17405,0 0-472,0 0-400,0 0-176,0 0-247,0 0-193,-24 4 240,24 33-168,7 9-112,-1 7-64,-1 2-40,1 3-24,3-5-24,6-4-392,1-13-1065,-5-19-3552</inkml:trace>
  <inkml:trace contextRef="#ctx0" brushRef="#br0" timeOffset="239444.942">4558 8694 22941,'0'0'5636,"0"0"-4256,0 0-1225,20-4-65,163-18 90,-178 22-185,0 1 0,0 0 0,0 0 0,0 0 0,0 0 0,0 1 0,0 0 0,-1 0 0,1 0 0,-1 0 0,1 1 0,-1 0 0,0 0 0,0 0 0,0 0 0,0 1 0,-1-1 0,1 1 0,-1 0 0,0 0 0,0 0 0,-1 1 0,1-1 0,-1 0 0,0 1 0,0 0 0,0 0 0,-1 0 0,1-1 0,-1 1 0,-1 0 0,1 1 0,-1-1 0,1 0 0,-1 0 0,-1 5 5,-3 141-345,22-156 322,131-129 229,-81 65-130,-3-2 0,-3-4 1,-4-2-1,23-41-76,-70 100 136,0-1-1,-1 1 0,-1-2 1,0 1-1,-2-1 1,0 0-1,-2-1 1,0 0-1,-1 0 0,-1 0 1,0-19-136,-10 51 153,0 7-139,0 1-1,2 0 1,0 0 0,1 0-1,0 1 1,2-1-1,1 1 1,0 0-1,1-1 1,2 5-14,-2-21 4,3 20 21,1 1 0,1-1 0,1 0 0,1-1 0,1 0 0,1 0 0,1 0-1,0-1 1,2-1 0,1 0 0,11 14-25,26 48 13,-42-70-11,-1 2 1,-1-1-1,1 1 1,-2 0-1,0 0 0,-1 0 1,0 1-1,-1-1 1,-1 1-1,0 14-2,-4-24 1,0 0 0,-1 1 0,0-1 0,0 0 0,0 0 1,-1-1-1,0 1 0,0-1 0,0 1 0,0-1 0,-1-1 0,1 1 0,-1-1 0,0 1 0,0-1 0,0-1 1,-1 1-1,1-1 0,-1 0 0,1 0 0,-1 0 0,0-1 0,0 0 0,1 0 0,-1-1 0,0 1 1,0-1-1,0 0 0,0-1 0,0 0 0,0 0 0,1 0 0,-1 0 0,-5-3-1,5 0-8,0 0 0,1 0 0,-1-1 0,1 0-1,0 0 1,0-1 0,0 1 0,1-1 0,0 0-1,0 0 1,0 0 0,1-1 0,0 1 0,1-1-1,-1 0 1,1 0 0,0 0 0,1 0 0,0 0-1,0 0 1,0-1 0,1 1 0,0 0 0,0 0-1,1-1 1,0 1 0,0 0 0,2-3 8,1-9-135,0 1 0,2 0 0,0 0 0,1 1 0,0 0 0,2 0 1,0 0-1,1 1 0,0 1 0,2 0 0,-1 0 0,2 1 0,0 1 0,10-8 135,-7 3-537,38-39-3022</inkml:trace>
  <inkml:trace contextRef="#ctx0" brushRef="#br0" timeOffset="11070.314">6395 432 29974,'0'0'1101,"0"0"-715,0 0-155,0 0-3,0 19-18,0 343 127,-1-340-336,5 62 75,-3-83-71,-1 1 1,0 0-1,1 0 1,0 0-1,-1 0 1,1-1-1,0 1 1,0 0-1,0-1 1,0 1-1,0 0 1,0-1-1,1 1 1,-1-1-1,0 0 1,1 0-1,-1 1 1,1-1-1,-1 0 1,1 0-1,0 0 1,-1 0-1,1-1 1,0 1-1,0 0 1,0-1-1,-1 1 1,1-1-1,0 0 1,0 1-1,0-1 1,0 0-1,0 0 1,0 0-1,0-1 1,-1 1-1,3-1-5,5-2 1,-1 0 1,0-1-1,0 0 0,0 0 1,-1-1-1,1 0 0,-1-1 1,0 0-1,0 0 0,-1 0 1,0 0-1,0-1 0,-1 0 1,4-6-2,4-3 1,22-24-1,-1-1 0,-2-3 0,-3 0 0,-1-2 0,-2 0 0,-2-2 0,-3-1 0,-1-1 0,-3-1 0,1-10 0,-13 23 0,-5 64 0,3 186 0,-10 0 0,-8 0 0,-41 191 0,-31-58 0,87-342 0,0 1 0,-1 0 0,0 0 0,1-1 0,-1 1 0,0 0 0,-1-1 0,1 1 0,0-1 0,-1 1 0,0-1 0,0 0 0,0 0 0,0 0 0,-1 0 0,1 0 0,-1 0 0,0-1 0,1 1 0,-1-1 0,-1 1 0,1-1 0,0 0 0,0-1 0,-1 1 0,1 0 0,-1-1 0,1 0 0,-1 0 0,0 0 0,1 0 0,-1-1 0,0 1 0,0-1 0,1 0 0,-1 0 0,0 0 0,0-1 0,0 1 0,1-1 0,-1 0 0,0 0 0,1 0 0,-1-1 0,-3-7 0,1-1 0,0 0 0,0 0 0,1-1 0,0 1 0,1-1 0,0 0 0,1 0 0,0-1 0,1 1 0,0-1 0,1 1 0,0-1 0,1 0 0,0 1 0,0-1 0,2-4 0,5-43-29,2 1-1,3 1 1,2 0-1,3 1 1,2 0-1,3 2 1,2 0 0,2 2-1,17-24 30,-10 12-250,26-52-1071,-15 28-1028</inkml:trace>
  <inkml:trace contextRef="#ctx0" brushRef="#br0" timeOffset="11379.666">7103 26 30054,'0'0'809,"0"0"-339,0 0-130,0 0 30,0 0-122,0 0-147,15-5-61,51-16-30,-61 21-5,0 0 0,0 0 0,0 1 0,-1 0 0,1 0 0,0 0 0,-1 0 0,1 1 0,-1-1 0,1 1 0,-1 0 0,0 1 0,0-1 0,0 1 1,0 0-1,0 0 0,-1 0 0,1 0 0,-1 0 0,0 1 0,0 0 0,0 0 0,0 0 0,-1 0 0,1 0 0,-1 0 0,0 0 0,0 1 0,-1-1 0,1 1 0,-1 0 1,0-1-1,-1 1 0,1 4-5,7 30 29,-1 0 0,-3 1 1,-1 0-1,-2 0 1,-3 32-30,1-13 6,-64 816-6,65-816-352,0-33-2371,0-24-2388</inkml:trace>
  <inkml:trace contextRef="#ctx0" brushRef="#br0" timeOffset="11646.268">6997 1148 30158,'0'0'1225,"0"0"-745,0 0 80,0 0-288,0 0-200,117-29-72,-56 19-8,44-16-464,-15 3-248,-9-5-3633</inkml:trace>
  <inkml:trace contextRef="#ctx0" brushRef="#br0" timeOffset="11879.211">7725 424 30647,'0'0'702,"0"0"-522,0 0-152,0 0-10,20-14-5,61-43-53,-21 39-352,-50 61 309,-48 104 354,-268 807 1152,294-915-1423,2 0 0,2 0 0,2 1 0,1 0 0,2 8 0,3-48 0,0-1 0,0 1 0,1-1 0,-1 0 0,0 1 0,0-1 0,1 1 0,-1-1 0,0 1 0,1-1 0,-1 1 0,0-1 0,1 1 0,-1-1 0,1 1 0,-1-1 0,0 1 0,1 0 0,-1-1 0,1 1 0,0 0 0,-1-1 0,1 1 0,-1 0 0,1 0 0,-1-1 0,1 1 0,0 0 0,-1 0 0,1 0 0,-1 0 0,1 0 0,0 0 0,-1 0 0,1 0 0,-1 0 0,1 0 0,0 0 0,-1 0 0,1 1 0,-1-1 0,1 0 0,0 0 0,-1 1 0,1-1 0,-1 0 0,1 1 0,-1-1 0,1 0 0,-1 1 0,0-1 0,1 1 0,-1-1 0,1 1 0,-1-1 0,0 1 0,1-1 0,-1 1 0,0-1 0,0 1 0,1 0 0,-1 0 0,121-211-425,19-50-1684,-74 138 26</inkml:trace>
  <inkml:trace contextRef="#ctx0" brushRef="#br0" timeOffset="12315.548">8146 521 27182,'0'0'1991,"0"0"-1339,0 0-136,0 0 143,-9 17-218,-128 254 130,127-248-515,0 0 0,2 0 0,0 1 0,2 0 0,1 0-1,1 1 1,1-1 0,1 1 0,1 0 0,2 17-56,1-37 7,1-1-1,1 0 1,-1 0 0,1 0 0,-1 0-1,1 0 1,0-1 0,1 0-1,-1 0 1,0 0 0,1 0 0,0 0-1,0-1 1,-1 0 0,1 0 0,0-1-1,1 1 1,-1-1 0,0 0-1,0 0 1,1-1 0,-1 0 0,0 0-1,1 0 1,-1 0 0,0-1-1,0 0 1,4-1-7,10 3 8,-17-2-8,1 1 0,-1 0 0,0 0 0,1 0 0,-1 0 0,1 1 0,-1-1 0,0 0 0,1 1 0,-1 0 0,0 0 0,0-1 0,0 1 0,1 1 0,-1-1 0,0 0 0,0 0 0,0 1 0,-1-1 0,1 1 0,0 0 0,0-1 0,-1 1 0,1 0 0,-1 0 0,0 0 0,0 0 0,1 0 0,-1 0 0,-1 1 0,1-1 0,0 0 0,0 0 0,-1 1 0,1-1 0,-1 0 0,0 1 0,0-1 0,0 1 0,0-1 0,0 0 0,0 1 0,-1-1 0,-3 24 0,-1-1 0,-2 0 0,-1-1 0,0 1 0,-2-1 0,-1-1 0,0 0 0,-2-1 0,-1 0 0,-1 0 0,0-2 0,-2 0 0,-15 15 0,30-33 0,-88 102 0,90-105 0,0 1 0,0-1 0,0 0 0,0 1 0,0-1 0,0 0 0,0 1 0,0-1 0,-1 1 0,1-1 0,0 0 0,0 1 0,-1-1 0,1 1 0,0-1 0,-1 0 0,1 1 0,-1-1 0,1 1 0,-1 0 0,1-1 0,-1 1 0,1-1 0,-1 1 0,1 0 0,-1-1 0,1 1 0,-1 0 0,0 0 0,1-1 0,-1 1 0,0 0 0,1 0 0,-1 0 0,1 0 0,-1 0 0,0 0 0,1 0 0,-1 0 0,0 0 0,1 0 0,-1 0 0,0 0 0,1 0 0,-1 1 0,0-1 0,1 0 0,-1 0 0,1 1 0,-1-1 0,1 1 0,-1-1 0,1 0 0,-1 1 0,1-1 0,-1 1 0,1-1 0,-1 1 0,1-1 0,0 1 0,-1-1 0,1 1 0,0 0 0,-1-1 0,1 1 0,0-1 0,0 1 0,0 0 0,-1 0 0,8-55 0,6 24 0,2 1 0,1 0 0,1 1 0,1 0 0,2 2 0,0 0 0,25-22 0,29-30-443,3 4 0,4 4 1,19-10 442,-43 36-3985</inkml:trace>
  <inkml:trace contextRef="#ctx0" brushRef="#br0" timeOffset="10070.28">5395 24 29950,'0'0'1161,"0"0"-921,0 0 120,0 0 48,0 0-96,0 0-96,138 0-176,-87 0-40,1 0-328,7 0-408,-13 2-1153,-10-2-3656</inkml:trace>
  <inkml:trace contextRef="#ctx0" brushRef="#br0" timeOffset="10350.006">5599 34 27662,'0'0'1868,"-14"24"-1044,10-17-774,-17 28 204,2 0 0,1 2 0,3 0 0,0 0-1,-2 19-253,-7 59 219,5 2 0,6 0 0,4 1-1,6 0 1,10 83-219,-7-185 0,0 0 0,2 1 0,0-1 0,1-1 0,1 1 0,0 0 0,1-1 0,0 0 0,2 0 0,0 0 0,0-1 0,1 0 0,1 0 0,0-1 0,5 4 0,-11-14 0,-1 0 0,1-1 0,0 0 0,-1 1 0,1-1 0,0-1 0,1 1 0,-1 0 0,0-1 0,0 1 0,1-1 0,-1 0 0,1 0 0,-1 0 0,1-1 0,-1 1 0,1-1 0,0 0 0,-1 0 0,1 0 0,0 0 0,-1-1 0,1 0 0,-1 1 0,1-1 0,-1 0 0,0-1 0,1 1 0,-1-1 0,0 1 0,0-1 0,0 0 0,0 0 0,0 0 0,2-3 0,84-101 0,63-160-2430,-109 173-1341</inkml:trace>
  <inkml:trace contextRef="#ctx0" brushRef="#br0" timeOffset="10647.239">6035 343 29510,'0'0'1369,"0"0"-801,-41 121 88,27-66-32,6 0-584,3 1-40,5-1 0,0-2 0,0-4 0,24-9-352,3-17-1496,1-15-16932</inkml:trace>
  <inkml:trace contextRef="#ctx0" brushRef="#br0" timeOffset="6686.958">1860 241 28622,'0'0'1619,"0"0"-827,0 0-216,0 0 15,0 0-152,3 1-311,178-42-128,-111 22 0,-34 8 0,0 2 0,0 1 0,1 2 0,0 2 0,8 0 0,-43 4-114,0-1 0,0 1 0,0 0 0,-1 0 0,1 0 0,0 0 0,0 0-1,0 0 1,0 0 0,0 1 0,0-1 0,-1 1 0,1-1 0,0 1 0,0 0 0,-1-1 0,1 1 0,0 0 0,-1 0 0,1 0 0,-1 1 0,1-1 0,-1 0-1,1 1 1,-1-1 0,0 0 0,0 1 0,0-1 0,0 1 0,0 0 0,0-1 0,0 2 114,0 13-6624</inkml:trace>
  <inkml:trace contextRef="#ctx0" brushRef="#br0" timeOffset="7023.775">1978 146 29206,'0'0'903,"0"0"-323,-7 22-74,-46 176 389,33-89-670,-21 94-112,9 2 0,9 1 0,9 0 0,10 40-113,4-238 0,0 0 0,1 0 0,0 1 0,1-1 0,-1 0 0,2 0 0,-1-1 0,1 1 0,0 0 0,1-1 0,0 0 0,0 1 0,0-2 0,1 1 0,0 0 0,1-1 0,-1 0 0,1 0 0,0-1 0,0 0 0,1 0 0,0 0 0,0-1 0,0 0 0,0 0 0,1-1 0,-1 1 0,1-2 0,0 1 0,0-1 0,0-1 0,0 1 0,0-1 0,3 0 0,11-3-100,-1-1-1,1-1 1,-1 0 0,0-2 0,0 0-1,-1-2 1,1 0 0,-2-1 0,1-1-1,-1-1 1,-1 0 0,0-2 0,-1 0-1,0-1 1,-1 0 0,0-2 0,-2 0-1,0 0 1,0-2 0,-2 1-1,0-2 1,2-4 100,10-22-3291</inkml:trace>
  <inkml:trace contextRef="#ctx0" brushRef="#br0" timeOffset="7277.847">2401 397 30559,'0'0'1224,"0"0"-1072,0 0 312,44 112-96,-11-55-368,6 7 0,9-1 0,1 2 0,-3 0 0,-5-4 0,-6-6 0,-11-11 0,-2-13 0,-4-29-896,-3-2-929,-6-16-3488</inkml:trace>
  <inkml:trace contextRef="#ctx0" brushRef="#br0" timeOffset="7446.487">2861 397 29990,'0'0'817,"0"0"-369,0 0 32,-101 142-72,60-73-192,-3 10-144,-6 19-72,4-7-8,-5 22-416,14-25-400,17-34-1521</inkml:trace>
  <inkml:trace contextRef="#ctx0" brushRef="#br0" timeOffset="7758.426">2208 383 28998,'0'0'1048,"0"0"-639,0 0-113,0 0 248,0 0-40,9 154-208,-9-81-96,0 10-56,0 5-56,0 5-48,0 0-40,0-6-8,0-8-272,11-14-312,9-22-544,6-21-993</inkml:trace>
  <inkml:trace contextRef="#ctx0" brushRef="#br0" timeOffset="7992.764">3078 409 27070,'0'0'3553,"0"0"-2969,-13 132 40,-4-61-112,-1 10-88,1 1-424,1 1 0,5-4 0,5-12 0,1-15 0,5-19 0,0-15-464,5-18-360,12-22-769,-4-9-2752</inkml:trace>
  <inkml:trace contextRef="#ctx0" brushRef="#br0" timeOffset="8293.075">3225 48 28302,'0'0'1786,"0"0"-1133,0 0-335,0 0 34,0 0 10,0 0-80,17 0-90,56 5-48,-68-3-128,0-1-1,0 1 1,0 1-1,0-1 1,0 1 0,0 0-1,0 0 1,-1 0 0,0 0-1,1 1 1,-1 0-1,0 0 1,-1 0 0,1 0-1,-1 1 1,0-1 0,0 1-1,0 0 1,-1 0-1,0 0 1,0 0 0,0 0-1,0 1 1,0 3-16,0-5-2,8 35 3,0 1-1,-3 0 0,-1 0 1,-2 0-1,-2 1 0,-2-1 1,-1 9-1,1-28 0,-4 171 0,-7-1 0,-13 30 0,-1-24-572,21-156-1168</inkml:trace>
  <inkml:trace contextRef="#ctx0" brushRef="#br0" timeOffset="8573.686">3043 1340 31111,'0'0'1072,"0"0"-680,0 0-200,0 0-192,141 15 0,-43-19 0,45-21 0,50-17 0,15-7 0,-42 10-968,-45 1-1777</inkml:trace>
  <inkml:trace contextRef="#ctx0" brushRef="#br0" timeOffset="8883.017">3918 574 31207,'0'0'513,"0"0"-602,10-18-13,37-57 104,-42 70-24,0 0 0,0 1 0,0 0 0,0 0 0,1 0 0,0 1 1,0-1-1,0 1 0,0 1 0,0-1 0,0 1 0,1 0 0,-1 1 0,1-1 1,-1 1-1,1 1 0,0-1 0,0 1 0,-1 0 0,8 1 22,-13-1-10,2 3 6,0 1 1,0-1-1,0 0 1,-1 1-1,1 0 0,-1-1 1,0 1-1,0 0 1,0 0-1,0 1 1,-1-1-1,1 0 1,-1 0-1,-1 1 1,1-1-1,0 1 1,-1-1-1,0 0 1,0 1-1,0-1 1,-1 1-1,1-1 1,-1 1-1,0-1 1,0 0-1,-1 0 1,1 1-1,-3 3 4,-73 219 373,6-31-111,-226 679 557,281-753-819,39-122-180,39-90-310,103-238-2416,-100 183-2844,-19 37-12601</inkml:trace>
  <inkml:trace contextRef="#ctx0" brushRef="#br0" timeOffset="9314.716">4247 762 23413,'0'0'3579,"0"0"-1941,0 0-670,0 0-302,0 0-106,0 0 8,-8 18-204,-12 27-256,-2 3-81,2 1 1,2 1-1,2 1 1,2 0-1,1 10-26,10-42 0,0 0 0,2 0 0,1 0 0,0 0 0,1 1 0,1-1 0,1 0 0,0-1 1,2 1-1,0-1 0,1 1 0,7 13-1,93 58 15,-100-85-14,-1-1 1,0 1-1,0 1 1,0-1-1,-1 1 1,0 0-1,0 0 1,0 0 0,-1 0-1,0 1 1,0-1-1,-1 1 1,1 0-1,-2 0 1,1 0-1,-1 0 1,0 0 0,0 0-1,-1 0 1,0 0-1,0 0 1,0 1-1,-1-1 1,-1 0-1,1 0 1,-1 0 0,0 0-1,0-1 1,-1 1-1,0-1 1,0 1-1,-1-1 1,0 0-1,0 0 1,0 0 0,-2 1-2,-3 1 10,-1 0 0,0-1 0,-1 0 0,0-1 0,1 0 0,-2-1 0,1 0 1,-1 0-1,0-1 0,0-1 0,0 0 0,0-1 0,0 0 0,-1-1 1,-6 0-11,16-2 13,1-1 1,-1 1-1,0-1 1,1 0-1,-1 0 1,1 0 0,0-1-1,0 1 1,0 0-1,0-1 1,0 1-1,0-1 1,1 0 0,-1 0-1,1 0 1,0 1-1,0-1 1,0 0-1,0-1 1,0 1 0,1 0-1,-1 0 1,1 0-1,0 0 1,0 0 0,0 0-1,0-1 1,1 1-1,-1 0 1,1 0-1,0 0 1,0 0 0,0 0-1,0 0 1,0 0-1,1 0 1,0 1-1,-1-1 1,3-2-14,13-38 0,3 2 0,1 0 0,2 0 0,2 2 0,18-21 0,-35 48 0,207-256-1595,-148 188-1419</inkml:trace>
  <inkml:trace contextRef="#ctx0" brushRef="#br0" timeOffset="9563.109">4681 754 31063,'0'0'1056,"0"0"-856,0 108 48,6-60-48,10-5-200,3 0 0,1-3 0,0-7 0,2-3 0,10-12-40,-3-8-1152,-3-10-1297</inkml:trace>
  <inkml:trace contextRef="#ctx0" brushRef="#br0" timeOffset="9762.303">5009 622 30182,'0'0'1249,"0"0"-993,0 0 136,-140 124-168,94-65-224,-4 34-16,10-14-776,10-14-5354</inkml:trace>
  <inkml:trace contextRef="#ctx0" brushRef="#br0" timeOffset="38233.64">6574 2257 28118,'0'0'1344,"0"0"-800,0 0-168,0 0 97,0 0-57,0 0 24,-57 112-216,31-47-104,-5 8-24,-4 4-32,0 0-48,5-4-16,8-10-24,9-13-312,13-25-240,21-15-713,10-10-919</inkml:trace>
  <inkml:trace contextRef="#ctx0" brushRef="#br0" timeOffset="38526.819">6976 2135 28590,'0'0'1056,"0"0"-544,0 0-122,22-5 35,72-15-79,-90 19-330,0 0 0,0 0-1,0 0 1,1 1 0,-1-1 0,0 1 0,0 0 0,1 0 0,-1 1 0,0-1 0,0 1 0,0 0 0,1 0 0,-1 1-1,0-1 1,0 1 0,-1 0 0,1 0 0,0 0 0,-1 0 0,1 1 0,-1-1 0,1 1 0,-1 0 0,0 0 0,-1 0-1,1 1 1,0-1 0,-1 1 0,0-1 0,1 1 0,-2 0 0,1 0 0,0 0 0,-1 0 0,0 0 0,1 1-16,0 5 1,0 1 1,-1-1 0,0 1 0,0 0 0,-1 0 0,-1-1-1,0 1 1,0 0 0,-1-1 0,0 1 0,-1-1-1,-3 9-1,-65 132 49,72-150-44,-1 0 0,0 0 1,1 0-1,-1 0 1,0 0-1,1 1 0,-1-1 1,1 0-1,0 0 1,-1-1-1,1 1 1,0 0-1,0 0 0,-1 0 1,1 0-1,0-1 1,0 1-1,0 0 1,0-1-1,0 1 0,0-1 1,0 1-1,0-1 1,0 1-1,0-1 0,0 0 1,1 1-1,-1-1 1,0 0-1,0 0 1,0 0-1,0 0 0,1 0 1,-1 0-1,0 0 1,0 0-1,0-1 1,0 1-1,0 0 0,0-1 1,0 1-1,0-1 1,0 1-1,0-1 0,1 0-5,2 1 21,29-9 23,-1-1 0,-1-1 0,0-2 0,0-1 0,-1-2 0,-1-1 0,16-12-44,5-1-31,47-27-420,-15 4-738</inkml:trace>
  <inkml:trace contextRef="#ctx0" brushRef="#br0" timeOffset="37324.466">9711 1734 28750,'0'0'1235,"0"0"-687,0 0-141,0 0 6,0 0-111,0 0-150,-2 17-34,-33 294 499,34-302-614,-1 1 1,1-1-1,1 1 1,0 0-1,1-1 0,0 1 1,0-1-1,1 1 1,0-1-1,0 1 1,1-1-1,0 0 1,1 0-1,0-1 1,1 1-1,0-1 1,0 0-1,0 0 1,1 0-1,1-1 1,-1 0-1,1 0 1,0 0-1,0-1 1,1 0-1,0-1 0,0 0 1,2 1-4,6 0-79,0-1 1,0-1-1,0 0 1,0-1-1,1-1 1,0 0-1,-1-2 1,1 0-1,0 0 0,-1-2 1,1 0-1,-1 0 1,1-2-1,-1 0 1,0-1-1,0-1 1,-1 0-1,0-1 1,0-1-1,7-4 79,59-39-1891,-11-1-1520</inkml:trace>
  <inkml:trace contextRef="#ctx0" brushRef="#br0" timeOffset="37530.224">10277 1722 29710,'0'0'985,"0"0"-593,-134 136-24,83-74 88,8-3-168,5 0-192,12 0-48,8 28-48,10-16-288,3-8-1353</inkml:trace>
  <inkml:trace contextRef="#ctx0" brushRef="#br0" timeOffset="14203.308">1533 3466 28942,'0'0'1120,"0"0"-247,0 0-393,0 0-176,0 0-64,0 0-96,24 0-32,11-6 0,5-2-56,1 1-32,-1 5-24,-3 2-16,2 0-224,7 2-400,-10 9-1033,-10-1-3272</inkml:trace>
  <inkml:trace contextRef="#ctx0" brushRef="#br0" timeOffset="14498.494">1671 3742 28390,'0'0'1136,"0"0"-584,0 0-159,0 0-1,0 0 24,0 0-16,0 0-208,86 6-128,-45-6-64,34 0-152,-7-2-968,-7-4-1865</inkml:trace>
  <inkml:trace contextRef="#ctx0" brushRef="#br0" timeOffset="14844.698">3352 3857 29902,'0'0'846,"0"0"-289,0 0-142,9-25-12,48-154 38,-48 149-413,-1-2 0,-1 1 0,-2-1 0,-1 0 0,-1 0 0,-2 0 0,-2-15-28,-1 42-3,1 0 0,-1 1 0,0-1 0,0 1 0,0-1 0,-1 1 0,0 0 0,1 0 0,-2 0 0,1 1 0,0-1 0,-1 1 0,1-1 0,-1 1 0,0 0 0,0 1 0,0-1 0,-1 1 0,1 0 0,-1 0 0,1 0 0,-1 0 0,0 1 0,1 0 0,-1 0 0,0 0 0,0 0 0,0 1 0,0 0 0,0 0 0,0 0 0,1 1 0,-1 0 0,0-1 0,0 2 0,0-1 0,1 1 0,-1-1 0,1 1 0,-1 0 0,1 1 0,0-1 0,-1 2 3,-13 8-14,1 1 0,0 1-1,1 1 1,0 0 0,1 1 0,1 1 0,1 0 0,0 1 0,1 0-1,1 1 1,1 0 0,1 1 0,-5 14 14,4-7-3,2 1 1,0-1-1,2 1 1,2 1-1,0-1 1,2 1-1,0-1 1,3 1-1,2 24 3,-3-47 2,0 1 0,0 0-1,1-1 1,-1 1 0,2-1-1,-1 1 1,1-1 0,0 1-1,0-1 1,1 0 0,-1 0-1,1 0 1,1 0-1,-1 0 1,1-1 0,0 0-1,1 0 1,-1 0 0,1 0-1,0 0 1,0-1 0,0 0-1,1 0 1,-1-1 0,1 1-1,0-1 1,0 0 0,0-1-1,0 1 1,1-1 0,-1-1-1,1 1 1,-1-1 0,1 0-1,0-1 1,-1 1 0,1-1-1,0-1 1,-1 1 0,1-1-1,0 0-1,9-6 18,-1-1-1,0 0 0,-1-1 0,0-1 0,0 0 1,-1-1-1,0 0 0,-1-1 0,-1 0 1,1-1-1,-2-1 0,6-9-17,21-20-15,100-85-2329,-94 95-1158</inkml:trace>
  <inkml:trace contextRef="#ctx0" brushRef="#br0" timeOffset="15093.097">3942 4022 29270,'0'0'1337,"0"0"-705,0 0-56,0 0-56,0 0-168,0 0-272,0 0-80,31 68 0,-23-68 0,16 0-128,-2-2-1080,0-10-4241</inkml:trace>
  <inkml:trace contextRef="#ctx0" brushRef="#br0" timeOffset="15848.29">5016 3233 28166,'0'0'1584,"0"0"-1160,0 0 97,-79 154 47,55-93-40,2 7-200,0 5-96,0 7-88,-2 23-64,0-8-48,4 1-24,3-5-8,12-26-40,5-6-328,24-31-312,14-18-1089,6-10-15298</inkml:trace>
  <inkml:trace contextRef="#ctx0" brushRef="#br0" timeOffset="16865.242">7256 3778 28518,'0'0'1981,"0"0"-1181,0 0-219,0-19-29,1-10-403,-9-138 44,7 159-194,0-1 1,-1 1 0,0 0-1,-1-1 1,1 1-1,-1 0 1,-1 0 0,0 1-1,0-1 1,0 1 0,-1 0-1,0 0 1,-1 0-1,1 0 1,-1 1 0,0 0-1,-1 1 1,-7-6 0,10 9 0,-1-1 0,0 1 0,0 0 0,0 0 0,0 1 0,0-1 0,0 1 0,-1 0 0,1 1 0,0-1 0,-1 1 0,1 0 0,-1 1 0,1-1 0,0 1 0,0 0 0,-1 0 0,1 1 0,0-1 0,0 1 0,0 0 0,0 1 0,1-1 0,-1 1 0,1 0 0,-1 0 0,1 0 0,0 1 0,0 0 0,0-1 0,1 1 0,-1 1 0,-6 6 0,1 1 0,0 0 0,1 1 0,0 0 0,1 0 0,0 1 0,1 0 0,1 0 0,0 0 0,-2 14 0,4-22 0,1 0 0,0 0 0,0 1 0,0 0 0,1-1 0,0 1 0,0 0 0,1-1 0,0 1 0,0 0 0,1 0 0,-1-1 0,2 1 0,-1-1 0,1 1 0,0-1 0,0 1 0,0-1 0,1 0 0,0 0 0,0 0 0,1 0 0,0-1 0,0 1 0,0-1 0,1 0 0,-1 0 0,1 0 0,0-1 0,1 0 0,-1 0 0,1 0 0,0-1 0,0 0 0,0 0 0,0 0 0,3 0 0,-1-1 0,-1 0 0,1-1 0,-1 0 0,1-1 0,0 0 0,-1 0 0,1 0 0,-1-1 0,1-1 0,-1 1 0,1-1 0,-1 0 0,0 0 0,1-1 0,-1 0 0,-1-1 0,1 1 0,0-1 0,-1-1 0,0 1 0,2-3 0,69-62-1090,-44 34-1829</inkml:trace>
  <inkml:trace contextRef="#ctx0" brushRef="#br0" timeOffset="17504.253">8201 3746 25597,'0'0'1916,"0"0"-544,0 0-323,0 0-204,0 0-208,0 0-178,12-10-124,-2 2-303,-1 0 1,1 0 0,-1-1 0,-1 0 0,0-1-1,0 0 1,-1 0 0,0-1 0,-1 1-1,0-1 1,-1-1 0,0 1 0,-1-1 0,0 0-1,-1 0 1,0 0 0,0-5-33,-3 15 0,0 1 0,0-1 0,0 0 0,0 1 0,-1-1 0,1 0 0,0 1 0,-1-1 0,1 1 0,-1-1 0,0 1 0,0-1 0,1 1 0,-1-1 0,0 1 0,0 0 0,0-1 0,0 1 0,-1 0 0,1 0 0,0 0 0,0 0 0,-1 0 0,1 0 0,-1 0 0,1 0 0,-1 0 0,1 1 0,-1-1 0,1 1 0,-1-1 0,0 1 0,1-1 0,-1 1 0,0 0 0,1 0 0,-1 0 0,0 0 0,1 0 0,-1 0 0,0 1 0,1-1 0,-1 0 0,1 1 0,-1-1 0,0 1 0,1 0 0,-1-1 0,0 2 0,-9 1 0,0 1 0,1 1 0,-1 0 0,1 1 0,0 0 0,0 0 0,0 1 0,1 0 0,0 1 0,1 0 0,-1 0 0,2 1 0,-1 0 0,1 1 0,1-1 0,-1 1 0,2 1 0,-1-1 0,1 1 0,1 0 0,0 0 0,1 0 0,0 0 0,1 1 0,-1 9 0,1-17 0,0 1 0,1-1 0,0 1 0,0-1 0,0 1 0,1 0 0,0 0 0,-1-1 0,2 1 0,-1 0 0,0-1 0,1 1 0,0 0 0,0-1 0,0 1 0,1-1 0,0 1 0,0-1 0,0 0 0,0 0 0,0 1 0,1-2 0,0 1 0,0 0 0,0-1 0,0 1 0,1-1 0,-1 0 0,1 0 0,0 0 0,0 0 0,0-1 0,0 0 0,0 0 0,0 0 0,5 1 0,7 0 3,1-1 0,-1 0 0,1-1-1,0-1 1,-1-1 0,1-1 0,-1 0 0,1-1 0,-1 0 0,0-2 0,0 0-1,0 0 1,-1-2 0,0 0 0,0 0 0,10-9-3,212-165-554,-233 178 521,46-44-1330</inkml:trace>
  <inkml:trace contextRef="#ctx0" brushRef="#br0" timeOffset="17939.254">9295 3297 27526,'0'0'3017,"0"0"-2633,0 0-136,0 0 280,-88 132-72,62-77-120,1 12-160,1 6-80,2 8-96,1 2 0,1 0 0,7-6 0,2-10 0,6-10 0,5-16-336,16-15-672,8-20-1897</inkml:trace>
  <inkml:trace contextRef="#ctx0" brushRef="#br0" timeOffset="18313.246">10077 3661 30302,'0'0'986,"0"0"-670,-2-17-129,-9-58 157,11 71-338,0 0 0,0 0 0,-1 0 0,1 0 0,-1 0 0,0 0 0,0 0 0,0 0 0,-1 0 0,1 1 0,-1-1 0,0 0 0,0 1 0,0-1 0,-1 1 0,1 0 0,-1 0 0,0 0 0,0 0 0,0 0 0,0 1 0,0-1 0,0 1 0,-1 0 0,0 0 0,1 0 0,-1 0 0,0 1 0,0-1 0,1 1 0,-1 0 0,0 0 0,0 1 0,-1-1 0,1 1 0,0 0 0,0 0 0,0 0 0,0 0 0,0 1 0,0 0 0,0 0 0,0 0 0,0 0 0,0 0 0,1 1 0,-1 0 1,0 0-1,1 0 0,-1 0 0,1 0 0,0 1 0,-2 1-6,-8 6-1,1 1 0,-1 1 0,2 0 1,0 0-1,0 1 0,1 1 0,1 0 1,0 0-1,1 0 0,1 1 1,0 0-1,1 1 0,1 0 0,0 0 1,1 0-1,1 0 0,0 1 0,1-1 1,1 1-1,1 0 1,2-13-3,0-1 1,0 1 0,0 0-1,1-1 1,0 1-1,0-1 1,0 0-1,0 0 1,0 0-1,1 0 1,-1 0-1,1-1 1,0 0-1,0 1 1,0-2-1,0 1 1,0 0-1,0-1 1,0 0-1,0 1 1,1-2 0,-1 1-1,0 0 1,1-1-1,-1 0 1,1 0-1,-1 0 1,0-1-1,1 0 1,-1 0-1,0 0 1,1 0-1,0-1 3,6 2-37,60-7-580,-3-11-1056</inkml:trace>
  <inkml:trace contextRef="#ctx0" brushRef="#br0" timeOffset="18655.758">10612 3711 27470,'0'0'2862,"0"0"-1999,0 0-606,0 0 47,0 0-127,0 0-110,-6-17-47,-23-49-17,28 65-4,0-1 0,0 1 0,0-1 1,-1 1-1,1 0 0,0-1 0,-1 1 1,1 0-1,-1 0 0,1 0 0,-1 0 0,1 0 1,-1 0-1,0 1 0,0-1 0,1 1 0,-1-1 1,0 1-1,0-1 0,0 1 0,1 0 0,-1 0 1,0 0-1,0 0 0,0 0 0,0 0 0,1 1 1,-1-1-1,0 0 0,0 1 0,0 0 1,-5 0-7,-8 5 3,1 0-1,-1 1 1,1 0 0,1 1 0,-1 0 0,2 2 0,-1-1-1,1 1 1,0 1 0,1 0 0,1 1 0,0 0-1,0 1 1,-7 12 4,7-12-1,1 1-1,0-1 1,1 1 0,1 1-1,0 0 1,1 0 0,0 0-1,2 0 1,-1 1 0,2 0-1,0 0 1,1 0 0,1 0-1,0 0 1,1 1 0,2 6 1,-1-17 2,1 0 0,0 0 0,0 0 0,0-1-1,1 1 1,0-1 0,0 1 0,0-1 0,1 0 0,0 0 0,0-1 0,0 1 0,0-1 0,1 0 0,0 0 0,0-1 0,0 1-1,0-1 1,0 0 0,1 0 0,-1-1 0,1 1 0,0-1 0,0-1 0,0 1 0,0-1 0,4 1-2,6 1 21,0-1-1,0-1 1,0 0 0,0-1 0,1 0 0,-1-2-1,0 0 1,0 0 0,0-2 0,2 0-21,-2-3-12,1 0 0,-1-1 0,0-1 0,0 0 0,-1-1-1,-1-1 1,0 0 0,0-1 0,-1 0 0,-1-1 0,0-1 0,0 0 0,-2-1 0,0 0 0,0 0 0,4-11 12,38-97-3337,-34 56-5828</inkml:trace>
  <inkml:trace contextRef="#ctx0" brushRef="#br0" timeOffset="16181.181">5741 3725 30102,'0'0'770,"0"0"-378,0-22-76,0-129 318,1 148-628,0-1 0,-1 0 1,1 1-1,-1-1 1,0 1-1,0-1 1,0 1-1,-1-1 0,1 0 1,-1 1-1,0-1 1,0 1-1,0 0 1,-1-1-1,1 1 0,-1 0 1,0 0-1,1 0 1,-1 0-1,-1 0 1,1 0-1,0 0 0,-1 1 1,1-1-1,-1 1 1,0 0-1,0 0 1,0 0-1,0 0 0,0 0 1,0 1-1,-1-1 1,1 1-1,0 0 1,-1 0-1,1 0 0,-1 0 1,0 1-1,1 0 1,-1-1-1,1 1 1,-1 0-1,1 1 0,-1-1 1,0 1-1,1 0 1,-1-1-1,1 1 1,0 1-1,-4 0-6,-7 8 0,1 0 0,0 1 0,0 0 0,1 1-1,1 0 1,0 1 0,0 0 0,1 1 0,1 0 0,0 0 0,1 1 0,1 0 0,-4 13 0,5-14-2,1 0 1,0 1 0,1-1-1,1 1 1,0-1 0,1 1-1,0 0 1,2 0 0,0 0-1,0 5 2,1-17 0,-1 0 0,1 1 0,0-1 0,-1 0 0,1 0 0,1 0 0,-1 0 0,0 0 0,1 0 0,-1 0 0,1-1 0,0 1 0,0 0 0,0-1 0,0 0 0,1 1 0,-1-1 0,1 0-1,-1 0 1,1 0 0,0-1 0,-1 1 0,1-1 0,0 1 0,0-1 0,0 0 0,0 0 0,1 0 0,-1-1 0,0 1 0,0-1 0,0 1 0,1-1 0,-1 0 0,0 0 0,6 0 2,0-1 0,0 1 1,0-1-1,0-1 1,0 1-1,0-1 0,0-1 1,-1 0-1,1 0 0,-1-1 1,0 0-1,4-3-2,200-184-1420,-157 139-1365</inkml:trace>
  <inkml:trace contextRef="#ctx0" brushRef="#br0" timeOffset="16507.321">6432 3691 29590,'0'0'1483,"0"0"-712,0 0-191,-3-18-284,-28-147-249,30 161-47,0 0 0,0 1 0,-1-1 0,1 0 0,-1 0 0,0 1 0,0-1 0,0 1 0,-1 0 0,1-1 0,-1 1 0,0 0 0,0 1 0,0-1 0,0 0 0,0 1 0,-1 0 0,1-1 0,-1 2 0,1-1 0,-1 0 0,0 1 0,0-1 0,0 1 0,0 0 0,0 0 0,0 1 0,0-1 0,0 1 0,0 0 0,0 0 0,0 0 0,0 1 0,0-1 0,0 1 0,0 0 0,0 0 0,0 1 0,0-1 0,-9 7 0,0 0 0,1 1 0,0 1 0,0 0 0,1 0 0,1 1 0,-1 1 0,2-1 0,0 2 0,0-1 0,1 1 0,1 1 0,0-1 0,1 1 0,-4 11 0,5-11 0,1 0 0,0 0 0,1 1 0,1-1 0,0 1 0,0-1 0,2 1 0,0 0 0,1 10 0,0-21 0,0-1 0,0 1 0,0-1 0,0 1 0,0-1 0,1 0 0,0 1 0,-1-1 0,1 0 0,0 0 0,1 0 0,-1 0 0,0-1 0,1 1 0,0-1 0,-1 1 0,1-1 0,0 0 0,0 0 0,1 0 0,-1 0 0,0-1 0,0 0 0,1 1 0,-1-1 0,1 0 0,-1 0 0,1-1 0,2 1 0,111-8 0,42-89-234,-142 84 131,48-38-648,-9 4-794</inkml:trace>
  <inkml:trace contextRef="#ctx0" brushRef="#br0" timeOffset="19343.506">3085 4646 23909,'0'0'2049,"0"0"-497,0 0-431,26 16-143,-3-2-845,1-1 1,0-2-1,1 0 0,1-1 1,-1-1-1,1-2 1,1-1-1,-1 0 0,1-2 1,12-1-134,380 7 598,97-23-598,-13 0 43,-124 14 45,221 36-88,1279 210 207,-296-116 550,-1470-121-724,0 6 0,-1 4-1,-1 6 1,51 20-33,-151-42-50,0 0 0,-1 0 0,0 1 0,0 0-1,0 1 1,-1 0 0,0 1 0,0 0 0,0 0 0,-1 1 0,0 0 0,-1 0 0,0 1 0,5 6 50,4 17-1067</inkml:trace>
  <inkml:trace contextRef="#ctx0" brushRef="#br0" timeOffset="35488.598">4604 4675 28206,'0'0'1032,"0"0"-236,0 0-127,0 0-143,0 0-183,0 0-142,28-14-29,23-10-89,0 1-1,2 3 0,0 3 0,1 2 0,3 1-82,552-87 429,80 19-429,275-40-18,-829 101 18,-113 14-2802,-31 4-6279</inkml:trace>
  <inkml:trace contextRef="#ctx0" brushRef="#br0" timeOffset="36189.214">7918 4628 30166,'0'0'1393,"0"0"-1257,114-8 216,37-21 200,88-17-384,46-7-168,11-6 0,-20 6 0,-41 7 0,-25 7 0,-26 7 0,-43 10 0,-45 9 0,-35 7 0,-21 6 0,2 0 0,-7 6-40,-11 4-2465</inkml:trace>
  <inkml:trace contextRef="#ctx0" brushRef="#br0" timeOffset="221595.615">4713 4780 21621,'0'0'5153,"0"0"-3622,0 0-1055,0 0-69,0 0 35,0 0 89,-15 11-64,-46 34-170,49-33-24,22-13-239,-8 1 9,96-24 395,-8-8-329,110-46 11,4 10-1,2 9 1,3 8-1,118-8-119,20 34-8,205 17 8,-474 8-22,78 8-859,-87 3-670</inkml:trace>
  <inkml:trace contextRef="#ctx0" brushRef="#br0" timeOffset="222141.81">8317 4672 26214,'0'0'2707,"0"0"-1599,0 0-682,0 0-77,0 0 126,26-4 70,263-64 187,78-50-529,45-14-195,81 0-8,-448 124-21,13-2-350,-26-2-2734,-29 8-3656</inkml:trace>
  <inkml:trace contextRef="#ctx0" brushRef="#br0" timeOffset="247866.199">4806 4963 26358,'0'0'1279,"0"0"-541,0 0-340,0 0-19,0 0 150,0 0-29,20-6-105,322-116 248,105-35-169,6 19 1,355-56-475,-666 171 5,1 6 0,0 6 0,29 7-5,-82 9 49,-144 6-1269,37-4-1586</inkml:trace>
  <inkml:trace contextRef="#ctx0" brushRef="#br0" timeOffset="252132.498">4319 4776 28750,'0'0'840,"27"0"-449,254-11 273,385-109 444,-322 51-746,34 6 5,99 7-367,-394 46-11,-81 9-19,-1 1-1,0-1 1,1 0 0,-1 0 0,0 1-1,1-1 1,-1 0 0,0 0 0,0 0-1,0 0 1,0 0 0,0-1 0,0 1-1,0 0 1,0 0 0,0-1 0,0 1-1,-1 0 1,1-1 0,-1 1 0,1-1-1,-1 1 1,1-1 0,-1 1 0,0-1-1,0 1 1,0-1 0,0 1 0,0-1-1,0 0 1,0 1 0,0-1 0,0 1-1,-1-1 1,1 1 0,-1 0 0,1-1-1,-1 1 1,0-1 0,0 1 0,0-1 30,-15-25-1905</inkml:trace>
  <inkml:trace contextRef="#ctx0" brushRef="#br0" timeOffset="252552.263">4231 2799 28606,'0'0'995,"0"0"-491,0 0-70,8 20 44,50 196 373,-30 43-551,-10 2-1,-13 0 1,-11 29-300,-33 168 0,24-432 8,3-65-133,11-104-1812,1 67-42</inkml:trace>
  <inkml:trace contextRef="#ctx0" brushRef="#br0" timeOffset="253066.838">4920 2766 28958,'331'-55'829,"3"14"-1,1 15 1,1 15-1,8 14-828,-68 18 84,-2 12-1,86 28-83,-322-54-4,-16-5 5,1 2-1,-1 0 1,0 1 0,-1 1-1,0 1 1,0 1 0,0 1-1,-1 1 1,0 1 0,1 1-1,-22-12 0,1 0 0,-1 0 1,1 0-1,-1 0 0,1 0 0,-1 0 1,1 0-1,-1 1 0,1-1 1,0 0-1,-1 0 0,1 0 1,-1 0-1,1 1 0,-1-1 0,1 0 1,0 0-1,-1 1 0,1-1 1,-1 0-1,1 1 0,0-1 1,0 0-1,-1 1 0,1-1 0,0 1 1,-1-1-1,1 0 0,0 1 1,0-1-1,0 1 0,0-1 1,-1 1-1,1-1 0,0 1 0,0-1 1,0 1-1,0-1 0,0 1 1,0-1-1,0 1 0,0-1 1,0 1-1,1-1 0,-1 0 1,0 1-1,0-1 0,0 1 0,0-1 1,1 1-1,-1-1 0,0 1 1,0-1-1,1 0 0,-1 1 1,0-1-1,1 0 0,-1 1 0,0-1 1,1 0-1,-1 1 0,1-1 1,-1 0-1,0 0 0,1 0 1,-1 1-1,1-1 0,-46 1 59,39-1-37,-23-19 62,18 1 15,-9 58-58,6 42-41,5 0 0,2 0 0,4 15 0,1-20 0,-48 752 0,22-705-421,12-96-1206</inkml:trace>
  <inkml:trace contextRef="#ctx0" brushRef="#br0" timeOffset="253689.147">5761 5593 17972,'0'0'9494,"0"0"-6919,0 0-1820,0 0-102,0 0-178,-1-18-127,-1-119 39,6 102-343,-1-133 23,-4 162-67,-1 0 0,1 1-1,-1-1 1,0 1 0,-1-1 0,1 1 0,-1 0 0,0 0 0,0 0 0,-1 1 0,1-1 0,-1 1-1,0 0 1,0 0 0,-1 0 0,1 0 0,-1 1 0,0-1 0,0 1 0,0 1 0,0-1 0,0 1-1,-1 0 1,1 0 0,-1 0 0,1 1 0,-3-1 0,-2-1 0,0 1 0,0 0 0,0 0 0,0 1 0,-1 1 0,1-1 0,0 2 0,0-1 0,-1 1 0,1 1 0,0 0 0,0 0 0,0 1 0,1 0 0,-1 1 0,1 0 0,-1 1 0,1 0 0,1 0 0,-1 1 0,1 0 0,0 0 0,0 1 0,1 0 0,0 1 0,0-1 0,0 1 0,1 1 0,1-1 0,-1 1 0,1 0 0,1 0 0,0 0 0,0 1 0,1 0 0,-1 2 0,1 5 0,0 1 0,2-1 0,0 1 0,1-1 0,0 1 0,1-1 0,2 1 0,-1-1 0,2 0 0,0 0 0,1 0 0,1-1 0,1 1 0,0-1 0,1-1 0,1 1 0,2 1 0,24 33 0,2-1 0,2-3 0,3-1 0,16 12 0,29 33 0,-80-85 0,0 1 0,-1 0 0,1 1 0,-1-1 0,-1 1 0,1 0 0,-1 1 0,-1-1 0,1 1 0,-1 0 0,0 0 0,-1 1 0,0-1 0,-1 1 0,1-1 0,-1 1 0,-1 0 0,0 0 0,0 0 0,-1 0 0,0 0 0,-1-1 0,1 1 0,-2 0 0,1 0 0,-1 0 0,-1-1 0,0 1 0,0-1 0,0 1 0,-1-1 0,0 0 0,-6 6 0,-12 4 0,0-2 0,-2-1 0,0-1 0,-1-1 0,0-1 0,-1-2 0,0 0 0,-1-1 0,1-2 0,-2-1 0,1-1 0,-1-1 0,0-2 0,1 0 0,-18-3 0,42 1 0,-2 2 0,-1-1 0,0 0 0,0 0 0,-1-1 0,1 1 0,0-1 0,0-1 0,0 1 0,0-1 0,0 0 0,0 0 0,0-1 0,0 0 0,1 0 0,-1 0 0,0-1 0,1 0 0,0 0 0,0 0 0,0-1 0,0 1 0,0-1 0,1 0 0,-1-1 0,1 1 0,0-1 0,-2-3 0,5 0 0,0 0 0,0 0 0,1 0 0,0 0 0,0 0 0,1 0 0,0 1 0,1-1 0,-1 0 0,1 0 0,1 1 0,-1-1 0,2 1 0,-1 0 0,1 0 0,0 0 0,2-3 0,25-35 0,2 2 0,2 1 0,2 1 0,16-11 0,-38 37 0,110-106-305,4 6-1,10 2 306,-96 79-1742</inkml:trace>
  <inkml:trace contextRef="#ctx0" brushRef="#br0" timeOffset="257655.897">4742 5013 25461,'0'0'679,"0"0"1412,0 0-1212,0 0-541,0 0 75,9 6 666,112-45-684,341-166 46,-284 118-369,4 8 0,3 7 0,3 9 0,140-26-72,-146 56 63,-202 31-963,9 2-1193</inkml:trace>
  <inkml:trace contextRef="#ctx0" brushRef="#br0" timeOffset="258248.802">8124 4531 28238,'0'0'1100,"0"0"-437,0 0-243,0 0-20,0 0-17,20 0 44,333-61 461,-271 43-800,835-176 72,-894 188-492,81-35 664,-101 38-633,0 1 0,-1-1 0,1 0 1,-1 0-1,0 0 0,1 0 0,-2 0 0,1 0 0,0-1 1,-1 1-1,1-1 0,-1 1 0,0-1 0,0 0 0,-1 1 1,1-1-1,-1 0 0,1 0 0,-1 0 301,0-29-17249</inkml:trace>
  <inkml:trace contextRef="#ctx0" brushRef="#br0" timeOffset="258638.34">8109 3117 27982,'0'0'1168,"0"0"-896,0 0 120,-13 130 176,2-23 41,-5 45-137,-1 21-112,-7 7-72,0-18-88,6-46-88,5-31-64,4-34-24,9-17-8,0-5-16,0-5-88,22-22-376,9-2-368,2-22-1057</inkml:trace>
  <inkml:trace contextRef="#ctx0" brushRef="#br0" timeOffset="259085.252">8896 2855 29494,'332'-20'1511,"103"15"-1511,-290 15 162,0 7 0,-1 6 0,36 15-162,144 24 26,-29-52-7,-290-9 36,0-1 1,0 0-1,0 0 0,0 0 0,0-1 0,0 1 1,0-1-1,0-1 0,0 1 0,-1-1 1,1 1-1,-1-1 0,1-1 0,-1 1 0,0-1 1,1 1-1,1-4-55,-4 2 292,23 227-292,-17-107 0,-6 1 0,-6-1 0,-4 1 0,-5-2 0,-5 1 0,-11 20 0,-40 75-253,43-168-1014</inkml:trace>
  <inkml:trace contextRef="#ctx0" brushRef="#br0" timeOffset="259863.314">7050 7254 29302,'0'0'1098,"6"-21"-543,40-146 245,-39 138-696,-1 0 1,-2 0-1,-1 0 0,-2-1 1,0 1-1,-2 0 1,-2-8-105,2 32 1,-1-1 0,0 1 0,0 0 0,0 0 1,0 0-1,-1 0 0,0 1 0,0-1 0,0 1 1,-1-1-1,1 1 0,-1 0 0,0 1 0,0-1 1,0 1-1,-1-1 0,1 1 0,-1 0 0,0 1 1,0-1-1,0 1 0,0 0 0,0 0 0,0 1 0,-1 0 1,1-1-1,0 2 0,-1-1 0,1 1 0,-1 0 1,1 0-1,-1 0 0,1 1 0,-1-1 0,1 2 1,0-1-1,-1 0 0,1 1 0,0 0 0,0 0 1,0 1-1,0-1 0,1 1 0,-1 0 0,1 1 1,-1-1-1,1 1 0,-3 3-1,-5 9 2,1 1-1,1 0 1,1 1 0,0 0 0,1 1-1,1-1 1,1 1 0,1 1-1,1-1 1,0 1 0,1 0 0,1 0-1,1 0 1,1 0 0,1 0 0,1 0-1,3 18-1,2-1 14,1 1 1,1-1-1,3 0 0,1-1 0,1 0 0,2-2 0,2 1 0,1-2 0,1 0 0,2-1-14,29 52 6,-44-72-5,0-1 0,0 1 0,-1 0 1,-1 0-1,0 1 0,-1 0 0,0 0 0,-1 0 0,-1 0 0,0 0 1,0 1-1,-1-1 0,-1 0 0,-1 5-1,0-13 1,-1 0-1,0 0 1,-1 0 0,1 0 0,-1-1-1,0 1 1,0-1 0,0 0 0,0 0-1,-1 0 1,0 0 0,0-1-1,0 1 1,0-1 0,0 0 0,-1 0-1,1 0 1,-1-1 0,0 0 0,0 0-1,0 0 1,-5 1-1,-117 21 16,-16-33-16,138 8 0,1-1 0,-1 0 0,1 0 0,-1 0 0,1 0 0,0-1 0,0 0 0,0 0 0,0 0 0,0 0 0,1-1 0,-1 1 0,1-1 0,0 0 0,0 0 0,1 0 0,-1 0 0,1 0 0,0-1 0,0 1 0,0-1 0,0 0 0,1 1 0,0-1 0,0 0 0,0 0 0,1-3 0,1-11 0,2 0 0,0 1 0,1 0 0,1 0 0,1 0 0,1 0 0,0 1 0,1 0 0,1 1 0,0 0 0,2 0 0,-1 1 0,2 0 0,0 1 0,1 0 0,0 1 0,12-8 0,300-277-1115,-228 213-1515</inkml:trace>
  <inkml:trace contextRef="#ctx0" brushRef="#br0" timeOffset="260113.855">7598 7169 31295,'0'0'1048,"0"0"-944,0 0-72,0 0 56,149 122 112,-112-102-200,-6-4 0,-5-2 0,-8-11-152,4-3-432,-5-19-152,-4-11-2577</inkml:trace>
  <inkml:trace contextRef="#ctx0" brushRef="#br0" timeOffset="260302.036">7887 6930 30471,'0'0'896,"-79"107"-456,27-34-48,-7 14-80,6 1-184,9 23-128,18-22-448,13-22-1513</inkml:trace>
  <inkml:trace contextRef="#ctx0" brushRef="#br0" timeOffset="260521.922">8497 6719 30334,'0'0'2257,"-29"107"-2081,-19 3-176,-13 40 0,-1 10 0,16-24 0,22-37 0,20-46-424,4-20-104,13-7 272,48-26-456,-2-12-977,3-27-4216</inkml:trace>
  <inkml:trace contextRef="#ctx0" brushRef="#br0" timeOffset="260806.528">9007 6678 30743,'0'0'977,"-21"33"-555,-19 28-223,3 2 0,3 1 0,-18 49-199,37-77 4,2 0 0,2 1 0,1 0 0,2 1 0,2 0 0,1 0 0,1 4-4,4-38 0,0 1 0,0-1 0,1 0 0,-1 1 0,1-1 0,0 1 0,0-1 0,0 0 0,1 0 0,0 1 0,0-1 0,0 0 0,0 0 0,0-1 0,1 1 0,-1 0 0,1-1 0,0 0 0,0 1 0,1-1 0,-1-1 0,1 1 0,-1 0 0,1-1 0,0 0 0,0 1 0,0-2 0,0 1 0,0 0 0,1-1 0,-1 0 0,0 0 0,1 0 0,-1 0 0,1-1 0,-1 0 0,1 0 0,-1 0 0,0 0 0,1-1 0,-1 0 0,1 0 0,2 0 0,-1 0 0,1-1 0,0 1 0,-1-2 0,1 1 0,-1-1 0,0 0 0,0 0 0,0-1 0,0 0 0,0 0 0,-1 0 0,0-1 0,0 1 0,0-1 0,0-1 0,-1 1 0,0-1 0,0 1 0,0-1 0,-1 0 0,0 0 0,0-1 0,-1 1 0,2-5 0,3-10 0,0-1 0,-2 0 0,0 0 0,-1 0 0,-2 0 0,0-1 0,-1-7 0,-1 27 0,1-1 0,-1 0 0,1 1 0,-1-1 0,0 0 0,0 1 0,-1-1 0,1 0 0,-1 1 0,1-1 0,-1 0 0,-1 1 0,1-1 0,0 1 0,-1 0 0,1-1 0,-1 1 0,0 0 0,0 0 0,-1 0 0,1 0 0,-1 0 0,1 1 0,-1-1 0,0 1 0,0 0 0,0 0 0,0 0 0,0 0 0,0 0 0,-1 0 0,1 1 0,0 0 0,-1 0 0,-1-1 0,2 1-52,0 0 1,1 0-1,-1 1 0,0-1 1,0 1-1,0-1 0,0 1 0,0 0 1,0 0-1,0 0 0,0 0 1,0 1-1,0-1 0,0 1 1,1 0-1,-1 0 0,0 0 1,0 0-1,1 0 0,-1 1 0,0-1 1,1 1-1,0 0 0,-1-1 1,1 1-1,0 0 0,0 0 1,0 1-1,0-1 0,0 0 0,0 1 1,1-1-1,-1 1 0,1 0 1,0-1-1,0 1 0,0 0 1,0 0-1,0-1 0,1 1 1,-1 0-1,1 1 52,2 4-1769,7-3-1252</inkml:trace>
  <inkml:trace contextRef="#ctx0" brushRef="#br0" timeOffset="261052.561">9036 7015 27742,'0'0'2312,"0"0"-1207,0 0-521,116-28-24,-72 19-96,4-1-464,5-2 0,-1-2 0,1-2 0,-5-3 0,-2-1-80,5-16-688,-14 7-921,-9 1-2111</inkml:trace>
  <inkml:trace contextRef="#ctx0" brushRef="#br0" timeOffset="261319.328">9544 6563 29182,'0'0'1545,"0"0"-953,0 0 80,-65 164-152,41-77-264,-5 27-256,5-5 0,4-13 0,7-15 0,11-29 0,2-7-552,13-19-184,13-19-729,3-7-599</inkml:trace>
  <inkml:trace contextRef="#ctx0" brushRef="#br0" timeOffset="261320.328">9878 6577 30374,'0'0'857,"0"0"-329,-22 107 40,11-44-128,6 6-440,5-2 0,0-4 0,20-6 0,4-11 0,5-15 0,1-11 0,1-16 0,19-18-168,-10-18-1048,-3-7-1241</inkml:trace>
  <inkml:trace contextRef="#ctx0" brushRef="#br0" timeOffset="261504.831">10176 6522 30350,'0'0'1465,"0"0"-905,-90 122-168,42-51-392,-14 28 0,-12 27 0,4-10 0,6-13 0,-6-4 0,24-44-328,-2-8-2065</inkml:trace>
  <inkml:trace contextRef="#ctx0" brushRef="#br0" timeOffset="261881.971">6270 7149 7202,'0'0'22404,"0"0"-21740,0 0-319,0 0 143,153-31-160,-107 25-200,5 6-128,-12 0-864,-15 2-2305</inkml:trace>
  <inkml:trace contextRef="#ctx0" brushRef="#br0" timeOffset="262051.54">6064 7368 30695,'0'0'816,"0"0"-528,0 0 224,116 0-112,-46-2-344,11 0-56,20 4-248,-20 18-1048,-22 6-4025</inkml:trace>
  <inkml:trace contextRef="#ctx0" brushRef="#br0" timeOffset="263311.965">6559 8201 24573,'0'0'4963,"27"-3"-3751,291-50-793,-63-8-165,410-89 404,38 25-658,-123 42 397,854-143-106,-552 39-291,-790 169 0,-45 14-179,-43 17-973,-22 6-1214</inkml:trace>
  <inkml:trace contextRef="#ctx0" brushRef="#br0" timeOffset="263683.739">8234 8954 28942,'0'0'942,"24"0"-537,166-4 181,-9-3 52,-178 7-635,0 0 1,0 1-1,0-1 0,0 0 0,0 1 0,-1 0 0,1 0 0,0 0 0,0 0 0,0 0 0,-1 0 0,1 1 0,0-1 0,-1 1 0,0 0 0,1 0 1,-1 0-1,0 0 0,0 0 0,0 0 0,0 1 0,0-1 0,0 1 0,-1-1 0,1 1 0,-1-1 0,0 1 0,0 0 0,0 0 0,0 0 0,0 0 1,-1 0-1,1 1-3,-18 110 4,-120 151 15,42-96-2,90-161-8,0 0 1,1 1-1,0-1 0,1 1 1,0 0-1,0-1 1,1 1-1,0 1 1,1-1-1,0 0 0,0 0 1,1 1-1,0-1 1,1 4-10,0-11 6,0-1 1,0 1-1,0-1 1,0 1 0,0-1-1,0 0 1,1 1-1,-1-1 1,0 0-1,1 0 1,-1 0 0,1 0-1,-1 0 1,1-1-1,0 1 1,-1 0-1,1-1 1,0 1-1,0-1 1,-1 1 0,1-1-1,0 0 1,0 0-1,-1 0 1,1 0-1,0 0 1,0 0-1,0 0 1,-1-1 0,1 1-1,0-1 1,0 1-1,0-1-6,5 0 27,13-3-6,0-1 1,0-1-1,0-1 1,-1-1 0,0 0-1,0-2 1,-1 0 0,-1-1-1,1-1 1,-2 0-1,0-1 1,1-2-22,-5 6-7,101-83-1296,-5-4 0,64-76 1303,-78 66-3086</inkml:trace>
  <inkml:trace contextRef="#ctx0" brushRef="#br0" timeOffset="264287.386">9474 8617 30326,'0'0'749,"0"0"-376,-5 23-101,-22 157 402,27-156-637,1-1 0,1 0 1,1 0-1,1-1 0,1 1 1,1-1-1,1 1 0,0-2 1,2 1-1,4 4-37,-4-6 0,48 134 0,-56-148 0,0 0 0,0 0 0,-1 0 0,0 0 0,0 0 0,0 0 0,-1 0 0,0 0 0,0-1 0,0 1 0,-1 0 0,0 0 0,0-1 0,-1 1 0,1-1 0,-1 1 0,0-1 0,0 0 0,-1 0 0,0-1 0,0 1 0,0-1 0,0 0 0,-1 0 0,-2 2 0,1-1-28,0 0 1,0 0-1,0-1 0,0 0 0,-1 0 1,0-1-1,0 0 0,0 0 0,0 0 1,0-1-1,-1 0 0,1 0 0,-1-1 1,1 0-1,-1-1 0,0 1 0,1-2 1,-1 1-1,1-1 0,-1 0 0,1 0 1,-1-1-1,1 0 0,0 0 0,-1-1 1,1 0-1,1 0 0,-1-1 0,0 0 1,1 0-1,0 0 0,0-1 0,0 0 1,0 0-1,1 0 0,0-1 0,0 0 1,0 0-1,1 0 0,0-1 0,-2-4 28,-1-11-203,2 1-1,0-1 0,1 0 0,2-1 0,0 1 0,1 0 0,2-18 204,-1 33-54,-1-14-36,1 1 0,0 0 0,1-1 0,2 1 0,0 0 0,1 0 0,1 0 0,0 1 0,2-1 0,0 1 0,2 1 0,0 0 0,0 0 0,2 0 0,0 1 0,1 1 0,12-12 90,-7 9 32,2 2 1,1-1-1,0 2 0,1 1 0,0 0 0,1 2 0,1 0 1,0 2-1,1 0 0,0 2 0,0 1 0,1 0 1,0 2-1,23-3-32,420-16-5420,-223 16 11160,-242 9-5697,-1 0 0,1 1 0,-1-1 0,1 1 0,-1 0 0,1 0 0,-1 0 1,0 0-1,1 0 0,-1 0 0,0 0 0,0 1 0,0-1 0,0 1 0,0 0 0,0-1 0,-1 1 0,1 0 0,0 0 0,-1 0 0,1 0 1,-1 1-1,0-1 0,0 0 0,0 0 0,0 1 0,0-1 0,0 1 0,-1-1 0,1 1 0,-1-1 0,0 1 0,0-1 0,0 1 0,0-1 1,0 1-45,-12 97 506,-2-55-264,2 0 0,2 1 0,2 0-1,3 1 1,1 3-241,2-42 4,1 1 0,0-1 0,0 1 0,1-1-1,0 0 1,1 1 0,0-1 0,0 1 0,1-1 0,0 0-1,0 0 1,1 0 0,0 0 0,0 0 0,1-1 0,0 1-1,1-1 1,-1 0 0,1 0 0,1-1 0,-1 0 0,1 1-1,0-2 1,1 1 0,-1-1 0,1 0 0,0 0-1,0-1 1,1 0 0,-1 0 0,3 0-4,0-1 0,1-1 0,0 0 0,-1-1 0,1 0 0,0-1 0,0 0 0,0 0 0,0-1 0,0-1 0,-1 0 0,1 0 0,0-1 0,-1-1 0,6-2 0,-12 4 0,1 0 0,0 0 0,0-1 0,-1 0 0,1 0 0,-1 0 0,0 0 0,0-1 0,0 1 0,-1-1 0,1 0 0,-1-1 0,0 1 0,0 0 0,0-1 0,-1 1 0,1-1 0,-1 0 0,0 0 0,-1 0 0,1 0 0,-1 0 0,0-1 0,0 1 0,-1 0 0,1 0 0,-1-1 0,-1 1 0,1 0 0,-1-4 0,-2 4-33,1 1 1,-1 0-1,-1-1 1,1 1-1,-1 0 1,1 0-1,-1 1 1,0-1-1,0 1 1,-1 0-1,1 0 1,-1 0-1,1 1 1,-1-1-1,0 1 1,0 0-1,0 1 1,0-1-1,0 1 1,0 0-1,-1 0 1,1 1-1,0 0 1,-4 0 32,-7-4-462,-30-6-1697</inkml:trace>
  <inkml:trace contextRef="#ctx0" brushRef="#br0" timeOffset="281794.274">1044 1896 22981,'0'0'3531,"-9"20"-2545,7-13-961,-8 14 31,2 1 1,0 0-1,1 0 1,2 1-1,0 0 1,1 0-1,0 16-56,2 294 1675,27 171-1675,-2-76 499,-11 754 210,-92 922 29,22-984-589,34-546-263,26 0 0,32 113 114,-27-629-137,-1-15-459,-5-4-2656,-1-54 198</inkml:trace>
  <inkml:trace contextRef="#ctx0" brushRef="#br0" timeOffset="282078.238">435 8260 27806,'14'317'888,"14"0"0,14-2 1,13-2-1,70 211-888,-121-512 9,8 33 43,3-2 0,2 1 1,1-2-1,21 35-52,-38-75 9,0 1-1,0-1 0,0 0 1,1 0-1,-1 1 0,1-1 1,-1 0-1,1 0 0,0 0 1,0-1-1,0 1 0,0 0 1,0-1-1,0 1 0,0-1 1,1 0-1,-1 0 0,1 0 1,-1 0-1,0 0 0,1 0 1,0 0-1,-1-1 0,1 0 1,-1 1-1,1-1 0,0 0 1,-1 0-1,1 0 0,-1-1 1,1 1-1,1-1-8,64-56 328,-20-7-205,-2-2 0,-4-2-1,19-44-122,43-91-62,-8-5 1,-10-3-1,39-155 62,-80 195-792,-23 37-1141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25:17.609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CC0066"/>
    </inkml:brush>
    <inkml:brush xml:id="br2">
      <inkml:brushProperty name="width" value="0.05" units="cm"/>
      <inkml:brushProperty name="height" value="0.05" units="cm"/>
    </inkml:brush>
  </inkml:definitions>
  <inkml:trace contextRef="#ctx0" brushRef="#br0">3940 822 28302,'0'0'2346,"0"0"-1655,0 0-529,0 0-50,-16-18 86,-51-55 154,64 71-331,1-1 0,-1 1-1,0-1 1,-1 1 0,1 0 0,0 0 0,-1 0 0,1 1 0,-1-1 0,1 1-1,-1 0 1,0 0 0,0 0 0,1 1 0,-1-1 0,0 1 0,0 0 0,0 0-1,0 0 1,1 0 0,-1 1 0,0-1 0,0 1 0,1 0 0,-3 1-21,-3 0 17,-19 7-8,0 1 0,1 1 1,0 1-1,1 1 0,1 2 1,0 1-1,-22 17-9,-129 95 0,6 7 0,-100 106 0,212-188 0,2 2 0,3 2 0,2 3 0,3 2 0,3 3 0,-23 43 0,60-92 0,0 1 0,1 0 0,1 0 0,0 1 0,2-1 0,0 1 0,0 0 0,2 0 0,0 13 0,3-21 0,1 0 0,1 0 0,-1-1 0,2 1 0,-1 0 0,1-1 0,1 0 0,0 0 0,0 0 0,1-1 0,0 0 0,0 0 0,1 0 0,0-1 0,0 0 0,0 0 0,1-1 0,1 0 0,-1 0 0,1-1 0,-1 0 0,2 0 0,-1-1 0,0 0 0,1-1 0,4 1 0,78 34 0,0-4 0,2-5 0,2-3 0,86 11 0,-37-7 0,-119-25 0,0 1 0,-1 1 0,0 1 0,0 1 0,-1 1 0,23 13 0,-42-19 0,0-1 0,-1 1 0,0 0 0,0 0 0,0 0 0,0 0 0,0 1 0,-1 0 0,0-1 0,0 1 0,0 0 0,0 1 0,-1-1 0,0 0 0,0 1 0,-1-1 0,1 1 0,-1 0 0,0-1 0,-1 1 0,1 0 0,-1 0 0,-1 0 0,1 3 0,-2 22 0,-1-1 0,-1 1 0,-2-1 0,-1 0 0,-1 0 0,-2-1 0,0 0 0,-3 0 0,-8 14 0,-57 102 0,-7-3 0,-6-4 0,-5-4 0,-99 104 0,67-81 0,-24 53 0,149-204 0,0 0 0,1 1 0,0-1 0,0 1 0,0 0 0,1 0 0,0-1 0,0 1 0,0 0 0,1 0 0,0 0 0,1 0 0,0 0 0,0 0 0,0 0 0,1-1 0,0 1 0,0 0 0,0-1 0,1 1 0,0-1 0,1 0 0,-1 0 0,1 0 0,0-1 0,1 1 0,-1-1 0,1 0 0,0 0 0,0-1 0,1 1 0,-1-1 0,4 1 0,357 308 0,-311-257 0,-2 3 0,-3 2 0,-3 2 0,-3 2 0,-2 2 0,-3 2 0,-4 2 0,-2 1 0,9 36 0,13 76 0,-8 3 0,-8 2 0,-8 1 0,0 99 0,6 280 0,-25 89 0,-14-337 0,-15 0 0,-23 76 0,-102 471 0,145-844 0,82-190-472,-35 38-1312</inkml:trace>
  <inkml:trace contextRef="#ctx0" brushRef="#br0" timeOffset="931.265">5400 2031 30831,'0'0'953,"0"0"-519,26-10-305,114-43-37,34-17 72,15-7-82,3 8 0,176-38-82,-320 96 0,1 2 0,1 3 0,0 2 0,-1 2 0,1 2 0,15 3 0,-53-2 0,1 0 0,-1 1 0,-1 1 0,1 0 0,0 1 0,-1 0 0,1 0 0,-1 2 0,0-1 0,-1 1 0,1 1 0,-1 0 0,-1 0 0,1 1 0,-1 0 0,0 1 0,-1 0 0,0 0 0,-1 1 0,0 0 0,0 0 0,-1 0 0,0 1 0,-1 0 0,0 0 0,-1 1 0,0 0 0,-1-1 0,0 1 0,0 11 0,4 21 0,-3 0 0,-2 0 0,-2 0 0,-1 0 0,-3 0 0,-1 0 0,-2 0 0,-3-1 0,-1 0 0,-2-1 0,-3 3 0,-22 51 0,-5-1 0,-4-2 0,-4-3 0,-12 10 0,51-81 0,-4 10 0,-2 0 0,-1-1 0,-1-1 0,-1-1 0,-1-1 0,-2-1 0,0-1 0,-22 15 0,42-35 0,0 0 0,-1 1 0,1-1 0,-1-1 0,0 1 0,0-1 0,0 0 0,0 0 0,0 0 0,0-1 0,-1 1 0,1-1 0,0-1 0,-1 1 0,1-1 0,-1 0 0,1 0 0,-1 0 0,1-1 0,0 0 0,-1 0 0,1-1 0,0 1 0,0-1 0,-20-66-167,22-75-748,46-271-2684,-4 212-2</inkml:trace>
  <inkml:trace contextRef="#ctx0" brushRef="#br0" timeOffset="1214.861">6688 1218 24021,'19'-160'4741,"-33"186"-2686,-340 843-320,296-700-1684,8 2 0,7 2 0,8 2 0,0 58-51,27-74-190,8-152 133,-1-6 34,1 0 0,-1 0-1,1 1 1,0-1 0,-1 0 0,1 1 0,0-1 0,0 0-1,0 1 1,0-1 0,0 0 0,0 1 0,0-1 0,1 0-1,-1 1 1,0-1 0,1 0 0,-1 0 0,1 1-1,0-1 1,-1 0 0,1 0 0,0 0 0,0 0 0,-1 0-1,1 0 1,0 0 0,0 0 0,0 0 0,0 0 0,0 0-1,0-1 1,1 1 0,-1 0 0,0-1 0,0 1-1,1-1 1,-1 1 0,0-1 0,0 0 0,1 1 23,7-4-465,1 0 0,-1-1-1,0 0 1,0 0 0,0-1 0,-1 0 0,1 0 0,-1-1 0,0 0 0,-1 0 0,0-1 0,4-4 465,50-61-13543</inkml:trace>
  <inkml:trace contextRef="#ctx0" brushRef="#br0" timeOffset="1478.983">7260 1551 28894,'0'0'895,"0"0"-255,11 21-50,-2-2-453,43 132 714,-45-81-565,29 118-84,-35-185-203,0 1 1,1-1 0,-1 0-1,1 0 1,-1 0-1,1 0 1,0-1-1,0 1 1,0 0-1,1-1 1,-1 1-1,1-1 1,-1 0 0,1 0-1,0 0 1,-1 0-1,1-1 1,0 1-1,0-1 1,1 1-1,-1-1 1,0 0-1,0 0 1,1-1 0,-1 1-1,0-1 1,1 1-1,-1-1 1,0 0-1,1 0 1,-1-1-1,1 1 1,-1-1-1,0 1 1,0-1-1,1 0 1,-1 0 0,2-2 0,23-12-61,-2-1 1,0-1-1,-1-2 1,-1 0-1,-1-2 1,17-19 60,4-1-52,6-5-38,-14 11 51,0 1-1,2 3 1,2 1-1,0 1 1,37-17 39,-76 44 4,1 0 0,-1 1-1,1-1 1,0 1 0,0-1-1,0 1 1,-1 0 0,1 0-1,0 0 1,1 0 0,-1 0-1,0 0 1,0 1 0,0-1 0,0 1-1,1-1 1,-1 1 0,0 0-1,0 0 1,1 0 0,-1 0-1,0 0 1,0 1 0,1-1 0,-1 1-1,0-1 1,0 1 0,0 0-1,0 0 1,0 0 0,0 0-1,0 0 1,0 0 0,0 1 0,0-1-1,0 0 1,-1 1 0,1 0-1,-1-1 1,1 1 0,-1 0-1,0 0 1,0 0 0,1 1-4,-2 15 42,0 0 1,-2 0-1,0-1 0,-1 1 1,-1-1-1,-1 1 1,0-1-1,-1-1 0,-1 1 1,0-1-1,-1 0 1,-4 4-43,6-7 16,-307 576-178,312-587 68,-12 24-23,19-43-1433,93-188-4018,-45 85-5514</inkml:trace>
  <inkml:trace contextRef="#ctx0" brushRef="#br0" timeOffset="2408.096">8571 1350 19316,'0'0'8009,"22"8"-6101,-3-2-1822,-2-1-12,-1 1-1,0 0 1,0 2 0,0-1 0,-1 2-1,0 0 1,0 1 0,5 5-74,-12-7 41,0 1 0,0 1 0,-1-1-1,0 1 1,-1 0 0,0 0 0,-1 1 0,0 0 0,0 0 0,-1 0-1,-1 0 1,0 1 0,0 0 0,-1-1 0,-1 1 0,0 0-1,-1 3-40,-21 207 164,6-160-211,-2 0 1,-2-2 0,-4 0 0,-2-1 0,-2-2 0,-3 0-1,-2-2 1,-16 18 46,-9 0 66,152-167 806,91-107-905,122-177 33,-175 210-417,-121 153 384,30-33-519,-2-2 0,-3-2-1,-1-1 1,-3-1 0,-3-2-1,-2-1 1,10-33 552,-20-16 2203,-18 105-2164,-1 1 0,0-1-1,1 0 1,-1 0 0,1 1 0,-1-1 0,0 1-1,1-1 1,-1 0 0,0 1 0,0-1 0,1 1-1,-1 0 1,0-1 0,0 1 0,0 0 0,1-1-1,-1 1 1,0 0 0,0 0 0,0 0 0,0 0-1,0 0 1,0 0 0,0 0 0,0 0 0,1 0-1,-1 0 1,0 0 0,0 1 0,0-1 0,0 0-1,0 1 1,1-1 0,-1 0 0,0 1 0,0-1 0,1 1-1,-1-1 1,0 1 0,1 0 0,-1-1 0,0 1-1,1 0 1,-1-1 0,1 1 0,-1 0 0,1 0-1,-1-1 1,1 1 0,0 0 0,-1 0 0,1 0-1,0 0 1,0 0 0,0-1 0,0 1 0,0 0-1,-1 0 1,2 0 0,-1 1-39,-14 165 233,16-117-215,-3-20-17,0 11-18,1-1-1,2 0 1,2 0 0,1 0-1,2-1 1,8 23 17,-15-61-3,0 1 0,1-1 1,-1 1-1,1 0 0,-1-1 0,1 1 0,0-1 0,-1 1 1,1-1-1,0 1 0,0-1 0,0 0 0,0 0 0,0 1 0,0-1 1,0 0-1,1 0 0,-1 0 0,0 0 0,1 0 0,-1 0 1,1 0-1,-1-1 0,1 1 0,-1 0 0,1-1 0,-1 0 0,1 1 1,0-1-1,-1 0 0,1 1 0,-1-1 0,1 0 0,0 0 1,-1-1-1,1 1 0,0 0 0,-1 0 0,1-1 0,-1 1 0,1-1 1,0 1-1,-1-1 0,0 0 0,2 0 3,69-88-39,-21 13-22,-25 35 50,1 1 1,3 1 0,1 1 0,25-23 10,-55 60 11,-1-1 1,1 0 0,0 1 0,0-1-1,0 1 1,0-1 0,0 1-1,1-1 1,-1 1 0,0 0 0,1-1-1,-1 1 1,1 0 0,-1 0-1,1 0 1,-1 0 0,1 0 0,0 1-1,-1-1 1,1 0 0,0 1 0,0-1-1,0 1 1,-1 0 0,1-1-1,0 1 1,0 0 0,0 0 0,0 0-1,-1 1 1,1-1 0,0 0-1,0 1 1,0-1 0,-1 1 0,1-1-1,0 1 1,0 0 0,-1 0-1,1 0 1,-1 0 0,1 0 0,-1 0-1,1 0 1,-1 0 0,0 1-1,1-1 1,-1 1 0,0-1 0,0 1-1,0-1 1,0 1 0,0 0 0,-1-1-1,1 1 1,0 0 0,-1 0-1,1-1 1,-1 1 0,0 0 0,1 0-12,-3 35 60,-1-1 0,-1 1 1,-3-1-1,0 0 0,-3-1 0,-1 0 1,-1-1-1,-2 0 0,-1 0 1,-11 16-61,0 5 14,-125 291-14,146-333 0,1 0 0,0 1 0,0-1 0,2 1 0,-1 0 0,2 0 0,0 0 0,1 0 0,1 13 0,0-25 0,1 0 0,-1 0 0,1 0 0,0-1 0,-1 1 0,1 0 0,0-1 0,0 0 0,0 1 0,0-1 0,1 0 0,-1 0 0,0 0 0,0-1 0,1 1 0,-1 0 0,0-1 0,1 0 0,-1 1 0,0-1 0,1 0 0,-1 0 0,1 0 0,-1-1 0,0 1 0,1 0 0,-1-1 0,0 0 0,1 0 0,-1 1 0,0-1 0,0 0 0,0-1 0,1 1 0,20-10 0,-2-1 0,0-1 0,0-1 0,-1-1 0,-1 0 0,0-2 0,10-12 0,1 2 0,32-24-3,-62 56-10,-70 141-3,55-117 17,1-7 2,1 2 0,2 0 0,0 0 0,1 1 0,2 1 1,1-1-1,-5 27-3,12-49 0,-1-1 0,0 0 0,1 1 0,0-1 0,0 1 0,0-1 0,0 1 0,0-1 0,0 1 0,0-1 0,1 1 0,0-1 0,-1 1 0,1-1 1,0 0-1,0 1 0,0-1 0,0 0 0,1 0 0,-1 0 0,0 0 0,1 0 0,0 0 0,-1 0 0,1 0 0,0-1 0,0 1 0,0-1 0,0 1 0,0-1 0,0 0 1,1 0-1,-1 0 0,0 0 0,1 0 0,-1 0 0,1-1 0,-1 1 0,0-1 0,1 1 0,-1-1 0,1 0 0,-1 0 0,1 0 0,-1-1 0,1 1 0,30-2 1,0-2-1,0-1 1,-1-2-1,1-1 1,-2-1-1,1-2 1,-2-1-1,1-2 1,-2 0-1,0-2 1,0-2-1,-2 0 1,3-5-1,208-154-48,-219 163 56,-9 28 32,19 146-268,-14-127-912</inkml:trace>
  <inkml:trace contextRef="#ctx0" brushRef="#br0" timeOffset="5605.682">13472 1475 30302,'0'0'705,"0"0"-537,0 0-96,0 0-24,0 0 16,130 92-16,-106-68-48,-9 15-184,-6-3-1313,-9-5-3640</inkml:trace>
  <inkml:trace contextRef="#ctx0" brushRef="#br0" timeOffset="5884.696">13455 2096 30062,'0'0'689,"0"0"-265,24 138-152,13-95-80,14-11-112,45-22-80,-10-10-464,-12-2-3193</inkml:trace>
  <inkml:trace contextRef="#ctx0" brushRef="#br0" timeOffset="15132.842">12999 8992 27454,'0'0'3729,"0"0"-3729,0 0-208,0 0-136,112 142-969,-77-100-4632</inkml:trace>
  <inkml:trace contextRef="#ctx0" brushRef="#br0" timeOffset="15394.808">13052 9653 31087,'0'0'672,"0"0"-672,0 0-144,168 91-360,-102-71-945,-16-9-3192</inkml:trace>
  <inkml:trace contextRef="#ctx0" brushRef="#br0" timeOffset="24447.741">21473 10624 30695,'175'0'616,"95"-4"-472,94-4-96,65 4-24,16-2-8,33 2 16,26-4-8,40-4-8,45-7 0,49-5 24,42 0 208,23 1-248,10 7-104,-5 2-288,-24 8-440,-176 6-785,-113 0-3776</inkml:trace>
  <inkml:trace contextRef="#ctx0" brushRef="#br0" timeOffset="21865">27273 8075 26070,'0'0'3096,"-3"18"-2241,-47 147-197,1-80-417,-4-1 0,-4-4 0,-54 60-241,-84 121-1404,191-255 1492,1-3-271,0 0 0,1 0 0,-1 0 0,1 0 0,0 0 0,-1 0 0,1 1 0,1-1-1,-1 1 1,1 0 0,-1-1 0,1 1 0,0 0 0,0 0 0,1 0 0,-1-1 0,1 1 0,0 0 0,0 0 0,0 0 0,0 0 0,1 0 0,-1 0 0,1 0 0,0-1 0,0 1 0,1 0 0,-1 0 0,1-1 0,0 1 0,0-1 183,16 16 449,-2-1 0,0 2 0,-1 0 0,-1 1 1,-1 1-1,-1 0 0,-1 0 0,-1 1 0,2 8-449,-1 14 209,-3 0 0,-1 0 1,-2 1-1,-2 0 0,-3 0 0,-1 0 0,-5 23-209,-10 8 124,2 40-149,23-118-351,15-29-456,6-16-539</inkml:trace>
  <inkml:trace contextRef="#ctx0" brushRef="#br0" timeOffset="22330.294">28073 7868 28998,'0'0'500,"0"0"-269,-1 27-32,0-10-153,1 1 19,-1 0 1,0 0-1,-1 0 1,-1 0 0,-1 0-1,-1-1 1,0 1-1,-2-1 1,1 0-1,-4 4-65,-39 56 98,-3-2 0,-4-3 0,-2-2 0,-4-3 0,-2-2 0,-39 28-98,62-45-408,68-40-465,195-42-1130,-220 34 2008,0 1 0,0 0 0,0-1 0,0 1 0,0 0 1,0 0-1,0 0 0,0 0 0,0 0 0,0 0 0,-1 1 0,1-1 1,0 0-1,-1 1 0,1 0 0,-1-1 0,0 1 0,1 0 0,-1 0 1,0 0-1,0-1 0,0 1 0,0 0 0,-1 0 0,1 1 1,0-1-1,-1 0 0,0 0 0,1 0 0,-1 0 0,0 0 0,0 1 1,0-1-1,-1 2-5,-3 88 350,-7-38-185,-3-1-1,-2 0 1,-3 0 0,-2-2 0,-2-1-1,-6 6-164,-22 55 246,-114 280 198,152-317-93,13-73-333,1 0 0,-1 0 1,1 0-1,-1 0 0,1 0 0,0 0 1,-1 0-1,1 0 0,0 0 1,0 0-1,-1 0 0,1 0 1,0 0-1,0 0 0,0-1 1,0 1-1,0 0 0,1-1 1,-1 1-1,0-1 0,0 1 1,0-1-1,0 0 0,1 1 1,-1-1-1,0 0 0,0 0 1,1 0-1,-1 0 0,0 0 1,0 0-1,0 0 0,1 0 1,-1-1-1,0 1 0,0 0 1,0-1-1,1 1 0,-1-1 1,0 1-1,0-1 0,0 0 1,0 1-1,0-1 0,0 0 1,0 0-1,0 0-18,185-106 704,-20-12-1003,-5-8-1,57-64 300,-116 93-2159</inkml:trace>
  <inkml:trace contextRef="#ctx0" brushRef="#br0" timeOffset="22551.684">28875 8412 18340,'0'0'13003,"0"0"-12555,177-69-344,-78 26-72,6-4 16,-17 3-48,4-3-32,2-16-512,-21 11-977,-27 5-1215</inkml:trace>
  <inkml:trace contextRef="#ctx0" brushRef="#br0" timeOffset="22843.809">29456 7531 29110,'0'0'872,"0"0"-415,-51 144 231,34-4-144,-1 55-96,5 20-128,0-8-120,-2-25-72,-1-38-128,1-30 0,0-25 0,4-28 0,0-18 0,6-5 0,3-13-296,2-5-456,0-20-1401</inkml:trace>
  <inkml:trace contextRef="#ctx0" brushRef="#br0" timeOffset="23001.443">28969 7499 29830,'0'0'945,"0"0"-801,0 0-120,0 0 16,66 128 0,-24-74 16,6 1-56,7-4-24,8-8-264,47-19-313,-14-14-991,-8-10-3561</inkml:trace>
  <inkml:trace contextRef="#ctx0" brushRef="#br0" timeOffset="23938.961">29809 7807 26366,'0'0'2747,"-16"22"-1996,-117 187-339,-256 629 555,345-749-924,-26 49 33,7 3 0,5 3 1,-19 85-77,73-220 10,0 1 1,1 1 0,0-1-1,1 0 1,0 0 0,1 1-1,0 0 1,1-1 0,0 1-1,0-1 1,1 1 0,0-1-1,1 1 1,1-1 0,-1 0-1,2 0 1,-1 0 0,1 0-1,1 0 1,0-1 0,0 0-1,1 0 1,0 0 0,3 3-11,-3-7 3,-1 0 1,1-1-1,0 1 1,0-1-1,1 0 1,-1-1-1,1 1 1,0-1-1,0 0 1,0-1-1,0 0 1,0 0-1,1-1 1,-1 1-1,0-2 1,1 1-1,-1-1 1,1 0-1,-1-1 1,1 1-1,-1-2 1,1 1-1,-1-1 1,0 0-1,0 0 1,0-1-1,0 0 1,0 0-1,-1-1 1,1 0-1,-1 0 1,5-4-4,20-27-377,-1-1 0,-2-2 0,-2-1 0,-1-1 1,-2-1-1,-2-1 0,-1-1 0,-3-1 0,-1 0 0,-3-1 0,-1-1 1,-1-10 376,52-275 2104,-146 608-217,59-210-1763,-13 39-99,-4-1 1,-5-2-1,-32 49-25,72-140-8,-1-1 1,0 0-1,-1-1 0,0 0 0,0 0 0,-1-1 1,-1 0-1,1 0 0,-1-1 0,-1 0 1,0-1-1,0-1 0,0 1 0,-1-2 1,1 1-1,-1-2 0,-1 1 0,1-2 1,-1 0-1,1 0 0,-1-1 0,0-1 1,0 0-1,0 0 0,0-2 0,0 0 0,0 0 1,-11-3 7,9 0 10,0 0 0,0-1 1,1 0-1,-1-2 0,1 1 1,1-2-1,-1 0 1,1 0-1,1-1 0,0-1 1,0 0-1,1-1 0,-5-5-10,10 9 19,0 1 1,0-2-1,1 1 0,-1-1 0,2 0 0,-1 0 1,1 0-1,0-1 0,1 1 0,0-1 0,1 0 1,-1 0-1,2 0 0,-1 0 0,1-1 0,1 1 1,-1 0-1,2 0 0,-1-1 0,1 1 0,1 0 1,-1 0-1,2-3-19,5-5 12,1-1-1,1 2 1,0-1 0,1 1 0,0 1 0,1 0 0,1 1 0,8-7-12,549-532 41,12-75-532,-563 606 491,1 1 0,1 1 0,1 0-1,1 2 1,0 1 0,1 0 0,1 2 0,1 1 0,22-9 0,-21 17 90,-26 6-83,0 0 0,0 0 1,-1 1-1,1-1 0,0 0 0,-1 0 0,1 1 0,0-1 0,-1 1 0,1-1 0,0 0 0,-1 1 0,1-1 0,-1 1 0,1-1 0,-1 1 0,1-1 0,-1 1 0,0 0 0,1-1 0,-1 1 0,0 0 0,1-1 0,-1 1 0,0 0 0,0-1 0,1 1 0,-1 0 0,0-1 0,0 1 0,0 0 0,0 0 0,0-1 0,0 1 0,0 0 0,0 0 1,0-1-1,0 1 0,-1 0 0,1-1 0,0 1 0,0 0 0,-1-1 0,1 1 0,-1 0-7,0 5 69,-2 14 34,-2 0-1,-1 0 1,0-1-1,-1 1 1,-2-1 0,0-1-1,-6 10-102,-25 58 18,25-34-18,3 1 0,2 1 0,3-1 0,2 1 0,2 0 0,3 1 0,2-1 0,2 0 0,3 0 0,2-1 0,14 45 0,11 121 0,-29-185 0,-2 1 0,-1 0 0,-2 0 0,-1 0 0,-5 28 0,4-55 0,-1 1 0,0 0 0,-1-1 0,0 0 0,0 0 0,-1 0 0,0 0 0,0-1 0,-1 0 0,0 0 0,0 0 0,0-1 0,-1 0 0,0 0 0,0-1 0,-1 1 0,1-2 0,-1 1 0,-1-1 0,1 0 0,0-1 0,-1 0 0,1 0 0,-1-1 0,0 0 0,0-1 0,0 1 0,0-2 0,0 1 0,-7-2 0,-19 4-112,0-2 0,0-2 0,0 0 0,0-3 0,0-1 0,1-1 0,0-2 0,0-2 0,1-1 0,0-1 0,1-2 0,0-1 0,-23-16 112,49 28-38,1-1 0,-1 1 0,1-1 0,0-1 1,0 1-1,0-1 0,0 0 0,1 0 0,0 0 0,0 0 1,0-1-1,1 0 0,-1 0 0,1 0 0,1 0 0,-1 0 1,1 0-1,0-1 0,1 1 0,0-1 0,0 1 0,0-1 1,0 0-1,1 0 0,0 1 0,1-1 0,0 0 0,0 1 1,0-1-1,1 1 0,0-1 0,0 1 0,0 0 0,1 0 1,0 0-1,0 0 0,1 0 0,0 0 38,13-8 4,1 2 0,0 0 0,0 1 0,1 1 0,1 0 1,0 2-1,0 0 0,1 2 0,-1 0 0,1 1 0,1 1 0,-1 1 0,1 1 0,-1 0 0,10 2-4,-24 0 8,21-4 119,-1 1 0,1 1-1,0 2 1,0 0 0,-1 2 0,1 1 0,-1 2 0,1 0 0,-1 2-1,-1 1 1,0 1 0,20 9-127,-30-9-20,-1-1 1,0 2-1,-1 0 0,0 1 1,0 0-1,-1 1 1,-1 0-1,0 1 0,0 1 1,-2 0-1,1 0 0,-2 1 1,0 1-1,-1-1 0,0 3 20,3 32-1371</inkml:trace>
  <inkml:trace contextRef="#ctx0" brushRef="#br0" timeOffset="18787.417">21624 8436 29742,'0'0'1401,"0"0"-1145,0 0-144,0 0-56,162-28 88,5-19 128,15-10-96,-9-4-128,-44 9-48,-48 15-16,-24 7-208,-4-15-336,-11 6-969,-12-3-1143</inkml:trace>
  <inkml:trace contextRef="#ctx0" brushRef="#br0" timeOffset="18972.157">22396 7625 26934,'0'0'1220,"0"0"-84,-20 11-344,-62 54-302,76-55-435,1 0 0,0 1 0,0 0 0,1 1 0,0-1 0,1 0 0,0 1 0,1 0 1,1 0-1,-1 2-55,-26 288 626,12 1 1,17 126-627,0-210-533,-3-221-219,-7-17-845</inkml:trace>
  <inkml:trace contextRef="#ctx0" brushRef="#br0" timeOffset="19159.311">21832 7576 21293,'0'0'9162,"0"0"-8778,0 0-312,24 103-24,5-50-40,15-2-8,8-8-408,16-9-473,44-30-343,-13-4-288,-12-6-969</inkml:trace>
  <inkml:trace contextRef="#ctx0" brushRef="#br0" timeOffset="20160.135">22648 7759 26334,'0'0'1664,"-6"22"-409,-63 158 303,-111 158-730,18-38-668,-69 195-160,227-486 0,-10 20-3,1 2-1,1 0 1,2 0-1,1 1 1,2 1-1,1-1 1,1 1-1,2 0 1,1 0-1,2 10 4,1-36-1,1 1 0,0-1-1,0 1 1,1-1 0,0 0-1,0 0 1,1 0 0,0-1 0,0 1-1,1-1 1,-1 0 0,1 0-1,1-1 1,-1 1 0,1-1-1,0 0 1,0-1 0,0 1 0,1-1-1,-1 0 1,1-1 0,0 0-1,0 0 1,1 0 0,-1-1 0,0 0-1,1 0 1,-1-1 0,1 0-1,0-1 2,13-2-37,0-1-1,-1 0 0,0-2 0,0-1 0,0 0 0,0-2 0,-1 0 0,0-1 0,-1-1 0,0 0 0,-1-2 0,0 0 0,0-1 0,-2 0 0,1-1 0,-2-1 0,0-1 0,-1 0 1,0-1-1,5-9 38,-9 9-5,-1-1 1,-1 0-1,0 0 1,-1 0 0,-1 0-1,-1-1 1,0 0 0,-1 0-1,-2 0 1,0-1-1,0 1 1,-2 0 0,-1 0-1,0-2 5,2 20 5,0-3 23,0 1-1,0-1 0,0 0 1,0 1-1,0-1 1,-1 1-1,0 0 0,1-1 1,-1 1-1,-1-1 0,1 1 1,0 0-1,-1 0 1,0 0-1,1 0 0,-1 0 1,0 0-1,-1 0 1,1 0-1,0 1 0,-1-1 1,0 1-1,0-1-27,1 3 9,0 0 0,1 1 0,-1-1-1,0 0 1,1 1 0,-1-1 0,0 1 0,1-1-1,-1 1 1,1 0 0,-1 0 0,1 0 0,0 0 0,-1 0-1,1 0 1,0 0 0,0 0 0,-1 0 0,1 1 0,0-1-1,0 0 1,0 1 0,1-1 0,-1 1 0,0-1-1,0 1 1,1-1 0,-1 2-9,-2 2 22,-183 394 457,144-303-443,-113 214 95,36-168-95,112-137-34,1 1 0,-1-1-1,0-1 1,-1 1-1,1-1 1,-1 0-1,0-1 1,1 0 0,-2 0-1,1 0 1,0-1-1,0-1 1,-1 1-1,1-1 1,-1-1 0,1 0-1,-1 0 1,1 0-1,-1-1 1,-1-1-2,-1-3 2,1 0 0,0-1 0,0 0 0,0-1-1,1 0 1,0 0 0,0-1 0,0 0 0,1-1 0,1 0 0,0 0 0,0 0 0,0-1 0,1 0 0,1-1-1,0 1 1,0-1 0,1 0 0,0 0 0,1-1 0,-1-10-2,-3-8 1,2-1 0,1 0 1,2 0-1,1 0 0,2 0 1,0 0-1,2 0 0,2 1 0,1-1 1,1 1-1,1 0 0,2 0 0,1 1 1,1 1-1,2 0 0,0 0 0,2 2 1,2-1-2,62-84 9,5 5 1,4 3-1,5 4 1,17-7-10,-17 13-5,389-424-87,-311 357 35,-169 157 58,-3 2-1,1 1 1,-1-1-1,0 0 1,0 1-1,1-1 0,-1 0 1,1 0-1,-1 1 1,0-1-1,1 1 1,-1-1-1,1 0 0,0 1 1,-1-1-1,1 1 1,-1-1-1,1 1 0,0 0 1,-1-1-1,1 1 1,0 0-1,0-1 1,-1 1-1,1 0 0,0 0 1,0-1-1,-1 1 1,1 0-1,0 0 0,0 0 1,0 0-1,-1 0 1,1 0-1,0 0 1,0 1-1,-1-1 0,1 0 1,0 0-1,0 1 1,-1-1-1,1 0 0,0 1 1,0-1-1,-1 0 1,1 1-1,-1-1 1,1 1-1,0 0 0,-1-1 1,1 1-1,-1-1 1,1 1-1,-1 0 0,0-1 1,1 1-1,-1 0 1,0-1-1,1 1 0,-1 0 1,0 0-1,0 0 0,-37 212 276,2-53-281,32-145 5,1 1 0,0-1 0,1 1 0,0-1 0,1 1 0,1 0 0,1-1 0,0 1 0,1-1 0,0 1 0,2-1 0,-1 0 0,2 0 0,0-1 0,1 0 0,0 0 0,1-1 0,1 1 0,4 3 0,14 8 0,0-1 0,2-2 0,1-1 0,1-1 0,0-2 0,33 14 0,-30-15 0,0 0 0,-2 3 0,0 0 0,-2 2 0,0 1 0,11 13 0,-34-27 0,1 1 0,-1 0 0,-1 1 0,0 0 0,0 0 0,-1 0 0,0 0 0,-1 1 0,-1 0 0,1 0 0,-2 0 0,0 0 0,0 1 0,-1-1 0,-1 0 0,0 1 0,-1-1 0,0 0 0,-1 1 0,0-1 0,-1 0 0,0 0 0,-1-1 0,0 1 0,-1-1 0,-1 1 0,1-2 0,-2 1 0,1-1 0,-2 1 0,-5 5 0,-13 21-1,-2-2 1,-1-1-1,-2-1 1,-1-1-1,-1-2 0,-2-2 1,-1-1-1,-1-1 1,-1-2-1,-1-2 0,-33 13 1,48-27-36,0-1-1,-1-1 1,1-1-1,-1-2 0,0 0 1,0-2-1,-23-1 37,42 1-7,1-1-1,-1 0 1,1 0-1,-1 0 0,1-1 1,-1 0-1,1 0 1,0 0-1,-1-1 1,1 1-1,0-1 0,0-1 1,0 1-1,0-1 1,0 0-1,1 0 1,-1 0-1,1 0 0,0-1 1,0 0-1,0 0 1,1 0-1,-1 0 1,1-1-1,0 1 0,0-1 1,0 0-1,1 0 1,0 0-1,0 0 1,0-1 7,0-1-21,1-1 1,0 1-1,1-1 1,-1 1 0,1-1-1,1 1 1,0-1 0,0 1-1,0-1 1,1 1 0,0 0-1,1-1 1,-1 1-1,1 0 1,1 1 0,-1-1-1,1 1 1,0-1 0,1 1-1,-1 0 1,1 1 0,0-1-1,3-1 21,9-8-15,0 1-1,1 0 1,1 1 0,0 1-1,0 1 1,1 1-1,12-4 16,55-13-26,0 3-1,2 4 0,0 5 0,1 3 0,1 3 0,-1 5 1,1 4-1,41 7 27,15-6-496,-60-3-1194,-18-8-125</inkml:trace>
  <inkml:trace contextRef="#ctx0" brushRef="#br0" timeOffset="20546.843">24638 7941 30727,'0'0'676,"-10"21"-412,-73 131 253,-6-4 1,-106 131-518,-10 17 54,185-267-129,13-20-68,0 0-1,1 0 1,0 1 0,0 0 0,1 0-1,1 1 1,0-1 0,0 1 0,1 0 0,0 0-1,1 2 144,26-12-2884,-10-12 2043,-12 9 886,0 0 0,-1 0 0,1 0 0,0 0 0,0 1-1,0-1 1,0 0 0,0 1 0,0 0 0,1-1-1,-1 1 1,0 0 0,1 0 0,-1 0 0,1 1 0,-1-1-1,1 1 1,-1-1 0,1 1 0,-1 0 0,1 0 0,-1 0-1,1 0 1,0 0 0,-1 0 0,1 1 0,-1-1-1,3 2-44,27 76 1715,-7 192-364,-14-75-1300,-11-192-83,-1 1 0,0 0-1,1-1 1,0 1 0,0 0 0,0-1 0,1 1-1,-1 0 1,1-1 0,0 1 0,-1 0-1,2-1 1,-1 1 0,0-1 0,1 0-1,0 1 1,0-1 0,0 0 0,0 0 0,0 0-1,0 0 1,1-1 0,0 1 0,-1 0-1,1-1 1,0 0 0,0 0 0,0 0-1,0 0 1,1 0 0,-1-1 0,1 1 0,-1-1-1,1 0 1,-1 0 0,1 0 0,-1-1-1,1 1 1,0-1 0,0 0 0,-1 0-1,4 0 33,0-4-175,-1-1 0,1 0-1,-1 0 1,0 0 0,-1-1-1,0 1 1,1-2-1,-2 1 1,1 0 0,-1-1-1,0 0 1,0 0-1,-1 0 1,1-3 175,6-9-600,32-63-2867,-6 0-1557</inkml:trace>
  <inkml:trace contextRef="#ctx0" brushRef="#br0" timeOffset="21297.335">24960 8109 26574,'0'0'987,"30"-17"-441,196-104 267,-13-3 35,-186 75-1074,-58 54 93,-2 69 617,-29 303 1111,-90 608-468,66-466-1130,88-502-98,6-43-15,8-61-246,-3-1 1,-5 0-1,-2-25 362,0 14-142,-4 23-165,4 1 1,4 0-1,2 0 1,4 1-1,3 1 1,3 1-1,28-63 307,-47 128 58,1-1 0,0 1-1,0 0 1,0 0 0,1 0-1,0 0 1,0 1 0,1 0-1,0 0 1,0 1 0,0-1-1,0 1 1,1 1 0,0-1-1,0 1 1,0 0 0,1 1-1,0 0 1,-1 0 0,1 0-1,0 1 1,0 0 0,0 1 0,2 0-58,-6 1 33,0 0 0,-1 1 0,1 0 1,0 0-1,0 0 0,0 0 0,0 0 1,-1 1-1,1 0 0,-1 0 0,1 0 1,-1 0-1,0 0 0,0 1 0,0-1 1,0 1-1,0 0 0,0 0 1,-1 0-1,1 0 0,-1 0 0,0 1 1,0-1-1,0 1 0,-1-1 0,1 1 1,-1 0-1,1 1-33,25 115 146,-24-97-151,-2 1 0,0-1-1,-2 1 1,0-1 0,-2 0 0,0 1-1,-2-1 1,-1-1 0,0 1 0,-2-1 0,0 0-1,-2 0 1,-1 1 5,-3 2-66,-1 0 0,-2-1-1,0 0 1,-1-2 0,-1 0-1,-1-1 1,-1-1 0,-1-1 0,-1-1-1,0-1 1,-1-1 0,-1-1 0,-15 6 66,17-15-67,42-18-81,-4 5 149,0 1 1,0 1 0,0 0-1,1 1 1,0 1-1,0 0 1,0 1 0,0 1-1,0 0 1,6 1-2,-18 1 15,1-1 0,-1 1 1,0 0-1,0 0 0,0 1 1,0-1-1,0 1 0,0 0 1,0 0-1,0 0 0,-1 0 1,1 1-1,-1 0 0,1-1 1,-1 1-1,0 0 0,0 1 1,0-1-1,-1 0 0,1 1 1,-1 0-1,0-1 0,0 1 1,0 0-1,-1 0 0,1 0 1,-1 1-1,0-1 0,0 0 1,0 4-16,4 137 400,-12-102-301,-3-1 0,-1-1 0,-2 0 0,-2 0 0,-20 37-99,-18 49 222,51-119-209,0-7-2,1 1 1,0-1-1,-1 1 1,1 0 0,0-1-1,0 1 1,0 0 0,1 0-1,-1 0 1,0 0 0,1 0-1,-1 0 1,1 0 0,-1 0-1,1 0 1,0 0 0,0 0-1,0 0 1,0 0 0,1 0-1,-1 0 1,0 0-1,1 0 1,-1 0 0,1 0-1,0 0 1,0 0 0,0 0-1,0 0 1,0 0 0,0-1-1,0 1 1,0-1 0,1 1-1,-1-1 1,1 1 0,-1-1-1,2 2-11,13-4 18,0-1 0,0-1 0,-1 0 0,1 0 0,-1-2 0,0 0 0,0-1 0,-1 0 0,1-1 0,-1-1 0,-1 0 0,10-7-18,-7 5 0,248-156-616,-146 85-653</inkml:trace>
  <inkml:trace contextRef="#ctx0" brushRef="#br0" timeOffset="2984.142">6136 7651 29894,'0'0'777,"0"0"-345,147-53-296,2 19 64,24-3 160,0 1-40,-39 7-120,-46 13-112,-29 12-64,-20 4-24,-6 6-176,-33 61-328,-9 0-744,-39 8-2033</inkml:trace>
  <inkml:trace contextRef="#ctx0" brushRef="#br0" timeOffset="3340.898">5682 8783 24733,'0'0'5392,"5"20"-3969,35 58-1227,-33-75-190,1 0-1,-1 0 1,1-1 0,-1 0-1,1 0 1,0 0-1,0-1 1,0 0 0,0-1-1,0 0 1,0 0-1,0-1 1,0 0 0,-1 0-1,2-1-5,80-15 75,-1-3 0,-1-5 0,-1-3-1,-1-4 1,-2-3 0,-1-4 0,-2-4 0,-3-3 0,37-30-75,-64 45-12,-2-1 1,-1-3-1,-1-2 1,-2-2-1,-2-1 1,-2-3 0,16-22 11,-47 53-119,-1-1 1,0 0-1,-1 0 1,0-1-1,-1 0 1,0 0-1,-2-1 1,1 0-1,-2 1 0,0-1 1,-1 0-1,0-1 1,-1 1-1,-1 0 1,0 0-1,-1-1 1,-1 1-1,0 0 1,-1 0-1,-1 0 1,0 1-1,-6-12 119,10 24 11,0 0 0,0 0 0,-1 1 0,1-1 0,-1 0-1,0 0 1,0 0 0,1 1 0,-1-1 0,0 0 0,0 1-1,-1-1 1,1 0 0,0 1 0,0 0 0,-1-1 0,1 1 0,-1 0-1,1 0 1,-1-1 0,0 1 0,1 0 0,-1 1 0,0-1-1,0 0 1,0 0 0,1 1 0,-1-1 0,0 1 0,0 0-1,0 0 1,0-1 0,0 1 0,0 0 0,0 1 0,0-1 0,0 0-1,0 0 1,0 1 0,1-1 0,-1 1 0,0 0 0,0-1-1,0 1 1,1 0 0,-1 0 0,0 0 0,1 0 0,-1 1-1,1-1 1,-1 0 0,1 1 0,0-1 0,-1 2-11,-45 199 569,38-139-422,-184 1466 1488,191-1509-1817,5-55-148,21-177-1169,-5 47-2955,-7 32-8365</inkml:trace>
  <inkml:trace contextRef="#ctx0" brushRef="#br0" timeOffset="3619.344">6798 8653 28350,'-33'101'1152,"0"21"-352,5 0-311,10-27-89,16-38-144,2-13-128,0-5-104,11-5-24,11-17-168,6-17-264,16-55-24,26-83-313,-8 6-1063,-1-10-3449</inkml:trace>
  <inkml:trace contextRef="#ctx0" brushRef="#br0" timeOffset="4256.577">7758 7075 29742,'0'0'871,"0"0"-407,0 0-20,0 0 83,0 23-152,0 143-48,-2-157-327,1-1 1,0 1 0,1-1-1,0 1 1,0-1-1,1 1 1,0-1 0,0 1-1,1-1 1,0 1-1,1-1 1,0 0 0,0 0-1,1 0 1,0-1 0,0 1-1,0-1 1,1 0-1,0 0 1,1-1 0,0 1-1,0-1 1,0 0 0,0-1-1,1 1 1,0-1-1,0-1 1,5 3-1,123 33 0,-116-37 0,-1 0 0,0 2 0,-1 0 0,1 1 0,-1 0 0,0 2 0,0 0 0,-1 1 0,15 10 0,-25-11 0,0 0 0,-1 0 0,0 1 0,0-1 0,-1 1 0,0 0 0,0 1 0,-1-1 0,0 1 0,-1-1 0,0 1 0,-1 0 0,0 0 0,0 0 0,-1 0 0,0 0 0,-1-1 0,0 1 0,0 0 0,-1 0 0,-1-1 0,0 1 0,0-1 0,-1 1 0,0-1 0,0-1 0,-1 1 0,-5 6 0,-25 48-7,-4-1 0,-2-3-1,-3-1 1,-3-2 0,-1-2 0,-3-3-1,-38 29 8,81-72-45,-1 0-1,1 0 0,-2-1 1,1 0-1,-1-1 0,0 0 1,0-1-1,0 0 0,-1-1 1,0 0-1,0 0 0,-9 1 46,17-7-33,0-1 1,0 1-1,1-1 0,-1 0 0,1 1 0,-1-2 1,1 1-1,0 0 0,0 0 0,1 0 0,-1-1 1,1 1-1,-1-1 0,1 0 0,0 1 0,1-1 1,-1 0-1,0 1 0,1-1 0,0 0 0,0 0 1,0 1-1,1-1 0,-1 0 0,1 0 0,0 1 1,0-1-1,0 1 0,0-1 0,1-1 33,-1 2-29,0-8 11,1-1 1,0 1 0,1-1 0,0 1 0,0 0 0,2 0-1,-1 1 1,1-1 0,1 1 0,0 0 0,0 1-1,1-1 1,0 1 0,1 0 0,0 1 0,0 0 0,1 0-1,0 1 1,0 0 0,1 1 0,0 0 0,0 0-1,0 1 1,1 0 0,0 1 0,0 0 17,-7 4 37,-1-1 1,1 1-1,-1 0 1,1 1 0,-1-1-1,0 0 1,1 1-1,-1 0 1,0 0-1,1 0 1,-1 0-1,0 1 1,0-1-1,0 1 1,0-1-1,0 1 1,0 0-1,-1 0 1,1 1-1,-1-1 1,1 1 0,-1-1-1,0 1 1,0 0-1,0-1 1,0 1-1,0 0 1,-1 0-1,1 1-37,32 100 671,-32-96-631,0 1-4,-1 1-30,-1 0-1,2 0 1,0-1-1,0 1 1,0 0-1,1-1 1,1 1-1,0-1 1,0 0-1,1 0 1,0-1 0,0 1-1,1-1 1,0 0-1,0-1 1,1 1-1,0-1 1,0-1-1,1 1 1,0-1-1,0-1 1,1 1 0,-1-1-1,1-1 1,2 1-6,18 2-97,0-2 1,1-1 0,0-2-1,-1 0 1,1-2 0,1-1 96,146 11-373,-171-8 378,1-1 0,0 1 0,-1 0 0,0 1 0,1-1 0,-1 1 0,0 1 0,0-1 0,-1 1 0,1 0 0,-1 0 0,0 0 0,0 1 0,0 0 0,0 0 0,-1 0 0,0 1 0,0-1 0,-1 1 0,1 0 0,-1 0 0,-1 1 0,1-1 0,-1 0 0,0 1 0,0-1 0,-1 1 0,0 0 0,0 0 0,0 2-5,-3 24 48,0 0-1,-2 0 0,-2 0 0,-1-1 0,-1 0 0,-2 0 0,-1-1 1,-2-1-1,-1 1 0,-1-2 0,-1 0 0,-2-1 0,-9 10-47,-4 15 50,18-28-45,-1-1 0,-1 0 0,-2-1-1,0-1 1,-1-1 0,-1 0 0,0-1-1,-2-2 1,-1 0 0,0-1 0,-1-1-1,0-1 1,-2-1 0,-4 1-5,-51 18 30,-1-4 0,-2-4 1,-19 1-31,87-22 9,-9 3-2,-1-1 0,1-1 0,-1-1 0,0-1 0,0-1 0,0-1 0,0-2 0,-10-1-7,30 0-16,1 1 0,0-1 1,0 1-1,0-1 0,0 0 0,0-1 1,0 1-1,0-1 0,1 0 0,0 0 1,-1 0-1,1 0 0,0 0 0,0-1 0,1 1 1,-1-1-1,1 0 0,0 0 0,0 0 1,0 0-1,0 0 0,1 0 0,-1-1 1,1 1-1,0 0 0,1-1 0,-1 1 0,1-1 1,0 1-1,0-1 0,0 1 0,1-1 1,-1 1-1,1 0 0,0-1 0,0 1 0,1 0 1,-1-1-1,1 1 0,0 0 0,0 0 1,0 0-1,1 1 0,0-1 0,-1 1 1,3-2 15,14-22-108,2 2 0,1 1 0,1 0 0,1 2 1,1 0-1,20-12 108,77-56-261,4 5 0,3 6 0,129-57 261,-158 87-1202,-5-2-1706</inkml:trace>
  <inkml:trace contextRef="#ctx0" brushRef="#br0" timeOffset="4643.07">9718 7542 21589,'0'0'8874,"0"0"-6735,-30 20-1989,-191 139-135,134-86-212,4 3 1,3 4-1,3 3 0,-8 19 197,65-73-535,20-28 469,1 0-1,-1 0 1,1 0-1,0 0 1,-1 0-1,1 0 1,0 0-1,-1-1 1,1 1-1,0 0 1,0-1-1,0 1 1,0 0-1,0-1 1,0 1-1,0-1 0,0 1 1,0-1-1,0 0 1,0 1-1,0-1 1,0 0-1,0 0 1,0 0-1,0 0 1,0 0-1,0 0 1,1 0-1,-1 0 1,0 0-1,0 0 1,0 0-1,0-1 1,0 1-1,0-1 0,0 1 1,0-1-1,0 1 67,4 0-166,2 0 129,-3-1 62,1 0-1,-1 1 0,0-1 1,1 1-1,-1 0 1,0 1-1,1-1 1,-1 1-1,0 0 0,0 0 1,1 0-1,-1 0 1,0 1-1,0 0 1,0 0-1,0 0 1,-1 0-1,1 0 0,-1 1 1,1 0-1,-1 0 1,0 0-1,0 0 1,0 0-1,0 0 0,-1 1 1,1-1-1,0 3-24,4 12 201,0 0-1,-2 1 1,0-1-1,-1 1 1,-1 0-1,0 0 1,-2 1-1,0-1 1,-2 2-201,-2 50 250,-3-1 0,-3 0 0,-3 0 1,-4-1-1,-2 0 0,-21 47-250,-14 61 63,38-83-123,15-93 40,1 1 0,-1-1 0,1 0 0,-1 0-1,1 0 1,0 0 0,-1 0 0,1 0 0,0 0 0,0 0 0,0 0 0,0 0-1,0 0 1,0-1 0,0 1 0,0 0 0,0-1 0,0 1 0,0 0 0,0-1 0,1 0-1,-1 1 1,0-1 0,0 0 0,1 1 0,-1-1 0,0 0 0,1 0 0,-1 0-1,0 0 1,0 0 0,1-1 0,-1 1 0,0 0 0,0-1 0,1 1 0,-1 0-1,0-1 1,0 1 0,0-1 0,0 0 0,0 1 0,0-1 0,0 0 0,0 0 0,0 0-1,0 0 1,0 0 0,0 0 0,0 0 0,-1 0 0,1 0 0,0 0 0,-1 0-1,1 0 1,-1 0 0,1-1 0,-1 1 20,22-24-404,0-2 0,-2 0 0,-2-1 0,0-1 1,9-22 403,-19 37-167,159-324-5669,-102 186-2527</inkml:trace>
  <inkml:trace contextRef="#ctx0" brushRef="#br0" timeOffset="5158.084">10081 7606 29038,'0'0'919,"24"-3"-433,78-6-130,-97 9-318,1-1 1,-1 1 0,1-1-1,-1 2 1,0-1 0,1 1-1,-1-1 1,0 1 0,0 1 0,1-1-1,-1 1 1,0 0 0,0 0-1,0 0 1,-1 1 0,1 0-1,-1 0 1,1 0 0,-1 0 0,0 1-1,0-1 1,0 1 0,-1 0-1,0 1 1,1-1 0,-1 0-1,-1 1 1,1 0 0,-1 0-1,1-1 1,-1 1 0,0 2-39,1 5 35,-1-1 1,0 1-1,-1 0 1,0 0-1,-1 0 1,0 0-1,-1 0 0,-1 0 1,1 0-1,-2 0 1,0-1-1,0 1 1,-2 3-36,-15 26 31,-2 0 0,-1-2 0,-2-1 0,-2 0 0,-1-2 0,-2-1 0,-2-2 0,-3 2-31,-21 17 21,56-52-21,0 0 0,1 0 0,-1 0 0,0 0 0,0 0 0,0 0 0,1 1 0,-1-1 0,0 0 0,0 0 0,1 0 0,-1 0 0,0 0 0,0 1 0,0-1 0,0 0 0,1 0 0,-1 0 0,0 1 0,0-1 0,0 0 0,0 0 0,0 1 0,0-1 0,0 0 0,0 0 0,0 1 0,1-1 0,-1 0 0,0 0 0,0 1 0,0-1 0,0 0 0,74-36 0,-58 25 0,1 2 0,0 0 0,0 1 0,1 0 0,0 2 0,0 0 0,1 1 0,0 1 0,0 0 0,0 2 0,0 0 0,0 1 0,6 2 0,-23 0 0,1 0 0,-1 0 0,1 0 0,-1 0 0,1 1 0,-1-1 0,0 1 0,0 0 0,0 0 0,0-1 0,0 1 0,0 1 0,-1-1 0,1 0 0,-1 0 0,1 1 0,-1-1 0,0 0 0,0 1 0,0 0 0,0-1 0,0 1 0,0-1 0,-1 1 0,0 0 0,1 0 0,-1-1 0,0 1 0,0 0 0,0 0 0,-1-1 0,1 1 0,-1 0 0,0-1 0,1 1 0,0-2 0,-2 28 0,-2-1 0,0 0 0,-2 0 0,-1 0 0,-1 0 0,-2-1 0,0-1 0,-11 18 0,-90 183 0,-99 146 0,197-350 0,-5 7 0,-39 93 0,57-121 0,0 0 0,0-1 0,0 1 0,0-1 0,0 1 0,0-1 0,0 1 0,0 0 0,1-1 0,-1 1 0,1-1 0,-1 1 0,1-1 0,-1 1 0,1-1 0,0 0 0,0 1 0,0-1 0,0 0 0,0 0 0,0 1 0,0-1 0,0 0 0,0 0 0,1 0 0,-1 0 0,0-1 0,1 1 0,-1 0 0,0 0 0,1-1 0,-1 1 0,1-1 0,-1 1 0,1-1 0,0 0 0,-1 0 0,1 1 0,-1-1 0,1 0 0,-1 0 0,1-1 0,0 1 0,-1 0 0,1 0 0,-1-1 0,1 1 0,-1-1 0,1 0 0,-1 1 0,1-1 0,37-5 0,-1-2 0,1-2 0,-2-1 0,1-1 0,-2-3 0,28-14 0,22-8 0,-61 26 0,1 1 0,0 1 0,0 2 0,1 0 0,0 2 0,0 0 0,0 2 0,2 1 0,-25 2 0,0 0 0,0 1 0,0-1 0,0 1 0,-1-1 0,1 1 0,0 0 0,0 0 0,0 1 0,-1-1 0,1 1 0,-1 0 0,1 0 0,-1 0 0,0 0 0,0 1 0,0-1 0,0 1 0,0 0 0,-1 0 0,1 0 0,-1 0 0,0 0 0,1 1 0,-2-1 0,1 1 0,0-1 0,-1 1 0,1 0 0,-1-1 0,0 1 0,0 0 0,-1 0 0,1 0 0,-1 0 0,0 0 0,0 1 0,4 175 0,-2-179 0,-1 0 0,1 0 0,0-1 0,-1 1 0,1-1 0,-1 1 0,1-1 0,0 0 0,0 1 0,-1-1 0,1 0 0,0 0 0,-1 0 0,1 0 0,0-1 0,0 1 0,-1 0 0,1-1 0,0 1 0,-1-1 0,1 0 0,-1 1 0,1-1 0,-1 0 0,1 0 0,-1 0 0,0 0 0,1 0 0,-1 0 0,0-1 0,0 1 0,0 0 0,0-1 0,0 1 0,1-1 0,23-22-8,-1 0 1,-1-2-1,-2 0 0,0-1 0,-2-2 1,-1 0-1,-1-1 0,-1 0 1,6-21 7,29-70-906,-12 1-2304</inkml:trace>
  <inkml:trace contextRef="#ctx0" brushRef="#br0" timeOffset="16097.836">7225 8756 30214,'0'0'625,"0"0"-449,0 0-104,64 102 16,-20-78 16,6 0-104,23 1-8,-14-3-1081,-13-6-6056</inkml:trace>
  <inkml:trace contextRef="#ctx0" brushRef="#br0" timeOffset="16410.926">7806 8817 29062,'0'0'728,"0"0"-528,0 0-104,0 0-8,53 102-40,6-70-48,-6-8-376,-7-5-2288</inkml:trace>
  <inkml:trace contextRef="#ctx0" brushRef="#br0" timeOffset="7909.005">16684 1072 5185,'0'0'13612,"-22"20"-8062,-146 137-772,7-18-1700,161-139-3071,1 0 0,-1 0-1,0 0 1,1 0 0,-1 0 0,0 0 0,1 0 0,-1 0 0,1 0 0,-1 0-1,0 0 1,1 0 0,-1 0 0,0 0 0,1 0 0,-1 0 0,1 0 0,-1 1-1,0-1 1,1 0 0,-1 0 0,0 0 0,0 1 0,1-1 0,-1 0 0,0 0-1,1 1 1,-1-1 0,0 0 0,0 1 0,0-1 0,1 0 0,-1 1-1,0-1 1,0 0 0,0 1 0,0-1 0,0 0 0,0 1 0,1-1 0,-1 1-1,0-1 1,0 0 0,0 1 0,0-1 0,-1 1-7,137-64 211,38-52-199,-6-7 1,-5-7-1,14-25-12,-172 150 0,-5 5 0,0 0 0,0 0 0,0 0 0,0 0 0,0-1 0,0 1 0,1 0 0,-1 0 0,0 0 0,0 0 0,1 0 0,-1 0 0,1 0 0,-1-1 0,1 1 0,-1 0 0,1 0 0,-1-1 0,1 1 0,0 0 0,-1-1 0,1 1 0,0 0 0,-1-1 0,1 1 0,0-1 0,0 1 0,0-1 0,0 0 0,0 1 0,-1-1 0,1 0 0,0 0 0,0 1 0,0-1 0,0 0 0,0 0 0,0 0 0,0 0 0,0 0 0,0 0 0,0-1 0,0 1 0,-1 0 0,1 0 0,0-1 0,0 1 0,0 0 0,0-1 0,0 1 0,-1-1 0,1 1 0,0-1 0,0 1 0,-1-1 0,1 0 0,0 1 0,-1-1 0,1 0 0,-1 0 0,1 0 0,-1 1 0,1-1 0,-1 0 0,1 0 0,-1 0 0,0 0 0,-53 719 0,54-555 0,-1-158 0,0 1 0,1 0 0,0-1 0,0 1 0,1 0 0,0-1 0,0 0 0,0 1 0,0-1 0,1 0 0,0 0 0,0 0 0,0-1 0,1 1 0,0-1 0,-1 1 0,1-1 0,1-1 0,-1 1 0,1 0 0,-1-1 0,1 0 0,0 0 0,0-1 0,1 1 0,-1-1 0,0 0 0,1 0 0,-1-1 0,1 0 0,-1 0 0,1 0 0,0-1 0,0 1 0,-1-1 0,1-1 0,0 1 0,-1-1 0,4-1 0,5-5 0,-1-1 0,0-1 0,-1 0 0,1-1 0,-2 0 0,0 0 0,0-2 0,-1 1 0,0-1 0,-1-1 0,8-12 0,45-76 0,-5-2 0,-4-3 0,-4-2 0,6-34 0,40-86 0,-67 173 0,-19 64 0,-8 172 0,-60 681 0,53-660 0,3-32 0,-7 0 0,-30 148 0,40-308 0,0 1 0,-1-1 0,-1 1 0,0-1 0,0 0 0,-1 0 0,0 0 0,-1 0 0,0-1 0,-1 1 0,0-1 0,0 0 0,-1-1 0,0 1 0,0-1 0,-1 0 0,0 0 0,-1-1 0,0 0 0,0-1 0,0 1 0,-1-2 0,0 1 0,-8 3 0,2-6 0,0-1 0,0-1 0,-1 0 0,1-1 0,0 0 0,-1-2 0,1 0 0,0 0 0,0-2 0,0 1 0,1-2 0,-1 0 0,1-1 0,0 0 0,0-1 0,1-1 0,0 0 0,0-1 0,1 0 0,0-1 0,1 0 0,0-1 0,1 0 0,0-1 0,0 0 0,1-1 0,1 0 0,0 0 0,1 0 0,1-1 0,0-1 0,0 1 0,1-2 0,3 2 0,0 1 0,0-1 0,2 0 0,-1 0 0,2 0 0,0 1 0,1-1 0,0 0 0,1 1 0,0-1 0,1 1 0,1 0 0,0 0 0,0 1 0,5-6 0,131-169 0,258-210-1246,-308 307-1109</inkml:trace>
  <inkml:trace contextRef="#ctx0" brushRef="#br0" timeOffset="12305.291">28274 762 27902,'0'0'2809,"0"133"-2457,5 11 112,4 27 64,4 11-112,-5-17-120,-1-15-296,-7-4 0,0-8 0,0-25 0,11-22 0,7-34-864,8-34-1129</inkml:trace>
  <inkml:trace contextRef="#ctx0" brushRef="#br0" timeOffset="12558.073">30806 382 31671,'0'0'784,"-210"136"-560,30-20-160,-28 18-40,8 0-24,34-11 0,58-25 0,31-9-272,34-32-1320,27-29-11051</inkml:trace>
  <inkml:trace contextRef="#ctx0" brushRef="#br0" timeOffset="12761.737">30927 751 30639,'0'0'848,"111"-2"-600,-40 2-80,-1 5 104,-11 11-144,-20 4-128,-26 17-104,-10-3-440,-3-6-2185</inkml:trace>
  <inkml:trace contextRef="#ctx0" brushRef="#br0" timeOffset="12949.05">30810 1185 31519,'0'0'1040,"-35"112"-832,20-35-208,0 12 0,6-1 0,7-1 0,2-4 0,19 0-104,10-22-1248,4-21-1769</inkml:trace>
  <inkml:trace contextRef="#ctx0" brushRef="#br0" timeOffset="13198.571">31788 1082 29062,'0'0'800,"125"-36"-400,0-9 113,46-20-153,9 0-192,-29 10-168,-28 7-144,-55 21-1073,-31 3-1815</inkml:trace>
  <inkml:trace contextRef="#ctx0" brushRef="#br0" timeOffset="13371.292">32625 411 26766,'0'0'1355,"0"0"-275,0 0-124,0 0-317,0 0-260,-13 37 90,-3 6-355,2-1-1,2 2 1,2 0-1,2 0 1,2 1 0,1 22-114,4 41 71,4-48-132,-4 0 1,-2 0 0,-2 0 0,-3 0 0,-3-1 0,-5 11 60,-5-27-1180,10-46 296,-6-47-1527,9 12-2120,-2-22-11129</inkml:trace>
  <inkml:trace contextRef="#ctx0" brushRef="#br0" timeOffset="14336.672">32312 478 26414,'0'0'1652,"0"0"-392,0 0-478,0 0-337,0 0-255,0 0-142,2 3-26,21 13-35,1-1 0,0-1 0,1-1 0,0-1 0,1-2 0,0 0 0,1-2 0,0-1 0,0-1 0,0-1 0,1-1 0,0-2 0,0-1 0,0-1 0,0-1 0,17-3 13,-34 4-14,192-29 592,-223 54 573,-252 205-704,226-186-447,1 1 0,2 2 0,2 2 0,3 2 0,1 2 0,3 1 0,3 1 0,1 2 0,-18 54 0,43-96 0,1 0 0,0 1 0,1 0 0,1 0 0,0 0 0,1 0 0,1 0 0,0 0 0,1 0 0,1 0 0,1 0 0,3 10 0,-5-20 0,1 0 0,0 0 0,1 0 0,-1 0 0,1-1 0,0 1 0,0-1 0,1 0 0,0 0 0,0 0 0,0-1 0,0 1 0,1-1 0,-1 0 0,1 0 0,0 0 0,1-1 0,-1 0 0,1 0 0,-1 0 0,1-1 0,0 0 0,0 0 0,0 0 0,0-1 0,0 0 0,0 0 0,0 0 0,0-1 0,1 0 0,-1 0 0,2-1 0,11-3 0,-1-1 0,0-1 0,0 0 0,-1-2 0,0 0 0,0-1 0,-1 0 0,0-1 0,-1-1 0,0-1 0,-1 0 0,0-1 0,11-14 0,-24 27 0,52-53-46,-3-2-1,-1-2 1,-4-3 0,2-7 46,-38 66 86,-13 28-42,-96 308 11,-123 506-55,223-837 0,-1 0 0,1 1 0,-1-1 0,0 0 0,0 0 0,0 0 0,0 0 0,-1 0 0,0 0 0,0 0 0,0-1 0,0 1 0,0-1 0,-1 1 0,0-1 0,0 0 0,1 0 0,-2 0 0,1 0 0,0 0 0,-1-1 0,1 0 0,-1 1 0,0-1 0,1-1 0,-1 1 0,0 0 0,0-1 0,0 0 0,-4 1 0,-13-5-1,0 0 1,0-2-1,0 0 0,0-1 0,1-1 1,0-1-1,0-1 0,1 0 0,0-2 1,1 0-1,0-1 0,-8-8 1,4 6 1,-130-105 1,146 114-2,1-1 0,0 1 1,0-1-1,0 0 0,1 0 0,0 0 1,0-1-1,1 0 0,0 1 0,0-1 1,0 0-1,1-1 0,0 1 0,1 0 1,-1-1-1,1 1 0,1-1 0,-1 1 1,1-1-1,1 1 0,-1-1 0,2 1 1,-1-1-1,1-3 0,5-1 0,-1 0 0,2 0 0,0 1 0,0 0 0,1 1 0,0-1 0,0 2 0,1-1 0,1 1 0,0 1 0,11-7 0,-17 10 0,405-274 0,36-28 0,-376 250-130,-2-4 0,-2-1 1,-4-4-1,-2-3 0,-3-2 0,43-73 130,-71 96 558,-38 69-513,-5 13-15,1 0-1,2 1 0,1 0 0,2 1 1,1 0-1,-1 23-29,6-34 0,1 0 0,2 0 0,0 0 0,1 0 0,2 0 0,0 0 0,2-1 0,5 13 0,123 198 0,-116-214 0,0 1 0,-2 1 0,-1 1 0,0 0 0,-2 0 0,-1 2 0,-1 0 0,-1 0 0,-1 1 0,-1 0 0,-2 0 0,-1 1 0,-1-1 0,-1 1 0,-1 0 0,-2 0 0,-1 1 0,-2-19 0,0 0 0,-1 1 0,0-1 0,0-1 0,-1 1 0,-1-1 0,1 0 0,-2 0 0,1 0 0,-1-1 0,0 0 0,-1 0 0,0-1 0,0 0 0,-1 0 0,0-1 0,-6 3 0,-170 75-4,163-75-276,-1-1 1,0-1-1,0-1 0,-1-1 1,1-2-1,-1 0 1,0-1-1,0-1 0,0-2 1,0 0-1,0-1 0,1-2 1,-1 0-1,1-2 0,0 0 1,-6-4 279,-14-22-2684</inkml:trace>
  <inkml:trace contextRef="#ctx0" brushRef="#br0" timeOffset="14616.036">33346 1970 29318,'0'0'1425,"145"53"-1137,-53-6-8,11 8-144,-22 1-104,0 31-32,-26-18-568,-31-8-6410</inkml:trace>
  <inkml:trace contextRef="#ctx0" brushRef="#br0" timeOffset="10867.838">24625 210 30054,'0'0'785,"0"0"-313,0 0-216,0 0 80,-140 178 56,26-42-176,-18 12-112,3-10-64,24-32-16,34-31-24,23-16-40,15-3-184,11 15-336,9-14-1057,9-14-3936</inkml:trace>
  <inkml:trace contextRef="#ctx0" brushRef="#br0" timeOffset="11163.917">24371 950 30214,'0'0'727,"0"0"-217,-8 21-226,-19 92 66,4 0 1,5 2-1,4 19-350,1-29-19,-72 597 19,88-686-132,64-149-2325,-6-3 1,9-42 2456,-22 42-6117</inkml:trace>
  <inkml:trace contextRef="#ctx0" brushRef="#br0" timeOffset="11904.068">24991 579 26694,'20'-17'1189,"286"-201"692,-195 167-1056,-111 63-743,-81 134 479,42-51-313,4 2 0,5 1 0,4 1 1,4 1-1,0 37-248,14-94 73,6-33-60,-36 189 51,9 1 0,8 2 0,7 75-64,57-437-604,-29 123 529,73-191-175,10 4 0,65-100 250,-84 215 118,-75 105-90,1 0-1,-1 1 0,1-1 1,0 1-1,0 0 1,0 1-1,1-1 0,-1 1 1,1-1-1,-1 1 1,1 1-1,0-1 1,-1 1-1,1-1 0,0 1 1,0 1-1,0-1 1,0 1-1,0 0 1,0 0-1,0 0 0,0 1 1,0 0-1,2 0-27,2 5 21,-1 0 0,0 0 0,0 1 0,0 1 0,-1-1 0,0 1 0,0 0 0,-1 1 0,0-1 0,0 1 0,-1 0-1,-1 1 1,1-1 0,-1 1 0,-1 0 0,0 0 0,0 0 0,-1 1 0,-1-1 0,1 7-21,3 11 0,-2 0 0,-1 0 0,-1 0 0,-1 0 0,-2 0 0,-1 0 0,-1 0 0,-1 0 0,-1-1 0,-2 0 0,-1 0 0,-1-1 0,-10 20 0,13-29 0,-1 0 0,-1 0 0,0-1 0,-1 0 0,-1-1 0,-1 0 0,0 0 0,-1-2 0,0 1 0,-1-2 0,0 0 0,-1 0 0,0-1 0,-1-1 0,-16 7 0,31-16 0,1-1 0,-1 1 0,0-1-1,1 1 1,-1-1 0,0 1 0,0-1 0,1 0 0,-1 1 0,0-1 0,0 0-1,0 0 1,1 1 0,-1-1 0,0 0 0,0 0 0,0 0 0,0 0 0,0 0-1,1 0 1,-1 0 0,0 0 0,0-1 0,0 1 0,0 0 0,1 0-1,-1-1 1,0 1 0,0 0 0,0-1 0,1 1 0,-1-1 0,0 1 0,1-1-1,-1 0 1,0 1 0,1-1 0,-1 1 0,1-1 0,-1 0 0,1 0 0,-1 1-1,1-1 1,0 0 0,-1 0 0,1 1 0,0-1 0,0 0 0,-1 0-1,1 0 1,0 0 0,0 0 0,0 1 0,0-1 0,0 0 0,0 0 0,0 0-1,0 0 1,1 0 0,-1 1 0,0-1 0,0 0 0,1 0 0,-1 0-1,0 1 1,1-2 0,32-48-16,-28 44 15,1 0 0,1 1 0,-1-1 0,1 2 0,0-1 0,0 1 0,0 0 0,1 0 0,-1 1 0,1 0 0,0 0 0,0 1 0,0 0 0,0 1 0,1-1 1,-7 3-1,0 0 1,1 0-1,-1 0 1,0 0-1,0 1 0,0-1 1,-1 0-1,1 1 0,0 0 1,0-1-1,-1 1 1,1 0-1,-1 0 0,1 0 1,-1 0-1,0 0 0,0 0 1,0 0-1,0 0 1,0 0-1,-1 0 0,1 1 1,0-1-1,-1 0 0,0 1 1,0-1-1,1 0 1,-1 1-1,-1-1 0,1 0 1,0 1-1,0-1 0,-1 0 1,0 1-1,1-1 1,-2 2 0,2 10-1,-5 36 8,-1 0 0,-3 0 0,-2-1-1,-2 0 1,-3-1 0,-7 14-7,-10 40 18,-13 82-14,46-183-4,-1 0 0,1 0 0,0 0 0,1 0 0,-1 0 0,0 0 0,0 0 0,0 0 0,1 0 0,-1 0 0,0 0 0,1 0 0,-1 0 0,1 0 0,-1-1 0,1 1 0,-1 0 0,1 0 0,0 0 0,0-1 0,-1 1 0,1 0 0,0-1 0,0 1 0,0 0 0,-1-1 0,1 1 0,0-1 0,0 1 0,0-1 0,0 0 0,0 0 0,0 1 0,0-1 0,0 0 0,0 0 0,0 0 0,0 0 0,0 0 0,0 0 0,0 0 0,0 0 0,0 0 0,0-1 0,0 1 0,0 0 0,0-1 0,1 1 0,52-24 0,-8-6 0,-2-2 0,-1-2 0,-2-2 0,8-11 0,-26 26 0,333-343-249,-251 248-998</inkml:trace>
  <inkml:trace contextRef="#ctx0" brushRef="#br0" timeOffset="8975.317">20809 904 29382,'0'0'1032,"0"0"-463,0 0-385,0 0 32,223-9 136,-19-33-56,33-11-112,-3-12-104,-32-2-32,-49 8-48,-39 7-40,-21-5-432,-36 18-1177,-29 1-14026</inkml:trace>
  <inkml:trace contextRef="#ctx0" brushRef="#br0" timeOffset="9225.436">21953 15 29526,'0'0'694,"0"0"-114,-12 23-164,-35 94 11,39-75-289,3-1 0,1 1 0,2 0 0,2 0 0,2 9-138,-1 26 137,-3 455 160,-3-464-297,-2 0 0,-4-1 0,-2 0 0,-4-1 0,-2-1 0,-6 9 0,-12-3-75,36-70-37,-1-1 0,0 1-1,0 0 1,0-1 0,0 1-1,0-1 1,0 0-1,0 0 1,0 0 0,0 0-1,0 0 1,1 0 0,-1 0-1,0 0 1,0-1 0,0 1-1,0-1 1,0 0 0,0 1-1,0-1 1,1 0-1,-1 0 1,0 0 0,1 0-1,-1-1 1,1 1 0,-1 0-1,1-1 1,-1 1 0,1-1-1,0 1 1,0-1 0,0 1-1,0-1 1,0 0-1,0 0 1,0 1 0,1-1-1,-1 0 1,1 0 0,-1 0-1,1 0 1,0 0 0,-1 0 112,-19-50-11241</inkml:trace>
  <inkml:trace contextRef="#ctx0" brushRef="#br0" timeOffset="10414.704">21374 1 29654,'0'0'598,"0"0"-291,0 0-125,7 17 116,99 176 216,-97-182-541,1 0 0,1 0 0,0-1 0,0-1 0,1 0 0,0 0-1,0-1 1,1-1 0,0 0 0,1-1 0,-1 0 0,1-1 0,0-1 0,1 0-1,-1-1 1,1 0 0,-1-1 0,1-1 0,0 0 0,0-1 0,-1-1-1,1 0 1,0-1 0,-1-1 0,1 0 0,13-5 27,386-193-2986,-415 202 3049,1-1 0,-1 1 1,1 0-1,-1-1 0,1 1 0,-1-1 0,1 1 1,0 0-1,-1-1 0,1 1 0,0 0 0,-1 0 1,1-1-1,0 1 0,0 0 0,0 0 0,0 0 1,0-1-1,0 1 0,0 0 0,0 0 0,0-1 1,0 1-1,0 0 0,0 0 0,1-1 0,-1 1 1,0 0-1,0 0 0,1-1 0,-1 1 0,1 0 1,-1-1-1,1 1 0,-1 0 0,1-1 0,-1 1 1,1-1-1,-1 1 0,1-1 0,0 1 0,-1-1 1,1 1-1,0-1 0,-1 0 0,1 1 1,0-1-1,-1 0 0,1 0 0,0 0 0,0 1 1,-1-1-1,1 0 0,0 0 0,0 0 0,0 0-63,-153 185 1274,-408 531-1182,513-653-92,2 2 0,3 2 0,4 2 0,-29 70 0,47-32 0,20-104 0,0 0 0,1 0 0,-1 0 0,1 0 0,-1 0 0,1 0 0,0 0 0,0 0 0,0-1 0,0 1 0,1 0 0,-1 0 0,1-1 0,0 1 0,0-1 0,0 0 0,0 1 0,0-1 0,0 0 0,0 0 0,1 0 0,-1 0 0,1-1 0,0 1 0,-1-1 0,1 0 0,0 1 0,0-1 0,0 0 0,0-1 0,0 1 0,2 0 0,13 0-19,-1-1 0,0-1 1,1 0-1,-1-1 0,0-1 0,0-1 0,0 0 1,-1-2-1,1 1 0,3-4 19,64-29-355,-2-3-1,-3-4 1,-1-3 0,52-43 355,38-24 6,-187 153 607,-15 13-514,2 2 0,2 1 0,3 1 0,2 1 0,3 1 0,3 1 0,1 1 0,4 1 0,2 0 0,2 3-99,5-19 0,1-1 0,2 1 0,2 0 0,2 0 0,1-1 0,3 1 0,3 7 0,-3-34 0,1 0 0,1-1 0,0 0 0,1 0 0,1 0 0,1-1 0,0-1 0,0 0 0,2 0 0,0-2 0,0 1 0,1-1 0,0-1 0,1-1 0,1 0 0,-1-1 0,2 0 0,-1-2 0,1 1 0,0-2 0,0-1 0,1 0 0,0-1 0,0-1 0,13 1 0,-28-3-7,1 0-1,-1 0 1,1-1 0,0 1-1,0-1 1,-1 0 0,1 0-1,0-1 1,-1 1 0,1-1-1,0 1 1,-1-1 0,1 0-1,0 0 1,-1-1 0,0 1-1,1-1 1,-1 0 0,0 0-1,0 0 1,0 0 0,0 0-1,0-1 1,0 1 0,-1-1-1,1 0 1,-1 0 0,0 0-1,0 0 1,0 0 0,0 0-1,0-1 1,-1 1 0,1-1-1,-1 1 1,0-1 0,0 1-1,-1-1 1,1 0 0,-1 0-1,1 1 1,-1-4 7,-1 1-32,0 0 1,0 0-1,0 0 1,-1 0-1,0 0 0,0 0 1,-1 0-1,1 1 1,-1-1-1,0 1 0,-1 0 1,1 0-1,-1 0 1,0 0-1,0 1 0,-1-1 1,1 1-1,-1 0 0,0 1 1,0-1-1,0 1 1,-1 0-1,1 0 0,-2 0 32,-146-49-352,124 47 354,-1 2 1,0 2-1,1 0 0,-1 2 1,0 1-1,1 2 1,-1 0-1,1 3 0,0 0 1,0 1-1,1 2 0,1 1 1,-27 15-3,-29 21 188,2 3 0,2 5 0,-11 12-188,170-154 200,526-616-554,-375 424 113,-73 96 121,180-230-47,-329 402 238,-1-2-1,0 1 0,0-1 0,-2 0 0,1 0 1,-2-1-1,1 0 0,-2 0 0,0 0 0,-1-1 1,2-13-71,-30 40 700,13 1-698,1 0-1,1 0 1,0 1 0,1 0 0,0 1 0,1 0 0,1 0-1,0 1 1,2 0 0,-1 0 0,2 0 0,0 1 0,1 0 0,1 0-1,0-1 1,1 1 0,1 0 0,1 1-2,5-1 0,1 1 0,0-1 0,1-1 0,1 1 0,1-2 0,0 1 0,1-1 0,1-1 0,0 0 0,1 0 0,1-2 0,0 1 0,0-2 0,1 0 0,1-1 0,6 4 0,0 2 0,8 7 0,127 115 0,-151-131 0,-1 0 0,1 1 0,-1 0 0,0 0 0,-1 0 0,0 1 0,0-1 0,-1 1 0,0 0 0,-1 0 0,0 0 0,0 0 0,-1 0 0,0 0 0,0 1 0,-1-1 0,0 0 0,-1 1 0,0-1 0,-3 9 0,-3 1 0,-2-1 0,0 0 0,-1-1 0,-1 0 0,0-1 0,-1 0 0,-1 0 0,-1-1 0,0-1 0,-1 0 0,0-1 0,-8 4 0,-15 17-1,0-3 1,-3 0-1,0-3 0,-2-2 0,-1-1 1,-1-2-1,-1-2 0,-1-3 0,0-1 1,-1-3-1,-33 6 1,79-20-1,-2 2-13,-1 0-1,0-1 1,0 0-1,1 1 1,-1-2-1,0 1 1,0 0-1,0-1 1,0 0-1,0 0 1,0-1-1,0 1 1,0-1 0,0 0-1,0 0 1,1-1-1,-1 0 1,0 1-1,1-2 1,-1 1-1,1 0 1,0-1-1,0 0 1,0 0-1,0 0 1,0 0-1,1-1 1,-1 1 0,1-1-1,0 0 1,-2-4 14,2-4-58,1 0 1,0 0 0,1 0 0,0-1 0,1 1 0,0 0 0,1-1-1,0 1 1,1 0 0,1 0 0,0 0 0,0 0 0,1 0 0,1 1-1,0-1 1,1 1 0,0 1 0,0-1 0,1 1 0,1 0 0,-1 0-1,2 1 1,-1 0 0,1 1 0,1 0 0,0 0 57,-4 4 22,0 0-1,0 1 1,0 0 0,0 0 0,1 0 0,0 1-1,-1 0 1,1 0 0,0 1 0,0 0 0,0 0-1,0 1 1,0 0 0,0 0 0,0 0-1,0 1 1,0 0 0,0 0 0,-1 1 0,1 0-1,0 0 1,-1 1 0,7 3-22,136 97 391,-141-96-404,125 103-910,-79-72-2003</inkml:trace>
  <inkml:trace contextRef="#ctx0" brushRef="#br0" timeOffset="8328.066">18490 1340 31471,'0'0'673,"0"19"-402,-9 126-147,-17 47-8,43-245-495,15-34 156,5 3 0,2 1 0,42-62 223,-67 125 56,0 0 0,2 1 0,0 1 0,1 1 0,1 0 0,0 1 0,1 1 0,1 1 0,0 1 0,1 1 0,0 0 0,1 1 0,0 2 0,1 0 0,0 2 0,0 0 0,1 2 0,0 0 0,2 1-56,35-5 24,-1 2 0,1 3 0,0 3 0,56 6-24,-106-4 0,1 1 0,0 1 0,0 0 0,-1 0 0,0 1 0,0 0 0,0 1 0,0 0 0,-1 1 0,8 5 0,-15-8 0,1-1 0,0 1 0,-1 0 0,0 0 0,0 1 0,0-1 0,0 1 0,0-1 0,-1 1 0,1 0 0,-1 0 0,0 0 0,0 0 0,-1 1 0,1-1 0,-1 0 0,0 1 0,0-1 0,0 1 0,-1-1 0,0 1 0,0-1 0,0 1 0,0-1 0,-1 1 0,1-1 0,-1 1 0,0-1 0,-2 4 0,-4 6-9,-2 0 0,0 0 1,0 0-1,-2-1 0,1-1 0,-1 0 0,-1 0 0,0-1 1,-1-1-1,0 0 0,-1 0 0,0-2 0,-10 5 9,-50 32-93,-2-3-1,-2-4 0,-2-4 1,-74 23 93,145-54-41,-105 23-85,110-26 74,1 1-1,-1-1 1,1 0-1,-1 0 1,1-1 0,-1 1-1,1-1 1,-1 1-1,1-1 1,-1 0 0,1-1-1,0 1 1,-1 0 0,1-1-1,0 0 1,0 0-1,0 0 1,0 0 0,0 0-1,1-1 1,-1 1 0,1-1-1,0 0 1,-1 0-1,1 1 1,0-1 0,1-1-1,-1 1 1,0-1 52,-8-44-2626</inkml:trace>
  <inkml:trace contextRef="#ctx0" brushRef="#br0" timeOffset="8589.136">19081 368 30743,'0'0'744,"0"0"-432,0 0-224,0 0 176,82 209 248,-56 4-408,-13 47-104,-13 19 0,-4-13 0,-16-35 0,-2-20 0,9-26 0,13-25 0,0-42 0,11-7 0,9-34-424,-5-30-2649</inkml:trace>
  <inkml:trace contextRef="#ctx0" brushRef="#br0" timeOffset="26002.299">26587 3214 4929,'559'50'10714,"67"13"-5441,-82 2-4688,-25-2-585,-34-14-16,-139-15-1537,-89-16 1553</inkml:trace>
  <inkml:trace contextRef="#ctx0" brushRef="#br0" timeOffset="31571.947">18558 3575 26462,'0'0'1581,"20"-4"-931,248-40 23,124-11-199,254-33-17,96 22-457,-114 34 164,1902-57 422,162 112-426,246-19-63,-1375-14-1160,-1398 9-1976,-47-4-6711</inkml:trace>
  <inkml:trace contextRef="#ctx0" brushRef="#br1" timeOffset="62619.299">15414 10606 30046,'-111'118'625,"-12"20"-441,20-7-128,13 5 112,18 6 72,28-4-128,26-12-112,18-31-32,24-24-632,11-30-1233,1-27-4704</inkml:trace>
  <inkml:trace contextRef="#ctx0" brushRef="#br1" timeOffset="64209.899">32147 11533 27582,'0'0'1960,"0"0"-1752,-100 117-16,49-58 64,-1 2 81,-1 0-33,0 2-160,3 0-104,4 0-40,9 14-360,13-16-993,17-19-4984</inkml:trace>
  <inkml:trace contextRef="#ctx0" brushRef="#br1" timeOffset="64519.033">32932 11932 29814,'0'0'578,"0"0"-283,4-20-58,20-143 366,-25 161-601,1 0-1,-1-1 1,0 1 0,0 0 0,0 0 0,0 0-1,-1 0 1,1 0 0,-1 0 0,1 0 0,-1 0 0,1 0-1,-1 1 1,0-1 0,0 0 0,0 1 0,0 0-1,0-1 1,0 1 0,0 0 0,-1 0 0,1 0 0,0 1-1,-1-1 1,1 0 0,0 1 0,-1 0 0,1-1-1,-1 1 1,1 0 0,-1 0 0,-1 1-2,-86 5-2,69 0 3,0 1 0,1 0-1,0 2 1,0 0 0,1 1 0,1 1 0,-1 1 0,2 0 0,-1 2 0,2 0 0,0 0-1,1 2 1,0 0 0,1 1 0,1 0-1,8-12 0,0 1 1,0-1-1,1 1 1,0 0-1,0 0 0,0 1 1,1-1-1,0 1 1,0-1-1,1 1 0,0 0 1,0 0-1,0 0 1,1 0-1,0 0 0,1 1 1,-1-1-1,1 0 1,1 0-1,-1 0 0,1 1 1,1-1-1,-1 0 1,1 0-1,0 0 0,1-1 1,0 1-1,0 0 1,0-1-1,1 0 0,0 0 1,0 0-1,0 0 1,1 0-1,0-1 0,0 0 1,5 4-1,4-3-31,-1-1 0,1 0 0,1-1 1,-1 0-1,0-1 0,1-1 0,-1 0 0,1-1 0,0-1 1,11-1 30,-16 1-118,0 0-1,0-1 1,0-1 0,0 0 0,0 0 0,0 0 0,0-2-1,0 1 1,-1-1 0,0 0 0,0-1 0,0 0 0,0-1-1,-1 0 1,5-4 118,18-21-2092</inkml:trace>
  <inkml:trace contextRef="#ctx0" brushRef="#br0" timeOffset="17805.951">16320 9046 30607,'0'0'274,"20"-6"-315,3 0 49,0-1 1,0-2 0,-1 0-1,-1-1 1,1-1-1,-2-1 1,3-2-9,101-84 74,-3-5 0,-6-5-1,100-120-73,-28-4 230,-171 230 105,-16 34-281,-1-18-25,-21 373 434,20-319-440,-1-16-10,3 0 0,2 1 0,2-1 0,6 21-13,-10-67 1,1 0 0,0 1 1,0-1-1,1 0 0,0 0 0,0 0 0,0 0 1,1-1-1,0 1 0,0-1 0,0 1 0,1-1 1,0 0-1,0 0 0,0-1 0,1 1 0,-1-1 1,1 0-1,0 0 0,0 0 0,1-1 0,-1 0 1,1 0-1,-1 0 0,1-1 0,0 1 0,0-2 1,0 1-1,0-1 0,0 1 0,1-2 0,-1 1 1,0-1-1,1 0 0,-1 0 0,0-1 0,0 1 1,1-1-1,-1-1 0,0 1 0,3-2-1,7-7-18,0-1 1,0 0-1,-1-1 0,-1 0 0,0-2 0,0 1 0,-2-2 1,1 0-1,-2 0 0,0-1 0,-1-1 18,17-25-44,-3 0 0,-1-2 0,-3 0 0,-1-1 0,-3-1 0,-1-1 0,3-26 44,-20 121 116,-70 493 480,54-197-393,16 89-203,11-239 0,8-1 0,22 79 0,-30-121-84,-11-146 81,-1 0 0,0-1 0,0 1 0,-1 0 0,1-1 1,-1 0-1,0 0 0,0 0 0,-1-1 0,1 1 0,-1-1 0,1 0 0,-1 0 0,0-1 0,0 1 1,0-1-1,-1 0 0,1 0 0,-1-1 0,1 0 0,-1 0 0,1 0 0,-1-1 0,1 1 0,-1-1 1,1-1-1,-1 1 0,0-1 0,1 0 0,-1 0 0,1 0 0,0-1 0,-1 0 0,-3-2 3,-12-3-5,1-1-1,0-1 1,0-1-1,1-1 1,0 0-1,1-2 1,1 0-1,0 0 1,0-2-1,2 0 1,0-1-1,0-1 1,2 0-1,0-1 1,1 0-1,1-1 1,0 0-1,2-1 1,0 0-1,1 0 0,1-1 1,0-7 5,-1 2-42,2-1 1,1 0-1,2 0 1,0 0-1,2-1 1,1 1 0,1 0-1,1-1 1,1 1-1,2 0 1,1 0-1,1 1 1,1 0-1,1 0 1,1 1-1,2 0 1,0 0-1,14-18 42,41-43-283,5 3 0,2 3 0,5 4 0,2 3 0,3 3 0,4 5 0,2 3 0,75-37 283,-10 4-742,-26 17-1058</inkml:trace>
  <inkml:trace contextRef="#ctx0" brushRef="#br0" timeOffset="18052.97">18878 8758 27958,'0'0'2729,"0"0"-2297,-29 116-168,29-53-104,0 8-24,5 0-56,14-2-56,5-8-8,3-11-16,-1-17-304,-2-19-336,5-24-89,-8-19-391,-1-13-2417</inkml:trace>
  <inkml:trace contextRef="#ctx0" brushRef="#br0" timeOffset="18222.878">19206 8756 19748,'0'0'6803,"21"-11"-4556,-17 8-2189,15-7 107,0 1 1,0 0-1,1 1 1,0 1-1,0 1 1,0 1-1,1 1 1,17-1-166,38-1 211,1 3 0,0 4 1,0 3-1,-1 4 0,61 14-211,-130-22 6,-1 0 0,1 1 1,-1 0-1,1 1 0,-1 0 0,1 0 0,-1 0 0,0 0 1,0 1-1,0 0 0,0 1 0,0-1 0,-1 1 0,0 0 1,1 0-1,-1 1 0,-1-1 0,1 1 0,-1 0 0,0 1 1,0-1-1,0 1 0,-1 0 0,0-1 0,0 1 1,0 1-1,-1-1 0,0 0 0,0 1 0,-1-1 0,0 1 1,0-1-1,0 1 0,-1 0 0,0 3-6,-5 3-43,-1 0-1,0-1 1,0 0-1,-2 0 1,1 0-1,-1-1 1,-1 0-1,0-1 1,-1 0-1,0-1 1,0 0-1,-1 0 1,0-1-1,-1 0 1,1-1-1,-1 0 1,-1-1 0,1-1-1,-1 0 1,-2 0 43,-15 9-115,-1-1 1,-1-2 0,0-1 0,0-2-1,-1-1 1,0-2 0,0 0 0,-1-3-1,-21-1 115,48-1-11,2 1-26,-1 0 0,0-1 0,0 0 0,1 0 0,-1 0 0,0-1 0,1 0 0,-1 0 0,1 0 0,-1-1 0,1 0 0,-1 0 0,1 0 0,0-1 0,0 1 0,0-1 0,1-1 0,-1 1 0,1-1 0,-1 1 0,-3-5 37,-37-99-1470,35 53-2256,5-35-12931</inkml:trace>
  <inkml:trace contextRef="#ctx0" brushRef="#br0" timeOffset="18444.056">19627 8217 27438,'0'0'2304,"-4"156"-1487,-22 18-9,-7 37-232,6 15-48,16-12-232,11-31-296,9-13 0,20-17 0,-7-46-248,6-30-1424</inkml:trace>
  <inkml:trace contextRef="#ctx0" brushRef="#br1" timeOffset="62900.206">16302 11147 25685,'0'0'3808,"10"-25"-2660,62-161-653,-40 12-155,-31 171-339,-1 0 1,0 0-1,0 0 0,0 0 0,0 0 0,0 0 1,-1 0-1,1 1 0,-1-1 0,0 0 1,0 0-1,0 0 0,0 1 0,0-1 1,-1 0-1,1 1 0,-1-1 0,1 1 1,-1 0-1,0-1 0,0 1 0,0 0 0,-1 0 1,1 0-1,0 1 0,-1-1 0,1 1 1,-1-1-1,1 1 0,-1 0 0,0-1 1,0 2-1,1-1 0,-1 0 0,0 0 1,0 1-1,0 0 0,0-1 0,0 1 1,0 0-1,-1 1-1,-15 0 0,0 2 1,0 0-1,0 1 0,1 1 1,-1 1-1,1 0 1,0 1-1,1 1 0,0 1 1,0 1-1,1 0 1,0 1-1,1 1 0,0 0 1,1 1-1,1 0 1,-1 2-1,2-1 0,0 1 1,-3 7-1,11-17 0,-1 1 0,1 0 0,0 0 0,1 0 0,-1 0 0,1 1 1,1-1-1,-1 1 0,1 0 0,0 0 0,1 0 0,-1 0 0,1 0 0,1 0 0,-1 0 1,1 0-1,1 1 0,-1-1 0,1 0 0,0 0 0,1 0 0,0 0 0,1 3 0,3-4 1,0 0 0,1-1 0,0 1 0,0-1 0,0-1 0,1 1 0,0-1 0,0-1 0,0 1 0,0-1 0,0-1 0,1 1 0,-1-1 0,5 0-1,71 14-213,0-4 0,1-3 0,9-4 213,-30-1-407,83 6-2784,-22-2-4927</inkml:trace>
  <inkml:trace contextRef="#ctx0" brushRef="#br1" timeOffset="40367.716">10825 13735 28694,'0'0'712,"192"15"-320,-40-11 48,-3-2-111,-35 0-145,-42 2-184,-24 20-24,-13-2-817,-15 1-2023</inkml:trace>
  <inkml:trace contextRef="#ctx0" brushRef="#br1" timeOffset="40616.174">10592 14607 29654,'-35'114'833,"4"28"-345,10 26-104,14-3-96,7-9-96,0 2-88,0 2-104,0-10-8,0-30-152,4-33-160,1-34-152,3-25-72,12-16 23,-4-6-543,-3-6-2457</inkml:trace>
  <inkml:trace contextRef="#ctx0" brushRef="#br1" timeOffset="40970.944">10531 15110 8586,'0'0'17957,"18"-18"-13949,7-4-3885,0 1 0,1 1 0,1 2 1,0 1-1,2 0 0,0 3 0,24-10-123,193-63 268,4 11 0,3 10 1,41 5-269,-134 29 23,2 8 0,0 7 1,1 6-1,159 12-23,-314-2-2,-1 1 0,1-1 0,0 2 0,0-1 0,-1 1 0,1 0 0,0 1 0,-1 0 1,1 0-1,-1 0 0,0 1 0,0 0 0,0 1 0,0 0 0,-1 0 0,1 0 0,-1 1 0,0-1 0,0 2 0,-1-1 0,1 1 0,-1-1 0,0 1 1,-1 1-1,1-1 0,-1 1 0,-1 0 0,1 0 0,0 3 2,-2 15 2,-2 0-1,0-1 1,-2 1 0,-1 0-1,-1-1 1,0 0 0,-2 0-1,-1 0 1,-1 0 0,-1-1 0,-1-1-1,-1 0 1,-1 0 0,-1-1-1,-10 12-1,-1 10 20,-397 712 439,398-711-463,9-12-4,-1-1 0,-1 0 0,-1-1 1,-2-1-1,-1-1 0,-2 0 0,0-2 1,-2 0-1,0-2 0,-2-1 0,-1-1 1,-29 19 7,54-40-44,0 0 0,-1 0 0,0-1 0,1 1 0,-1-1 0,1 1 0,-1-1 0,0 0 0,1 0 0,-1 0 0,0 0 0,1-1 0,-1 1 0,1-1 0,-1 1 0,0-1 0,1 0 0,0 0 0,-1 0 0,1 0 0,-1-1 0,1 1 0,0-1 0,0 1 0,0-1 0,0 0 0,0 1 0,0-1 0,1 0 0,-1 0 0,0-1 0,1 1 0,0 0 0,-1-1 0,1 1 0,0 0 0,0-1 0,0 1 0,1-1 0,-1 1 0,1-1 0,-1 0 0,1 1 0,0-1 0,0 0 1,0 1-1,0-2 44,-8-58-2605</inkml:trace>
  <inkml:trace contextRef="#ctx0" brushRef="#br1" timeOffset="41344.342">11725 14226 29118,'-85'244'672,"-359"1111"1437,434-1327-2781,14-63-82,105-374-3931,-104 390 4444,-5 11 412,0 1 0,1-1 0,1 1 0,-1-1 0,1 1 0,0 0 1,1 0-1,0 0 0,0 0 0,0 0 0,1 0 0,0 1 0,0 0 1,1 0-1,-1 0 0,1 0 0,1 1 0,-1 0 0,1 0 0,0 0 0,0 1 1,0 0-1,1 0 0,0 0 0,0 1-171,-3 4 59,1 1-1,-1 0 1,1 0 0,-1 0-1,0 1 1,0-1 0,0 1-1,0 0 1,-1 0 0,1 1-1,-1-1 1,0 1 0,0-1-1,0 1 1,0 0 0,0 0-1,-1 0 1,0 1 0,0-1-1,0 1 1,-1-1 0,1 1-1,-1-1 1,1 6-59,4 4 71,17 44 26,-16-35-125,2-1 1,0 0-1,2-1 0,0 0 1,1 0-1,1-1 0,1-1 1,1 0-1,0-1 28,40 26-824,-6-18-842</inkml:trace>
  <inkml:trace contextRef="#ctx0" brushRef="#br1" timeOffset="41686.234">12330 14184 26598,'0'18'3770,"-18"148"-2594,-59 141-505,-29 43-671,100-327-22,-1 0 0,-1 0-1,-1-1 1,-1 0 0,-1 0 0,0-1 0,-2-1 0,-1 0-1,0-1 1,-2 0 0,0-1 0,-1-1 0,0 0-1,-2-2 1,0 0 0,-5 2 22,24-16-4,0-1 1,0 0-1,1 1 0,-1-1 1,0 1-1,0-1 0,0 0 1,0 1-1,0-1 0,0 0 1,0 1-1,0-1 0,0 1 1,0-1-1,0 0 0,0 1 1,0-1-1,0 0 0,0 1 1,0-1-1,-1 0 0,1 1 1,0-1-1,0 0 0,0 1 1,0-1-1,-1 0 0,1 1 0,0-1 1,0 0-1,-1 0 0,1 1 1,0-1-1,-1 0 0,1 0 1,0 1-1,-1-1 0,1 0 1,-1 0 3,28 7-54,13 11 108,-1 3 0,0 1 0,-2 1 0,-1 2 0,20 19-54,121 77-10,-115-89-1036,-13-11-1841</inkml:trace>
  <inkml:trace contextRef="#ctx0" brushRef="#br1" timeOffset="38908.038">6769 14350 27254,'20'-2'1029,"264"-33"1401,-257 33-2279,204-3 604,-227 6-752,0 0 0,-1 0 1,1 0-1,0 0 0,-1 1 0,1 0 1,-1 0-1,1 0 0,-1 0 1,0 0-1,0 1 0,0-1 0,0 1 1,0 0-1,-1 0 0,1 0 1,-1 0-1,0 0 0,0 0 0,0 1 1,0-1-1,-1 1 0,1-1 1,-1 1-1,0 0 0,0 0 1,0-1-1,-1 1 0,1 0 0,-1 0 1,0 0-1,0 0 0,0 0 1,-1 0-1,1 0 0,-1-1 0,0 1 1,0 0-1,0 0 0,-1-1 1,1 1-1,-1-1 0,-1 3-3,-13 26 4,-1 0 1,-2-1-1,-2 0 0,0-2 1,-2-1-1,-14 13-4,27-28-2,-618 650-2553,609-642 1627,10-9-639</inkml:trace>
  <inkml:trace contextRef="#ctx0" brushRef="#br1" timeOffset="39294.122">7197 15279 28046,'-89'248'1721,"48"-141"-1182,4 1 0,6 2 0,3 1-539,15 68 197,13-177-210,0 0 0,1-1-1,-1 1 1,0 0 0,1 0 0,-1 0-1,1-1 1,-1 1 0,1 0-1,0-1 1,0 1 0,0-1-1,0 1 1,0-1 0,0 1-1,0-1 1,0 1 0,1-1-1,-1 0 1,1 0 0,-1 0 0,1 0-1,-1 0 1,1 0 0,-1 0-1,1 0 1,0-1 0,-1 1-1,1-1 1,0 1 0,0-1-1,0 1 1,-1-1 0,1 0-1,0 0 1,0 0 0,0 0-1,-1 0 1,1-1 0,0 1 0,0 0-1,0-1 1,-1 1 0,1-1-1,0 0 1,-1 0 0,1 0-1,-1 1 1,1-1 0,-1-1-1,1 1 1,-1 0 0,1 0-1,-1 0 1,0-1 0,0 1 0,0-1-1,0 1 14,10-14-82,-1-1 1,0 1-1,-1-1 0,-1-1 0,-1 0 0,0 0 0,-1 0 0,-1-1 1,-1 0-1,0 0 0,0-9 82,3-9-41,4-15 12,-1-7 28,1 0-1,4 1 0,1 0 1,4 1-1,1 1 0,3 1 0,3 1 1,1 1-1,3 1 0,6-3 2,-23 39 58,0 0 0,1 1 0,1 1-1,1 0 1,0 1 0,0 1-1,1 0 1,0 2 0,1 0 0,0 1-1,1 1 1,-1 0 0,1 2 0,17-3-58,-35 8 17,0 0 0,0 0 0,0-1 0,0 1 0,0 0 0,0 1 1,-1-1-1,1 0 0,0 1 0,0-1 0,0 1 0,0-1 0,-1 1 1,1 0-1,0 0 0,-1 0 0,1 0 0,0 0 0,-1 0 0,1 0 1,-1 0-1,0 1 0,1-1 0,-1 0 0,0 1 0,0-1 0,0 1 1,0 0-1,0-1 0,0 1 0,0 0 0,-1 0 0,1-1 1,-1 1-1,1 0 0,-1 0 0,0 0 0,0 0 0,1 0-17,-5 80 417,-69 126-152,40-133-278,13-29-376,27-74-1128,17-30-1096,4-12-2887</inkml:trace>
  <inkml:trace contextRef="#ctx0" brushRef="#br1" timeOffset="39588.856">8589 13723 24837,'26'-10'3365,"197"-55"-2121,-199 61-1112,1 2 0,-1 0 0,1 2 0,-1 1 0,1 1 0,-1 1 0,20 5-132,-35-6 30,-1 0-1,1 1 0,-1 0 1,0 1-1,0 0 1,0 0-1,0 1 1,-1 0-1,1 0 1,-1 1-1,-1 0 1,1 0-1,-1 0 1,0 1-1,0 0 1,-1 0-1,0 1 1,-1-1-1,1 1 1,-1 0-1,-1 0 0,1 1 1,0 3-30,2 17 44,-1-1 0,-1 1 0,-2 0 0,-1 0 0,-1 0 0,-1 0 0,-2 0 0,-4 20-44,-10 32 39,-4-1 0,-3 0 1,-3-2-1,-4-1 0,-36 63-39,56-112-53,-2-1 0,-1 0 0,-1-1 0,-1-1 0,-1 0 0,-2-1 0,0-1 0,-1-1 0,-2 0 0,0-2 0,-1-1 0,-1 0 0,-16 8 53,37-25-79,0 0 0,-1 0 1,1 0-1,-1 0 1,1 0-1,-1-1 1,0 0-1,0 0 0,1 0 1,-1 0-1,0 0 1,0-1-1,0 0 1,0 1-1,0-1 0,0-1 1,0 1-1,0-1 1,0 0-1,1 1 1,-1-2-1,0 1 0,0 0 1,1-1-1,-1 0 1,1 1-1,-1-2 1,1 1-1,0 0 0,0 0 1,0-1-1,0 0 1,0 0-1,1 0 1,-1 0-1,-1-2 79,-14-44-2985</inkml:trace>
  <inkml:trace contextRef="#ctx0" brushRef="#br1" timeOffset="39943.013">8683 14317 27822,'-38'104'853,"5"2"0,4 2 1,6 0-1,-2 40-853,19-99 56,3 0 0,1 0 0,3 1 0,2-1 1,2 0-1,2 0 0,2 0 0,3-1 0,1-1 0,19 42-56,-23-69 17,1 0-1,0-1 0,2 0 1,0 0-1,1-2 1,1 0-1,0 0 1,2-1-1,0-1 0,0 0 1,1-2-1,1 0 1,0 0-1,1-2 1,1-1-1,-1 0 0,2-1 1,-1-1-1,1-1 1,0-1-1,1-1 1,12 2-17,181 35 168,-212-41-175,1 1 1,0-1 0,-1 1 0,1 0 0,-1 1 0,0-1-1,1 0 1,-1 1 0,0 0 0,-1 0 0,1 0-1,0 0 1,-1 0 0,0 0 0,1 1 0,-1-1 0,-1 1-1,1-1 1,0 1 0,-1 0 0,0 0 0,0 0-1,0-1 1,0 1 0,-1 0 0,0 0 0,1 0 0,-1 0-1,-1 0 1,1 0 0,-1 0 0,1 0 0,-1 0 0,0 0-1,-1 2 7,-65 130-362,40-98 317,-1-2-1,-2-1 1,-1-2 0,-2 0 0,-1-3 0,-2 0-1,0-3 1,-2-1 0,-1-1 0,-42 18 45,-46 11 318,-1-5 1,-131 29-319,172-58 363,86-20-359,1 0 0,-1 0 0,1-1 0,-1 1 0,1 0 0,-1 0 0,1-1 0,-1 1 0,1 0 0,-1-1 0,1 1 0,0-1 0,-1 1 0,1-1 0,-1 1 0,1 0 0,0-1 0,0 1 0,-1-1 0,1 1-1,0-1 1,0 0 0,0 1 0,0-1 0,-1 1 0,1-1 0,0 1 0,0-1 0,0 1 0,0-1 0,0 0 0,0 1 0,1-1 0,-1 1 0,0-1 0,0 1 0,0-1 0,0 1 0,1-1 0,-1 1 0,0-1 0,0 1 0,1-1 0,-1 1 0,0-1 0,1 1 0,-1-1 0,1 1 0,-1 0 0,1-1 0,-1 1 0,0 0 0,1-1 0,-1 1 0,1 0 0,-1 0 0,1 0 0,0-1 0,-1 1 0,1 0 0,-1 0 0,1 0 0,-1 0 0,1 0 0,-1 0 0,1 0 0,0 0-4,225-195 106,-221 191-108,918-817-1580,-791 689-336</inkml:trace>
  <inkml:trace contextRef="#ctx0" brushRef="#br1" timeOffset="36946.923">1807 13699 8082,'0'0'17696,"0"0"-13788,0 0-3721,0 0 2,0 0 348,21 2-59,218 6 112,344-87 266,-504 66-781,435-85-33,-6-22 0,-5-22 1,-6-22-1,8-29-42,-379 146 0,-126 48-73,0 1-1,0 0 1,1-1 0,-1 1 0,0 0-1,-1-1 1,1 1 0,0 0 0,0-1-1,-1 1 1,1-1 0,-1 1 0,1-1-1,-1 1 1,0-1 0,1 1-1,-1-1 1,0 1 0,0-1 0,0 0-1,0 0 1,0 1 0,0-1 0,-1 0-1,1 0 1,0 0 0,-1 0 0,1 0-1,0-1 1,-1 1 0,1 0 0,-1 0 73,-38 30-3945</inkml:trace>
  <inkml:trace contextRef="#ctx0" brushRef="#br1" timeOffset="37367.62">4262 13322 30535,'0'0'618,"-19"23"-332,-155 211 361,49 0-483,11 4 0,10 6 0,11 3 0,-10 76-164,11-47 25,88-265-25,-196 570 0,-199 386 0,308-786 0,91-181-5,0 1-1,-1-1 1,1 0-1,0 1 1,0-1 0,0 0-1,0 1 1,0-1-1,0 1 1,0-1-1,0 0 1,0 1 0,0-1-1,0 0 1,0 1-1,0-1 1,0 1 0,0-1-1,0 0 1,0 1-1,0-1 1,0 0-1,0 1 1,1-1 0,-1 0-1,0 1 1,0-1-1,0 0 1,1 1 0,-1-1-1,0 0 1,0 0-1,1 1 1,-1-1 0,0 0-1,1 0 1,-1 0-1,0 1 1,1-1-1,-1 0 1,0 0 0,1 0-1,-1 0 1,0 0-1,1 0 1,-1 0 0,1 1-1,-1-1 1,0 0-1,1 0 1,-1-1-1,0 1 1,1 0 0,-1 0-1,0 0 1,1 0-1,-1 0 1,1 0 0,-1 0-1,0 0 1,1-1-1,-1 1 1,0 0 0,0 0-1,1-1 1,-1 1-1,0 0 1,1 0-1,-1-1 6,1 1-47,41-25-500,139-169-2190,-87 74-1440</inkml:trace>
  <inkml:trace contextRef="#ctx0" brushRef="#br1" timeOffset="37634.952">5231 13107 26494,'0'0'4769,"0"0"-4329,0 0-312,-141 79 104,69-16 144,-7 14-112,-22 22-200,-21 23-64,10-7 0,7-13 0,17-19 0,22-24 0,3-2-312,12-7-232,40-36-512,11-14-737,16-4-5304</inkml:trace>
  <inkml:trace contextRef="#ctx0" brushRef="#br1" timeOffset="38439.923">4648 13786 30094,'-76'157'607,"7"3"0,8 3 0,6 2 0,2 24-607,39-116 49,3 1 0,3-1 0,3 2 0,3-1 0,7 50-49,22-14-156,-27-111 149,0 0-1,0 1 1,0-1-1,0 0 1,0 1-1,0-1 1,1 1-1,-1-1 1,0 0 0,0 1-1,1-1 1,-1 1-1,0-1 1,1 1-1,-1-1 1,0 1-1,1-1 1,-1 1 0,1-1-1,-1 1 1,1-1-1,-1 1 1,1 0-1,-1-1 1,1 1 0,0 0-1,-1 0 1,1-1-1,-1 1 1,1 0-1,0 0 1,-1 0-1,1 0 1,0 0 0,-1 0-1,1 0 1,0 0-1,-1 0 1,1 0-1,-1 0 1,1 0 0,0 0-1,-1 0 1,1 1-1,0-1 1,-1 0-1,1 0 1,-1 1-1,1-1 1,-1 0 0,1 1-1,-1-1 1,1 1-1,-1-1 1,1 1-1,-1-1 1,1 1-1,-1-1 1,0 1 0,1-1-1,-1 1 1,0-1-1,0 1 1,1 0 7,66-258-776,-43 191 617,2 0 0,4 2 0,2 1 0,3 1 0,2 2 0,3 2 0,3 2 0,2 1 0,2 3 0,3 1 0,17-10 159,-54 50 2,23-21 8,1 1 0,2 2 1,1 1-1,1 2 0,1 2 0,2 2 1,14-4-11,-53 24 36,0-1 1,1 1-1,-1 0 1,1 0 0,-1 1-1,1-1 1,-1 1-1,1 1 1,0-1-1,0 1 1,-1 0 0,1 0-1,0 0 1,0 1-1,-1 0 1,1 0-1,0 1 1,-1 0 0,1 0-1,-1 0 1,0 0-1,0 1 1,0 0-1,0 0 1,0 0 0,0 1-1,-1-1 1,0 1-1,0 0 1,0 0-1,0 1 1,0-1 0,0 3-37,7 19 67,-1 1 0,-2 0 1,-1 0-1,-1 1 1,-1 0-1,-1 0 0,-2 0 1,-1 0-1,-1 1 0,-1-1 1,-2 0-1,0 0 1,-2 0-1,-1 0 0,-2-1 1,0 0-1,-2 0 0,-1-1 1,-10 17-68,-45 93 201,-7-3-1,-42 56-200,-7 11 187,109-178-186,0 1 0,1 0-1,2 0 1,0 2 0,1-1 0,2 1 0,1 0-1,0 0 1,2 1 0,1 5-1,2-23 0,-1 3 0,0 0 0,1 0 0,0 0 0,1 0 0,0 0 0,1 0 0,0 0 0,0 1 0,1-2 0,1 1 0,0 0 0,1 0 0,-1-1 0,2 0 0,0 0 0,0 0 0,1 0 0,0-1 0,0 0 0,1 0 0,7 6 0,16 4 0,1 0 0,0-2 0,2-1 0,0-2 0,1-1 0,0-2 0,25 5 0,27 10 0,-63-21 0,-2 1 0,1 1 0,-1 1 0,0 1 0,0 1 0,-1 0 0,-1 2 0,0 0 0,0 1 0,-2 1 0,1 1 0,-2 0 0,0 1 0,-1 1 0,5 7 0,-16-14 0,0 0 0,-1 0 0,0 0 0,-1 0 0,0 0 0,0 1 0,-1-1 0,-1 0 0,1 1 0,-2-1 0,0 1 0,0-1 0,-1 1 0,0-1 0,0 0 0,-1 0 0,-5 9 0,-83 160 0,60-130 0,-2-1 0,-3-2 0,-1-2 0,-2-1 0,-1-2 0,-3-1 0,-1-3 0,-2-2 0,-1-1 0,-2-3 0,-1-2 0,-2-2 0,-14 4 0,-64 0 0,127-30 0,0-1 0,0 0 0,1 0 0,-1 0 0,0 0 0,0 0 0,1-1 0,-1 1 0,0-1 0,1 1 0,-1-1 0,0 0 0,1 0 0,-1-1 0,1 1 0,0 0 0,-1-1 0,1 1 0,0-1 0,0 0 0,0 0 0,0 0 0,0 0 0,1 0 0,-1 0 0,0 0 0,1-1 0,0 1 0,-1-1 0,1 1 0,0-1 0,0 1 0,0-1 0,1 0 0,-1 1 0,1-1 0,0 0 0,-1 1 0,1-1 0,0 0 0,0 0 0,1 1 0,-1-1 0,1 0 0,-1 1 0,1-2 0,0-14 0,1-1 0,1 1 0,1 0 0,0 0 0,1 0 0,1 0 0,1 1 0,0 0 0,2 0 0,7-12 0,94-153 0,8 4 0,8 6 0,83-83 0,-59 69 0,-59 70-247,-18 23-986</inkml:trace>
  <inkml:trace contextRef="#ctx0" brushRef="#br1" timeOffset="53148.759">25311 14248 1328,'0'0'28838,"199"-40"-28189,5-21-305,26-8-56,-10 6 8,-63 15-24,-69 29-176,-31 11-96,-22 8-432,-11 0-1041,-13 0-3272</inkml:trace>
  <inkml:trace contextRef="#ctx0" brushRef="#br1" timeOffset="53415.714">25850 14340 29006,'0'0'1000,"-79"154"-471,35-63-297,1 0-136,-17 29-64,-10 30-32,9-18-280,15-31-353,6-26-487,21-40-1208,1-9-2793</inkml:trace>
  <inkml:trace contextRef="#ctx0" brushRef="#br1" timeOffset="53664.264">25716 14968 29262,'0'0'1138,"0"0"-618,-5 23-121,-45 149 70,-32 26-408,131-278-342,-46 74 278,14-28-1,0 0-1,2 2 1,2 0-1,1 2 1,1 0-1,1 1 1,2 2-1,1 0 1,1 2 0,1 1-1,1 1 1,1 2-1,1 1 1,1 1 4,49 6 100,-81 15-93,1-1 1,-1 0-1,0 0 0,0 1 1,1-1-1,-1 1 1,0-1-1,0 1 0,-1-1 1,1 1-1,0 0 1,0 0-1,-1-1 0,1 1 1,-1 0-1,0 0 1,1-1-1,-1 1 0,0 0 1,0 0-1,0 0 1,0 0-1,0-1 0,-1 1 1,1 0-1,-1 0 1,1-1-1,-1 1 0,1 0 1,-1 0-1,0-1-7,-8 20 42,0 0 0,-2-1 0,0-1-1,-1 0 1,-1 0 0,0-2 0,-2 1 0,0-2 0,-17 15-42,1 2 19,-103 113-75,118-132-536,38-43-395,13-16-1024</inkml:trace>
  <inkml:trace contextRef="#ctx0" brushRef="#br1" timeOffset="53916.259">27027 13533 30318,'0'0'585,"0"0"-441,0 0-96,64 129 56,-64-60 112,-16 23-104,-36 31-56,-21 27-24,-1 4 16,13-28 0,21-35-40,25-42-8,8-10-8,7 7-160,0-9-616,0-9-1737</inkml:trace>
  <inkml:trace contextRef="#ctx0" brushRef="#br1" timeOffset="54394.497">26560 13981 5665,'-14'30'7001,"-48"101"5315,2 1-6325,-5 16-4396,-60 206-3981,92-224 4451,7 114-1745,27-237-314,1 0-1,1 0 1,-1 0 0,1-1 0,0 1-1,1-1 1,0 0 0,0 1-1,0-2 1,0 1 0,1 0 0,0-1-1,0 0 1,1 0 0,0-1 0,0 1-1,0-1 1,0 0 0,0-1-1,1 0 1,-1 0 0,1 0 0,0-1-1,0 1 1,0-2 0,0 1 0,1-1-1,-1 0 1,0-1 0,0 0-1,1 0 1,-1 0 0,0-1 0,7-1-6,112 1 2,-1-4 1,68-15-3,54-2 0,-240 21 0,-2-1 0,1 0 0,-1 1 0,1 0 0,0 0 0,0 0 0,0 0 0,0 1 0,0 0 0,-1 0 0,1 1 0,0 0 0,0 0 0,0 0 0,-1 0 0,1 1 0,0 0 0,-1 0 0,0 1 0,1 0 0,-1 0 0,0 0 0,-1 0 0,1 1 0,0 0 0,-1 0 0,0 0 0,0 0 0,0 1 0,0-1 0,-1 1 0,0 0 0,0 0 0,0 0 0,0 3 0,-1 6 0,-1 0 0,0 1 0,-2-1 0,1 0 0,-2 1 0,0-1 0,0 0 0,-1 0 0,-1 0 0,-1-1 0,0 1 0,0-1 0,-7 11 0,-41 70 0,-3-3 0,-4-2 0,-4-4 0,-61 63 0,61-71 0,-4-3 0,-2-3 0,-4-4 0,-2-2 0,-28 13 0,95-71-8,-1 1 1,-1-2-1,1 0 1,-1 0-1,0-1 0,-1 0 1,1-1-1,-1 0 1,0-1-1,1-1 0,-1 1 1,-1-2-1,1 0 8,10-1-4,0 0-1,1 0 1,-1 0-1,0-1 1,0 1-1,1 0 1,-1-1-1,0 0 1,1 1-1,-1-1 1,1 0-1,-1 0 1,1 0-1,-1 0 1,1 0 0,0 0-1,-1 0 1,1 0-1,0 0 1,0-1-1,0 1 1,0-1-1,0 1 1,0-1-1,0 1 1,0-1-1,1 1 1,-1-1-1,1 0 1,-1 1-1,1-1 1,-1 0-1,1 0 1,0 1-1,0-1 1,0 0-1,0 0 1,0 1-1,0-1 1,1 0-1,-1 1 5,0-11-5,1 0 0,0 0 0,1 0 0,0 1 0,1-1 0,0 1 0,1 0 0,0-1 0,1 2 0,0-1 0,1 1 0,0-1 0,1 2 0,0-1 0,0 1 0,1-1 5,83-97 1,4 5 0,5 3 0,3 6 0,5 3 0,4 6 0,3 4 0,13 0-1,-49 24-988</inkml:trace>
  <inkml:trace contextRef="#ctx0" brushRef="#br1" timeOffset="54751.203">27634 14812 30767,'0'0'808,"0"0"-584,0 0-48,209-8-64,-34-16-112,-17 2-360,-22-7-2209</inkml:trace>
  <inkml:trace contextRef="#ctx0" brushRef="#br1" timeOffset="55174.792">29390 13900 29166,'0'0'808,"0"0"-295,0 0-1,24 131-72,-63-60-104,-29 25-152,-31 27-88,-28 19-72,-5 4-24,25-28 0,28-31-8,40-34-176,12-16-216,19-5-721,5-12-631,3-10-1056</inkml:trace>
  <inkml:trace contextRef="#ctx0" brushRef="#br1" timeOffset="55429.733">29039 15035 28574,'-28'132'1024,"-31"22"-264,-7 19-111,9-17-289,17-30-168,21-27-112,12-30-80,7-35-136,33-34-424,9-18-321,2-20-927</inkml:trace>
  <inkml:trace contextRef="#ctx0" brushRef="#br1" timeOffset="55928.188">29741 13885 30719,'0'0'678,"0"0"-315,0 0-44,21 9-12,63 39-101,-81-44-199,0-1-1,0 1 1,0 0-1,-1 0 1,1 0-1,-1 0 1,0 0-1,0 1 1,-1-1-1,1 0 0,-1 1 1,0-1-1,0 1 1,-1 0-1,1-1 1,-1 1-1,0 0 1,0-1-1,-1 1 1,1 0-1,-1-1 1,0 1-1,0 0-6,-1 10 5,-6 30-3,-3-1 0,-1 0 0,-2 0 0,-3-2 0,0 0 0,-3-1 0,-2-1 0,-6 7-2,20-33 2,-113 186 1,121-198-4,0-1 0,-1 1 1,1 0-1,0-1 0,0 1 0,0-1 0,0 1 0,0-1 1,0 1-1,0-1 0,0 1 0,1 0 0,-1-1 0,1 1 1,-1-1-1,1 0 0,-1 1 0,1-1 0,0 1 0,0-1 1,0 0-1,0 0 0,0 1 0,0-1 0,0 0 1,0 0-1,0 0 0,0 0 0,1 0 0,-1 0 0,0-1 1,1 1-1,-1 0 0,1-1 0,-1 1 0,1-1 0,-1 1 1,1-1-1,-1 0 0,1 1 0,-1-1 0,1 0 0,-1 0 1,1 0-1,0 0 0,-1-1 0,1 1 0,-1 0 1,1-1-1,-1 1 0,1-1 0,-1 1 0,1-1 0,-1 0 1,0 1-1,1-1 0,-1 0 0,0 0 0,1-1 1,11 1-3,319-68-196,-330 68 199,0 1-1,0-1 1,0 1-1,0-1 1,0 1-1,0 0 1,0-1-1,0 1 1,0 0-1,0 0 1,0 1-1,0-1 0,0 0 1,0 1-1,0-1 1,0 1-1,0 0 1,0-1-1,0 1 1,0 0-1,-1 0 1,1 0-1,0 0 1,-1 1-1,1-1 1,-1 0-1,1 1 1,-1-1-1,1 1 1,-1 0-1,0-1 1,0 1-1,0 0 0,0-1 1,0 1-1,0 0 1,-1 0-1,1 0 1,-1 0-1,1 0 1,-1 0-1,0 0 1,1 0-1,-1 0 1,0 0-1,0 0 1,-1 0-1,1 0 1,0 0-1,-1 0 1,1 0-1,-1 0 1,1 0-1,-1 0 0,0 0 1,0 0 0,-7 19 0,-1-1 1,0 0-1,-1 0 0,-2-1 1,0 0-1,0-1 0,-2-1 1,-3 4-1,6-8 1,-332 416 211,339-425-207,0 1-1,0 0 1,1 1-1,-1-1 1,1 1-1,1-1 1,-1 1 0,1 0-1,0 0 1,0 0-1,1 0 1,-1 0-1,1 0 1,0 6-5,2-11 0,-1 0 0,1 1 0,0-1 0,-1 0 0,1 0 0,0 0 0,0 0 0,-1-1 0,1 1 0,0 0 0,0 0 0,0 0 0,0-1 0,0 1 0,0 0 0,1-1 0,-1 1 0,0-1 0,0 1 0,0-1 0,0 0 0,1 0 0,-1 1 0,0-1 0,0 0 0,1 0 0,-1 0 0,0 0 0,0 0 0,1 0 0,-1-1 0,0 1 0,0 0 0,0-1 0,0 1 0,1-1 0,-1 1 0,0-1 0,0 1 0,5-1 0,25-8 0,1-2 0,-1-1 0,-1-1 0,0-2 0,-1 0 0,0-3 0,-2 0 0,15-13 0,-11 10 0,156-108 0,-161 116 0,-25 13 0,0 0 0,0 1 0,-1-1 0,1 1 0,0-1 0,-1 1 0,1-1 0,0 1 0,-1-1 0,1 1 0,-1 0 0,1-1 0,-1 1 0,1 0 0,-1-1 0,0 1 0,1 0 0,-1 0 0,0 0 0,1-1 0,-1 1 0,0 0 0,0 0 0,0 0 0,0 0 0,0-1 0,0 1 0,0 0 0,0 0 0,0 0 0,0 0 0,0 0 0,0-1 0,-1 1 0,1 0 0,0 0 0,-1-1 0,1 1 0,-1 0 0,1 0 0,-1-1 0,1 1 0,-1 0 0,1 0 0,-112 307 0,109-299 0,-14 34 0,3 1 0,1 0 0,2 1 0,2 0 0,-1 24 0,10-64 0,-1-1 0,1 0 0,0 0 0,0 0 0,1 0 0,-1 1 0,1-1 0,0 0 0,0 0 0,0 0 0,1 0 0,0 0 0,-1 0 0,1-1 0,0 1 0,1-1 0,-1 1 0,1-1 0,-1 0 0,1 0 0,0 0 0,0 0 0,1 0 0,-1 0 0,0-1 0,1 0 0,0 0 0,-1 0 0,1 0 0,0 0 0,0-1 0,0 0 0,0 0 0,0 0 0,0 0 0,0-1 0,3 1 0,6 0 0,1 0 0,-1-2 0,0 1 0,0-1 0,0-1 0,0 0 0,0-1 0,0-1 0,0 0 0,-1 0 0,5-4 0,31-22 0,-1-2 0,-2-2 0,-2-2 0,-1-2 0,-2-2 0,-1-1 0,19-30 0,36-40-319,-12 6-1274</inkml:trace>
  <inkml:trace contextRef="#ctx0" brushRef="#br1" timeOffset="56301.93">31347 13391 29974,'0'0'809,"0"0"-505,0 0 104,156 0 64,-86 4-176,7 8-184,-3 8-112,-1 27-112,-18-3-472,-27-1-1561</inkml:trace>
  <inkml:trace contextRef="#ctx0" brushRef="#br1" timeOffset="56583.894">30102 14472 30711,'0'0'704,"0"0"-472,154 56-8,83-58 192,69-48-64,36-23-224,-17-8-128,-64 12 0,-53 16 0,-63 18 0,-60 15 0,-43 12 0,-25 4 0,-6 2-528,-11-2-176,0 0-713,-17-4-1023</inkml:trace>
  <inkml:trace contextRef="#ctx0" brushRef="#br1" timeOffset="56834.603">31788 13806 28598,'0'0'1383,"-14"31"-680,-15 39-285,3 1 1,3 1-1,-10 54-418,-36 323 851,-4 304-851,0 13-23,62-665 23,-5 0 0,-3-1 0,-5-2 0,-4 0 0,-7 6 0,18-76-52,8-37-454,6-55-1074,3 56 1379,0-60-1869</inkml:trace>
  <inkml:trace contextRef="#ctx0" brushRef="#br1" timeOffset="57392.592">30874 15112 28166,'0'0'1227,"2"-22"-304,11-73-219,-11 89-671,1 1 0,0-1 0,0 1 0,1 0-1,-1 0 1,1 0 0,0 0 0,0 1 0,1-1 0,0 1 0,-1 0 0,1 1 0,0-1-1,1 1 1,-1 0 0,1 0 0,-1 1 0,1-1 0,0 1 0,0 0 0,0 1 0,0 0 0,0 0-1,0 0 1,1 0 0,-1 1 0,2 0-33,-1-2 5,-1 0-1,1 0 1,-1 0-1,1 1 1,0 0-1,0 0 1,0 1-1,-1 0 1,1 0-1,0 1 1,0 0-1,0 0 1,0 0-1,-1 1 1,1 0-1,-1 0 1,1 1-1,-1-1 1,0 1 0,0 1-1,0-1 1,0 1-1,-1 0 1,0 1-1,0-1 1,0 1-1,0 0 1,0 0-1,-1 1 1,0-1-1,3 7-4,-5 2 2,-1 0 0,0 0-1,-1 0 1,-1 0 0,0 0-1,0 0 1,-2-1 0,0 1-1,0 0 1,-1-1 0,-1 0-1,-6 12-1,-27 48 3,-3-1-1,-3-2 0,-3-2 1,-3-3-1,-26 24-2,-66 68 7,57-88 113,132-120 60,430-340-383,-262 227-597,7 9 0,167-84 800,-319 209 299,-70 34-199,-127 122 437,64-69-456,2 4-1,3 2 1,2 2 0,4 3-1,2 2 1,-13 29-81,30 7 4,33-104-5,0 0 0,1 0 1,-1 0-1,1 0 0,-1 0 0,1 0 0,0 0 0,-1 0 0,1 0 0,0 0 0,0 0 1,0-1-1,1 1 0,-1 0 0,0-1 0,1 1 0,-1-1 0,1 1 0,-1-1 1,1 0-1,0 0 0,0 1 0,-1-1 0,1 0 0,0-1 0,0 1 0,0 0 1,0-1-1,0 1 0,0-1 0,0 1 0,0-1 0,0 0 0,1 0 0,-1 0 0,0 0 1,88-1-54,-81 1 45,136-40-79,-310 139 124,-189 130-48,-304 260 12,649-484-123,1 1 0,0 0 0,1 0 0,-1 0 0,1 1 0,0 0 0,1 0 0,0 1 0,0 0 0,1 0 0,-1 0 0,2 1 0,-1 0 0,2 0 0,-1 0 0,1 0 0,0 1 0,1-1 0,-1 6 123,3 5-1930</inkml:trace>
  <inkml:trace contextRef="#ctx0" brushRef="#br1" timeOffset="57645.154">31722 15853 23493,'0'0'7642,"0"0"-7018,123-2 80,-73 28-400,-4 11-304,5 7 0,45 17 0,-12-10-200,1-11-1472</inkml:trace>
  <inkml:trace contextRef="#ctx0" brushRef="#br1" timeOffset="57879.069">32779 14445 30423,'0'0'816,"0"0"-240,0 0-72,0 0-112,0 0-336,0 0-56,0 0 0,123 61 0,-71-35 0,14 13-272,-14-5-1096,-14-3-3641</inkml:trace>
  <inkml:trace contextRef="#ctx0" brushRef="#br1" timeOffset="58144.495">32244 15676 30278,'0'0'1329,"0"0"-977,0 0 312,0 0-520,0 0-144,180-107 0,-84 74 0,7 3 0,-4 12 0,-1 18 0,-27 2-1384,-30 22-4001</inkml:trace>
  <inkml:trace contextRef="#ctx0" brushRef="#br1" timeOffset="58378.652">32590 16179 30142,'0'0'1649,"0"0"-1273,0 0 224,0 0-600,119-24 0,-51-17 0,6-15 0,1-7 0,-5-8 0,-9-4 0,-8-2-408,-9-41-680,-14 17-393,-12 3-2439</inkml:trace>
  <inkml:trace contextRef="#ctx0" brushRef="#br1" timeOffset="58982.868">33303 14303 29950,'0'0'839,"27"-13"-272,199-86 187,160-16-1481,-384 115 663,1 0 0,-1-1 1,1 1-1,-1 0 0,1-1 1,-1 0-1,1 1 0,-1-1 1,0 0-1,1 0 0,-1-1 1,0 1-1,0 0 0,0-1 1,0 1-1,0-1 0,0 0 1,0 0-1,-1 1 1,1-1-1,-1 0 0,1 0 1,-1-1-1,0 1 0,0 0 1,0 0-1,0-1 0,0 1 1,0-1-1,-1 1 0,1 0 1,-1-1-1,1 1 0,-1-1 1,0 1-1,0-1 0,0 1 1,-1-1-1,1 1 0,0-1 1,-1 1-1,0-1 0,1 1 1,-1-1-1,0 1 0,0 0 1,-1 0-1,1 0 0,-2-2 64,2 1 44,-1 1-1,1-1 0,-1 1 1,0 0-1,0-1 0,0 1 0,0 0 1,0 1-1,0-1 0,-1 0 1,1 1-1,-1-1 0,1 1 1,-1-1-1,1 1 0,-1 0 0,0 0 1,0 1-1,0-1 0,1 0 1,-1 1-1,0 0 0,0 0 1,0 0-1,0 0 0,0 0 0,0 0 1,1 1-1,-1-1 0,0 1 1,0 0-1,0 0 0,1 0 0,-1 0 1,1 0-1,-1 1 0,1-1 1,-1 1-1,1 0 0,0 0 1,-1 0-1,1 0 0,0 0 0,1 0 1,-2 1-44,-55 168 911,-51 131 30,-93 168-941,196-457 5,-2 1-1,1 2 0,0-1 1,1 1-1,1 0 0,0 0 1,1 1-1,1-1 1,0 1-1,2 0 0,-1 13-4,3-27 2,-1-1 0,1 0-1,0 0 1,-1 0 0,1 0 0,0-1 0,0 1-1,1 0 1,-1 0 0,0 0 0,0-1-1,1 1 1,-1-1 0,1 1 0,0-1-1,-1 0 1,1 1 0,0-1 0,0 0-1,0 0 1,0 0 0,0-1 0,0 1-1,0 0 1,0-1 0,0 1 0,0-1-1,0 0 1,0 1 0,0-1 0,0 0-1,1 0 1,-1-1 0,0 1 0,0 0-1,0-1 1,0 1 0,0-1-2,89-22 68,276-176-41,-360 195-25,-6 3-2,-1 0 1,1 0-1,0 0 1,0 0-1,0 0 0,0 0 1,1 0-1,-1 0 0,0 0 1,0 0-1,0 1 1,1-1-1,-1 0 0,0 1 1,1-1-1,-1 1 0,1-1 1,-1 1-1,1 0 1,-1 0-1,0 0 0,1 0 1,-1 0-1,1 0 0,-1 0 1,1 0-1,-1 0 1,1 1-1,-1-1 0,0 1 1,1-1-1,-1 1 1,0-1-1,1 1 0,-1 0 1,0-1-1,0 1 0,1 0 1,-1 0-1,0 0 1,0 0-1,0 0 0,0 0 1,0 1-1,-1-1 0,1 0 1,0 0-1,0 1 1,-1-1-1,1 1 0,-2 8 15,0 0-1,-1 0 1,0 1 0,-1-1 0,0-1 0,-1 1-1,0 0 1,0-1 0,-1 0 0,0 0-1,0 0 1,-4 3-15,6-7 7,-110 181 202,42-76-183,4 4 1,6 2-1,-45 123-26,78-66 0,27-171 0,1-1 0,0 0 0,0 0 0,0 0 0,0 0 0,0 1 0,1-1 0,-1 0 0,0 0 0,0 0 0,1 0 0,-1 0 0,1 0 0,-1 0 0,1 0 0,-1 0 0,1 0 0,0 0 0,-1 0 0,1 0 0,0 0 0,0 0 0,0 0 0,0-1 0,0 1 0,0 0 0,0-1 0,0 1 0,0-1 0,0 1 0,0-1 0,0 0 0,0 1 0,0-1 0,0 0 0,0 0 0,1 1 0,-1-1 0,0 0 0,0 0 0,0 0 0,0-1 0,1 1 0,-1 0 0,0 0 0,0-1 0,0 1 0,0 0 0,1-1 0,57-31 0,265-264 0,-321 293 0,1 0 0,-1 1 0,1-1 0,-1 1 0,1 0 0,0 0 0,0 0 0,0 0 0,0 1 0,0-1 0,0 1 0,0 0 0,0 0 0,1 1 0,-1-1 0,0 1 0,1 0 0,-1 0 0,0 1 0,1-1 0,-1 1 0,0 0 0,0 0 0,0 0 0,0 1 0,0 0 0,0-1 0,0 1 0,0 0 0,0 1 0,-1-1 0,3 3 0,135 176 0,-132-172-47,-1-1 0,1 0 0,1-1 0,0 0 0,0 0 0,0-1 0,1 0 0,0-1 0,0 0 0,0-1 0,0 0 1,1-1-1,0 0 0,0-1 0,0 0 0,0-1 0,0 0 0,0-1 0,0 0 0,0-1 0,0-1 0,0 0 0,-1 0 0,10-4 47,9-14-2658</inkml:trace>
  <inkml:trace contextRef="#ctx0" brushRef="#br1" timeOffset="51552.06">23097 13084 27134,'0'0'3721,"0"0"-3257,0 0-224,50 100 144,-14-54-8,5-1-120,5 0-144,0 3-64,-4-1-48,-7 4-152,-26 22-464,-9-11-760,0-13-3578</inkml:trace>
  <inkml:trace contextRef="#ctx0" brushRef="#br1" timeOffset="51862.136">22157 14050 27502,'0'0'2222,"0"0"-1467,0 0-339,0 0-95,23 7 51,106 11 32,79-65-161,551-204-27,-656 230-212,-102 21-4,0 0-1,0 0 1,0 0 0,-1 0-1,1 0 1,0 0 0,0 0-1,0 0 1,-1 1 0,1-1-1,0 0 1,0 0 0,0 1-1,-1-1 1,1 0 0,0 1 0,-1-1-1,1 1 1,0-1 0,-1 1-1,1-1 1,-1 1 0,1-1-1,-1 1 1,1 0 0,-1-1-1,1 1 1,-1 0 0,1-1-1,-1 1 1,0 0 0,1 0-1,-1-1 1,0 1 0,0 0-1,0 0 1,0 0 0,0-1 0,1 1-1,-1 0 1,-1 0 0,1 0-1,0-1 1,0 1 0,0 0-1,0 0 1,0-1 0,-1 1-1,1 0 1,0 0 0,-1-1-1,1 1 1,-1 0 0,1-1-1,-1 1 1,1 0 0,-1-1-1,1 1 1,-1-1 0,1 1 0,-1-1-1,0 1 1,0 0 0,-9 16-1,-1 0 1,-1-1 0,0 0-1,-2 0 1,1-2-1,-2 1 1,0-2-1,-13 10 1,-11 10 0,-65 60 2,-238 214-9,-167 203 7,456-451 0,2 1 0,2 3 1,4 2-1,2 1 1,4 3-1,-11 28 0,47-90-32,0-3-4,1 0-1,-1 0 1,1 1 0,0-1-1,1 0 1,-1 1 0,1-1 0,0 1-1,0 0 1,0-1 0,1 1-1,-1 0 1,1 0 0,0-1-1,1 1 1,-1 0 0,1 0-1,0-1 1,0 1 0,0-1-1,2 2 37,28 7-2008,7-12-1587</inkml:trace>
  <inkml:trace contextRef="#ctx0" brushRef="#br1" timeOffset="52081.941">22878 14650 29342,'11'101'704,"2"54"105,-4 47-289,-7 13-128,-2 2-136,0-4 128,-11-26-280,0-39-72,-2-43-16,4-48 0,3-18-16,-1-3 0,5-9-40,8-27-328,18-19-264,9-29-1313</inkml:trace>
  <inkml:trace contextRef="#ctx0" brushRef="#br1" timeOffset="52359.205">23757 14492 29422,'0'0'1513,"0"0"-995,-22 17-383,-256 214-48,232-187-78,-6 1 74,3 3 1,2 2-1,2 2 1,-32 51-84,70-94 57,1 0 0,1 1 0,0 0 0,0 0 1,1 0-1,0 1 0,0 0 0,2 0 0,-1-1 1,0 13-58,3-20 5,0 0-1,0 0 1,1 0 0,0-1 0,-1 1 0,1 0 0,0 0 0,1 0 0,-1 0 0,0-1 0,1 1 0,-1-1 0,1 1 0,0-1 0,0 0-1,0 1 1,0-1 0,0 0 0,1 0 0,-1 0 0,1-1 0,-1 1 0,1-1 0,-1 1 0,1-1 0,0 0 0,0 0 0,0 0 0,-1 0-1,1-1 1,0 1 0,0-1 0,0 1 0,0-1 0,0 0 0,3-1-5,46 8 0,0-2 0,0-3 0,0-2 0,1-2 0,-1-2 0,0-3 0,1-2 0,-34 6-4,21-2-9,0-2 1,0-2 0,-1-1 0,0-3 0,-1 0 0,27-15 12,86-73-2690,-88 47-3193</inkml:trace>
  <inkml:trace contextRef="#ctx0" brushRef="#br1" timeOffset="52622.128">24300 13989 30647,'-4'138'792,"-11"38"-168,-5 39-200,-4 6-144,-7-8-280,0 2 0,7-6 0,2-16 0,7-11 0,6-11 0,3-31 0,4-35 0,2-40 0,0-33 0,0-11 0,0-19 0,15-2-1176,0-6-1601</inkml:trace>
  <inkml:trace contextRef="#ctx0" brushRef="#br1" timeOffset="52900.139">24211 14719 31255,'0'0'1168,"0"0"-976,0 0-40,168 45-152,-34-11 0,-18-6-584,-6-7-1393</inkml:trace>
  <inkml:trace contextRef="#ctx0" brushRef="#br1" timeOffset="46786.601">14546 13634 30366,'0'0'833,"0"0"-593,0 0-40,0 0 232,-157 118-144,86-56-192,-7 7-64,-10 11-32,-22 21 0,-19 25-112,-3 22-160,23-14-120,28-21-368,39-46-1217,25-41-6697</inkml:trace>
  <inkml:trace contextRef="#ctx0" brushRef="#br1" timeOffset="47034.973">14261 14431 29758,'-2'128'857,"-22"32"-145,-2 31-168,0 5-56,10-9-128,7 0-312,3 5-48,4-13 0,-1-19 0,1-32 0,0-39 0,2-38 0,0-17 0,0-8-224,0-17-224,13-26 80,9-25-280,4-17-1809</inkml:trace>
  <inkml:trace contextRef="#ctx0" brushRef="#br1" timeOffset="47758.675">15193 13604 30358,'0'0'954,"27"-3"-622,178-15 222,-184 17-454,-18 0-95,0 0 1,0 0 0,0 0 0,0 0 0,0 1-1,0-1 1,0 1 0,0 0 0,1 0-1,-1 0 1,0 0 0,0 1 0,0-1 0,0 1-1,0 0 1,0 0 0,0 0 0,0 0 0,0 0-1,0 1 1,0-1 0,-1 1 0,1 0 0,-1 0-1,1 0 1,-1 0 0,0 0 0,1 1 0,-1-1-1,0 1 1,-1-1 0,3 4-6,-5 2-37,0 1-1,0-1 1,0 1 0,-1-1-1,0 0 1,-1 0 0,0 0-1,0 0 1,-1 0 0,0 0 0,0-1-1,-1 0 1,0 0 0,0 0-1,0-1 1,-1 1 0,0-1-1,-1 0 38,2 0-36,-59 66-525,-4-2-1,-2-3 1,-4-4 0,-2-3 0,-2-3-1,-59 31 562,101-68 15,24-15 162,1 1-1,-1 0 1,1 1-1,0 0 1,1 1-1,0 0 1,0 1-1,1 0 1,0 1-1,0 0 1,0 2-177,13 1 347,44-14-77,14-12-171,0-2-1,0-3 0,-2-2 1,24-14-99,-4 4 26,158-56 2,-155 76-33,-74 36-40,-11-11 33,0 0 0,-1 0 0,-1 0 1,-1-1-1,0 1 0,-1-1 0,0-1 0,-1 1 1,-1-1-1,0 0 0,0 0 0,-7 6 12,-414 575 2,419-582 8,1 1 1,0 0 0,1 0 0,1 0-1,0 1 1,1 0 0,1 1 0,0-1 0,1 1-1,0 0 1,1 0 0,1 1 0,0-1-1,1 4-10,2-16 2,-1-1 0,1 1 0,0-1 0,0 1 0,0-1-1,0 1 1,0-1 0,1 0 0,-1 1 0,1-1 0,-1 0-1,1 0 1,0 0 0,0 0 0,0-1 0,0 1-1,0 0 1,0-1 0,1 1 0,-1-1 0,0 0 0,1 0-1,-1 0 1,1 0 0,-1 0 0,1-1 0,0 1 0,-1-1-1,1 1 1,0-1 0,-1 0 0,1 0 0,0 0 0,-1-1-1,3 1-1,100-21 23,97-86-23,-72 30 37,-122 76 17,-21 18-20,-68 70 145,4 2 0,5 5 1,3 2-1,-49 94-179,109-176 13,2 1 0,-1 0 1,2 1-1,0-1 1,1 1-1,1 0 0,0 0 1,1 1-1,1-1 0,0 1 1,2-1-1,0 1 1,0 0-1,2-1 0,0 1 1,1-1-1,0 0 1,1 0-1,1 0 0,1 0 1,0-1-1,1 0 1,1 0-1,1 1-13,-6-12 4,0 0-1,1 0 1,-1 0 0,1-1-1,0 0 1,0 0 0,0 0-1,0 0 1,1 0 0,-1-1-1,1 0 1,-1 0 0,1 0-1,0 0 1,0-1 0,0 0-1,0 0 1,0 0-1,0-1 1,0 0 0,0 0-1,0 0 1,0 0 0,0-1-1,0 0 1,0 0 0,0 0-1,0 0 1,0-1 0,0 0-1,-1 0 1,1-1 0,-1 1-1,0-1 1,3-1-4,20-24 0,0-1 0,-2-1 0,-1-1 0,-2-1 0,6-12 0,5-6 0,278-380-388,-254 354-1296</inkml:trace>
  <inkml:trace contextRef="#ctx0" brushRef="#br1" timeOffset="48143.035">16679 13153 30431,'0'0'632,"0"0"-456,147 10-104,-62 1 48,10 1 40,1 2-88,-6 8-72,-20 35-136,-24-2-1041,-30 2-2143</inkml:trace>
  <inkml:trace contextRef="#ctx0" brushRef="#br1" timeOffset="48421.101">15796 14467 30487,'0'0'824,"0"0"-544,131 11-104,108-88 240,72-35-96,40-26-192,-15 2-56,-73 23-72,-49 23 24,-69 28-24,-62 29 0,-41 19-160,-27 14-472,-8 4-632,-7 8-953</inkml:trace>
  <inkml:trace contextRef="#ctx0" brushRef="#br1" timeOffset="48705.583">17411 13561 28830,'0'0'1452,"-1"22"-750,-10 241 330,-15 167-656,-19-2-1,-21 9-375,-211 1127 0,245-1365 0,30-193-438,2-41-738,0 17 280,0-47-2611</inkml:trace>
  <inkml:trace contextRef="#ctx0" brushRef="#br1" timeOffset="49154.37">16293 14784 29854,'0'0'795,"0"0"-440,0 0-220,0 0 70,0 0 100,28 0-83,178 0-90,-201 0-132,-1-1 0,1 1 0,0 0 0,0 0 0,0 1 1,-1-1-1,1 1 0,0 0 0,-1 0 0,1 1 0,-1 0 0,1-1 1,-1 1-1,0 1 0,1-1 0,-1 1 0,0 0 0,-1-1 0,1 2 0,0-1 1,-1 0-1,0 1 0,0 0 0,0-1 0,0 1 0,-1 0 0,1 1 0,-1-1 1,0 0-1,0 1 0,1 3 0,-4 4-1,0-1 1,-1 0-1,-1 0 1,1 0-1,-2 0 1,1-1-1,-2 1 1,1-1-1,-1 0 1,-1 0-1,0 0 1,0-1-1,-1 0 1,0 0-1,-1-1 1,-5 5 0,8-7 0,-350 374 17,171-195-2,85-55 220,97-125-222,2-5-12,-1 0 0,1 1 0,-1-1 0,1 1 0,-1-1 0,1 1 0,-1-1 0,1 1-1,-1 0 1,1-1 0,0 1 0,0-1 0,-1 1 0,1 0 0,0-1 0,0 1 0,0 0 0,-1-1 0,1 1-1,0 0 1,0 0 0,0-1 0,0 1 0,0 0 0,0-1 0,1 1 0,-1 0 0,0-1 0,0 1 0,0 0 0,1-1-1,-1 1 1,0 0 0,1-1 0,-1 1 0,0-1 0,1 1 0,-1-1 0,1 1 0,-1-1 0,1 1 0,-1-1-1,1 1 1,-1-1 0,1 1 0,0-1 0,-1 0 0,1 1 0,0-1 0,-1 0 0,1 0 0,0 0 0,-1 1-1,1-1 1,0 0 0,-1 0 0,1 0 0,0 0 0,-1 0 0,1 0 0,0 0 0,-1 0 0,1-1 0,0 1-1,-1 0 1,1 0 0,0-1-1,22-4 5,0-1 0,0-2 0,0 0 0,-1-2 0,-1 0 0,0-1 0,0-1 0,18-15-5,-38 26 0,726-505-539,-23 13-339,-667 474 1054,-44 33 161,-256 252 297,-979 1073-709,1152-1233-677,95-103-18,20-13-1226,15-20-1948</inkml:trace>
  <inkml:trace contextRef="#ctx0" brushRef="#br1" timeOffset="49438.099">16938 15530 28206,'0'0'1248,"142"-12"-544,-54 12-167,8 0-9,-1 20 8,-8 5-152,-1 3-144,-1 0-96,3-5-104,4-3-40,22-6-88,31-12-464,-25-2-1049,-15 0-4240</inkml:trace>
  <inkml:trace contextRef="#ctx0" brushRef="#br1" timeOffset="49760.933">18244 13912 31735,'0'0'716,"-14"18"-436,-38 61-244,51-77-36,0 1 0,0-1 0,1 1 0,-1 0 0,1-1 0,0 1 0,0 0 0,0-1 0,0 1 0,0 0 0,1-1 0,-1 1 0,1 0 0,-1-1 0,1 1 0,0-1 0,0 1 0,0-1 0,1 1 0,-1-1 0,1 0 0,-1 0 0,1 0 0,0 0 0,-1 0 0,1 0 0,0 0 0,0 0 0,1-1 0,-1 1 0,0-1 0,0 1 0,2-1 0,5 7 0,51 42 228,98 104-1845,-151-145 1400,-1 0 1,-1 0-1,0 1 0,0-1 0,-1 1 0,0 1 1,-1-1-1,0 0 0,0 1 0,-1 0 1,-1-1-1,1 1 0,-2 0 0,0 0 0,0 0 1,-1 0-1,0-1 0,-1 1 0,-1 5 217,-74 126 647,62-121-404,-25 29 141,2 3 1,3 0 0,2 3 0,2 0 0,3 2 0,3 1-1,2 1 1,3 1 0,2 1 0,3 1 0,-6 61-385,18-73 39,2 1-1,2 0 1,3-1 0,2 0 0,10 44-39,-15-93 2,-1 0-1,-1-1 1,1 0-1,0 0 0,0 0 1,0 0-1,0 0 0,0 0 1,0 0-1,0 1 0,0-1 1,0 0-1,1 0 0,-1 0 1,0 0-1,1 0 1,-1 0-1,1 0 0,-1 0 1,1 0-1,0 0 0,-1 0 1,1 0-1,0-1 0,0 1 1,-1 0-1,1 0 0,0-1 1,0 1-1,0 0 0,0-1 1,0 1-1,0-1 1,0 1-1,0-1 0,0 0 1,0 1-1,0-1 0,0 0 1,0 0-1,1 0 0,-1 1 1,0-1-1,0 0 0,0-1 1,0 1-1,0 0 1,0 0-1,0 0 0,0-1 1,1 1-1,-1-1 0,0 1 1,0-1-2,96-147 112,22-45-772,91-198 660,-105 121-4307,-69 141-7012</inkml:trace>
  <inkml:trace contextRef="#ctx0" brushRef="#br1" timeOffset="50010.104">19051 13819 22917,'0'0'6185,"112"-41"-5593,-31 17-432,13 1-104,2 1-24,-25 12-32,-6 6-216,-19 4-552,-22 14-568,-13 4-2257</inkml:trace>
  <inkml:trace contextRef="#ctx0" brushRef="#br1" timeOffset="50368.71">19608 13816 21381,'0'0'3870,"0"0"-1599,-27 24-1139,-177 185 58,155-150-948,3 2 0,2 2 0,3 1 0,3 3 0,3 1 1,3 2-1,-10 33-242,41-102 4,0 0 0,0 1-1,0-1 1,0 1 0,0-1 0,1 1 0,-1-1 0,0 1 0,1-1 0,-1 1-1,1 0 1,-1-1 0,1 1 0,0 0 0,-1-1 0,1 1 0,0 0 0,0 0 0,1-1-1,-1 1 1,0 0 0,0-1 0,1 1 0,-1 0 0,1-1 0,0 1 0,-1-1 0,1 1-1,0-1 1,0 1 0,0-1 0,0 1 0,0-1 0,0 0 0,0 0 0,1 1-1,-1-1 1,0 0 0,1 0 0,-1 0 0,1-1 0,-1 1 0,1 0 0,-1 0 0,1-1-1,-1 1 1,1-1 0,0 1 0,-1-1 0,1 0 0,0 0 0,0 0 0,-1 0 0,1 0-1,0 0 1,-1 0 0,3-1-4,160 3-123,-161 1 122,0-1 0,-1 1-1,1-1 1,-1 1 0,0 0-1,0 0 1,0 0 0,0 0-1,0 0 1,-1 0 0,1 1-1,-1-1 1,0 0 0,0 1-1,0-1 1,-1 1 0,1-1-1,-1 1 1,0-1 0,0 1-1,0 0 1,0-1 0,-1 1-1,1-1 1,-1 1 0,0-1-1,0 1 1,0-1 0,-1 0-1,1 1 1,-2 1 1,-104 195 100,-118 175 236,217-362-276,2 2-1,0-1 0,0 1 1,1 0-1,1 0 0,1 0 1,0 0-1,0 13-59,2-27 3,2 1-1,-1-1 1,0 0 0,0 0-1,0 0 1,0 0 0,1 0-1,-1 1 1,0-1 0,1 0-1,-1 0 1,1 0 0,0 0-1,-1 0 1,1 0 0,0 0-1,-1 0 1,1-1 0,0 1-1,0 0 1,0 0 0,0-1-1,0 1 1,0 0 0,0-1-1,0 1 1,0-1 0,0 1-1,0-1 1,0 0 0,0 1-1,1-1 1,-1 0 0,0 0-1,0 0 1,0 0 0,0 0-1,1 0 1,-1 0 0,0 0-1,0 0 1,0 0 0,0-1 0,0 1-1,1-1 1,-1 1 0,0-1-1,0 1 1,0-1 0,0 0-3,61-28-30,363-346-3505,-422 372 3609,0 0 1,0-1-1,1 1 1,-1 1-1,1-1 1,0 1 0,0-1-1,0 1 1,0 0-1,1 0 1,-1 1-1,0-1 1,1 1-1,-1 0 1,1 0 0,-1 1-1,1-1 1,0 1-1,-1 0 1,1 0-1,-1 1 1,1-1 0,0 1-1,-1 0 1,1 0-1,-1 1 1,0-1-1,1 1 1,-1 0 0,0 0-1,0 1 1,0-1-1,-1 1 1,1-1-1,0 2-74,132 238 1033,-127-229-1689,-2-9-1688</inkml:trace>
  <inkml:trace contextRef="#ctx0" brushRef="#br1" timeOffset="50754.285">20114 15508 18340,'0'0'12387,"0"0"-11675,0 0-312,0 0-184,-37 120-136,19-78-80,3-9-376,-1-11-1889</inkml:trace>
  <inkml:trace contextRef="#ctx0" brushRef="#br1" timeOffset="62043.031">4023 17264 28182,'0'0'930,"0"0"-420,0 0-268,0 0-84,0 0 48,4-10-17,-1 3-159,-3 4-23,1 0 0,0 0 0,1 0 0,-1 0 1,0 0-1,1 0 0,0 0 0,0 1 0,0-1 1,0 0-1,0 1 0,0 0 0,0-1 0,1 1 1,-1 0-1,1 0 0,0 0 0,0 1 0,0-1 1,0 0-8,26-4 82,-1 0 0,1 2 0,0 1 0,0 1 0,0 2 1,0 1-1,16 2-82,-17-1 11,677 55 75,124-43-81,-583-15 0,1581-28 39,35 46 146,2064 25-20,-859-70 340,281-209-105,-3030 200-367,-2-13 0,110-42-38,-419 91-19,2-1-68,-1 0-1,1 0 0,-1-1 0,1 0 1,-1 0-1,0-1 0,0 0 0,-1-1 1,1 1-1,-1-1 0,6-6 88,-2-7-1494</inkml:trace>
  <inkml:trace contextRef="#ctx0" brushRef="#br1" timeOffset="63646.927">22255 17498 24597,'0'0'4497,"0"0"-3343,27 0-1109,242-22 157,92-11 220,1 15 1,1 16 0,31 17-423,-182-8-12,2080 12-35,-1098-19 23,1047 88 486,-1453-46-182,1547 30-215,-2246-71-303,-21 1-407,1-2 0,-1-3 0,1-4 0,-1-2 0,13-6 645,-2-13-6803</inkml:trace>
  <inkml:trace contextRef="#ctx0" brushRef="#br1" timeOffset="71697.092">259 13496 26598,'0'0'3539,"-21"1"-2475,-73 1-822,93-1-236,-1 0 0,1-1 0,-1 1 0,0 0 0,1-1 0,-1 0 0,0 1 0,0-1 0,1 0 0,-1 0 0,0 0 0,0 0 0,1 0 0,-1 0 0,0-1 0,0 1 0,1 0 0,-1-1 0,0 0 0,1 1 0,-1-1 0,1 0 0,-1 0 1,1 0-1,-1 0 0,1 0 0,0 0 0,-1 0 0,1 0 0,0-1 0,0 1 0,0 0 0,0-1 0,0 1 0,0-1 0,0 1 0,0-1 0,1 0 0,-1 1 0,0-1 0,1 0 0,0 1 0,-1-1 0,1 0 0,0 0 0,0 1 0,0-1 0,0 0 0,0 0 0,0 1 0,1-1 0,-1 0 0,0 1 1,1-1-1,0 0 0,-1 1 0,1-1 0,0 0 0,0 1 0,0-1 0,0 1 0,0 0 0,0-1 0,0 1 0,1-1-6,12-18 4,1 0 0,1 1 0,1 1-1,0 0 1,1 2 0,1 0 0,16-10-4,-23 16 1,130-98-52,5 5 0,4 7-1,22-4 52,-152 89-24,0 0-1,1 1 0,0 1 1,1 1-1,0 1 0,0 1 0,0 1 1,1 1-1,-1 2 0,1 0 0,20 1 25,-39 1-7,0 0 0,-1 0 0,1 1 0,-1-1 0,1 1 0,0 0 0,-1 0 0,1 1 0,-1-1-1,0 1 1,0 0 0,1 0 0,-1 0 0,-1 1 0,1 0 0,0-1 0,0 1 0,-1 0 0,0 1-1,0-1 1,0 1 0,0-1 0,0 1 0,-1 0 0,1 0 0,-1 0 0,0 1 0,0-1 0,-1 0-1,1 1 1,-1 2 7,3 24 5,-2 0 0,-2 0 0,-1 0 0,-1 0-1,-1-1 1,-2 1 0,-1 0 0,-2-1 0,0-1-1,-2 1 1,-2-1 0,0-1 0,-2 0 0,-1-1-1,-6 7-4,18-28 2,-120 228 210,-10-5 1,-101 125-213,206-314 62,-1-2 1,-1 0-1,-2-2 0,-29 23-62,61-59 1,0 1 0,-1 1 0,1-1 0,-1 0 0,1 1 0,-1-1 0,0 0 0,0 0 0,0 1 0,0-1 0,0 0 0,0 0 0,0 0 0,0 0 0,0 0 0,0 0 0,-1-1 0,1 1 0,0 0 0,0-1 0,-1 1 0,1-1 0,-1 1 0,1-1 0,0 1 0,-1-1 0,1 0 0,-1 0 0,1 0 0,-1 0 0,1 0 0,-1 0 0,1 0 0,-1 0 0,1-1 0,0 1 0,-1 0 0,1-1 0,-1 0 0,1 1 0,0-1 0,0 0 0,-1 1 0,1-1 0,0 0 0,0 0 0,0 0 0,0 0 0,0 0 0,0 0 0,0 0 0,0-1 0,0 1 0,0 0 0,1 0 0,-1-1 0,1 1 0,-1-1 0,1 1 0,-1 0 0,1-1 0,0 1 0,-1-1 0,1-1 0,1-24 1,0-1 1,2 0-1,0 1 1,3 0-1,0-1 1,1 2-1,2-1 1,4-8-3,320-833-498,-297 736 244,-5-3 0,-7 0 0,-5-1 0,-6-1 0,-5-101 254,-10 86-854,22 178 604,78 119 540,-5 5 0,-8 3 0,-6 4 0,-7 4 0,23 86-290,-86-223 75,11 28 175,-1 0-1,-4 1 0,-1 1 0,-3 0 1,-2 1-1,1 55-249,-10-108 4,0-1 0,0 1 0,0-1 0,0 1 0,-1-1 0,1 0 0,0 1 0,-1-1 0,1 1 0,-1-1 0,1 0 0,-1 1 0,1-1-1,-1 0 1,0 1 0,0-1 0,0 0 0,0 0 0,0 0 0,0 0 0,0 0 0,0 0 0,0 0 0,0 0 0,-1-1 0,1 1 0,0 0 0,-1-1 0,1 1 0,0-1 0,-1 1 0,1-1 0,-1 0 0,1 1 0,0-1 0,-1 0 0,1 0 0,-1 0 0,1 0 0,-1 0 0,1 0 0,-1-1 0,1 1 0,0 0 0,-1-1 0,1 1 0,-1-1 0,1 0 0,-1 0-5,2 1 2,-56-5 19,0-3 1,1-2 0,0-3-1,-33-12-20,8 2 8,-48-7-32,1-7 0,2-4 0,1-7 0,3-4 0,3-6 0,-2-7 24,109 58-1,-7-3-3,2-1 0,0 0 0,0-2 0,1 1 0,0-2 0,1 0 0,1-1 0,-10-13 4,-69-169-1098,58 97-2001</inkml:trace>
  <inkml:trace contextRef="#ctx0" brushRef="#br1" timeOffset="72940.682">20977 12064 10042,'0'0'16368,"0"0"-12521,0 0-3373,0 0-229,0 0-32,2 3 31,23 6-2,90-41-92,713-287 97,-796 306-243,-14 5-3,0 0-1,0 1 0,1 1 0,-1 1 1,1 0-1,1 2 0,-1 0 1,1 1-1,5 1 0,-22 1-1,-1 1 1,1-1-1,0 1 1,-1 0-1,1-1 0,-1 1 1,1 0-1,-1 1 1,1-1-1,-1 0 1,0 1-1,0-1 0,0 1 1,0 0-1,0 0 1,0 0-1,0 0 1,0 0-1,-1 0 1,1 0-1,-1 0 0,1 1 1,-1-1-1,0 1 1,0-1-1,0 1 1,-1-1-1,1 1 0,0 0 1,-1-1-1,0 1 1,0 0-1,1-1 1,-1 1-1,-1 0 1,-13 107 16,-11-40 1,-4-2 1,-2-1 0,-3-1-1,-29 39-17,42-69 17,-4 11 42,-1-1 1,-3-1 0,-1-2 0,-2 0 0,-3-2 0,0-2 0,-3-1-1,-1-2 1,-39 27-60,75-60 2,1-1-1,-1 1 1,0-1 0,0 0-1,0 0 1,0 0-1,0 0 1,0 0-1,0-1 1,-1 0-1,1 1 1,-1-1-1,1 0 1,-1-1 0,1 1-1,-1-1 1,1 1-1,-1-1 1,0 0-1,1 0 1,-1-1-1,1 1 1,-1-1 0,1 0-1,-1 0 1,1 0-1,-1 0 1,1 0-1,0-1 1,0 0-1,0 0 1,-1 1-1,2-2 1,-1 1 0,0 0-1,0-1 1,1 1-1,-1-1 1,1 0-1,0 1 1,0-1-1,0 0 1,0-1-2,-11-173 0,41-566-117,-32 416 106,4 325 11,1 1-1,-1-1 1,0 1 0,1 0-1,0-1 1,-1 1 0,1 0-1,0-1 1,-1 1 0,1 0-1,0 0 1,0 0 0,0 0-1,0 0 1,0 0 0,0 0-1,0 0 1,0 0 0,1 0-1,-1 1 1,0-1 0,1 0-1,-1 1 1,0-1-1,1 1 1,-1 0 0,0-1-1,1 1 1,-1 0 0,1 0-1,-1 0 1,1 0 0,-1 0-1,0 0 1,1 0 0,-1 0-1,1 1 1,-1-1 0,1 0-1,-1 1 1,0 0 0,0-1-1,1 1 1,-1 0 0,0-1-1,0 1 1,1 0 0,-1 0-1,0 0 1,0 0 0,0 0-1,0 0 1,-1 0 0,1 0-1,0 1 1,0-1 0,-1 0-1,1 1 1,0 0 0,28 24 2,-1 1-1,-1 1 1,-2 2-1,0 0 1,-1 5-2,-12-21 3,66 89 20,-3 4-1,-6 2 1,-4 3 0,-5 3 0,-5 3 0,3 25-23,-46-111 0,-2 1 0,-1 1 0,-1 0 0,-2 0 0,-2 0 0,1 27 0,-7-59 0,1-1 0,0 1 0,-1 0 0,1-1 0,-1 1 0,0-1 0,1 0 0,-1 1 0,0-1 0,0 0 0,0 0 0,0 0 0,0 0 0,0 0 0,0-1 0,0 1 0,0-1 0,0 1 0,0-1 0,0 0 0,0 0 0,-1 0 0,1 0 0,0 0 0,0 0 0,0 0 0,0-1 0,-1 1 0,1-1 0,0 0 0,0 0 0,0 1 0,0-2 0,0 2 0,-48-10 0,0-3 0,1-2 0,0-2 0,-34-18 0,-2 1 0,14 7-11,-23-7-17,2-4 0,1-4-1,2-4 1,-25-21 28,53 20-620</inkml:trace>
  <inkml:trace contextRef="#ctx0" brushRef="#br2" timeOffset="476655.489">9994 12545 18852,'0'0'8230,"0"0"-6075,0 0-1812,0 0-93,0 0 213,-3-2 48,0 0-437,-7 12 505,10 776 230,-147 622-308,-175 350-501,275-1538 0,92-412-48,62-309-1416,-66 158-4667,-38 192-8471</inkml:trace>
  <inkml:trace contextRef="#ctx0" brushRef="#br2" timeOffset="477387.115">10401 11882 29998,'0'0'559,"28"-1"-371,231-1-112,379 59 266,391-55 39,-371-10-310,-450 13-45,-1 10 1,154 31-27,-93 3 117,-32-4 14,2-10 0,147-1-131,510-31 219,-879-3-217,-7-1-1,-1 1 0,1 0-1,-1 0 1,0 1 0,1-1 0,-1 2 0,0-1 0,0 1 0,0 1 0,0 0 0,0 0 0,1 1-1,-10 4-7,-21-7-12,0-2-1,0 0 1,0-1 0,1-1-1,-1-1 1,1-1-1,0 0 1,0-2 0,-7-4 19,17 7-14,-11-7-17,-1 2 1,1 1-1,-1 1 0,0 0 0,-1 2 0,0 1 0,0 1 1,0 1-1,-10 0 31,31 3 0,-1 0 0,1 1 0,0-1 0,0 1 0,0-1 0,0 1 0,0 0 0,0 0 1,1 0-1,-1 0 0,0 0 0,1 1 0,0-1 0,0 1 0,0 0 0,0 0 0,0 0 0,0 0 0,1 0 0,-1 0 0,1 0 1,0 0-1,0 0 0,0 1 0,0-1 0,1 1 0,-1-1 0,1 0 0,0 1 0,0-1 0,0 1 0,1-1 0,0 3 0,-5 231 68,6 78 114,0 130 506,-28 134-688,-31 13 10,-25-3 0,-137 484-10,140-810 0,64-235 8,6-64-139,-12-170-3508,3 99-3585</inkml:trace>
  <inkml:trace contextRef="#ctx0" brushRef="#br2" timeOffset="477698.311">11140 16769 5057,'0'0'19190,"0"0"-14413,0 0-4089,0 0-383,36-2 3,366-17 502,1303-158 33,-647 50-825,-43 24-1769,-792 77-2736</inkml:trace>
  <inkml:trace contextRef="#ctx0" brushRef="#br2" timeOffset="478292.066">21955 17112 27958,'0'0'3929,"0"0"-3113,0 0-752,0 0-64,285-95 0,7 54 0,71-14 0,47-9 0,5 5 0,12 2 0,-8 2 0,-25 5 0,-39 9 0,-48 11 0,-50 17 0,-62 1-88,-68 4-1168,-53 0-1945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31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1168 135 29158,'0'0'982,"0"0"-414,0 0-163,-10-17 29,-33-56 6,40 69-413,0 0 0,0 1 0,-1-1 0,0 1 1,1 0-1,-1 0 0,0 0 0,-1 1 0,1-1 0,0 1 1,-1 0-1,1 0 0,-1 1 0,0-1 0,0 1 0,1 0 1,-1 0-1,0 1 0,0-1 0,0 1 0,0 0 0,0 0 1,0 1-1,0 0 0,0 0 0,1 0 0,-2 0-27,5-1 2,-20 5 3,0 0 1,0 2 0,0 0-1,1 1 1,0 1 0,1 1-1,0 0 1,-5 5-6,-39 26 0,2 3 0,3 2 0,1 3 0,2 2 0,3 3 0,2 1 0,3 3 0,2 2 0,3 2 0,2 1 0,-23 54 0,55-103 0,1-1 0,0 1 0,1 1 0,1-1 0,0 1 0,1 0 0,0 0 0,1 0 0,1 0 0,1 1 0,0-1 0,1 1 0,0-1 0,2 1 0,-1-1 0,2 0 0,0 1 0,1-1 0,0-1 0,2 1 0,-1-1 0,2 1 0,0-2 0,0 1 0,2-1 0,13 14 0,2-2 0,1 0 0,1-2 0,1-1 0,22 14 0,-30-25 0,-1 1 0,-1 0 0,0 1 0,0 2 0,-2-1 0,0 2 0,0 0 0,-1 0 0,-2 2 0,1 0 0,-2 0 0,0 1 0,-2 0 0,0 1 0,-1 0 0,6 20 0,-8 4 0,-1 1 0,-3-1 0,-1 1 0,-3 0 0,-1 0 0,-2-1 0,-2 0 0,-2 0 0,-13 35 0,-19 47 0,-6-2 0,-44 80 0,-227 445 0,308-625 0,1 0 0,1 1 0,1 0 0,2 1-1,0-1 1,1 1 0,2 0 0,1-1 0,1 1 0,1 0 0,3 21 0,74 165-215,-62-139 208,-3 0 0,-3 0 0,-4 1 0,-3 0-1,-4 41 8,1-63-1,0 2031 254,-61-474-253,60-1551 0,3 0 0,3 0 0,2 0 0,2-1 0,6 10 0,-15-63 0,1 0 0,0 0 0,0 0 0,0 0 0,0 0 0,1 0 0,-1-1 0,1 1 0,0 0 0,0-1 0,0 0 0,1 1 0,-1-1 0,1 0 0,0 0 0,0-1 0,0 1 0,0 0 0,0-1 0,0 0 0,1 0 0,1 1 0,26-19-15,-15-16-363,-1-1-1,-2 0 0,-1-1 0,-2 0 1,4-24 378,12-94-4269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38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23557,'0'0'6457,"0"0"-5840,0 0-185,0 0-184,0 0-24,0 0-40,-79 116-184,54-80-552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4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1204 29622,'0'0'643,"0"0"-161,29-30-222,273-262 68,-256 251-284,155-135 266,99-59-310,-228 196 95,-71 39-94,0 0 0,1 0 0,-1 0 0,1 1 0,-1-1 0,1 0 0,-1 1 0,0-1 0,1 0 0,-1 1 1,0 0-1,1-1 0,-1 1 0,0 0 0,0-1 0,1 1 0,-1 0 0,0 0 0,0 0 0,0 0 0,0 0 0,0 0 0,-1 1 0,1-1 0,0 0 0,0 0 0,-1 1 0,1-1 0,-1 0 0,1 1 0,-1-1 0,1 1 0,-1-1 0,0 0 0,0 1 0,0-1 0,0 1 0,0-1 0,0 1 1,0-1-1,0 0 0,-1 1 0,1-1 0,0 1 0,-1-1 0,1 0 0,-1 1 0,0-1 0,1 0-1,-3 51 24,-1 0 0,-3 0 0,-2-1 0,-2 0 0,-2 0 0,-20 45-24,15-39 7,-54 172 20,-11-4 0,-77 144-27,138-346-50,27-73-304,17-30-872,5-14-970</inkml:trace>
  <inkml:trace contextRef="#ctx0" brushRef="#br0" timeOffset="183.833">742 0 28822,'0'0'760,"-44"141"-408,2 18 329,-8 43-81,-10 20-168,1-3-80,2-21-104,3-11-112,7-23-80,15-42-32,14-35-24,11-36-112,7-29-424,11-10-696,5-12-953</inkml:trace>
  <inkml:trace contextRef="#ctx0" brushRef="#br0" timeOffset="558.726">1404 539 20804,'-2'17'7955,"-99"458"-4411,102-453-3495,7-30-36,-8 7-7,88-114 37,-69 86-61,1 1 0,1 1 0,1 0 0,1 2-1,2 1 1,0 0 0,2 2 0,0 1 0,29-16 18,-53 35-2,-1 0 1,1 0 0,0 0-1,0 1 1,0-1-1,0 1 1,0 0 0,1 0-1,-1 0 1,0 0-1,0 0 1,1 1-1,-1 0 1,1-1 0,-1 1-1,0 1 1,1-1-1,-1 0 1,0 1-1,1-1 1,-1 1 0,0 0-1,0 0 1,1 1-1,-1-1 1,0 1 0,0-1-1,-1 1 1,1 0-1,0 0 1,0 0 1,0 9 2,-1 0 1,0 0-1,-1 0 0,0 0 1,0 0-1,-1 0 1,-1 0-1,0 0 0,0 0 1,-1 0-1,-1 0 0,1 0 1,-2 0-1,-2 5-2,-19 47 74,-4 0 0,-1-2 0,-31 43-74,45-78 8,-72 121 0,85-128-552,25-33-617,5-16-702</inkml:trace>
  <inkml:trace contextRef="#ctx0" brushRef="#br0" timeOffset="976.983">2169 486 16476,'0'0'11430,"0"0"-8809,0 0-2428,0 0-104,11 20 51,0-3-86,-6-9-32,1 0 0,-2 1 0,1-1 0,-1 1 0,0 0 0,0 0 0,-1 0 1,-1 1-1,0-1 0,0 1 0,0-1 0,-1 1 0,-1-1 0,0 9-22,-4 9 11,-1 0 0,-2 0 1,0-1-1,-2 0 0,-1 0 0,-1-1 0,-1 0 1,-6 8-12,1 2 3,-112 218-281,-52 65 278,169-298 17,23-32 55,13-17-64,-14 17 0,1 0 1,0 1-1,0 0 1,1 0-1,0 2 1,1-1-1,0 1 0,1 1 1,0 1-1,0 0 1,0 0-1,1 1 0,0 1 1,0 1-1,0 0 1,12-1-9,-23 7 13,1 0 1,-1 0 0,0 1 0,1-1-1,-1 1 1,0 0 0,-1 0 0,1 0-1,0 1 1,-1-1 0,0 1 0,0 0-1,0 0 1,0 0 0,-1 0-1,1 0 1,-1 1 0,0-1 0,0 1-1,-1-1 1,0 1 0,1 0 0,-2 0-1,1 0 1,0-1 0,-1 1 0,0 0-1,0 0 1,0 0 0,-1 0-1,0 0 1,0 0 0,0-1 0,-1 3-14,2 1 26,1 184 372,0-191-397,1 1 1,-1-1 0,0 0 0,1 0 0,-1-1 0,0 1 0,1 0 0,0 0 0,-1-1-1,1 1 1,-1-1 0,1 1 0,0-1 0,-1 0 0,1 0 0,0 1 0,-1-1 0,1 0 0,0-1-1,-1 1 1,1 0 0,0 0 0,-1-1 0,1 1 0,-1-1 0,1 1 0,-1-1 0,1 0-1,-1 0 1,1 1 0,-1-1 0,1 0 0,-1 0 0,0 0 0,0-1 0,1 1 0,-1 0-1,0 0 1,0-1 0,0 1 0,-1-1 0,1 1 0,0-1-2,38-39-298,-1-3 0,-3 0 0,-2-2 0,-1-2 0,-3-1 0,-2-1 0,15-39 298,13-36-2107,-10 4-2594</inkml:trace>
  <inkml:trace contextRef="#ctx0" brushRef="#br0" timeOffset="1567.031">2905 373 23461,'0'0'3023,"0"0"-1228,19-9-1209,122-60 62,8 10-535,-147 60-141,-1 0 1,0 0-1,1 1 0,-1-1 0,0 0 0,1 1 0,-1-1 1,0 1-1,0-1 0,0 1 0,-1-1 0,1 1 0,0 0 0,0 0 1,-1-1-1,1 1 0,-1 0 0,0 0 0,1 0 0,-1-1 0,0 1 1,0 0-1,0 0 0,-1 0 0,1 0 0,0 0 0,0-1 0,-1 1 1,0 0-1,1 0 0,-1-1 0,0 1 0,0 0 0,1-1 0,-2 2 28,-107 270 1117,-222 458 919,315-677-1677,18-53-354,-1 1 0,1-1-1,-1 0 1,1 0 0,-1 0 0,1 0 0,0 0-1,-1-1 1,1 1 0,0 0 0,0-1 0,-1 1 0,1-1-1,0 0 1,0 1 0,0-1 0,0 0 0,0 0-1,-1 0 1,1-1 0,0 1 0,0 0 0,0-1 0,0 1-1,-1-1 1,1 1 0,0-1 0,-1 0 0,1 0 0,0 0-1,-1 0 1,1 0 0,-1 0 0,1 0 0,-1-1-1,0 1 1,1 0 0,-1-1 0,1-1-5,55-35-25,-2-4 0,-2-2 0,-1-2 1,16-22 24,16-12-21,-48 52 21,-37 36 1,-89 173 206,66-139-171,3 1 1,1 1-1,3 1 1,1 0-1,2 2 1,3-1-1,1 1 1,3 1-1,1 0-36,5-43 0,0-1 0,0 1 0,1 0 0,-1 0 0,1 0 0,0-1 0,0 1 0,1 0 0,0 0 0,-1-1 0,2 1 0,-1 0 0,0-1 0,1 1 0,0-1 0,0 1 0,0-1 0,1 0 0,0 0 0,-1 0 0,1 0 0,0-1 0,1 1 0,-1-1 0,1 0 0,0 0 0,-1 0 0,1 0 0,0-1 0,1 1 0,3 1 0,3-2 0,0-1 0,-1 0 0,1-1 0,0 0 0,0-1 0,-1 0 0,1-1 0,0 0 0,-1 0 0,1-1 0,-1 0 0,0-1 0,0-1 0,0 1 0,-1-1 0,9-7 0,138-110 0,-147 114 0,214-210-152,-221 215 156,0 0 0,0 0-1,0 0 1,1 1 0,-1-1 0,1 1 0,-1-1-1,1 1 1,0 0 0,0 0 0,0 1 0,0-1-1,0 0 1,0 1 0,1 0 0,-1 0 0,0 0-1,1 0 1,-1 0 0,1 1 0,-1-1 0,1 1-1,-1 0 1,1 0 0,-1 1 0,1-1 0,-1 1-1,1-1 1,-1 1 0,0 0 0,1 0 0,-1 1-1,0-1 1,0 1 0,0 0 0,0-1 0,0 1-1,0 1 1,0-1 0,1 1-4,57 88-248,-47-77-992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3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679 0 26718,'0'0'2408,"0"0"-1428,0 0-343,0 0-144,0 0-121,0 0 44,-10 23-12,-138 265-65,136-267-339,1 0 0,2 1 0,0 0 0,1 0 0,1 1 0,1 0 0,1 0 0,-1 17 0,6-37-2,0-1 0,-1 1 0,1 0 0,1-1 0,-1 1 0,0-1 0,1 1 0,-1 0 0,1-1 0,0 1 0,0-1 0,0 0 0,0 1 0,0-1 1,0 0-1,1 1 0,-1-1 0,1 0 0,0 0 0,0 0 0,-1 0 0,1-1 0,0 1 0,1 0 0,-1-1 0,0 0 0,0 1 0,1-1 0,-1 0 0,0 0 0,1 0 0,-1 0 0,1-1 0,-1 1 0,1-1 0,0 1 0,-1-1 0,1 0 0,0 0 0,-1 0 0,3-1 2,118-26-430,-65-3 133,-2-2-1,0-3 1,-3-3-1,-1-1 1,-2-3 0,7-10 297,92-73-148,-140 117 209,1 0-1,0 0 1,0 1 0,1 0 0,0 0 0,0 2 0,0-1-1,1 1 1,0 1 0,0 0 0,0 1 0,0 0-1,1 1 1,-1 0 0,1 1 0,0 0 0,-1 1-1,1 1 1,-1 0 0,2 1-61,-9 1 5,0 1 1,-1 0-1,1 0 1,-1 0-1,0 0 0,0 1 1,-1-1-1,1 1 1,-1 0-1,0 0 0,0 1 1,-1-1-1,1 0 0,-1 1 1,-1 0-1,1-1 1,-1 1-1,0 0 0,0 0 1,0 0-1,-1 0 1,0 0-1,0 0 0,-1 0 1,0-1-1,0 1 0,-1 4-5,-47 135-1161,9-82-1029</inkml:trace>
  <inkml:trace contextRef="#ctx0" brushRef="#br0" timeOffset="249.833">33 1405 27046,'0'0'2730,"-8"18"-1770,3-8-896,3-9-55,1 1 0,-1-1 1,1 1-1,-1 0 0,1-1 1,-1 1-1,1 0 0,0 0 1,0 0-1,0 0 1,0 0-1,1 0 0,-1 0 1,0 1-1,1-1 0,0 0 1,-1 0-1,1 0 0,0 1 1,0-1-1,0 0 1,0 0-1,1 1 0,-1-1 1,0 0-1,1 0 0,0 0 1,0 0-1,-1 0 0,1 0 1,0 0-1,1 0 1,-1 0-1,0 0 0,0 0 1,1 0-1,-1-1 0,1 1 1,0-1-1,-1 1 0,1-1 1,0 0-1,0 1 0,0-1 1,0 0-1,0 0 1,0-1-1,0 1 0,0 0 1,0-1-1,0 1 0,1-1 1,-1 1-1,0-1 0,0 0 1,1 0-1,-1 0 1,0 0-1,0-1 0,0 1 1,1-1-1,-1 1 0,0-1 1,2 0-10,45-5 125,-1-3 0,1-1-1,-1-2 1,-1-3 0,0-2 0,42-21-125,265-129 408,325-210-408,-424 199-2196,-205 123-1531,2-47-13671,-39 53 12585,-7-8 3000</inkml:trace>
  <inkml:trace contextRef="#ctx0" brushRef="#br0" timeOffset="500.966">1696 440 9442,'0'0'19508,"0"0"-18500,-166 136-391,93-57-257,-8 24-72,-15 23-64,-16 32-56,-6 13-48,8-5-72,16-14-40,28-42-8,20-31-72,22-29-192,13-21-440,11-29-953,4-8-999,16-23-16869</inkml:trace>
  <inkml:trace contextRef="#ctx0" brushRef="#br0" timeOffset="921.557">1600 856 26958,'0'0'2800,"0"0"-1929,0 0-655,0 0-102,-1 23 31,-14 86 66,4-77-169,-2 0 1,-1-2-1,-2 1 0,0-2 1,-14 17-43,-3 8 20,-174 291 32,180-272-47,38-70-16,5-5 14,1 0 0,-1-1 0,0-1 0,0-1 0,0 0 0,-1-1 0,0 0 0,0-2 0,1 0-3,73-30 3,-81 41-2,-68 63 7,-140 142 7,174-146-15,36-51 4,8-9 5,1-1 1,-1-1-1,1-1 1,-1 0-1,1-1 1,-1-2-1,0 1 1,0-2-1,0 0 1,11-6-10,140-24 61,-168 35-61,1 1 0,0-1 0,-1 0 1,1 1-1,-1-1 0,1 1 0,0 0 0,-1-1 0,0 1 1,1 0-1,-1 0 0,1 0 0,-1 0 0,0 0 1,0 0-1,1 0 0,-1 0 0,0 1 0,0-1 0,0 0 1,-1 1-1,1-1 0,0 1 0,0-1 0,-1 1 1,1-1-1,-1 1 0,1-1 0,-1 1 0,0-1 1,1 1-1,-1 0 0,0-1 0,0 1 0,0 0 0,-1-1 1,1 1-1,0 0 0,0-1 0,-1 1 0,1-1 1,-1 1-1,0-1 0,1 1 0,-1-1 0,-28 82 22,-324 560 387,334-593-444,46-87-388,99-152-1156,-60 84-720</inkml:trace>
  <inkml:trace contextRef="#ctx0" brushRef="#br0" timeOffset="1265.056">2514 700 27246,'0'0'3319,"0"23"-2440,0 238-447,0-245-394,1-1-1,0 1 1,2-1-1,-1 1 1,2-1 0,0 0-1,1 0 1,0-1-1,1 1 1,1-1-1,0 0 1,1-1-1,1 0 1,0 0 0,1-1-1,0 0 1,0 0-1,12 8-37,9 4 31,2 0 0,0-3-1,2-1 1,0-1 0,1-2-1,1-1 1,22 5-31,110 51 0,-164-70 0,0 1 0,1-1 0,-1 1 0,0 0 0,0 0 0,-1 0 0,1 1 0,0-1 0,-1 1 0,0 0 0,0 1 0,0-1 0,-1 1 0,0-1 0,0 1 0,0 0 0,0 0 0,0 1 0,-1-1 0,0 0 0,-1 1 0,1 0 0,-1-1 0,0 1 0,0 0 0,-1-1 0,1 1 0,-1 0 0,-1 0 0,1 0 0,-1-1 0,0 1 0,0 0 0,-1 2 0,-10 13 0,0 0 0,-2-1 0,0-1 0,-1 0 0,-1-1 0,-1 0 0,0-2 0,-2 0 0,-2 1 0,7-4 0,-38 35 0,-2-2 0,-2-2 0,-3-3 0,0-2 0,-3-3 0,-24 8 0,-42-16-167,125-29 147,1 1-1,-1 0 1,0-1 0,0 0-1,1 1 1,-1-1-1,0 0 1,1-1-1,-1 1 1,1 0-1,0-1 1,-1 1-1,1-1 1,0 0 0,0 1-1,0-1 1,0 0-1,0-1 1,0 1-1,1 0 1,-1 0-1,1-1 1,-1 1 0,1-1-1,0 1 1,0-1-1,0 0 1,0 1-1,1-1 1,-1 0-1,1 1 1,0-1-1,-1 0 1,1 0 0,0 0-1,1 1 1,-1-1-1,0 0 1,1-1 20,1-247-3340,13 115-2766</inkml:trace>
  <inkml:trace contextRef="#ctx0" brushRef="#br0" timeOffset="1465.499">2762 894 15923,'0'0'14091,"0"0"-13562,0 0-289,136-30-16,-97 30-40,-11 26-104,-8 29-80,-20 8-288,-2-8-1665,-33 8-23500</inkml:trace>
  <inkml:trace contextRef="#ctx0" brushRef="#br0" timeOffset="1682.9">2093 1937 30727,'0'0'760,"0"0"-544,0 0 0,134-57-24,-11-6-80,37-26-112,-22 12-432,-27 6-1993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3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18 200 27870,'0'0'2665,"86"103"-2353,34 1 248,47 30 88,19 12-104,-13-4-376,-30-4-168,-42-11 0,-36-19 0,-25-23 0,-18-28 0,-9-17 0,2-19-568,-4-11-712,-2-10-1169</inkml:trace>
  <inkml:trace contextRef="#ctx0" brushRef="#br0" timeOffset="261.251">1307 1 26358,'0'0'4489,"-160"203"-3833,-4-2-32,-31 42-104,-5 7-400,20-23-120,40-37 0,33-21 0,26-33 0,32-43-408,19-44-1825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32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1031 0 28598,'0'0'1800,"0"0"-1511,0 0-193,0 0 192,0 0-8,0 0-120,107 109-96,-87-78-56,-5 7-8,-15 31-376,-17-10-1201,-21-4-3080</inkml:trace>
  <inkml:trace contextRef="#ctx0" brushRef="#br0" timeOffset="281.009">404 921 23045,'-25'13'4706,"-82"40"-3389,106-52-1309,-4 1 66,0-1-1,0 1 1,0 0-1,0 1 1,0-1-1,1 1 1,-1 0-1,1 0 1,0 1 0,0-1-1,0 1 1,0 0-1,1 0 1,-1 0-1,1 0 1,0 1-1,0-1 1,-1 3-74,12 1 312,6-8-252,0 0 0,0-1 0,-1 0 0,1-2 0,0 1 0,0-2 0,-1 1 0,0-2 0,8-3-60,-7 3 31,600-231 202,-490 215-230,-106 39-6,-18-5 2,0 0 1,-1 0-1,0-1 0,-1 1 0,0 0 1,-1-1-1,0 0 0,-1 0 1,-1 0-1,0 0 0,0 0 0,-1-1 1,-3 2 0,-67 118 15,-7-3 0,-4-4 0,-6-4-1,-26 18-14,35-36 7,-354 435 3,351-408-14,94-120-131,112-91-2087,-39 7-1002</inkml:trace>
  <inkml:trace contextRef="#ctx0" brushRef="#br0" timeOffset="547.105">884 1726 1768,'0'107'25862,"-24"25"-24894,-11 20-16,0-6-288,6-26-199,9-23-97,9-24-160,7-28-120,2-19-56,2-7-16,0-15-16,11-4-152,20-63-232,10-79-1417,-4 8-5632,-6-6-11619</inkml:trace>
  <inkml:trace contextRef="#ctx0" brushRef="#br0" timeOffset="798.749">1307 1268 23397,'0'0'3750,"0"0"-2490,0 0-941,0 0-131,0 0 160,-18 25 48,-117 172 52,126-184-426,-25 39 51,1 2 1,3 1-1,3 2 0,2 0 1,-6 25-74,18 13 149,13-92-147,1-1 0,-1 1 0,1-1 0,-1 1 0,1-1 1,0 1-1,0-1 0,0 0 0,0 1 0,1-1 0,-1 0 0,0 0 0,1 0 0,0 0 1,-1 0-1,1 0 0,0 0 0,0-1 0,0 1 0,0-1 0,0 1 0,1-1 0,-1 0 1,0 0-1,1 0 0,-1 0 0,0 0 0,1 0 0,0-1 0,-1 1 0,1-1 0,-1 0 0,1 0 1,-1 0-1,1 0 0,-1 0 0,1 0 0,0-1-2,102-25 15,-89 15-76,0 0 1,-1-1-1,0-1 1,-1-1-1,-1 0 1,0 0-1,-1-1 1,5-8 60,-13 17-50,60-82-2262,-10 1-4897</inkml:trace>
  <inkml:trace contextRef="#ctx0" brushRef="#br0" timeOffset="1048.816">1691 913 28694,'0'0'990,"25"-2"-529,338-60 437,-320 52-795,-6 0-46,1 1 0,0 2 0,1 2-1,-1 2 1,1 1 0,0 2 0,12 2-57,-49-2 0,0 1 0,0-1 1,-1 1-1,1 0 0,0-1 0,0 1 0,-1 0 1,1 0-1,0 0 0,-1 0 0,1 1 0,-1-1 1,1 0-1,-1 1 0,0-1 0,1 0 0,-1 1 1,0 0-1,0-1 0,0 1 0,0 0 1,-1 0-1,1-1 0,0 1 0,-1 0 0,1 0 1,-1 0-1,0 0 0,1 0 0,-1 0 0,0 0 1,0-1-1,0 1 0,0 0 0,-1 0 0,1 0 1,-1 1-2,-25 72-59,18-61-121,0 0 0,-1 0 0,-1-1 0,0-1 0,-1 0 0,-1 0 1,1-1-1,-2 0 0,0-1 0,0 0 0,0-2 0,-1 1 0,-1-1 1,1-1-1,-1-1 0,-13 4 181,25-10-340,1 0 0,-1-1 0,0 1 0,1-1 0,-1 1 1,1-1-1,-1 0 0,1 0 0,-1 0 0,1 0 0,0-1 0,-1 1 1,1 0-1,0-1 0,0 0 0,0 1 0,0-1 0,0 0 0,1 0 1,-1 0-1,0 0 0,1-1 0,0 1 0,-1 0 0,1-1 0,0 1 0,0-1 1,0 1-1,1-1 0,-1 1 0,1-1 0,-1 0 0,1 1 0,0-1 1,0 0 339,-2-3-1105,-14-65-12460</inkml:trace>
  <inkml:trace contextRef="#ctx0" brushRef="#br0" timeOffset="1406.034">2228 635 20916,'-9'22'5078,"-238"590"-340,227-470-4498,22-137-246,-1-1 1,1 0 0,0-1-1,0 1 1,1 0-1,-1-1 1,1 1-1,0-1 1,0 0-1,0 0 1,0 0-1,0 0 1,1 0-1,-1-1 1,1 0-1,0 1 1,0-1-1,0-1 1,0 1-1,0-1 1,0 1-1,0-1 1,0 0-1,1 0 1,-1-1 0,0 0-1,1 1 1,-1-1-1,0-1 1,1 1-1,-1-1 1,0 1-1,0-1 1,1-1-1,-1 1 1,0 0-1,3-3 6,109-36-349,-102 33 318,1 0 1,-1 1-1,1 1 1,0 1-1,0 0 1,0 0-1,0 2 1,1 0-1,5 0 31,-18 3 6,-1 0 1,0 0-1,0 1 0,0-1 1,0 0-1,0 1 0,0-1 0,0 1 1,0 0-1,-1 0 0,1 0 1,-1 0-1,1 0 0,-1 0 0,0 0 1,0 0-1,0 0 0,0 0 1,0 1-1,0-1 0,-1 0 1,1 1-1,-1-1 0,1 1 0,-1-1 1,0 1-1,0-1 0,0 1 1,0-1-1,-1 0 0,1 1 0,-1-1 1,1 1-1,-1-1 0,0 0 1,0 2-7,0 6 46,-5 26 46,-1-1 0,-1 1 0,-3-2 0,0 1-1,-2-2 1,-2 0 0,-6 9-92,-4 14 36,21-48-39,-8 27-25,-2 0 0,-1-1 0,-2 0 0,-1-2 1,-1 0-1,-2-1 0,-1-1 0,-2-1 0,-1-1 1,-1-1-1,-1-1 0,-25 18 28,-19-25-419,69-19 381,0-1 1,0 0-1,0 0 0,0 0 0,0 0 1,0 0-1,0-1 0,0 1 0,1 0 1,-1-1-1,1 0 0,-1 1 0,1-1 1,0 0-1,-1 0 0,1 1 0,0-1 0,0 0 1,0 0-1,0 0 0,1 0 0,-1-1 1,1 1-1,-1 0 0,1 0 0,0 0 1,-1 0-1,1-1 0,0 1 0,0 0 1,1 0-1,-1 0 0,0-1 0,1 0 38,13-83-894,-10 76 919,-1 1 0,1 1-1,0-1 1,1 1-1,0-1 1,0 1 0,1 1-1,0-1 1,0 1-1,1 0 1,0 0-1,0 1 1,0 0 0,1 0-1,0 1 1,0 0-1,1 0 1,-1 1 0,1 0-1,0 1 1,0 0-1,0 0 1,0 1 0,1 0-1,1 0-24,-7 2 61,-1 1-1,1 0 0,-1 0 1,1 0-1,-1 0 1,0 0-1,0 1 1,0 0-1,0-1 1,0 1-1,0 0 0,0 0 1,0 1-1,-1-1 1,1 0-1,-1 1 1,0 0-1,0 0 0,0-1 1,0 1-1,0 0 1,0 1-1,-1-1 1,0 0-1,1 0 1,-1 1-1,0 2-60,16 99 402,-16-104-454,-1 0 0,0 0 0,0 0-1,0-1 1,0 1 0,0 0 0,-1 0 0,1 0 0,0 0 0,0 0 0,0 0-1,-1 0 1,1-1 0,0 1 0,-1 0 0,1 0 0,-1 0 0,1-1 0,-1 1 0,0 0-1,1-1 1,-1 1 0,0 0 0,1-1 0,-1 1 0,0-1 0,1 1 0,-1-1-1,0 1 1,0-1 0,0 0 0,0 1 0,0-1 0,1 0 0,-1 0 0,0 0-1,0 0 1,0 1 0,0-1 0,0 0 0,0 0 0,0-1 0,0 1 0,1 0 0,-1 0-1,0 0 1,0-1 0,0 1 0,-1-1 52,-25 1-5829</inkml:trace>
  <inkml:trace contextRef="#ctx0" brushRef="#br0" timeOffset="1702.981">1664 913 23885,'0'0'4969,"0"0"-4529,46 221 144,-46-23 17,0 38-49,-13 7-40,-7-24 8,3-38-192,4-44-192,11-37-72,2-37-64,0-21 0,0-5-16,32-33-384,1-4-400,2-18-1297</inkml:trace>
  <inkml:trace contextRef="#ctx0" brushRef="#br0" timeOffset="1948.044">3468 258 29622,'0'0'712,"0"0"-527,79 111-129,-53-62-24,-8 5-32,-18 17 0,0-14-313,-9-10-1783</inkml:trace>
  <inkml:trace contextRef="#ctx0" brushRef="#br0" timeOffset="2116.831">2506 1420 27406,'0'0'3377,"0"0"-3089,116 12-184,20-26 16,53-37 96,12-16 88,-12-6-88,-49 16-120,-55 17-72,-25 15-24,-12 1-248,-2-19-504,-9 5-1417,-13 1-5664</inkml:trace>
  <inkml:trace contextRef="#ctx0" brushRef="#br0" timeOffset="2319.093">3514 874 27134,'0'17'1872,"0"1083"1281,0-1030-3190,-3-1 0,-3 1 0,-3-1 1,-3 0-1,-11 32 37,23-98-72,-1 0 1,0 0 0,0 0-1,0 0 1,-1-1 0,1 1-1,-1 0 1,1-1 0,-1 1-1,0-1 1,0 1 0,0-1-1,0 0 1,0 0 0,-1 0-1,1 0 1,-1 0 0,1-1-1,-1 1 1,0-1-1,1 1 1,-1-1 0,0 0-1,0 0 1,0-1 0,0 1-1,0 0 1,0-1 0,0 0-1,0 0 1,0 0 0,0 0-1,0 0 1,0 0 0,0-1-1,0 0 1,0 1 0,0-1-1,0 0 1,-2-1 71,-27-18-3321,-29-58-12217,59 75 15121,-55-95-4707,-18-63 4317,7-11 726</inkml:trace>
  <inkml:trace contextRef="#ctx0" brushRef="#br0" timeOffset="2739.664">3001 1586 8706,'1'-21'3965,"0"5"-3253,5-62 2587,10 13 4978,16-2-4614,-22 92-2491,-69 427 737,58-450-1908,1 1 0,-1 0 0,0 0 0,1-1 0,0 1-1,-1 0 1,1 0 0,0 0 0,0 0 0,1-1 0,-1 1 0,1 0 0,-1 0 0,1-1 0,0 1 0,0 0 0,0-1 0,0 1 0,1-1 0,-1 1 0,1-1 0,0 1 0,-1-1-1,1 0 1,0 0 0,0 0 0,0 0 0,1 0 0,-1-1 0,0 1 0,1-1 0,-1 1 0,1-1 0,-1 0 0,1 0 0,0 0 0,-1 0 0,1 0 0,0-1 0,0 1 0,-1-1-1,1 0 1,0 0 0,0 0 0,0 0 0,0 0 0,0-1 0,1 0-1,14-2-18,-1-2 0,1 0 0,-1-1 0,-1 0-1,1-1 1,-1-1 0,-1-1 0,1-1 0,-2 0 0,1 0-1,-1-2 1,12-11 18,-2 3-50,444-377-1180,-451 383 1225,-11 8 8,0 1 0,1-1-1,-1 1 1,1 0 0,0 1 0,0 0-1,1 0 1,-1 0 0,1 1 0,0 0 0,-1 0-1,1 1 1,8-1-3,-14 12 132,-5 5-81,-1 0 0,0-1-1,-1 0 1,-1 0 0,0 0 0,-1 0 0,0-1-1,-1 0 1,0-1 0,-3 2-51,-12 21 39,-358 574-259,379-638-1476,2-17 1186,-1 46 540,-1 0 1,0 0-1,0 1 0,0-1 1,0 0-1,1 1 0,-1-1 1,0 1-1,0 0 0,0-1 1,0 1-1,0 0 0,0 0 1,0 1-1,0-1 0,0 0 1,0 1-1,0-1 0,0 1 1,0-1-1,0 1 0,0 0 1,0 0-1,1 0 0,-1 0 1,0 0-1,1 0 0,-1 1 1,1-1-1,-1 0 0,1 1 1,0-1-1,-1 1 0,1 0 1,-1 1-31,-64 58 359,2 4 0,3 2 0,3 3 0,0 5-359,46-59 19,-64 103-19,86-125-274,114-107-1405,-55 38-853</inkml:trace>
  <inkml:trace contextRef="#ctx0" brushRef="#br0" timeOffset="2893.94">3812 1728 22005,'0'0'7265,"0"0"-6577,156-10-183,-90 26-17,-5 16 56,-10 3-336,-8-1-160,-8-7-48,-2-7-64,-2-12-368,-3-8-713,5-49-1479,-9-9-2729,-4-7-11851</inkml:trace>
  <inkml:trace contextRef="#ctx0" brushRef="#br0" timeOffset="3469.192">4645 971 23141,'0'0'5364,"0"0"-3981,0 0-1179,24-5 77,74-10 170,-94 15-430,0 0 1,-1 1 0,1-1-1,-1 1 1,1 0-1,-1 0 1,1 0-1,-1 1 1,0-1-1,1 1 1,-1 0-1,0 0 1,0 0 0,0 0-1,0 0 1,-1 1-1,1-1 1,-1 1-1,1 0 1,-1 0-1,0 0 1,0 0-1,0 0 1,-1 0-1,1 1 1,-1-1 0,1 1-1,-1-1 1,0 1-1,-1-1 1,1 1-1,0-1 1,-1 1-1,0 0 1,0-1-1,0 1 1,0 0 0,-1-1-1,0 2-21,1-5 4,-2 46 56,-3 0 0,-1-1 0,-3 0-1,-1-1 1,-2 1 0,-3-2 0,-1 0 0,-2-1 0,-2-1-1,-1-1 1,-3 0 0,-1-2 0,-1-1 0,-3-1 0,-3 2-60,40-44 14,0 1 0,0 0 1,0 0-1,1 1 1,0 0-1,-1 1 0,1 0 1,0 0-1,1 1 0,-1 0 1,0 1-1,1 0 1,-1 0-1,2 1-14,-8 1 0,0 0 0,0-1 0,0 1 0,0 1 0,-1-1 0,1 0 0,0 1 0,-1-1 0,1 1 0,-1 0 0,0 0 0,0 0 0,1 0 0,-1 0 0,-1 0 0,1 1 0,0-1 0,0 1 0,-1-1 0,1 1 0,-1 0 0,0-1 0,0 1 0,0 0 0,0 0 0,-1 0 0,1 0 0,-1 0 0,1 0 0,-1 0 0,0 0 0,0 0 0,-1 0 0,4 33 0,-3-1 0,0 0 0,-2 0 0,-2 0 0,-1 0 0,-3 3 0,-17 65 0,-5-2 0,-4-1 0,-11 11 0,38-89 0,7-22 0,0 0 0,1 0 0,-1 0 0,0 0 0,0 0 0,1 0 0,-1 0 0,0 0 0,0 0 0,1 0 0,-1 0 0,0 0 0,0 0 0,1 1 0,-1-1 0,0 0 0,0 0 0,1 0 0,-1 0 0,0 0 0,0 1 0,0-1 0,1 0 0,-1 0 0,0 0 0,0 1 0,0-1 0,0 0 0,0 0 0,1 1 0,-1-1 0,0 0 0,0 0 0,0 1 0,0-1 0,0 0 0,0 0 0,1-1 0,53-67-100,-3-3 0,-3-3 0,-4-1 0,22-51 100,-59 112-36,177-363-566,-54 105-1039,-36 92-2303,18-7-5964,-90 154 9273,0 2 0,2 0 0,2 2 0,1 0 0,0 2 0,3 2 0,9-7 635,-15 17-849,1 3 3688,25 11 12026,-47 5-14729,0 1 1,-1 0-1,0 0 0,0 0 1,0 0-1,-1 0 0,0 0 0,0 1 1,0-1-1,0 0 0,-1 1 1,0-1-1,0 0 0,0 1 1,-1-1-1,0 0 0,0 1 0,0-1 1,-1 0-1,0 1-136,-45 97 462,40-92-455,0 1 0,0 0-1,1 1 1,1-1 0,0 1 0,1 0-1,0 1 1,1-1 0,1 1-1,-1 7-6,3-21-2,0 1-1,1-1 0,-1 1 1,0-1-1,1 0 0,-1 1 0,0-1 1,1 1-1,-1-1 0,1 0 1,-1 1-1,1-1 0,-1 0 1,1 1-1,-1-1 0,1 0 0,-1 0 1,1 0-1,-1 1 0,1-1 1,-1 0-1,1 0 0,0 0 0,-1 0 1,1 0-1,-1 0 0,1 0 1,-1 0-1,1 0 0,0 0 0,-1 0 1,1-1-1,-1 1 0,1 0 1,-1 0-1,1-1 0,-1 1 0,1 0 1,-1 0-1,1-1 0,-1 1 1,1-1-1,-1 1 0,0 0 0,1-1 1,-1 1-1,0-1 0,1 1 1,-1-1-1,0 1 0,1-1 0,-1 1 1,0-1-1,0 1 0,0-1 1,0 1-1,1-1 0,-1 0 0,0 1 3,1-44-1080,-1 21-719</inkml:trace>
  <inkml:trace contextRef="#ctx0" brushRef="#br0" timeOffset="4063.962">4319 1231 7458,'0'0'18696,"0"0"-14126,0 0-3994,0 0-121,0 0 45,31-4-73,122-24-342,-81 3-85,-2-4 0,0-2 0,-3-4 0,0-3 0,-50 29 0,46-24-188,0-2 0,-3-3 0,-1-3 0,-2-3 0,-1-1 0,-3-4 0,-2-1 0,26-35 188,-45 16-3301,-32 67 2928,1 0 0,-1-1 0,0 1-1,0 0 1,0-1 0,0 1 0,0 0 0,-1-1 0,1 1 0,-1 0 0,1 0-1,-1-1 1,0 1 0,0 0 0,0 0 0,0 0 0,0 0 0,0 0 0,-1 0-1,1 0 1,-1 0 0,1 1 0,-1-1 0,0 0 0,1 1 0,-1-1 0,0 1-1,-2-1 374,-59-27-4798,15 16 4826,8 8 3508,2 5 4316,10 18-3919,13 38-2769,13-47-813,-105 580 2221,0-101-2869,106-497-1249,1-28-221</inkml:trace>
  <inkml:trace contextRef="#ctx0" brushRef="#br0" timeOffset="5092.764">5016 438 29430,'-19'428'1935,"19"-421"-1940,0-1-1,0 1 1,1-1-1,0 1 1,0-1-1,1 1 1,0-1-1,0 0 1,0 0-1,1 0 0,0 0 1,0 0-1,1-1 1,-1 1-1,1-1 1,0 0-1,1 0 1,-1-1-1,1 1 1,0-1-1,0 0 1,0 0-1,1 0 1,0-1-1,-1 0 0,1 0 1,0-1-1,0 1 1,0-1-1,1 0 1,-1-1-1,0 0 1,1 0-1,-1 0 1,1-1-1,0 0 1,-1 0-1,1 0 1,-1-1-1,2 0 6,12-6-411,0-1 0,-1 0 0,1-2 0,-2 0 0,0-1 0,0-1 1,-1 0-1,0-1 0,-1-1 0,-1-1 0,0 0 0,-1-1 0,0-1 0,-2 0 0,7-11 411,28-40 898,-43 65 2299,-23 48-1999,-92 192-695,10 4 1,11 4-1,-34 162-503,107-351 106,2 0 0,3 2 0,2 0 0,2 0 1,2 32-107,5-85 4,1 0 1,-1 0 0,1 1 0,0-1 0,1 0 0,-1 0-1,1 0 1,0 0 0,0 0 0,1 0 0,-1 0 0,1 0-1,0 0 1,1-1 0,-1 1 0,1-1 0,0 1 0,0-1-1,0 0 1,0 0 0,1-1 0,0 1 0,-1-1 0,1 1-1,1-1 1,-1-1 0,0 1 0,1 0 0,-1-1 0,1 0-1,0 0 1,3 1-5,1-2-8,-1 0 1,1-1-1,0 0 0,-1 0 0,1-1 0,-1 0 1,1-1-1,-1 1 0,1-2 0,-1 1 0,0-1 0,0 0 1,0-1-1,0 0 0,-1 0 0,1-1 0,-1 0 1,0 0-1,-1 0 0,1-1 0,-1 0 0,0-1 0,0 1 1,3-7 7,10-13-135,-1 0 1,-2-1-1,-1-1 0,-1 0 1,-1-1-1,2-10 135,-2 2-584,-2-1 0,-2 0-1,-1 0 1,-2-1-1,0-23 585,-1-108-6517,-6 153 6186,0 17 434,1 1 0,0-1 0,0 1 0,0-1 0,0 1 1,-1-1-1,1 1 0,0-1 0,0 1 0,-1-1 0,1 0 0,0 1 0,-1-1 0,1 0 0,0 1 0,-1-1 0,1 0 0,-1 1 1,1-1-1,0 0 0,-1 1 0,1-1 0,-1 0 0,1 0 0,-1 0 0,1 0 0,-1 1 0,1-1 0,-1 0 0,1 0 1,-1 0-1,1 0 0,-1 0 0,1 0 0,-1 0 0,1-1 0,-1 1 0,1 0 0,-1 0 0,1 0 0,-1 0 0,1-1 0,-1 1 1,1 0-1,-1 0 0,1-1 0,-1 1 0,1 0 0,0-1 0,-1 1 0,1 0 0,0-1 0,-1 1 0,1-1 0,0 1 1,0 0-1,-1-1 0,1 1 0,0-1 0,0 1 0,0-1 0,-1 0-103,-50 129 2171,-17 55-1469,-8-3-1,-24 27-701,98-203 10,-3 6 44,1 0 1,-2 0-1,1 0 0,-2-1 1,1 1-1,-1-2 0,0 1 1,-1-1-1,0 0 0,0-1 1,-1 1-1,0-2 0,-3 2-54,10-8 8,1 0 0,-1 0 0,0-1 0,0 1 0,1-1 0,-1 0 0,0 1-1,1-1 1,-1 0 0,1 0 0,-1 0 0,1 0 0,-1 0 0,1-1 0,0 1 0,-1 0 0,1-1-1,0 1 1,0-1 0,0 1 0,0-1 0,0 1 0,0-1 0,1 0 0,-1 1 0,1-1 0,-1 0-1,1 1 1,-1-1 0,1 0 0,0 0 0,0 0 0,0 1 0,0-1 0,0 0 0,0 0 0,1 0-1,-1 1 1,0-1 0,1 0 0,0 0 0,-1 1 0,1-1 0,0 0 0,0 1 0,0-1 0,0 1-1,0-1-7,-1-2 4,10-53-4,3 0 0,2 1 0,3 0 0,2 2 0,17-33 0,-4 7-1,5-15 25,78-199-1560,12 6 0,79-118 1536,-202 398-25,131-191-745,-128 188 856,1 1 0,1 0 0,-1 1-1,2 0 1,-1 1 0,1 0 0,0 0 0,1 1 0,0 1 0,0 0 0,1 0 0,-1 1-1,1 1 1,0 0 0,0 1 0,3 0-86,-13 3 39,-1 0-1,1 0 0,-1 0 1,1 0-1,0 0 1,-1 0-1,1 1 0,-1-1 1,1 1-1,0 0 1,-1 0-1,0 0 0,1 0 1,-1 0-1,0 1 1,1-1-1,-1 1 1,0-1-1,0 1 0,0 0 1,0 0-1,-1 0 1,1 0-1,0 0 0,-1 0 1,0 0-1,1 0 1,-1 1-1,0-1 0,0 1 1,0-1-1,0 0 1,-1 1-1,1 0 1,-1-1-1,1 1 0,-1 1-38,0 108 663,-1-99-585,-41 172 253,32-157-334,2-1 0,0 2 0,2-1 1,2 1-1,0-1 0,2 1 0,1 0 0,3 26 3,1-46 0,1-1 0,1 1 0,-1-1 0,1 1 0,1-2 0,-1 1 0,1 0 0,1-1 0,0 0 0,0-1 0,0 0 0,0 0 0,1 0 0,0-1 0,0 0 0,1 0 0,0-1 0,-1-1 0,1 1 0,0-1 0,1-1 0,-1 1 0,0-2 0,1 1 0,-1-1 0,10-1 0,72 27 0,-84-23 0,-1 1 0,0 0 0,0 0 0,-1 0 0,0 1 0,0 0 0,0 0 0,0 0 0,-1 0 0,0 1 0,0 0 0,-1 0 0,0 0 0,0 0 0,-1 0 0,1 1 0,-2-1 0,1 1 0,-1-1 0,0 1 0,-1 0 0,0 0 0,0-1 0,0 1 0,-1 0 0,-1-1 0,1 1 0,-1-1 0,0 1 0,-1-1 0,1 0 0,-2 0 0,-1 4 0,-20 53 0,-2-1 0,-3-1 0,-3-2 0,-2-1 0,-12 11 0,29-39 0,-2-2 0,-1 0 0,-1-2 0,-1 0 0,-1-1 0,-2-2 0,0 0 0,-2-2 0,0-1 0,-1-1 0,-16 6 0,42-23-3,-1 0 0,1-1 0,-1 1 0,0-1 0,0 0 0,0 0 0,0-1 0,0 1 0,0-1 0,-1 0 0,1 0 0,0 0 0,-1-1 0,1 1 0,-1-1 0,1 0 0,0 0 0,-1-1 0,1 0 0,0 1 0,-1-1 0,1-1 0,0 1 0,0 0 0,0-1 0,0 0 0,0 0 0,0 0 0,0-1 0,1 1 0,-1-1 0,1 0 0,0 0 0,0 0 0,0-1 0,0 1 0,0 0 0,1-1 0,-1 0 0,0-2 3,-55-226-1976,46 107-201</inkml:trace>
  <inkml:trace contextRef="#ctx0" brushRef="#br0" timeOffset="5372.094">5656 1618 12171,'0'0'16179,"0"0"-14251,0 0-1031,155-40-209,-104 64-120,1 21-232,-1 12-336,23 32 0,-12-12 0,-8-10-1936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48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1 855 22373,'0'0'5386,"0"0"-3864,0 0-1090,0 0-65,0 0 60,23-20-1,260-233 29,-217 189-197,-4-3 0,-2-3 0,32-52-258,-92 130 86,-65 279 5,64-284-90,-9 44 43,3 1 0,2 0 0,1 0 0,3 0 0,3 18-44,-1-60 5,1 0-1,0 0 1,0 0 0,1 0-1,-1-1 1,1 1-1,1 0 1,-1-1 0,1 0-1,0 0 1,0 0-1,0-1 1,1 1 0,0-1-1,0 0 1,0 0-1,0-1 1,0 1 0,1-1-1,0 0 1,-1-1-1,1 1 1,0-1 0,0 0-1,1-1 1,-1 0-1,0 0 1,0 0 0,1 0-1,-1-1 1,1 0-1,-1-1 1,0 1-1,1-1 1,-1 0 0,0-1-1,0 0 1,0 0-1,0 0 1,0 0 0,0-1-1,-1 0 1,1 0-1,-1-1 1,3-2-5,20-16-1,-2-2 1,-1 0-1,-1-2 1,-2 0-1,0-2 1,-2 0-1,0-1 1,-2-2 0,-5 11-3,109-177-127,-10-6-1,15-52 131,-102 224 79,-17 171 53,81 857-75,-85-879-57,-4-1 0,-6 0 0,-5 0 0,-15 59 0,11-106 0,-2 0 0,-4-1 0,-2 0 0,-4-2 0,-2-1 0,-4-2 0,-10 13 0,36-66 0,-1 0 0,0 0 0,-1-1 0,0 0 0,0-1 0,-1 0 0,-1 0 0,1-1 0,-1-1 0,-1 1 0,1-2 0,-1 0 0,0 0 0,-1-1 0,1-1 0,-1 0 0,0 0 0,0-2 0,0 1 0,-1-2 0,1 0 0,0 0 0,-14-2 0,20 0 0,0 0 0,1 0 0,-1-1 0,0 0 0,0 0 0,1 0 0,-1-1 0,1 0 0,0-1 0,0 1 0,0-1 0,0 0 0,1-1 0,0 1 0,-1-1 0,2 0 0,-1-1 0,1 1 0,-1-1 0,1 0 0,1 0 0,-1 0 0,1 0 0,0-1 0,1 1 0,0-1 0,0 1 0,0-1 0,1 0 0,-1-1 0,-3-18 0,1 0 0,2-1 0,0 1 0,1-1 0,2 0 0,1 1 0,4-20 0,3 1 0,3 1 0,1 0 0,2 0 0,2 2 0,2 0 0,2 1 0,1 1 0,2 0 0,18-19 0,55-67 0,6 5 0,20-11 0,-74 79 0,189-205-1362,-157 162-1253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4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1117 0 20036,'0'0'8667,"0"0"-6395,0 0-1723,0 0-58,-26 2-80,11 0-357,-2-2-26,-1 2 1,0 0 0,1 2 0,0-1-1,-1 2 1,1 1 0,1 0 0,-1 1-1,1 0 1,-13 9-29,-89 69 0,3 5 0,4 5 0,5 5 0,-3 11 0,87-89 0,-23 22 0,2 2 0,1 1 0,3 2 0,2 2 0,-18 34 0,50-77 0,1 2 0,-1-1 0,1 0 0,1 1 0,0 0 0,0 0 0,1 0 0,1 0 0,-1 0 0,1 0 0,1 1 0,0-1 0,1 0 0,0 0 0,0 1 0,1-1 0,0 0 0,1 0 0,0-1 0,1 1 0,0-1 0,0 1 0,1-1 0,0 0 0,1-1 0,-1 1 0,2-1 0,-1-1 0,1 1 0,3 1 0,13 9-1,0-1 1,1-2-1,0-1 0,2 0 1,-1-2-1,2-1 1,21 6 0,58 27-73,-101-43 58,0 1 1,-1 0 0,1 0 0,-1 0 0,1 0 0,-1 0-1,0 1 1,0 0 0,0 0 0,0 0 0,0 0 0,-1 1-1,1 0 1,-1-1 0,0 1 0,0 0 0,-1 0-1,1 1 1,-1-1 0,0 1 0,0-1 0,0 1 0,-1 0-1,0-1 1,0 1 0,0 0 0,0 0 0,-1 0 0,1 0-1,-1 0 1,-1 0 0,1 0 0,-1-1 0,0 1 0,0 3 14,-8 13-36,-1 0 1,0-1-1,-1-1 1,-1 0 0,-1 0-1,-1-1 1,-1-1-1,-4 4 36,-3 5-30,-273 339-123,289-360 153,1 0 1,0 0-1,1 0 1,0 1-1,-1 0 0,2 0 1,-1 0-1,1 1 1,0-1-1,0 1 1,1-1-1,0 1 0,0 0 1,0 0-1,1 0 1,0 0-1,1 0 1,-1 1-1,1-1 0,1 0 1,-1 0-1,1 0 1,0 0-1,1 0 1,0 0-1,0 0 0,1-1 1,-1 1-1,1 0 1,1-1-1,2 4 0,198 104 13,-191-95 11,0 1 0,-1 0 0,-1 1 1,0 0-1,-2 1 0,-1 0 0,-1 0 0,0 1 0,-2 0 0,0 0 0,-2 0 0,-1 1 0,0-1 0,-2 1 0,-1-1 0,-1 1 0,-2 8-24,4 23 93,-52 1098 419,46-719-512,26 119 0,-3-366 0,-5-209 0,12-136-1754,-14 69-2373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4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1248 13 25365,'0'0'5338,"0"0"-4754,0 0-400,0 0-112,0 0-16,123-12 152,-79 24-64,-1 4-96,-3 7-48,-18 36-8,-9-3-520,-13-3-1801</inkml:trace>
  <inkml:trace contextRef="#ctx0" brushRef="#br0" timeOffset="248.971">1 1232 27606,'0'0'3937,"0"0"-3577,0 0-296,0 0-24,226-24 112,32-82 120,38-25-144,-4-3-96,-49 16-32,-63 31 0,-31 18-24,-42 14-216,-30 13-456,-24 11-585,-25-5-959,-17-19-6674,-11 4-480,0 4 3649</inkml:trace>
  <inkml:trace contextRef="#ctx0" brushRef="#br0" timeOffset="1241.949">1794 157 9682,'0'0'16038,"0"0"-12060,-20-9-3199,-62-27-245,53 37-140,24 170 256,-14 865 62,-58 144-712,44-893 0,17-261 0,-5-59 0,-156-486-1314,94 324-1592,-7 4-1,-20-14 2907,39 85-5603,-3 6-3945,5 19 8230,32 53 6185,-8 3 4956,-14-17-3241,68 51-6276,49 2-207,0 2 0,1 2 0,-1 4 0,0 1 0,-1 4 0,5 3-99,-53-12 1,0 0 0,-1 1 0,1 1 0,-1-1 0,1 1 1,-1 1-1,0 0 0,-1 0 0,1 0 0,-1 1 0,0 0 1,0 1-1,0-1 0,0 1 0,-1 1 0,0-1 0,-1 1 1,0 0-1,0 0 0,0 1 0,-1-1 0,0 1 0,2 5-1,-4 3 2,-1-1-1,0 1 0,-2-1 0,0 1 0,0-1 1,-1 1-1,-1-1 0,-1 0 0,0 0 1,-1 0-1,-1 0 0,-2 3-1,-29 63 4,-3-1 0,-4-2 0,-3-3 0,-4-1 0,-9 6-4,26-36 74,-2-2-1,-2-1 1,-2-1 0,-1-3-1,-3 0-73,90-91 426,283-238-1496,75-35 1070,-219 188-621,7 8-1,62-25 622,-127 99 332,-126 59-321,0-1 1,-1 1-1,1 0 0,0-1 0,-1 1 0,1 0 0,-1 0 1,0-1-1,0 1 0,0 0 0,0 0 0,0 0 1,0-1-1,0 1 0,0 0 0,-1 0 0,1-1 1,-1 1-1,1 0 0,-1-1 0,0 1 0,0 0 1,1-1-1,-1 1 0,0-1 0,-1 1 0,1-1 1,0 0-1,0 1 0,0-1 0,-1 0 0,1 0 1,-2 1-12,-246 261 364,146-152-303,4-3 16,-5-3 1,-42 27-78,137-130 43,30-26-49,-19 22 2,72-75-131,4 4 1,3 3-1,84-54 135,-199 161 135,-915 947 186,830-843-310,124-131-425,24-27-111,176-152-3188,-108 92 379,146-97-10274,-90 80 12453,-37 37 6450,-95 49-3056,-1 1 0,1 1 0,1 1 0,-1 1 0,1 1 0,-1 0 0,12 2-2239,-15 0 177,1 0-1,0 2 1,0 0-1,-1 1 0,1 1 1,0 1-1,-1 0 1,0 2-1,0 0 1,6 4-177,-17-6-32,-1 0 1,1-1 0,0 1 0,0-1 0,0-1-1,0 1 1,1-1 0,-1-1 0,1 1-1,-1-1 1,1 0 0,-1-1 0,1 0 0,0 0-1,-1-1 1,1 0 0,-1 0 0,1-1 0,-1 0-1,0 0 1,1 0 0,1-2 31,35-33-2921,-5-10-5546</inkml:trace>
  <inkml:trace contextRef="#ctx0" brushRef="#br0" timeOffset="1613.681">2443 1098 30262,'0'0'550,"33"-18"-319,263-125-67,167-48-672,-456 187 233,76-49-2093,-61 29-1302,-8-5-3322,-12 22 5957,0 0 0,-1 0 0,0-1 0,-1 1 0,0 0 0,0-1 0,0 1-1,-1 0 1,0-1 0,-1 1 0,1 0 0,-2 0 0,1 0 0,-1-1 1035,-16-24 1939,-10 8 9496,18 20-2507,4 8-4960,-1 30-4273,8-25 1203,-45 719 1540,-17-196-2246,60-516-208,2-13 1,1 0 0,-1 0 0,0 1 0,0-1 0,0 0 0,-1 0 0,1 0 0,-1 0 0,1 0 0,-1 0 0,0 0-1,0 0 1,-1 0 0,1 0 0,-1-1 0,1 1 0,-1 0 0,0-1 0,0 1 0,0-1 0,0 0 0,0 0 0,-1 0 0,1 0 0,0 0 0,-1 0 0,0 0 0,1-1 0,-1 0 0,0 1 0,0-1 0,-1 0 15,-22-15-556,-58-181-3053,44 78-384</inkml:trace>
  <inkml:trace contextRef="#ctx0" brushRef="#br0" timeOffset="1865.477">2888 318 30382,'0'0'617,"0"0"-481,0 0-72,0 0-40,0 0-24,157 123-80,-100-105-1153,5-11-2359</inkml:trace>
  <inkml:trace contextRef="#ctx0" brushRef="#br0" timeOffset="2796.596">3852 364 18684,'0'0'9317,"0"0"-7036,-22 25-1899,-152 169 351,129-146-674,1 2-1,3 2 1,3 2 0,1 2-1,4 1 1,1 1-1,4 2 1,2 1-1,2 1 1,-13 60-59,32-97-1,2-1 0,0 0 0,2 1 1,1-1-1,0 1 0,2-1 0,1 1 0,1-1 1,1 0-1,4 10 1,0 5 39,-2 0 0,-2 1 0,-2 0 0,-1-1 1,-2 1-1,-1 0 0,-3 0 0,-1-1 0,-7 24-39,9-41 36,-7 196 317,10-210-351,0-1-1,1 0 0,0 0 0,0 0 0,1 0 0,0 0 1,0 0-1,1-1 0,0 1 0,0-1 0,0 1 0,1-1 1,0 0-1,0-1 0,1 1 0,-1-1 0,1 1 1,0-1-1,1-1 0,-1 1 0,1-1 0,0 0 0,0 0 1,0-1-1,1 0 0,-1 0 0,1 0 0,0-1 0,0 0 1,0 0-1,0 0 0,0-1 0,0-1 0,0 1 1,0-1-1,0 0 0,0 0 0,0-1 0,0 0 0,1-1 1,-2 1-1,1-1 0,2-1-1,4-6 0,0-1 0,-1 0 0,0-1 0,-1 0 0,0-1 0,-1 0 0,-1 0 0,1-1 0,-2-1 0,0 1 0,-1-1 0,0-1 0,-1 1 0,-1-1 0,0 0 0,-1 0 0,1-5 0,11-44-85,-3 0-1,-2 0 1,-3-1 0,-3 0-1,-3 0 1,-5-43 85,3 107 1,0 0 0,0-1 0,0 1 0,0 0 0,0 0 0,-1-1 0,1 1 0,0 0 0,-1 0 0,1 0 0,-1 0 0,0 0 0,1 0 0,-1 0 1,0 0-1,1 0 0,-1 0 0,0 0 0,0 0 0,0 0 0,0 0 0,0 1 0,0-1 0,0 0 0,0 1 0,0-1 0,0 1 0,0-1 0,-1 1 0,1 0 0,0-1 0,0 1 0,0 0 0,-1 0 0,1 0 0,0 0 0,0 0 0,-1 0 0,1 0 1,0 0-1,0 0 0,0 1 0,-1-1 0,1 0 0,0 1 0,0-1 0,0 1 0,0-1 0,0 1 0,0 0 0,0-1 0,0 1 0,0 0 0,0 0 0,0 0 0,0 0 0,0 0 0,1 0 0,-1 0 0,0 0 0,1 0 0,-1 0 0,1 0 1,-1 1-2,-91 147 126,71-106-82,-18 36 37,19-33-56,-2-1-1,-1-1 0,-3-1 0,-1-2 0,-3 0 1,-1-2-1,-1-1 0,-13 9-24,40-43 0,1 1 0,-1-1 0,0 0 0,0-1 0,-1 1 0,1-1 0,-1 0 0,0 0 0,1-1 0,-1 0 0,0 0 0,0 0 0,-1-1 0,1 0 0,0 0 0,-1 0 0,6-1 0,-1 0 0,1 0 0,0-1 0,0 1 0,0 0 0,0 0 0,0-1 0,0 1 0,0 0 0,0-1 0,0 1 0,0-1 0,1 1 0,-1-1 0,0 0 0,0 1 0,0-1 0,1 0 0,-1 0 0,0 0 0,1 1 0,-1-1 0,0 0 0,1 0 0,-1 0 0,1 0 0,0 0 0,-1 0 0,1 0 0,0 0 0,-1 0 0,1 0 0,0 0 0,0 0 0,0 0 0,0 0 0,0-1 0,0 1 0,0 0 0,1 0 0,-1 0 0,0 0 0,0 0 0,1 0 0,-1 0 0,0-5 0,1-12 0,1 1 0,1-1 0,0 1 0,1 0 0,1 0 0,1 0 0,0 1 0,1-1 0,1 2 0,1-2 0,172-347-31,63-74 31,-173 317-364,6 4-1,6 2 1,82-87 364,-153 189-34,-2 1 23,-1 0-1,2 1 1,0 0-1,0 0 1,1 2-1,0-1 1,1 1-1,0 1 1,0 1-1,1-1 1,12-3 11,-24 10 7,-1 1 0,1 0 0,0-1 0,-1 1 0,1 0 0,0 0 0,0 0 0,-1 0 0,1 0 0,0 0-1,-1 0 1,1 1 0,0-1 0,-1 1 0,1-1 0,-1 1 0,1 0 0,-1-1 0,1 1 0,-1 0 0,1 0 0,-1 0 0,0 0 0,1 0 0,-1 0 0,0 1 0,0-1 0,0 0 0,0 1 0,0-1 0,0 1 0,0-1 0,-1 1 0,1-1 0,0 1 0,-1-1 0,1 1 0,-1 0 0,0 0-7,4 75 307,-5-55-226,-12 324 543,13-330-624,0 1 0,2-1 0,0 0 0,0 0 0,2 0 0,0 0 0,1 0 0,0 0 0,2-1 0,-1 0 0,2-1 0,0 1 0,1-1 0,0-1 0,1 0 0,0 0 0,1-1 0,6 5 0,212 154 0,-223-166 0,0-1 0,0 1 0,-1 1 0,0-1 0,0 1 0,0 0 0,-1 0 0,0 0 0,0 1 0,0 0 0,-1-1 0,0 1 0,-1 0 0,1 1 0,-1-1 0,-1 0 0,1 1 0,-1-1 0,0 1 0,-1-1 0,0 1 0,0-1 0,-1 1 0,0-1 0,0 1 0,-1 0 0,-7 13 0,-1-1 0,-1 0 0,-1-1 0,-1 0 0,0 0 0,-1-2 0,-1 0 0,-1 0 0,-1-1 0,-13 10 0,26-23 0,-58 53 0,-2-3 0,-3-2 0,-2-3 0,-2-4 0,-65 31 0,121-67 0,-1-1 0,0 0 0,0-1 0,0-1 0,-1 0 0,0-1 0,0-1 0,0-1 0,0 0 0,0-1 0,-13-1 0,25-1 0,0 1-1,1-1 1,-1 0 0,1 0 0,-1 0-1,1-1 1,0 1 0,-1-1-1,1 0 1,0 0 0,0-1 0,0 1-1,1-1 1,-1 0 0,1 0 0,-1 0-1,1-1 1,0 1 0,0-1-1,0 1 1,1-1 0,0 0 0,-1 0-1,1 0 1,0-1 0,1 1-1,-1 0 1,1-1 0,0 0 0,-13-141-318,14 129 229,0-11-192,1 0 0,1 0 0,1 1 0,2-1 0,0 1 0,2 0 0,1-1 281,-5 20 21,0 0-1,0 0 1,1 1-1,0-1 1,0 1-1,1 0 1,0 0-1,0 1 1,1 0-1,-1-1 1,1 2 0,1-1-1,-1 1 1,1 0-1,0 0 1,0 1-1,0 0 1,1 0-1,-1 1 1,1-1-1,0 2 1,0-1 0,0 1-1,0 1 1,6-1-21,5 3 119,0 1 1,0 1 0,0 1-1,0 1 1,-1 0-1,0 2 1,0 0 0,0 1-1,-1 0 1,0 2 0,-1 0-1,0 1 1,-1 0 0,0 1-1,0 1 1,2 4-120,20 12-46,267 191-829,-270-201-1131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58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384 734 20460,'0'0'8416,"0"0"-6300,0 0-1863,-22 27-6,-144 202 560,127-164-690,4 2 0,1 2 0,4 1 0,-15 56-117,33-60 0,34-64 0,62-85 0,54-89-57,115-126-205,-173 241 298,-78 58-30,0-1 0,1 0 1,-1 1-1,0-1 0,0 1 0,1 0 0,-1 0 0,0 0 0,0 0 0,0 0 0,0 1 0,0-1 0,0 0 1,-1 1-1,1-1 0,0 1 0,-1 0 0,1 0 0,-1 0 0,0-1 0,1 1 0,-1 0 0,0 1 0,0-1 1,0 0-1,-1 0 0,1 0 0,0 1 0,-1-1 0,1 0 0,-1 0 0,0 1 0,0-1 0,0 0 0,0 1 1,0-1-1,-1 0 0,1 1 0,-1-1 0,0 2-6,2 0 8,-1 133 25,11 77-35,-10-209 2,1 1 0,-1 0 0,1-1 0,1 1 0,-1-1 0,1 0 0,-1 0 0,1 0 0,1 0 0,-1 0 0,1-1 0,0 1 0,0-1 0,0 0 0,0 0 0,1 0 0,0-1 0,0 0 0,0 0 0,0 0 0,0 0 0,0-1 0,1 0 0,-1 0 0,1-1 0,0 1 0,0-1 0,-1 0 0,1-1 0,0 1 0,4-1 0,2-1 0,1 1 0,-1-2 0,1 0 0,-1 0 0,1-1 0,-1-1 0,0 0 0,-1 0 0,1-1 0,-1-1 0,0 0 0,0 0 0,0-1 0,3-4 0,11-14-31,0-1-1,-2-2 1,-1 0 0,-2-1 0,0-1-1,-2-1 1,-1-1 0,-2 0-1,-1-1 1,-2 0 0,-1-1 0,-1-1-1,1-16 32,8-35-2034</inkml:trace>
  <inkml:trace contextRef="#ctx0" brushRef="#br0" timeOffset="420.512">1555 211 9922,'0'0'19156,"0"0"-18260,0 0-496,0 0-207,0 0 199,0 0-184,0 0-144,100 135-64,-80-43-232,-9-11-665,-11 2-1503</inkml:trace>
  <inkml:trace contextRef="#ctx0" brushRef="#br0" timeOffset="1084.555">1318 1340 11715,'0'0'14965,"0"0"-10929,-17 18-3323,-52 54-186,62-57 180,24-24-648,126-109-14,76-79-49,61-84 4,-206 194-682,-3-4 0,-4-3 0,-4-2-1,47-100 683,39-80-406,-160 310 1882,-36 45-838,35-62-535,0 0-1,2 1 1,0 0-1,0 1 1,2 0-1,1 0 1,0 1-1,1 0 1,1 0-1,-1 14-102,7-32 0,0 1 0,0 0 0,0-1 0,1 1 0,-1-1 0,1 1 0,-1-1 0,1 0 0,0 1 0,0-1 0,0 0 0,0 0 0,0 0 0,0-1 0,0 1 0,1 0 0,-1-1 0,1 0 0,-1 1 0,1-1 0,0 0 0,-1 0 0,1-1 0,0 1 0,0 0 0,0-1 0,-1 0 0,1 1 0,0-1 0,0-1 0,0 1 0,0 0 0,0-1 0,-1 1 0,1-1 0,0 0 0,0 0 0,1 0 0,15 0 0,58-3 0,-1-4 0,0-3 0,51-15 0,120-18 0,-104 44 0,-140 2 0,0 1 0,0-1 0,1 1 0,-1 0 0,-1 0 0,1 0 0,0 0 0,-1 1 0,0-1 0,0 1 0,0-1 0,0 1 0,0 0 0,-1 0 0,0-1 0,1 1 0,-1 0 0,-1 1 0,1-1 0,-1 0 0,0 0 0,1 0 0,-2 0 0,1 0 0,0 0 0,-1 0 0,0 0 0,0 0 0,0 0 0,0 0 0,-1 0 0,0 0 0,0 0 0,0-1 0,0 1 0,0-1 0,-1 0 0,1 1 0,-1-1 0,0 0 0,0-1 0,-1 2 0,-47 55 0,-2-2 0,-2-2 0,-2-3 0,-25 15 0,72-59 0,-20 18-4,17-13-1,0-1-1,-1-1 1,-1 0-1,0-1 1,0 0-1,-1-1 1,0-1-1,-14 5 6,29-12-53,-1-1-1,1 1 1,-1-1-1,0 1 1,1-1-1,-1 0 1,1 0 0,-1 0-1,0 0 1,1 0-1,-1 0 1,1 0-1,-1 0 1,0-1 0,1 1-1,-1-1 1,1 1-1,-1-1 1,1 0-1,-1 1 1,1-1 0,0 0-1,-1 0 1,1 0-1,0 0 1,0 0-1,0 0 1,-1 0 0,1-1-1,0 1 1,1 0-1,-1-1 1,0 1 0,0 0-1,0-1 1,1 1-1,-1-1 1,1 1-1,-1-1 1,1 0 53,-4-74-2304,5 51 1871,16-189-2673,11 75 4422,-16 94 1371,-18 75-2364,0 0 1,-3-1-1,0 1 0,-2-2 1,-1 0-1,-7 12-323,7-14 87,-52 100 104,-6-4 0,-6-3-1,-36 41-190,92-131 8,-65 116-2171,83-140-905</inkml:trace>
  <inkml:trace contextRef="#ctx0" brushRef="#br0" timeOffset="1353.627">2657 856 25061,'0'0'5153,"0"0"-4448,0 0 31,169 170-72,-68-75-216,32 9-448,32 7 0,6-11 0,-42-34-128,-35-29-1552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56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870 480 9962,'0'0'20308,"0"0"-19635,0 0-289,143 20 144,-62-13-8,9 3-224,-2 2-200,-7 2-96,-11 6 0,-29 23-272,-16-5-512,-25-5-2193</inkml:trace>
  <inkml:trace contextRef="#ctx0" brushRef="#br0" timeOffset="251.477">0 1687 19500,'0'0'10274,"180"-29"-9722,4-33-167,35-22-17,1-19-16,-25-2-112,-62 23-96,-34 16-96,-31 19-48,-5-12-64,-12 12-480,-9 1-1457</inkml:trace>
  <inkml:trace contextRef="#ctx0" brushRef="#br0" timeOffset="451.206">1302 1109 19548,'-28'105'10234,"-5"19"-9041,-4 16-705,4-12 144,0-13-120,2-19-352,7-15-160,4-24 0,7-15 0,2-5 0,5-7-160,3-16-344,3-34 0,5-23-777,6-15-2031</inkml:trace>
  <inkml:trace contextRef="#ctx0" brushRef="#br0" timeOffset="651.204">881 1423 28598,'0'0'992,"0"0"-464,-72 138-223,59-87-9,13-3-144,0-13-96,15-7-56,14-13-200,4-15-137,2-2 89,17-59-160,-8 2-512,-4-8-2273</inkml:trace>
  <inkml:trace contextRef="#ctx0" brushRef="#br0" timeOffset="1556.067">1977 0 28942,'0'0'746,"0"0"-221,0 0-47,0 0 35,0 0-54,9 21-130,-1-5-267,-4-8-42,0 0 0,0 1 0,-1-1 0,0 1 0,0-1 0,-1 1 0,0 0 0,-1 0 0,0 0 0,0 0 0,-1 0 0,0 1 0,0-1 0,-2 5-20,-9 32 109,-3 78 32,16-121-140,0-1 1,1 1-1,-1-1 0,1 1 0,-1-1 0,1 0 1,0 0-1,0 0 0,0 0 0,0 0 0,0-1 1,1 0-1,-1 1 0,0-1 0,1 0 0,-1-1 1,0 1-1,1 0 0,-1-1 0,1 0 0,0 0 1,-1 0-1,1 0 0,-1-1 0,0 1 0,1-1 1,2-1-2,4 2 1,18-4-3,0 0 1,-1-2 0,1-1 0,-2-1 0,1-1-1,24-13 2,45-14-16,-66 29 10,-29 7 6,-1 0 0,1 0 0,0 0 0,-1 0-1,1 0 1,-1 0 0,1 0 0,-1 0 0,1 1-1,-1-1 1,1 0 0,-1 0 0,1 0 0,-1 1-1,1-1 1,-1 0 0,1 1 0,-1-1 0,1 1-1,-1-1 1,0 0 0,1 1 0,-1-1 0,0 1 0,1-1-1,-1 1 1,0-1 0,0 1 0,1-1 0,-1 1-1,0-1 1,0 1 0,0 0 0,0-1 0,0 1-1,0-1 1,0 1 0,0-1 0,0 1 0,0 0-1,0-1 1,0 1 0,0-1 0,0 1 0,0-1-1,-1 1 1,1-1 0,0 1 0,0-1 0,-1 1 0,1-1-1,0 1 1,-1-1 0,1 1 0,0-1 0,-1 0-1,1 1 1,-1-1 0,1 1 0,-1-1 0,1 0-1,-1 0 1,1 1 0,-117 142 21,74-98-4,-114 125-9,8 7 1,-58 97-9,156-186-580,51-89 554,1 1 0,-1 0-1,0 0 1,0-1 0,1 1 0,-1 0 0,0 0-1,1 0 1,-1-1 0,0 1 0,1 0 0,-1 0 0,0 0-1,1 0 1,-1 0 0,1 0 0,-1 0 0,0-1 0,1 1-1,-1 0 1,0 0 0,1 1 0,-1-1 0,1 0 0,-1 0-1,0 0 1,1 0 0,-1 0 0,0 0 0,1 0 0,-1 1-1,0-1 1,1 0 0,-1 0 0,0 0 0,1 1 0,-1-1-1,0 0 1,0 0 0,1 1 0,-1-1 0,0 0 0,0 1-1,0-1 1,1 0 0,-1 1 0,0-1 0,0 0 0,0 1-1,0-1 1,0 0 0,0 1 0,0 0 26,27-29-720,-1-1 0,-2-1 0,-1-1 0,-2-1 0,-1-1 0,16-35 720,-30 55-108,87-170 757,-13-3 3277,-90 240-2910,-1-27-997,2 0 0,2 0 1,0 1-1,1 0 0,2 0 1,1 1-1,2-1 1,0 5-20,3-29-1,0 1 1,0-1-1,0 0 1,1 0-1,-1 1 1,1-2-1,0 1 1,0 0-1,0-1 1,1 1-1,-1-1 1,1 0-1,0 0 1,0 0-1,0-1 1,0 1-1,1-1 1,-1 0-1,1 0 1,-1-1-1,1 1 1,-1-1 0,1 0-1,0 0 1,0-1-1,0 1 1,-1-1-1,1 0 1,0-1-1,0 1 1,0-1-1,-1 0 1,1 0-1,1-1 1,-3 2 0,42-3-1,0-2 0,0-2 0,-1-2-1,0-2 1,40-16 1,43-10 0,-23 26 13,-103 14-9,0 0-1,1 0 1,-1 1 0,0-1-1,-1 0 1,1 1 0,0-1-1,-1 1 1,0-1 0,0 0-1,0 1 1,0-1-1,0 1 1,-1-1 0,0 0-1,1 1 1,-1-1 0,-1 0-1,1 0 1,0 1 0,-1-1-1,-1 3-3,-131 211 218,124-198-215,0 1 1,1 0-1,2 0 1,0 1 0,1 0-1,1 0 1,0 1 0,2-1-1,1 1 1,1 0-1,0 0 1,2-1 0,0 1-1,2 0 1,0 0 0,2-1-1,0 0 1,3 5-4,-3-16 1,0 0-1,-1 0 1,0 1-1,0-1 1,-1 1 0,-1 0-1,1 0 1,-2 0 0,0 1-1,0-1 1,-1 0 0,0 0-1,-1 0 1,0 1-1,-1-1 1,0 0 0,-1 0-1,0-1 1,-1 1 0,0-1-1,-2 4 0,-16 6 4,0 0 1,-1-1-1,-1-1 0,-1-1 0,-1-1 0,0-2 0,-1 0 0,0-2 1,-1-1-1,-1-1 0,1-1 0,-1-2 0,-1-1 0,1-1 0,-1-2 1,0 0-1,0-3 0,-17-1-4,42 2-7,0 0 0,0 0-1,0-1 1,0 0 0,0 0 0,0 0 0,0-1 0,0 0-1,0 0 1,0 0 0,0 0 0,0-1 0,0 0 0,1 0-1,-1 0 1,1 0 0,-1-1 0,1 0 0,0 0-1,0 0 1,0 0 0,0-1 0,1 1 0,-1-1 0,1 0-1,0 0 1,0 0 0,1-1 0,-1 1 0,1-1 0,0 1-1,0-1 1,0 0 0,1 0 0,0 0 0,-1 0 0,1-3 7,2-4 8,0 1 0,0-1 0,1 0 0,1 1 0,-1 0 1,2 0-1,0 0 0,0 0 0,1 0 0,0 1 1,1 0-1,0 0 0,1 0 0,0 1 0,0 0 1,1 0-1,1 1 0,-1 0 0,1 1 0,0-1 1,1 2-1,-1-1 0,2 2 0,-1-1 0,0 1 1,1 1-1,0-1 0,0 2 0,0 0 0,1 0 0,-1 1 1,1 1-1,-1-1 0,1 2 0,0 0-8,251 17 159,-130-6-2198,-77-10-855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05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712 371 12283,'0'0'14651,"-2"-24"-11312,-27-152-2551,28 167-766,-1 1 0,0-1 0,-1 1 0,0 0-1,0 0 1,0 0 0,-1 0 0,-1 1 0,1-1-1,-1 1 1,0 0 0,-1 1 0,1-1 0,-1 1-1,-1 0 1,1 1 0,-1-1 0,0 1 0,0 1-1,-1-1 1,1 1 0,-1 0 0,0 1 0,0 0-1,0 0 1,-1 1 0,1 0 0,0 0 0,-1 1-1,0 0 1,1 1 0,-1 0 0,1 0 0,-1 1 0,0 0-1,1 0 1,-2 1-22,-6 4-1,0 1 0,1 0 0,0 1-1,1 1 1,0 0 0,0 1 0,1 0-1,0 1 1,1 1 0,0 0 0,0 2 1,-19 17 2,1 1 1,2 2-1,2 0 0,1 2 1,1 1-1,2 1 1,2 1-1,2 1 0,1 1 1,-2 12-3,16-46 30,1 1-1,0 0 1,0 0 0,0 1-1,1-1 1,1 0 0,-1 0-1,1 1 1,1-1 0,-1 0 0,1 0-1,1 1 1,0-1 0,0 0-1,0 0 1,1-1 0,0 1 0,1 0-1,0-1 1,0 0 0,0 0-1,1 0 1,0-1 0,0 1 0,1-1-1,0 0 1,0-1 0,0 1-1,3 0-29,11 3 2,1-1 0,0-1 0,1 0 0,0-2 0,0-1 0,0-1 0,0 0 0,0-2-1,1 0 1,-1-2 0,0 0 0,1-2 0,-1 0 0,20-7-2,2-1 0,-1-3 0,0-1 0,-1-2 0,-1-2 0,-1-2 0,0-1 0,27-22 0,-65 43-17,6-3-86,-1-1 0,0 0 0,0 0 0,0 0 0,-1-1 0,1 0 0,-1 0 0,-1-1 0,1 1 0,-1-1 0,0-1 0,-1 1 0,3-6 103,-5 3-1909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0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23397,'0'0'8050,"0"0"-7650,0 0-88,193-6 264,-17-28-544,36-9-32,18-8 0,-10 9 0,-30 17 0,-10 17 0,-33 4 0,-46 4-384,-31-2-4689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12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479 137 31023,'0'0'476,"0"0"-314,0 0-92,-16-18 58,-54-58-39,69 73-88,-2 0 1,1 0-1,0 0 0,-1 0 0,1 0 0,-1 1 0,0-1 1,0 1-1,0 0 0,0 0 0,-1 0 0,1 0 0,0 0 1,-1 1-1,1-1 0,-1 1 0,1 0 0,-1 0 0,0 1 1,0-1-1,1 1 0,-1 0 0,0-1 0,0 2 1,1-1-1,-1 0 0,0 1 0,0 0 0,1 0 0,-1 0 1,0 0-1,1 0 0,0 1 0,-1 0 0,1-1 0,0 1 1,-1 1-1,1-1 0,1 0 0,-1 1 0,0-1 0,0 1 1,1 0-1,0 0 0,-1 0 0,1 0 0,0 0 1,1 1-1,-1-1 0,0 1-1,-27 37 15,1 0 1,1 2-1,3 1 1,2 1-1,2 1 0,1 1 1,-9 40-16,17-46 104,2-1 0,2 1 1,1 0-1,3 1 0,0 22-104,2-55 6,1-1 0,0 1-1,0 0 1,1-1 0,0 1-1,0-1 1,1 1 0,0-1-1,1 0 1,0 0 0,0 0 0,0 0-1,1 0 1,1-1 0,-1 1-1,1-1 1,0 0 0,1-1-1,0 1 1,0-1 0,0 0-1,0 0 1,4 1-6,5 3 0,1 0 0,0-1 0,1-1 0,0 0 0,0-2 0,1 0 0,0 0 0,0-2 0,0 0 0,0-1 0,0-1 0,1-1 0,-1-1 0,1 0 0,-1-1 0,1-1 0,-1-1 0,0-1 0,11-3 0,-15 4 0,-1-1 0,0-1 0,0 0 0,-1-1 0,1 0 0,-1-1 0,0 0 0,-1-1 0,0 0 0,0-1 0,-1 0 0,0 0 0,-1-1 0,1-1 0,-2 0 0,0 0 0,0 0 0,-1-1 0,-1 0 0,0-1 0,0 0 0,-1 0 0,-1 0 0,0 0 0,-1 0 0,1-13 0,-12-157-464,-19 105-1120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1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0 594 18076,'0'0'10555,"0"0"-8026,0 0-2118,0 0 6,0 0 47,29-7-194,477-121-225,-105 23-45,-388 103-349,43-14 365,-30-10-6522,-24 8-11132</inkml:trace>
  <inkml:trace contextRef="#ctx0" brushRef="#br0" timeOffset="260.182">645 0 26598,'0'0'3712,"0"0"-3287,-33 192 175,13-50 24,3 8-56,8-10-328,9-32-240,0-35 0,0-16 0,18-9 0,28 11 0,0-10-568,-3-9-1393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1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1386 29086,'0'0'735,"3"-18"-133,62-186 662,394-518-184,-407 625-1080,-40 88 0,-9 34 0,-17 236 0,3 82 0,11-337 0,1-1 0,0 0 0,0 1 0,1-1 0,0 0 0,-1 0 0,2 0 0,-1 0 0,0-1 0,1 1 0,0 0 0,0-1 0,1 0 0,-1 0 0,1 0 0,0 0 0,0 0 0,0-1 0,0 0 0,1 0 0,-1 0 0,1 0 0,0-1 0,0 0 0,0 0 0,0 0 0,0 0 0,0-1 0,0 0 0,1 0 0,-1 0 0,0-1 0,1 0 0,-1 0 0,1 0 0,-1-1 0,0 1 0,1-1 0,-1-1 0,0 1 0,1-1 0,9-5 0,0 0 0,0-1 0,-1 0 0,0-2 0,-1 1 0,0-2 0,-1 1 0,0-2 0,0 0 0,4-6 0,38-47 0,-3-2 0,-3-3 0,-3-1 0,-2-3 0,-5-1 0,-2-2 0,-4-1 0,-3-1 0,-4-2 0,3-29 0,-15 39 0,-4 29 0,-6 101 0,-3 1244 0,1-1170 0,-6 0 0,-6-1 0,-6 0 0,-5-1 0,-18 46 0,39-165 0,-2 0 0,1-1 0,-1 1 0,-1-1 0,0 0 0,0 0 0,-1 0 0,-1-1 0,0 1 0,0-1 0,-1-1 0,0 1 0,-1-1 0,0 0 0,0-1 0,-1 0 0,0 0 0,0-1 0,-1 0 0,0-1 0,0 0 0,-1-1 0,1 0 0,-1 0 0,-1-1 0,0 0 0,6-5 0,-1 0 0,1 0 0,0-1 0,0 1 0,-1-1 0,1-1 0,0 1 0,0-1 0,1 0 0,-1-1 0,1 1 0,-1-1 0,1 0 0,0 0 0,1-1 0,-1 1 0,1-1 0,0 0 0,0-1 0,0 1 0,1 0 0,0-1 0,0 0 0,0 0 0,1 0 0,0 0 0,0 0 0,0-1 0,1 1 0,0 0 0,0-1 0,1 1 0,-1-1 0,2-4 0,-16-269 0,15 218 0,3-1 0,2 1 0,3 0 0,3 1 0,3 0 0,2 1 0,3 0 0,2 1 0,3 2 0,2 0 0,4 1 0,-16 30 0,1 0 0,1 1 0,2 1 0,1 0 0,0 2 0,2 0 0,2-1 0,138-104-500,-85 70-1072</inkml:trace>
  <inkml:trace contextRef="#ctx0" brushRef="#br0" timeOffset="638.582">2679 1441 27150,'0'0'1771,"0"0"-728,0 0-332,0 0-142,0 0-162,0 0-191,-28 7-119,-2 1-83,1 2 0,0 1-1,0 1 1,1 1 0,1 1-1,1 2 1,-14 10-14,-148 122-135,6 9-1,-2 16 136,144-132-445,28-35-897,13-14-2585,10-22-10393</inkml:trace>
  <inkml:trace contextRef="#ctx0" brushRef="#br0" timeOffset="1199.006">2139 2025 19932,'-31'136'7052,"-5"-3"-4123,11-48-2777,3 1 0,4 1-1,4 0 1,1 32-152,13-14-156,1-104 120,-1 0 1,1 0-1,-1 0 0,1 0 1,-1 0-1,1 0 1,0 0-1,-1 0 0,1-1 1,0 1-1,0 0 1,-1 0-1,1-1 0,0 1 1,0-1-1,0 1 0,0 0 1,0-1-1,0 0 1,0 1-1,0-1 0,0 0 1,0 1-1,0-1 1,0 0-1,1 0 0,-1 0 1,0 0-1,0 0 1,0 0-1,0 0 0,0 0 1,0-1-1,0 1 1,0 0-1,0 0 0,0-1 1,0 1-1,0-1 0,0 1 1,0-1-1,0 0 1,0 1-1,0-1 0,0 0 1,-1 1-1,1-1 1,0 0-1,-1 0 0,1 0 36,7-9-107,-1 1-1,-1-1 0,0 0 1,0-1-1,-1 1 0,0-1 0,-1 0 1,-1 0-1,1-1 0,-2 1 0,1-4 108,2-4-116,-2 10 72,5-36 243,2 0-1,3 1 1,1 1-1,2 0 1,2 1-1,1 1 0,3 0 1,1 2-1,2 1 1,1 1-1,2 1 1,26-25-199,-20 31 122,1 2 1,1 2-1,1 1 1,1 1-1,1 3 0,11-3-122,-46 22 4,-4 1-3,1 0-1,0 0 0,0 0 1,0 0-1,0 0 1,0 0-1,0 1 0,1-1 1,-1 0-1,0 1 0,0-1 1,1 1-1,-1-1 1,0 1-1,0-1 0,1 1 1,-1 0-1,0 0 0,1 0 1,-1 0-1,1 0 1,-1 0-1,0 0 0,1 0 1,-1 0-1,0 1 1,1-1-1,-1 1 0,0-1 1,0 1-1,1-1 0,-1 1 1,0-1-1,0 1 1,0 0-1,0 0 0,0 0 1,0 0-1,0 0 1,0 0-1,0 0 0,0 0 1,-1 0-1,1 0 0,0 0 1,0 2-1,-4 17 0,0 1 1,-2-1 0,0 0-1,-1 0 1,-1-1-1,-1 0 1,-1 0 0,0 0-1,-12 14 0,-8 24 1,-16 36-5,19-35 240,-1 0 1,-4-2-1,-2-2 0,-2-1 1,-2-1-1,-10 6-236,132-124 187,129-94-211,-212 158 25,0 0 0,0 0 1,0 0-1,0 0 0,0 0 0,0 1 1,0-1-1,0 1 0,1 0 1,-1-1-1,1 1 0,-1 0 0,1 1 1,-1-1-1,1 0 0,-1 1 1,1-1-1,0 1 0,-1 0 0,1 0 1,0 0-1,-1 0 0,1 0 0,0 1 1,-1-1-1,1 1 0,-1 0 1,1-1-1,-1 1 0,1 1 0,-1-1 1,1 0-1,-1 0 0,0 1 1,0-1-1,0 1 0,0 0 0,0 0 1,0 0-1,0 0 0,0 0 0,-1 0 1,1 0-1,-1 0 0,0 1 1,1-1-1,-1 1-1,0 4 4,1-1 1,-2 1 0,1-1-1,-1 1 1,0 0-1,0-1 1,0 1 0,-1-1-1,0 1 1,-1-1-1,1 1 1,-1-1 0,0 0-1,-1 0 1,0 0-1,0 0 1,0 0-1,0-1 1,-1 1 0,0-1-1,0 0 1,-1 0-1,1 0 1,-1-1 0,0 1-1,-1-1 1,1-1-1,0 1 1,-1-1 0,0 0-1,0 0 1,0 0-1,0-1 1,-6 2-5,-87-1-216,96-4 165,1 0 0,0-1 0,0 1 1,0 0-1,0-1 0,0 1 0,0-1 0,0 1 1,0-1-1,1 0 0,-1 0 0,0 0 0,1 0 1,0 0-1,-1 0 0,1 0 0,0 0 0,0-1 1,0 1-1,1 0 0,-1-1 0,0 1 0,1-1 1,0 1-1,-1-1 0,1 1 0,0-1 0,0 1 51,-1-6-248,-5-47-3894,4-3-8889</inkml:trace>
  <inkml:trace contextRef="#ctx0" brushRef="#br0" timeOffset="1480.521">3198 1500 28678,'0'0'864,"0"0"-320,147-59-71,-94 45-57,-14 10-232,-8 4-120,-12 4-64,-19 20-296,-2-2-1177,-22-1-8209</inkml:trace>
  <inkml:trace contextRef="#ctx0" brushRef="#br0" timeOffset="1793.971">3082 2003 28110,'-7'17'1256,"-93"275"750,54-76-1943,55-316-925,6 58 777,1 2-1,3 0 1,1 1-1,2 1 1,1 1-1,2 1 1,2 1-1,19-19 86,-32 34 35,1 2-1,0-1 1,2 2-1,0 0 0,1 1 1,0 0-1,1 2 1,1 0-1,0 1 1,1 1-1,1 1 1,-1 1-1,2 1 1,-1 1-1,1 1 1,0 1-1,1 1 1,-1 1-1,1 1 1,0 1-1,18 1-34,-29 5 28,1 1 0,-1 1 0,0 0 0,-1 1 0,1 0 0,-2 1-1,1 0 1,-1 1 0,0 0 0,0 0 0,-1 2 0,-1-1 0,0 1 0,0 0 0,-1 1-1,0 0 1,-1 1 0,-1-1 0,0 1 0,0 0 0,-2 1 0,1-1 0,-2 1 0,0 0-1,0 0 1,-2 0 0,1 0 0,-2 1 0,0-1 0,-1 0 0,0 0 0,-1 1 0,0-1-1,-5 12-27,-5 3 4,-1-1 0,-1 0-1,-2-1 1,0-1-1,-2 0 1,-1-1-1,-1-2 1,-1 0-1,-15 13-3,29-26-107,-2-1-1,1 0 1,-2 0 0,1-1-1,-1 0 1,0 0-1,-1-1 1,1-1-1,-1 0 1,-1 0-1,1-1 1,-1 0-1,0-1 1,0-1-1,0 0 1,-1 0 0,1-1-1,-1-1 1,-7 0 107,14-4-302,-1 0 1,1 0 0,0-1 0,0 0-1,0 0 1,1-1 0,-1 1-1,1-1 1,0 0 0,0-1 0,1 1-1,0-1 1,0 0 0,0 0-1,1 0 1,-1-1 0,2 1 0,-1-1-1,1 1 1,0-1 0,0 0-1,1 0 1,0 0 0,0 0 0,0-7 301,0 10-177,-44-240-13850,29 126 11012</inkml:trace>
  <inkml:trace contextRef="#ctx0" brushRef="#br0" timeOffset="2042.846">3316 1613 17948,'0'0'8634,"0"0"-7074,0 0-1144,0 0 200,5 142-56,-7-75-200,-7 4-200,0 0-88,0-6-48,1-10-24,3-15-80,5-21-440,0-17-224,7-8-16,19-49-2441,20-49-8761,-6 9 4760,-1 2 6554</inkml:trace>
  <inkml:trace contextRef="#ctx0" brushRef="#br0" timeOffset="2334.359">3654 1542 11602,'0'0'5015,"0"0"3673,0 26-5814,0-15-2760,0 13 94,-1 0 1,-1 0 0,-1-1-1,-1 1 1,-1-1-1,-1 1 1,-7 14-209,-164 330 803,177-368-804,0 0 0,1 0 0,-1-1 1,0 1-1,0 0 0,1 0 0,-1 0 0,0-1 0,1 1 1,-1 0-1,0 0 0,1 0 0,-1 0 0,0 0 0,1 0 0,-1 0 1,0 0-1,1 0 0,-1 0 0,1 0 0,-1 0 0,0 0 1,1 0-1,-1 0 0,0 0 0,1 0 0,-1 0 0,0 1 1,0-1-1,1 0 0,-1 0 0,0 0 0,1 0 0,-1 1 1,0-1-1,0 0 0,1 0 0,-1 1 0,0-1 0,0 0 1,1 1-1,-1-1 0,0 0 0,0 0 0,0 1 0,0-1 1,0 0-1,0 1 0,1-1 0,-1 0 0,0 1 0,0-1 1,0 1-1,0-1 0,0 0 0,0 1 0,0-1 0,0 0 1,0 1-1,-1-1 0,1 0 0,0 1 0,0-1 1,45-19 26,-25 9-34,105-68-1922,-55 6-6157,-22 15-5127</inkml:trace>
  <inkml:trace contextRef="#ctx0" brushRef="#br0" timeOffset="2335.359">4018 1630 24973,'0'0'3697,"0"0"-2985,0 0-184,-57 127-224,42-86-136,4 1-103,8-5-65,3-23-569,7-12-1711,10-2-19053</inkml:trace>
  <inkml:trace contextRef="#ctx0" brushRef="#br0" timeOffset="3182.822">4366 1339 25149,'0'0'3293,"-14"16"-2219,-253 308 418,253-305-1520,6-9-20,0 0 0,1 1 0,0-1 0,1 2-1,0-1 1,0 0 0,1 1 0,1 0 0,0 1 0,1-1 0,-1 7 48,37-13-3485,-16-11 1723,29-6-818,-21 28 4339,-10 107 1965,-16-94-3294,0 14-162,-2 1-1,-2-2 1,-3 1 0,-1-1 0,-2 0 0,-8 19-268,12-82 172,6-4-166,1-1 0,2 0 0,0 1 1,1-1-1,2 1 0,0 0 0,2 0 1,0 1-1,6-10-6,11-20-167,2 2 0,2 0 0,3 2 0,1 2 0,3 0 0,1 3 0,3 1 0,1 1 0,16-9 167,-51 45 30,0 2 0,1-1 1,0 0-1,0 1 0,0 0 1,0 1-1,0-1 0,1 1 1,0 0-1,-1 1 0,1 0 1,0 0-1,0 0 0,1 1 1,0 0-31,-6 2 51,0 1 1,-1-1 0,1 1 0,-1-1 0,1 1-1,-1 0 1,1-1 0,-1 1 0,0 0-1,0 0 1,0 0 0,0 0 0,0 0 0,-1 0-1,1 0 1,0 0 0,-1 1 0,0-1-1,1 0 1,-1 0 0,0 0 0,0 1 0,0-1-1,0 0 1,-1 0 0,1 0 0,-1 0-1,1 1 1,-1-1 0,-1 1-52,2 4 106,-3 4-69,0 0 0,-1 0-1,0 0 1,0-1 0,-1 1 0,-1-1 0,1 0 0,-2-1 0,1 0 0,-2 0 0,1 0 0,-1-1 0,0 0 0,-1 0 0,0-1 0,0 0-37,-66 75 115,94-81-40,35-30-60,-47 24-15,0 0 0,1 0 0,0 0-1,0 1 1,0 1 0,0-1 0,1 1 0,0 1-1,-1-1 1,1 1 0,0 1 0,0 0 0,0 0-1,0 1 1,3 0 0,-9 2 1,-1 0-1,0 1 1,0-1-1,0 1 1,0 0-1,-1-1 1,1 1-1,-1 0 1,1 0-1,-1 0 1,0 0-1,0 0 1,0 0-1,0 0 1,-1 1-1,0-1 1,1 0 0,-1 0-1,0 0 1,0 1-1,-1-1 1,1 0-1,-1 0 1,0 0-1,0 3 0,0 4 2,-2 17-1,-2-1 0,-1 1 0,-1-1 0,-2 0 0,0-1 0,-2 0 0,0-1 0,-7 10-1,-23 54 8,30-49 0,47-43-16,6-24-12,38-11-16,-78 41 37,0 0 0,0 0 0,0 0 1,0 1-1,-1-1 0,1 0 0,0 1 0,-1-1 1,0 1-1,1-1 0,-1 1 0,0 0 0,0 0 1,-1-1-1,1 1 0,-1 0 0,1 0 0,-1 0 1,0 0-1,0 0 0,0-1 0,-1 4-1,2-3 3,-1 134 795,-6-135-713,2-21-824,1 2-3450,-3-5-11647</inkml:trace>
  <inkml:trace contextRef="#ctx0" brushRef="#br0" timeOffset="3537.779">1762 2879 24701,'0'0'5529,"0"0"-4848,145 28 103,22-28-160,98-20-176,57-33-448,27-14 0,-7 0 0,-44 19 0,-16 17 0,-19 19 0,-30 6 0,-69 6 0,-48 0-2328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2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20500,'0'0'8258,"0"0"-7562,0 0-48,0 0 73,0 0-145,0 0-184,0 0-16,160-37-40,-28 13-120,39-4-168,17-1-48,1 7 0,-14 14 0,-19 8 0,1 2-352,-38 12-1240,-23-4-3377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28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27022,'0'0'3777,"0"0"-3313,0 0-104,0 0 112,0 0-56,206-38-160,-48 25-256,15 3 0,-6 4 0,-40 6 0,-42 0 0,-28 0 0,-9 24-56,-13-1-1272,-13-3-9635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29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30719,'0'0'784,"0"0"-568,146 8 32,-25-6 200,28 4-112,-6 0-320,-27 2-16,-42-1 0,-26 7 0,1 18 0,-12-3-600,-15 1-1833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33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1097 228 22373,'0'0'4663,"0"0"-3057,0 0-836,-24-19-126,-76-63-69,85 70-457,0 1 0,-1 0 0,0 1 0,-1 1 1,1 0-1,-2 2 0,1 0 0,-3 0-118,3 1 59,-3-2-30,-1 1 1,1 1 0,-1 1-1,-1 1 1,1 0-1,-1 2 1,1 0-1,-1 2 1,0 1 0,1 0-1,-1 1 1,1 2-1,0 0 1,0 1 0,0 1-1,-19 9-29,8 7 1,1 2 1,1 1-1,1 1 0,2 1 0,1 2 0,1 1 0,1 1 1,2 0-1,1 2 0,1 1 0,2 0 0,2 2 0,1-1 1,2 2-1,1 0 0,1 5-1,-3 11 5,2 1 1,3 0-1,2 0 0,2 1 1,3 16-6,0-57 21,0 0 0,1 0 0,0 0 0,1 0 0,1 0 0,0 0 0,1 0 0,1-1 0,0 1 1,1-1-1,0 1 0,1-1 0,0 0 0,1-1 0,1 1 0,0-1 0,1 0 0,0-1 0,0 0 1,1 0-1,1-1 0,0 0 0,0-1 0,1 0 0,0-1 0,1 0 0,0 0 0,5 2-21,11-4 1,0-1 1,0-2-1,0 0 0,0-2 0,0-1 0,0-1 0,1-2 0,-1 0 1,-1-2-1,1-1 0,-1-2 0,0 0 0,0-2 0,-1-1 0,0-1 0,-1-1 1,-1-1-1,0-1 0,-1-1 0,2-3-1,9-5 0,-2-2 0,0-1 0,-2-1 0,-1-1 0,-1-2 0,-2-1 0,-1-1 0,-1-1 0,-2-1 0,-2-1 0,-1 0 0,-2-2 0,-1 0 0,-2-1 0,-2-1 0,-2 0 0,-1 0 0,-2-1 0,1-38 0,-7 56 0,1 11 0,-1 0 0,0 0 0,-1 0 0,0 0 0,-1 0 0,0 0 0,-1 0 0,-1 0 0,0 1 0,0-1 0,-1 1 0,-1 0 0,-2-4 0,4 7 0,-1 1 0,0-1 0,-1 1 0,0 0 0,0 0 0,0 0 0,-1 1 0,0 0 0,0 0 0,-1 1 0,0-1 0,0 2 0,0-1 0,0 1 0,-1 0 0,1 0 0,-1 1 0,0 0 0,-1 0 0,-4 0 0,-12 17-32,13 124-1348,12-65-561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3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 31167,'0'0'800,"0"0"-360,-136 55-80,77 6-360,0 32 0,13 39 0,17 44 0,23 25 0,6 16 0,0-49 0,11-38-840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34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413 270 30767,'0'0'586,"0"0"-304,-12-19-26,-90-157 419,101 172-674,0 0-1,0 0 1,-1 0 0,1 1 0,-1-1 0,0 0 0,0 1 0,0-1 0,-1 1 0,1 0 0,-1 0 0,0 0 0,0 0-1,0 0 1,0 0 0,0 1 0,0 0 0,-1-1 0,1 1 0,-1 1 0,0-1 0,0 0 0,1 1 0,-1 0 0,0 0-1,0 0 1,0 0 0,0 1 0,0-1 0,-1 1 0,1 0 0,-4 1-1,-4 7-2,-1 1 0,1 0 1,1 1-1,-1 0 0,2 1 0,-1 0 1,2 1-1,-1 0 0,2 0 0,-1 1 1,2 0-1,0 1 0,0-1 0,2 1 1,-1 1-1,1 4 2,-4 1 10,2 0 1,1 0-1,0 1 0,2 0 1,0 0-1,2 0 0,0 1 1,1 14-11,1-32 3,0 0 0,0 0 1,0 0-1,0 0 0,1 0 1,-1 0-1,1 0 0,0 0 1,1 0-1,-1 0 1,1 0-1,-1 0 0,1-1 1,0 1-1,0-1 0,1 0 1,-1 1-1,1-1 0,0 0 1,0 0-1,0-1 0,0 1 1,0 0-1,0-1 0,1 0 1,-1 0-1,1 0 1,0 0-1,-1-1 0,1 1 1,0-1-1,0 0 0,0 0 1,0-1-1,4 1-3,11 0 0,0-1 0,0 0 0,0-2 0,0 0 0,0-1 0,-1-1 0,1-1 0,-1 0 0,0-1 0,-1-2 0,1 1 0,-1-2 0,-1 0 0,0-1 0,0-1 0,-1-1 0,0 0 0,-1 0 0,0-2 0,-1 0 0,-1 0 0,0-1 0,-1 0 0,-1-1 0,0-1 0,3-7 0,14-83 0,-27 104-63,-1-1 0,0 1 0,-1 0 0,1 0 1,0 0-1,-1 0 0,0 0 0,0 0 0,0 0 0,0 0 0,0 1 0,0-1 0,-1 1 1,1-1-1,-1 1 0,0 0 0,0 0 0,0 0 0,0 1 0,0-1 0,0 1 0,0-1 1,0 1-1,-1 0 0,1 0 0,0 1 0,-1-1 0,1 1 0,0-1 0,-1 1 0,1 0 1,-1 0-1,1 1 0,-1-1 0,1 1 0,0 0 0,-1 0 0,1 0 0,-1 0 63,-14-1-1479,-51 0-9800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29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1075 31887,'0'0'816,"0"0"-752,143 34-64,-65-26 0,15-8 0,3 0 0,3-8 0,-5-8 0,5-9 0,-27 3-760,-22 0-2993</inkml:trace>
  <inkml:trace contextRef="#ctx0" brushRef="#br0" timeOffset="5421.345">568 0 31095,'0'0'728,"0"0"-272,-40 144 32,-10-15-488,-20 64 0,-5 38 0,5 23 0,13-1 0,15-36 0,14-58 0,4-52-1880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2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1223 29070,'0'0'1825,"0"0"-1545,0 0-160,0 0 264,0 0 256,151 0-208,-30 0-416,39-14-16,17-7 0,-4-3 0,-15 10 0,-24 14 0,-29 0 0,11 0 0,-37 0-1024,-15-6-4689</inkml:trace>
  <inkml:trace contextRef="#ctx0" brushRef="#br0" timeOffset="5388.152">1044 0 29110,'0'0'920,"0"0"-431,0 0-113,0 0 80,-127 166-80,70-48-160,-6 30-136,3 6-40,14-26-16,18-33-24,13-32-24,6 22-152,0-12-328,7-10-1721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29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1595 14859,'0'0'13619,"0"0"-12739,0 0-72,0 0-199,0 0-145,0 0-160,0 0 112,230-6-88,-18-24-160,29-7-72,3-1-40,-29 15-40,-44 19-16,-20 4 0,-46 4-368,-28 3-1481</inkml:trace>
  <inkml:trace contextRef="#ctx0" brushRef="#br0" timeOffset="5156.983">1364 1 29110,'0'0'1024,"0"0"-367,-121 148-121,31 2 0,3 19-96,12-1-176,23-24-152,21-47-56,11-20-40,12-20-16,3-4-8,5 36-264,0-12-896,7-12-5946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42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0 215 25589,'0'0'1097,"0"0"1255,197-39-1440,-50 11-295,57-6-169,35 3-112,15 7-136,12 6-136,-28 3-64,-58 3-816,-42-2-4201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55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1 681 1992,'0'0'22089,"0"0"-16720,0 0-4521,0 0-83,0 0-67,5-4-187,27-13-465,1 0 0,0 3-1,0 1 1,2 1 0,0 2 0,0 1-1,0 2 1,1 1 0,0 2-1,4 2-45,-3-3 38,143-19-38,1 8 0,154 7 0,-257 21-1096,-54-11-577</inkml:trace>
  <inkml:trace contextRef="#ctx0" brushRef="#br0" timeOffset="277.911">825 46 25037,'0'0'4481,"0"0"-3849,-77 105-23,47-40-89,-5 27 0,-1 27-56,4 17-152,7 4-120,15-24-192,10-31 0,0-28 0,6-3 0,16 7 0,17 28-200,1-12-544,-9-26-2761</inkml:trace>
  <inkml:trace contextRef="#ctx0" brushRef="#br0" timeOffset="969.862">1879 1 11827,'0'0'14253,"0"0"-10683,0 0-3174,0 0-124,0 0 147,12 17-8,182 249 639,377 485-481,-544-697-1041,-20-49-2943,-7-5-3348</inkml:trace>
  <inkml:trace contextRef="#ctx0" brushRef="#br0" timeOffset="1242.123">2741 30 28454,'0'0'2449,"0"0"-2121,-156 103 24,53-12 168,-24 41-72,-26 45-256,-3 34-168,16 8-24,41-51-328,29-46-1320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03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1 524 2697,'0'0'20508,"0"0"-14938,0 0-4741,0 0-121,0 0 57,3-1-95,227-23 350,-88 13-1020,23-4 0,1 8 0,57 9 0,-147 14-1287,-71-16-2567,-5-4-7409</inkml:trace>
  <inkml:trace contextRef="#ctx0" brushRef="#br0" timeOffset="280.221">621 1 17092,'0'0'11954,"0"0"-11218,0 0-528,0 0 393,-39 170 47,25-54 24,4 26-160,1 6-168,2-26-344,3-31 0,4-32 0,0-7 0,0 3 0,4 4 0,14-6-8,10-25-1000,-4-14-617,-2-14-5456</inkml:trace>
  <inkml:trace contextRef="#ctx0" brushRef="#br0" timeOffset="731.049">1165 106 26598,'0'0'3371,"0"0"-2436,0 0-751,0 0 125,0 0 174,24 15-51,4 2-332,114 92 228,-129-96-327,-1 0 0,0 1 0,-1 0 0,-1 0 0,0 2 0,-1-1 0,-1 1 0,0 0 0,-2 1 0,1 0 0,-2 0 0,0 0 0,-1 1 0,-1-1 0,-1 1 0,0 0 0,-1 0 0,-1 0 0,-1 0 0,0 0 0,-2 0 0,0-1 0,-1 1 0,0-1 0,-1 0 0,-2 0 0,0 1-1,-16 16-47,-1 0-1,-1-2 1,-2 0 0,-2-2-1,0-1 1,-2-2 0,-1-1-1,-1-1 1,-2-2 0,0-1-1,-1-2 1,-1-1 0,0-2-1,-25 6 48,57-21-1,5-1 4,1-1-1,-1 0 1,0 0-1,0 0 1,1 0-1,-1 1 1,0-1 0,0 0-1,0 0 1,1 1-1,-1-1 1,0 0-1,0 0 1,0 1-1,0-1 1,0 0 0,0 1-1,1-1 1,-1 0-1,0 1 1,0-1-1,0 0 1,0 0-1,0 1 1,0-1 0,0 1-3,283-41 316,-171 18-275,250-28-16,-342 48-514,0 0 1,0-1-1,0-2 0,-1 0 0,1 0 0,-1-2 0,10-5 489,3-7-6501</inkml:trace>
  <inkml:trace contextRef="#ctx0" brushRef="#br0" timeOffset="1062.097">2142 149 27070,'0'0'3278,"0"0"-2391,0 0-590,9 23 197,65 155 211,217 286-669,-151-232-36,-121-194-152,-21-38-936,-5 0-1465</inkml:trace>
  <inkml:trace contextRef="#ctx0" brushRef="#br0" timeOffset="1261.728">2771 212 29990,'0'0'1561,"0"0"-1401,-162 187 80,42-23 248,-12 28-184,3 15-280,15-4-24,39-59-120,14-24-1488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10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0 868 1504,'0'0'22773,"0"0"-19026,0 0-2366,0 0-688,1-17 13,6-55-115,-7 71-567,1-1 0,-1 0 0,0 0 0,1 1 0,0-1 0,-1 0 0,1 1 0,0-1 0,0 1 0,0-1 0,0 1 0,0-1 0,0 1 0,0 0 0,0-1 0,1 1 0,-1 0 0,0 0 0,1 0 0,-1 0 0,1 0 0,-1 0 0,1 1 0,0-1 0,-1 0 0,1 1 0,0-1 0,-1 1 0,1 0 0,0-1 0,0 1 0,-1 0 0,1 0 0,0 0 0,0 0 0,0 1 0,-1-1 0,1 0 0,0 1 0,0 0-24,9-1 91,226 34 217,-155-17-295,79 10-28,1-7 0,1-7 0,59-7 15,-222-6-74,-1-1 0,1 1 0,-1 0 0,1 0 1,0 0-1,-1 0 0,1 0 0,-1 0 0,1-1 0,-1 1 1,1 0-1,0 0 0,-1-1 0,1 1 0,0 0 0,-1 0 1,1-1-1,0 1 0,-1-1 0,1 1 0,0 0 0,0-1 1,-1 1-1,1-1 0,0 1 0,0 0 0,0-1 0,0 1 1,-1-1-1,1 1 0,0-1 0,0 1 0,0-1 1,0 1-1,0 0 0,0-1 0,0 1 0,0-1 0,0 1 1,1-1-1,-1 1 0,0-1 0,0 1 0,0 0 0,0-1 1,1 1-1,-1-1 0,0 1 0,0 0 0,1-1 0,-1 1 1,0 0-1,1-1 0,-1 1 0,0 0 0,1-1 0,-1 1 1,0 0-1,1 0 0,-1-1 0,1 1 74,-7-4-1750,-19-21-11499</inkml:trace>
  <inkml:trace contextRef="#ctx0" brushRef="#br0" timeOffset="278.862">638 332 26174,'0'0'3728,"0"0"-3248,-39 142 129,26-47-25,2 27-32,0 24-232,2 6-168,0-12-96,5-16-32,-3-15-24,3-25-320,-1-26-880,3-31-3105</inkml:trace>
  <inkml:trace contextRef="#ctx0" brushRef="#br0" timeOffset="980.885">1607 1 26070,'0'0'3867,"0"0"-2801,0 0-893,0 0 114,26 8 177,161 67 213,-168-64-655,-1 0 0,1 1 1,-2 1-1,0 1 0,0 1 0,-2 0 0,0 1 0,12 16-22,-22-25-1,0 1 1,0 0-1,-1 1 0,0-1 1,0 1-1,-1 0 1,0 0-1,-1 0 0,0 0 1,0 0-1,-1 0 0,0 1 1,-1-1-1,0 0 0,-1 1 1,1-1-1,-2 0 1,1 0-1,-1 1 0,-1-1 1,0 0-1,-1 2 1,-16 27 0,-1-1 0,-2 0 0,-1-2 0,-2-1 0,-2-1 0,0-1 0,-3-2 0,-6 5 0,30-29 0,-34 37 0,-2-3 0,-3-1 0,0-2 0,-3-2 0,-29 14 0,63-41-22,39-21-31,35-14 47,1 2 0,1 3 0,1 2-1,0 3 1,1 3 0,1 3 0,0 2 0,1 3-1,0 3 7,-61 3 2,0-1 1,0 1-1,0-1 0,0 1 0,0 1 0,0-1 0,0 0 1,0 1-1,0 0 0,0 0 0,0 0 0,0 0 0,0 1 1,-1-1-1,1 1 0,-1 0 0,1 0 0,-1 1 0,0-1 1,0 1-1,0-1 0,0 1 0,0 0 0,0 0 1,-1 0-1,0 0 0,1 1 0,-1-1 0,0 1 0,-1-1 1,1 1-1,0 3-2,-1 8 2,-2 0 0,0-1 1,-1 0-1,0 1 0,-1-1 1,-1 0-1,0 0 0,-1 0 0,-1-1 1,0 0-1,0 0 0,-2 0 1,1-1-1,-2 0 0,1 0 1,-2-1-1,1 0 0,-2-1 1,1 0-1,-2 0-2,-4 9-1,-180 176-499,173-176 249,23-19 228,-1 0-1,1 0 1,-1 0-1,1 0 0,-1 0 1,1 0-1,-1 0 1,1 0-1,-1 0 1,1 0-1,-1 0 1,1-1-1,-1 1 0,1 0 1,-1 0-1,1-1 1,-1 1-1,1 0 1,0 0-1,-1-1 1,1 1-1,0 0 0,-1-1 1,1 1-1,0-1 1,-1 1-1,1 0 1,0-1-1,0 1 1,-1-1-1,1 1 0,0-1 1,0 1-1,0-1 1,0 1-1,-1-1 1,1 1-1,0-1 1,0 1-1,0-1 0,0 1 1,0-1-1,0 1 1,0-1-1,1 1 1,-1-1-1,0 1 1,0-1-1,0 1 0,0 0 1,1-1-1,-1 1 1,0-1-1,0 1 1,1-1-1,-1 1 1,0 0-1,1-1 0,-1 1 1,1 0-1,-1-1 1,1 1 23,15-36-4849,9-8-10000</inkml:trace>
  <inkml:trace contextRef="#ctx0" brushRef="#br0" timeOffset="1274.613">2484 330 30294,'0'0'566,"0"0"-247,20 18 54,-4-3-260,3 2 32,0 1 0,-1 0 0,-1 2 0,-1 0 0,-1 0 0,8 16-145,208 445 232,-207-443-256,2 0 1,1-2-1,2-1 1,2-1-1,1-2 1,1-1-1,2-1 1,30 19 23,-65-49-1287,-17-14-1575</inkml:trace>
  <inkml:trace contextRef="#ctx0" brushRef="#br0" timeOffset="1524.598">3288 318 30719,'-79'101'1680,"-26"39"-1512,-24 41-128,-18 17 0,-4-11-40,30-45-168,9-34-2273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19.89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0 186 18668,'0'0'7208,"0"0"-5074,0 0-1645,0 0 22,36-6 84,371-38 573,1514-54 78,-985 120-958,-313-7-261,-613-15-40,6 1-66,0 0 0,0-2 0,0 0 0,0-1 0,0 0 1,0-1-1,0-1 0,-1-1 0,4-1 79,13-18-4596,-16-5-13417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3:51.25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601 1208 22133,'0'0'5833,"0"0"-4133,0 0-1186,0 0-111,0 0-11,38-20 4,549-287 74,-522 273-447,17-9 62,2 3 0,1 4 0,35-7-85,-113 40 16,-3 1-7,0 0 1,1 0 0,-1 1-1,0-1 1,1 1 0,-1 0 0,1 0-1,0 0 1,-1 1 0,1-1-1,0 1 1,-1 0 0,1 1 0,-1-1-1,1 1 1,0 0 0,-1 0 0,1 0-1,-1 1 1,0-1 0,1 1-1,-1 0 1,0 0 0,0 1 0,2 1-10,-2 5 9,0 1 0,0 0 1,-1 0-1,-1 1 0,0-1 1,0 1-1,-1-1 0,0 1 0,-1-1 1,0 1-1,0 0 0,-1-1 1,-2 6-10,2-2 20,-14 100 39,-4-1 0,-6 0 0,-5-2 0,-38 93-59,7-14 12,-3 34-12,42-196-13,14-149-1205,5 32-628,-1 1-1838</inkml:trace>
  <inkml:trace contextRef="#ctx0" brushRef="#br0" timeOffset="252.927">1393 1023 29678,'-77'154'664,"-11"21"-375,12-19-81,8-4 112,19-10-160,23-30-160,17-35-24,9-35-560,20-30-1089,4-12-4360</inkml:trace>
  <inkml:trace contextRef="#ctx0" brushRef="#br0" timeOffset="563.406">2147 900 29630,'0'0'954,"-1"28"-169,-9 181 81,7-42-406,4-165-460,0 0 0,0 0 0,0 0-1,0 0 1,0 0 0,0 0 0,1 0 0,-1 0 0,0 0 0,1-1 0,0 1-1,-1-1 1,1 1 0,0-1 0,0 0 0,0 0 0,0 1 0,0-1 0,0 0-1,0-1 1,0 1 0,1 0 0,-1-1 0,0 1 0,0-1 0,1 0-1,-1 0 1,0 1 0,0-2 0,1 1 0,-1 0 0,0 0 0,0-1 0,1 1-1,-1-1 1,0 0 0,0 1 0,0-1 0,0 0 0,0 0 0,0-1-1,0 1 1,0 0 0,0-1 0,0 1 0,-1-1 0,1 1 0,-1-1 0,1 0-1,-1 0 1,1-1 0,111-153-306,-66 79 187,-38 65 98,8-16 3,1 1 1,2 0-1,1 2 0,0 0 1,2 2-1,1 0 1,16-11 17,-39 33 1,1-1 1,-1 1 0,0 0-1,1-1 1,-1 1-1,0 0 1,1 0-1,-1 0 1,1 0 0,0 0-1,-1 0 1,1 0-1,0 1 1,0-1-1,-1 0 1,1 1 0,0 0-1,0-1 1,0 1-1,0 0 1,-1 0-1,1 0 1,0 0 0,0 0-1,0 1 1,0-1-1,0 0 1,-1 1-1,1-1 1,0 1 0,0 0-1,-1 0 1,1 0-1,0 0 1,-1 0-1,1 0 1,-1 0 0,0 0-1,1 0 1,-1 1-1,0-1 1,1 1-1,-1-1 1,0 1 0,0-1-2,2 21 48,-1-1 0,-1 1 0,-1 0 0,0-1 0,-2 1 0,0-1 0,-2 1 1,0-1-1,-2 0 0,0-1 0,-1 1 0,-7 11-48,4-4 0,-54 96 0,61-123-60,1 0 0,-1 0-1,1 0 1,-1-1 0,0 1 0,0-1-1,1 0 1,-1 0 0,0 0 0,1 0-1,-1 0 1,0 0 0,1-1 0,-1 0-1,0 1 1,1-1 0,-1 0 0,1 0-1,-1 0 1,1-1 0,-1 1 0,1 0-1,0-1 1,0 0 0,0 1 0,0-1-1,0 0 1,0 0 0,0 0 0,1 0-1,-1-1 1,1 1 0,-1 0 0,1-1 60,-25-26-2393</inkml:trace>
  <inkml:trace contextRef="#ctx0" brushRef="#br0" timeOffset="909.019">1500 358 27158,'0'0'1328,"0"0"-216,0 0-408,0 0-151,0 0-321,0 0 64,-68 112 120,15 11-128,-17 44-16,-2 19-120,15 1-80,24-13-72,24-36-40,9-39-776,0-36-5962</inkml:trace>
  <inkml:trace contextRef="#ctx0" brushRef="#br0" timeOffset="1870.071">4674 1 24989,'0'0'3888,"0"0"-2411,0 0-883,-18 21-153,-509 658 937,262-344-1378,-1-3 0,-105 189 0,273-343-55,91-93-1581,7-60-922</inkml:trace>
  <inkml:trace contextRef="#ctx0" brushRef="#br0" timeOffset="2384.917">5068 549 30639,'0'0'976,"0"0"-536,0 0-235,0 0-55,0 0 28,26-1-28,182 0-121,-81 6-9,110 14-2814,-240-15 146,-41 4 3100,-10 4 657,20 0-879,1 2-1,0 1 1,2 2 0,0 0-1,0 3 1,2 0 0,-12 13-230,32-26 29,-80 54 8,4 4 1,2 4 0,4 4 0,3 3 0,3 3 0,3 4-1,5 2 1,-38 65-38,56-47-1260,47-102 1146,0 0 1,0 0-1,1-1 0,-1 1 1,0-1-1,1 1 0,-1 0 1,0-1-1,1 1 0,-1-1 0,1 1 1,-1-1-1,1 1 0,-1-1 1,1 1-1,-1-1 0,1 0 1,0 1-1,-1-1 0,1 0 1,-1 1-1,1-1 0,0 0 1,-1 0-1,1 1 0,0-1 1,0 0-1,-1 0 0,1 0 1,0 0-1,-1 0 0,1 0 0,0 0 1,-1 0-1,1-1 0,0 1 1,-1 0-1,1 0 0,0 0 1,-1-1-1,1 1 0,0 0 1,-1-1-1,1 1 0,-1-1 1,1 1-1,-1-1 0,1 1 1,-1-1-1,1 1 0,-1-1 1,1 1-1,-1-1 0,0 1 0,1-1 1,-1 0-1,0 1 0,1-1 1,-1 0-1,0 1 0,0-1 1,0 0-1,0 1 0,0-1 1,0 0-1,0 1 0,0-1 1,0 0-1,0 0 0,0 0 114,28-29-14049</inkml:trace>
  <inkml:trace contextRef="#ctx0" brushRef="#br0" timeOffset="2661.901">4937 1183 15571,'0'0'11955,"0"0"-11179,0 0-144,0 0-32,33 181-128,-55-96-80,-4 8-175,4-3-129,13-19-56,5 0-32,4-17-152,10-21-1193,8-19-5096</inkml:trace>
  <inkml:trace contextRef="#ctx0" brushRef="#br0" timeOffset="2907.076">5088 1384 30038,'0'0'889,"0"0"-417,0 0-88,0 0-56,0 0-208,0 0-120,158-69-80,-101 61-304,42-18-296,-16 4-1153,-9-3-2672</inkml:trace>
  <inkml:trace contextRef="#ctx0" brushRef="#br0" timeOffset="3187.941">5816 1017 23845,'0'0'5507,"0"0"-4011,0 0-1193,20-2-102,335-7 490,-312 9-598,-1 2 0,0 2 0,0 1 0,0 3 0,-1 1 0,0 3 0,29 11-93,-64-20 2,1-1 0,-1 1 1,0 1-1,0-1 0,0 1 0,0 0 1,-1 0-1,1 1 0,-1 0 1,-1 0-1,1 0 0,0 0 0,-1 1 1,0 0-1,-1 0 0,1 0 1,-1 0-1,0 0 0,-1 1 1,1-1-1,-1 1 0,-1 0 0,1 0 1,-1 0-1,0 0 0,-1-1 1,1 1-1,-2 0 0,1 0 0,-1 0 1,0 0-1,-1 4-2,-7 17 0,-1 0 0,-1-1 0,-2-1 0,0 0 0,-2 0 0,-1-2 0,-1 0 0,-1-1 0,-1 0 0,-10 7 0,3 2 0,-4 6 0,-1-2 0,-2-2 0,-2-1 0,-26 20 0,-11-24-89,58-46-445,17-128-2333,12 61-476</inkml:trace>
  <inkml:trace contextRef="#ctx0" brushRef="#br0" timeOffset="3188.941">6366 559 27678,'0'0'3065,"0"0"-2689,-46 174 56,-2-24 96,-9 21-40,0-1-288,6-10-200,8-24 0,5-10 0,14-25 0,13-30 0,11-24-608,2-25-776,12-16-1977</inkml:trace>
  <inkml:trace contextRef="#ctx0" brushRef="#br0" timeOffset="3518.846">7021 966 25477,'0'0'4768,"0"0"-3632,0 21-1064,-8 156 98,-14-117-109,18-78-157,8 4 16,1 0-1,0 1 0,1-1 1,0 1-1,1 0 1,0 0-1,2 1 1,-1 0-1,1 1 0,1 0 1,0 0-1,0 1 1,1 0-1,0 1 1,1 0-1,0 1 0,1 0 81,-9 5 26,0 0-1,1 1 0,-1-1 0,1 1 0,0 0 1,-1 0-1,1 1 0,0-1 0,0 1 0,0 0 1,0 1-1,0-1 0,0 1 0,0 0 0,1 0 0,-1 0 1,0 1-1,0 0 0,0 0 0,0 0 0,-1 1 1,1-1-1,0 1 0,0 0 0,-1 1 0,1-1 0,-1 1 1,0 0-1,0 0 0,0 0 0,0 1 0,0-1 1,-1 1-1,0 0 0,3 3-25,3 5 93,-1 1 1,0-1-1,0 2 0,-2-1 0,1 1 1,-2 0-1,0 0 0,-1 1 0,0-1 1,-1 1-1,0 0 0,-2 0 1,0 0-1,0 0 0,-1 0 0,-1 0 1,-1 5-94,-4-11 4,1-1 0,-1 0 0,0 0 1,-1-1-1,0 0 0,0 0 1,0-1-1,-1 1 0,0-1 0,0-1 1,-1 0-1,0 0 0,1-1 1,-2 0-1,1 0 0,0-1 0,-1 0 1,1-1-1,-6 1-4,-37 11-435,-1-3 0,0-1 1,-1-3-1,-17-1 435,64-6-173,-92 6-4716</inkml:trace>
  <inkml:trace contextRef="#ctx0" brushRef="#br1" timeOffset="87706.281">1 2181 1192,'0'0'8530,"177"-18"-5969,-30-18-2561,-11 1-4409,-22 3 2328</inkml:trace>
  <inkml:trace contextRef="#ctx0" brushRef="#br1" timeOffset="87999.222">1351 2137 16067,'0'0'9380,"0"0"-6613,0 0-1660,0 0-180,0 0-227,35 11-173,139 30-40,34-49-113,903-168 56,1277-58-429,-1329 149-1,-617 45-253,-399 34-568,-32-2-986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04.81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1756 28798,'0'0'1566,"0"0"-853,0 0-237,0 0 7,0 0-115,25-1-126,395-16-121,343-57-121,-95 5 0,-361 64-1595,-278 5-2891</inkml:trace>
  <inkml:trace contextRef="#ctx0" brushRef="#br0" timeOffset="341.947">1638 1 28846,'0'0'1536,"0"0"-831,0 0-193,0 0-8,0 0 56,-40 144-456,12-50-104,-9 31 0,-14 34 0,-6 21 0,5 7 0,12 3 0,9-7 0,14-41 0,2-28-2248</inkml:trace>
  <inkml:trace contextRef="#ctx0" brushRef="#br1" timeOffset="78772.953">154 1636 19340,'0'0'7263,"0"0"-5264,0 0-1485,0 0-150,0 0 78,24-7 50,-8 3-415,167-27 499,333-12 109,798-55-135,-1199 93-2240,-98 3-2564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03.21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202 2191 22829,'0'0'2962,"0"0"-266,0 0-1582,0 0-478,0 0-22,-14 5-134,-41 15-152,77-19 196,4-11-427,0-2 1,0 0-1,-1-2 0,-1-1 1,0-1-1,15-14-97,-30 24 0,88-76 0,-3-5 0,-5-3 0,-3-5 0,-4-3 0,-5-3 0,2-15 0,-37 60 0,-23 28 0,-15 20 0,1 0 0,0 0 0,1 0 0,0 1 0,0 0 0,1 0 0,-1 1 0,2-1 0,-1 1 0,1 1 0,5-4 0,-3 18 0,-8 43 0,-1 1 0,-3-1 0,-3 0 0,-1 0 0,-3 2 0,-9 81 0,9 87 0,10-214 0,1-1 0,0 1 0,1 0 0,-1-1 0,1 1 0,1-1 0,-1 0 0,1 0 0,1 0 0,-1 0 0,1-1 0,0 0 0,1 0 0,-1 0 0,1-1 0,1 0 0,-1 0 0,0 0 0,1-1 0,0 0 0,0 0 0,1 0 0,-1-1 0,1-1 0,-1 1 0,1-1 0,0 0 0,0-1 0,0 0 0,0 0 0,0-1 0,0 0 0,0 0 0,0-1 0,0 0 0,0 0 0,0-1 0,-1 0 0,1 0 0,0-1 0,1-1 0,9-4 0,-2-1 0,1 0 0,-1-1 0,-1-1 0,1 0 0,-2-1 0,0-1 0,0 0 0,-1-1 0,0-2 0,34-38 0,-1-3 0,-4-2 0,-2-1 0,-2-2 0,-4-2 0,-2-1 0,-3-2 0,-3-1 0,-3 0 0,-3-2 0,7-49 0,-12-67 0,-30 181-1,-9 92-7,22-64 6,-5 145 1,7 0-1,7-1 1,11 39 1,10 216 15,-19-262-15,-7-1 0,-7 1 0,-7-1 0,-7-1 0,-7 0 0,-18 42 0,-25-44 0,65-150 0,0 0 0,-1-1 0,1 1 0,-1-1 0,0 0 0,0-1 0,-1 1 0,0-1 0,1 0 0,-2 0 0,1-1 0,0 0 0,0 0 0,-1 0 0,0-1 0,0 0 0,1 0 0,-1-1 0,0 0 0,0 0 0,0-1 0,-3 1 0,4-3 0,0 0 0,0 0 0,0-1 0,0 0 0,0 0 0,1 0 0,-1 0 0,1-1 0,0 0 0,0 0 0,0-1 0,1 1 0,0-1 0,0 0 0,0 0 0,0 0 0,1-1 0,0 1 0,0-1 0,0 0 0,1 0 0,-1 0 0,2 0 0,-1 0 0,1 0 0,0-1 0,0 1 0,0 0 0,1-4 0,-7-51 0,3-1 0,3 1 0,2 0 0,3-1 0,2 1 0,4 0 0,2 1 0,2 0 0,3 1 0,3 1 0,2 1 0,3 0 0,22-36 0,-13 26 0,3 3 0,2 0 0,4 3 0,2 1 0,2 2 0,32-28 0,-47 57-62,0 2 1,2 1-1,1 1 1,0 2-1,15-5 62,1-2-453,42-26-1243</inkml:trace>
  <inkml:trace contextRef="#ctx0" brushRef="#br1" timeOffset="79629.935">2440 286 28878,'-10'-20'534,"7"15"-511,-4-12 17,-2 0 1,1 1-1,-2 0 0,-1 0 0,0 1 1,0 0-1,-2 1 0,0 1 0,0 0 1,-1 0-1,-1 1 0,0 1 0,-4-1-40,-13-1 38,-1 2 0,0 1-1,0 2 1,-1 2-1,0 0 1,-1 3 0,1 0-1,-1 3 1,1 0-1,-35 6-37,12 0 74,0 3-1,1 1 0,0 4 0,0 1 0,2 3 0,0 3 0,2 2 0,0 2 1,2 2-1,0 2 0,2 3 0,-26 23-73,-38 36 26,4 4 0,5 5 0,4 4 0,5 4 0,5 4 0,4 4 0,6 4 0,-37 78-26,75-120 42,4 2 0,3 1 0,4 1 0,3 2 0,4 1 0,4 1 1,4 0-1,3 1 0,4 1 0,4 0 0,6 67-42,17 1 105,8-1 1,5-1-1,8-2 0,6-1 1,7-3-1,66 130-105,-69-159 0,6-3 0,5-2 0,4-3 0,6-3 0,18 17 0,-58-87-29,0-2-1,3 0 1,0-2 0,3-2-1,0-1 1,2-2 0,1-2-1,2-2 1,0-1 0,1-2-1,2-2 1,0-2 0,1-2-1,0-2 1,21 2 29,-14-6-13,-1-2 0,2-3 0,-1-2 0,1-2 0,-1-3 0,0-2 0,1-2 0,-2-2 0,1-3 0,-1-2 0,-1-3 0,-1-1-1,19-11 14,15-20-1,-2-4 0,-2-4 0,-2-3 0,-3-4 0,-3-2-1,-3-4 1,-3-3 0,-3-2 0,12-25 1,58-78 6,-9-6 0,-7-4 0,-9-6 0,13-50-6,-80 161 1,-4-3-1,-3 0 1,-4-3 0,-4 0 0,-4-2 0,-4 0-1,-3-1 1,-5-1 0,-4 0 0,-4-68-1,-3 136-2,-1 1-1,-1-1 1,-1 1 0,-1 0 0,-1 0-1,-1 0 1,-1 1 0,-1 0 0,-1 1-1,-1 0 1,0 0 0,-2 1-1,-14-17 3,22 32-2,-1 0-1,1 1 0,-1 0 0,0 0 0,0 0 1,0 1-1,0 0 0,0 0 0,-1 0 0,1 1 1,-1 0-1,0 1 0,0-1 0,0 1 0,0 0 1,0 1-1,0 0 0,0 0 0,0 0 0,-6 2 3,-24 3-216,1 2 0,0 1 0,1 2 0,0 2 0,0 1 0,2 1 0,-1 2 0,2 1 0,0 2 0,-20 16 216,-61 45-3027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27.93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5 294 27318,'0'0'2088,"0"0"-1468,0 0-385,0 0 311,0 0 30,0 0-124,-4 8 207,44-20-386,28-15-273,1 3 0,1 2 0,1 4 0,1 3 0,0 4 0,1 2 0,31 2 0,857 38 0,-42-13 0,-875-20 0,-1-1 0,0-2 0,0-3 0,0-1 0,-1-2 0,0-1 0,23-13 0,-59 23-59,0-1 0,0 1 0,0-2 0,-1 1 0,1 0 0,-1-1-1,0 0 1,0-1 0,-1 1 0,1-1 0,-1 0 0,0 0 0,0 0 0,0 0 0,-1-1 0,0 0 0,0 1 0,0-1-1,-1 0 1,1-3 59,-1-24-3475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30.0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577 1 29518,'0'0'842,"0"0"-205,0 0-134,0 0-126,0 0-172,-18 24-127,-7 12-67,2 1 0,2 1-1,1 1 1,2 1 0,-10 31-11,-316 941 52,274-777-39,68-231-44,1-1 0,-1 1 0,1 0 0,0 0 0,0 0 0,1 1 0,-1-1 0,1 0 0,0 0 0,0 0 0,0 0 0,1 0 0,-1 0 0,1 0 0,0 0 0,0 0 0,0 0 1,1 0-1,-1 0 0,1 0 0,0-1 0,0 1 0,1-1 0,-1 1 0,1-1 0,-1 0 0,1 0 0,0 0 0,0 0 0,0 0 0,1-1 0,-1 0 31,30 11-2266</inkml:trace>
  <inkml:trace contextRef="#ctx0" brushRef="#br0" timeOffset="262.832">682 42 30190,'0'0'585,"46"168"-417,-11-8 8,2 25 344,-4 4-96,-4-15-216,-7-28-128,-7-12-64,-2-29-8,-6-28-8,-5-28-40,-2-12-208,0-1-96,-7-6-360,-12-9-1177,-3-17-11738</inkml:trace>
  <inkml:trace contextRef="#ctx0" brushRef="#br0" timeOffset="526.991">130 928 30791,'0'0'808,"0"0"-640,0 0-112,0 0 184,175-6-56,-87-16-168,56-21-16,-19 7-496,-17 1-1561</inkml:trace>
  <inkml:trace contextRef="#ctx0" brushRef="#br0" timeOffset="961.617">1197 691 30535,'0'0'800,"0"0"-352,0 0-197,0 0-22,0 0-121,21 0-55,146 5-30,-34 28-19,-130-32-5,1 1 1,-1 0 0,0 0 0,0 0 0,0 1 0,0-1 0,0 1 0,0 0 0,-1 0-1,1 0 1,-1 0 0,0 0 0,0 0 0,0 1 0,0-1 0,0 1 0,-1-1 0,0 1-1,0 0 1,0 0 0,0-1 0,0 1 0,-1 0 0,0 0 0,0 0 0,0 0 0,0 0-1,0 0 1,-1-1 0,0 1 0,1 0 0,-2 0 0,0 2 0,-7 14-5,-1 0 1,-1-1-1,-1-1 1,0 0 0,-1 0-1,-1-1 1,-1-1-1,-1 0 1,0-2-1,-4 4 5,4-3-30,-130 99-1738,132-110 82</inkml:trace>
  <inkml:trace contextRef="#ctx0" brushRef="#br0" timeOffset="1224.412">1870 577 24253,'0'0'5996,"0"0"-4574,0 0-1304,0 0-75,21 19-7,70 59-9,0-44-3,-69-31-24,-14-1 2,85 25 0,-91-26 1,1 1-1,-1-1 1,0 1 0,0-1 0,0 1-1,0 0 1,-1 0 0,1 0 0,0 0-1,-1 0 1,1 0 0,-1 0 0,0 0-1,1 1 1,-1-1 0,-1 0-1,1 1 1,0-1 0,0 1 0,-1-1-1,1 1 1,-1-1 0,0 1 0,0 0-1,0-1 1,0 1 0,0-1 0,-1 1-1,1-1 1,-1 1 0,0-1 0,1 1-1,-1-1 1,0 1 0,-1-1 0,1 1-3,-7 10 9,0 1 1,-1-1 0,-1-1 0,0 0 0,0 0 0,-1-1 0,-1 0 0,-10 7-10,-12 13-6,-180 178-1462,159-156-521</inkml:trace>
  <inkml:trace contextRef="#ctx0" brushRef="#br0" timeOffset="1496.525">2606 275 31919,'0'0'600,"0"0"-464,22 126-88,-9-35 16,-2 37-64,-4 38 0,-7 13 0,0 5 0,-18-18 0,1-30 0,2-36-440,6-31-1168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10.38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2589 581 27174,'0'0'3055,"0"0"-2221,0 0-682,19 1 110,-15-1-238,6 0 35,-1 0 1,1 1-1,-1 0 0,1 1 1,-1 0-1,0 1 0,0-1 1,0 2-1,0-1 0,0 1 1,0 1-1,-1 0 0,0 0 1,0 0-1,6 6-59,32 40 60,-2 1 0,-2 2 0,-3 2-1,-2 2 1,-2 1 0,6 21-60,-26-52 17,252 489-17,-232-471 0,-32-59-52,1-115-1935,-4 52-2199</inkml:trace>
  <inkml:trace contextRef="#ctx0" brushRef="#br0" timeOffset="185.084">3437 435 26462,'0'0'4393,"0"0"-3929,-164 189 80,43-31 32,-19 43-264,-7 26-296,33-43-16,20-32-1072</inkml:trace>
  <inkml:trace contextRef="#ctx0" brushRef="#br0" timeOffset="-549.396">892 1078 30358,'0'0'705,"0"0"-433,163 0 264,-27-20 80,39-9-336,11-5-280,-32 9 0,-45 13 0,-45 8 0,-14 4 0,3 0 0,-5 0 0,-6 12 0,-20 5 0,-25 3-648,-25-4-840,-9-4-3826</inkml:trace>
  <inkml:trace contextRef="#ctx0" brushRef="#br0" timeOffset="-297.75">1649 628 10322,'0'0'18764,"0"0"-17900,0 0-87,-40 168-129,34-91-40,3 8-152,1 5-216,2 5-152,0 4-88,0-1 0,0-3 0,20 8-424,-2-26-840,-1-26-2193</inkml:trace>
  <inkml:trace contextRef="#ctx0" brushRef="#br1" timeOffset="76489.27">441 21 23829,'0'0'1476,"0"0"1106,0 0-1219,0 0-645,0 0-173,-3-4-123,-11-12 64,6 38-368,-141 517 650,-104 445-463,239-856-948,54-175-2324,-16 5 1123</inkml:trace>
  <inkml:trace contextRef="#ctx0" brushRef="#br1" timeOffset="76774.309">537 5 29214,'0'0'848,"0"0"-616,0 0-23,101 108 343,-53 9-96,1 50-96,-1 19-144,-9-1-112,-8-21-32,-11-38-56,-3-25 0,-8-28-16,-5-22-24,-4-11-88,0-1-160,-2-9-288,-15-7-649,-3-19-1519</inkml:trace>
  <inkml:trace contextRef="#ctx0" brushRef="#br1" timeOffset="77054.886">248 634 30358,'0'0'689,"0"0"-529,0 0 0,116 14 208,-48-8-160,11-4-128,9-2-56,48 0-24,-22-2-224,-16-4-1168</inkml:trace>
  <inkml:trace contextRef="#ctx0" brushRef="#br1" timeOffset="79050.258">3889 561 1368,'0'0'27598,"0"0"-26622,0 0-487,0 0 151,0 0-112,0 0-264,-26 12-192,26-2-72,13 8 0,13 29-144,-4-2-888,-7-1-2433</inkml:trace>
  <inkml:trace contextRef="#ctx0" brushRef="#br1" timeOffset="79296.65">4064 1283 29582,'0'0'728,"0"0"-183,0 0 7,0 0 72,0 0-352,-55 132-272,-4-55-152,7-8-656,-1-6-2233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35.04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 0 30431,'0'0'784,"0"0"-584,0 0-120,0 0 144,0 0-128,0 0-96,-2 115-40,9-48-600,-7-2-2081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35.32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376 0 29894,'0'0'1521,"0"0"-1353,0 0-80,0 0 296,-97 140-176,53-86-152,-4 9-56,-2 6-104,-7 16-336,13-18-712,9-16-729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36.3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64 0 31575,'0'0'1152,"0"0"-1112,-35 117-40,22-19 0,4 60 0,5 57 0,2-19 0,2-33-1328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35.6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154 92 28950,'0'0'1351,"0"0"-565,0 0-206,0 0-64,0 0-157,-2 14-167,0-5-177,1-6-14,0 0 0,1-1-1,-1 1 1,0 0-1,1 0 1,0 0-1,-1 0 1,1 0 0,0 0-1,1 0 1,-1 0-1,0 0 1,1-1 0,0 1-1,0 0 1,0 0-1,0 0 1,0-1 0,0 1-1,1 0 1,-1-1-1,1 0 1,0 1-1,-1-1 1,1 0 0,0 0-1,1 0 1,-1 0-1,0 0 1,1 0-1,139 64 0,-140-64 0,1-1 0,-1 1 0,0 0 0,0 0 0,1 0 0,-1 0 0,0 0 0,-1 0 0,1 0 0,0 1 0,-1-1 0,1 0 0,-1 1 0,0 0 0,1-1 0,-1 1 0,-1 0 0,1 0 0,0-1 0,-1 1 0,1 0 0,-1 0 0,0 0 0,0 0 0,0 0 0,0-1 0,-1 1 0,1 0 0,-1 0 0,1 0 0,-1-1 0,0 1 0,0 0 0,-1-1 0,1 1 0,0-1 0,-1 2 0,-68 89 0,64-86 0,-236 243-313,221-213-2396,20-35-1879</inkml:trace>
  <inkml:trace contextRef="#ctx0" brushRef="#br0" timeOffset="326.751">697 11 31055,'0'0'592,"0"0"-315,0 0 74,20-2 20,29-3-351,-1 2 0,1 3 0,-1 1 1,1 2-1,-1 3 0,14 4-20,51 49 0,-111-57 0,0 1 0,1 0 0,-1-1 0,0 1 0,0 0 0,-1 0 0,1 0 0,-1 0 0,1 0 0,-1 0 0,0 1 0,0-1 0,0 0 0,-1 1 0,1-1 0,-1 1 0,0-1 0,0 1 0,0-1 0,0 0 0,-1 1 0,1-1 0,-1 1 0,0-1 0,0 0 0,0 0 0,0 1 0,-1-1 0,1 0 0,-1 0 0,0 0 0,0-1 0,0 1 0,0 0 0,0-1 0,-1 1 0,-23 25 0,-2 0 0,0-2 0,-2-1 0,-1-2 0,-1-1 0,-13 6 0,-6 6 0,-10 7-144,28-22-157,0 2 1,2 2-1,1 1 1,1 1-1,1 1 1,-22 27 300,38-33-4070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5:50.42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268 119 19548,'0'0'6396,"0"0"-4274,0 0-1212,0 0-222,0 0-224,23-3-173,1-1-225,129-2 282,-115 14-297,-1 3-1,0 1 1,0 1-1,-1 3 1,-1 0-1,-1 3 1,-1 0-1,6 7-50,-32-23 4,0 0-1,-1 1 0,0 0 0,1 0 1,-1 1-1,-1-1 0,1 1 0,-1 1 0,0-1 1,0 1-1,-1 0 0,1 0 0,-1 0 1,-1 0-1,1 1 0,-1-1 0,0 1 1,0 0-1,-1 0 0,0 0 0,-1 1 1,1-1-1,-1 0 0,-1 1 0,1-1 1,-1 1-1,0-1 0,-1 0 0,0 1 0,0-1 1,-1 0-1,0 0 0,0 1 0,0-1 1,-3 4-4,-9 6 6,-2-1 1,1-1 0,-2 0-1,0 0 1,-1-2 0,0 0-1,-1-2 1,-17 9-7,-601 287-20,564-260-2056,73-46-658</inkml:trace>
  <inkml:trace contextRef="#ctx0" brushRef="#br0" timeOffset="296.285">1011 1 4889,'0'0'18644,"0"0"-14404,0 0-3703,0 0 42,24 10-82,77 38-133,-87-40-318,0 0 1,-1 1-1,-1 1 0,0 0 0,0 0 0,-1 1 0,0 1 0,8 11-46,3 2 83,-13-18-59,-1 1-1,0 1 0,-1-1 1,1 1-1,-1 0 0,-1 1 1,0-1-1,0 1 0,-1 1 0,-1-1 1,1 1-1,-2-1 0,1 1 1,-2 1-1,1-1 0,-1 0 0,-1 0 1,0 1-1,-1-1 0,0 1 1,-1-1-1,0 1 0,-1-1 1,0 0-1,0 0 0,-2 0 0,1 0 1,-1 0-1,-1-1 0,0 1 1,0-1-1,-2 1-23,-205 185-156,128-126-551,33-25-657,11-13-1760</inkml:trace>
  <inkml:trace contextRef="#ctx0" brushRef="#br0" timeOffset="677.802">1616 253 27998,'0'0'867,"0"0"-458,20 13-30,130 79 571,-130-81-818,-11-8-115,0-1 0,-1 2-1,1 0 1,-1 0 0,0 0-1,0 1 1,-1 0 0,1 0 0,-1 1-1,0 0 1,0 1 0,-1-1-1,0 1 1,0 0 0,-1 1-1,0-1 1,0 1 0,-1 0-1,0 1 1,0-1 0,0 1 0,-2-1-1,1 1 1,-1 0 0,0 0-1,0 4-16,-7-3 14,1 0-1,-2 0 1,1-1 0,-2 0-1,1 0 1,-1 0-1,0-1 1,-1 0 0,0 0-1,0-1 1,-1 0-1,0-1 1,0 0-1,0 0 1,-1-1 0,0 0-1,-9 3-13,-5 6 25,-228 139 111,250-152-134,0 0-1,0 0 0,1-1 1,-1 1-1,0 0 0,1 1 1,-1-1-1,1 0 0,-1 0 1,1 1-1,0-1 0,-1 0 1,1 1-1,0 0 0,0-1 1,0 1-1,0 0 0,0-1 1,1 1-1,-1 0 0,0 0 1,1 0-1,0-1 0,-1 1 1,1 0-1,0 0 0,0 0 1,0 0-1,0 0 0,0 0 1,0 0-1,1 0 0,-1 0 1,0-1-1,1 1 0,0 0 1,-1 0-1,1 0 0,0-1 1,0 1-1,0 0 0,0-1 1,0 1-1,1-1 0,-1 1-1,156 15 114,-117-18-94,870-38-556,-819 29-1229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48.849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1530 28478,'0'0'2253,"0"0"-1551,0 0-454,0 0 167,34-7 65,287-37-289,600 26-384,-910 17-993,-10 0-1068</inkml:trace>
  <inkml:trace contextRef="#ctx0" brushRef="#br0" timeOffset="248.224">691 987 28662,'0'0'1080,"0"0"-656,-63 148 121,34-51 31,-2 31 8,-2 28-184,3 10-152,6-8-152,8-18-64,12-38-32,4-21-8,11-2-248,15-28-472,3-11-1353</inkml:trace>
  <inkml:trace contextRef="#ctx0" brushRef="#br0" timeOffset="668.645">2289 1546 29758,'0'0'798,"-1"-18"-395,-16-119 285,14 129-640,2-5-26,-2 0-1,1 1 1,-2-1-1,0 1 0,0 0 1,-1 0-1,0 1 1,-1-1-1,0 1 1,-1 0-1,-1 1 1,1-1-1,-2 1 0,1 1 1,-1 0-1,-1 0 1,0 1-1,0 0 1,0 1-1,-1 0 0,0 0 1,-8-2-22,6 7 9,-1 1-1,1 0 1,0 2 0,0-1-1,-1 2 1,1-1 0,0 2-1,0 0 1,1 0 0,-1 1-1,1 1 1,0 0 0,0 1-1,0 0 1,0 1-1,1 0 1,1 1 0,-5 3-9,-18 17 41,1 1-1,1 2 1,1 1 0,-24 35-41,24-32 20,3 2 0,0 1 0,3 1 0,1 2 0,3 0 0,0 1 0,3 0 0,2 2 1,1 0-1,3 1 0,1 0 0,3 0 0,1 1 0,2 27-20,4-65 0,0 1 0,1-1 0,1 1 0,-1-1 0,1 0 0,1 1 0,0-1 0,0 0 0,0 0 0,1-1 0,0 1 0,1-1 0,0 0 0,0 0 0,0 0 0,1-1 0,0 0 0,0 0 0,0 0 0,1-1 0,0 0 0,0 0 0,1 0 0,-1-1 0,1-1 0,5 3 0,6 1 0,0-1 0,0 0 0,0-2 0,1 0 0,0-1 0,0-1 0,-1-1 0,1 0 0,0-2 0,19-2 0,-13-3 0,-1 0 0,0-2 0,0-1 0,-1 0 0,0-2 0,0-1 0,-1-1 0,-1-1 0,0-1 0,-1-1 0,-1 0 0,-1-2 0,0 0 0,-1-1 0,-1-1 0,-1-1 0,-1 0 0,9-16 0,-14 17-54,-1 0 0,-1 0 0,-1 0 1,0-1-1,-2 0 0,-1-1 0,0 1 0,-1-1 0,-2 0 0,0 1 1,-1-1-1,-2 0 0,-1-11 54,-6-58-2381</inkml:trace>
  <inkml:trace contextRef="#ctx0" brushRef="#br1" timeOffset="61042.751">2315 159 23765,'0'0'1088,"0"0"-236,4-20-3,12-62-76,-16 79-718,0 1 0,0 0 0,0 0-1,0 0 1,0 0 0,0 0 0,0 0 0,1-1-1,-1 1 1,1 0 0,0 0 0,-1 0 0,1 0-1,0 0 1,0 1 0,0-1 0,1 0-1,-1 0 1,0 1 0,1-1 0,-1 0 0,1 1-1,-1-1 1,1 1 0,0 0 0,-1 0 0,1 0-1,0 0 1,0 0 0,0 0 0,0 0 0,0 0-1,0 1 1,1-1-55,2 11 250,-1 100 700,-36 731 660,-8 119-843,44-653-767,20 77 0,11-77 0,-34-307 0,-2 1 0,1 0 0,0 0 0,0 1 0,-1-1 0,1 0 0,0 0 0,0 0 0,0 1 0,1-1 0,-1 0 0,0 0 0,0 0 0,1 0 0,-1 0 0,0 1 0,1-1 0,-1 0 0,1 0 0,0 0 0,-1 0 0,1 0 0,0 0 0,-1-1 0,1 1 0,0 0 0,0 0 0,0 0 0,0-1 0,0 1 0,0 0 0,0-1 0,0 1 0,0-1 0,0 1 0,0-1 0,0 0 0,1 1 0,-1-1 0,0 0 0,0 0 0,0 0 0,0 0 0,1 0 0,-1 0 0,0 0 0,0 0 0,1-1 0,4-8-3,-1 0-1,0-1 0,0 0 1,-1 0-1,0-1 1,0 1-1,-1-1 1,-1 0-1,0 0 1,-1 0-1,1-1 4,0 0-16,10-87-1091,-5-1-1,-3 0 0,-7-41 1108,-2 23-3199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4:27.37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259 2520 24901,'0'0'4577,"0"0"-4009,0 0-224,0 0 201,0 0-137,0 0-8,131 0-8,-63 0-144,35 0-120,39-2-56,43-10-24,12 2-40,0 4 8,-13 6-16,-30 8-232,-1 8-200,-43-4-904,-27-9-3345</inkml:trace>
  <inkml:trace contextRef="#ctx0" brushRef="#br0" timeOffset="278.331">2746 2496 26750,'0'0'3705,"147"16"-3385,0-8-104,37-2-8,11-6 112,-6 0-32,-18 0-112,-20 0-96,-37 0-80,-26 17-120,-36 1-696,-28-4-7370</inkml:trace>
  <inkml:trace contextRef="#ctx0" brushRef="#br0" timeOffset="4911.054">1368 1285 28574,'0'0'1052,"0"0"-580,0-24-192,4-152 451,4-59-373,-9 231-356,-1-1 1,0 0-1,-1 1 1,1-1-1,-1 1 0,0 0 1,0 0-1,0 0 1,0 0-1,-1 1 1,1-1-1,-1 1 1,0 0-1,0 0 1,-1 0-1,1 0 1,-1 1-1,1 0 1,-1 0-1,1 0 0,-1 0 1,0 1-1,0 0 1,0 0-1,0 0 1,0 1-1,0 0 1,0-1-1,0 2 1,0-1-1,0 1 1,0-1-1,0 2 0,0-1 1,0 0-1,0 1 1,0 0-1,1 0 1,-1 0-3,-12 7 0,0 1 1,1 0-1,0 1 1,1 1-1,1 1 1,-1 0-1,2 0 1,0 2-1,1-1 1,0 2-1,0 1 0,-17 25 12,1 2 0,2 0 1,3 2-1,1 0 0,2 2 0,3 0 0,1 1 1,3 1-1,2 0 0,2 1 0,2 0 0,3 0 1,2 1-1,4 49-12,-3-89 22,0 0 0,1 1 0,0-1 0,1 0 0,0 0-1,1 0 1,0 0 0,1 0 0,1 0 0,0-1 0,0 1 0,1-1 0,1 0 0,0 0 0,0-1 0,1 0 0,0 0 0,1 0 0,0-1 0,1 0 0,-1-1 0,2 0 0,-1 0 0,3 0-22,2-3 31,0-2 0,0 0 0,0-1 0,0 0 0,0-1 0,0-1 0,0 0 0,0-1 0,0 0 0,1-1 0,-2-1 0,1 0 0,0-1 0,-1 0 0,1-1 0,2-2-31,197-122 5,-125 62-5,-4-4 0,-2-3 0,-4-4 0,-4-3 0,-3-4 0,-3-2 0,2-14 0,-52 76 0,0-2 0,-2 0 0,-1-1 0,-1-1 0,-1 0 0,-2-1 0,-1 0 0,-1 0 0,-2-1 0,-1-1 0,-1 1 0,-2-4 0,-4 27 0,-1 0 0,0 0 0,0 0 0,-1 1 0,0-1 0,-1 1 0,1 0 0,-1 0 0,-1 0 0,1 1 0,-1-1 0,0 1 0,-1 0 0,1 0 0,-1 1 0,-1 0 0,1 0 0,0 0 0,-1 1 0,0 0 0,0 0 0,-1 1 0,1 0 0,-1 0 0,1 1 0,-1-1 0,0 2 0,0-1 0,0 1 0,0 1 0,0-1 0,0 1 0,0 1 0,0-1 0,0 1 0,-4 1 0,9-1-5,-1 0 1,1-1-1,-1 1 1,1 0-1,-1 0 1,1 1-1,0-1 1,0 1-1,0 0 1,-1 0-1,2 0 0,-1 0 1,0 0-1,0 0 1,1 1-1,-1 0 1,1-1-1,0 1 1,0 0-1,0 0 1,0 0-1,0 0 1,1 1-1,0-1 0,-1 0 1,1 1-1,0-1 1,1 0-1,-1 1 1,0-1-1,1 1 5,8 75-3637,18-34-6388</inkml:trace>
  <inkml:trace contextRef="#ctx0" brushRef="#br0" timeOffset="5382.087">3972 1107 24221,'0'0'5403,"0"0"-4023,-21-24-1093,-67-80 30,-28-98 582,113 198-896,0 0 1,0 0 0,-1 0-1,1 1 1,-1-1-1,0 1 1,0 0-1,-1 0 1,1 0-1,0 0 1,-1 1-1,0-1 1,1 1-1,-1 1 1,0-1 0,0 1-1,0 0 1,0 0-1,0 0 1,-1 0-1,1 1 1,0 0-1,0 0 1,0 1-1,0-1 1,0 1-1,0 0 1,-4 2-4,-5 1 7,0 1 0,0 1 1,0 0-1,1 1 0,0 0 0,0 1 1,1 1-1,0 0 0,-7 7-7,-19 19 2,3 2 0,1 2 0,1 0 1,3 3-1,1 0 0,2 2 0,2 1 0,2 1 0,3 0 0,1 2 0,2 1 1,2 0-1,3 1 0,2 0 0,-4 44-2,12-84 2,0 0 0,0 0 1,1 1-1,0-1 0,1 1 0,0-1 0,1 1 1,0-1-1,1 1 0,0-1 0,0 0 0,1 0 1,0 0-1,1 0 0,0 0 0,1-1 1,0 0-1,0 0 0,1 0 0,0 0 0,1-1 1,0 0-1,0-1 0,1 1 0,-1-1 0,2-1 1,-1 1-1,1-2 0,8 5-2,4-3 0,1-1 0,-1-2 0,1 0 0,0-1 0,1-2 0,-1 0 0,0-1 0,0-1 0,6-2 0,17-3 0,-1-1 0,0-3 0,-1-1 0,0-3 0,-1-1 0,-1-2 0,0-2 0,-1-1 0,-1-2 0,-1-2 0,-1-2 0,-2-1 0,0-2 0,-2-1 0,-1-1 0,-2-2 0,-1-2 0,-2 0 0,-1-2 0,3-7 0,-21 31-3,0 0-1,-1 0 1,0 0 0,-1-1-1,-1 0 1,0 0 0,0-1-1,-2 0 1,0 1 0,-1-1-1,0 0 1,-1 0 0,0 0-1,-2 0 1,0 0 0,0 0-1,-1 0 1,-1 0 0,-1 0-1,-4-10 4,3 17-51,0 0 0,-1 0 0,0 0-1,-1 1 1,0 0 0,0 0 0,-1 1 0,1 0-1,-1 0 1,0 1 0,-1 0 0,0 0-1,1 1 1,-2 0 0,1 0 0,0 1-1,-8-1 52,-85-24-1149,1 15-981</inkml:trace>
  <inkml:trace contextRef="#ctx0" brushRef="#br1" timeOffset="81165.258">50 444 23805,'0'0'4350,"0"0"-3015,0 0-760,0 0-123,0 0-162,-6 22 47,-18 86-8,29 36-29,10 564 564,-16-543-762,-29 728-74,21-830-28,19-146-420,82-179-1484,-38 122-357</inkml:trace>
  <inkml:trace contextRef="#ctx0" brushRef="#br1" timeOffset="81592.356">625 101 29502,'19'-4'758,"239"-33"-5,1841-22-170,-1970 59-552,1646 39-11,-1305-39-116,-470 0 97,-1 0 1,0 0-1,1 0 1,-1 0-1,0 0 1,1 1 0,-1-1-1,0 0 1,1 0-1,-1 1 1,0-1-1,1 0 1,-1 1-1,1-1 1,-1 1-1,1-1 1,-1 0-1,1 1 1,-1-1 0,1 1-1,-1 0 1,1-1-1,0 1 1,-1-1-1,1 1 1,0-1-1,0 1 1,-1 0-1,1-1 1,0 1-1,0 0 1,0-1 0,0 1-1,0 0 1,0-1-1,0 1 1,0 0-1,0-1 1,0 1-1,0 0 1,0-1-1,0 1 1,0 0-1,1-1 1,-1 1 0,0 0-1,1-1 1,-1 1-1,0-1 1,1 1-1,-1-1 1,1 1-1,-1-1 1,1 1-1,-1-1 1,1 1-1,-1-1 1,1 1 0,-1-1-1,1 0 1,-1 1-1,1-1 1,0 0-1,-1 0 1,1 1-2,-52 31 254,37-25-206,0 1-1,1 1 1,-1 0 0,2 0 0,-1 1-1,2 1 1,-1 0 0,2 1-1,-1 0 1,1 0 0,1 1 0,-7 13-48,7-1 26,0 1 1,2 0 0,1 0 0,1 0 0,1 1 0,1-1 0,1 7-27,-32 761 97,26-482-93,-29 505-4,8-621-919,14-164-250</inkml:trace>
  <inkml:trace contextRef="#ctx0" brushRef="#br1" timeOffset="81858.426">1504 2389 31999,'0'0'752,"0"0"-736,135 22-16,58-6 0,66-2 0,48-8 0,17-2 0,-12-4 0,1 2 0,0-2 0,-1 0-160,-80-6-1216,-39-16-3665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25 335 29190,'0'0'1239,"0"0"-860,0 0-290,0 0 35,0 0 80,20-7 48,129-51 115,-128 48-299,1 0-1,0 2 1,0 0-1,0 2 0,1 0 1,0 2-1,0 0 1,0 2-1,1 0 1,-1 1-1,1 2 1,2 1-68,-9 5 9,0 1 0,0 0 0,-1 1 1,-1 1-1,0 1 0,0 0 1,-1 1-1,0 0 0,-1 1 0,0 1 1,-1 0-1,9 15-9,-12-19 2,152 197-2,-9 6 0,84 163 0,-61-95 0,-52-92 0,-116-176 0,-21-10 0,7-7-11,0-2 0,1 1 0,0 0 0,0-1 0,1-1 0,0 1 0,0 0 0,0-1-1,1 0 1,0 0 0,0-1 0,1 1 0,0-1 0,0 0 0,0 0 0,0-7 11,-3-1-167,-23-71-4393,5-3-11701</inkml:trace>
  <inkml:trace contextRef="#ctx0" brushRef="#br0" timeOffset="282.85">1437 0 30519,'0'0'896,"0"0"-592,0 0 96,-114 116 176,41-35-504,-28 40-72,-41 50 0,-20 27 0,-5 3 0,18-14 0,35-37 0,33-32 0,31-33 0,23-6 0,16-30-8,-2-13-2985</inkml:trace>
  <inkml:trace contextRef="#ctx0" brushRef="#br0" timeOffset="730.659">1 2008 29382,'0'0'784,"0"0"-262,0 0 30,26 0 32,330-16 359,288-108-943,-367 62 0,260-21 0,-405 78 0,-133 9 0,-111 37-109,39-19-438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09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1050 26830,'0'0'3355,"0"0"-2456,0 0-715,0 0 104,0 0 108,-16 5-8,-48 10-69,64-16-317,-1 0 1,0-1-1,0 1 1,1 0-1,-1 0 1,1 0-1,-1 0 1,1-1-1,-1 1 1,1 0-1,0 0 1,0-1-1,-1 1 0,1 0 1,0 0-1,0-1 1,0 1-1,1 0 1,-1 0-1,0-1 1,0 1-1,1 0 1,-1 0-1,1-1 1,-1 1-1,1 0 0,-1 0 1,1 0-1,0 0 1,-1 0-1,1 0 1,0 0-1,0 0 1,0 0-1,0 0 1,0 0-1,0 0 0,0 1 1,0-1-1,0 0 1,0 1-1,1-1-2,2-4 5,323-511-5,-316 496 0,-5 7 0,1 1 0,0 0 0,1 1 0,0 0 0,1 0 0,0 0 0,0 1 0,1 1 0,1 0 0,5-4 0,-15 12 0,0 0 0,1 0 0,-1 0 0,1 1 0,-1-1 0,1 0 0,0 1 0,-1 0 0,1-1 0,-1 1 0,1 0 0,0 0 0,-1-1 0,1 1 0,0 1 0,-1-1 0,1 0 0,0 0 0,-1 1 0,1-1 0,-1 1 0,1-1 0,-1 1 0,1-1 0,-1 1 0,1 0 0,-1 0 0,0 0 0,1 0 0,-1 0 0,0 0 0,0 0 0,1 0 0,-1 1 0,0-1 0,0 0 0,-1 1 0,1-1 0,0 1 0,0-1 0,-1 1 0,1-1 0,-1 1 0,1-1 0,-1 1 0,16 81 0,-15-72 0,25 370 0,-26-378 0,-1 0 0,1 0 0,1 0 0,-1 0 0,0 0 0,1 0 0,-1 0 0,1 0 0,0 0 0,0 0 0,0-1 0,0 1 0,0 0 0,1 0 0,-1-1 0,1 1 0,0-1 0,0 1 0,0-1 0,0 0 0,0 0 0,0 0 0,1 0 0,-1 0 0,1-1 0,-1 1 0,1-1 0,0 1 0,0-1 0,-1 0 0,1 0 0,0 0 0,0 0 0,0-1 0,0 1 0,0-1 0,0 0 0,0 0 0,0 0 0,0 0 0,0 0 0,2-1 0,2-4 0,-1 0 0,1 0 0,-1 0 0,0-1 0,0 1 0,-1-2 0,0 1 0,0 0 0,0-1 0,-1 0 0,0 0 0,0-1 0,1-3 0,3-4 0,50-103-1,-5-1 0,-5-3 0,20-85 1,-6-51-62,-61 258 63,-1 0 1,0 1-1,1-1 1,-1 0-1,0 0 1,1 0 0,-1 0-1,0 0 1,1 0-1,-1 0 1,0-1-1,1 1 1,-1 0-1,0 0 1,0 0-1,1 0 1,-1 0 0,0 0-1,1-1 1,-1 1-1,0 0 1,1 0-1,-1 0 1,0-1-1,0 1 1,0 0 0,1 0-1,-1-1 1,0 1-1,0 0 1,0-1-1,1 1 1,-1 0-1,0 0 1,0-1-1,0 1 1,0 0 0,0-1-2,6 42 6,115 949-6,-99-774 0,-5 184 0,-16-395 0,-1 1 0,1-1 0,-1 0 0,0 1 0,0-1 0,-1 0 0,1 1 0,-1-1 0,0 0 0,-1 0 0,1 0 0,-1 0 0,0 0 0,0 0 0,-1 0 0,1 0 0,-1-1 0,0 1 0,0-1 0,-1 0 0,1 0 0,-1 0 0,0-1 0,0 1 0,0-1 0,-1 0 0,1 0 0,-1 0 0,0-1 0,1 1 0,-1-1 0,0-1 0,0 1 0,-1-1 0,1 1 0,0-1 0,0-1 0,-1 1 0,1-1 0,0 0 0,-1 0 0,1 0 0,-7-5 0,0 0 0,1 0 0,0-1 0,0 0 0,0-1 0,0 0 0,1-1 0,1 0 0,-1-1 0,1 0 0,1 0 0,0-1 0,0 0 0,1 0 0,0-1 0,0 0 0,2 0 0,-1-1 0,1 1 0,1-1 0,0 0 0,0-5 0,-4-19 0,1-1 0,1 0 0,3 0 0,1-1 0,1 1 0,3-7 0,-2 20 0,0 0 0,2 0 0,1 0 0,1 1 0,1-1 0,0 1 0,2 0 0,1 0 0,1 1 0,1 0 0,0 1 0,2 0 0,1 0 0,0 2 0,1-1 0,1 2 0,1 0 0,3-1 0,2-4-127,2 2-1,0 0 1,1 1 0,1 2-1,1 0 1,1 2 0,0 1 0,1 1-1,1 1 1,0 2 0,0 1-1,1 1 1,0 1 127,10 6-3202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11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430 303 14891,'0'0'4452,"0"0"-2598,0 0-489,0 0 492,0 0 248,0 0-503,0-9-347,0-142 2131,0 145-3386,0 0 0,0 0 0,-1 0 0,0 0 0,0 1 0,0-1 0,-1 0 0,1 1 0,-1-1 0,-1 1 0,1-1 0,-1 1 0,0 0 0,0 0 0,-1 0 0,1 1 0,-1-1 0,0 1 0,0 0 0,-1 0 0,1 0 0,-1 1 0,0-1 0,0 1 0,0 0 0,0 1 0,0-1 0,-1 1 0,1 0 0,-1 0 0,0 1 0,1 0 0,-1 0 0,0 0 0,0 1 0,0-1 0,0 2 0,1-1 0,-1 0 0,0 1 0,0 0 0,0 1 0,1-1 0,-1 1 0,1 0 0,-1 0 0,-3 3 0,-7 10 0,1 1 0,1 1 0,1 0 0,1 0 0,0 1 0,1 1 0,1 0 0,1 0 0,0 1 0,2 1 0,-4 14 0,10-34 0,-19 54 0,3 0 0,2 1 0,2 1 0,3 0 0,2 1 0,0 46 0,8-97 0,1 0 0,0 0 0,0 0 0,0 0 0,1 0 0,0 0 0,0 0 0,0-1 0,1 1 0,0-1 0,1 0 0,-1 1 0,1-2 0,0 1 0,1 0 0,0-1 0,-1 0 0,2 0 0,-1 0 0,0 0 0,1-1 0,0 0 0,0 0 0,0-1 0,1 0 0,-1 0 0,1 0 0,0-1 0,-1 0 0,1 0 0,0-1 0,0 1 0,0-2 0,0 1 0,1-1 0,-1 0 0,0 0 0,0-1 0,0 0 0,0-1 0,0 1 0,0-1 0,0 0 0,-1-1 0,1 0 0,-1 0 0,0 0 0,3-2 0,16-15 0,-1-1 0,-1 0 0,-1-2 0,0-1 0,-2 0 0,-1-2 0,-1 0 0,-2-1 0,0 0 0,-2-2 0,0 0 0,5-22 0,-9 25-314,-2 0 1,-1-1-1,-1 0 0,-1 0 0,-1-1 1,-2 0-1,-1 1 0,-1-3 314,0-1-2859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11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89 4889,'0'0'7780,"0"0"-1484,0 0-1283,0 0-2060,0 0-872,0 0-570,-6-14-430,-27-60 23,48 150-1093,-3 2 0,-3-1-1,-4 1 1,-3 1 0,-5 25-11,2-11 5,-3 71-5,-8 0 0,-22 97 0,33-253-2,-6 32 5,10-52-10,7-41-114,12-40-1023,1-11-2170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12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26822,'0'0'3673,"0"0"-3057,0 0-400,0 0 80,0 0 8,24 110-168,-6-82-96,3 15-40,-3-3-408,-9-5-1513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12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29286,'0'0'1673,"0"0"-1401,0 0 8,0 0 120,0 0-144,0 0-256,129 59-296,-85-57-1665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1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30687,'0'0'1208,"0"0"-848,0 0-192,0 0 16,0 0-24,0 0-160,0 0 0,98 104 0,-78-62 0,-4 9 0,-10 24-384,-4-10-1160,-2-10-2417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16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1 29614,'0'0'1273,"0"0"-753,-24 120 112,-2-53-104,-12 10-328,-5 6-200,-6 0 0,-1-7 0,-11-10-104,15-23-1320,6-19-6882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17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1 227 29398,'0'0'956,"0"0"-267,0 0-160,0 0-2,0 0-126,13 6-174,163 38-187,-148-41-40,-7-3 0,0 1 0,0 1 0,-1 1 0,1 1 0,-1 0 0,0 2 0,0 0 0,0 1 0,-1 1 0,0 1 0,-1 1 0,0 0 0,0 1 0,-1 1 0,-1 1 0,0 1 0,7 7 0,-19-13 0,0 0 0,0-1 0,-1 2 0,0-1 0,0 0 0,-1 0 0,-1 1 0,1-1 0,-1 1 0,0 0 0,-1-1 0,0 1 0,-1 0 0,1-1 0,-2 1 0,1-1 0,-1 1 0,-1-1 0,1 0 0,-1 0 0,-1 0 0,1 0 0,-1 0 0,-1-1 0,0 1 0,0-1 0,0-1 0,-1 1 0,-1 1 0,-40 36 0,-1-1 0,-2-3 0,-2-2 0,-1-3 0,-2-2 0,-11 3 0,61-28-1835,23-14-1771</inkml:trace>
  <inkml:trace contextRef="#ctx0" brushRef="#br0" timeOffset="407.166">910 1 30366,'0'0'805,"0"0"-135,0 0-235,0 0-105,22 2-189,129 29-121,-147-30-20,27 10 0,-1 0 0,0 2 0,-1 1 0,-1 1 0,0 1 0,2 4 0,-25-16 0,1 0 0,-1 1 0,1 0 0,-1-1 0,-1 2 0,1-1 0,-1 1 0,0-1 0,0 1 0,0 0 0,-1 0 0,0 1 0,0-1 0,-1 1 0,0 0 0,0-1 0,0 1 0,-1 0 0,0 0 0,-1 0 0,1 0 0,-1 0 0,0 0 0,-1 0 0,0 0 0,0 0 0,-1 0 0,1 0 0,-1-1 0,-1 1 0,-1 2 0,-9 19 0,-3-1 0,0-1 0,-1-1 0,-2 0 0,0-1 0,-5 3 0,7-7 0,-273 320-1322,288-338-2501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2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26638,'0'0'4121,"0"0"-3641,0 0-312,0 0-48,0 0 320,0 0-176,40 27-144,-21-15-72,3 0-48,0 4-96,-4-4-744,-12-4-3073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22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28166,'0'0'2745,"0"0"-2377,0 0 0,0 0 128,0 0-32,0 0-304,0 0-160,46 53 0,2-45 0,-6 0-264,-14-4-2081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2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17892,'0'0'12979,"0"0"-12331,0 0-400,0 0 80,0 0 208,0 0-400,0 0-136,-5 98 0,12-68 0,2 3 0,6 19-280,-4-9-1088,-2-6-2425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25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29326,'0'0'1889,"0"0"-1401,0 0 80,0 0-72,0 0-496,-26 110 0,-1-61 0,-6 13 0,-2 5 0,-15 18 0,8-16-200,3-16-2537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26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28518,'0'0'3673,"0"0"-3305,0 0-184,0 0-160,0 0-24,0 0 0,0 0 0,-72 174 0,87-60 0,5 28 0,-1 12 0,-5-8 0,-6-16 0,-3-33 0,1 2 0,3-32 0,-7-18-320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25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49 178 29262,'0'0'931,"0"0"-117,0 0-157,0 0-73,-9-1-149,-31 4-344,53 1-98,188 65 7,-63-29 0,-133-39 0,0 0 0,-1 0 0,1 1 0,-1 0 0,1 0 0,-1 0 0,0 0 0,0 1 0,0 0 0,0 0 0,0 0 0,0 0 0,-1 0 0,0 1 0,0 0 0,0 0 0,0-1 0,0 2 0,-1-1 0,0 0 0,1 0 0,-2 1 0,1-1 0,0 1 0,-1 0 0,0-1 0,0 1 0,-1 0 0,1 0 0,-1 0 0,0-1 0,0 1 0,-1 0 0,1 0 0,-1 0 0,-1 3 0,-8 10 0,0-1 0,-1-1 0,-1 0 0,0 0 0,-1-1 0,-1-1 0,0 0 0,-1-1 0,-1 0 0,0-2 0,-1 1 0,13-9 0,-123 77-13,105-80-1606,19-6-1150</inkml:trace>
  <inkml:trace contextRef="#ctx0" brushRef="#br0" timeOffset="372.093">713 73 30879,'0'0'1177,"0"0"-630,24-10-400,81-32-130,-95 38-17,0 0 0,1 1 0,-1 0 0,1 1 0,0 0 0,0 1 0,0 0 0,0 1 0,0 0 0,0 0 0,0 1 0,0 1 0,7 1 0,-10-1 0,-1 0 0,1 0 0,-1 0 0,1 1 0,-1 0 0,0 0 0,0 1 0,0 0 0,0 0 0,-1 1 0,0-1 0,0 2 0,0-1 0,0 0 0,-1 1 0,0 0 0,0 1 0,-1-1 0,0 1 0,0 0 0,0 0 0,-1 0 0,0 0 0,0 1 0,-1-1 0,0 1 0,0-1 0,-1 1 0,0 0 0,0 0 0,-1 0 0,0 0 0,0-1 0,-1 1 0,0 0 0,0 0 0,-1 0 0,-1 2 0,-15 16 0,-2-1 0,-1-1 0,-1-1 0,-1 0 0,0-2 0,-14 9 0,15-12 0,-231 191-347,235-197-1066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32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63 28806,'0'0'1878,"0"0"-910,0 0-294,-4 3-297,5-3-375,-1 1 0,0-1-1,1 0 1,-1 1 0,0-1 0,1 0 0,-1 0 0,0 1-1,0-1 1,0 0 0,1 1 0,-1-1 0,0 1 0,0-1-1,0 0 1,0 1 0,1-1 0,-1 0 0,0 1 0,0-1-1,0 1 1,0-1 0,0 0 0,0 1 0,0-1 0,0 1-1,0-1 1,-1 0 0,1 1 0,0-1 0,0 1-1,0-1 1,0 0 0,0 1 0,-1-1-2,150-56 0,-92 47 0,0 2 0,1 2 0,-1 4 0,36 3 0,-6-1 0,76 13 0,-175 4 0,-8-3-373,-1 1-1494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33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52 23501,'0'0'6413,"0"0"-4535,0 0-1392,19 0-112,1305-46-259,-1077 56-115,-293-4 0,-47-16-1288,47-2-4674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34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 0 27454,'0'0'2336,"0"0"-1904,0 0-288,-13 103 169,5-17 63,-6 45-112,-1 48-56,0 20-32,4-3-40,4-19-64,5-37-24,0-29-40,2-34-8,0-30-56,0-23-304,0-9-777,0-11-1247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35.1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27822,'0'24'2002,"21"371"-547,-20-389-1440,5 33 137,1 0 1,1 0 0,2-1-1,2-1 1,2 0 0,15 29-153,-27-61 17,0-1 0,0 1 1,1 0-1,0-1 1,0 1-1,0-1 0,1 0 1,-1 0-1,1-1 1,0 1-1,0-1 1,0 1-1,1-1 0,-1 0 1,1-1-1,-1 1 1,1-1-1,0 0 1,0 0-1,0-1 0,0 1 1,0-1-1,1 0 1,-1-1-1,0 1 0,1-1 1,-1 0-1,0 0 1,0-1-1,1 1 1,-1-1-1,4-2-17,8-6 0,-1-2 0,0 0 0,-1-1 0,0-1 0,0 0 0,-2-1 0,0 0 0,0-1 0,-1-1 0,-1 0 0,4-8 0,8-8 0,63-101-445,-56 72-4123,-13 22-12040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39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723 16 15923,'0'0'4711,"0"0"-2159,0 0 1014,0 0-2253,0 0-676,0 0 6,5 0-94,9 6-266,-40 17-255,3-4-63,-143 148 20,-113 152 15,65-71 201,180-202-175,80-37-20,-7-13 25,0-1 1,0-2 0,-1-2-1,0-1 1,-1-2-1,0-2 1,15-8-32,14-4 31,298-115 117,-360 139-148,-2 2 2,0 0 0,0-1 1,0 1-1,0-1 0,0 0 1,0 0-1,0 0 1,0 0-1,0 0 0,-1 0 1,1 0-1,0 0 0,-1-1 1,1 1-1,-1-1 0,1 1 1,-1-1-1,1 0 0,-1 1 1,0-1-1,0 0 0,0 0 1,0 0-1,-1 0 0,1 0 1,0 0-1,-1 0 1,1 0-1,-1 0 0,0 0 1,0 0-1,0-1 0,0-1-2,-3-14-13,-1 1 0,-1-1 0,-1 1 0,-1 0 0,0 0 0,-1 1 0,-1 0 0,0 0 0,-1 1 0,-1 0 0,0 1 1,-2 0 12,-9-17-57,-127-172-411,147 200 443,0 0 0,0 0 0,0-1 0,0 1 0,0 0 0,1-1-1,-1 1 1,1-1 0,0 0 0,0 1 0,0-1 0,1 0 0,-1 0 0,1 1 0,0-1 0,0 0-1,1 0 1,-1 0 0,1 1 0,-1-1 0,1 0 0,1-1 25,11-16-2027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18.16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0 564 2521,'0'0'21919,"0"0"-16757,0 0-4207,0 0-137,0 0-99,0 0-217,0-4-347,0-8-140,0 34-13,2 46-3,24 127 1,19 190 0,-16 2 0,-17 62 0,-13-306-429,-6-109-1719</inkml:trace>
  <inkml:trace contextRef="#ctx0" brushRef="#br1" timeOffset="22860.396">397 0 29086,'0'0'682,"0"0"-238,0 0 101,13 18-5,145 190 606,-102-132-1119,-4 2 0,-3 2 0,-4 3 0,-4 1 0,-3 2 0,-4 1 0,-4 2 0,-3 2 0,-5 0 0,-4 1 0,-4 1 0,-2 14-27,-8-57 0,-2 0 0,-3 1 0,-1-1 0,-3 1 0,-2-1 0,-2-1 0,-2 1 0,-5 6 0,-2-12 9,-1-1-1,-3-1 1,-1-1-1,-2-2 1,-2 0 0,-2-1-1,-1-2 1,-1-1-1,-2-2 1,-11 8-9,-31 21-281,-2-3-1,-2-4 0,-3-3 1,-41 18 281,-20 1-3473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16.29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2572 794 30519,'0'0'704,"0"0"-256,-3-20-68,-4-22-257,-1 0 1,-3 1-1,-1 0 1,-2 1-1,-2-1-123,11 27-4,-1 1-1,-1 0 1,0 0 0,0 0-1,-2 0 1,1 1-1,-1 1 1,-1 0 0,0 0-1,-1 1 1,0 0-1,-1 1 1,0 0-1,0 0 1,-1 2 0,-8-5 4,16 12-1,1 0 1,-1 0 0,0 1 0,0 0 0,0-1-1,1 2 1,-1-1 0,0 0 0,1 1 0,-1 0-1,1 0 1,0 0 0,0 1 0,0-1-1,0 1 1,0 0 0,0 0 0,1 1 0,-1-1-1,1 1 1,0 0 0,0-1 0,0 1 0,1 0-1,-1 1 1,1-1 0,0 0 0,0 1 0,1-1-1,-1 1 1,1 0 0,-1 4 0,-16 48 11,1 0 1,3 1-1,3 0 1,2 1-1,3 1 1,3-1-1,2 1 1,4 30-12,-4-78 3,0-1 0,1 1 0,0-1 0,0 1 1,2-1-1,-1 1 0,2-1 0,-1 0 0,1 0 0,1 0 0,0 0 0,1-1 0,0 1 1,0-1-1,1 0 0,1-1 0,-1 1 0,2-1 0,-1-1 0,1 1 0,0-1 0,1-1 1,0 1-1,0-1 0,1-1 0,0 0 0,1 0-3,-7-5 0,1 0 0,0-1 0,0 1 0,0-1 0,0 0 0,-1-1 0,1 1 0,0-1 0,0 0 0,0 0 0,-1 0 0,1-1 0,-1 0 0,1 0 0,-1 0 0,0 0 0,1-1 0,-1 1 0,0-1 0,-1 0 0,1 0 0,0-1 0,-1 1 0,0-1 0,0 0 0,1-1 0,67-115 0,-63 103 0,138-332-1423,-128 306-923</inkml:trace>
  <inkml:trace contextRef="#ctx0" brushRef="#br0" timeOffset="-672.641">880 936 25501,'0'0'2680,"0"0"-1481,0 0-415,0 0-168,0 0-147,4 0-15,142-19 610,528 6-1064,-673 13-12,-1-1 0,1 1 0,0-1 0,0 1 0,-1 0 0,1-1-1,0 1 1,0 0 0,0 0 0,0-1 0,-1 1 0,1 0 0,0 0 0,0 0 0,0 0 0,0 0 0,0 0 0,-1 0-1,1 1 1,0-1 0,0 0 0,0 0 0,0 1 0,-1-1 0,1 0 0,0 1 0,0-1 0,-1 1 0,1-1 0,0 1-1,-1-1 1,1 1 0,0-1 0,-1 1 0,1 0 0,-1-1 0,1 1 0,-1 0 0,1 0 0,-1-1 0,0 1 0,1 0-1,-1 0 1,0 0 0,1-1 0,-1 1 0,0 0 0,0 0 0,0 0 0,0 0 0,0 0 12,-21 5-2531,-7-5-6101</inkml:trace>
  <inkml:trace contextRef="#ctx0" brushRef="#br0" timeOffset="-420.444">1209 382 29590,'0'0'1241,"0"0"-977,0 122 144,9-51 64,6 12 16,7 21-184,0 23-304,-7 25 0,1 3 0,-8-24 0,5-35 0,25-27 0,-3-29 0,2-19-1416</inkml:trace>
  <inkml:trace contextRef="#ctx0" brushRef="#br1" timeOffset="16585.755">998 2279 28510,'0'0'1989,"0"0"-1017,0 0-312,0 0-189,2-4-322,1 0-148,1-1 0,1 0 0,-1 1-1,0 0 1,1 0 0,0 0 0,0 0 0,0 1 0,1 0 0,-1 0-1,1 1 1,0-1 0,-1 1 0,1 0 0,0 1 0,0-1 0,5 1-1,9-6 1,45-9-1,0 2 0,1 3 0,1 3 0,0 3 0,0 2 0,24 5 0,0 4 0,1 4 0,-2 4 0,0 3 0,77 28 0,80 14 0,-247-58 1,0-1 1,0 0-1,0 1 0,0-1 1,-1 0-1,1 1 0,0-1 1,0 1-1,0-1 0,0 0 1,0 1-1,0-1 0,0 1 1,0-1-1,0 0 0,0 1 1,1-1-1,-1 0 0,0 1 1,0-1-1,0 1 0,0-1 1,0 0-1,1 1 0,-1-1 1,0 0-1,0 0 1,1 1-1,-1-1 0,0 0 1,0 1-1,1-1 0,-1 0 1,0 0-1,1 0 0,-1 1 1,0-1-1,1 0 0,-1 0 1,1 0-1,-1 0 0,0 0 1,1 0-1,-1 0 0,1 1-1,-39 6-956,6-5-3525</inkml:trace>
  <inkml:trace contextRef="#ctx0" brushRef="#br1" timeOffset="24036.548">365 1 27342,'0'0'1324,"0"0"-426,0 0-348,0 0-131,0 0-29,-19 11-162,-62 43-134,76-49-85,0-1-1,0 1 0,0 1 0,1-1 0,0 1 1,0-1-1,1 1 0,-1 0 0,1 1 0,1-1 1,-1 0-1,1 1 0,0 0 0,0 0-8,-6 19 29,-42 119 105,6 1 0,7 3-1,6 1 1,4 19-134,19-109 93,4 1-1,1 0 0,4 0 1,2 0-1,2 0 0,4-1 1,7 23-93,-8-52 14,1 0 0,1 0 0,2-1 0,2-1 0,0 0 0,2-1 0,1 0 0,1-1 0,1-1 0,2-1 0,0-1 0,2-1 0,1 0 0,17 11-14,5-3-78,1-2-1,1-3 1,1-1-1,2-3 1,0-2-1,1-2 1,52 10 78,31-2-1575,-21-17-1742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44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21469,'0'0'1556,"0"0"-799,0 0 196,0 0 1790,0 0-1269,-3 3-781,-16 14 242,38-3 10,20-5-738,1-1 0,0-3-1,0 0 1,1-3-1,-1-1 1,30-5-207,13 3 2,369 5-2,-442 7 2,-36-1-143,-12 0-1300,-3-4-3132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46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28790,'0'0'971,"0"0"-107,0 0-228,0 0-62,19 13-47,119 82-122,-101-62-405,-1 1 0,-2 3 0,-1 0 0,-2 2 0,-2 2 0,-2 0 0,-1 2 0,-2 1 0,-2 0 0,-3 2 0,-1 1 0,-2 0 0,-2 3 0,-1-2 0,-2 0 0,-2 1 0,-3 0 0,-2 1 0,-1-1 0,-3 1 0,-4 14 0,0-38 0,-2 0 0,-1-1 0,0 0 0,-2 0 0,-1 0 0,-1-1 0,-2-1 0,0 0 0,-1-1 0,-1 0 0,-14 15 0,-202 197 0,131-150-101,4-16-406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24.27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1743 674 30022,'0'0'739,"0"0"-428,0 0-140,0 0 194,0 0 54,23-1-147,150-1 20,-154 6-279,0 1-1,0 1 1,0 0 0,-1 2 0,0 0-1,-1 1 1,1 1 0,-2 0 0,1 2-1,-2 0 1,0 0 0,0 1-1,-1 1 1,0 1 0,5 9-13,15 19-3,-3 2 0,-1 1 0,-3 2 0,-1 0 0,-2 3 3,129 313 0,-140-307 0,-13-57-1,0 0 0,0 0-1,0-1 1,-1 1 0,1 0 0,0 0-1,0 0 1,-1-1 0,1 1 0,0 0 0,-1 0-1,1 0 1,0 0 0,0 0 0,-1 0-1,1 0 1,0 0 0,-1 0 0,1 0 0,0 0-1,-1 0 1,1 0 0,0 0 0,0 0-1,-1 0 1,1 0 0,0 0 0,-1 0-1,1 0 1,0 0 0,-1 0 0,1 1 0,0-1-1,0 0 1,-1 0 0,1 0 0,0 1-1,0-1 1,0 0 0,-1 0 0,1 1 0,0-1-1,0 0 1,0 0 0,0 1 0,-1-1-1,1 0 1,0 0 0,0 1 1,-39-105-1948,25 44-629</inkml:trace>
  <inkml:trace contextRef="#ctx0" brushRef="#br0" timeOffset="250.881">2618 538 28790,'0'0'2529,"0"0"-2209,0 0 80,0 0 328,-77 124-728,29-59 0,-20 24 0,-22 25 0,-13 22 0,11-10 0,22-25 0,30-34 0,29-14 0,5-9-520,4-13-2769</inkml:trace>
  <inkml:trace contextRef="#ctx0" brushRef="#br0" timeOffset="-703.456">454 1190 24293,'0'0'1687,"0"0"1335,0 0-1731,0 0-611,0 0-109,-11 4-43,7-3-458,-25 9 155,29-10-216,0 1 0,0-1 0,0 0 0,1 0 0,-1 0 1,0 0-1,0 0 0,0 1 0,0-1 0,0 0 0,1 0 0,-1 0 1,0 1-1,0-1 0,0 0 0,0 0 0,0 0 0,0 1 1,0-1-1,0 0 0,0 0 0,0 0 0,0 1 0,0-1 0,0 0 1,0 0-1,0 1 0,0-1 0,0 0 0,0 0 0,0 0 1,0 1-1,0-1 0,0 0 0,0 0-9,816-61 80,-615 63-2075,-200-2-203</inkml:trace>
  <inkml:trace contextRef="#ctx0" brushRef="#br0" timeOffset="-436.299">978 567 30078,'0'0'713,"0"0"-433,0 0 48,0 0 192,-11 150-80,18-89-128,10 6-216,-1 10-96,3 22 0,-1 19 0,0 20 0,-5-11 0,-2-31 0,-5-33-64,-1-25-656,-3-9-873,-2-11-4152</inkml:trace>
  <inkml:trace contextRef="#ctx0" brushRef="#br1" timeOffset="21099.224">318 1 28358,'0'0'999,"-13"18"-218,-94 130 424,81-106-1048,2 1 0,2 2 1,2 0-1,2 0 1,2 2-1,2 0 0,3 1 1,1 0-1,-3 43-157,-1 56 3,6 0-1,7 1 1,6 8-3,-2-94 0,3-1 0,2 1 0,3-1 0,3-1 0,2 0 0,3-1 0,2-1 0,3-1 0,2-1 0,3-1 0,2-2 0,3 0 0,-3-14 0,2-2 0,1-1 0,1-2 0,27 19 0,-46-41-15,0-1 0,1-1 1,0 0-1,1-1 0,0-1 0,0-1 0,1 0 1,0-2-1,0 0 0,0-1 0,7 0 15,40 3-813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48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28750,'0'0'1002,"0"0"-142,0 0-244,0 0-124,0 0-52,0 0-177,11 1-132,109 4-78,1-6 0,-1-5 1,0-5-1,61-16-53,-101 15-1015,-79 10-387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49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27822,'0'0'831,"0"0"-322,0 0-61,22 0 10,-9-1-391,8 1 38,0 0 0,0 1 0,-1 1 0,1 0 0,0 2 0,-1 1 0,0 0 0,1 2-105,-13-3 24,0 0 1,-1 1 0,1 0-1,-1 1 1,0-1 0,0 1-1,0 1 1,-1-1 0,0 1-1,0 1 1,-1-1 0,0 1-1,0 0 1,-1 0 0,0 0-1,0 0 1,-1 1 0,0-1-1,-1 1 1,1 0 0,-2 0-1,1 0 1,-2 0 0,1 0-1,-1 1 1,0-1 0,-1 0-1,0 0 1,0 0 0,-3 6-25,-3 22-1,-2 1 0,-2-1 0,-2-1 0,-1 0 0,-1-1 0,-2 0 0,-16 23 1,-30 43-1710,35-67-2282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49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30911,'0'0'1064,"0"0"-928,0 0 32,0 0-72,0 0-96,0 0-1977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47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3815 97 27526,'0'0'2572,"0"0"-1823,0 0-480,0 0 150,0 0 56,0 19-181,0-7-274,1 9 29,-1 0 0,-1 0-1,-1 0 1,-1 0 0,-1 0 0,0 0-1,-2-1 1,0 0 0,-4 5-49,-12 8 0,-1 0 1,-2-2-1,-1-1 1,-1-1-1,-1-1 0,-2-2 1,-1-1-1,-1-1 1,-4 0-1,6-1 0,-115 86 0,-6-7 0,-71 34 0,176-113 0,-1-2 0,-1-2 0,-1-2 0,0-3 0,-1-1 0,-1-3 0,0-2 0,0-2 0,-23-1 0,-29-4 0,-1-4 0,1-5 0,0-4 0,-18-8 0,117 20 0,-79-12 0,-1-3 0,2-4 0,1-4 0,0-3 0,2-3 0,1-4 0,-4-6 0,-244-173 0,-15-52 48,209 135-2859,116 112 645</inkml:trace>
  <inkml:trace contextRef="#ctx0" brushRef="#br0" timeOffset="385.841">34 0 29694,'0'0'809,"-9"160"-401,-2-26 8,0 20-40,9-8-128,2-14-128,0-33-72,0-18-16,0-22-24,2-10-8,5 1 0,1-9-96,3-17-352,2-18-753,-4-6-1151</inkml:trace>
  <inkml:trace contextRef="#ctx0" brushRef="#br0" timeOffset="639.387">316 243 10282,'0'0'19388,"0"0"-18427,108 101-353,-58-50-128,-2-2-24,-4-7-224,-9-9-160,-4-9-72,-9-12-80,-15-12-360,-5-2-608,-2-16-921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5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0 769 22581,'0'0'5877,"0"0"-4194,0 0-1125,21-8-74,220-115 441,-172 73-900,-1-3-1,-3-3 1,-2-2-1,-3-3 0,-2-3 1,1-8-25,-19 33-4,-34 61-13,-43 306 477,36-324-458,1 0-1,-1 0 1,1 0 0,0 0 0,0 0 0,0 0 0,1 0 0,0 0 0,-1 0-1,1 0 1,1 0 0,-1 0 0,1 0 0,-1-1 0,1 1 0,0 0 0,0-1 0,1 0-1,-1 1 1,1-1 0,-1 0 0,1 0 0,0-1 0,0 1 0,0 0 0,1-1-1,-1 0 1,1 0 0,-1 0 0,1 0 0,0-1 0,0 1 0,-1-1 0,1 0-1,0 0 1,0 0 0,0-1 0,0 1 0,3-1-2,10 1 0,-1-2 0,1 0 0,0 0 0,0-2 0,-1 0 0,1-1 0,-1 0 0,0-1 0,0-1 0,-1-1 0,0 0 0,0-1 0,0-1 0,-1 0 0,0-1 0,-1 0 0,4-6 0,10-8 0,-2-1 0,0-1 0,-2-2 0,-1 0 0,-1-1 0,-2-1 0,13-26 0,-5-4 0,-3-2 0,-2 0 0,9-49 0,-31 109 0,0 2 0,1 1 0,-1-1 0,0 1 0,0-1 0,0 0 0,0 1 0,1-1 0,-1 0 0,0 1 0,0-1 0,1 0 0,-1 1 0,0-1 0,1 0 0,-1 0 0,0 1 0,1-1 0,-1 0 0,0 0 0,1 0 0,-1 1 0,0-1 0,1 0 0,-1 0 0,1 0 0,-1 0 0,0 0 0,1 0 0,-1 0 0,1 0 0,-1 0 0,0 0 0,1 0 0,-1 0 0,1 0 0,-1 0 0,0 0 0,1 0 0,-1 0 0,0-1 0,1 1 0,-1 0 0,1 0 0,-1 0 0,0-1 0,1 1 0,13 84 0,-3 1 0,-3 0 0,-5 1 0,-6 59 0,3-37 0,-18 280 0,-17-2 0,-18 5 0,38-280 0,12-86 0,2-10 0,0 0 0,-2 0 0,0 0 0,0-1 0,-1 1 0,-1-1 0,-1 0 0,-6 12 0,12-24 0,-1-1 0,0 0 0,0 0 0,0 0 0,0 0 0,-1 0 0,1 0 0,0 0 0,0 0 0,-1 0 0,1 0 0,0-1 0,-1 1 0,1-1 0,-1 1 0,1-1 0,0 1 0,-1-1 0,1 0 0,-1 0 0,0 0 0,1 0 0,-1 0 0,1 0 0,-1 0 0,1 0 0,-1 0 0,1-1 0,-1 1 0,1-1 0,0 1 0,-1-1 0,1 0 0,-1 1 0,1-1 0,0 0 0,0 0 0,-1 0 0,1 0 0,0 0 0,0 0 0,0 0 0,0 0 0,0-1 0,1 1 0,-1 0 0,0-1 0,0 1 0,1 0 0,-1-1 0,0-1 0,-8-18 0,0-2 0,1 1 0,2-1 0,0 0 0,1-1 0,2 1 0,0-1 0,1 0 0,2 0 0,0 0 0,2 0 0,2-8 0,-4 26 0,5-48 0,3 1 0,2 0 0,3 1 0,2 0 0,1 1 0,4 0 0,1 2 0,2 0 0,3 2 0,4-3 0,-1-2-17,-15 20 0,2 2 0,0 0 0,2 1 0,2 1 0,0 0 0,2 2 1,1 0-1,1 2 0,1 0 0,1 2 0,21-14 17,-2 17-1440,-11 11-1910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5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481 351 29662,'0'0'1265,"0"0"-411,0 0-321,-11-19-155,-68-141-303,79 157-75,0 0 0,0 0 0,-1 0 0,1 0 0,-1 0 0,1 0 0,-1 0 0,0 0 0,0 0 0,0 0 0,-1 1 0,1-1 0,-1 0 0,1 1 0,-1-1 0,0 1 0,0 0 0,0-1 0,0 1 0,0 0 0,0 0 0,-1 1 0,1-1 0,-1 0 0,0 1 0,1-1 0,-1 1 0,0 0 0,0 0 0,0 0 0,1 0 0,-1 1 0,0-1 0,0 1 0,0 0 0,0 0 0,0 0 0,0 0 0,0 0 0,0 0 0,0 1 0,0 0 0,0 0 0,0-1 0,0 1 0,0 1 0,0-1 0,-14 11 0,0 1 0,0 0 0,1 1 0,1 1 0,0 0 0,2 2 0,-1-1 0,2 1 0,-7 13 0,2-5 0,0 2 0,2 0 0,1 1 0,1 0 0,1 1 0,2 1 0,1 0 0,1 0 0,1 0 0,2 1 0,1 0 0,2 0 0,1 0 0,1 1 0,2-1 0,2 7 0,-4-32 0,1 0 0,0 1 0,1-1 0,-1 0 0,1 1 0,1-1 0,-1 0 0,1-1 0,0 1 0,0 0 0,1-1 0,-1 1 0,1-1 0,0 0 0,1-1 0,-1 1 0,1-1 0,0 0 0,0 0 0,1 0 0,-1-1 0,1 1 0,-1-1 0,1-1 0,0 1 0,0-1 0,1 0 0,-1 0 0,0-1 0,1 0 0,-1 0 0,0 0 0,1-1 0,-1 0 0,1-1 0,-1 1 0,1-1 0,4-1 0,0-4 0,-1-1 0,0 1 0,0-2 0,-1 1 0,0-1 0,-1-1 0,1 0 0,-2 0 0,1 0 0,-1-1 0,-1 0 0,1-2 0,23-38 0,-2-1 0,-2-1 0,-3-2 0,-2 0 0,8-38 0,-22 73 0,0 0 0,-2 0 0,0 0 0,-1-1 0,-1 0 0,-1 0 0,-1 0 0,0 0 0,-2 0 0,0 0 0,-1 0 0,-1 1 0,-1-1 0,-1 1 0,-1-1 0,0 2 0,-1-1 0,-1 1 0,-1 0 0,-1 0 0,0 1 0,-8-8 0,19 26 0,-1-1 0,0 1-1,0-1 1,0 1 0,0-1 0,0 1 0,0-1-1,0 1 1,0-1 0,0 1 0,0-1 0,-1 1-1,1-1 1,0 1 0,0-1 0,0 1 0,-1-1-1,1 1 1,0-1 0,0 1 0,-1-1 0,1 1-1,-1-1 1,1 0 0,0 1 0,-1-1 0,1 0-1,-1 1 1,1-1 0,0 0 0,-1 0 0,1 1-1,-1-1 1,1 0 0,-1 0 0,1 0-1,-1 0 1,1 1 0,-1-1 0,0 0 0,1 0-1,-1 0 1,1 0 0,-1 0 0,1 0 0,-1 0-1,1-1 1,-1 1 0,1 0 0,-1 0 0,1 0-1,-1-1 1,1 1 0,-1 0 0,1 0 0,-1-1-1,1 1 1,0 0 0,-1-1 0,1 1 0,-1 0-1,1-1 1,0 1 0,2 56-548,-2-53 450,8 42-1563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55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464 350 28294,'0'0'2969,"0"0"-2109,-11-24-621,-68-146 141,71 156-371,5 6-8,0-1 0,-1 1-1,1 0 1,-2 0 0,1 1-1,-1-1 1,0 1 0,-1 0-1,1 0 1,-1 1 0,-1-1-1,1 1 1,-1 1 0,0-1-1,-1 1 1,1 1-1,-1-1 1,0 1 0,0 0-1,0 1 1,-1 0 0,1 0-1,-1 1 1,-1 0-1,5 3 0,0 0 0,0 0 0,0 1 0,1 0 0,-1 0 0,0 0 0,1 0 0,0 1 0,-1-1 0,1 1 0,0 0 0,0 0 0,1 1 0,-1-1 0,1 1 0,-1 0 0,1 0 0,0 0 0,1 0 0,-1 1 0,1-1 0,-2 4 0,-14 26 0,1 1 0,2 1 0,1 1 0,2 0 0,1 1 0,2 0 0,2 1 0,1 0 0,3 0 0,0 26 0,2-59 0,1 1 0,-1-1 0,1 1 0,1 0 0,-1-1 0,1 1 0,0-1 0,1 0 0,-1 1 0,1-1 0,1 0 0,-1 0 0,1 0 0,0 0 0,0 0 0,1-1 0,0 1 0,0-1 0,0 0 0,0 0 0,1-1 0,0 1 0,0-1 0,0 0 0,2 0 0,0 2 0,0-1 0,1 0 0,-1-1 0,1 0 0,0 0 0,0 0 0,1-1 0,-1-1 0,1 1 0,-1-1 0,1-1 0,0 0 0,-1 0 0,1 0 0,0-1 0,0-1 0,0 1 0,0-1 0,-1-1 0,1 0 0,0 0 0,-1-1 0,0 0 0,1 0 0,-1-1 0,0 0 0,-1 0 0,1-1 0,-1 0 0,0 0 0,0-1 0,5-5 0,0-3-48,-1-1 0,0-1 0,-1 1 0,0-2 0,-1 1 0,-1-1 0,-1-1-1,-1 1 1,0-1 0,-1 0 0,-1-1 0,-1 1 0,0-1 0,-1 1 0,-2-1 0,1 0 0,-2 0 0,-1 1 0,0-1 0,-1 1 0,-1-1 0,-1 1 0,-1 0-1,-7-15 49,-18-12-4423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57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518 265 28942,'0'0'1031,"0"0"-193,-12-20-264,-89-153 653,99 169-1223,0-1 1,1 1-1,-2 0 0,1 0 0,0 0 0,-1 0 1,0 1-1,0-1 0,0 1 0,0 0 0,0 0 0,-1 0 1,0 0-1,1 0 0,-1 1 0,0-1 0,0 1 1,0 0-1,-1 1 0,1-1 0,0 1 0,-1-1 0,1 1 1,-1 1-1,1-1 0,-1 1 0,0-1 0,1 1 1,-1 1-1,1-1 0,-1 1 0,1-1 0,-1 1 0,1 1 1,-1-1-1,1 0 0,-2 2-4,-11 9 0,0 0 0,1 1 0,1 1 0,0 0 0,0 1 0,2 1 0,0 0 0,1 1 0,-5 9 0,4-10 0,1 1 0,0 1 0,2-1 0,0 2 0,0-1 0,2 2 0,1-1 0,0 1 0,1 0 0,1 0 0,1 1 0,1-1 0,1 1 0,0 20 0,4-34 0,1 0 0,-1 0 0,1 0 0,0-1 0,1 1 0,0-1 0,0 0 0,0 0 0,0-1 0,1 1 0,0-1 0,0 0 0,1 0 0,-1 0 0,1-1 0,0 0 0,1 0 0,-1-1 0,0 0 0,1 0 0,0 0 0,0-1 0,0 0 0,0 0 0,0 0 0,0-1 0,0 0 0,0-1 0,1 0 0,-1 0 0,0 0 0,0-1 0,1 0 0,-1-1 0,0 1 0,0-1 0,0-1 0,-1 1 0,1-1 0,0 0 0,-1-1 0,0 1 0,0-1 0,0-1 0,0 1 0,1-3 0,130-149 0,-35 30 0,17 20-1258,-65 64-901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57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30743,'0'0'1240,"0"0"-984,0 0-88,0 0 192,0 0-360,-19 130 0,19-78 0,0 9 0,0 8 0,2 39 0,4-15 0,-6-14-1400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5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13 25685,'0'0'2694,"0"0"-1527,0 0-331,0 0-102,0 0-154,-5-3-149,-17-7-174,15 35-27,-37 582-77,43-601-223,1 0 0,1 0 0,-1 0 0,1 0 0,0 0 0,1 0 0,-1 0 0,1-1 0,0 1 1,1-1-1,-1 1 0,1-1 0,0 0 0,0 0 0,1 0 0,0 0 0,-1-1 0,2 0 0,-1 1 0,0-1 0,1-1 0,0 1 0,0-1 0,0 1 0,0-2 0,0 1 0,1 0 1,-1-1-1,3 0 70,38 10-4253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58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358 349 30591,'0'0'690,"0"0"-394,-3-23-104,-9-75 262,10 82-396,-1 1 1,0-1-1,-1 1 0,-1 0 1,-1 0-1,0 0 0,-1 1 1,0 0-1,-1 0 1,-3-2-59,8 11-2,-1 0 0,0 0 0,-1 1 1,1-1-1,-1 1 0,0 0 1,0 0-1,0 1 0,-1-1 0,1 1 1,-1 0-1,1 1 0,-1-1 0,0 1 1,0 0-1,0 1 0,-1-1 1,1 1-1,0 1 0,0-1 0,-1 1 1,1 0-1,-6 1 2,4 2 0,0 1 0,0 0 0,1 1 0,-1 0 0,1 0 0,0 0 0,1 1 0,-1 0 0,1 0 0,0 1 0,1-1 0,0 1 0,0 1 0,0-1 0,1 1 0,0 0 0,0 0 0,1 0 0,0 0 0,1 0 0,0 1 0,0-1 0,0 1 0,1 3 0,-18 234 0,40-125 0,-20-118 0,0 0 0,1 0 0,-1 0 0,1 0 0,0 0 0,0 0 0,0 0 0,0-1 0,1 1 0,-1-1 0,1 0 0,-1 1 0,1-1 0,0 0 0,0-1 0,0 1 0,0 0 0,0-1 0,0 0 0,0 1 0,1-1 0,-1-1 0,0 1 0,1 0 0,-1-1 0,0 0 0,1 0 0,-1 0 0,1 0 0,-1 0 0,1-1 0,-1 1 0,0-1 0,4-1 0,5-4-1,-1-1 0,1-1 0,-1 0 0,-1 0 0,1-1 0,-1 0 1,-1-1-1,0 0 0,0-1 0,-1 1 0,0-2 0,-1 1 0,-1-1 0,1 0 0,-1-3 1,4-2-11,72-122-1679,-56 84-1132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5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28574,'0'0'1656,"0"0"-1335,0 0 263,-46 150 80,31-81-224,2 4-136,8 4-128,5-2-128,0-2-48,5-6 0,14-6-16,3-8-352,18 5-240,-5-17-769,-7-9-2751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6:5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31367,'0'0'1264,"0"0"-1128,0 0-136,0 0 0,-19 140 0,19-77 0,0 12 0,4 6 0,5 4 0,0-2 0,-3-10 0,5 8 0,-4-22 0,-3-14-1392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05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27254,'0'0'2939,"0"0"-1868,0 0-460,0 0-131,0 0-180,5 10-200,61 62-88,27-31-12,-73-34 0,0 1 0,0 1 0,-1 1 0,0 1 0,0 0 0,-1 1 0,6 7 0,-21-16 0,0-1 0,-1 1 0,1 1 0,0-1 0,-1 0 0,0 0 0,0 1 0,0 0 0,0-1 0,0 1 0,-1 0 0,0 0 0,0 0 0,0 0 0,0 0 0,0 0 0,-1 0 0,0 0 0,0 0 0,0 0 0,0 0 0,-1 0 0,1 0 0,-1 0 0,0 0 0,0 0 0,-1 0 0,1 0 0,-1-1 0,0 1 0,0-1 0,0 1 0,0-1 0,-2 3 0,-103 99 0,54-66-99,-1-1 0,-2-4 0,-56 27 99,101-59-2948,11-4-1729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04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1 407 23685,'0'0'4089,"0"0"-1465,0 0-2031,0 0-321,0 0 168,0 0-32,140 20-120,-79-24-104,5 0-40,-2 4-104,-1 0-40,-4 0 0,-4 0 0,-4 8 0,-7-2 0,-5-6-480,-11 0-680,-10 0-2129</inkml:trace>
  <inkml:trace contextRef="#ctx0" brushRef="#br0" timeOffset="216.299">391 1 30142,'0'0'761,"0"0"-321,-26 112-32,21-51-8,5 8-104,0 4-144,0 4-88,7 0-32,4 2-32,2-2-48,9 16-384,-5-20-408,1-18-2017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08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26238,'0'0'1620,"0"0"-556,0 0-250,0 0-83,0 0-137,6 1-100,105 5 112,-1-5 0,86-11-606,209-5 0,236 26 0,79-1 0,-808-12-575,39-2-2299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1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1217 26014,'0'0'1620,"0"0"-240,0 0-329,0 0-223,0 0-209,0 0-125,-7-2-145,-13-6-135,53 7-100,8 1-53,441-39-36,-246 15-27,113 7 2,-327 16 0,1 2 0,-1 1 0,1 0 0,-1 2 0,1 0 0,-1 2 0,-1 0 0,1 1 0,-1 2 0,0 0 0,-1 1 0,10 7 0,-65-41-1930,1-2-4230</inkml:trace>
  <inkml:trace contextRef="#ctx0" brushRef="#br0" timeOffset="371.973">0 41 29790,'0'0'665,"0"0"-193,0 0-51,24-6-16,147-26 233,-163 31-625,1 0 0,0 1 0,-1-1 0,1 1 0,-1 1 0,1 0 0,-1 0 0,1 1 0,-1 0 0,1 0 0,-1 1 0,0 0 0,0 0-1,-1 1 1,1 0 0,-1 1 0,0 0 0,0 0 0,0 0 0,0 1 0,-1 0 0,0 0 0,0 0 0,-1 1 0,0 0 0,0 0 0,-1 0 0,1 1 0,0 3-13,-3 1 0,-1 1 1,-1-1-1,0 0 1,-1 1-1,0-1 1,0 0-1,-2 0 1,1 0-1,-1 0 1,-1 0-1,-1-1 1,1 0-1,-2 1 1,1-2-1,-1 1 1,-1-1-1,0 0 1,-1 0-1,0-1 1,-8 9-1,-17 14-30,-2-2 0,-1-1-1,-1-1 1,-37 20 30,41-21-1904,25-16-914</inkml:trace>
  <inkml:trace contextRef="#ctx0" brushRef="#br0" timeOffset="636.005">235 903 30326,'0'0'777,"0"0"-377,0 0-24,0 0-16,0 0-208,0 0-112,0 0-40,63 51-368,-39-74-936,-4-5-4434</inkml:trace>
  <inkml:trace contextRef="#ctx0" brushRef="#br0" timeOffset="825.69">947 67 29878,'0'0'1063,"0"0"-444,25 10-195,83 36-30,-91-39-359,0 1 0,-1 0 1,0 1-1,-1 0 1,0 1-1,-1 1 0,0 1 1,0 0-1,-1 0 1,-1 1-1,4 7-35,-13-14 0,-1 0 0,0 1 0,0-1 0,-1 1 0,0-1 0,0 1 0,-1-1 0,0 1 0,0 0 0,0-1 0,-1 1 0,0-1 0,0 1 0,-1-1 0,0 1 0,0-1 0,0 0 0,-1 0 0,0 0 0,0 0 0,0 0 0,-1-1 0,0 1 0,0-1 0,0 0 0,-1 0 0,0-1 0,0 1 0,0-1 0,0 0 0,-4 2 0,-14 19 0,-70 87-1022,52-65-885</inkml:trace>
  <inkml:trace contextRef="#ctx0" brushRef="#br0" timeOffset="999.192">1155 816 30599,'0'0'1168,"0"0"-504,0 0-328,0 0-336,0 0 0,0 0 0,0 0 0,53 36-1608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02.99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156 855 26974,'0'0'3457,"0"0"-2793,0 0-104,0 0-88,0 0-136,0 0-112,-22-14-144,24 20-80,14 13-8,1 29-176,-4-5-592,-10-1-1801</inkml:trace>
  <inkml:trace contextRef="#ctx0" brushRef="#br0" timeOffset="248.88">0 1239 30903,'0'0'648,"0"0"-432,0 0-152,0 0 96,0 0 24,0 0-184,0 0-96,46 99-1280,-39-79-19685</inkml:trace>
  <inkml:trace contextRef="#ctx0" brushRef="#br1" timeOffset="11609.428">601 12 30631,'0'0'629,"0"0"-141,0 0-161,0 0-14,-22-2-25,-71-6-204,89 8-83,1-1-1,-1 1 0,1 0 0,0 0 0,-1 0 1,1 0-1,-1 0 0,1 1 0,0-1 0,-1 1 1,1 0-1,0 0 0,0 1 0,0-1 0,0 0 1,0 1-1,0 0 0,0 0 0,0 0 0,0 0 1,1 0-1,-1 1 0,1-1 0,0 1 0,0-1 1,0 1-1,0 0 0,0 0 0,0 0 0,0 2 0,-7 9 1,-27 48-1,3 0 0,3 2 0,2 1 0,4 2 0,1 5 0,18-57 0,-23 59 0,3 1 0,3 1 0,4 1 0,3 0 0,3 2 0,4-1 0,4 1 0,4 63 0,2-120 0,1-1 0,1 1 0,1-1 0,1 0 0,0 0 0,2-1 0,0 0 0,2 0 0,0-1 0,1 0 0,1 0 0,0-2 0,11 12 0,126 86-1380,-80-80-1521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18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0 27750,'0'0'2807,"0"0"-1813,0 0-521,-20 6-61,-63 22-133,72-23-276,0 1 0,0-1-1,1 2 1,0 0 0,1 0 0,-1 1 0,1 0-1,1 0 1,0 1 0,0 0 0,0 0 0,1 1-1,1 0 1,0 1 0,0-1 0,1 1 0,0 0-1,-2 10-2,5-16 2,-17 44-2,3 0 0,2 1 0,2 0 0,3 1 0,1 0 0,3 0 0,2 1 0,3 0 0,1-1 0,4 7 0,-5-42 0,0-1 0,1 0 0,1 1 0,0-1 0,1 0 0,1 0 0,0-1 0,1 1 0,0-1 0,2 0 0,-1 0 0,2-1 0,0 0 0,0 0 0,1-1 0,4 4 0,127 85-805,-74-72-1943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2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 29142,'0'0'1346,"0"0"-621,0 0-237,0 0-70,0 0-3,-9-1-213,-44-6-171,11 62-31,17-11 0,3 1 0,1 0 0,2 2 0,2 0 0,2 1 0,3 1 0,1 0 0,3 0 0,2 1 0,2 0 0,2 0 0,3 4 0,0-40 0,1 1 0,1-1 0,0 1 0,1-1 0,1 0 0,0-1 0,1 1 0,0-1 0,1 0 0,1 0 0,0-1 0,0 0 0,2-1 0,-1 0 0,1 0 0,1-1 0,0 0 0,0-1 0,1 0 0,0-1 0,0 0 0,1-1 0,11 5 0,225 73-834,-133-63-773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3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 28294,'0'0'1235,"0"0"-292,0 0-280,0 0-166,0 0-18,-16 2-108,-49 9-146,6 35-167,51-36-56,-14 20-2,1 0 0,2 2 0,0 0 0,3 1 0,1 0 0,1 1 0,2 1 0,1 1 0,2-1 0,1 1 0,2 1 0,2-1 0,1 1 0,2 0 0,2 15 0,0-42 0,0 0 0,0 0 0,1 0 0,0 0 0,0-1 0,1 1 0,1-1 0,0 0 0,0 0 0,1 0 0,0 0 0,0-1 0,1 0 0,0 0 0,0 0 0,1-1 0,0 0 0,0 0 0,1-1 0,0 0 0,0 0 0,0-1 0,2 1 0,24 8-81,0-1 1,0-2-1,1-1 0,0-2 1,1-2-1,2 0 81,85 3-1973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32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28134,'0'0'1992,"0"0"-1343,0 0-413,0 0 145,0 0 34,0 0-88,19 12-131,60 41-87,-73-49-103,-1-1 0,0 1-1,0 0 1,-1 1 0,1-1 0,-1 1 0,0 0 0,0 0 0,0 0-1,-1 1 1,0-1 0,0 1 0,0 0 0,-1 0 0,0 0-1,0 0 1,0 0 0,-1 0 0,0 0 0,0 1 0,-1-1 0,1 0-1,-1 1 1,-1-1 0,1 0 0,-2 3-6,-1 1-24,-1 1 0,-1-1 0,0-1 0,0 1 1,-1-1-1,0 0 0,-1 0 0,0-1 0,0 0 0,-1 0 0,0 0 0,-1-1 1,1-1-1,-1 1 0,0-1 0,-1-1 0,-5 3 24,4-1-74,-133 83-364,144-89 436,1-1 0,-1 0-1,0 0 1,0 0-1,0 1 1,0-1 0,0 0-1,0 0 1,0 0-1,0 1 1,1-1 0,-1 0-1,0 0 1,0 1-1,0-1 1,0 0 0,0 0-1,0 0 1,0 1-1,-1-1 1,1 0-1,0 0 1,0 1 0,0-1-1,0 0 1,0 0-1,0 1 3,1-2-5,229-57-29,-229 57 34,5 0 17,-1-1 0,1 1 0,-1 0 0,1 0 0,0 1-1,-1-1 1,1 1 0,0 0 0,-1 1 0,1 0 0,0 0-1,-1 0 1,1 0 0,-1 1 0,0 0 0,1 0 0,-1 0 0,0 1-1,0 0 1,0 0 0,-1 0 0,1 1 0,-1-1 0,1 1-1,-1 0 1,-1 0 0,1 1 0,0-1 0,-1 1 0,0-1-1,0 1 1,0 1-17,-1 2 27,0 1 0,-1 0-1,0 0 1,0 0 0,-1 0-1,0 0 1,-1-1 0,0 1-1,0 0 1,-1 0 0,0 0-1,0-1 1,-1 1 0,0-1-1,-1 0 1,0 0 0,0 0 0,-1 0-1,0-1 1,0 0 0,-1 0-1,1 0 1,-2 0 0,1-1-1,-1 0 1,0-1-27,-11 11-5,-2-2-1,1 0 1,-2-1 0,0-1-1,0-1 1,-1-1-1,-1 0 1,1-2 0,-5 0 5,24-6-54,0 0 0,0-1 0,0 1 0,-1-1 0,1 0 0,0 0 0,-1 0 0,1 0 0,-1 0 0,1-1 0,-1 0 1,0 0-1,1 0 0,-1 0 0,1 0 0,-1-1 0,1 1 0,-1-1 0,1 0 0,-1 0 0,1 0 0,0-1 0,0 1 0,-1-1 0,1 0 1,0 0-1,0 0 0,1 0 0,-1 0 0,0-1 0,1 1 0,-1-2 54,-3-22-2286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34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28518,'0'0'2265,"0"0"-1753,0 0 32,0 0-88,0 0-88,0 0-264,0 0-104,0 14 0,0 13-24,0 24-400,2-3-400,-2-7-1721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34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28990,'0'0'1433,"0"0"-681,0 0-184,4 103 32,-4-66-176,-17 7-424,-7 7 0,-7 4 0,-6 6 0,-25 16 0,10-14-696,4-17-1465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36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80 117 27678,'0'0'2291,"0"0"-1360,0 0-459,0 0-92,0 0 30,0 0-4,19 9-231,126 54-151,-137-62-24,1 1 0,-1 0 0,0 1 0,0 0 0,0 0 0,0 1 0,0 0 0,-1 0 0,0 1 0,0 0 0,0 0 0,0 0 0,-1 1 0,0 0 0,0 1 0,-1-1 0,1 1 0,-2 0 0,1 0 0,-1 1 0,0-1 0,0 1 0,-1 0 0,0 0 0,0 0 0,-1 1 0,0-1 0,-1 0 0,0 1 0,0-1 0,-1 1 0,0 0 0,-6 5 0,-1 0 0,0 0 0,-1-1 0,0 0 0,-1 0 0,-1-1 0,0 0 0,-1-1 0,0 0 0,-1-1 0,0 0 0,0-1 0,-1 0 0,-2 1 0,12-9 0,-24 21 0,-1-2 0,-1-1 0,-1-2 0,-1-1 0,0-1 0,-1-1 0,-15 3 0,165-34 0,381-59 0,-416 71-794,-69 5-837</inkml:trace>
  <inkml:trace contextRef="#ctx0" brushRef="#br0" timeOffset="451.279">963 1 30294,'0'0'721,"0"0"-377,0 0 120,0 0 152,0 0-288,123 71-328,-86-30 0,3 9 0,-1 5 0,-6 8 0,-9 6 0,-15 2 0,-9 2 0,-31 8 0,-43 22 0,-51 48 0,13-20 0,4-15-2641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3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34 26270,'0'0'3230,"0"0"-1921,0 0-569,0 0-89,0 0-205,-2 3-333,3 1-113,-1 0 1,1 0-1,0 0 0,1 0 0,-1 0 1,1 0-1,0-1 0,-1 1 0,2 0 1,-1-1-1,0 0 0,1 1 0,-1-1 1,1 0-1,0 0 0,0-1 0,0 1 1,1-1-1,-1 1 0,1-1 0,-1 0 1,1 0-1,0 0 0,-1-1 0,1 0 1,0 1-1,0-1 0,0 0 1,3 0-1,-1 2 0,412 119 0,-418-122 0,1 0 0,0 0 0,-1 1 0,1-1 0,-1 0 0,1 0 0,-1 0 0,1 1 0,-1-1 0,1 0 0,-1 0 0,1 1 0,-1-1 0,1 0 0,-1 1 0,1-1 0,-1 1 0,0-1 0,1 1 0,-1-1 0,1 1 0,-1-1 0,0 1 0,0-1 0,1 1 0,-1-1 0,0 1 0,0-1 0,0 1 0,0 0 0,0-1 0,0 1 0,0-1 0,0 1 0,0 0 0,0-1 0,0 1 0,0-1 0,0 1 0,0-1 0,0 1 0,0 0 0,-1-1 0,1 1 0,0-1 0,0 1 0,-1-1 0,1 1 0,0-1 0,-1 1 0,1-1 0,-1 0 0,1 1 0,-1-1 0,1 1 0,-1-1 0,1 0 0,-1 1 0,1-1 0,-1 0 0,1 0 0,-1 0 0,1 1 0,-1-1 0,0 0 0,-45 25 0,36-21 0,-240 126-1703,223-123-715</inkml:trace>
  <inkml:trace contextRef="#ctx0" brushRef="#br0" timeOffset="359.183">668 1 30927,'0'0'758,"0"0"-423,0 0-91,0 0 64,20 6-140,127 40-141,108 38-27,-253-84 0,-1 1 0,1-1 0,0 1 0,-1 0 0,1 0 0,0 0 0,-1 0 0,1 0 0,-1 0 0,0 0 0,1 0 0,-1 0 0,0 1 0,1-1 0,-1 1 0,0-1 0,0 1 0,0-1 0,-1 1 0,1 0 0,0-1 0,-1 1 0,1 0 0,-1-1 0,1 1 0,-1 0 0,0 0 0,1 0 0,-1-1 0,0 1 0,0 0 0,-1 0 0,1 0 0,0 0 0,-1-1 0,1 1 0,-1 0 0,1 0 0,-1-1 0,0 2 0,-51 54 0,4-21-54,-2-1 1,-1-3-1,-1-2 0,-18 5 54,41-24-1073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33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29646,'0'0'748,"0"0"-237,0 0-189,0 0-53,0 0 182,19 12-68,133 84 31,-113-67-408,-2 2 1,-2 1-1,-1 2 0,27 34-6,-50-55 0,-1 1 0,0 0 0,-2 0-1,1 1 1,-2 0 0,0 0 0,0 1 0,-2 0 0,0 0 0,0 1 0,-2-1-1,0 1 1,-1 0 0,-1 0 0,0 10 0,-1-26-28,0 0 0,0 0 0,0-1 0,-1 1 0,1 0 0,0 0 0,0 0 0,-1 0 0,1 0 0,0-1 0,-1 1 0,1 0 0,-1 0 0,1-1 0,-1 1 0,1 0 0,-1-1 0,1 1 0,-1 0 0,0-1-1,1 1 1,-1-1 0,0 1 0,0-1 0,1 1 0,-1-1 0,0 0 0,0 1 0,0-1 0,0 0 0,1 0 0,-1 0 0,0 1 0,0-1 0,0 0 0,0 0 0,0 0 0,0 0 0,1-1 0,-1 1 0,0 0 0,0 0 0,0 0 0,0-1 0,0 1 0,1 0 0,-1-1 0,0 1 0,0-1 0,1 1 0,-1-1 0,0 1 0,1-1 0,-1 0 0,0 1 0,1-1 0,-1 0 0,1 1 0,-1-1 0,1 0 0,-1 0-1,1 1 1,0-1 0,-1 0 0,1 0 0,0 0 0,0 0 0,0 1 0,-1-1 0,1-1 28,-6-28-5018,3-8-12103</inkml:trace>
  <inkml:trace contextRef="#ctx0" brushRef="#br0" timeOffset="264.242">551 8 28894,'0'0'1456,"0"0"-975,-138 125-113,70-60-136,-2 4-88,0 19-144,19-15-120,16-17-1473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3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1 464 27166,'0'0'3064,"0"0"-2295,0 0-361,0 0-232,0 0 296,133-36-96,-56 26-128,6-1-160,-1 3-88,-4 0 0,-5 2 0,-12 4 0,-10 0 0,-14 2-40,-17 0-528,-12 0-544,-8-4-841</inkml:trace>
  <inkml:trace contextRef="#ctx0" brushRef="#br0" timeOffset="171.382">347 0 28998,'0'0'1112,"0"0"-239,0 0-401,0 0 56,0 0-16,-22 150-240,22-81-272,0 8 0,0 4 0,11 33 0,9-19 0,0-18-1144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04.82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325 470 5185,'0'0'21222,"0"0"-16460,0 0-4283,0-18-47,1-2-379,0 0 0,-2 0 0,0 0 0,-2 0-1,0 0 1,-1 0 0,-1 0 0,0 1 0,-2 0 0,0 0-1,-1 0 1,-1 1 0,-7-9-53,13 24 0,-1 1 0,1-1 0,-1 0 0,0 1 0,0 0 0,0 0 0,0 0 0,-1 0 0,1 1 0,0-1 0,-1 1 0,1 1 0,-1-1 0,0 0 0,1 1 0,-1 0 0,1 0 0,-1 0 0,1 1 0,-1 0 0,1 0 0,-1 0 0,1 0 0,-1 0 0,1 1 0,0 0 0,0 0 0,0 0 0,0 1 0,0-1 0,0 1 0,1 0 0,-1 0 0,1 0 0,0 0 0,0 1 0,0-1 0,0 1 0,1 0 0,-1 0 0,1 0 0,0 0 0,-1 3 0,-10 16 0,0 1 0,2-1 0,1 2 0,1 0 0,1 0 0,1 0 0,1 1 0,1 0 0,2 0 0,1 1 0,0-1 0,3 20 0,-1-38 0,0 0 0,0 0 0,1-1 0,0 1 0,0 0 0,1 0-1,0-1 1,0 1 0,1-1 0,0 0 0,1 0 0,-1 0 0,1 0 0,0-1 0,1 1 0,0-1 0,0 0 0,0 0 0,1-1 0,-1 1-1,1-1 1,1-1 0,-1 1 0,1-1 0,0 0 0,0-1 0,0 1 0,0-1 0,0-1 0,1 1 0,-1-1 0,1-1 0,0 1 0,0-1-1,-1-1 1,1 0 0,7 0 0,-3-4-180,0 0-1,-1-1 1,1-1-1,-1 0 0,0 0 1,-1-1-1,1-1 1,-1 0-1,-1 0 0,1-1 1,-1 0-1,-1 0 1,0-1-1,0 0 0,-1-1 1,0 0-1,-1 0 1,0 0-1,-1-1 0,-1 1 1,1-1-1,-2-1 1,0 1-1,1-3 181,10-32-3545</inkml:trace>
  <inkml:trace contextRef="#ctx0" brushRef="#br0" timeOffset="341.846">1252 0 30182,'0'0'657,"0"0"-489,0 0 64,0 0 152,0 0-208,0 0-112,0 0-64,99 128 0,-82-88-456,-8 1-2057</inkml:trace>
  <inkml:trace contextRef="#ctx0" brushRef="#br0" timeOffset="532.122">1517 564 28750,'0'0'2369,"0"0"-2113,0 0 88,0 0 176,-15 117-200,2-80-176,-7 7-112,-4 1-32,-18 8-288,5-9-512,-2-11-2577</inkml:trace>
  <inkml:trace contextRef="#ctx0" brushRef="#br1" timeOffset="54382.995">257 1113 19932,'0'0'1092,"0"0"-599,0 0-129,0 0 743,0 0 558,-16-6 44,-3-2-1119,-61-25 2790,79 32-2671,1 1-399,0 0-100,0 0 40,4 2-219,1-1 1,-1 1-1,0 0 0,0 0 1,0 0-1,0 0 1,0 1-1,-1 0 1,1-1-1,-1 1 0,1 1 1,-1-1-1,0 0 1,0 1-1,-1 0 1,1-1-1,-1 1 0,1 0 1,-1 0-1,-1 1 1,1-1-1,-1 0 0,1 0 1,-1 1-1,0-1 1,-1 1-1,1-1 1,-1 5-32,4 2 76,2 10-76,-6-16 0,1 1 0,0 0 0,0-1 0,1 1 0,-1 0 0,1-1 0,0 0 0,1 1 0,-1-1 0,1 0 0,0 0 0,1 0 0,-1-1 0,1 1 0,0-1 0,0 0 0,0 0 0,1 0 0,-1-1 0,1 1 0,0-1 0,0 0 0,0-1 0,0 1 0,0-1 0,4 1 0,1-2 0,-1-1 0,1 0 0,-1-1 0,1 0 0,-1-1 0,1 0 0,-1 0 0,0-1 0,0 0 0,0 0 0,0-1 0,-1 0 0,0-1 0,1 0 0,-2 0 0,1-1 0,-1 0 0,1 0 0,2-5 0,103-91-24,-5-5 0,87-112 24,-70 69-806,-31 25-2309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06.24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0 576 27846,'0'0'3069,"0"0"-2191,0 0-528,0 0 9,23 0-134,75 1-185,-79 0-40,0 1 0,0 0 0,0 2 0,0 0 0,0 1 0,-1 0 0,0 2 0,0 0 0,-1 1 0,0 1 0,0 1 0,-1 0 0,0 1 0,9 10 0,-20-18 0,-1 0 0,0 1 0,0-1 0,-1 1 0,1 0 0,-1 1 0,0-1 0,0 0 0,0 1 0,-1 0 0,1-1 0,-1 1 0,-1 0 0,1 0 0,0 0 0,-1 1 0,0-1 0,0 0 0,-1 0 0,0 1 0,0-1 0,0 0 0,0 1 0,-1-1 0,0 0 0,0 0 0,0 0 0,-1 0 0,1 0 0,-1 0 0,-1 0 0,1 0 0,0 0 0,-1-1 0,0 0 0,0 1 0,-1-1 0,1 0 0,-1 0 0,0-1 0,-3 3 0,-23 19 0,0-2 0,-2-1 0,-1-1 0,-1-2 0,0-2 0,-1-1 0,-20 6 0,-21-9-1734,56-13-2773</inkml:trace>
  <inkml:trace contextRef="#ctx0" brushRef="#br0" timeOffset="515.483">824 497 30727,'0'0'765,"0"0"-392,0 0-83,0 0 17,20 3-53,128 36-203,-138-35-51,-1 0 0,0 1 0,0-1 0,-1 2 0,1-1 0,-1 1 0,0 1 0,-1-1 0,0 1 0,0 0 0,0 1 0,-1 0 0,0 0 0,0 0 0,-1 1 0,0 0 0,-1 0 0,0 0 0,0 0 0,-1 1 0,0 0 0,-1-1 0,0 1 0,0 0 0,-1 0 0,-1 0 0,1 0 0,-2 0 0,1 0 0,-1 0 0,-1 1 0,-6 5 0,-1-1 0,-1 0 0,0 0 0,-1-1 0,0 0 0,-2-1 0,1 0 0,-1-1 0,-1-1 0,0 0 0,-1-1 0,0 0 0,-3 0 0,6-1 0,-314 183 0,321-185 0,27-5 0,38-5 0,344-24 0,-206 37 0,-198-10-28,0 0 0,-1 0 0,1 0 1,0 0-1,0 0 0,0 0 0,-1 0 0,1 0 0,0 1 0,0-1 0,-1 0 0,1 0 1,0 0-1,0 0 0,0 1 0,-1-1 0,1 0 0,0 0 0,0 0 0,0 1 1,0-1-1,0 0 0,0 0 0,-1 1 0,1-1 0,0 0 0,0 0 0,0 1 1,0-1-1,0 0 0,0 0 0,0 1 0,0-1 28,-1 0-178,-27 0-4189</inkml:trace>
  <inkml:trace contextRef="#ctx0" brushRef="#br1" timeOffset="9233.571">1488 0 30054,'0'0'814,"0"0"-281,0 0-122,0 0-32,0 0-52,21 11-117,126 70-171,-91-47-39,-1 2 0,-2 2 0,-2 3 0,-1 1 0,6 12 0,-39-36 0,0 1 0,-2 0 0,0 2 0,-1-1 0,-1 2 0,-1 0 0,-1 0 0,0 1 0,-2 1 0,-1-1 0,-1 1 0,-1 1 0,-1-1 0,-1 1 0,-1 5 0,-3 4 0,-1-1 0,-1 0 0,-2 0 0,-1 0 0,-1 0 0,-2-1 0,-2 0 0,-1 0 0,-1-1 0,-1 0 0,-2-2 0,-1 1 0,-14 16 0,-13 15 0,-2-3 0,-2-1 0,-3-3 0,-3-2 0,-34 26 0,-34 19-163,7-23-650</inkml:trace>
  <inkml:trace contextRef="#ctx0" brushRef="#br2" timeOffset="54734.072">1000 1533 29078,'0'0'867,"0"0"-419,0 0-264,0 0 24,0 0 111,-2 6-8,1 5-251,1 0 0,0 0 1,0 0-1,2 0 0,-1 0 0,1 0 1,1 0-1,0 0 0,0-1 1,1 1-1,1-1 0,0 0 0,0 0-59,13 36 175,57 164 216,-73-207-392,-1 0 0,0-1 0,1 1 0,-1 0 0,1-1 0,0 1 0,0-1 0,0 1 0,0-1 0,0 0 0,1 0 0,-1 0 0,1 0 0,-1 0 0,1-1 0,0 1 0,-1-1 0,1 1 0,0-1 0,0 0 0,0 0 0,0-1 0,0 1 0,0-1 0,0 1 0,0-1 0,1 0 0,-1 0 0,0 0 0,0-1 0,2 1 0,92-57 0,18-57 0,369-423-1370,-368 400-2181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20.17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2760 131 29686,'0'0'1425,"0"0"-1057,0 0 264,0 0-144,0 0-320,0 0-168,81 113 0,-72-86 0,-7 1 0,-2 3 0,0 3 0,-16 5 0,-17 24 0,7-7-880,0-9-1849</inkml:trace>
  <inkml:trace contextRef="#ctx0" brushRef="#br0" timeOffset="187.088">2946 798 30927,'0'0'1032,"0"0"-464,0 0-328,0 0-240,-88 124 0,55-100 0,-2 0 0,-26 1 0,11-3-688,-1-6-2337</inkml:trace>
  <inkml:trace contextRef="#ctx0" brushRef="#br0" timeOffset="-1218.429">0 441 29862,'0'0'1241,"0"0"-921,0 0 16,0 0 208,0 0-88,186-16-448,-65 6-8,-7 0 0,-9 2 0,-17 4 0,-25 4 0,3 0 0,-5 0 0,-17 0 0,-13 0 0,-20 2-256,-7-2-864,-4 0-1065</inkml:trace>
  <inkml:trace contextRef="#ctx0" brushRef="#br0" timeOffset="-919.381">515 13 23373,'0'0'6881,"0"0"-6208,0 0-121,-37 106-16,32-45-80,5 8-160,0 6-296,0 2 0,0 4 0,3 2 0,8 0 0,11 12-56,-5-22-1176,1-22-3433</inkml:trace>
  <inkml:trace contextRef="#ctx0" brushRef="#br0" timeOffset="-655.32">1157 107 28342,'0'0'2286,"0"0"-1641,0 0-370,22 0 125,135 2 347,-128 2-743,1 2 0,-1 2-1,0 0 1,-1 2 0,0 1 0,-1 1 0,0 1-1,-1 2 1,0 0 0,-1 2 0,-1 1-1,-1 1 1,0 0 0,-1 2 0,-2 1 0,0 1-1,-1 0 1,-2 1 0,6 10-4,-13-12 0,0 0 0,-1 1 0,-1 0 0,-1 1 0,-2-1 0,0 1 0,-1 0 0,-1 1 0,-2-1 0,0 0 0,-3 23 0,2-39 0,0-4 0,1-1 0,-1 1 0,0-1 0,0 1 0,0-1 0,0 1 0,0-1 0,-1 1 0,0-1 0,0 1 0,0-1 0,0 0 0,0 0 0,-1 1 0,1-1 0,-1 0 0,0 0 0,0 0 0,0 0 0,0-1 0,0 1 0,-1-4-79,1-1-1,0 0 1,0 1-1,0-1 1,0 0 0,0 0-1,0 0 1,1-1 0,-1 1-1,1 0 1,-1 0-1,1-1 1,0 1 0,0-1-1,0 1 1,0-1-1,0 0 1,1 1 0,-1-1-1,1 0 1,0 1-1,0-1 1,0-2 79,0 3-124,-7-40-2095</inkml:trace>
  <inkml:trace contextRef="#ctx0" brushRef="#br0" timeOffset="-436.169">1903 1 30310,'0'0'1081,"0"0"-481,0 0-24,-81 104-376,39-44-200,-6 3 0,-3 4 0,1 0 0,-3 2 0,-13 20 0,12-16-40,10-16-1952</inkml:trace>
  <inkml:trace contextRef="#ctx0" brushRef="#br1" timeOffset="43145.677">239 1234 10522,'0'0'13240,"0"0"-8175,0 0-4000,0 0-625,0 0-43,-15 5-43,-47 15-106,114-16 182,305-35-83,81 0-240,172 19-107,-486 20 75,0 6-1,-1 5 1,58 18-75,-180-37 19,-18-1-13,-25-19-829,24 10-644</inkml:trace>
  <inkml:trace contextRef="#ctx0" brushRef="#br1" timeOffset="43679.248">1718 1648 23685,'0'0'3622,"0"0"-2228,0 0-746,0 0-179,0 0-57,0 0-39,-5-5 268,8 5-609,0 1 0,-1-1-1,1 1 1,-1-1 0,1 1 0,-1 0-1,1 0 1,-1 0 0,0 0 0,1 0-1,-1 1 1,0-1 0,0 1 0,0-1-1,0 1 1,0 0 0,0 0 0,0 0-1,-1 0 1,1 0 0,-1 0 0,1 0-1,-1 0 1,0 1 0,0-1 0,0 1-32,34 63 365,-30-55-338,0 0 1,0 0 0,1 0-1,0-1 1,1 1 0,0-2 0,0 1-1,1-1 1,1 0 0,-1 0-1,1-1 1,4 2-28,-7-8 0,1-1 0,0 0 0,0 1 0,0-2 0,-1 1 0,1-1 0,0 0 0,0-1 0,0 0 0,0 0 0,0 0 0,-1-1 0,1 0 0,0 0 0,-1 0 0,0-1 0,0 0 0,0-1 0,0 1 0,0-1 0,0 0 0,-1 0 0,0-1 0,0 0 0,0 0 0,0 0 0,-1 0 0,0-1 0,0 0 0,1-3 0,361-411-17,-280 335-354,-15 12-1153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21.04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0 328 29446,'0'0'1206,"0"0"-461,0 0-147,0 0-142,5 3-188,26 11-259,0-1-1,0-1 1,2-2-1,-1-1 1,1-2-1,6 0-8,157 47-3,-195-55 3,1 1 0,-1 0 0,1 0 0,-1 0 0,1 0 0,-1 1 0,0-1 0,1 0 0,-1 1 0,1-1 0,-1 1 0,0-1 0,1 1 0,-1 0 0,0-1 0,0 1 0,1 0 0,-1 0 0,0 0 0,0 0 0,0 0 0,0 0 0,0 0 0,0 0 0,-1 0 0,1 1 0,0-1 0,0 0 0,-1 0 0,1 1 0,-1-1 0,1 1 0,-1-1 0,0 0 0,0 1 0,1-1 0,-1 1 0,0-1 0,0 1 0,0-1 0,-1 1 0,1-1 0,0 0 0,0 1 0,-1-1 0,1 1 0,-1-1 0,1 0 0,-1 1 0,0-1 0,1 0 0,-1 0 0,0 0 0,0 1 0,0-1 0,-170 88 0,-78 59-79,226-135-609,11-9-1258</inkml:trace>
  <inkml:trace contextRef="#ctx0" brushRef="#br0" timeOffset="403.787">618 340 30911,'0'0'1105,"0"0"-659,21 5-193,130 36-201,-115-32-52,2 0 0,0 1 0,-1 2 0,0 1 0,-1 2 0,5 5 0,-39-19 0,1-1 0,-1 1 0,0 0 0,1 0 0,-1 0 0,0 0 0,0 0 0,0 1 0,0-1 0,0 1 0,0-1 0,0 1 0,0 0 0,-1 0 0,1 0 0,-1 0 0,1 0 0,-1 0 0,0 0 0,0 0 0,0 1 0,0-1 0,0 0 0,0 1 0,0-1 0,-1 1 0,0-1 0,1 0 0,-1 1 0,0-1 0,0 1 0,0-1 0,0 1 0,-1-1 0,1 1 0,-1-1 0,0 1 0,1-1 0,-1 0 0,0 1 0,0-1 0,0 0 0,-1 0 0,1 0 0,-1 0 0,1 0 0,-1 0 0,1 0 0,-1 0 0,0-1 0,0 1 0,-287 143 0,159-95-393,113-48-1575</inkml:trace>
  <inkml:trace contextRef="#ctx0" brushRef="#br0" timeOffset="981.089">1342 312 28638,'0'0'1666,"0"0"-903,0 0-246,0 0 71,0 0-126,21 7-338,159 54-115,-174-60-9,0 1 0,0-1 0,0 1 0,0 1 0,0-1 0,-1 1 0,1 0 0,-1 1 0,0-1 0,0 1 0,0 0 0,0 0 0,-1 1 0,0-1 0,0 1 0,0 0 0,0 0 0,-1 0 0,0 1 0,0-1 0,0 1 0,0 0 0,-1 0 0,0 0 0,-1 0 0,1 0 0,-1 0 0,0 0 0,-1 0 0,1 1 0,-1-1 0,-1 0 0,1 0 0,-1 1 0,0-1 0,0 0 0,-1 0 0,0 2 0,-9 8 0,-1-1 0,0 0 0,-1 0 0,-1-2 0,0 1 0,-1-2 0,0 0 0,-1-1 0,0 0 0,-2 0 0,1 0 0,-242 145 0,296-172 0,1 2 0,1 1 0,0 2 0,0 2 0,1 2 0,0 1 0,1 2 0,13 2 0,153 4-51,-192 1-622,-7-1-1732</inkml:trace>
  <inkml:trace contextRef="#ctx0" brushRef="#br0" timeOffset="1386.177">2190 1 30855,'0'0'792,"0"0"-181,0 0-199,21 4-319,-4-1-91,-5-1-2,1 1 0,-1 0 1,0 0-1,0 1 0,0 1 0,-1 0 0,1 0 0,-1 1 1,0 1-1,-1 0 0,3 2 0,16 11 0,-1 1 0,-1 1 0,-1 2 0,-2 0 0,0 2 0,-1 0 0,-2 2 0,0 0 0,-2 2 0,-2 0 0,0 1 0,-2 0 0,-1 1 0,-2 1 0,-1 0 0,-2 1 0,-1 0 0,2 27 0,-13-41 0,-1 0 0,-1 0 0,0-1 0,-2 0 0,0 0 0,-1 0 0,-1-1 0,0 0 0,-2-1 0,0 0 0,-1-1 0,0 0 0,-2-1 0,0 0 0,0-1 0,-1-1 0,-1 0 0,0-1 0,-1-1 0,0 0 0,-1-2 0,-8 4 0,-328 175-1412,190-124-5650</inkml:trace>
  <inkml:trace contextRef="#ctx0" brushRef="#br1" timeOffset="45191.609">298 1468 23349,'0'0'3793,"0"0"-1745,0 0-1600,0 0-88,0 0 8,0 0 81,22 8-1,20-6-128,17 0-48,18-2-32,26 0-88,26 0-80,25-4-48,6-4-24,-5 6-48,-8 2-360,-46 0-656,-18 2-1097</inkml:trace>
  <inkml:trace contextRef="#ctx0" brushRef="#br1" timeOffset="45653.907">1780 1606 28286,'0'0'1092,"0"0"-597,0 0-263,0 0 111,0 0 160,0 0-111,12 23-126,68 143 228,-3 38 165,-77-202-659,1 0 0,0 0 0,-1 0 0,1 0 0,0 0 0,0 0 0,0 0 1,0 0-1,1 0 0,-1 0 0,0 0 0,1-1 0,0 1 0,-1-1 0,1 1 0,0-1 1,0 1-1,-1-1 0,1 0 0,0 0 0,0 0 0,1 0 0,-1 0 0,0-1 0,0 1 1,0 0-1,0-1 0,1 0 0,-1 0 0,0 1 0,0-1 0,1 0 0,-1-1 0,0 1 0,0 0 1,1-1-1,-1 1 0,0-1 0,0 0 0,0 0 0,0 0 0,0 0 0,0 0 0,0 0 1,0 0-1,0-1 0,0 1 0,-1 0 0,1-1 0,118-153 0,-74 91-72,60-84-318,6 5 1,41-33 389,-105 124-2078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28.38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0 173 28206,'0'0'1280,"0"0"-149,0 0-392,0 0-248,0 0-164,0 0-174,2 2-68,9 9-46,0-1-1,1 0 1,0-1-1,0-1 1,1 0 0,0 0-1,0-1 1,1-1-1,8 2-38,14 9 8,9 5-8,-25-14 0,0 1 0,-1 1 0,0 0 0,0 2 0,-1 0 0,-1 1 0,0 1 0,0 0 0,10 13 0,-25-24 0,0 0 0,0 0 0,-1 0 0,1 0 0,0 0 0,-1 1 0,0-1 0,0 0 0,0 1 0,0-1 0,0 0 0,-1 1 0,1-1 0,-1 1 0,0 0 0,0-1 0,-1 1 0,1-1 0,-1 1 0,1-1 0,-1 0 0,0 1 0,0-1 0,-1 0 0,1 1 0,-1-1 0,0 0 0,1 0 0,-1 0 0,-1-1 0,1 1 0,0 0 0,-1-1 0,1 1 0,-1-1 0,-1 1 0,-109 69 0,112-71 0,-130 39-2578,110-40-509</inkml:trace>
  <inkml:trace contextRef="#ctx0" brushRef="#br0" timeOffset="407.146">559 167 29990,'0'0'1214,"0"0"-613,0 0-156,0 0-132,20 2-140,17 2-169,0 2 0,0 1 0,0 2 0,-1 1-1,-1 2 1,0 2 0,0 1 0,19 13-4,-46-24 0,-1 1 0,0 0 0,-1 0 0,1 1 0,-1-1 0,0 2 0,-1-1 0,1 1 0,-1 0 0,0 0 0,-1 0 0,0 0 0,0 1 0,0 0 0,-1 0 0,-1 0 0,1 0 0,-1 0 0,0 1 0,-1-1 0,0 8 0,-2-12 0,-1 1 0,0-1 0,-1 0 0,1 0 0,-1 0 0,0-1 0,0 1 0,0-1 0,0 1 0,-1-1 0,1 0 0,-1 0 0,0 0 0,0-1 0,0 0 0,0 1 0,0-1 0,-1-1 0,-3 2 0,-7 5 0,-254 118-109,247-120-990,13-5-2318</inkml:trace>
  <inkml:trace contextRef="#ctx0" brushRef="#br0" timeOffset="952.547">1403 60 28070,'0'0'1795,"0"0"-945,0 0-242,0 0-63,0 0-11,19 12-222,115 73-259,-125-81-53,0 0 0,-1 0 0,0 1 0,0 1 0,0-1 0,0 1 0,-1 1 0,0-1 0,0 1 0,-1 0 0,0 1 0,0-1 0,-1 1 0,0 1 0,0-1 0,-1 1 0,0-1 0,-1 1 0,0 0 0,0 1 0,-1-1 0,0 0 0,0 1 0,-1-1 0,0 1 0,-1-1 0,0 1 0,-1 0 0,-1 3 0,-5 1 0,-1-1 0,-1 0 0,0 0 0,-1 0 0,0-1 0,-1-1 0,0 0 0,-1-1 0,0 0 0,-1 0 0,0-1 0,0-1 0,-1 0 0,-3 0 0,-18 13 0,-1-1 0,0-2 0,-1-1 0,-1-2 0,-1-2 0,-3-1 0,149-15 0,268-27 0,-201 43-2403,-148-12-2588</inkml:trace>
  <inkml:trace contextRef="#ctx0" brushRef="#br0" timeOffset="1280.528">2155 1 30775,'0'0'585,"0"0"-273,0 0 122,0 0 79,26 23-373,86 76-132,50 88-8,-158-181 0,14 19 0,-1 0 0,-2 2 0,0 0 0,-2 1 0,-1 0 0,6 23 0,-15-39 0,1 1 0,-2-1 0,0 1 0,0 0 0,-1-1 0,-1 1 0,0 0 0,0-1 0,-2 1 0,1 0 0,-2-1 0,0 1 0,0-1 0,-1 0 0,0 0 0,-1 0 0,-6 10 0,-9 6 0,-2-1 0,0-1 0,-1-1 0,-2-1 0,0-1 0,-21 14 0,36-29 0,-111 86 0,1-16 0</inkml:trace>
  <inkml:trace contextRef="#ctx0" brushRef="#br1" timeOffset="41574.517">189 1200 976,'0'0'19280,"0"0"-11826,0 0-5862,0 0-876,0 0-91,-18 3-104,-54 8-77,168-7 568,553-28-865,-580 23-121,53-5-728,0 6 1,-1 5-1,1 6 0,6 6 702,-54-1-2020</inkml:trace>
  <inkml:trace contextRef="#ctx0" brushRef="#br1" timeOffset="41966.235">1624 1344 29086,'0'0'1275,"0"0"-657,0 0-280,0 0-50,0 0 63,0 0 40,15 17-122,95 98-118,-92-100-151,-9-6 0,0 0 0,0-1 0,1 0 0,0 0 0,1-1 0,-1-1 0,1 0 0,0 0 0,1-1 0,-1 0 0,1-1 0,0-1 0,0 0 0,1 0 0,-1-1 0,4-1 0,-8-4 0,0-1 0,0 0 0,-1-1 0,1 0 0,-1 0 0,-1-1 0,1 1 0,-1-2 0,0 1 0,0-1 0,0 1 0,-1-2 0,0 1 0,-1 0 0,0-1 0,0 0 0,0 0 0,2-8 0,5-6 0,153-325-1080,-133 266-609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8:21.7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0 172 28102,'0'0'966,"0"0"-282,0 0-147,0 0-109,0 0-69,7-5-60,6-1-249,-1 0 0,1 2 1,0-1-1,1 2 0,-1 0 1,1 0-1,-1 1 0,1 1 0,0 0 1,0 1-1,0 0 0,11 3-50,13-3 54,130 20 104,-161-18-156,1 0 1,0 0 0,-1 1 0,1 0 0,-1 1 0,0 0 0,0 0 0,0 0-1,-1 1 1,1 0 0,-1 0 0,0 1 0,-1 0 0,0 0 0,1 0-1,-2 0 1,1 1 0,-1 0 0,0 0 0,0 0-3,0 8 0,0 0 1,-1-1 0,-1 1-1,0 0 1,-1 0 0,0 0-1,-1 1 1,-1-1-1,-1 0 1,0 0 0,-1 1-1,-10 28-23,-2-1 0,-2-1 0,-2 0 0,-1-1 0,-2-1 0,-2-2 0,-2 0 0,-1-1 0,-2-2 0,-1-1 0,-34 30 23,-29 40-88,52-41 72,41-62 16,0 0-1,0-1 0,0 1 0,0 0 0,1 0 0,-1 0 0,0-1 0,0 1 1,0 0-1,1 0 0,-1 0 0,0-1 0,1 1 0,-1 0 0,1-1 0,-1 1 0,1 0 1,-1-1-1,1 1 0,-1-1 0,1 1 0,0-1 0,-1 1 0,1-1 0,0 1 0,-1-1 1,1 0-1,0 1 0,0-1 0,-1 0 0,1 1 0,0-1 0,0 0 0,-1 0 0,1 0 1,0 0-1,0 0 0,0 0 0,-1 0 0,1 0 0,0 0 0,0 0 0,0 0 0,-1-1 1,1 1-1,0 0 0,0-1 0,-1 1 0,1-1 1,7 1-3,19-2 2,-1-1 1,0-1-1,1-2 1,-2 0 0,1-2-1,-1-1 1,0-1-1,14-8 1,-1 2 0,412-198-71,-352 143-1043,-47 6-5952,-27 18-11641</inkml:trace>
  <inkml:trace contextRef="#ctx0" brushRef="#br0" timeOffset="216.144">1127 140 10682,'0'0'18476,"0"0"-17668,0 0-143,131 77-185,-69-25-24,6 5-24,0 6-128,2 6-128,-7 4-112,-6-2-24,-8-4-40,-14-8 0,-9-9 0,-11-11-136,-8-9-368,-7-11-728,0-19-609</inkml:trace>
  <inkml:trace contextRef="#ctx0" brushRef="#br0" timeOffset="419.702">1789 0 6697,'0'0'21685,"0"0"-20605,0 0-272,-143 156-191,49-32-209,-22 50-168,-9 15-144,33-39-96,20-39-808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8:24.3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462 754 11258,'0'0'12966,"0"0"-9244,0 0-2821,0 0-208,0 0-107,0 0-100,-5-13-111,-14-43-111,37 11 46,-12 38-256,7-8-26,2 0-1,-1 0 1,2 2 0,0-1 0,0 2-1,1 0 1,0 2 0,1-1 0,1 2-1,0 1 1,0 0 0,0 1 0,1 1 0,0 1-1,0 1 1,0 0 0,6 1-28,-16 5 6,0 1 0,0 0-1,0 0 1,0 1 0,0 1 0,-1-1 0,0 2 0,0-1-1,0 1 1,0 0 0,-1 1 0,0 0 0,-1 0 0,1 1-1,-2 0 1,1 0 0,4 8-6,6 3 44,94 114 135,-7 4 0,-5 5 0,79 153-179,-55-78 0,-169-285-32,39 53-199,0-1 0,2 0-1,0 0 1,1 0 0,0 0 0,1-1-1,1 0 1,0-14 231,-1-5-1291,-4-39-3618</inkml:trace>
  <inkml:trace contextRef="#ctx0" brushRef="#br0" timeOffset="266.348">1645 431 28894,'0'0'1064,"0"0"-495,0 0-41,-131 108 24,72-49-120,-9 10-128,-11 10-152,-4 8-80,-3 4-40,1-2-32,6-3 32,11-9-32,13-10-64,26-13-256,14-17-448,11-25-1761</inkml:trace>
  <inkml:trace contextRef="#ctx0" brushRef="#br0" timeOffset="1072.677">2711 618 976,'0'0'19592,"0"0"-12541,0 0-5817,0 0-713,0 0 9,0 0-110,-21 9-155,-122 62-82,70-21-141,17-10-32,-1-3 0,-3-2 0,0-3 1,-14 3-11,71-35-1,1 1 0,0-1 0,0 0 0,-1 1 0,1-1 0,0 1 0,0-1 0,0 1 1,-1 0-1,1 0 0,0 0 0,0 1 0,0-1 0,1 0 0,-1 1 0,0-1 0,0 1 1,1-1-1,-1 1 0,1 0 0,0 0 0,-1 0 0,1-1 0,0 1 0,0 1 0,0-1 1,0 0-1,0 0 0,1 0 0,-1 0 0,1 1 0,-1-1 0,1 0 0,0 0 0,0 1 1,0-1-1,0 0 0,0 1 0,1-1 0,-1 0 0,1 0 0,-1 1 0,1-1 0,0 0 1,0 1 0,8 4-1,1 0 0,0 0 1,0-1-1,0-1 0,1 1 0,0-2 1,0 0-1,0 0 0,0-1 1,1 0-1,8 1 1,-7-1 0,207 36-2534,-184-39-1950</inkml:trace>
  <inkml:trace contextRef="#ctx0" brushRef="#br0" timeOffset="1493.43">3134 725 18444,'0'0'9075,"0"0"-6648,0 0-1900,0 0-117,0 0-50,0 0-106,-16 5-114,-272 118 43,286-122-174,-1-1-1,0 1 1,0 0-1,0 1 1,1-1 0,-1 1-1,1-1 1,-1 1-1,1 0 1,-1-1-1,1 1 1,0 1-1,0-1 1,0 0 0,0 0-1,0 1 1,1-1-1,-1 1 1,1-1-1,-1 1 1,1 0 0,0 0-1,0 0 1,0-1-1,1 1 1,-1 0-1,1 0 1,0 0-1,-1 0 1,1 0 0,0 0-1,1 0 1,-1 0-1,0 0 1,1 0-1,0 0 1,0 0-1,0 0 1,0-1 0,0 1-1,0 0 1,1-1-1,-1 1 1,1-1-1,0 1 1,0-1 0,0 0-1,0 0 1,0 1-1,1-1-8,197 110 3,-85-81-1986,-80-30-1151</inkml:trace>
  <inkml:trace contextRef="#ctx0" brushRef="#br0" timeOffset="1913.968">3686 527 27174,'0'0'2756,"0"0"-1878,0 0-497,0 0-14,0 0-14,0 0-27,0 14-95,11 195 69,13 568-299,-23-766-28,-1-10 22,1 0-1,0-1 1,0 1 0,-1 0 0,1 0-1,-1 0 1,1 0 0,0 0 0,-1 0-1,0 0 1,1 1 0,-1-1 0,0 0-1,1 0 1,-1 0 0,0 0 0,0 0-1,0 1 1,0-1 0,0 0 0,0 0-1,-1 0 1,1 0 0,0 0 0,0 1-1,-1-1 1,1 0 0,-1 0 0,1 0-1,-1 0 1,0 0 0,1 0 0,-1 0-1,0 0 1,1-1 0,-1 1 0,0 0-1,0 0 1,0-1 0,0 1 0,0 0-1,0-1 1,0 1 0,0-1 0,0 1-1,0-1 1,0 1 0,0-1 0,0 0-1,0 0 1,-1 1 0,1-1 0,0 0-1,-1 0 6,-16-17-1553</inkml:trace>
  <inkml:trace contextRef="#ctx0" brushRef="#br0" timeOffset="2398.327">633 1918 28822,'0'0'999,"0"0"-436,0 0-155,0 0 21,26-2-5,369-45 475,741-91-676,679 80-223,-1680 66 0,-201 2-300,-2-10-1200</inkml:trace>
  <inkml:trace contextRef="#ctx0" brushRef="#br0" timeOffset="4186.269">549 1 18260,'0'0'7724,"0"0"-5650,0 0-1417,0 0-78,-19 1-52,-63 10-35,77-10-456,1 1 0,-1 0 0,1 1 0,0-1 0,-1 1 0,1-1 0,0 1 0,1 0 0,-1 1 0,1-1 0,-1 1 0,1 0 0,0-1 1,0 1-1,1 1 0,-1-1 0,0 1-36,-8 12 113,-39 60 20,3 2 0,3 2-1,5 1 1,2 3 0,5 1 0,3 1 0,4 1 0,4 2 0,4 0 0,4 1 0,4 0 0,4 1 0,4 22-133,0-75 0,1 0 1,3 0-1,1 0 1,2 0-1,9 32 0,-12-59-1,1 1 0,1-1-1,0 0 1,1-1 0,0 1 0,1-1 0,0 0 0,1-1-1,0 1 1,1-1 0,0-1 0,0 0 0,1 0 0,0-1-1,1 0 1,-1-1 0,2 0 0,-1-1 0,1 0 0,5 1 1,281 74-1106,-147-59-816</inkml:trace>
  <inkml:trace contextRef="#ctx0" brushRef="#br0" timeOffset="4743.668">4133 192 10202,'0'0'16564,"0"0"-12805,5 22-3317,37 153 591,-3-52-466,-14-54-539,-3 1 1,-2 0 0,-4 2-1,-3 0 1,-3 0-1,-4 1 1,-1 47-29,-7-101 0,0 1 0,-1-1 0,-1 0 0,-1 0 0,-1 0 0,0 0 0,-1-1 0,-1 0 0,-1-1 0,-1 0 0,0 0 0,-1-1 0,-1 0 0,0-1 0,-1 0 0,-1-1 0,-9 7 0,-181 116-1770,106-92-2725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8:32.50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1 235 7834,'0'0'17194,"0"0"-13140,0 0-3718,0 0-205,0 0 73,13-7 185,179-63 582,53 17-726,1 11 0,232-9-245,-231 39 448,126 15-448,-316 5 52,-71 0-543,-19-7-747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8:11.8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367 1571 29414,'0'0'976,"0"0"-631,0 0 143,0 0 8,173-36-24,-74 11-104,28-3-160,-7 5-208,-10 1 0,-14 8 0,-23 4 0,1 2 0,3 4 0,-16 4 0,-10 0 0,-12 26-584,-10 2-1048,-16-3-2625</inkml:trace>
  <inkml:trace contextRef="#ctx0" brushRef="#br0" timeOffset="297.262">974 924 27734,'0'0'2336,"0"0"-1807,0 0-217,0 0 248,-13 183-104,13-72-56,-2 25-64,-3 6-232,-1-10-104,-1-25 0,3-30 0,4-16 0,4 16-120,16-14-944,0-10-1041</inkml:trace>
  <inkml:trace contextRef="#ctx0" brushRef="#br0" timeOffset="690.655">1886 1042 29590,'0'0'1662,"0"0"-1209,0 0-351,27 3 15,4-1-51,133 30 347,-144-25-382,1 2 0,-1 0 0,-1 2 0,0 0-1,0 1 1,-1 1 0,-1 0 0,4 5-31,-16-13 0,1 0 0,-1 1 0,0 0 0,0 0 0,-1 0 0,0 1 0,0 0 0,0-1 0,-1 1 0,0 0 0,-1 1 0,1-1 0,-1 0 0,-1 1 0,1 0 0,-1-1 0,0 1 0,-1-1 0,0 1 0,0 0 0,-1 0 0,0-1 0,0 1 0,-1-1 0,-1 3 0,-5 7-10,0 0 0,-1-1 0,-1-1 0,-1 0 0,0 0 1,-1-1-1,-1 0 0,0-1 0,0 0 0,-9 4 10,8-3-8,-320 239-40,308-234 48,24-11 0,13-7 19,0-1 0,0 0 1,0-1-1,-1 0 0,1-1 0,0 0 1,-1 0-1,1-1 0,-1-1 0,0 0 1,6-3-20,-4 3 5,693-245-563,-628 227-756,-14 4-1072</inkml:trace>
  <inkml:trace contextRef="#ctx0" brushRef="#br0" timeOffset="959.038">2835 916 30559,'0'0'1044,"0"0"-727,18 19-51,256 291 315,-240-271-581,47 52 0,-4 4 0,-3 3 0,0 11 0,-74-110-7,0 1 0,0-1 0,1 1 0,-1-1 0,0 1-1,0-1 1,1 1 0,-1-1 0,0 1 0,1-1 0,-1 1 0,1-1 0,-1 1 0,1 0 0,-1-1-1,1 1 1,-1 0 0,1 0 0,-1-1 0,1 1 0,-1 0 0,1 0 0,-1 0 0,1-1 0,-1 1-1,1 0 1,0 0 0,-1 0 0,1 0 0,-1 0 0,1 0 0,0 0 0,-1 0 0,1 0 0,-1 1 0,1-1-1,-1 0 1,1 0 0,-1 0 0,1 1 0,-1-1 0,1 0 0,-1 1 0,1-1 0,-1 0 0,1 1-1,-1-1 1,1 1 0,-1-1 0,0 1 0,1-1 0,-1 1 0,0-1 0,1 1 0,-1-1 0,0 1 7,7-36-1383,-2-9-862</inkml:trace>
  <inkml:trace contextRef="#ctx0" brushRef="#br0" timeOffset="1146.27">3469 869 30583,'0'0'816,"-108"173"-272,5-9-104,-15 37-144,2 6-288,32-53-8,27-49-1952</inkml:trace>
  <inkml:trace contextRef="#ctx0" brushRef="#br0" timeOffset="22005.569">865 2630 24141,'0'0'3978,"0"0"-2799,0 0-763,0 0 50,0 0 61,0 0-143,9-14-116,-2 4-228,0 1 1,0-1-1,1 1 1,0 0-1,0 1 0,1 0 1,1 1-1,-1-1 1,1 2-1,0-1 1,1 1-1,2 0-40,117-44 176,2 6-1,2 5 1,103-14-176,1206-236 271,-724 109-315,-769 187-1562,4 1-628</inkml:trace>
  <inkml:trace contextRef="#ctx0" brushRef="#br0" timeOffset="22520.232">1 934 27478,'0'0'1702,"0"17"-1077,74 404 1362,65 438-1155,-129-800-1037,-10-59 171,0 0 0,1 0 0,-1 0 0,0 0-1,0-1 1,0 1 0,1 0 0,-1 0 0,0 0 0,0 0 0,1 0 0,-1 0 0,0 0 0,0 0 0,1 0-1,-1 0 1,0 0 0,0 0 0,1 0 0,-1 0 0,0 0 0,0 0 0,0 0 0,1 0 0,-1 0 0,0 0-1,0 0 1,1 0 0,-1 0 0,0 1 0,0-1 0,0 0 0,1 0 0,-1 0 34,1-31-2909,-1-12-6942</inkml:trace>
  <inkml:trace contextRef="#ctx0" brushRef="#br0" timeOffset="22861.482">275 671 28366,'0'0'1298,"30"-12"-886,433-160 211,-159 68-545,4 14 0,3 13 1,4 14-1,2 14 1,282-6-79,-172 53-1873,-249 5-5423,-136-3-11889</inkml:trace>
  <inkml:trace contextRef="#ctx0" brushRef="#br0" timeOffset="23219.804">3861 1 5921,'0'0'17712,"0"0"-13498,0 0-3423,0 17-81,2 113 609,70 123-46,-3 28-859,-13 2-1,14 228-413,-64-449 0,2 0 0,4 0 0,2-1 0,17 45 0,-22-80 0,-10-9-811,-18-20-2091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7:27.46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2894 1 10162,'0'0'18268,"0"0"-17116,0 0 57,0 0-633,0 0-16,0 0 8,0 0-296,119 12-272,-100 11 0,1 7 0,-5 2 0,-4 3 0,-6 5 0,-5 17 0,-5-8-416,-12-8-1625</inkml:trace>
  <inkml:trace contextRef="#ctx0" brushRef="#br0" timeOffset="263.86">3146 417 29846,'0'0'1249,"0"0"-553,0 0-32,0 0-352,-48 103-312,22-74 0,-1 5 0,-16 11 0,7-7-432,-1-9-3233</inkml:trace>
  <inkml:trace contextRef="#ctx0" brushRef="#br0" timeOffset="-1718.109">1 293 29678,'0'0'961,"0"0"-473,0 0-136,0 0 128,0 0-56,127 33-136,-57-27-192,9-2-96,0 0 0,-2 2 0,-7 0 0,-9 2 0,-8 4-72,-18-2-696,-18-2-1353</inkml:trace>
  <inkml:trace contextRef="#ctx0" brushRef="#br0" timeOffset="-1468.484">376 84 28102,'0'0'2377,"0"0"-1897,0 0 16,-16 122 8,16-71-96,0 7-160,0-1-120,0 0-104,0 0-24,5-6-8,12-1-352,1-15-464,-3-19-2241</inkml:trace>
  <inkml:trace contextRef="#ctx0" brushRef="#br0" timeOffset="-1062.255">1003 27 30975,'0'0'669,"0"0"-263,0 0-57,0 0-53,23 21-227,73 70-66,-90-86-3,0 1 0,0-1 0,0 1 0,-1 1 0,0-1 0,0 1 0,-1 0 0,1 0 0,-1 0 0,-1 0 0,0 1 0,0 0 0,0-1 0,-1 1 0,0 0 0,0 0 0,-1 1 0,0-1 0,-1 0 0,0 0 0,0 1 0,-1 0 0,1-5 0,-4 13-9,-1 1 1,0-1-1,-1 0 1,-1-1-1,-1 0 1,0 0-1,-2 0 1,1-1-1,-2-1 1,0 0-1,0 0 1,-2-1-1,1 0 1,-2-1-1,0-1 1,0 0-1,-1-1 1,-15 8 8,-103 64-247,153-82 251,167-60 115,54 33 225,-18 3-3361,-181 13-3755</inkml:trace>
  <inkml:trace contextRef="#ctx0" brushRef="#br0" timeOffset="-706.375">1656 62 21004,'0'0'8285,"0"0"-6261,0 0-1754,0 0 102,0 0 43,22 8-103,138 50-227,-135-48-85,-1 1 0,0 1 0,-1 0 0,0 2 0,-1 1 0,-1 1 0,0 1 0,-2 0 0,1 2 0,-2 0 0,-1 1 0,0 1 0,-2 0 0,0 2 0,-1 0 0,-8-6 0,0 0 0,-1 1 0,-1 0 0,-1 0 0,0 0 0,-2 0 0,0 1 0,-1-1 0,0 0 0,-2 1 0,0-1 0,-1 0 0,-1 0 0,-1-1 0,-4 11 0,-16 16 25,24-44-111,0 1 1,0-1 0,0 1-1,0-1 1,0 0 0,0 1-1,0-1 1,0 0 0,1 0-1,-1 0 1,0 0 0,0 0-1,0 0 1,0 0 0,0 0-1,0 0 1,0 0 0,0-1-1,0 1 1,0 0 0,0-1-1,0 1 1,0-1 0,0 1-1,1-1 1,-1 1 0,0-1-1,0 1 1,1-1 0,-1 0-1,0 1 1,1-1 0,-1 0-1,0 0 1,1 0 0,-1 1-1,1-1 1,0 0 0,-1 0-1,1 0 1,0 0 0,-1 0-1,1 0 1,0 0-1,0-1 87,-16-30-9101</inkml:trace>
  <inkml:trace contextRef="#ctx0" brushRef="#br0" timeOffset="-455.137">2226 3 30703,'0'0'824,"0"0"-200,0 0-96,0 0-440,-73 100-88,34-46 0,-9 7 0,-3 6 0,-1 4 0,3 0 0,3 10 0,13-20-632,12-18-4185</inkml:trace>
  <inkml:trace contextRef="#ctx0" brushRef="#br1" timeOffset="43610.669">251 1226 25317,'0'0'3382,"0"0"-2196,0 0-713,0 0-52,0 0 56,0 0-60,24-3-112,164-21 91,-68 19-262,0 5 1,0 6 0,87 16-135,161 7-11,579-32 11,-912 5 0,-96-5-283,25-2-1130</inkml:trace>
  <inkml:trace contextRef="#ctx0" brushRef="#br1" timeOffset="74164.977">1945 1279 21837,'0'0'4582,"0"0"-2619,0 0-1209,0 0-208,0 0-38,0 0-53,-1-4-104,-5-13-132,16 45 422,36 49-476,-5 2 0,-2 2 0,18 60-165,-51-123-15,31 58 196,-35-75-174,-1 1-1,1-1 1,0 0-1,0 1 1,0-1 0,-1 0-1,1 0 1,0 0 0,0 0-1,1 0 1,-1-1-1,0 1 1,0-1 0,0 1-1,0-1 1,0 0-1,1 0 1,-1 1 0,0-2-1,0 1 1,0 0-1,1 0 1,-1-1 0,0 1-1,0-1 1,0 0 0,0 0-1,0 0 1,0 0-1,0 0 1,0 0 0,0 0-1,0 0 1,-1-1-1,1 1 1,-1-1 0,2-1-7,164-174 5,404-462-498,-520 584-1923,-14 10-4365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9:39.83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 1 28142,'0'0'2184,"0"0"-1951,0 0-113,0 0 152,7 122-72,-9-73-152,-3 24-48,3-12-552,-2-13-2345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9:40.11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257 0 30158,'0'0'817,"0"0"-249,0 0-184,-22 115-96,-4-70-176,-7 6-112,-31 18-360,7-11-912,3-11-4914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9:40.57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 10322,'0'0'15165,"0"0"-11304,0 0-3132,0 0-187,0 0-56,0 0 33,16 3-129,172 19 147,-14-21-321,-172-1-216,0 1 0,1 0-1,-1-1 1,0 1 0,0 0 0,0 1 0,0-1-1,0 0 1,0 0 0,0 1 0,-1-1 0,1 1-1,0 0 1,-1-1 0,1 1 0,-1 0 0,0 0-1,0 0 1,0 0 0,0 0 0,0 0 0,0 0-1,0 1 1,0-1 0,-1 0 0,1 0 0,-1 1-1,0-1 1,0 0 0,0 1 0,0-1 0,0 0-1,0 0 1,0 1 0,-1-1 0,1 0 0,-1 0-1,0 1 1,0-1 0,0 0 0,0 0 0,0 0-1,0 0 1,0 0 0,-1 0 0,1 0 0,-1-1-1,1 1 1,-1 0 0,0-1 0,1 1 0,-1-1-1,-1 1 1,-248 256-1191,235-209-848,16-43-225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9:40.8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68 0 16948,'0'0'10570,"0"0"-8012,0 0-2290,0 0-52,0 0 179,0 0-23,4 11-115,-1-4-224,-2-3-16,0 1-1,1-1 1,-1 0 0,1 1-1,1-1 1,-1 0-1,0 0 1,1 0-1,0 0 1,0-1-1,0 1 1,0-1 0,1 0-1,-1 0 1,1 0-1,0 0 1,4 2-17,208 80 260,-212-82-259,0 1-1,0-1 1,-1 1 0,0 0 0,1 0-1,-1 0 1,-1 0 0,1 0 0,-1 1-1,1-1 1,-1 1 0,0 0 0,-1 0-1,1-1 1,-1 1 0,0 0 0,0 0-1,-1 0 1,0 1 0,1-1 0,-2 0-1,1 0 1,0 0 0,-1 0 0,0 0-1,0 0 1,-1 0 0,0-1 0,1 1-1,-1 0 1,-1-1 0,1 1 0,-1-1-1,0 0 1,0 0 0,0 0 0,0 0-1,-1 0 1,-2 2-1,-297 329-2146,258-287 326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9:41.2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12 0 26694,'0'0'2975,"0"0"-2239,0 0-649,0 0 40,15 18 163,50 55-50,-13-28-110,-48-43-116,0 0 0,-1 1 1,0-1-1,1 1 1,-1-1-1,0 1 0,0 0 1,0 0-1,-1 1 0,1-1 1,-1 0-1,0 1 0,0 0 1,0-1-1,0 1 0,-1 0 1,1 0-1,-1 0 0,0 0 1,0 0-1,-1 0 0,1 1 1,-1-1-1,0 0 0,0 1-14,-2 13 32,-1 0 0,-1-1 0,0 1 0,-1-1-1,-1 0 1,-1 0 0,0-1 0,-1 1 0,-1-2-1,-7 11-31,-9 20 17,-64 139-6,88-184-3,0 1 0,0-1 0,0 0 0,0 1 0,0-1 0,0 0 0,0 1 0,1-1 0,-1 1 0,1 0 0,-1-1 0,1 1-1,0-1 1,-1 1 0,1 0 0,0-1 0,0 1 0,0-1 0,0 1 0,0 0 0,1-1 0,-1 1 0,0 0 0,1-1 0,-1 1 0,1-1 0,0 1 0,-1-1 0,1 1 0,0-1 0,0 0 0,0 1 0,0-1 0,0 0 0,0 0 0,0 0 0,1 0 0,-1 0 0,0 0 0,1 0 0,-1 0 0,1 0 0,-1 0 0,1-1 0,-1 1 0,1-1 0,0 1-8,42 0-71,0-1 0,0-3 1,0-1-1,0-3 1,-1-1-1,0-2 1,-1-2-1,0-2 0,-1-2 1,0-1-1,-1-3 1,-2-1-1,28-19 71,-6 4-2114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9:41.7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0 28574,'0'0'1144,"0"0"-904,0 0-32,0 0 433,0 0-121,77 142-128,-44-89-88,4 7-104,-4 5-56,-5 4-88,-10 6-32,-14 6-24,-4 23-40,-55 16-424,-2-19-1457,-6-20-7393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9:43.2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0 230 22693,'0'0'4802,"0"0"-3264,0 0-1227,0 0-173,0 0 206,0 0 143,10 19-77,74 130 67,-45-78-256,56 76 105,-91-144-312,1-1 0,-1 0 0,1 0 0,0 0 1,0-1-1,0 1 0,-1-1 0,1 0 0,0-1 0,0 1 1,0-1-1,0 0 0,1 0 0,-1 0 0,0-1 0,0 0 1,-1 0-1,1 0 0,0-1 0,0 1 0,0-1 1,-1 0-1,1-1 0,-1 1 0,0-1 0,0 0 0,0 0 1,0 0-1,0 0 0,0-1 0,-1 1 0,2-3-14,117-107-251,-4-5-1,-1-11 252,-11 9-1639,-17 12-2661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9:39.20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161 0 29342,'0'0'539,"20"9"-252,126 65 273,-139-69-544,1 1 0,-1 0 1,-1 1-1,1 0 0,-1 0 1,0 0-1,0 1 0,-1 0 1,0 0-1,-1 0 0,0 1 0,0-1 1,0 1-1,-1 0 0,-1 0 1,0 0-1,0 1 0,0-1 1,-1 0-1,-1 1 0,0-1 0,0 1 1,-1 2-17,-1 8-52,-1-1 0,-2 1 0,1-1 0,-2 0 0,-1 0 0,0 0 0,-1-1 0,-1 0 0,-1-1 0,-7 10 52,-26 30-159,-2-2 1,-2-2 0,-52 44 158,42-40 5,10 6 14,47-61-8,1-1 0,-1 1 0,1 0 0,-1-1 0,1 1 0,0-1 0,0 1 0,0-1 0,0 1 0,0-1 0,0 0 0,0 1 0,0-1 0,1 0 0,-1 0 0,0 0 0,1 0 0,-1 0 0,1 0 0,-1 0 0,1 0 0,0-1 0,-1 1 0,1-1 0,0 1 0,-1-1 0,1 1 0,0-1 0,0 0 0,-1 0 0,1 0 0,0 0 0,0 0 0,-1 0 0,1-1 0,0 1 0,-1-1 0,1 1 0,0-1 0,-1 1 0,2-2-11,7 2 38,26-5 21,0-1 0,-1-1 1,0-3-1,0 0 0,-1-2 0,-1-2 0,0-1 0,-1-2 0,22-14-59,-15 10 31,202-119-686,-189 100-1132</inkml:trace>
  <inkml:trace contextRef="#ctx0" brushRef="#br0" timeOffset="217.732">882 255 29638,'0'0'616,"0"0"-127,116 100-129,-63-52 128,1 3-208,-1 2-160,-5 5-80,-8-5-40,-5-4-16,-11-7-232,-7-15-128,-6-13-328,-6-14-209,-5-22-783,0-9-12947</inkml:trace>
  <inkml:trace contextRef="#ctx0" brushRef="#br0" timeOffset="389.604">1358 99 28694,'0'0'1152,"0"0"-575,-139 154-225,65-44-136,-3 26-144,9-7-72,16-11-184,21-39-641,11-40-1647</inkml:trace>
  <inkml:trace contextRef="#ctx0" brushRef="#br0" timeOffset="27738.067">294 1152 27750,'0'0'1448,"0"0"-1008,0 0-72,0 0 345,139-13-241,-21-15-256,42-7-144,26-5-72,3 8-120,-49 13-1049,-35 3-3424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39:37.05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631 810 10802,'0'0'1791,"0"0"1498,0 0 4647,0 0-5327,0 0-1828,-10-5 96,-61-26 1392,336 49 144,165-18-3340,-425 0 526,11-1-580,-10-4-2555,-4-7-6966</inkml:trace>
  <inkml:trace contextRef="#ctx0" brushRef="#br0" timeOffset="291.099">976 350 29182,'0'0'1000,"0"0"-663,-38 124 71,27-59 8,7 6-64,4 2-160,0 6-112,0 4-72,7 18-8,14 27-232,1-21-408,-8-19-801</inkml:trace>
  <inkml:trace contextRef="#ctx0" brushRef="#br0" timeOffset="776.353">1473 484 14963,'0'0'11291,"0"0"-8377,0 0-2345,0 0-244,0 0-78,0 0-12,18 7 2,-2-1-179,0 2 0,0-1 0,0 2 0,-1 0 0,-1 1 0,1 0 0,-2 1 0,9 9-58,70 84 217,-6 4-1,-4 4 0,34 66-216,32 43-35,-125-196 52,-16-33-2628,-10-20-2989,-6-3-3354,-10-21-1084</inkml:trace>
  <inkml:trace contextRef="#ctx0" brushRef="#br0" timeOffset="1056.066">2181 352 28590,'0'0'1881,"0"0"-1609,-72 107-24,28-38 144,-11 25-152,-11 29-176,3 32-64,6 9-96,11-28-344,20-45-993,4-48-13938</inkml:trace>
  <inkml:trace contextRef="#ctx0" brushRef="#br0" timeOffset="5323.315">386 1 24349,'0'0'4209,"0"0"-3865,-186 209-240,94-37-64,17 31-16,42 6 96,33-6 304,57-23 8,33-3-200,17-5-112,10-24-120,-25-42 0,-18-41-1320</inkml:trace>
  <inkml:trace contextRef="#ctx0" brushRef="#br0" timeOffset="1543.418">2556 632 25982,'0'0'3632,"0"0"-2864,0 0-279,0 0-257,0 0 64,0 0-16,151 46-160,-63-37-56,6-3-48,5-4-16,-3-2-16,-8 0-96,4 0-328,-24-4-897,-24-13-3968</inkml:trace>
  <inkml:trace contextRef="#ctx0" brushRef="#br0" timeOffset="1818.461">3130 311 22957,'0'0'5889,"0"0"-5121,0 0-384,0 0 89,-66 153-89,64-83-152,2 18-152,0-1-80,22 26-376,-2-23-1081,-7-31-5216</inkml:trace>
  <inkml:trace contextRef="#ctx0" brushRef="#br0" timeOffset="29477.593">984 1778 22693,'0'0'3313,"0"0"-2065,0 0 256,0 0-664,149-102-456,-98 86-208,8 2-8,7 4 17,4 2-17,4-1-64,10-1-56,3-2-40,25-4 8,22-4-16,22-1 0,4-1-96,-40 6-377,-32 6-1191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10.53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68 0 28518,'-15'107'1720,"-5"21"-1552,3 0-135,6-29-33,6-42-129,5-16-351,9-13-648,6-12-6073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11.40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60 29822,'0'0'625,"0"0"-473,0 0-152,0 0-305,74 116 209,-30-94-560,-4-12-1016,1-10-3137</inkml:trace>
  <inkml:trace contextRef="#ctx0" brushRef="#br0" timeOffset="1">577 1 28886,'0'0'840,"0"0"-520,0 0-216,18 118-104,-18-65-960,-20-9-15539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10.78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546 317 29878,'0'102'657,"0"19"-505,0 13-112,0-30-16,9-33-8,9-19-16,6-15-160,28 6-569,-3-7-991,-6-10-10731</inkml:trace>
  <inkml:trace contextRef="#ctx0" brushRef="#br0" timeOffset="187.81">1636 504 29622,'0'0'1225,"0"0"-1105,0 0-104,0 0 0,44 132 8,-33-90-24,4-3 0,33-19-488,-2-8-1361,2-12-10826</inkml:trace>
  <inkml:trace contextRef="#ctx0" brushRef="#br0" timeOffset="406.225">2966 1 31135,'0'0'640,"0"0"-640,0 0-40,27 103-16,-17-66-168,28-1-168,-1-11-505,5-17-1327</inkml:trace>
  <inkml:trace contextRef="#ctx0" brushRef="#br0" timeOffset="887.2">1 1510 23501,'0'0'5865,"0"0"-5689,0 0-168,228-43-8,-14-18 72,62-16 176,53-14 16,37-6-32,18 8-55,32-5 15,18 1-80,14 8-72,12 2-40,13 4-48,-113 22-473,-51 4-1071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27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0 158 26622,'0'0'4017,"0"0"-3409,0 0-448,0 0-8,165-73-24,-91 53-40,10 3-88,27-3-240,-18 4-1065,-17 4-5160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28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 30270,'0'0'673,"0"0"-497,0 0-112,0 0-24,0 104-40,0-60-64,-6-7-1153,-10-3-9177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28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 1 23749,'0'0'5745,"0"0"-4881,0 0-639,0 0-225,-155 116-40,106-80-1345,6-9-17931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29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 0 19660,'0'0'6827,"0"0"-4651,0 0-1565,0 0-79,20 11-65,60 35-95,-76-43-348,1 0 0,-1 1 1,0 0-1,0 0 0,0 0 0,-1 1 0,1-1 0,-1 1 0,0 0 0,0-1 0,-1 2 0,0-1 1,1 0-1,-2 0 0,1 1 0,-1-1 0,1 1 0,-2-1 0,1 1 0,0-1 0,-1 1 0,0 0 1,-1-1-1,1 1 0,-1-1 0,0 1 0,0-1 0,-2 5-24,-3 5 5,-1 1 0,0-1-1,-1 0 1,-1-1 0,0 0 0,-1 0 0,0-1-1,-1 0 1,-1-1 0,0 0 0,-10 7-5,-7 10 2,-80 92 6,108-120-5,1 0 1,0 0 0,-1-1-1,1 1 1,0 0-1,0 0 1,0 0 0,0 0-1,-1 0 1,1-1-1,0 1 1,1 0 0,-1 0-1,0 0 1,0 0-1,0 0 1,0-1 0,1 1-1,-1 0 1,0 0-1,1 0 1,-1-1 0,1 1-1,-1 0 1,1 0 0,-1-1-1,1 1 1,-1 0-1,1-1 1,0 1 0,-1-1-1,1 1 1,0-1-1,-1 1 1,1-1 0,0 1-1,0-1 1,0 0-1,-1 1 1,1-1 0,0 0-1,0 0 1,0 0 0,0 0-1,-1 0 1,1 1-1,0-2 1,0 1 0,0 0-1,0 0 1,0 0-1,0 0 1,-1 0 0,1-1-1,0 1 1,0 0-1,0-1 1,-1 1 0,1-1-1,0 1-3,6 0 29,32-4 53,1 0 0,-1-3 1,-1-1-1,0-2 0,24-9-82,28-8 5,-51 17-355,147-41-117,-63 13-6531,-52 12-9069</inkml:trace>
  <inkml:trace contextRef="#ctx0" brushRef="#br0" timeOffset="274.89">1222 543 27094,'0'0'3937,"0"0"-3937,0 0-1033,-112 0-3608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29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71 25213,'0'0'3711,"0"0"-2514,0 0-746,0 0 17,0 0-123,25 5-138,82 17-119,-88-17-80,0 0-1,0 2 1,-1 0-1,0 1 1,0 1-1,-1 1 1,0 1-1,-1 0 1,3 3-8,-18-14 0,3 2 0,-1 0 0,1 0 1,0 0-1,-1 1 0,1-1 0,-1 1 0,0-1 0,0 1 1,0 0-1,0 1 0,0-1 0,0 0 0,-1 1 0,0-1 1,0 1-1,0 0 0,0 0 0,-1 0 0,1 0 0,-1 0 1,0 0-1,0 0 0,0 0 0,-1 0 0,1 1 0,-1-1 1,0 0-1,-1 0 0,1 1 0,-1-1 0,1 0 0,-2 3 0,-7 4 2,0 0 0,0-1-1,-1 0 1,0-1-1,-1 0 1,0 0-1,0-1 1,-1-1-1,-4 2-1,3-1 1,-262 146 60,269-151-366,-25 20 654,22-3-5122,9-18-8292</inkml:trace>
  <inkml:trace contextRef="#ctx0" brushRef="#br0" timeOffset="355.632">731 0 28566,'0'0'1771,"0"0"-1215,0 0-321,0 0 89,0 0 108,0 0-106,25 4-161,167 33-61,-173-34-102,0 2 0,-1 0 0,1 1 0,-1 1 0,0 1 0,-1 0 0,0 2 0,0 0-1,-1 0 1,-1 2 0,1 0 0,-2 1 0,13 13-2,-24-21 0,0-1 1,-1 0-1,1 1 0,-1 0 0,0-1 0,-1 1 0,1 0 0,-1 0 1,0 0-1,0 0 0,0 0 0,-1 0 0,0 1 0,0-1 0,0 0 0,-1 0 1,1 0-1,-1 0 0,0 0 0,-1 0 0,1 0 0,-1 0 0,0-1 1,0 1-1,-1 0 0,1-1 0,-1 0 0,0 1 0,0-1 0,-1 0 1,-1 1-2,-130 100 4,-79 7-272,156-71-1595,57-40-3105,1-1-10078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27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29350,'0'0'744,"0"0"-433,0 0-115,0 0 204,11 17-16,84 123 112,237 341-58,-314-454-823,37 47 56,-8-41-5602,-28-28-10021</inkml:trace>
  <inkml:trace contextRef="#ctx0" brushRef="#br0" timeOffset="247.431">590 158 29614,'0'0'656,"0"0"-471,-123 154 23,51-53-120,-29 33-88,13-16-881,12-15-6768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25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1 484 27014,'0'0'1101,"0"0"-438,0 0-141,0 0 15,0 0-108,12-4-111,390-70 659,-156 36-603,-53 12-4362,-195 25-4009,-7-4-2951</inkml:trace>
  <inkml:trace contextRef="#ctx0" brushRef="#br0" timeOffset="266.532">512 1 28350,'0'0'816,"0"0"-520,0 0 376,-5 150-151,3-77-177,0 7-120,0 5-104,-1 0-64,3-2-32,-2-6-24,2-8 0,0-4-72,0-10-208,0-7-352,13-29-873,3-13-1239,-3-6-11691</inkml:trace>
  <inkml:trace contextRef="#ctx0" brushRef="#br0" timeOffset="855.819">1189 87 12355,'0'0'13503,"0"0"-10076,0 1-2375,-3 17-796,-41 142 32,-114 148-218,157-306-69,0 0 0,0 0 0,0 0 0,0 1 0,0-1-1,0 0 1,0 1 0,1-1 0,-1 1 0,1-1 0,0 1 0,0-1 0,0 0 0,0 1 0,0-1 0,0 1 0,1-1 0,-1 1 0,1-1 0,0 1 0,-1-1 0,1 0 0,0 0 0,0 1 0,1-1 0,-1 0 0,0 0 0,1 0 0,0 0 0,-1 0-1,23-2 31,1 0 1,-1-2-1,0 0 0,0-2 1,0 0-1,-1-2 0,1-1 1,-1 0-1,-1-2 0,1-1 1,-2 0-1,1-2 1,13-10-32,-4 6 16,170-92-229,-152 70-1325,-28 4-5234,-13 8-8987</inkml:trace>
  <inkml:trace contextRef="#ctx0" brushRef="#br0" timeOffset="1153.888">1428 98 26366,'0'0'2760,"0"0"-2416,0 0 32,-55 144 176,51-81-175,4 10-217,0 8-88,0 3-48,0-1-24,0-4 0,2-14-64,-2-7-256,0-15-265,2-14-527,5-29-1328,-1 0-10179,1-19 7106</inkml:trace>
  <inkml:trace contextRef="#ctx0" brushRef="#br0" timeOffset="1371.307">1796 165 28718,'0'0'1048,"0"0"-167,70 120-313,-26-61-104,4 2-104,5 4-192,-1 1-112,-3-3-32,-5-2-24,-9-6-24,-7-10-144,-6-9-184,-7-10-104,-1-26-785,-8 0-1319,1-16-11459</inkml:trace>
  <inkml:trace contextRef="#ctx0" brushRef="#br0" timeOffset="1571.118">2270 192 29694,'0'0'801,"0"0"-361,-90 138-64,50-73-112,1 5-208,-1 3-56,-4 3-344,-13 15-1009,9-20-4616,11-18-7314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53.1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14891,'0'0'15676,"0"0"-15156,0 0-264,136 142-104,-90-92-48,-2-1-72,0 14-32,-13-12-464,-16-13-3609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53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31823,'0'0'680,"0"0"-504,0 0-120,84 100-32,1-80-24,-8-8-384,-9-8-1713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0:50.2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78 2811 28070,'0'0'2344,"0"0"-1583,0 0-596,0 0-122,0 0-17,3 2 46,119 6 529,1122-53 84,16-38-685,-613 50 0,-646 31-17,0 1 1,0 0-1,-1-1 1,1 1-1,0-1 1,-1 1-1,1 0 1,-1-1-1,0 1 0,1-1 1,-1 0-1,0 1 1,0-1-1,0 1 1,0-1-1,0 1 1,0-1-1,-1 1 0,1-1 1,-1 1-1,1-1 1,-1 1-1,1-1 1,-1 1-1,0 0 0,1-1 1,-1 1-1,0 0 1,0-1-1,0 1 1,0 0-1,0 0 1,0 0-1,0 0 0,-1 0 1,0 0 16,-26-33-2501</inkml:trace>
  <inkml:trace contextRef="#ctx0" brushRef="#br0" timeOffset="1914.212">1 320 26614,'0'0'1711,"0"0"-508,0 0-275,0 0-320,0 0-257,-1 28-46,2 118 99,49 293 139,-8 283-434,10 98-118,-36-735 9,-15-85-3,-1 0 1,0 0 1,0 0 0,0-1 0,0 1-1,0 0 1,0-1 0,0 1 0,1 0-1,-1 0 1,0-1 0,0 1 0,0 0 0,1 0-1,-1 0 1,0-1 0,0 1 0,1 0-1,-1 0 1,0 0 0,0 0 0,1 0-1,-1-1 1,0 1 0,0 0 0,1 0-1,-1 0 1,0 0 0,1 0 0,-1 0-1,0 0 1,0 0 0,1 0 0,-1 0-1,0 0 1,1 0 0,-1 0 0,0 0 0,0 0-1,1 0 1,-1 1 0,0-1 0,1 0-1,-1 0 1,0 0 0,0 0 0,1 0-1,-1 1 1,0-1 0,0 0 0,0 0 1,21-139-2199,-12 47-1946</inkml:trace>
  <inkml:trace contextRef="#ctx0" brushRef="#br0" timeOffset="2381.222">516 139 30695,'33'-4'554,"557"-46"-208,1379-33 582,-1949 83-928,54-1-28,-1 2 0,1 4 0,0 3 0,57 15 28,-55 9-105,-75-31 138,-1-1 108,-1-1 78,-61-43-151,46 73-68,-10 173 0,-20 1236 0,46-1421 0,-2 77 0,4-1 0,4 1 0,4-1 0,20 81 0,-29-166-41,0 0 1,1 0-1,0-1 0,1 1 1,0 0-1,0-1 0,0 0 1,1 0-1,0 0 0,0 0 1,1 0-1,0-1 0,0 0 1,1 0-1,-1 0 0,1-1 1,0 0-1,7 4 41,7-6-2669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20.9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28574,'0'0'1120,"0"0"-720,125 17 17,-50-11 23,32-4-152,31-2-80,33-2-96,24-18-112,-4-3 0,-48 5-1056,-36 0-3369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21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1 105 27814,'0'0'976,"0"0"-272,0 0-64,0 0-103,0 0-193,0 0-200,0 0-72,52 0 24,12-2 16,32-14-112,62-15-16,-22 3-720,-2 1-1473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22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0 328 20748,'121'-26'0</inkml:trace>
  <inkml:trace contextRef="#ctx0" brushRef="#br0" timeOffset="1">848 150 5833,'198'-27'3289,"14"3"-3289,-39 12 0,-10 4 4873,-17 0 2897,-7-1-4994,-10-1-1159,-9 0-769,1-2-560,-7 0-208,-29 4-80,-21-2-912</inkml:trace>
  <inkml:trace contextRef="#ctx0" brushRef="#br0" timeOffset="224.675">1186 442 29430,'0'0'1233,"0"0"-1233,0 0-48,127 0 48,-28-6 8,59-9-8,-20-1-705,2 2-1983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21.2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865 0 30575,'0'0'0</inkml:trace>
  <inkml:trace contextRef="#ctx0" brushRef="#br0" timeOffset="578.432">1 223 28310,'0'0'904,"151"8"-424,-2-8-480,-13-8-696,-9-12-1496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19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40 358 18500,'0'0'8455,"0"0"-5724,0 0-2083,0 0-147,0 0-35,-6 0-126,5 0-331,-1 0 0,1 0 0,0 0 0,0 0-1,0 0 1,-1 0 0,1 0 0,0 0-1,0 0 1,0 0 0,0 1 0,0-1-1,0 0 1,-1 1 0,1-1 0,0 1-1,0 0 1,0-1 0,0 1 0,0 0-1,1-1 1,-1 1 0,0 0 0,0 0 0,0 0-1,1 0 1,-1 0 0,0 0 0,1 0-1,-1 0 1,1 0 0,-1 0 0,1 0-1,0 0 1,-1 0 0,1 1 0,0-1-1,0 0 1,0 0 0,0 0 0,0 0 0,0 1-1,0-1 1,0 0 0,0 0 0,0 0-1,1 0 1,-1 0 0,1 1-9,42 300 696,-24-38-696,-13 139 0,11 202 0,0-436 0,-5-305-875,3 43-923,0-3-1970</inkml:trace>
  <inkml:trace contextRef="#ctx0" brushRef="#br0" timeOffset="734.641">264 190 30599,'0'0'596,"0"0"-332,23-5-16,354-53 801,828-2-1038,-1003 41-11,131-11 0,62 13 0,8 39 0,-312-11 0,0 4 0,-2 4 0,0 4 0,-1 4 0,-1 4 0,13 10 0,-29 11 0,-81-50 0,-138-89-323,145 86 326,-1 0-1,1 0 1,0 0 0,-1 0-1,0 1 1,1-1-1,-1 1 1,1 0-1,-1 0 1,1 0-1,-1 1 1,0-1 0,1 1-1,-1 0 1,1 0-1,0 0 1,-1 0-1,1 1 1,0-1 0,-1 1-1,1 0 1,0 0-1,1 0 1,-1 0-1,0 1 1,0-1 0,1 1-1,0-1 1,-1 1-1,1 0 1,0 0-1,0 0 1,1 0 0,-1 1-1,1-1 1,-1 1-3,-25 131 229,39 681-228,0-426-1,-6-229 0,-14-151-1564,-4-9-1489</inkml:trace>
  <inkml:trace contextRef="#ctx0" brushRef="#br0" timeOffset="1160.054">110 2366 30046,'0'0'778,"0"0"-431,0 0-141,27 14 180,111 41 135,46-38-121,1181-17-317,-698-21-83,-665 21-29,-1 1 12,0-1 0,1 1 0,-1 0 0,0-1 0,0 1 0,1-1 1,-1 1-1,0-1 0,1 1 0,-1-1 0,0 0 0,1 0 0,-1 0 0,1 0 1,-1 0-1,0 0 0,1 0 0,-1 0 0,0 0 0,1-1 0,-1 1 0,0 0 1,1-1-1,-1 1 0,0-1 0,1 0 0,-1 1 0,0-1 0,0 0 0,0 0 0,0 0 1,0 0-1,0 0 0,0 0 0,0 0 0,0 0 0,0 0 0,-1 0 0,1-1 1,0 1-1,-1 0 0,1 0 0,-1-1 0,1 1 0,-1 0 0,0-1 0,0 1 1,0-1-1,1 1 0,-1 0 0,0-1 0,0 1 0,-1-1 0,1 1 0,0 0 0,0-1 1,-1 1-1,1 0 0,-1-1 0,1 1 0,-1-1 17,-25-20-2414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26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29798,'0'0'1441,"0"0"-1297,0 0-88,0 0-24,0 0 8,0 0-8,106 106-32,-106-74-440,0-5-2761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26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27854,'0'0'2536,"0"0"-2143,0 0 7,0 0-24,151 44-216,-74-28-160,-16-1-344,-8-7-2433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58.89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894 302 10042,'0'0'17683,"0"0"-13619,0 0-3670,0 0-63,-22 16-117,-342 237-175,317-221-39,-40 24 0,3 5 0,2 3 0,-46 50 0,61-29 0,65-82 0,0 0 0,1-1 0,0 1 0,-1 0 0,1 0 0,1 0 0,-1 0 0,0 0 0,0 0 0,1 0 0,0 0 0,0 0 0,0 0 0,0 0 0,0 0 0,0 0 0,1 0 0,0 0 0,-1 0 0,1 0 0,0-1 0,0 1 0,1 0 0,-1 0 0,1-1 0,-1 1 0,1-1 0,0 1 0,0-1 0,0 0 0,0 1 0,0-1 0,2 1 0,170 85 0,-104-59 0,-22-8 0,-1 3 0,0 2 0,-3 2 0,0 1 0,-1 3 0,-3 1 0,0 2 0,11 16 0,-14-18 0,-33-62-249,-4-8-1236,0-5-2038</inkml:trace>
  <inkml:trace contextRef="#ctx0" brushRef="#br0" timeOffset="249.339">1186 454 30687,'0'0'712,"0"0"-376,171 8 96,-62-8 80,-4-2-424,3-14-88,-1-2 0,-21 4 0,1 3 0,-14 3 0,-18 6 0,-16 2 0,-32 0-576,-7 4-1120,-3 2-5402</inkml:trace>
  <inkml:trace contextRef="#ctx0" brushRef="#br0" timeOffset="449.965">815 882 30927,'0'0'808,"0"0"-600,0 0 56,180 35 296,-16-33-560,25-2 0,-1 0 0,-19 0 0,-26 6 0,-7 10 0,-5 0 0,-21 2 0,-20-8 0,19-10 0,-30-8-960,-7-16-913</inkml:trace>
  <inkml:trace contextRef="#ctx0" brushRef="#br0" timeOffset="759.784">2457 0 31503,'0'0'595,"20"18"-329,262 176 137,-160-131-403,-57-33 0,-2 4 0,-1 2 0,-2 3 0,38 33 0,-89-65 0,-2-1 0,1 1 0,-1 1 0,0 0 0,0 0 0,-1 0 0,0 1 0,0-1 0,-1 2 0,0-1 0,-1 0 0,0 1 0,-1 0 0,0 0 0,0 0 0,-1 0 0,0 0 0,-1 1 0,0-1 0,-1 1 0,0-1 0,0 0 0,-1 1 0,-1-1 0,0 0 0,0 1 0,-1-1 0,0 0 0,-1-1 0,0 1 0,0-1 0,-2 2 0,-92 113 0,-2-28-108,-3-5 1,-5-5-1,-101 62 108,62-55-1325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2:11.29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568 1 9962,'0'0'16736,"0"0"-12901,0 0-3508,0 0 32,0 0 105,-6 7-115,-81 90-137,-4-4 0,-4-3 0,-58 38-212,43-35 27,106-88-28,1-1-1,0 1 1,1 0 0,-1 1 0,1-1-1,0 0 1,0 1 0,1-1 0,0 1-1,0-1 1,0 1 0,0 0-1,1-1 1,0 1 0,0 0 0,1-1-1,0 1 1,0 0 0,0-1 0,0 1-1,1-1 1,0 0 0,0 1 0,0-1-1,1 0 1,0 0 0,0 0-1,0-1 1,1 1 0,-1-1 0,1 1-1,0-1 1,0 0 0,5 2 1,8 19-2,202 314 14,-217-337-16,1 3-16,-1-1-1,1 1 0,0-1 0,0 1 0,1-1 0,-1 0 0,1 0 0,0-1 0,0 1 0,1-1 0,-1 0 0,0 0 0,1 0 0,0-1 0,0 1 1,0-1-1,0 0 0,0-1 0,0 1 0,0-1 0,5 0 21,-3-1-146,0-2 0,-1 1-1,0-1 1,1 0 0,-1 0 0,0 0 0,0-1 0,0 0-1,0 0 1,0-1 0,-1 0 0,0 0 0,0 0 0,0-1-1,2-1 147,32-41-2300</inkml:trace>
  <inkml:trace contextRef="#ctx0" brushRef="#br0" timeOffset="249.544">899 238 29414,'0'0'944,"0"0"-351,177 15-113,-82-3 8,5 0-96,3-2-192,-6-2-72,-12 2-80,-10 0-48,-18 1-16,-22 9-528,-17 2-936,-18-8-5058</inkml:trace>
  <inkml:trace contextRef="#ctx0" brushRef="#br0" timeOffset="499.032">940 630 30591,'0'0'664,"0"0"-496,0 0 64,156 44 320,-38-44-192,29 0-160,-4 0-200,-31 0 0,-34 0 0,-21 0 0,25 0-368,-12 0-1304,-11 0-5370</inkml:trace>
  <inkml:trace contextRef="#ctx0" brushRef="#br0" timeOffset="705.701">1984 125 30575,'0'0'612,"0"0"-340,22 11-51,149 64 462,-154-70-627,144 64 258,-156-66-313,-1 0 0,0 0 0,1 1 0,-1-1 0,-1 1 1,1 0-1,0 0 0,-1 0 0,0 1 0,0-1 0,0 1 0,-1-1 0,1 1 0,-1 0 0,0 0 1,-1 0-1,1 1 0,-1-1 0,0 0 0,0 0 0,-1 1 0,0-1 0,1 0 0,-2 1 0,1-1 1,-1 1-1,0-1 0,0 0 0,0 0 0,-1 0 0,1 1-1,-9 13 0,0 1 0,-1-1 0,-2-1 0,1 0 0,-2-1 0,0 0 0,-1-1 0,-1-1 0,-5 4 0,3-1 0,-251 240-1230,195-189-1077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06.005"/>
    </inkml:context>
    <inkml:brush xml:id="br0">
      <inkml:brushProperty name="width" value="0.2" units="cm"/>
      <inkml:brushProperty name="height" value="0.2" units="cm"/>
      <inkml:brushProperty name="color" value="#00A0D7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7 278 28910,'0'0'906,"0"0"-207,0 0-262,0 0-121,-2 21-51,-3 158 257,8 0-1,10 19-521,-3-12 115,4 343-36,-9-181-80,16 0-1,21 48 2,-4-215 0,-38-179-7,1 0 1,-1 0-1,0 0 0,1 0 1,-1 0-1,1-1 0,0 1 1,0 0-1,0 0 1,0-1-1,0 1 0,0-1 1,0 1-1,0-1 0,1 1 1,-1-1-1,1 0 0,-1 1 1,1-1-1,-1 0 0,1 0 1,0 0-1,-1 0 0,1 0 1,0-1-1,0 1 0,0-1 1,-1 1-1,1-1 0,0 1 1,0-1-1,0 0 1,0 0-1,0 0 0,0 0 1,0 0-1,0-1 0,0 1 1,-1 0-1,1-1 0,0 0 1,0 1-1,0-1 7,61-65-1289,-26-6-497</inkml:trace>
  <inkml:trace contextRef="#ctx0" brushRef="#br1" timeOffset="-14301.305">1052 3079 25958,'0'0'1028,"27"-15"-52,167-98 1000,-172 97-1732,1 0 0,0 2-1,1 1 1,1 1 0,0 0-1,1 2 1,0 1 0,1 2-1,-1 0 1,12 0-244,311 1 385,110-11-418,-2-20 0,291-67 33,-603 77-578,-31-1-915</inkml:trace>
  <inkml:trace contextRef="#ctx0" brushRef="#br0" timeOffset="249.394">590 92 30807,'33'-7'572,"332"-48"-320,1009 25 79,-1011 32-269,476-2-217,-779 21 97,-89-8 869,30 199-834,15 36 134,45 221-111,-44-359 38,163 1124-19,-145-1039-19,-35-188-1416,-5-9-1665</inkml:trace>
  <inkml:trace contextRef="#ctx0" brushRef="#br0" timeOffset="250.394">187 3298 31679,'47'0'804,"439"-9"-841,188-30 358,625-121-321,-770 65 0,-526 95-73,-1 0 7,0 0-1,0 0 0,0 0 1,1-1-1,-1 1 1,0 0-1,0-1 0,0 1 1,0-1-1,0 0 0,0 1 1,-1-1-1,1 0 0,0 0 1,0 0-1,0-1 0,-1 1 1,1 0-1,-1-1 0,1 1 1,-1-1-1,0 1 0,1-1 1,-1 0-1,0 1 0,0-1 1,0 0-1,0 0 0,0 0 1,-1 0-1,1-2 67,0-11-5927</inkml:trace>
  <inkml:trace contextRef="#ctx0" brushRef="#br0" timeOffset="221799.643">1355 2495 11338,'0'0'7781,"9"-20"-5262,76-131-1618,72-39 4625,-134 142-2623,-11 66-2294,18 117-95,26 336-179,-20 3 0,-21 307-335,-15-742 6,6 727-6,1-706 0,-5-80 0,-2-122-815,-6-46-1316,-5 65-2233,-1 20-2349,-3-4-3724,-13-63 2130</inkml:trace>
  <inkml:trace contextRef="#ctx0" brushRef="#br0" timeOffset="222099.226">1416 2192 29358,'0'0'864,"-74"157"-615,-16 13 103,-20 33 176,-8 10 0,10-19-144,25-29-200,9-9-120,17-16-56,22-33-8,19-38-280,16-44-408,2-25-905,12-5-1863</inkml:trace>
  <inkml:trace contextRef="#ctx0" brushRef="#br0" timeOffset="222379.153">1710 2486 26846,'0'0'3224,"0"0"-2727,134 73-25,-86-10 72,-6 16-96,-7 9-112,4 3-168,7 0-168,37 4-176,-2-22-1048,-6-24-3297</inkml:trace>
  <inkml:trace contextRef="#ctx0" brushRef="#br0" timeOffset="224861.068">1280 487 21501,'0'0'4970,"0"0"-2940,0 0-1225,0 0-149,0 0-30,-1 7-55,-6 22-47,7-28-507,0-1 1,-1 1-1,1-1 1,0 0-1,0 1 1,-1-1-1,1 0 1,0 1-1,-1-1 1,1 0-1,0 1 1,-1-1-1,1 0 1,-1 0-1,1 1 1,0-1-1,-1 0 1,1 0 0,-1 0-1,1 0 1,-1 0-1,1 1 1,0-1-1,-1 0 1,1 0-1,-1 0 1,1 0-1,-1 0 1,1 0-1,-1-1 1,1 1-1,0 0 1,-1 0-1,1 0 1,-1 0-1,1 0 1,-1-1-1,1 1 1,0 0-1,-1 0 1,1-1-1,0 1 1,-1 0-1,1-1 1,0 1-1,-1 0 1,1-1-1,0 1 1,0 0-1,-1-1 1,1 1-1,0-1 1,0 1-1,0 0 1,-1-1 0,1 1-1,0-1 1,0 1-1,0-1 1,0 1-1,0-1-17,-1 0-12,-3-7 14,-1 1-1,0 0 1,-1 0 0,0 1-1,0 0 1,0-1 0,0 2-1,-1-1 1,0 1-1,0 0 1,-1 1 0,1 0-1,-1 0 1,0 0 0,0 1-1,-1 0 1,-4-1-2,-10 2 0,1 0 0,-1 1 0,0 2 0,0 0 0,1 1 0,-1 1 0,1 2 0,0 0 0,0 1 0,0 1 0,1 1 0,0 1 0,1 1 0,0 1 0,0 0 0,1 2 0,1 0 0,0 1 0,1 1 0,0 0 0,1 2 0,1-1 0,1 2 0,0 0 0,1 1 0,-7 14 0,-15 24 0,3 2 0,2 0 0,2 2 0,3 1 0,3 1 0,3 1 0,3 1 0,2 0 0,3 1 0,4 1 0,2-1 0,3 1 0,3 15 0,0-73 0,0-1 0,0 0 0,1 0 0,0 0 0,1 0 0,-1 0 0,2-1 0,-1 1 0,1-1 0,0 0 0,0 0 0,1 0 0,0 0 0,0-1 0,1 0 0,0 0 0,0 0 0,0-1 0,0 0 0,1 0 0,0-1 0,0 1 0,1-2 0,3 3 0,8 2 0,1-1 0,0 0 0,0-2 0,1 0 0,-1-1 0,1-1 0,0-1 0,17-1 0,-10-2 0,0-1 0,-1-2 0,1 0 0,-1-2 0,0-1 0,0-1 0,-1-2 0,0 0 0,0-2 0,-1 0 0,-1-2 0,0-1 0,-1-1 0,-1-1 0,15-14 0,11-9 0,-2-2 0,-2-2 0,-1-1 0,-3-3 0,-2-1 0,25-43 0,-44 60 0,-1 0 0,-2-1 0,-1 0 0,-1-2 0,-2 1 0,-2-2 0,-1 1 0,-2-1 0,-1 0 0,-2-1 0,-1 0 0,-2-8 0,-2 27 0,0 0 0,-1 0 0,0 1 0,-2-1 0,0 1 0,-1 0 0,0 0 0,-2 0 0,0 1 0,-1 0 0,0 0 0,-1 1 0,-1 0 0,-1 1 0,0 0 0,-1 0 0,-7-6 0,4 3 0,-1 0 0,-1 2 0,0-1 0,-1 2 0,-1 1 0,0 0 0,-1 1 0,0 1 0,-1 1 0,0 1 0,0 0 0,-1 2 0,0 1 0,-5-1 0,25 7-2,-1 1 0,1-1 0,-1 0 0,1 1 0,-1 0 0,1-1-1,-1 1 1,1 0 0,0 0 0,-1 1 0,1-1 0,0 0 0,0 1 0,0-1 0,0 1 0,0 0 0,0-1-1,1 1 1,-1 0 0,0 0 0,1 0 0,0 0 0,-1 1 0,1-1 0,0 0 0,0 1 0,0-1 0,0 0 0,1 1-1,-1-1 1,1 1 0,-1-1 0,1 1 0,0-1 0,0 1 0,0 2 2,-2 6-48,-10 66-737,9-2-812</inkml:trace>
  <inkml:trace contextRef="#ctx0" brushRef="#br0" timeOffset="225326.642">2771 844 26806,'0'0'3255,"-8"-24"-2349,-50-156-632,56 169-241,-1 1-1,0-1 0,-1 1 0,1 0 0,-2 0 1,0 0-1,0 1 0,-1 0 0,0 0 1,0 0-1,-1 1 0,0-1 0,0 2 0,-1-1 1,0 1-1,-1 0 0,0 1 0,0 0 1,0 0-1,0 1 0,-1 0 0,0 1 0,0 0 1,0 1-1,-5-1-32,-1 4 0,0 1 1,1 0 0,-1 2-1,1 0 1,0 1 0,0 0-1,0 1 1,0 0-1,1 2 1,0 0 0,0 0-1,1 1 1,0 1-1,0 0 1,1 1 0,0 0-1,1 1 1,0 0 0,1 1-1,0 0 1,1 1-1,0 0 1,1 0 0,0 1-1,1 0 1,0 3-1,-28 45 5,4 2 0,2 1 0,3 1 0,3 1 0,3 1-1,3 1 1,3 0 0,3 1 0,4 1 0,1 34-5,4-96 2,0-1 1,1 1-1,0 0 0,1 0 0,0-1 0,0 1 1,1 0-1,0-1 0,0 1 0,1-1 0,0 1 1,1-1-1,0 1 0,0-1 0,1 0 0,0-1 1,0 1-1,1-1 0,0 0 0,0 0 0,0 0 1,1 0-1,0-1 0,1 0 0,-1-1 1,5 4-3,13 2 1,0-1 1,0-2 0,1 0 0,0-1 0,1-2 0,-1 0 0,1-2 0,0-1 0,0-1 0,0-1 0,8-2-2,-12 2-14,-1-2-1,1 0 1,-1-1 0,0-2 0,0 0 0,0-1-1,-1-1 1,0-1 0,0-1 0,-1 0-1,0-2 1,0 0 0,-2-1 0,1-1-1,-1 0 1,-1-1 0,-1-1 0,5-6 14,5-4-19,-1 0 0,-1-2 0,-1-1 0,-1-1 0,-2-1 0,-1 0 0,-1-1 0,-2-1 0,-1-1-1,-1 0 1,-2-1 0,-2 0 0,-1-1 0,-1 1 0,-2-1 0,-2-1 0,-1 1 0,-2-1 0,-1 1 0,-1 0 0,-3 0 0,-2-10 19,-28-32-1007,-10 18-1664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5:13.24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652 2823 29022,'0'0'954,"0"0"-231,0 0-351,0 0-74,28 2 128,112-3-3,-91-10-342,1-2 0,-2-2 1,0-2-1,-1-2 1,-1-2-1,3-4-81,-44 22 4,137-73 25,-4-7 0,42-37-29,82-51-1,-223 150-33,40-33-3262,-77 42-2440</inkml:trace>
  <inkml:trace contextRef="#ctx0" brushRef="#br0" timeOffset="252.032">1299 1683 26142,'0'0'3320,"0"0"-2888,15 190 8,20-38 73,9 27-105,0 7-88,-3-11-120,-6-17-120,-2-10-64,-2-14-8,-5-28-8,-6-29-160,-3-25-240,-3-15-464,-6-13-977,-3-16-11202</inkml:trace>
  <inkml:trace contextRef="#ctx0" brushRef="#br0" timeOffset="639.905">1658 1277 23213,'16'-17'5533,"-14"15"-5414,156-127 1801,-129 115-1749,0 0-1,1 2 1,1 2-1,0 0 0,0 2 1,1 2-1,0 0 1,0 3-1,0 0 1,23 2-171,-45 1 10,0-1-1,0 2 1,0-1 0,0 1 0,0 1 0,0 0 0,-1 0 0,1 1 0,0 0 0,-1 1 0,0 0 0,0 0-1,0 1 1,0 0 0,-1 1 0,0 0 0,0 0 0,0 1 0,-1 0 0,0 0 0,0 1 0,-1 0-1,0 0 1,-1 0 0,1 1 0,-1 0 0,-1 0 0,2 4-10,1 11 0,-2 1 0,0-1 0,-2 1 0,0 0 0,-2 0 0,-1 0 0,-1 0 0,-1 0 0,-1 0 0,-1 0 0,-1-1 0,-1 0 0,-1 0 0,-2 0 0,0-1 0,-1 0 0,-5 6 0,-182 276 0,149-239 0,30-38 0,53-23 0,163-67 0,-118 39 0,1 4 0,1 3 0,73-4 0,-149 19 0,1 0 0,-1 0 0,0 0 0,1 1 0,-1 0 0,1 0 0,-1 1 0,0 0 0,1 0 0,-1 0 0,0 1 0,0 0 0,0 0 0,0 0 0,0 1 0,0 0 0,-1 0 0,1 1 0,-1-1 0,0 1 0,0 0 0,0 1 0,-1-1 0,1 1 0,-1 0 0,0 1 0,4 8 0,0 0 0,-2 1 0,1 0 0,-2 0 0,0 0 0,-1 1 0,0 0 0,-2 0 0,1 0 0,-2 0 0,0 0 0,-1 0 0,-1 0 0,-1 1 0,-1 9 0,-5 16 0,-1 1 0,-2-1 0,-2-1 0,-1 0 0,-5 3 0,11-17-75,-1-2 0,-2 1 0,0-1 0,-2-1 0,-1 0 0,0-1 0,-2 0 0,-1-1 0,0-1 1,-2-1-1,0-1 0,-2 0 0,0-1 0,0-2 0,-11 6 75,-19-4-1749</inkml:trace>
  <inkml:trace contextRef="#ctx0" brushRef="#br0" timeOffset="1248.419">1787 5 27526,'-23'-2'777,"22"2"-775,-24-2 56,0 2 0,0 0 0,0 1 0,0 2 0,0 0 0,0 2 0,1 1 0,-1 1 0,-3 2-57,-44 26 156,2 3 0,2 2 0,1 4 0,3 3 0,1 2 0,3 3 0,2 3 0,-6 12-157,-43 47 167,6 5 1,5 4 0,6 4-1,5 5 1,6 2 0,6 4-1,-17 54-167,51-99 127,3 2-1,5 2 1,4 1-1,5 1 1,3 1 0,5 0-1,5 1 1,3 45-127,7-88 33,2-1 0,4 0 1,1 0-1,3 0 0,3-1 1,1-1-1,4 0 0,1-1 1,16 24-34,19 24 22,4-2-1,5-3 1,4-3 0,4-3 0,4-3 0,4-4 0,3-3 0,4-4 0,82 56-22,-118-95 0,2-1 0,1-3 0,2-3 0,1-2 0,1-2 0,1-3 0,1-3 0,1-2 0,1-3 0,5-2 0,6-5 0,0-3 0,0-3 0,1-3 0,-1-4 0,1-3 0,-1-3 0,-1-3 0,0-3 0,-1-4 0,-1-2 0,-1-4 0,-2-3 0,0-2 0,-2-3 0,-2-4 0,-1-1 0,-2-4 0,-2-2 0,51-52 0,-16 3 0,-5-4 0,-3-4 0,-6-3 0,-4-4 0,-5-3 0,-4-3 0,36-95 0,-66 135 0,-4-1 0,-3-1 0,-3-2 0,-4-1 0,-3-1 0,-4 0 0,-4-1 0,-3 0 0,-4-1 0,-3 0 0,-4 1 0,-3-1 0,-5 1 0,-2 1 0,-5 0 0,-21-62 0,8 61 0,-4 1 0,-4 1 0,-3 2 0,-3 3 0,-4 1 0,-2 2 0,-4 3 0,-3 2 0,-2 3 0,-4 2 0,-2 4 0,-2 2 0,-3 3 0,-2 3 0,-2 4 0,-31-12 0,63 38-1,-1 1 1,-2 2-1,1 2 0,-2 2 0,1 3 1,-2 1-1,1 2 0,-1 3 1,0 1-1,0 3 0,0 1 0,0 3 1,0 2-1,1 2 0,-8 4 1,-11 14-118,2 2-1,1 3 1,2 3 0,1 3-1,1 2 1,3 3-1,1 2 1,3 3 0,1 1-1,-36 48 119,-71 78-1934,34-22-2907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21.5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265 222 3881,'0'0'24061,"0"0"-23237,0 0-304,0 0 16,129 0-128,-76 0-248,-1 0-79,-1 0-65,-5 0-16,-9 6-337,-22 0-751,-10 0-4393,-5-1-5337</inkml:trace>
  <inkml:trace contextRef="#ctx0" brushRef="#br0" timeOffset="249.111">276 547 27790,'0'0'2280,"0"0"-2064,0 0-15,151-23 87,-92 11-56,0 2-136,1 2-96,12-14-208,-17 3-977,-11-5-3480</inkml:trace>
  <inkml:trace contextRef="#ctx0" brushRef="#br0" timeOffset="500.371">848 1 17844,'0'0'10017,"0"0"-7617,19 10-2016,126 69 232,-114-60-469,-1 2-1,-1 0 1,-1 2-1,-1 2 1,-1 0-1,20 26-146,-43-48 2,0 1 1,-1 0-1,1 0 0,-1 1 0,0-1 1,0 0-1,-1 1 0,1-1 0,-1 1 0,0 0 1,0-1-1,-1 1 0,1 0 0,-1-1 1,0 1-1,0 0 0,-1-1 0,0 1 0,1 0 1,-1-1-1,-1 1 0,1 0 0,-1-1 1,0 0-1,0 1 0,0-1 0,0 0 0,-1 0 1,0 0-1,1-1 0,-2 1 0,1-1 1,-3 4-3,-33 29-142,-1-2 1,-2-1 0,-1-2 0,-2-2 0,-17 7 141,-64 30-5904,45-30-11034</inkml:trace>
  <inkml:trace contextRef="#ctx0" brushRef="#br0" timeOffset="952.429">379 78 1856,'0'0'22014,"0"0"-16672,0 0-4550,0 0-165,0 0-154,0 0-221,-19 5-100,-1 0-120,-95 44 73,96-36-93,1 2 0,0 1-1,1 0 1,1 1-1,0 1 1,2 0 0,0 1-1,1 0 1,0 1 0,2 1-1,1 0 1,0 1-1,2-1 1,0 2 0,2-1-1,0 1 1,1 3-12,4-22 0,1 1-1,-1-1 1,1 0 0,0 1 0,0-1 0,0 1 0,1-1-1,0 1 1,0-1 0,0 0 0,0 1 0,1-1 0,-1 0-1,1 0 1,0 0 0,1 0 0,-1 0 0,1-1 0,-1 1-1,1-1 1,0 1 0,0-1 0,1 0 0,-1 0 0,0-1-1,1 1 1,0-1 0,0 1 0,0-1 0,0 0 0,0-1-1,0 1 1,0-1 0,1 0 0,-1 0 0,0 0 0,1 0-1,-1-1 1,1 0 0,0 0 0,168 3-887,-95-7-1152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19.7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 34 11827,'0'0'16547,"0"0"-15347,0 0-472,0 0-319,0 0 55,0 0-112,0 0-80,33 89-128,-26-52-96,-3 5-24,-4 5-24,0 8-32,-2 1-304,-18-3-472,3-16-1361,6-13-12026</inkml:trace>
  <inkml:trace contextRef="#ctx0" brushRef="#br0" timeOffset="186.642">272 486 29294,'0'0'744,"0"0"-327,0 0-57,-61 136-96,30-89-168,-4 3-96,2-5-8,-10-9-648,5-13-1713,8-11-10882</inkml:trace>
  <inkml:trace contextRef="#ctx0" brushRef="#br0" timeOffset="589.224">748 1 27886,'0'0'2208,"0"0"-1559,0 0-487,9 17-36,34 56 30,-39-68-132,1 1 0,-1-1 0,1-1 0,1 1 0,-1-1 0,1 0 0,0 0 0,0 0 0,0-1 1,0 0-1,0 0 0,1 0 0,0-1 0,-1 0 0,7 0-24,7 4 31,-16-6-26,1 0 0,-1 1 0,0-1-1,0 1 1,0 0 0,0 0 0,0 0 0,0 0 0,0 1 0,0-1 0,0 1 0,-1 0 0,1 0 0,-1 1 0,1-1 0,-1 1 0,0-1 0,0 1-1,0 0 1,0 0 0,-1 1 0,1-1 0,-1 1 0,0-1 0,0 1 0,0-1 0,0 1 0,-1 0 0,1 0 0,-1 0 0,0 0 0,0 0-1,-1 0 1,1 1 0,-1-1 0,0 0 0,0 0 0,0 0 0,-1 0 0,1 0 0,-1 1 0,0-1 0,-1 2-5,-114 108 1,-10-4-1138,92-89-741,23-22-1366,3-11-3525,5-13-4041</inkml:trace>
  <inkml:trace contextRef="#ctx0" brushRef="#br0" timeOffset="840.987">1219 58 27694,'0'0'1530,"0"0"-1048,23 6-371,142 45 286,-142-41-228,136 77 689,-156-85-854,0 1 0,0 0-1,-1-1 1,1 1-1,-1 0 1,1 0 0,-1 0-1,0 1 1,-1-1-1,1 0 1,0 1 0,-1-1-1,0 1 1,0 0-1,0-1 1,0 1 0,-1 0-1,1-1 1,-1 1-1,0 0 1,0 0 0,0 0-1,-1-1 1,1 1-1,-1 0 1,0-1-1,0 1 1,0 0 0,-1-1-1,1 1 1,-1-1-1,-1 2-3,-79 89-85,10-44-998,15-33-5444,31-16-3771</inkml:trace>
  <inkml:trace contextRef="#ctx0" brushRef="#br0" timeOffset="1140.033">1826 123 19612,'0'0'2905,"0"0"1513,0 0-2956,0 0-929,14 18-22,38 59-26,-37-16-36,-17-47-392,-35 185 99,38-196-136,0 0 0,0 0 0,0 0 0,0 0 0,0-1 0,1 1 0,-1 0 0,1 0 0,0-1 0,0 1 0,0-1 0,0 0 0,0 0 0,0 1 0,1-1 0,-1-1 0,1 1 0,-1 0 0,1-1 0,0 1 0,0-1 0,-1 0 0,1 0 0,0 0 0,0 0 0,0 0 0,0-1 0,1 1 0,-1-1 0,1 0-20,98-6-827,-79-10-1296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17.5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297 38 7330,'0'0'20124,"0"0"-18948,0 0-624,0 0 72,0 0 81,0 0-217,-42 73-256,22-26-112,-8 14-56,-7 10-32,-5 10-16,3 8 0,0 2-16,6-3-16,9-11-184,18-12-304,4-23-417,0-26-1543</inkml:trace>
  <inkml:trace contextRef="#ctx0" brushRef="#br0" timeOffset="250.162">376 0 24309,'0'0'5321,"0"0"-4881,0 0-200,30 129 81,-14-54 55,-1 11-128,-2 7-88,5 2-104,-1-5-32,1-7-24,-3-18-72,-10-17-328,-1-21-761,-4-21-1695</inkml:trace>
  <inkml:trace contextRef="#ctx0" brushRef="#br0" timeOffset="426.292">1 503 22117,'0'0'6129,"0"0"-5545,0 0-120,123 0-104,-55 0-96,8 0 8,5 0-160,7 0-112,19-15-160,-21-1-896,-18-4-4409</inkml:trace>
  <inkml:trace contextRef="#ctx0" brushRef="#br0" timeOffset="645.705">957 391 29094,'0'0'784,"0"0"-392,114-12-39,-60-2-97,1-2-136,-4 5-120,-1-1-32,-11-8-705,-12 2-1767,-16 1-12283</inkml:trace>
  <inkml:trace contextRef="#ctx0" brushRef="#br0" timeOffset="934.803">1114 241 25701,'0'0'3177,"0"0"-2529,0 0-352,-35 152-136,27-95-80,1 0-80,0-3-344,3-17-1448,0-13-10691,1-18 8490</inkml:trace>
  <inkml:trace contextRef="#ctx0" brushRef="#br0" timeOffset="1188.051">1629 6 24621,'0'0'4392,"0"0"-3089,0 0-1066,0 0-81,-9 17 151,-58 119 41,59-107-336,1-1 0,0 2 1,3-1-1,0 1 0,2-1 0,1 13-12,1-36 1,0 0-1,1 0 0,0 0 1,0 0-1,1-1 0,0 1 1,0 0-1,0-1 0,0 1 1,1-1-1,0 0 0,0 0 1,0 0-1,1 0 0,0 0 1,0-1-1,0 0 0,0 0 1,1 0-1,-1 0 0,1-1 0,0 1 1,0-1-1,0-1 0,1 1 1,-1-1-1,1 1 0,-1-2 1,5 2-1,17 5-52,1-2 1,0-1 0,0-1 0,0-1-1,0-1 1,1-2 0,6-1 51,-17 1-153,-14 0 15,1 0 0,0-1 0,-1 0 0,1 1 1,0-2-1,-1 1 0,1 0 0,-1-1 0,1 0 0,-1 0 1,0 0-1,0-1 0,0 1 0,0-1 0,0 0 0,-1 0 1,1 0-1,0-1 138,34-47-8611,-12 7-8575</inkml:trace>
  <inkml:trace contextRef="#ctx0" brushRef="#br0" timeOffset="1466.661">1901 81 28798,'0'0'896,"0"0"-416,-59 130-135,44-70-65,6 5-160,7 2-72,2 4-48,0-4-240,2-12-673,11-21-1919,-4-19-10539,-3-15 9642</inkml:trace>
  <inkml:trace contextRef="#ctx0" brushRef="#br0" timeOffset="1640.306">2215 241 2569,'0'0'25701,"0"0"-24893,39 120-376,-15-60 80,3-1-31,1 0-233,-2-8-144,3-4-64,-1-9-40,-1-10-152,-1-28-585,-6 0-1751,-5-16-14308</inkml:trace>
  <inkml:trace contextRef="#ctx0" brushRef="#br0" timeOffset="1807.655">2445 211 28302,'0'0'1864,"0"0"-1447,0 0-185,-162 148-32,107-86-112,4 3-88,-8 12-248,11-14-2065,15-18-13146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31.6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1 466 30262,'0'0'625,"0"0"-449,144 0-136,-82 0-16,-1 0-16,-4 0-8,4 0-168,-15 0-625,-17-8-2359</inkml:trace>
  <inkml:trace contextRef="#ctx0" brushRef="#br0" timeOffset="217.92">191 271 28542,'0'0'1192,"0"0"-880,0 0-192,0 146 0,0-91 65,-2 4-105,-4 2-80,-1 10-24,5-15-889,2-21-4728</inkml:trace>
  <inkml:trace contextRef="#ctx0" brushRef="#br0" timeOffset="505.473">880 172 28622,'0'0'1184,"0"0"-912,131 103-200,-72-58 24,-4 2 281,-2 1-17,-9-1-152,-7 1-136,-11-3-72,-11-8-40,-6-13-1097,-9-18-6696</inkml:trace>
  <inkml:trace contextRef="#ctx0" brushRef="#br0" timeOffset="785.929">1254 1 29118,'0'0'1577,"0"0"-1545,0 0-32,-120 161-160,19-42-169,9-17-1431,2-7-14475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23.5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536 15 9362,'0'0'2947,"0"0"163,0 0 5248,0 0-5173,0 0-2265,0 0-280,-13-14 2121,-10 54-2563,-257 437 210,263-448-410,-21 34 2,2 1 0,3 2 0,4 1 0,2 1 0,-7 32 0,29-45-537,5-54 472,0 0 0,1 0 0,-1-1 0,1 1 0,-1 0 0,1 0 0,-1 0 0,1-1 0,-1 1 0,1 0 0,0-1 0,0 1 0,-1 0 0,1-1 1,0 1-1,0-1 0,-1 1 0,1-1 0,0 0 0,0 1 0,0-1 0,0 0 0,0 0 0,0 1 0,0-1 0,0 0 0,0 0 0,-1 0 0,1 0 0,0 0 0,0 0 0,0 0 0,0-1 0,0 1 0,0 0 1,0 0-1,0-1 0,0 1 0,-1-1 0,1 1 0,0-1 0,0 1 0,0-1 0,-1 1 0,1-1 0,0 0 0,-1 1 0,1-1 0,0 0 0,-1 0 0,1 1 0,-1-1 0,1 0 65,29-27-4638</inkml:trace>
  <inkml:trace contextRef="#ctx0" brushRef="#br0" timeOffset="215.656">523 54 22829,'0'0'4258,"0"0"-2896,14 18-911,155 227 1093,-138-189-1428,-2 1-1,-2 1 1,-3 1 0,-3 1 0,-2 2-1,-3 0 1,-3 0 0,-3 1 0,-2 1-1,-1 56-115,-14 5-33,-26-106-1383,14-19-1466</inkml:trace>
  <inkml:trace contextRef="#ctx0" brushRef="#br0" timeOffset="435.457">282 676 25293,'0'0'5250,"0"0"-4754,0 0-368,0 0-56,129 15 88,-56-15-16,5 0-72,36 0-72,-19 0-112,-19 0-1721</inkml:trace>
  <inkml:trace contextRef="#ctx0" brushRef="#br0" timeOffset="2334.797">1084 573 6737,'0'0'21237,"0"0"-19989,0 0-640,0 0 177,0 0-153,149-10-176,-81-4-128,4-3-96,3-1-144,-5 2-40,-4 0-48,-9 4 0,-7 6-184,-10 4-432,-12-5-1065,-12-1-3568,-14-2-9218</inkml:trace>
  <inkml:trace contextRef="#ctx0" brushRef="#br0" timeOffset="2584.766">1551 255 24197,'0'0'4625,"0"0"-4097,0 0-312,0 0 224,-72 121 105,54-76-73,1 2-232,1 3-152,8 5-72,1 0-16,5 4-80,2-5-544,0-13-1129,11-15-7041,4-18-10834</inkml:trace>
  <inkml:trace contextRef="#ctx0" brushRef="#br0" timeOffset="4608.592">2478 466 12283,'0'0'786,"0"0"1228,0 0 5496,0 0-4831,0 0-1844,0 0-87,-2-9-18,1 5-652,0-1 0,1 1 1,-1 0-1,-1 0 0,1 0 1,-1 0-1,1 0 0,-1 0 1,0 0-1,-1 0 0,1 1 1,-1-1-1,1 1 0,-1 0 1,0 0-1,0 0 0,-1 0 1,1 0-1,-1 1 1,1-1-1,-1 1 0,0 0 1,0 0-1,0 0 0,0 1 1,0-1-1,0 1 0,-2 0-78,-6 0 36,1 2 1,-1-1-1,0 2 0,0 0 0,0 0 0,1 1 0,-1 0 0,1 1 0,0 0 1,0 1-1,0 0 0,1 1 0,-1 0 0,2 1 0,-1 0 0,1 0 0,0 1 1,0 0-1,1 1 0,0 0 0,0 0 0,1 1 0,-5 9-36,-4 3 45,1 1 0,1 1 0,2 1 0,0 0 0,1 0 0,2 1 0,0 1 0,2-1 0,1 1-1,1 0 1,2 1 0,0-1 0,2 1 0,1 0 0,1-1 0,3 10-45,-3-30 6,1-1-1,-1 1 1,2 0-1,-1-1 1,1 1 0,0-1-1,0 0 1,1 1 0,0-2-1,0 1 1,0 0-1,1-1 1,0 0 0,0 0-1,0 0 1,0-1-1,1 0 1,0 0 0,0 0-1,0 0 1,0-1 0,1 0-1,-1-1 1,1 1-1,0-1 1,-1-1 0,1 1-1,0-1 1,0 0-1,0-1 1,0 0 0,0 0-1,0 0 1,0-1-1,0 0 1,0 0 0,0-1-1,0 0 1,-1 0 0,1 0-1,0-1 1,-1 0-1,2-1-5,11-9 35,0 0 0,-1-1-1,0-1 1,-1-1 0,-1 0-1,-1-2 1,0 1 0,-1-2-1,-1 0 1,-1 0 0,0-1 0,-2-1-1,0 0 1,-1 0 0,-2-1-1,0 0 1,-1 0 0,2-19-35,1-127 113,-25 156 234,8 12-914</inkml:trace>
  <inkml:trace contextRef="#ctx0" brushRef="#br0" timeOffset="5931.627">3173 107 3177,'0'0'23613,"0"0"-22557,0 0-592,0 0 208,0 0-232,0 0-112,-7 105-184,7-77-96,7 11-48,-3-7-472,-1-3-5065</inkml:trace>
  <inkml:trace contextRef="#ctx0" brushRef="#br0" timeOffset="6184.567">3427 735 22541,'0'0'7017,"0"0"-6497,0 0-103,0 0 47,-149 134-128,110-95-216,-1 3-88,7 3-32,3 0-216,10-3-568,5-18-953,6-11-3936,5-13-8402</inkml:trace>
  <inkml:trace contextRef="#ctx0" brushRef="#br0" timeOffset="6497.575">3931 352 26270,'0'0'3214,"0"0"-2306,0 0-688,0 0-108,0 0 83,0 0 102,22 0-53,138 9-19,-140-7-210,-1 1-1,1 0 0,-1 2 0,0 1 0,0 0 0,-1 1 0,0 1 0,0 1 0,-1 0 1,0 1-1,-1 1 0,6 6-14,-19-15 0,-1 1 1,1 0 0,-1-1-1,0 1 1,0 0-1,0 0 1,-1 0 0,1 0-1,-1 1 1,0-1-1,1 0 1,-1 1-1,-1-1 1,1 1 0,0-1-1,-1 1 1,0-1-1,0 1 1,0-1 0,0 1-1,-1-1 1,1 1-1,-1-1 1,0 0 0,0 1-1,0-1 1,0 0-1,0 1 1,-1-1-1,0 0 1,0 0 0,0 0-1,0 0 1,0-1-1,0 1 1,-1 0 0,1-1-1,-3 2 0,-114 82-137,109-81 98,-102 46-1237,59-44-2999,31-7-5335</inkml:trace>
  <inkml:trace contextRef="#ctx0" brushRef="#br0" timeOffset="6761.903">4767 279 28902,'0'0'1144,"0"0"-880,0 0-184,0 0-15,0 0 135,0 0 0,0 0-80,96 107-80,-96-86-24,0 7 8,-18 9-16,-21 7-8,-7 7 0,-4 0-136,-1-5-465,14-17-1215,13-15-12483</inkml:trace>
  <inkml:trace contextRef="#ctx0" brushRef="#br0" timeOffset="7121.041">5376 204 27262,'0'0'2355,"0"0"-1858,21 4-505,69 12 12,-85-15 1,0-1-1,0 1 0,-1 0 0,1 0 0,0 0 0,0 1 0,-1 0 0,1 0 0,-1 0 0,0 0 1,0 1-1,1 0 0,-2-1 0,1 2 0,0-1 0,0 0 0,-1 1 0,0-1 0,0 1 0,0 0 1,0 0-1,-1 0 0,1 1 0,-1-1 0,0 1 0,0-1 0,-1 1 0,1-1 0,-1 1 0,0 0 1,0 0-1,-1 0 0,0 0 0,1 0 0,-2-1 0,1 2-4,-2 7 0,-1 0-1,-1-1 1,1 1-1,-2-1 1,0 0-1,-1 0 1,0 0-1,0-1 1,-1 0 0,-1 0-1,-6 7 1,-77 86-11,92-103 21,-1 0-1,1 1 0,-1-1 1,1 0-1,0 0 0,0 0 1,-1 0-1,1-1 0,0 1 0,0 0 1,0 0-1,0 0 0,0-1 1,0 1-1,0 0 0,0-1 1,0 1-1,0-1 0,0 1 1,0-1-1,1 0 0,-1 1 0,0-1 1,0 0-1,0 0 0,1 0 1,-1 0-1,0 0 0,0 0 1,1 0-1,-1 0 0,0 0 0,0-1 1,0 1-1,1 0 0,-1-1 1,0 1-1,0-1 0,0 0 1,0 1-1,0-1-9,5 0 23,24-4-119,0-2 0,0-1 0,-1-1 0,0-2 0,23-12 96,-42 19-183,51-24-4578,-7 2-10860</inkml:trace>
  <inkml:trace contextRef="#ctx0" brushRef="#br0" timeOffset="7633.692">6417 176 30062,'0'0'649,"0"0"-489,0 0-144,0 0-16,0 0-336,0 0-2457</inkml:trace>
  <inkml:trace contextRef="#ctx0" brushRef="#br0" timeOffset="7882.698">6551 806 25517,'0'0'4569,"0"0"-4160,0 0-233,0 0-96,0 0-40,-103 124-40,63-104-288,10-6-1889,6-14-13714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1:08.725"/>
    </inkml:context>
    <inkml:brush xml:id="br0">
      <inkml:brushProperty name="width" value="0.2" units="cm"/>
      <inkml:brushProperty name="height" value="0.2" units="cm"/>
      <inkml:brushProperty name="color" value="#00A0D7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CC0066"/>
    </inkml:brush>
    <inkml:brush xml:id="br3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15889 3136 31607,'0'0'200,"233"4"-200,41-4 0,79-18 272,50-12 368,5 1-592,-45 9-48,-27 4 0,-47 10 0,-50 6 0,-68 0 0,-48 0 0,-53 4 0,-48 0-152</inkml:trace>
  <inkml:trace contextRef="#ctx0" brushRef="#br0" timeOffset="-760.762">15094 516 29822,'0'0'858,"-3"23"-503,-22 248 293,11 71 432,28 292-1080,8-411 2,10-2 0,28 86-2,-54-280 0,-2-4 0,1-1 0,0 0 0,2-1 0,1 1 0,0-1 0,1-1 0,12 20 0,-20-39-4,10-12-259,-3-148-2177,-3 64 234</inkml:trace>
  <inkml:trace contextRef="#ctx0" brushRef="#br0" timeOffset="-281.018">15778 1 30350,'38'0'547,"390"5"-244,638 101 650,-411-31-634,-75-32-707,114-25 388,-612-10-595,-81-7 597,-1-1-1,0 1 0,1 0 1,-1 0-1,0 0 0,1 0 0,-1-1 1,0 1-1,0 0 0,0 0 1,0 0-1,0 0 0,0 0 0,0 0 1,0-1-1,0 1 0,0 0 0,0 0 1,0 0-1,-1 0 0,1 0 1,0-1-1,-1 1 0,1 0 0,-1 0 1,1-1-1,-1 1 0,1 0 1,-1 0-1,1-1 0,-1 1 0,0-1 1,1 1-1,-1-1 0,0 1 1,0-1-1,1 1 0,-1-1 0,0 1 1,0-1-1,0 0 0,0 1 1,1-1-1,-1 0 0,0 0 0,0 0 1,0 0-1,0 0 0,0 0 1,0 0-1,1 0 0,-1 0 0,0 0-1,-29 8 192,26-8-170,0 0 0,0 1 0,0-1 0,0 1 0,1 0 0,-1 0 0,0 0 0,1 1 0,-1-1 1,1 1-1,-1 0 0,1 0 0,0 0 0,-1 0 0,1 0 0,0 1 0,1 0 0,-1-1 0,0 1 0,1 0 1,0 1-1,-1-1 0,1 0 0,1 0 0,-1 1 0,0-1 0,1 1 0,0 0 0,-1-1 0,1 1 0,1 0 1,-1 0-1,1 1-22,0 178 106,53 646 77,-24 97-183,-29-913-162,0 0-1,-1 0 1,-1-1-1,0 1 1,0 0-1,-1-1 1,-1 1-1,0-1 1,-1 0-1,0 0 1,-1-1 162,-17 23-2374</inkml:trace>
  <inkml:trace contextRef="#ctx0" brushRef="#br1" timeOffset="14374.378">16808 7858 27134,'258'0'904,"51"0"-704,-6-4-120,13-14-80,6 3-40,9-1-240,2 4-232,-4 6-88,-84 2-288,-47 2-1281</inkml:trace>
  <inkml:trace contextRef="#ctx0" brushRef="#br2" timeOffset="135846.177">17934 5554 31391,'0'0'536,"0"0"-440,121-24-16,-55 5 48,6-1-40,7-2-88,26-7-392,-19 5-968,-21 2-2113</inkml:trace>
  <inkml:trace contextRef="#ctx0" brushRef="#br2" timeOffset="136096.564">18193 5189 30094,'0'0'921,"0"0"-697,-11 122-96,11-35 168,5 32-104,16-7-192,21 22-168,-7-37-1177,-4-36-6864</inkml:trace>
  <inkml:trace contextRef="#ctx0" brushRef="#br2" timeOffset="136362.816">19002 5497 30903,'0'0'768,"0"0"-600,149 10-96,-79-8-64,7-2 16,0 0-24,21 0-344,-17-6-1313,-22-4-11425</inkml:trace>
  <inkml:trace contextRef="#ctx0" brushRef="#br2" timeOffset="136613.732">19184 5882 24021,'0'0'6179,"-16"19"-4612,-102 144-871,103-142-668,0 1-1,1 0 1,1 1 0,2 0-1,0 1 1,1 1-1,2 0 1,0 0 0,2 0-1,1 1 1,-2 20-28,8-42 0,-1 1 0,1-1 0,-1 0 0,1 0 0,1 0 0,-1 0 0,0 0 0,1 0 0,0 0 0,0 0 0,0-1 0,0 1 0,1-1 0,-1 1 0,1-1 0,0 0 0,0 0 0,0 0 0,0-1 0,1 1 0,-1-1 0,1 0 0,0 1 0,-1-2 0,1 1 0,0 0 0,0-1 0,0 0 0,0 0 0,2 1 0,133 13 0,-138-15 0,18 2-13,1-2 1,-1-1 0,0 0-1,0-1 1,0-1 0,0-1-1,0-1 1,-1 0 0,0-1-1,0-1 1,2-2 12,96-70-2038,-72 40-621</inkml:trace>
  <inkml:trace contextRef="#ctx0" brushRef="#br2" timeOffset="136614.732">19368 6020 30310,'0'0'809,"-53"146"-425,18-22 32,-2 38-16,4 9-216,9-7-112,11-40-64,8-45-8,5-26-528,3-33-608,12-14-1425</inkml:trace>
  <inkml:trace contextRef="#ctx0" brushRef="#br2" timeOffset="137044.789">19195 4175 30254,'0'0'1031,"0"0"-748,5 18-178,68 175 549,-72-192-652,46 119 82,-45-116-84,-1 1 0,1 0 1,-2 0-1,1 0 0,0 0 1,-1 0-1,0 0 1,0 0-1,0 0 0,-1 0 1,0 0-1,0 0 1,0 0-1,0-1 0,-1 1 1,0 0-1,0-1 1,0 1-1,-1-1 0,1 0 1,-1 1-1,0-1 1,-2 2-1,-124 64-264,128-69 250,-1 1 1,1 0 0,0-1-1,-1 1 1,1 0 0,0 0 0,1 0-1,-1 0 1,0 0 0,0 0-1,1 0 1,-1 0 0,1 0 0,0 0-1,0 0 1,-1 1 0,2-1-1,-1 0 1,0 0 0,0 0 0,0 0-1,1 0 1,0 0 0,-1 0-1,1 0 1,0 0 0,0 0 0,0 0-1,0 0 1,0 0 0,0 0-1,0-1 1,1 1 0,-1 0 0,1-1-1,-1 0 1,1 1 0,0-1 0,-1 0-1,1 0 1,0 1 0,0-1-1,0-1 1,0 1 0,0 0 0,0 0-1,1-1 14,10 13-6,-1-3 41,-1 1 0,0 1 1,0-1-1,-2 2 1,1-1-1,-2 2 0,1-1 1,-2 1-1,0 0 0,0 1 1,-2-1-1,0 1 1,0 0-1,-1 1 0,-1-1 1,-1 1-1,0 0 0,-1-1 1,-1 12-36,-4-19 11,-1 0-1,0-1 1,0 1 0,0-1-1,-1 0 1,0-1 0,0 1 0,-1-1-1,0 0 1,0-1 0,0 0-1,-1 0 1,1-1 0,-8 4-11,-14 11-30,-60 50-813,52-38-3811,10-6-12926</inkml:trace>
  <inkml:trace contextRef="#ctx0" brushRef="#br2" timeOffset="137386.112">20144 5238 30326,'0'0'1809,"0"0"-1609,50 146-128,-8-69 112,8 10-8,12 6-176,1 4 0,3-1 0,-5-7 0,-8-10 0,-9-20 0,-13-19 0,-10-21 0,-7-19-24,-8-12-736,-4-19-2409</inkml:trace>
  <inkml:trace contextRef="#ctx0" brushRef="#br2" timeOffset="137681.608">20582 5114 31223,'0'0'1432,"-129"166"-1320,13-10-112,-18 39 0,14 14 0,23-14 0,42-58 0,20-41-3561</inkml:trace>
  <inkml:trace contextRef="#ctx0" brushRef="#br2" timeOffset="134148.867">15181 5339 30366,'0'0'857,"0"0"-561,0 0-192,0 0 152,0 0 344,160 6-312,-70-16-288,13-4 0,5 3 0,-16 1 0,11 0 0,-7 4 0,-10 2 0,-12 2 0,-8 2 0,0-2 0,-18 0-1176,-17-2-1793</inkml:trace>
  <inkml:trace contextRef="#ctx0" brushRef="#br2" timeOffset="134462.716">15791 5633 30471,'0'0'746,"-21"18"-380,-143 134 77,133-118-430,1 2 1,1 0 0,3 2 0,1 2 0,1 0 0,3 1-1,1 1 1,-8 27-14,28-69 0,-2 4-3,0 0-1,0 0 1,0 1-1,1-1 1,0 0-1,-1 1 1,1-1-1,1 1 1,-1-1 0,1 1-1,0 0 1,0-1-1,0 1 1,0-1-1,1 1 1,0-1-1,0 1 1,0-1-1,0 1 1,1-1 0,0 0-1,0 0 1,0 1-1,0-2 1,1 1-1,0 0 1,1 2 3,8-1 2,1 0 0,-1 0 0,0-1-1,1-1 1,0-1 0,0 1 0,0-2 0,0 0 0,0 0 0,0-2 0,12 0-2,0 0 11,47 1-6,0-4-1,0-3 1,-1-3 0,0-3-1,0-3 1,12-7-5,-73 20-139,0 0 0,-1 0 0,1-1 0,-1 0 0,1-1 0,-1 0 0,-1 0 0,1-1 0,-1 0 0,0-1 0,0 1 0,-1-2 1,0 1-1,0-1 0,-1 0 0,0 0 0,0-1 0,-1 0 0,0 0 0,0 0 0,-1-1 139,7-33-3644</inkml:trace>
  <inkml:trace contextRef="#ctx0" brushRef="#br2" timeOffset="134725.937">16021 5671 28142,'0'0'1704,"0"0"-1007,0 0 71,-42 203-160,33-53-200,1 13-160,3-1-96,1-38-112,0-39-40,4-22 0,0-17-16,0-9-592,0-31 248,8-6-1473,-1-10-383</inkml:trace>
  <inkml:trace contextRef="#ctx0" brushRef="#br2" timeOffset="134895.591">15804 4272 29686,'0'0'680,"-2"152"-215,-11-24-57,4 18-160,9-4-120,2-24-128,18-41-232,4-23-1673</inkml:trace>
  <inkml:trace contextRef="#ctx0" brushRef="#br2" timeOffset="135130.841">17051 4797 30455,'0'0'720,"0"0"-560,0 0-120,-131 155 32,82-16 192,-3 52-32,4 22-104,8-2-80,14-37-40,13-58-8,10-41-16,3-34-40,3-23-272,32-18-288,-5-14-929,-1-17-2552</inkml:trace>
  <inkml:trace contextRef="#ctx0" brushRef="#br2" timeOffset="135378.632">17115 4820 29310,'33'105'1233,"4"35"-761,7 30-88,-5 3 56,-4-19 80,0-10-240,-4-16-192,-7-25-64,-6-28-24,-10-22-16,-1-15-104,-1-3-312,-6-15-256,0-6-593,0-14-1319</inkml:trace>
  <inkml:trace contextRef="#ctx0" brushRef="#br2" timeOffset="135581.463">16889 5489 29878,'0'0'1657,"0"0"-1593,0 0-32,0 0 8,145 20-8,-38-20-32,-11 0-792,-10 0-3113</inkml:trace>
  <inkml:trace contextRef="#ctx0" brushRef="#br2" timeOffset="147101.703">15703 7221 22269,'0'0'6377,"0"0"-4678,0 0-1399,22-12 63,161-74 368,-86 64-582,2 3 0,-1 5 0,2 4 0,46 3-149,-89 4 39,279-12 119,0 15 0,259 36-158,-223 7 28,97 12-36,222-12 8,-408-42-59,173-25 59,576-110-2226,-992 128-433</inkml:trace>
  <inkml:trace contextRef="#ctx0" brushRef="#br2" timeOffset="147378.728">21281 7243 31607,'0'0'200,"0"0"-200,0 0-1112</inkml:trace>
  <inkml:trace contextRef="#ctx0" brushRef="#br2" timeOffset="153394.49">16832 14179 21797,'0'0'5930,"0"0"-4037,0 0-1303,0 0-129,0 0-71,-6 12-96,-413 935 1115,301-624-2646,129-349-1126,6-13-579</inkml:trace>
  <inkml:trace contextRef="#ctx0" brushRef="#br2" timeOffset="153638.744">16806 14171 29086,'0'0'824,"0"184"425,0-21-641,0 27-56,6-5-176,7-17-304,3-32-72,-3-26 0,-2-29 0,0-26 0,-2-13 0,-3-5 0,-6-7-424,0-6-728,0-20-1961</inkml:trace>
  <inkml:trace contextRef="#ctx0" brushRef="#br2" timeOffset="153808.534">16418 14913 29246,'0'0'1505,"0"0"-1273,0 0 288,0 0 56,127 14-176,-64-14-184,5 0-144,7-2-72,-1-12 0,23-16-504,-21 7-1168,-10-5-10603</inkml:trace>
  <inkml:trace contextRef="#ctx0" brushRef="#br2" timeOffset="154027.55">17255 14735 28886,'0'0'2193,"0"0"-1937,0 0-16,0 0 112,0 0-200,160-31-152,-81 31-144,-13 0-1160,-7 0-6242</inkml:trace>
  <inkml:trace contextRef="#ctx0" brushRef="#br2" timeOffset="154414.531">18020 14189 29262,'0'0'880,"0"0"-127,0 0-57,70 156-136,-26-87-152,9 8-200,6 8-208,0 1 0,-4-3 0,-7-6 0,-6-10 0,-10-16 0,-7-13 0,-10-16 0,-4-22-440,-2 0-664,-9-20-1097</inkml:trace>
  <inkml:trace contextRef="#ctx0" brushRef="#br2" timeOffset="154692.596">18634 14102 29854,'0'0'1377,"0"0"-985,-132 122 280,47-29-200,-27 37-472,-13 36 0,4 12 0,38-42 0,20-36-1224</inkml:trace>
  <inkml:trace contextRef="#ctx0" brushRef="#br2" timeOffset="155377.907">15800 15700 29510,'0'0'884,"0"0"-493,0 0-208,0 0 81,0 0 48,21 0-43,244-18 180,237-61-103,281-34-187,-283 86-159,66 21 0,-546 6 0,211 9 0,-303 2-547,9-3-828,-1 2-1232</inkml:trace>
  <inkml:trace contextRef="#ctx0" brushRef="#br2" timeOffset="155849.126">17391 15964 30551,'0'0'728,"0"0"-124,0 0-140,-15 15-113,-2 1-307,-58 84-19,-21 165-25,93-261 0,1-1 0,0 1 0,0 0 0,1-1 0,-1 1 0,1 0 0,0 0 0,-1 0 0,2 0 0,-1 0 0,0 0 0,1 0 0,0 0 0,0 0 0,0 0 0,1 0 0,-1 1 0,1-1 0,0 0 0,0 0 0,0-1 0,1 1 0,-1 0 0,1 0 0,0-1 0,0 1 0,0-1 0,1 1 0,-1-1 0,1 0 0,0 0 0,0 0 0,0 0 0,0-1 0,0 1 0,2 0 0,29-1 0,1-2 0,0-1 0,-1-2 0,1-1 0,-1-1 0,0-3 0,0 0 0,-1-2 0,0-2 0,-1-1 0,0-1 0,19-13 0,3 3 0,-24 12 0,48-21 0,0-3 0,-3-3 0,30-23 0,-103 61-50,0 0 1,0 1-1,-1-1 0,1 0 0,-1-1 1,1 1-1,-1 0 0,1 0 1,-1 0-1,0-1 0,1 1 1,-1-1-1,0 1 0,0-1 1,0 0-1,0 1 0,0-1 0,-1 0 1,1 1-1,0-1 0,-1 0 1,1 0-1,-1 0 0,0 0 1,0 0-1,0 1 0,1-1 0,-2 0 1,1 0-1,0-1 50,-4-9-2910</inkml:trace>
  <inkml:trace contextRef="#ctx0" brushRef="#br2" timeOffset="156129.854">17831 15799 30230,'0'0'1401,"0"0"-1113,-43 167 240,18-35-208,-1 52-320,13 23 0,9 4 0,4-55-16,0-61-3505</inkml:trace>
  <inkml:trace contextRef="#ctx0" brushRef="#br2" timeOffset="157976.626">19635 15613 30198,'0'0'569,"0"0"-393,134-2 80,-62-10 40,7-5-96,0-3-112,-2 0-64,-9 2-24,-9-1 0,-9-7-272,-14 6-1137,-15-3-3432</inkml:trace>
  <inkml:trace contextRef="#ctx0" brushRef="#br2" timeOffset="158224.591">20069 15213 29910,'0'0'745,"-30"136"-185,14-53-56,5 1-24,0 1-192,0 12-176,5-4-88,4-22-24,2 4-320,17-24-416,3-21-1777</inkml:trace>
  <inkml:trace contextRef="#ctx0" brushRef="#br2" timeOffset="158486.549">20837 15011 31343,'0'0'720,"0"0"-520,17 131 176,16-60-248,9 8-128,8 1 0,7-1 0,-2-8 0,-3-7 0,-6-13 0,-6-10 0,-12-5 0,-6-9 0,-11-5 0,-4-8 0,-7-14-648,0 0-992,0-18-3890</inkml:trace>
  <inkml:trace contextRef="#ctx0" brushRef="#br2" timeOffset="158674.928">21374 14921 30711,'0'0'752,"-110"106"-400,3 34 192,-43 67-296,-16 30-248,37-45-320,28-50-2993</inkml:trace>
  <inkml:trace contextRef="#ctx0" brushRef="#br2" timeOffset="162418.646">19004 8876 26262,'0'0'2630,"0"0"-1814,0 22-496,-13 994 1191,4 643-959,36-1251-866,19-2 0,28 62 314,-52-373-1538,-18-90 128,-4-4-1444</inkml:trace>
  <inkml:trace contextRef="#ctx0" brushRef="#br2" timeOffset="162771.811">19638 8486 28342,'0'0'1270,"0"0"-869,-6 35-106,-32 328 870,47 1076 143,8-775-1322,-13 1658 14,-11-2282-201,-5-37-806</inkml:trace>
  <inkml:trace contextRef="#ctx0" brushRef="#br1" timeOffset="18431.738">1173 9454 15251,'0'0'12294,"0"0"-9300,0 0-2437,0 0-64,0 0-72,0 0-155,-9 13-132,-179 347 223,80-121-357,11 5 0,11 4 0,-36 178 0,71-181 0,49-223 0,6-27 0,102-298-2986,-64 179-413</inkml:trace>
  <inkml:trace contextRef="#ctx0" brushRef="#br1" timeOffset="18710.858">1083 9586 17092,'7'17'10679,"169"418"-6242,-96-213-4158,-10 4 1,-6 20-280,-60-231 0,18 74 0,-4 1 0,-4 1 0,-4 0 0,-4 19 0,-7-108-12,1 0 0,-1-1 0,0 1 0,-1 0 0,1 0 0,0-1 0,0 1 0,-1-1 0,1 1 0,-1-1 0,1 0 0,-1 1 0,0-1 0,1 0 0,-1 0 0,0 0 0,0 0 0,0-1 0,0 1 0,1 0 0,-1-1 0,0 1 0,0-1 0,0 0 0,0 0 0,-1 0 0,1 0 0,0 0 0,0 0 0,0 0 0,0-1 0,0 1 0,0-1 0,0 1 0,1-1 0,-1 0 0,0 0 0,0 0 0,0 0 0,1 0 0,-1 0 0,0 0 0,1-1 0,-1 1 0,1 0 0,-1-2 12,1 3-12,-58-34-1412,-6-9-1461</inkml:trace>
  <inkml:trace contextRef="#ctx0" brushRef="#br1" timeOffset="18958.22">680 10482 17212,'0'0'12666,"0"0"-12081,0 0-113,118 91-56,-28-72 16,35-5-192,35-14-160,6 0-80,-36-10-424,-38-11-1969</inkml:trace>
  <inkml:trace contextRef="#ctx0" brushRef="#br1" timeOffset="19160.016">1874 10350 30591,'0'0'1328,"0"0"-1256,0 0-56,0 0 72,147 17 152,-59-17-152,8 0-48,3 0-24,-7 0-16,-9 0-56,-8 8-464,-23 4-928,-21-4-1633</inkml:trace>
  <inkml:trace contextRef="#ctx0" brushRef="#br1" timeOffset="19428.767">2273 9853 25517,'0'0'4962,"0"0"-4354,0 0-272,-24 165 152,24-66 72,0 29-264,0 30-296,9 6 0,4-26 0,-4-46 0,-7-46-728</inkml:trace>
  <inkml:trace contextRef="#ctx0" brushRef="#br1" timeOffset="20554.867">3595 9574 30182,'0'0'975,"0"0"-656,0 0-154,-5 17 178,-32 112 120,-11-2-419,-5-2 1,-6-2-1,-5-3 1,-59 82-45,77-126-27,-36 57-127,81-133 148,1 1 0,-1-1-1,1 1 1,0-1 0,-1 1-1,1 0 1,0-1 0,0 1-1,-1-1 1,1 1 0,0 0-1,0-1 1,0 1-1,0 0 1,0-1 0,0 1-1,0 0 1,0-1 0,0 1-1,0 0 1,0-1 0,0 1-1,1-1 1,-1 1 0,0 0-1,0-1 1,1 1 0,-1-1-1,0 1 1,1-1 0,-1 1-1,0-1 1,1 1 0,-1-1-1,1 1 1,-1-1 0,1 1-1,-1-1 1,1 0 0,-1 1-1,1-1 1,0 0 0,-1 1-1,1-1 1,-1 0 0,1 0-1,0 0 1,-1 0 0,1 0-1,0 1 1,-1-1 0,1 0-1,0 0 1,-1-1-1,1 1 1,0 0 0,-1 0-1,1 0 1,-1 0 0,1 0-1,0-1 1,-1 1 0,1 0-1,-1-1 1,1 1 0,0 0 6,3 0-3,72-5-95,-1-3 0,0-3 0,62-18 98,-73 16-21,-19 3 10,99-22 10,1 7 0,1 5 1,86 3 0,-165 17-935,-66-1-279,-1-4-366</inkml:trace>
  <inkml:trace contextRef="#ctx0" brushRef="#br1" timeOffset="20805.556">3768 9928 29718,'0'0'777,"0"0"-481,-33 120 152,16-35 72,-3 31-88,-4 30-144,2 10-112,7-26-88,6-33-64,7-42-24,2-16 0,0 1 0,0-7 0,0-7-224,15-20-296,16-34-520,-3-19-713,-2-12-14786</inkml:trace>
  <inkml:trace contextRef="#ctx0" brushRef="#br1" timeOffset="21068.601">4382 9827 23749,'0'0'7234,"17"102"-6730,10-11-136,14 32-24,12 23 184,6 5-488,-2-12-40,-13-33 0,-13-35 0,-9-20 0,-3-11 0,1 3 0,-2-1 0,-3-1 0,-6-11 0,-7-30-136,-2-4-1000,0-24-1593</inkml:trace>
  <inkml:trace contextRef="#ctx0" brushRef="#br1" timeOffset="21321.104">4871 9935 30767,'0'0'688,"-79"113"-304,11-16 56,-22 29 32,-20 34-456,-6 7-16,9-9 0,26-36 0,32-41 0,6-4 0,18-28-1032,6-15-3377</inkml:trace>
  <inkml:trace contextRef="#ctx0" brushRef="#br1" timeOffset="22192.978">5357 10458 29958,'0'0'745,"0"0"-345,0 0 80,0 0 40,141 32-280,-80-32-152,31 0-88,-13 0-360,-16-6-1817</inkml:trace>
  <inkml:trace contextRef="#ctx0" brushRef="#br1" timeOffset="23611.914">8446 9973 30038,'0'0'1929,"0"0"-1761,0 0-96,0 0 280,43 104-144,-29-70-208,-1 1 0,-9 27-48,-4-9-1096,0-6-2809</inkml:trace>
  <inkml:trace contextRef="#ctx0" brushRef="#br1" timeOffset="23917.278">8582 10843 27254,'0'0'4065,"0"0"-3641,0 0 8,-55 126 160,22-83-592,-11 5 0,-13 1 0,-9 4 0,-41 14 0,15-13-696,9-15-3601</inkml:trace>
  <inkml:trace contextRef="#ctx0" brushRef="#br1" timeOffset="24515.574">10048 10054 29830,'0'0'1194,"0"0"-841,0 0-198,0 0 240,27 14 58,190 80-77,69-3-365,-281-90-11,-1 0 0,0 0 0,1 1 0,-1-1 0,0 1 0,0 0 0,0 1 0,0-1 0,0 0 0,0 1 0,0 0 0,-1 0 0,0 0 0,1 1 0,-1-1 0,0 1 0,-1-1 0,1 1 0,-1 0 0,0 0 0,0 0 0,0 1 0,0-1 0,0 0 0,-1 1 0,0-1 0,0 1 0,0-1 0,-1 1 0,0-1 0,0 1 0,0 0 0,0-1 0,0 1 0,-2 1 0,-2 3 0,-2-1 0,1-1 0,-1 1 0,-1-1 0,1 0 0,-1 0 0,-1-1 0,1 0 0,-1 0 0,0-1 0,0 0 0,0 0 0,-1-1 0,0 0 0,0 0 0,-3 0 0,5-1 0,-413 153 0,347-103-1594,65-47-397</inkml:trace>
  <inkml:trace contextRef="#ctx0" brushRef="#br1" timeOffset="24890.374">11155 9918 27638,'0'0'3479,"0"0"-2509,0 0-734,0 0 79,18 17-198,60 57-105,48 4-12,-93-64 0,52 23 0,-36-17 0,0 2 0,-2 2 0,-1 2 0,0 2 0,15 16 0,-58-43 0,0 1 0,0 0 0,0 0 0,-1 0 0,1 0 0,0 0 0,-1 0 0,0 1 0,0-1 0,0 1 0,0 0 0,0 0 0,0-1 0,-1 1 0,1 0 0,-1 0 0,0 1 0,0-1 0,0 0 0,0 0 0,-1 1 0,1-1 0,-1 0 0,0 0 0,0 1 0,0-1 0,0 0 0,-1 1 0,1-1 0,-1 0 0,0 1 0,0 0 0,-113 66 0,77-53 0,-483 242-247,479-237-986</inkml:trace>
  <inkml:trace contextRef="#ctx0" brushRef="#br1" timeOffset="25264.631">13612 9918 30591,'0'0'840,"0"0"-456,0 0 112,0 0-40,0 0-456,0 0 0,39 106 0,-39-72 0,-13-7-1000,-2-1-4833</inkml:trace>
  <inkml:trace contextRef="#ctx0" brushRef="#br1" timeOffset="25542.888">13570 10687 31239,'0'0'832,"0"0"-512,0 0 56,-72 134-376,2-83 0,-77 34 0,7-10 0,-18 4-1320</inkml:trace>
  <inkml:trace contextRef="#ctx0" brushRef="#br1" timeOffset="26247.319">12170 9855 30406,'0'0'1086,"0"0"-758,0 0-165,0 0 229,23 15-63,151 100-266,-150-100-63,0 1 0,-1 1 0,0 2 0,-2 0 0,0 1 0,11 15 0,-28-30 0,1 1 0,-1 0 0,-1-1 0,1 1 0,-1 0 0,0 1 0,0-1 0,-1 1 0,1-1 0,-2 1 0,1 0 0,-1 0 0,0-1 0,0 1 0,-1 0 0,0 0 0,0 0 0,0 0 0,-1 0 0,0 0 0,-1 0 0,1 0 0,-1-1 0,-1 1 0,1-1 0,-1 1 0,0-1 0,-1 0 0,1 0 0,-2 1 0,-31 37 0,-1-1 0,-3-2 0,-1-1 0,-1-3 0,-38 25 0,-60 55 0,74-38 0,66-78 0,-1 0 0,1 0 0,0 0 0,-1 0 0,1 1 0,0-1 0,0 0 0,0 0 0,0 0 0,0 1 0,0-1 0,0 0 0,0 0 0,0 0 0,0 0 0,1 1 0,-1-1 0,1 0 0,-1 0 0,0 0 0,1 0 0,0 0 0,-1 0 0,1 0 0,0 0 0,-1 0 0,1 0 0,0-1 0,0 1 0,0 0 0,0 0 0,0-1 0,0 1 0,0 0 0,0-1 0,0 1 0,0-1 0,0 1 0,0-1 0,0 0 0,1 0 0,-1 1 0,0-1 0,0 0 0,0 0 0,0 0 0,1 0 0,-1 0 0,45 4 0,1-2 0,-1-2 0,0-2 0,1-2 0,-1-2 0,36-10 0,207-60-79,-226 56-314</inkml:trace>
  <inkml:trace contextRef="#ctx0" brushRef="#br1" timeOffset="23035.812">6585 9793 29742,'0'0'1211,"0"0"-768,0 0-176,0 0 210,13 22-23,107 149-281,-50-93-173,67 75 0,109 158 0,-122-107 0,-124-204-1,-1 0 0,0-1 0,0 1 0,1 0 0,-1 0 0,0 0 0,0-1 0,1 1 0,-1 0 0,0 0 0,0 0 0,0 0 0,1 0 0,-1 0 0,0 0 0,0 1 0,1-1 0,-1 0 0,0 0 0,0 1 0,1-1 0,-1 0 0,0 1 0,1-1 0,-1 1 0,0-1 0,1 1 0,-1-1 0,1 1 0,-1-1 0,1 1 1,-1-1-1,1 1 0,-1 0 0,1-1 0,0 1 0,-1 0 0,1 0 0,0-1 0,-1 1 0,1 0 0,0 0 0,0-1 0,0 1 0,0 0 0,0 0 0,0-1 0,0 1 0,0 0 0,0 0 0,0 0 0,0-1 0,0 1 0,1 0 0,-1 0 0,0-1 0,1 1 0,-1 0 0,0-1 0,1 1 0,-1 0 0,1-1 0,-1 1 0,1-1 0,-1 1 0,1 0 0,0-1 1,-54-33-1654,24 1-1235</inkml:trace>
  <inkml:trace contextRef="#ctx0" brushRef="#br1" timeOffset="23268.786">7411 9752 20100,'0'0'10899,"0"0"-10283,0 0-120,-90 144 80,44-81-496,-9 10-80,-17 20 0,-24 25 0,-21 22 0,10-10 0,22-27 0,32-32 0,22-30 0,7 3 0,4-9-760,9-11-2049</inkml:trace>
  <inkml:trace contextRef="#ctx0" brushRef="#br1" timeOffset="30346.788">568 11839 26094,'0'0'1400,"0"0"-968,0 0 768,0 0-608,0 0 169,0 0-193,77 55-200,-23-53 32,41-2-56,41-8-128,37-21-104,11-3-72,-13 7-24,-24 7-16,-51 10-416,-26 2-1232</inkml:trace>
  <inkml:trace contextRef="#ctx0" brushRef="#br1" timeOffset="30950.738">3137 11618 29566,'0'0'680,"0"0"-495,0 0-129,0 0 312,0 0 56,140 10-240,-46-10-80,36 0-32,30-10-16,11-2-8,-7 2-48,-17 4-32,-48 5-336,-23-3-1209</inkml:trace>
  <inkml:trace contextRef="#ctx0" brushRef="#br1" timeOffset="31588.383">6037 11689 16123,'0'0'11443,"0"0"-10331,0 0-352,0 0-216,0 0-79,0 0-105,0 0-80,57 0 72,24 0-112,44 0-80,39-10-16,20-9-16,-4-3-72,-24 4-32,-27 4-24,-24 2-232,-33 3-608,-25-3-3681</inkml:trace>
  <inkml:trace contextRef="#ctx0" brushRef="#br1" timeOffset="32274.049">10054 11636 20036,'0'0'5888,"0"0"-3847,0 0-993,0 0-131,0 0-184,0 0-257,-2-4-211,-8-12-117,7 12-51,10 10 195,86 7 70,1085-20 102,-1141 7-479,86-2-65,-1 5 1,0 5-1,0 6 1,45 13 79,-70-1-1546,-32-5-2728</inkml:trace>
  <inkml:trace contextRef="#ctx0" brushRef="#br1" timeOffset="-11835.632">5419 810 30406,'0'0'635,"0"0"-280,0 0 32,24 18-15,79 60-67,-90-72-289,-1 1-1,0 0 0,-1 1 1,0 0-1,0 1 0,-1 0 1,0 1-1,-1 0 0,0 1 1,0 0-1,-1 0 0,0 0 1,-1 1-1,-1 1 0,0-1 1,-1 1-1,0 0 0,0 0 1,-2 0-1,2 9-15,-4 0 0,-1 0 1,-1-1-1,-1 1 1,-1-1-1,-1 0 0,-1 1 1,-1-2-1,0 1 0,-2-1 1,0 0-1,-1 0 1,-1-1-1,-1 0 0,-8 9 0,-21 27-51,-1-1 0,-3-3 0,-3-2 0,-3 0 51,-156 125-105,199-166 93,21-12-23,286-139-6,-258 125 41,1 3 0,0 1 0,1 2 0,0 2 0,0 2 0,1 2 0,12 1 0,-53 5 1,-1-1 0,1 1 0,-1 0 1,1 0-1,-1 0 0,1 0 0,-1 0 0,1 1 0,-1 0 0,0 0 1,1 0-1,-1 0 0,0 0 0,1 1 0,-1-1 0,0 1 0,0 0 1,0 0-1,-1 0 0,1 0 0,0 0 0,-1 1 0,1-1 0,-1 1 1,0 0-1,0 0 0,0-1 0,0 2 0,0-1 0,-1 0 1,0 0-1,1 0 0,-1 1 0,0-1 0,-1 0 0,1 1 0,0-1 1,-1 1-1,0-1 0,0 1 0,0-1 0,0 1 0,-1 2-1,-1 19 11,-1-1 0,-1 0 1,-1 0-1,-1 0 0,-1-1 0,-1 0 0,-1 0 0,-1-1 0,-1 0 0,-1-1 1,-1 0-1,-3 1-11,-3 12 6,-30 55 4,-4-3 0,-4-2-1,-3-2 1,-54 55-10,56-87-279,48-78-946,10-9-732</inkml:trace>
  <inkml:trace contextRef="#ctx0" brushRef="#br1" timeOffset="-11541.153">6333 1325 30607,'0'0'926,"9"17"-560,187 288 502,256 335-868,-410-573 0,-77-164-2310,11 37-309</inkml:trace>
  <inkml:trace contextRef="#ctx0" brushRef="#br1" timeOffset="-11262.628">7073 1360 30783,'0'0'728,"-122"154"-248,8-22-56,-20 22-72,-6 2-352,2-4 0,15-16 0,9-10 0,9-21 0,32-36-352,14-30-3601</inkml:trace>
  <inkml:trace contextRef="#ctx0" brushRef="#br1" timeOffset="-13709.477">2525 707 23373,'0'0'6236,"0"0"-4590,0 0-1321,-10 25 99,-157 344 339,53-126-763,2-15 0,10 5 0,11 3 0,-33 148 0,113-336 0,1 0 0,3 1 0,2 0 0,2 26 0,11-69-171,4-35-23,64-191-2716,-36 96-1641</inkml:trace>
  <inkml:trace contextRef="#ctx0" brushRef="#br1" timeOffset="-13427.1">2701 605 29582,'12'26'858,"110"270"455,-19 39-975,-14 4 0,-15 4 0,-11 33-338,-57-254 0,-6-119 0,0-1-1,0 0 1,1 0-1,-1-1 1,0 1-1,0 0 1,0 0-1,0 0 1,0 0 0,-1-1-1,1 1 1,0 0-1,-1 0 1,0 0-1,1-1 1,-1 1-1,0 0 1,0-1 0,0 1-1,0-1 1,0 1-1,0-1 1,0 1-1,-1-1 1,1 0-1,0 0 1,-1 1 0,1-1-1,-1 0 1,1 0-1,-1-1 1,0 1-1,0 0 1,-100 4-1495,46-7-1132</inkml:trace>
  <inkml:trace contextRef="#ctx0" brushRef="#br1" timeOffset="-13145.349">1995 1871 29990,'0'0'681,"0"0"-281,114 44-16,-18-29-8,42-7-72,42-8-128,17 0-176,-41-8 0,-42-4-1056</inkml:trace>
  <inkml:trace contextRef="#ctx0" brushRef="#br1" timeOffset="-12849.594">3615 1554 29910,'0'0'817,"0"0"-497,0 0-192,0 0 384,166 3-80,-43-22-176,-2-5-104,-12 0-72,-17 7-64,-22 5-16,3 0 0,1 0-168,-10 4-408,-20 2-913,-22 2-6120</inkml:trace>
  <inkml:trace contextRef="#ctx0" brushRef="#br1" timeOffset="-12598.861">4108 974 23501,'0'0'7378,"0"0"-6858,-31 136-168,22-22 152,9 38-24,0 14-448,3-7-32,10-16 0,0-23 0,-4-23 0,-1-23 0,-1-22 0,0 1 0,-5-10-432,-2-9-3433</inkml:trace>
  <inkml:trace contextRef="#ctx0" brushRef="#br1" timeOffset="-10638.02">8126 1165 28430,'0'0'896,"0"0"-312,0 0 201,0 0-193,0 0-80,0 0-128,98 97-128,-80-68-112,-3 5-96,-4 9-24,-7 38-24,-4-10-488,0-4-1993</inkml:trace>
  <inkml:trace contextRef="#ctx0" brushRef="#br1" timeOffset="-10453.128">8411 2167 27630,'0'0'4329,"0"0"-3657,-44 120-536,4-55-136,-10 6 0,-14 10 0,-41 36 0,15-21 0,5-15-872</inkml:trace>
  <inkml:trace contextRef="#ctx0" brushRef="#br2" timeOffset="129111.835">2232 3260 23253,'0'0'3851,"0"0"-2296,0 0-1084,0 0-195,0 0 35,6-3-42,36-11-77,2 2 0,-1 1-1,2 3 1,-1 1 0,1 3 0,0 1-1,0 2 1,0 3 0,9 2-192,52-2 99,634-45 452,3 1-434,-476 44-120,462-14 294,415-27-291,-1073 30-1000,-66-2-1889</inkml:trace>
  <inkml:trace contextRef="#ctx0" brushRef="#br1" timeOffset="-9552.327">9800 1429 29654,'0'0'1366,"0"0"-622,0 0-286,0 0-89,3 7-214,5 1-154,0-1 0,0 0 0,0 0 0,1-1 0,0 0 0,1-1 0,-1 1 0,1-2 0,0 0 1,0 0-1,0-1 0,1 0 0,-1 0 0,1-1 0,0-1 0,-1 0 0,1 0 0,4-1-1,13 4 2,161 24-2,-55-10 0,-2 6 0,84 28 0,-208-50 0,-7-2 0,0-1 0,0 1 0,1-1 0,-1 1 0,0 0 0,0 0 0,1 0 0,-1 0 0,0 0 0,1 0 0,-1 0 0,0 0 0,0 0 0,1 1 0,-1-1 0,0 0 0,0 1 0,0-1 0,1 1 0,-1-1 0,0 1 0,0 0 0,0-1 0,0 1 0,0 0 0,0 0 0,0 0 0,0 0 0,-1 0 0,1 0 0,0 0 0,0 0 0,-1 0 0,1 0 0,-1 0 0,1 0 0,-1 1 0,1-1 0,-1 0 0,0 0 0,1 1 0,-1-1 0,0 0 0,0 0 0,0 1 0,0-1 0,0 0 0,0 0 0,-1 1 0,1-1 0,0 0 0,-1 0 0,1 1 0,-1-1 0,1 0 0,-1 0 0,-165 99 0,-444 270-5,525-333-2344,84-38-762</inkml:trace>
  <inkml:trace contextRef="#ctx0" brushRef="#br1" timeOffset="-9177.096">10883 1295 30519,'0'0'661,"0"0"-289,0 0 66,20 11-53,-4-2-321,134 50 244,-127-55-302,14 0-4,-1 3-1,0 0 0,0 2 1,-1 2-1,0 1 0,-1 2 1,-1 2-1,0 0 1,-1 2-1,2 4-1,-30-20 0,0 1 0,0 0 0,-1 0 0,0 1 0,1-1 0,-1 1 0,-1-1 0,1 1 0,0 0 0,-1 0 0,0 0 0,0 0 0,0 1 0,0-1 0,-1 0 0,0 1 0,1 0 0,-2-1 0,1 1 0,-1-1 0,1 1 0,-1 0 0,0-1 0,-1 1 0,1 0 0,-1-1 0,0 1 0,0-1 0,-2 4 0,-79 85 0,-449 361-975,503-427-979</inkml:trace>
  <inkml:trace contextRef="#ctx0" brushRef="#br1" timeOffset="-8653.869">12196 1171 29886,'0'0'1121,"0"0"-787,0 0-104,17 17 147,125 103 203,-108-100-491,-9-6-74,-1 0 0,0 1 0,-1 1 0,-1 1 0,0 2 0,-2 0 0,0 1 0,-1 0 0,-1 2 0,7 12-15,-21-27 0,0 1 0,-1 0 1,0 0-1,0 0 0,-1 0 0,0 0 1,0 1-1,-1-1 0,0 1 0,-1-1 1,0 1-1,0-1 0,-1 1 0,0-1 0,0 0 1,-1 1-1,0-1 0,-1 0 0,0 0 1,0 0-1,0 0 0,-1-1 0,-2 3 0,-126 153-85,125-156 73,-394 356-673,348-302 1358,53-60-671,0 0 0,1-1 0,-1 1 0,0 0 0,0 0 0,1 0 0,-1 0 0,1-1 0,-1 1 0,1 0 0,-1 0 0,1-1 0,-1 1 0,1 0 0,-1-1 0,1 1 0,0-1 0,-1 1 0,1-1 0,0 1 0,0-1 0,-1 1 0,1-1 0,0 0 0,0 1 0,0-1 1,0 0-1,-1 0 0,1 1 0,0-1 0,0 0 0,0 0 0,0 0 0,0 0 0,0 0 0,0 0 0,-1-1 0,1 1 0,0 0 0,0 0 0,0-1 0,0 1 0,-1 0 0,1-1 0,0 1 0,0-1 0,-1 1 0,1-1-2,7 1 7,43-7-7,-1-2 0,0-3 0,0-1 0,-2-3 0,46-21 0,-6 4 0,2 0-32,1 4-1,2 4 1,46-5 32,-99 24-1421,-12 0-3830</inkml:trace>
  <inkml:trace contextRef="#ctx0" brushRef="#br1" timeOffset="-8376.239">13730 2639 32111,'0'0'656,"0"0"-656,0 0 0,0 0 0,0 0 0,0 0-4457</inkml:trace>
  <inkml:trace contextRef="#ctx0" brushRef="#br1" timeOffset="-7252.032">13513 1202 29246,'0'0'1313,"0"0"-841,0 0 160,0 0-184,101 113-40,-77-84-192,3 5-184,-3 5-32,-2 23-200,-5-9-936,-10-4-4185</inkml:trace>
  <inkml:trace contextRef="#ctx0" brushRef="#br1" timeOffset="-7003.084">13772 2327 30711,'0'0'848,"0"0"-320,0 128-48,-13-73-280,-7 1-200,-8 1 0,-10 4 0,-14 6 0,-27 22 0,-57 23 0,13-15-200,-4-16-3073</inkml:trace>
  <inkml:trace contextRef="#ctx0" brushRef="#br2" timeOffset="130015.37">10526 2905 27910,'0'0'752,"0"0"-544,0 0 368,0 0 64,0 0-119,0 0-169,162 6-152,-70-4-80,50 0-8,62 4 80,29 0-32,3 7-96,-19 9-64,-35 8-8,-4-3-328,-47-3-777,-30-8-1671</inkml:trace>
  <inkml:trace contextRef="#ctx0" brushRef="#br2" timeOffset="131878.242">2315 3410 28134,'0'0'1394,"0"0"-962,20-24-268,68-75-18,-70 82-95,1 1-1,0 0 0,1 2 0,1 0 1,0 2-1,1 0 0,0 1 0,1 2 0,0 0 1,0 1-1,8 0-50,-3-1 22,105-30 16,3 5 0,0 6-1,2 7 1,22 3-38,-24 7 88,0 6 0,0 6 0,0 6 0,75 15-88,239 42 153,50-16-153,863 27 274,160-16-162,239-1 175,-1437-27-215,520 35 22,1098-54 269,-1526 20-339,-409-31-103,1 0 1,-1 0-1,0 1 1,0-1-1,0 2 1,0-1-1,0 1 1,0 1-1,-1 0 1,0 0-1,1 0 1,-2 0-1,1 1 1,0 1-1,0 0 79,4 10-2383</inkml:trace>
  <inkml:trace contextRef="#ctx0" brushRef="#br2" timeOffset="151497.287">14445 15520 30463,'0'0'1192,"0"0"-1024,0 0-88,0 0 96,0 0-32,0 0-144,0 0-72,92 113-544,-83-82-1697</inkml:trace>
  <inkml:trace contextRef="#ctx0" brushRef="#br2" timeOffset="151682.875">14287 16134 27262,'0'0'3521,"0"0"-3081,0 0-264,0 0-176,173 41-368,-109-41-2569</inkml:trace>
  <inkml:trace contextRef="#ctx0" brushRef="#br1" timeOffset="14127.681">13776 7667 28206,'156'22'0,"22"-5"-792,-16-9 440,-37-4 168,-22-4-1129</inkml:trace>
  <inkml:trace contextRef="#ctx0" brushRef="#br1" timeOffset="15878.023">12284 7738 27678,'142'20'920,"25"3"-528,-9-3 16,6-4 192,9-4-264,9-6-127,2-5-209,9-1-72,0-1-473,-51-11-271,-32 2-1032</inkml:trace>
  <inkml:trace contextRef="#ctx0" brushRef="#br1" timeOffset="4380.076">914 4917 21061,'0'0'7584,"0"0"-5726,0 0-1652,-18 12-67,1-1-90,3-3-1,1 1 1,0 0-1,0 1 1,1 1-1,0 0 1,1 0-1,0 1 1,1 1-1,-1 2-48,-49 85 188,5 1 0,4 3-1,5 3 1,-32 108-188,5 28 88,10 3-1,-14 150-87,63-283-644,37-113-1497,-1-23-119</inkml:trace>
  <inkml:trace contextRef="#ctx0" brushRef="#br1" timeOffset="4643.902">829 5156 29478,'0'0'896,"83"185"-199,-13-17-273,9 29-16,-4 4-48,-10-15-136,-19-27-128,-15-18-72,-13-39-24,-12-31-184,-6-26-160,0-25-440,0-6-1601</inkml:trace>
  <inkml:trace contextRef="#ctx0" brushRef="#br1" timeOffset="4832.309">371 5753 29974,'0'0'545,"0"0"-393,136 93-104,-5-52-8,60-9-40,24-16 0,-42-12-401,-42-4-1687</inkml:trace>
  <inkml:trace contextRef="#ctx0" brushRef="#br1" timeOffset="5081.088">1848 5785 30238,'0'0'1545,"0"0"-1441,0 0-64,147 22 8,-33-20 88,0-2-24,-9 0-96,-15-2-16,-9-18-344,-11 0-352,-11-2-1641</inkml:trace>
  <inkml:trace contextRef="#ctx0" brushRef="#br1" timeOffset="5362.751">2207 5337 28990,'0'0'1096,"0"124"-271,0-11-337,16 39 72,-1 11-152,0-9-208,-6-31-120,-4-41-80,-1-24 0,16-5-400,-1-12-624,3-11-1801</inkml:trace>
  <inkml:trace contextRef="#ctx0" brushRef="#br1" timeOffset="5614.353">2852 5465 30703,'0'0'1216,"66"101"-744,-14-32-112,14 14-344,6 4-16,7 3 0,0-5 0,-2-12 0,-5-14 0,-8-23 0,-3-36-176,-17-6-1672,-11-30-6162</inkml:trace>
  <inkml:trace contextRef="#ctx0" brushRef="#br1" timeOffset="5615.353">3494 5308 20420,'0'0'9922,"0"0"-9241,0 0-169,-129 187 64,43-55-136,-15 42-264,12 5-176,27-41-176,25-39-1192</inkml:trace>
  <inkml:trace contextRef="#ctx0" brushRef="#br1" timeOffset="5955.98">4022 5943 29726,'0'0'1465,"0"0"-1313,0 0-56,167 4 208,-38-4 24,1-8-128,-14-4-144,-13-2-56,-9-17-464,-13 3-1305,-15-6-19083</inkml:trace>
  <inkml:trace contextRef="#ctx0" brushRef="#br1" timeOffset="6207.958">4496 5523 30615,'0'0'736,"0"0"-416,-42 128 32,31-53 0,2 23-104,5 25-152,4-11-64,0-13-32,4-12-360,16-40-784,4-18-1929</inkml:trace>
  <inkml:trace contextRef="#ctx0" brushRef="#br1" timeOffset="6459.469">5173 5497 30310,'0'0'681,"0"0"-180,23 18-102,75 65 6,-93-77-381,1 0 0,-1 1-1,-1 0 1,1 0 0,-1 0-1,0 1 1,-1-1 0,0 1-1,0 0 1,0 0 0,-1 0-1,0 0 1,-1 0 0,0 0-1,0 1 1,-1-1 0,0 0-1,0 1 1,-1-1 0,-2 8-24,2 7-3,-3 5 3,-1-1 0,-2 1 0,0-1 1,-2 0-1,-1-1 0,-1 0 0,-1-1 0,-1 0 0,-13 17 0,-46 104-21,70-145 21,1 1 0,0-1 0,0 1 0,0 0 0,0-1 0,0 1 0,0 0 0,0 0 0,0 0 0,1 0 0,-1 0 0,1 0 0,0 0 0,-1 0 0,1 0-1,0 0 1,0 0 0,0 0 0,0 0 0,1 0 0,-1 0 0,1 0 0,-1 0 0,1-1 0,-1 1 0,1 0 0,0 0 0,0 0 0,0 0 0,0-1 0,0 1 0,0-1 0,1 1 0,-1-1 0,1 1 0,-1-1 0,1 1 0,-1-1 0,1 0 0,0 0 0,-1 0 0,3 1 0,20 2 2,0-1 0,0-1 0,1-1 0,-1-1 0,1-1 0,-1-1 1,0-2-1,0 0 0,0-1 0,13-6-2,1-1-108,0-2 0,0-1 0,-2-3 0,0 0 1,26-20 107,82-74-3755,-68 39-5194</inkml:trace>
  <inkml:trace contextRef="#ctx0" brushRef="#br1" timeOffset="6723.352">5964 5308 17292,'0'0'13243,"0"0"-12499,73 110-272,-8-21-168,32 29 136,30 24-168,5 2-272,-18-25 0,-36-37 0,-32-34 0,-13-13 0,0-5 0,2-16 0,-4-8-384,-18-6-1440</inkml:trace>
  <inkml:trace contextRef="#ctx0" brushRef="#br1" timeOffset="7000.413">6633 5296 27702,'0'0'3833,"-72"112"-3329,-3-1-208,-28 46 16,-18 23-192,5-6-120,0-19 0,37-54-552,16-36-4793</inkml:trace>
  <inkml:trace contextRef="#ctx0" brushRef="#br1" timeOffset="7481.599">0 5004 25814,'0'0'2805,"0"0"-1871,0 0-694,38 13 85,361 112 501,1986 601 842,255 98-1513,-2380-750-155,497 160 0,-707-214 0,-36-5-1267,-14-14-491</inkml:trace>
  <inkml:trace contextRef="#ctx0" brushRef="#br1" timeOffset="7842.633">6964 4812 27254,'0'0'1368,"0"0"-448,0 0-31,0 0 199,0 0-576,0 0-216,-221-13-40,-12 76-72,-80 33-184,-80 40 0,-67 36 0,-51 31 0,-83 48 0,-72 43 0,-51 45 0,-30 34 0,177-87-1200,101-47-1593</inkml:trace>
  <inkml:trace contextRef="#ctx0" brushRef="#br1" timeOffset="13847.148">1414 7426 28486,'79'15'250,"142"28"915,2-10 1,184 3-1166,-225-36-110,-1-9 1,1-7 0,56-17 109,370-79-2286,379-56-335,-508 120 5324,439 13-2703,-293 39 1342,806-14-1177,-254-7-1480,-1033 17 162</inkml:trace>
  <inkml:trace contextRef="#ctx0" brushRef="#br1" timeOffset="15052.034">197 8125 29582,'0'0'776,"156"0"-559,0-14-145,28-12-40,15-7-32,-4-7-224,-8-3-401,-40 7-1007,-29 5-256</inkml:trace>
  <inkml:trace contextRef="#ctx0" brushRef="#br1" timeOffset="15335.714">3772 7754 29734,'147'2'0,"31"-2"-632,34 0-1816,-5-4 567,-65-8 209,-26 0 128</inkml:trace>
  <inkml:trace contextRef="#ctx0" brushRef="#br1" timeOffset="15613.782">7106 7762 27502,'167'0'992,"-18"0"-992,-39 0-1536</inkml:trace>
  <inkml:trace contextRef="#ctx0" brushRef="#br1" timeOffset="15614.782">9925 7767 28070,'136'10'672,"22"-2"-480,-7-8-144,9 0-48,-35 0-304,-18 0-1168</inkml:trace>
  <inkml:trace contextRef="#ctx0" brushRef="#br2" timeOffset="132465.07">10583 4544 26798,'0'0'2416,"0"0"-1632,0 17-496,-9 193 673,-97 427-732,106-635-229,-4 19-3,2 0 0,1 1 0,1 0-1,0-1 1,2 1 0,0-1 0,2 0 0,1 3 3,1-16 0,0 0 1,0 0-1,1-1 0,0 0 1,1-1-1,0 0 1,0 0-1,0 0 0,0-1 1,1 0-1,0-1 1,0 0-1,0 0 0,1-1 1,-1 0-1,1-1 1,-1 0-1,1 0 0,0-1 1,0-1-1,0 1 1,0-1-1,8-2 0,446 9 29,-367-7 68,-1-4-1,0-4 0,0-4 1,2-5-97,192-58 651,57-33-651,-239 73-35,-87 29-169,-7 2-130,0 1-1,0-2 1,-1 0 0,1-1-1,-1 0 1,0-1-1,-1 0 1,0-1 0,0 0-1,-1-1 1,3-3 334,0-10-5652</inkml:trace>
  <inkml:trace contextRef="#ctx0" brushRef="#br2" timeOffset="132731.212">12198 5053 30863,'0'0'521,"0"0"-409,0 0-88,27 11 41,192 64 73,-175-66-119,8 2 46,0 1 1,-1 3 0,-1 2-1,39 19-65,-85-35 8,0 0 0,0 1 0,0 0-1,-1 0 1,1 0 0,-1 0 0,1 0 0,-1 1-1,1-1 1,-1 1 0,0 0 0,-1 0 0,1 0 0,0 0-1,-1 1 1,1-1 0,-1 1 0,0 0 0,-1-1-1,1 1 1,0 0 0,-1 0 0,0 0 0,0 0-1,0 0 1,-1 0 0,1 0 0,-1 1 0,0-1-1,0 0 1,0 0 0,-1 0 0,0 0 0,1 0 0,-1 1-1,-1-1 1,1-1 0,-1 1 0,1 0 0,-1 0-1,0 0 1,0-1 0,-1 1 0,1-1 0,-1 0-1,0 0 1,0 0 0,0 0 0,-1 1-8,-37 34-19,-3-2-1,0-1 1,-3-3-1,0-1 1,-11 2 19,1 2-164,-65 37-734,23-19-1140</inkml:trace>
  <inkml:trace contextRef="#ctx0" brushRef="#br0" timeOffset="173576.621">2087 4566 22693,'0'0'5808,"0"0"-4105,0 0-1278,0 0-58,0 0 46,-15 0-19,-49 2-82,-2 31-81,56-24-214,-28 30 14,2 2 1,1 1-1,3 1 1,1 2-1,3 2 1,1 0-1,3 2 1,-2 9-32,-1 2 8,2 1 1,3 1-1,3 1 1,3 1-1,2 0 1,3 1-1,4 0 1,1 1-1,4-1 0,3 1 1,3 0-1,2-1 1,3 1-1,3-2 1,3 0-1,3 0 1,2-2-1,26 53-8,-38-98 0,1-1 0,0 0 0,1-1 0,0 1 0,2-2 0,-1 0 0,2 0 0,0-1 0,1-1 0,0 0 0,0-1 0,2 0 0,-1-1 0,1-1 0,0-1 0,1 0 0,0-1 0,1-1 0,15 4 0,-16-6 0,-1-1 0,0 0 0,1-1 0,-1-1 0,1 0 0,-1-1 0,1-1 0,-1-1 0,1 0 0,-1-2 0,0 1 0,0-2 0,0 0 0,0-1 0,-1-1 0,2-1 0,30-26 0,-1-1 0,-2-3 0,-1-1 0,-3-3 0,-1-1 0,-2-1 0,-2-3 0,-2-1 0,-2-1 0,-3-1 0,9-23 0,-12 24 0,-1-2 0,-3 0 0,-2-1 0,-2-1 0,-2-1 0,-3-1 0,0-13 0,-8 38 0,-2 1 0,0-1 0,-2 0 0,-1 0 0,-2 1 0,0-1 0,-2 1 0,-1 0 0,-2 0 0,-1 1 0,-1 0 0,-1 0 0,-1 1 0,-5-5 0,6 17 0,0 1 0,-1 1 0,0 0 0,-1 0 0,-1 1 0,0 1 0,0 0 0,-1 1 0,-1 1 0,0 0 0,0 1 0,0 1 0,-1 0 0,0 1 0,0 1 0,-1 1 0,0 1 0,1 0 0,-1 1 0,0 1 0,0 0 0,0 1 0,0 2 0,0 0 0,0 0 0,0 2 0,1 0 0,-1 1 0,1 1 0,0 0 0,1 2 0,-12 6 0,-22 12-268,1 3 0,1 2 0,2 1 1,1 3-1,2 2 0,0 3 268,0 0-2546</inkml:trace>
  <inkml:trace contextRef="#ctx0" brushRef="#br0" timeOffset="174306.49">4557 4742 28070,'0'0'663,"-19"-4"-318,-131-12 197,129 22-458,1 1 0,0 0-1,1 2 1,-1 1 0,2 0 0,-1 1 0,2 1 0,-1 0 0,2 2 0,0 0 0,0 1 0,2 0 0,0 1 0,0 1 0,2 0 0,0 1 0,-5 11-84,-25 32 86,2 1-1,4 2 1,2 1 0,3 2 0,3 1 0,3 1 0,3 2 0,4 0 0,2 1 0,3 1 0,4 0 0,2 15-86,1-13 17,4-1 1,3 1-1,3 0 1,3-1 0,4 0-1,2-1 1,4 0-1,3-1 1,4-1 0,3 1-18,-23-60 3,0-1 0,1 0 0,1-1 0,0 1 1,0-1-1,1 0 0,0-1 0,1 1 1,0-2-1,0 1 0,1-1 0,0 0 0,1-1 1,-1 0-1,2 0 0,-1-1 0,10 4-3,2-4 3,1 0 0,-1-2-1,1-1 1,0 0 0,0-2-1,0-1 1,22-2-3,-7 0 0,0-2-1,-1-2 1,1-2 0,-1-1 0,-1-1-1,1-2 1,-2-2 0,0-1 0,-1-2-1,0-1 1,-2-2 0,0-1-1,-1-2 1,-1-1 0,-2-1 0,0-1-1,-2-2 1,0 0 0,-2-2 0,3-8 0,5-8 2,-1-1 1,-3-2 0,-2-1 0,-2-1 0,-3-2 0,-1 0-1,-3 0 1,-3-2 0,-2 0 0,-2-1 0,-3 1 0,-2-2 0,-2 1-1,-3 0 1,-5-28-3,3 69-1,-2-1-1,1 0 0,-2 1 0,0 0 1,-1 0-1,-1 0 0,0 1 0,-1 0 1,0 0-1,-1 1 0,-1 0 0,0 1 1,-1 0-1,0 0 0,0 1 0,-2 0 1,1 2-1,-1-1 0,-1 1 0,1 1 1,-1 0-1,-1 1 0,0 1 0,0 0 1,0 1-1,-13-2 2,-281-48-1251,171 51-1219</inkml:trace>
  <inkml:trace contextRef="#ctx0" brushRef="#br2" timeOffset="56037.794">9721 13413 28294,'0'0'2329,"0"0"-2073,0 0-24,0 0 200,-8 115-16,8-78-200,0 3-96,0 5-80,0 4-40,-7 20-64,-2-11-664,-2-11-2769</inkml:trace>
  <inkml:trace contextRef="#ctx0" brushRef="#br2" timeOffset="56321.564">9846 14210 29806,'0'0'1209,"0"0"-881,0 0-16,-114 119 40,73-80-216,-3-2-136,9-3-208,4-8-216,14-9-977,8-11-3160</inkml:trace>
  <inkml:trace contextRef="#ctx0" brushRef="#br2" timeOffset="57547.77">13502 13526 31599,'0'0'760,"0"0"-552,0 0-72,0 0-72,0 0-64,0 0 0,64 152-88,-49-97-1112,-4-4-2921</inkml:trace>
  <inkml:trace contextRef="#ctx0" brushRef="#br2" timeOffset="57768.38">13616 14161 29710,'0'0'1617,"0"0"-977,0 0 96,-15 104-672,6-70-64,-6 1 0,-29 19 0,5-11 0,-7-3-888</inkml:trace>
  <inkml:trace contextRef="#ctx0" brushRef="#br2" timeOffset="56600.36">10554 13674 29390,'0'0'808,"0"0"-81,0 0-191,23 19-11,74 63-91,80 20-87,-175-97-347,1 0 0,-1 0 0,0 0 0,0 0 0,-1 1 0,0-1 0,1 0 0,-2 1 0,1-1 0,-1 1 0,1-1 0,-2 1 0,1-1 0,-1 1 0,1-1 0,-1 1 0,-1-1 0,1 0 0,-1 1 0,0-1 0,0 0 0,-1 0 0,1 0 0,-1-1 0,0 1 0,-1-1 0,1 1 0,-1-1 0,1 0 0,-1 0 0,-1-1 0,1 1 0,0-1 0,-1 0 0,-2 1 0,-206 176-1995,180-159 69</inkml:trace>
  <inkml:trace contextRef="#ctx0" brushRef="#br2" timeOffset="56848.967">11232 13827 19012,'0'0'10160,"0"0"-7751,0 0-2034,22 4-37,147 20 111,21 18-425,-188-41-24,0-1 0,0 1 0,0 0 0,0 0 0,-1 0 0,1 0 0,0 0 0,-1 0 0,1 0 0,-1 0 0,1 1 0,-1-1 0,0 1 0,1-1 0,-1 1 0,0-1 0,0 1 0,0 0 0,0 0 0,0-1 0,-1 1 0,1 0 0,0 0 0,-1 0 0,0 0 0,1 0 0,-1 0 0,0 0 0,0 0 0,0 0 0,0 0 0,0 0 0,0 0 0,-1-1 0,1 1 0,-1 0 0,1 0 0,-1 0 0,0 0 0,0 0 0,-53 62 0,-151 103-1219,146-118-603</inkml:trace>
  <inkml:trace contextRef="#ctx0" brushRef="#br2" timeOffset="57285.826">12279 13472 28038,'0'0'2481,"0"0"-1768,0 0-449,0 0 88,21 19 88,66 63-126,-77-75-309,-1 0 1,-1 1 0,0 0-1,0 0 1,0 1 0,-1 0 0,-1 1-1,1-1 1,-1 1 0,-1 0-1,0 1 1,0-1 0,-1 1-1,-1 0 1,0 0 0,0 0 0,-1 1-1,0-1 1,-1 1 0,-1-1-1,0 1 1,0-1 0,-1 1 0,0-1-1,-1 0 1,0 1 0,-1-1-1,-1 0 1,-2 6-6,-12 10-16,-1 0 1,-1-2-1,-2 0 0,0-2 1,-2 0-1,0-1 0,-28 18 16,12-7-95,-98 86-144,139-119 240,-1-1 0,1 1-1,-1-1 1,1 1 0,-1 0 0,1-1 0,0 1-1,-1 0 1,1-1 0,0 1 0,-1 0 0,1 0 0,0-1-1,-1 1 1,1 0 0,0 0 0,0 0 0,-1 0-1,1 0 1,0 0 0,0 0 0,-1 0 0,1 0 0,0 1-1,-1-1 1,1 0 0,0 0 0,-1 1 0,1-1 0,0 0-1,-1 1 1,1-1 0,-1 0 0,1 1 0,-1-1-1,1 1 1,-1-1 0,1 1 0,-1 0 0,1-1 0,-1 1-1,1-1 1,-1 1 0,0 0 0,1-1 0,-1 1-1,0 0 1,0-1 0,0 1 0,0 0 0,1-1 0,-1 1-1,0 0 1,0 0 0,0-1 0,0 1 0,0 0-1,-1-1 1,1 1 0,0 0 0,0 0 0,0-1 0,-1 1-1,1 0 1,0-1 0,-1 1 0,1-1 0,0 1 0,-1 0-1,0-1 0,9 0 19,80-6-204,0-4 1,0-3-1,-1-5 1,-2-3 0,0-4-1,55-26 185,-52 18-2686</inkml:trace>
  <inkml:trace contextRef="#ctx0" brushRef="#br2" timeOffset="53399.656">4890 13222 18988,'0'0'9393,"0"0"-7163,0 0-1926,0 0 193,16 27 50,169 323 245,37 133-776,-152-357-16,-69-125-35,-1 1 1,1-1-1,0 0 0,0 0 1,0 0-1,0 0 0,0 0 1,0 0-1,0 0 0,1 0 1,-1 0-1,0-1 0,0 1 1,1 0-1,-1-1 0,0 1 1,1-1-1,-1 0 0,1 1 1,-1-1-1,1 0 0,-1 0 0,0 0 1,1 0-1,-1 0 0,1 0 1,-1 0-1,1 0 0,-1-1 1,1 1-1,-1 0 0,0-1 1,1 0-1,-1 1 0,0-1 1,0 0-1,1 1 0,-1-1 1,0 0-1,0 0 0,0 0 1,0 0-1,0 0 0,0 0 1,0 0-1,0-1 35,15-23-2166</inkml:trace>
  <inkml:trace contextRef="#ctx0" brushRef="#br2" timeOffset="53649.549">5541 13218 25838,'0'0'5993,"0"0"-5585,-111 112-296,47-23 160,-15 31-128,-15 28-144,-3 6 0,8-10 0,18-31 0,10-19-176,17-26-872,9-23-1977</inkml:trace>
  <inkml:trace contextRef="#ctx0" brushRef="#br2" timeOffset="54162.568">6008 13983 29662,'0'0'1337,"0"0"-1057,0 0-32,0 0 224,136 0-152,-64 0-112,7 2-24,2 0-128,-4 4-56,-9 0 0,-4 4 0,4-2-280,-18-2-824,-15-4-1769</inkml:trace>
  <inkml:trace contextRef="#ctx0" brushRef="#br2" timeOffset="54410.983">6466 13551 30503,'0'0'624,"-28"113"-424,17-36 280,0 27-24,4 19-216,5-11-144,2-11-64,0-17-32,0-22-96,5 7-384,8-10-352,-2-26-1689</inkml:trace>
  <inkml:trace contextRef="#ctx0" brushRef="#br2" timeOffset="54778.162">7242 13208 27758,'0'0'3555,"0"0"-2594,0 0-777,-1 20 66,-27 161-191,-177 366-59,200-536 0,0-1 0,1 1 0,1 0 0,0 0 0,0 0 0,1 0 0,0 0 0,1 0 0,1 1 0,-1-1 0,2 1 0,0 3 0,1-12 0,0-1 0,0 1 0,1-1 0,-1 1 0,1-1 0,-1 0 0,1 1 0,0-1 0,0-1 0,0 1 0,0 0 0,0-1 0,0 1 0,0-1 0,0 0 0,1 0 0,-1 0 0,1-1 0,-1 1 0,0-1 0,1 0 0,-1 0 0,1 0 0,-1 0 0,1-1 0,-1 1 0,0-1 0,3 0 0,8 0 0,44-4 0,-1-3 0,0-2 0,-1-3 0,0-2 0,-1-3 0,41-20 0,-5 5 0,157-51-644,-233 77-1036,-9 0-1565</inkml:trace>
  <inkml:trace contextRef="#ctx0" brushRef="#br2" timeOffset="54995.901">7685 13490 30471,'0'0'760,"0"0"-336,-44 164 136,27-79-96,1 3-376,1 19-88,2-10 0,2-1 0,0-1 0,4-18 0,1 0 0,6-18-408,0-33-592,11-18-889,6-8-2176</inkml:trace>
  <inkml:trace contextRef="#ctx0" brushRef="#br2" timeOffset="55243.66">8126 13470 29662,'0'0'1289,"0"0"-849,50 172 16,-17-85 232,6 2-456,7-5-232,3-5 0,-6-6 0,-1-8 0,-7-7 0,-9-7 0,-6-12 0,-7-7 0,-4-14-112,2-18-608,-2-22-320,0-10-3497</inkml:trace>
  <inkml:trace contextRef="#ctx0" brushRef="#br2" timeOffset="55442.946">8704 13439 28878,'0'0'2145,"0"0"-1921,0 0 184,-90 120 144,36-35-256,-25 29-184,-27 30-80,1 10-32,4-6-184,33-43-584,25-38-2377</inkml:trace>
  <inkml:trace contextRef="#ctx0" brushRef="#br2" timeOffset="66100.116">4871 15834 28198,'0'0'1104,"0"0"-776,0 0 368,0 0-151,0 0-313,0 0-232,50 102-32,-35-80-1441</inkml:trace>
  <inkml:trace contextRef="#ctx0" brushRef="#br2" timeOffset="66364.867">5039 16398 29294,'0'0'1505,"0"0"-1161,0 0 120,-19 126 64,-1-75-328,-9 7-128,-6 5-72,-6-2-40,-16 8-360,6-16-232,10-17-1313</inkml:trace>
  <inkml:trace contextRef="#ctx0" brushRef="#br2" timeOffset="66966.926">5927 15919 24141,'0'0'4142,"0"0"-2795,0 0-472,0 0-43,0 0-274,0 0-253,-9-7 262,181 63-567,-141-49 0,0 1 0,-1 1 0,1 2 0,-2 1 0,0 2 0,-1 1 0,0 0 0,1 4 0,-26-17 0,0-1 0,0 1 0,-1 0 0,1 0 0,0 1 0,-1-1 0,0 0 0,1 1 0,-1 0 0,0-1 0,0 1 0,-1 0 0,1 0 0,0 0 0,-1 0 0,0 0 0,0 0 0,0 1 0,0-1 0,0 0 0,-1 1 0,1-1 0,-1 0 0,0 1 0,0-1 0,0 1 0,-1-1 0,1 0 0,-1 1 0,0-1 0,0 0 0,0 0 0,0 1 0,0-1 0,-1 0 0,1 0 0,-1 0 0,0-1 0,0 1 0,0 0 0,0-1 0,-1 1 0,-33 28-1,-1-1 1,-1-2-1,-1-2 1,-30 14 0,48-28-2,-238 133-741,224-133-1691,33-12-2131</inkml:trace>
  <inkml:trace contextRef="#ctx0" brushRef="#br2" timeOffset="67435.003">6896 15824 30551,'0'0'644,"0"0"-344,0 0-4,0 0-23,0 0-70,0 0-38,15 7-37,130 54 67,-133-57-194,0 2 1,0-1-1,-1 2 1,0 0-1,0 0 1,0 1-1,-1 0 1,0 0-1,8 11-1,-15-17 0,-1 1 0,0 0 0,0 0 0,0 0 0,0 0 0,0 1 0,0-1 0,-1 0 0,0 1 0,1-1 0,-1 1 0,0-1 0,-1 1 0,1 0 0,-1-1 0,0 1 0,0 0 0,0-1 0,0 1 0,0 0-1,-1-1 1,0 1 0,0 0 0,0-1 0,0 1 0,0-1 0,-1 0 0,1 1 0,-1-1 0,0 0 0,0 0 0,0 0 0,-1 0 0,1 0 0,-1-1 0,1 1 0,-2 0 0,-345 282-859,302-247-896,14-12-2280</inkml:trace>
  <inkml:trace contextRef="#ctx0" brushRef="#br2" timeOffset="67942.963">7777 15776 29774,'0'0'1381,"0"0"-987,0 0-240,0 0 162,26 12 51,153 69-67,-173-80-298,-1 1 0,1-1 0,-1 1 1,1 0-1,-1 0 0,0 1 0,0 0 1,0 0-1,0 0 0,0 0 1,-1 1-1,0-1 0,1 1 0,-1 1 1,0-1-1,-1 0 0,1 1 0,-1 0 1,0 0-1,0 0 0,-1 0 0,1 0 1,-1 0-1,0 1 0,-1-1 0,1 1 1,-1 0-1,0-1 0,-1 1 0,1 0 1,-1-1-1,0 1 0,0 0 0,-1 0 1,0-1-1,0 2-2,-92 104 0,-276 203-269,308-251 225,61-62 44,0 0 0,0 0 1,1 1-1,-1-1 1,0 0-1,1 0 0,-1 0 1,1 0-1,0 0 1,-1 0-1,1 0 0,0 0 1,-1 0-1,1-1 1,0 1-1,0 0 0,0 0 1,0 0-1,0-1 1,0 1-1,0-1 0,0 1 1,0-1-1,0 1 1,0-1-1,0 1 0,0-1 1,1 0-1,-1 0 1,0 0-1,0 0 0,0 0 1,0 0-1,1 0 1,-1 0-1,0 0 0,0 0 1,0 0-1,0-1 1,0 1-1,1-1 1,-1 1-1,0-1 0,0 1 1,0-1-1,0 1 1,0-1-1,6 0 7,236-46 264,-94 11-255,113 3-2363,-227 28-2420</inkml:trace>
  <inkml:trace contextRef="#ctx0" brushRef="#br2" timeOffset="68331.446">8941 15804 30647,'0'0'1240,"0"0"-1032,0 0 104,0 0-64,0 0-136,44 113-112,-35-84-40,-9 17-440,0-7-1200,0-5-10859</inkml:trace>
  <inkml:trace contextRef="#ctx0" brushRef="#br2" timeOffset="68603.895">9114 16372 27838,'0'0'2889,"0"0"-2097,0 0-48,-52 132-240,-1-80-504,-33 15 0,-49 35 0,14-13 0,3-8-1232</inkml:trace>
  <inkml:trace contextRef="#ctx0" brushRef="#br2" timeOffset="77507.279">10622 16384 24149,'0'0'4524,"0"0"-3028,0 0-1114,0 0-85,0 0 168,31-7 39,208-43-26,-114 32-378,1 6 1,1 5-1,39 6-100,-113 5-2024,-52-6-1478,-1-11-6652</inkml:trace>
  <inkml:trace contextRef="#ctx0" brushRef="#br2" timeOffset="77756.688">11172 15915 26062,'0'0'3088,"0"0"-2496,-37 144-24,28-69-95,3 7-1,6 7-192,0 4-152,0-2-80,0 3-40,0-1-8,0-6-72,0-8-368,0-34-961,0-23-1143,0-22-24718</inkml:trace>
  <inkml:trace contextRef="#ctx0" brushRef="#br2" timeOffset="78023.412">11749 15909 23669,'0'0'5036,"0"0"-3453,14 20-926,100 140 343,285 331-178,-342-385-958,-54-109-1510,-3-24-717</inkml:trace>
  <inkml:trace contextRef="#ctx0" brushRef="#br2" timeOffset="78193.63">12338 15946 28454,'0'0'2329,"-65"111"-1753,-3-5-112,-24 50-104,-5 27-224,-10 1-136,28-46-648,15-41-7874</inkml:trace>
  <inkml:trace contextRef="#ctx0" brushRef="#br2" timeOffset="52118.949">2679 12778 22237,'0'0'6142,"0"0"-3986,0 0-1624,0 0-139,0 0 26,-5 8-138,-105 183-79,9 4 1,8 4-1,-29 109-202,7-13 0,13 5 0,-8 83 0,106-331-30,34-112-214,-22 44 141,37-81-1167,0-4-1028</inkml:trace>
  <inkml:trace contextRef="#ctx0" brushRef="#br2" timeOffset="52381.636">2764 12960 26710,'107'534'5839,"-10"-46"-5621,-19-129-218,-74-340 0,-1 1 0,-1-1 0,-1 1 0,0-1 0,-2 1 0,0 0 0,-1-1 0,-1 2 0,0-16-28,1 0 1,-1-1-1,-1 1 1,1-1-1,0 0 1,-1 0-1,0 0 1,0 0-1,0-1 1,-1 1-1,1-1 0,-1 0 1,1-1-1,-1 1 1,0-1-1,0 0 1,0 0-1,-1 0 1,1-1-1,0 0 0,-1 0 1,1 0-1,-1 0 1,1-1-1,-1 0 1,1 0-1,0-1 1,-1 0-1,1 0 1,-1 0-1,1 0 0,-4-2 28,-49-19-3516,3-10-7041</inkml:trace>
  <inkml:trace contextRef="#ctx0" brushRef="#br2" timeOffset="52586.931">2196 13758 30567,'0'0'808,"0"0"-592,0 0 368,123 2 8,-46 0-592,13-2 0,8 0 0,3 0 0,0 0 0,33 0 0,-27 0-16,-17-4-2697</inkml:trace>
  <inkml:trace contextRef="#ctx0" brushRef="#br2" timeOffset="52890.108">3547 13731 30999,'0'0'1016,"0"0"-912,0 0 304,0 0-168,129 18-240,-59-14 0,9-4 0,46 0 0,-20 0 0,-13 0-1304</inkml:trace>
  <inkml:trace contextRef="#ctx0" brushRef="#br2" timeOffset="63940.741">1423 15625 28846,'0'0'1522,"0"0"-905,0 0-125,0 0 87,0 0-213,-13 19-165,-78 141-57,26-17-144,6 3 0,7 2 0,6 3 0,6 1 0,8 2 0,5 6 0,25-99-295,8-67-321,41-98-2685,-24 36-1689</inkml:trace>
  <inkml:trace contextRef="#ctx0" brushRef="#br2" timeOffset="64209.814">1458 15593 29734,'0'0'1010,"0"0"-533,0 0 118,20 24-29,-4-6-478,122 175 209,-107-125-297,-2 0 0,-3 2 0,-3 0 0,-4 2 0,-2 0 0,-4 1 0,-3 1 0,-3 0 0,-4 0 0,-2 4 0,-9 67 0,7-143-48,-1 0 0,1 0 0,0 0-1,-1 0 1,1 0 0,-1 0 0,0-1 0,0 1 0,1-1-1,-1 1 1,0-1 0,0 0 0,-1 1 0,1-1 0,0 0-1,0-1 1,0 1 0,-1 0 0,1-1 0,0 1 0,-1-1-1,1 1 1,0-1 0,-1 0 0,1 0 0,-1 0 0,1-1-1,0 1 1,-1 0 0,1-1 0,0 0 0,-1 1 0,1-1-1,0 0 1,-2-1 48,-26-16-2811</inkml:trace>
  <inkml:trace contextRef="#ctx0" brushRef="#br2" timeOffset="64511.238">1101 16272 29814,'0'0'1361,"0"0"-1137,0 0 48,0 0 360,0 0-176,118 35-448,-50-35-8,9 0 0,4 0 0,35 0 0,-18-4 0,-16 0-1392</inkml:trace>
  <inkml:trace contextRef="#ctx0" brushRef="#br2" timeOffset="64796.621">2232 16321 18132,'0'0'12747,"0"0"-12259,0 0-336,0 0 408,0 0-32,129 0-368,-59 0-160,7 0 0,2 0 0,4 0 0,24 6 0,-19 2-1048,-18-2-3337</inkml:trace>
  <inkml:trace contextRef="#ctx0" brushRef="#br2" timeOffset="65200.221">3328 15875 17764,'0'0'10657,"0"0"-8030,0 0-2168,0 0 97,0 0-107,0 0-259,8 3-133,22 11-56,0 2-1,-1 0 1,-1 2 0,0 1 0,-2 1-1,0 1 1,-2 2 0,0 0 0,-1 2-1,-2 0 1,0 1 0,-1 3-1,33 51-1,-4 2 1,-3 1 0,21 61 0,-63-134-127,-3-8 84,-1 0 1,0 0 0,1 0-1,-1-1 1,1 1-1,-1 0 1,1-1-1,0 1 1,0 0-1,0-1 1,0 1-1,0-1 1,0 0-1,0 1 1,0-1-1,0 0 1,1 1 0,-1-1-1,1 0 1,-1 0-1,1 0 1,-1 0-1,1 0 1,-1-1-1,1 1 1,0 0-1,-1-1 1,1 0-1,0 1 1,0-1-1,-1 0 1,1 1-1,0-1 1,0 0 42,7-4-2694</inkml:trace>
  <inkml:trace contextRef="#ctx0" brushRef="#br2" timeOffset="65433.888">4068 15713 31391,'0'0'680,"0"0"-440,0 0 216,0 0-456,-138 156 0,68-65 0,-28 33 0,-30 30 0,-5 14 0,16-14 0,19-28 0,39-49-464,17-32-3737</inkml:trace>
  <inkml:trace contextRef="#ctx0" brushRef="#br2" timeOffset="149091.516">465 14820 23597,'0'0'1350,"0"0"-141,0 0 992,0 0-1272,0 0-494,-9 17 337,50 648 14,57 592-418,-53-928-383,-22-290-317,-15-44-156,7-70-2365,-10 26-2165</inkml:trace>
  <inkml:trace contextRef="#ctx0" brushRef="#br2" timeOffset="150072.891">844 14897 27438,'0'2'1084,"21"2"-722,129 18 251,179-38-86,-207 8-435,0 5 0,94 11-92,88 0 327,450-58-146,-254 74-34,-126 2 136,109-15-283,238 13 205,-408 6-195,292 15 21,274-73-31,-394 0 3,507-45 18,298-37-14,-1251 108-7,397-21-7,15-22 7,-424 42 3,67-13 7,0 5-1,1 4 0,0 4 0,0 4 0,48 9-9,-74-4 43,0-2-1,0-3 0,0-3 0,0-4 1,0-2-1,61-16-42,42-7-378,1 7 0,1 8 0,18 8 378,-79 7-1277,-16 1-665</inkml:trace>
  <inkml:trace contextRef="#ctx0" brushRef="#br2" timeOffset="150438.495">12915 14710 24797,'0'0'1679,"0"0"-997,3 25-167,27 160 932,23 143 1131,5 238-2578,-58-563 6,53 784 513,-51-721-1782,-2-50-1259</inkml:trace>
  <inkml:trace contextRef="#ctx0" brushRef="#br1" timeOffset="180089.218">568 14822 20364,'0'0'2097,"0"0"1684,0 0-2385,-8-17-747,-41-101 1180,47 200 507,25 395-2023,-16-224-312,10 0-1,12-1 1,39 146-1,46-36 0,-132-429 0,10 36-167,0-1 1,2-1-1,1 0 0,2 1 1,1-23 166,-2-8-946,-3-46-1580</inkml:trace>
  <inkml:trace contextRef="#ctx0" brushRef="#br1" timeOffset="180919.061">588 14796 30126,'0'0'701,"0"0"-333,0 0 48,0 0-8,0 0-108,18 2-24,139-6-104,9-31-172,2 7 0,1 8 0,1 7 0,13 7 0,1103 5 0,-495-37 0,-768 38 0,59-3 0,-1 4 0,1 4 0,-1 3 0,55 14 0,158 64 0,-267-82-367,-26-4 337,1-1 1,-1 1 0,0 0-1,1 0 1,-1 0-1,0 0 1,1 0 0,-1 0-1,0 1 1,1-1 0,-1 0-1,0 1 1,0-1 0,1 0-1,-1 1 1,0 0 0,0-1-1,0 1 1,1 0-1,-1 0 1,0-1 0,0 1-1,0 0 1,0 0 0,-1 0-1,1 0 1,0 0 0,0 1-1,-1-1 1,1 0 0,0 0-1,-1 0 1,1 1 0,-1-1-1,0 0 1,1 0-1,-1 1 1,0-1 0,0 0-1,0 1 1,0-1 0,0 0-1,0 1 1,0-1 0,0 1 29,0 0 29,-1 0 1,1 0 0,0 0 0,0 0 0,-1 0-1,1 0 1,-1 0 0,0-1 0,1 1 0,-1 0-1,0 0 1,0-1 0,0 1 0,0 0 0,-1-1-1,1 1 1,0-1 0,-1 0 0,1 1 0,-1-1-1,1 0 1,-1 0 0,1 0 0,-1 0 0,0 0-1,0 0 1,0-1 0,0 1-30,-28 22 854,28 48-854,24 1255 0,-27-1227-155,-3 0 1,-6 0-1,-18 66 155,23-127-2321</inkml:trace>
  <inkml:trace contextRef="#ctx0" brushRef="#br1" timeOffset="181494.801">1193 16885 29134,'0'0'1163,"0"0"-748,0 0-128,0 0 83,0 0-43,0 0 35,23 15-42,-12-8-286,2 2-5,1 0-1,0-1 0,0-1 0,1-1 0,0 0 0,0 0 0,1-2 0,-1 0 0,1 0 0,0-2 1,0 0-1,14 0-28,1755 46 17,-1034-48-17,-628 5-71,0 6 1,-1 5-1,35 13 71,-86-15-1060</inkml:trace>
  <inkml:trace contextRef="#ctx0" brushRef="#br1" timeOffset="182083.732">5252 15213 28638,'0'0'928,"0"0"-472,-20 215 241,16-40-129,4 28-144,9 5-152,21-15-104,1-29-56,0-12-64,-3-6-24,5-10-24,-2-30-64,4-17-488,-9-38-953,-6-33-5688</inkml:trace>
  <inkml:trace contextRef="#ctx0" brushRef="#br1" timeOffset="182675.175">5522 14984 29966,'0'0'606,"30"-8"-211,278-50 474,-16 39-187,287 20-682,42 60 108,-206-13-111,273 14-285,-671-61 243,-1 0 1,0 1-1,1 0 1,-1 2 0,0 0-1,0 1 1,-1 0-1,1 1 1,-1 1-1,-1 1 1,1 0-1,-1 0 1,-1 2-1,1 0 1,-2 0-1,1 1 1,5 8 44,-18-20 12,-1 1 1,0 0-1,0-1 1,0 1-1,0 0 0,0-1 1,0 1-1,0 0 1,1 0-1,-1 0 1,0-1-1,0 1 0,0 0 1,0 1-1,0-1 1,0 0-1,0 0 1,0 0-1,0 0 1,0 1-1,0-1 0,0 0 1,1 1-1,-1-1 1,0 1-1,0-1 1,0 1-1,1-1 1,-1 1-1,0 0 0,0-1 1,1 1-1,-1 0 1,1 0-1,-1-1 1,1 1-1,-1 0 1,1 0-1,-1 0 0,1 0 1,0 0-1,-1 0 1,1-1-1,0 1 1,0 0-1,0 0 0,0 0 1,0 0-1,0 0 1,0 0-1,0 0 1,0 0-1,0 0 1,0 0-1,1 0 0,-1 0 1,0 0-1,1-1 1,-1 1-1,1 0 1,-1 0-1,1 0 1,-1 0-1,1-1 0,-1 1 1,1 0-1,0-1 1,-1 1-1,1 0 1,0-1-13,-11 0 79,-20 15 159,17 14-238,2 1 0,1 0 0,1 0 0,2 1 0,1 0 0,2 1 0,1-1 0,1 1 0,1-1 0,2 1 0,3 11 0,-4 17 0,-6 789 0,-8-656-1975,4-169-2075</inkml:trace>
  <inkml:trace contextRef="#ctx0" brushRef="#br1" timeOffset="183002.37">5828 17081 27454,'0'0'2747,"0"0"-1729,0 0-689,0 0 79,37 8 112,334 60-229,8-35-291,1-16 0,111-21 0,-415 3 0,578-10-201,-619 11-806</inkml:trace>
  <inkml:trace contextRef="#ctx0" brushRef="#br1" timeOffset="185329.801">10313 17158 27670,'0'0'1928,"0"0"-1560,0 0 40,0 0 113,134 0-105,-77 0-80,26 0-24,40 10-32,50 13-40,33 13-56,18-1-96,10-1-72,7-7-16,20-13-272,-55-10-1392,-35-4-8299</inkml:trace>
  <inkml:trace contextRef="#ctx0" brushRef="#br0" timeOffset="202252.842">13577 390 24229,'0'0'4237,"0"0"-3102,0 0-708,4 19 32,20 117 542,-21 453 227,-14 606-1177,24-50-51,-30 1 0,-10 257 0,14-830 0,13 684 0,62 562 0,-61-1766 0,2 1799 0,-3-1700 0,4 23 0,-8 0 0,-8 0 0,-33 168 0,-83 331 0,67-303 0,59-366 0,-1-1 0,1 0 0,-1 0 0,0 0 0,0 0 0,0 0 0,-1-1 0,1 1 0,-1-1 0,0 0 0,0 0 0,0 0 0,0-1 0,-1 1 0,1-1 0,-1 0 0,1-1 0,-1 1 0,0-1 0,0 0 0,0 0 0,1 0 0,-1-1 0,0 1 0,0-1 0,-1 0 0,-31 7 0,-78 31 0,1 4 0,-75 43 0,107-48 0,-422 148 0,-565 325 0,1027-488 0,0 1 0,1 3 0,2 1 0,1 2 0,-23 23 0,-186 154 0,-264 240 0,385-331 0,-4-6 0,-95 59 0,202-153 0,0 1 0,1 1 0,1 1 0,1 1 0,1 0 0,0 2 0,2 0 0,-6 10 0,11-10 0,0 0 0,1 1 0,2 1 0,0 0 0,1 0 0,2 1 0,0-1 0,1 2 0,2-1 0,0 0 0,2 1 0,1 11 0,13 880 0,-42-549 0,27-382 0,-27-173-822,-1 69-3285</inkml:trace>
  <inkml:trace contextRef="#ctx0" brushRef="#br0" timeOffset="203458.202">11418 15100 25165,'0'0'3014,"0"0"-1575,0 0-747,0 0-146,0 0-110,-24 3-80,-79 10-88,92-11-240,1 1 0,-1-1 0,1 2-1,0-1 1,0 2 0,0-1 0,1 1 0,0 1-1,0-1 1,0 2 0,0-1 0,1 1 0,0 0-1,-2 4-27,-5 3 26,-56 59 56,4 3 0,4 3 0,3 3 1,-26 48-83,68-102 20,-9 13 3,-23 23-16,4 3-1,3 1 1,2 3-1,4 1 0,3 1 1,3 2-1,4 2 0,3 0 1,3 1-1,0 20-6,16-39 0,2-1 0,3 1 0,2-1 0,3 1 0,3-1 0,2 0 0,2-1 0,3 0 0,4 2 0,-11-39 0,2 0 0,0 0 0,1-1 0,1-1 0,1 1 0,0-2 0,1 0 0,1-1 0,1 0 0,0-1 0,1-1 0,1-1 0,1 1 0,253 132 0,-244-133 0,49 25 0,2-3 0,1-4 0,2-4 0,1-3 0,54 7 0,-79-23 0,0-4 0,0-1 0,0-4 0,0-1 0,0-4 0,0-2 0,-1-2 0,0-3 0,0-2 0,-2-3 0,0-2 0,13-9 0,20-12 0,-3-3 0,-1-4 0,-3-4 0,-2-3 0,-3-4 0,-2-3 0,-3-3 0,-2-3 0,-4-3 0,-3-2 0,-4-4 0,22-38 0,-62 85 0,-1-2 0,-1 1 0,-1-2 0,-2 0 0,-2 0 0,-1-2 0,-1 1 0,-2-1 0,2-31 0,-6 10 0,-3 1 0,-2 0 0,-2-1 0,-3 1 0,-2 0 0,-3 1 0,-2 1 0,-2-1 0,-2 2 0,-3 1 0,-2 0 0,-2 2 0,-3 1 0,-1 1 0,-33-40 0,38 57 0,-1 2 0,-1 0 0,-1 2 0,-2 1 0,0 1 0,-2 1 0,0 2 0,-2 1 0,0 2 0,-1 1 0,0 1 0,-2 3 0,0 0 0,0 2 0,-1 2 0,-4 1 0,-21-1 0,1 2 0,-1 4 0,0 2 0,0 2 0,0 4 0,0 2 0,1 3 0,-47 14 0,13 4 0,1 3 0,1 5 0,2 4 0,-78 47 0,152-78-42,1 0 0,0 1-1,1 1 1,0 0 0,0 1 0,1 1 0,1 0-1,0 1 1,1 0 0,1 1 0,0 0 0,1 1-1,1 0 1,-2 5 42,-14 29-2954</inkml:trace>
  <inkml:trace contextRef="#ctx0" brushRef="#br0" timeOffset="207013.268">13353 15392 25253,'0'0'2064,"0"0"-75,0 0-1381,0 0-456,0-21 34,0-139 275,5 85-332,3 0 0,3 1 1,17-55-130,-9 37 59,5-33 12,85-342 145,-56 318-153,6 3 0,6 2 0,16-14-63,-67 130 34,1 0 0,1 1 0,2 1 0,0 1 1,2 1-1,0 0 0,2 2 0,0 0 0,2 1 0,0 2 0,1 0 0,1 2 0,1 1 0,0 0 0,1 3 1,21-8-35,61-13 25,2 6 0,1 4 1,1 5-1,0 6 0,40 2-25,-80 4 58,-2-2 0,0-4 0,0-3 0,-1-3 0,-1-3-1,-2-3 1,18-11-58,-46 17 5,0-2-1,-1-2 1,-2-1-1,0-2 1,-2-1-1,0-2 1,-3-2-1,0-1 1,-2-1-1,-1-1 1,-2-2-1,12-22-4,9-36 0,-5-3 0,-4-1 0,-4-1 0,-5-2 0,-4-1 0,-5-2 0,-4 0 0,-3-14 0,106-1153 0,-89 862 0,20-160 0,32-507 0,-77-35 0,-55-202 0,46 1163 0,-1-129 0,-12 0 0,-42-212 0,54 458 0,-2 1 0,-2 0 0,0 1 0,-2 0 0,-2 0 0,-1 1 0,-1 1 0,-1 0 0,-1 1 0,-2 0 0,18 29 0,0-1 0,0 1 0,0-1 1,0 1-1,0-1 0,0 1 0,0-1 0,0 1 0,-1-1 0,1 0 1,0 1-1,0-1 0,0 1 0,0-1 0,-1 1 0,1-1 0,0 0 1,-1 1-1,1-1 0,0 1 0,0-1 0,-1 0 0,1 1 0,-1-1 1,1 0-1,0 0 0,-1 1 0,1-1 0,-1 0 0,1 0 0,0 0 1,-1 1-1,1-1 0,-1 0 0,1 0 0,-1 0 0,1 0 0,-1 0 0,1 0 1,-1 0-1,1 0 0,-1 0 0,1 0 0,-1 0 0,1 0 0,-1-1 1,1 1-1,0 0 0,-1 0 0,1 0 0,-1-1 0,1 1 0,-1 0 1,1 0-1,0-1 0,-1 1 0,1 0 0,0-1 0,-1 1 0,1 0 1,0-1-1,-1 1 0,2 40-163,-1-39 148,7 30-1136,5-6-1386</inkml:trace>
  <inkml:trace contextRef="#ctx0" brushRef="#br0" timeOffset="207310.04">16111 3720 29014,'0'0'648,"0"0"-488,0 0-48,-92 102 481,50-32-33,-11 26-248,-15 26-184,-13 24-72,7-13-32,13-29-24,21-33 0,16-25 0,6-1-216,7-10-624,7-15-2353</inkml:trace>
  <inkml:trace contextRef="#ctx0" brushRef="#br0" timeOffset="207573.069">16295 3590 29526,'0'0'1809,"0"0"-1585,193 73 128,-97-12 32,18 28-56,18 29-184,19 26-144,-24-20-88,-35-29-1640</inkml:trace>
  <inkml:trace contextRef="#ctx0" brushRef="#br3" timeOffset="506085.749">3146 15221 1456,'0'0'21457,"0"0"-16712,-25 0-4509,7 0-207,5-1-14,0 1 0,-1 0-1,1 1 1,0 1 0,0 0 0,0 0 0,1 2 0,-1-1-1,1 2 1,-1 0 0,-10 5-15,-15 13 175,0 1 1,1 2-1,2 2 0,0 1 1,2 1-1,1 2 1,2 1-1,1 2 0,2 1 1,2 1-1,1 1 0,1 1 1,3 1-1,0 2-175,-12 54 53,3 0 0,6 2 0,3 0-1,5 2 1,4 0 0,4 0 0,6 87-53,-1-157 12,2 1 1,0-1-1,2 0 1,2 0 0,0 0-1,2 0 1,1-1-1,2 0 1,0 0 0,2-1-1,11 19-12,-8-31 47,1 0-1,1-1 1,1-1-1,0 0 0,0-1 1,1-1-1,1-1 1,0-1-1,1 0 1,0-1-1,0-2 1,0 0-1,1-1 0,1-1 1,-1 0-1,0-2 1,1-1-1,0 0 1,0-2-1,-1-1 0,1 0 1,18-4-47,12-3 22,0-1 0,0-3 1,-1-2-1,-1-2 0,-1-2 1,0-2-1,-1-3 0,-2-2 0,0-1 1,-2-3-1,-1-1 0,-1-3 0,25-26-22,26-29 44,-4-5-1,-4-3 0,-4-4 0,-5-4 0,3-15-43,-36 55 6,-2-1-1,-4-2 1,-3-2 0,-2 0-1,0-13-5,-27 67 0,-1 1-1,-1-1 1,0 1-1,-1-1 1,0 0-1,-2 0 0,1 0 1,-2 1-1,0-1 1,-1 0-1,0 0 1,-1 1-1,-1-1 1,0 1-1,-1 0 1,-1 0-1,0 0 0,0 1 1,-2 0-1,0 0 1,0 1-1,-2-1 1,-29-27 3,-1 2 0,-2 2 1,-1 1-1,-2 3 0,-1 2 0,-2 1 0,0 3 0,-2 2 0,-1 2 0,-14-2-3,35 11-35,-1 1 0,0 2 1,-1 1-1,0 1 0,0 2 0,-1 1 1,0 2-1,1 1 0,-1 2 0,0 1 1,0 1-1,0 2 0,1 2 0,0 0 1,0 2-1,-11 6 35,-82 43-875,44-12-3770,6-2-10948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2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1 735 24045,'0'0'5523,"0"0"-4059,0 0-1259,0 0-69,27-19 122,287-207 334,-73 44-483,-156 137-14,-83 45-95,-1 0 1,0 0-1,1 0 0,-1 1 1,0-1-1,0 0 1,1 1-1,-1-1 0,0 1 1,0-1-1,0 1 0,0 0 1,1-1-1,-1 1 1,0 0-1,0 0 0,-1 0 1,1-1-1,0 1 0,0 0 1,0 0-1,0 1 1,-1-1-1,1 0 0,-1 0 1,1 0-1,0 0 0,-1 1 1,0-1-1,1 0 1,-1 0-1,0 1 0,0-1 1,0 0-1,0 0 0,0 1 1,0-1-1,0 0 1,0 1-1,0-1 0,-1 0 1,1 0-1,0 1 1,-1 0-1,1 5 3,8 429 198,-8-427-198,1 0 0,1 0 1,-1 0-1,1-1 0,1 1 0,0-1 0,0 1 0,0-1 0,1 0 0,0 0 0,1 0 0,0-1 0,0 0 1,1 0-1,0 0 0,0 0 0,0-1 0,1 0 0,0 0 0,0-1 0,0 0 0,1 0 0,0-1 0,0 0 1,0 0-1,0-1 0,1 0 0,-1 0 0,1-1 0,0 0 0,0-1 0,-1 0 0,1 0 0,0-1 0,0 0 0,0-1 1,0 0-1,1 0-3,9-6 0,-1-1 0,-1 0 0,0-2 0,0 0 0,-1 0 0,0-2 0,0 0 0,-2-1 0,1 0 1,-2-1-1,0-1 0,0 0 0,-2-1 0,0 0 0,4-7 0,-8 13 0,36-48 0,-1-2 0,-4-2 0,-2-1 0,-3-2 0,-3-1 0,-2-1 0,-4-2 0,-3 0 0,7-44 0,-22 74 0,-8 54 0,-13 71 0,-13 156 0,12 2 0,9 43 0,-19 299 0,19-488 0,-5 0 0,-4 0 0,-4-2 0,-4 0 0,-5-2 0,-22 48 0,48-133 0,0 1 0,0-1 0,-1 1 0,-1-1 0,1 0 0,-1-1 0,-1 1 0,0-1 0,0 0 0,-1-1 0,1 1 0,-2-1 0,1-1 0,-1 1 0,0-1 0,0 0 0,-1-1 0,1 0 0,-1-1 0,0 1 0,-1-2 0,-1 1 0,8-4 0,0-1 0,0 0 0,1 0 0,-1 0 0,0 0 0,1-1 0,-1 1 0,1 0 0,-1-1 0,1 0 0,0 0 0,0 0 0,0 0 0,0 0 0,0 0 0,0 0 0,0-1 0,1 1 0,-1-1 0,1 1 0,0-1 0,0 1 0,0-1 0,0 0 0,0 0 0,0 1 0,1-1 0,-1 0 0,1 0 0,0 0 0,0-2 0,-1 3 0,-6-36 0,2 0 0,1-1 0,2 0 0,2 1 0,2-15 0,-1 12 0,2 1 0,1-1 0,3 1 0,1 0 0,2 0 0,1 1 0,3 0 0,1 1 0,1 1 0,3 1 0,0 0 0,3 1 0,1 1 0,1 1 0,2 2 0,8-7 0,35-25 0,2 3 0,3 4 0,49-27 0,-91 64-184,0 1 0,2 2 0,0 1 0,0 2 0,1 1 0,15-2 184,11 3-2705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27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760 111 28790,'0'0'839,"0"0"-220,0 0-152,0 0-82,-23-15-58,-71-45-33,87 56-249,0-1 0,0 1 0,0 0 0,0 1 0,-1 0 0,0 0 0,1 1 0,-1 0 0,0 0 0,0 1 0,0-1 0,0 2 0,-1-1 0,-6 2-45,-7-1 84,1 0-72,1 2 0,-1 0 0,1 2-1,-1 0 1,1 1 0,1 1 0,-1 1 0,1 0 0,0 2 0,0 0-1,1 1 1,1 1 0,0 1 0,0 0 0,1 1 0,0 1 0,2 1-1,-1 0 1,2 0 0,0 2 0,1 0 0,0 0 0,2 1 0,0 0-1,1 1 1,1 0 0,1 0 0,-5 17-12,-2 30 0,2 2 0,3-1 0,3 1 0,3 0 0,3 0 0,5 20 0,-7-72 0,2 0 0,0 0 0,1 0 0,1 0 0,0 0 0,1-1 0,1 1 0,0-1 0,1 0 0,1 0 0,0 0 0,1-1 0,1 0 0,0 0 0,1-1 0,0 0 0,1 0 0,0-1 0,1-1 0,1 0 0,0 0 0,3-5 0,0 0 0,1-1 0,0-1 0,0-1 0,0 0 0,1-1 0,-1-1 0,1 0 0,-1-1 0,1-1 0,9-2 0,31-3 0,-1-3 1,0-2-1,0-3 0,-1-2 1,-1-2-1,-1-3 0,11-7 0,354-198-27,-320 165-383,-29 15-1155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28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757 223 29286,'0'0'855,"0"0"-256,0 0-144,-10-22 41,-36-69-48,41 82-424,-1 1 0,1 0 0,-2 1 1,1 0-1,-1 0 0,0 0 0,-1 1 0,1 0 0,-1 0 0,-1 1 1,1 0-1,-1 0 0,0 1 0,0 0 0,0 1 0,0 0 1,-1 0-1,1 1 0,-1 0 0,1 1 0,-1 0 0,0 0 1,0 1-1,0 1 0,1 0 0,-6 0-24,0 1 0,0 1 0,1 1 0,-1 0 0,0 0 0,1 1 0,0 1 0,0 1 0,1 0 0,0 1 0,0 0 0,0 1 0,1 0 0,1 1 0,-1 0 0,2 1 0,-1 0 0,2 1 0,-1 0 0,-17 25 0,1 1 0,2 1 0,1 1 0,2 1 0,-2 11 0,8-22 0,2 1 0,1 0 0,2 0 0,1 1 0,1 1 0,2-1 0,1 1 0,2 1 0,0 23 0,6-47 0,0 1 0,1-2 0,0 1 0,0 0 0,1-1 0,0 0 0,1 0 0,0 0 0,1-1 0,-1 0 0,1 0 0,1-1 0,0 1 0,0-2 0,0 1 0,1-1 0,0-1 0,0 1 0,0-1 0,1-1 0,0 0 0,-1 0 0,1-1 0,1 0 0,-1-1 0,0 0 0,1-1 0,-1 0 0,1-1 0,-1 0 0,8-1 0,17 0-46,1-1-1,0-3 1,-1 0 0,0-3-1,0 0 1,-1-3 0,0-1-1,-1-1 1,-1-2 0,0-1-1,0-1 1,-2-2 0,-1-1-1,0-2 1,-1 0-1,-2-2 1,0-1 0,-1-1-1,-2-1 1,-1-1 0,-1-1-1,-2-1 1,0-1 0,11-28 46,-12 20-1881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29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605 397 11674,'0'0'14658,"0"0"-11148,0-24-2928,0-148 366,-19 32-237,18 136-700,-1 1 1,1-1 0,0 1-1,-1 0 1,0 0-1,0 0 1,0 0-1,0 0 1,0 0 0,-1 0-1,1 1 1,-1-1-1,0 1 1,0 0 0,0 0-1,0 0 1,0 0-1,0 0 1,0 1-1,-1-1 1,1 1 0,-1 0-1,1 0 1,-1 0-1,1 0 1,-1 1 0,0 0-1,1-1 1,-1 1-1,0 1 1,1-1-1,-1 0 1,1 1 0,-1 0-1,1 0 1,-1 0-1,1 0 1,-3 1-12,-8 5 5,0 1 0,0 0 1,1 0-1,0 2 0,0-1 0,1 2 1,1 0-1,-1 0 0,2 1 0,0 0 0,0 1 1,0 2-6,-27 31 14,2 2 0,2 2-1,3 0 1,2 2 0,2 1 0,2 1 0,3 2 0,2 0 0,3 0 0,2 2 0,3 0 0,2 0 0,1 18-14,7-67 0,0 0 0,0 0 0,1 0 0,0-1 0,1 1 0,0 0 0,0 0 0,0 0 0,2-1 0,-1 1 0,1-1 0,0 1 0,0-1 0,1 0 0,0 0 0,1-1 0,0 1 0,0-1 0,1 0 0,-1 0 0,1-1 0,1 0 0,-1 0 0,1 0 0,0-1 0,1 0 0,-1 0 0,8 2 0,-1 0 0,1-2 0,0 0 0,0-1 0,0 0 0,1-1 0,0-1 0,-1 0 0,1-2 0,0 1 0,-1-2 0,1 0 0,0-1 0,-1-1 0,1 0 0,-1-1 0,0 0 0,0-2 0,-1 1 0,1-2 0,-1 0 0,-1-1 0,1 0 0,-1-1 0,-1 0 0,8-8 0,1 0-1,0-2 1,0 0-1,-2-1 0,-1-1 0,0-1 1,-2 0-1,0-2 0,-2 1 0,-1-2 1,0 0-1,-2-1 0,-1 0 0,-1 0 1,-1-1-1,-2 0 0,0 0 1,-2-1-1,-1 0 0,-1 1 0,-2-19 1,-25 7-1441,3 37-1048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2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691 193 27318,'0'0'2110,"0"0"-1420,0-18-319,-2-59 132,1 71-466,-1 1-1,0 0 1,0 0 0,0 0 0,-1 0-1,0 0 1,0 0 0,0 1-1,0-1 1,-1 1 0,1 0-1,-1 0 1,0 0 0,-1 1 0,1-1-1,-1 1 1,1 0 0,-1 0-1,0 1 1,0-1 0,0 1 0,0 0-1,-1 1 1,1-1 0,0 1-1,-1 0 1,1 0 0,-1 1 0,0 0-1,1 0 1,-1 0 0,1 0-1,-1 1 1,1 0 0,-1 0 0,-4 2-37,-12 4 5,0 1 0,1 0 0,0 2 0,1 0 0,0 2 0,0 0 0,1 1 0,1 1 0,0 0 0,1 2 0,1 0 0,0 1 0,1 0 0,1 1 0,1 1 0,1 0 0,-7 15-5,-8 5 14,2 2 0,2 0-1,2 2 1,2 0 0,1 1 0,3 1 0,2 0-1,1 1 1,3 1 0,1-1 0,0 40-14,7-79 7,0 1 0,0-1 0,1 1 0,-1-1 1,2 1-1,-1-1 0,1 0 0,1 1 0,-1-1 0,1 0 0,0 0 0,1 0 0,0 0 1,0 0-1,0 0 0,1-1 0,0 0 0,0 1 0,1-2 0,-1 1 0,1 0 0,1-1 1,-1 0-1,1 0 0,0-1 0,0 1 0,0-1 0,0-1 0,1 1 0,5 1-7,4 0 1,0 0-1,0-2 0,1 0 0,-1-1 0,1 0 0,0-1 1,-1-1-1,1-1 0,0 0 0,-1-2 0,1 0 1,-1 0-1,0-1 0,0-1 0,0-1 0,10-5 0,3-3 0,-1-1 0,-1-1 0,0-1 0,-1-2 0,0 0 0,-2-2 0,-1-1 0,9-10 0,-8 7-148,-1-1 0,-1-1 0,-1-2-1,-2 0 1,-1 0 0,-1-2 0,-1 0 0,-2-1 0,-1-1 0,-2 0 0,-1 0-1,-2-1 1,4-30 148,-10 11-2123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30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716 222 28646,'0'0'898,"0"0"-332,0 0-9,-1-20 24,-7-65-161,5 78-390,0-1-1,-1 1 1,0 0 0,0 1-1,0-1 1,-1 1 0,0 0-1,-1 0 1,1 0 0,-1 1-1,0 0 1,-1 0 0,1 0-1,-1 1 1,0 0 0,0 0-1,0 1 1,-1 0 0,1 0-1,-1 0 1,1 1 0,-1 1-1,0-1 1,0 1 0,0 0-1,0 1 1,0 0 0,0 0-1,0 1 1,0 0 0,0 1-1,1-1 1,-5 2-30,-7 0 6,1 0 0,-1 1 0,1 1 0,0 0 0,1 2 0,-1 0 0,1 1 0,0 0 0,1 2 0,0 0 0,1 0 0,0 2 0,0 0 0,1 0 0,1 1 0,-7 10-6,-4 6 3,1 1 1,1 0-1,2 2 1,2 0-1,1 1 1,1 1-1,-10 32-3,19-44 0,1-1 0,0 1 0,2 0 0,0 1 0,2-1 0,0 0 0,2 13 0,0-25 0,1-1 0,0 0 0,1 0 0,-1 0 0,2 0 0,-1 0 0,1-1 0,1 1 0,-1-1 0,1 0 0,1 0 0,0 0 0,0 0 0,0-1 0,1 0 0,0 0 0,0 0 0,1-1 0,0 0 0,0 0 0,1-1 0,-1 0 0,1 0 0,0-1 0,1 0 0,-1 0 0,0-1 0,1 0 0,0 0 0,0-1 0,7 1 0,9-2 0,0 0 0,0-1 0,0-1 0,0-2 0,0-1 0,-1 0 0,1-2 0,-1-1 0,0 0 0,-1-2 0,0-1 0,0-1 0,-1-1 0,-1-1 0,0 0 0,0-2 0,-2-1 0,0 0 0,0-1 0,-2-1 0,0-1 0,-1 0 0,1-4 0,-6 9-97,-1-1 0,0 0-1,-1 0 1,-1-1 0,0-1 0,-1 1-1,-1-1 1,0 0 0,-1-1 0,-1 1-1,-1-1 1,0-7 97,-1-31-2082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3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24389,'0'0'6242,"0"0"-5818,0 0-288,0 0 352,0 0-16,-2 108-208,9-53-96,1 10-56,-5 10-56,-3 28-40,0 31-16,-3 24-312,-3-22-488,-1-33-2193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34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30455,'0'0'808,"0"0"-584,0 0-56,0 0 168,-35 108-168,29-62-96,1 3-32,3 6-40,0 7-64,2 24-344,0-13-936,0-8-4722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3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19932,'0'0'11259,"0"0"-10675,0 0-160,-20 160 88,14-89-456,-1 10-56,7 5 0,0 23 0,0-22-1144,5-22-2089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46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28782,'0'0'800,"0"0"-304,0 0-304,0 0 33,0 0 335,0 0-80,63 0-72,1 0-104,15 0-112,11 0-80,26-2-64,26-4-32,27 4-16,6 2-184,-43 0-528,-40 0-1401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56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22957,'0'0'6705,"0"0"-6121,0 0-448,0 0-87,0 0 159,0 0 152,54 0 64,-1 0-192,15 0-96,11-2 40,6 0-48,3 2-40,-3 0-64,-6 0-24,13 22-32,-19-1-360,-21-5-1129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33.81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1366 1 25277,'0'0'5218,"0"0"-4794,0 0-64,0 0 192,-112 2-56,99 15-272,-1 13-96,1 13-40,-2 13-88,2 15 0,0 8 0,2 5 0,4 21 0,5 25 0,2 24 0,0-22-32,4-27-2248</inkml:trace>
  <inkml:trace contextRef="#ctx0" brushRef="#br1" timeOffset="33024.485">0 1165 26542,'0'0'2560,"0"0"-2128,0 0 80,0 0 297,0 0-177,175 16-160,-45-16-96,38-14-64,12-2-192,-9 2-120,-24 8 0,-40 6 0,-19 0 0,17 16 0,-30 4-464,-12-4-2425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7:13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9 27790,'0'0'2879,"0"0"-2121,0 0-666,0 0 9,27 16 174,92 59-11,-106-70-254,-2 2 0,1-1 0,-1 2 0,0 0 0,0 0 0,-1 1 0,0 0 0,-1 0 0,0 1 0,0 1 0,-1-1 1,-1 1-1,0 1 0,0-1 0,-1 1 0,0 0 0,-1 1 0,-1 0 0,0-1 0,-1 1 0,0 1 0,-1-1 0,0 0 0,-1 0 0,0 1 0,-2 6-10,-5 7-20,-2-1 0,-1 0-1,-1 0 1,-1-1 0,-1 0 0,-1-1-1,-1 0 1,-1-2 0,-2 1 0,0-2-1,-1 0 1,-1-1 0,-1-1 0,-14 10 20,22-17-7,-161 157-33,196-164 74,20-15 4,-1-2-1,0-1 0,0-3 1,-2-1-1,19-12-37,-10 7 7,425-217-1710,-407 198-370</inkml:trace>
  <inkml:trace contextRef="#ctx0" brushRef="#br0" timeOffset="298.308">907 1 30615,'0'0'728,"0"0"-504,50 153 128,-8-74 232,6 6-320,5 2-264,2-2 0,-3-4 0,-6-6 0,-4-6 0,-9-8 0,-7-16 0,-4-15-136,6-30-656,-3-14-568,-6-21-2849</inkml:trace>
  <inkml:trace contextRef="#ctx0" brushRef="#br0" timeOffset="562.182">1457 24 30575,'0'0'816,"0"0"-568,-81 136 200,28-29 144,-12 31-504,-6 12-88,8 2 0,-5-16 0,24-43-440,5-28-2273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7:12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1 152 27598,'0'0'1392,"0"0"-888,0 0 216,0 0-7,0 0-209,0 0-144,157 32-128,-78-28-48,7 0-72,4-2-72,-7 0-24,-11 0-16,-10 4-128,-8-1-352,-14 1-752,-18-4-1345</inkml:trace>
  <inkml:trace contextRef="#ctx0" brushRef="#br0" timeOffset="247.074">439 0 29062,'0'0'808,"0"0"-280,-13 146 129,11-75-73,2 6-200,0 2-184,0 4-120,0-2-56,0-4-24,13 2-336,9-22-480,6-23-1601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7:11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250 184 30142,'0'0'697,"92"105"-321,-20-22 56,-1 3 104,1 5-208,-4 4-192,-16-14-88,3 8-32,-9-13-16,-6-12-24,-10-17-232,-3-16-216,-1-29-224,-4-2-849,-7-17-2800</inkml:trace>
  <inkml:trace contextRef="#ctx0" brushRef="#br0" timeOffset="186.666">1017 1 30334,'0'0'777,"-101"104"-345,9 13 72,-33 46 40,-19 29-368,-5 13-176,11 4 0,17-16 0,36-43-496,23-37-2633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7:11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1 466 29286,'0'0'712,"0"0"-512,0 0-72,0 0 321,0 0-97,169-18-144,-97 18-88,7 12-48,6 4-24,5-4-8,-2-2-40,-5-7 0,-11-1 0,-10 0-112,-18-2-432,-18 0-1217,-15 0-4104</inkml:trace>
  <inkml:trace contextRef="#ctx0" brushRef="#br0" timeOffset="249.194">621 0 28774,'0'0'912,"0"0"-696,-9 113 329,9-9-17,0 31-176,11 9-136,2-10-64,-2-14-32,-4-29-88,-3-18-16,1-20-16,8 4-272,0-11-344,-2-13-1425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7:24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551 462 28518,'0'0'590,"3"-20"-348,24-259 911,-26 273-1138,0-1 1,-1 1 0,0 0-1,-1 0 1,0-1 0,0 1 0,0 0-1,0 0 1,-1 0 0,0 0-1,0 0 1,-1 0 0,0 1-1,0-1 1,0 1 0,-1-1 0,1 1-1,-1 0 1,0 1 0,-1-1-1,1 1 1,-1 0 0,0 0 0,0 0-1,0 1 1,-1-1 0,1 1-1,-1 1 1,0-1 0,0 1 0,0 0-1,-1 0-15,-5 0 3,0 0 0,-1 2 0,0-1 1,1 2-1,-1-1 0,1 2 0,-1 0 0,1 0 0,0 1 0,0 1 0,0 0 0,0 0 0,1 1 0,-1 1 0,1 0 0,1 0 0,-1 1 0,1 1 0,0 0 1,1 0-1,0 1 0,0 0 0,1 0 0,-2 3-3,-12 15 4,2 1 1,0 1 0,2 1-1,1 0 1,1 2 0,2-1-1,1 2 1,-1 5-5,5-11 6,1 0-1,1 1 1,2 0 0,0 0-1,2 0 1,1 0 0,1 0-1,1 1 1,2-1 0,1 0-1,1 0 1,2 0 0,0-1-1,2 1 1,1-1 0,3 3-6,17 19 21,2-3 0,2 0 0,2-2 0,2-2 1,2-1-1,1-2 0,2-2 0,17 10-21,62 60 55,-80-72-47,-2 1 1,-1 2 0,-2 2-1,-2 1 1,-2 1-1,-2 2 1,-1 2 0,-3 0-1,-2 1 1,-1 2 0,-3 0-1,-2 2 1,11 51-9,-24-71 0,-1 0 0,-1 1 0,-2 0 0,-1-1 0,-1 1 0,-2 0 0,-1-1 0,-2 0 0,-1 0 0,-1 0 0,-7 13 0,4-14 36,-2 0-1,-2-2 1,0 1 0,-2-2 0,-1 0 0,-1-1 0,-1-1-1,-2 0 1,0-2 0,-1-1 0,-2-1 0,0 0 0,-1-2-1,-1-2 1,0 0 0,-2-1 0,0-2 0,0-1 0,-1-2-1,-1 0 1,0-2 0,0-2 0,-9 1-36,33-7 15,1 0-1,-1-1 1,0 0-1,1 0 1,-1-1 0,1 1-1,-1-2 1,1 1-1,-1-1 1,1 1 0,0-2-1,-1 1 1,1-1-1,1 0 1,-1 0 0,0-1-1,1 1 1,-1-1-1,1 0 1,0-1 0,1 0-1,-1 1 1,1-1-1,-4-5-14,0-5 5,0 0 0,1 0 0,1 0 0,0-1 0,1 0 0,1 0 0,0 0 0,1-1 0,1 1 0,0-3-5,-2-233 0,33-67 0,10 120 0,9 2 0,9 3 0,8 2 0,35-60 0,-29 82 0,8 4 0,7 3 0,25-24 0,-93 158-20,-13 19-1,1 0-1,0 0 1,0 0 0,1 1-1,1 0 1,0 1 0,0 0-1,0 0 1,1 0 0,8-4 21,-2 7-2057,-13 7-3791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22.21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2709 1486 21533,'0'0'2099,"0"0"-627,0 0 1194,0 0-1390,0 0-594,0 0-52,0 7 21,0-1-509,0 12 284,-5-31 52,-1-22-258,6 22-199,0 0-1,-1 0 1,0 0-1,-2 0 1,1 0-1,-1 1 1,-1-1-1,0 1 1,-1 0-1,-1 0 1,1 0-1,-2 1 1,0 0-1,0 0 1,-1 0-1,0 1 1,-1 1-1,0-1 1,0 1-1,-1 1 1,0 0-1,-1 0 1,0 1-1,-4-2-20,5 7 0,0 0 0,-1 0 0,1 1 0,-1 0 0,0 0 0,1 2 0,-1-1 0,1 1 0,-1 1 0,1 0 0,-1 0 0,1 1 0,0 0 0,0 1 0,0 0 0,1 1 0,-1 0 0,1 0 0,0 1 0,1 0 0,-1 1 0,1 0 0,-6 8 0,-8 7 0,1 1 0,1 2 0,1 0 0,2 1 0,0 0 0,2 2 0,-7 16 0,7-9 0,0 0 0,3 2 0,1-1 0,1 2 0,2-1 0,2 1 0,2 0 0,0 35 0,3-67 0,1 1 0,0 0 0,0-1 0,0 1 0,1-1 0,0 1 0,1-1 0,-1 1 0,1-1 0,0 0 0,1 0 0,-1 0 0,1 0 0,1 0 0,-1 0 0,1-1 0,0 0 0,0 1 0,0-2 0,1 1 0,0 0 0,0-1 0,0 0 0,3 2 0,3 0 0,1 0 0,0 0 0,1-1 0,-1 0 0,1-1 0,0 0 0,0-2 0,0 1 0,1-1 0,-1-1 0,0-1 0,1 0 0,-1 0 0,1-1 0,-1-1 0,0 0 0,0-1 0,0-1 0,0 0 0,0 0 0,-1-1 0,0-1 0,0 0 0,0-1 0,-1 0 0,0-1 0,0 0 0,-1 0 0,0-1 0,-1-1 0,0 0 0,2-2 0,18-18 0,-1-1 0,-1-1 0,-2-2 0,-1 0 0,-1-2 0,-3 0 0,-1-1 0,-1-1 0,-2-1 0,-2-1 0,-2 0 0,-1 0 0,-3-1 0,0-1 0,-3 1 0,0-42 0,-5 68-23,-1 13 13,0 0-1,1 0 1,-1 0-1,1 0 1,0 0-1,0 0 0,0 0 1,0 0-1,0 0 1,0 0-1,0 0 1,0 0-1,1 0 1,-1 0-1,1 0 1,0 0-1,-1 0 1,1 0-1,0 1 0,0-1 1,0 0-1,0 0 1,1 1-1,-1-1 1,0 1-1,1-1 1,-1 1-1,1 0 1,-1-1-1,1 1 1,0 0-1,-1 0 0,1 0 1,0 0-1,0 0 1,0 1-1,0-1 1,0 1-1,0-1 1,0 1-1,1-1 11,34 0-2040,5 1-2042</inkml:trace>
  <inkml:trace contextRef="#ctx0" brushRef="#br0" timeOffset="453.086">5122 1300 30687,'0'0'561,"2"-21"-336,11-234 394,-14 252-612,0 0-1,0 0 0,0 0 1,0 0-1,-1 1 1,1-1-1,-1 0 0,0 1 1,1-1-1,-1 1 1,-1-1-1,1 1 0,0 0 1,0 0-1,-1 0 1,1 0-1,-1 0 0,0 0 1,1 1-1,-1-1 1,0 1-1,0 0 0,0 0 1,0 0-1,0 0 1,0 1-1,0-1 0,0 1 1,0 0-1,-1 0 1,1 0-1,0 0 0,0 0 1,0 1-1,0-1 1,0 1-1,0 0 0,0 0 1,0 0-1,0 0 1,0 1-1,0-1 0,1 1 1,-1 0-1,0-1 1,1 1-1,0 0 0,-1 1 1,1-1-1,0 0-6,-21 16 11,1 0-1,1 2 0,0 0 0,2 1 1,0 1-1,1 1 0,-8 16-10,-12 13 32,3 1-1,2 2 1,2 1-1,3 1 0,3 2 1,2 0-1,2 2 1,4 0-1,-2 19-31,17-73 0,1 1 0,0-1 0,0 1 0,1-1 0,0 1 0,0 0 0,1-1 0,0 1 0,0-1 0,1 0 0,0 1 0,0-1 0,1 0 0,0 0 0,0 0 0,1 0 0,-1-1 0,1 0 0,1 1 0,-1-1 0,1-1 0,0 1 0,1-1 0,-1 0 0,1 0 0,0 0 0,0-1 0,1 0 0,-1 0 0,1-1 0,0 1 0,0-2 0,0 1 0,0-1 0,1 0 0,4 1 0,4-1 0,-1-1 0,0 0 0,1-1 0,-1-1 0,0-1 0,1 0 0,-1 0 0,0-2 0,0 0 0,-1 0 0,1-2 0,-1 0 0,0 0 0,-1-1 0,1-1 0,-2 0 0,1-1 0,0-1 0,16-14 0,0 0 0,-2-2 0,-2-1 0,0 0 0,-1-2 0,18-32 0,-25 35 0,-1-1 0,-2 0 0,0-2 0,-2 1 0,-1-2 0,-2 1 0,-1-1 0,-1-1 0,-1 0 0,-2 1 0,0-13 0,-3 37-19,-1 0 0,1-1 0,-1 1-1,0 0 1,-1 0 0,1 0 0,-1 0 0,-1 0 0,1 0-1,-1 0 1,0 0 0,0 0 0,-1 0 0,1 1 0,-1-1-1,-1 1 1,1 0 0,-1 0 0,0 0 0,0 1 0,0-1-1,-1 1 1,1 0 0,-1 0 0,0 0 0,0 1 0,-1 0 19,-37-13-1627</inkml:trace>
  <inkml:trace contextRef="#ctx0" brushRef="#br0" timeOffset="2677.085">2499 5958 27094,'0'0'2752,"0"0"-2256,0 0-111,0 0 63,-71 126 56,43-11-24,-11 40-64,-1 23-224,1 0-192,8-13 0,11-21 0,7-27 0,9-31 0,4-24 0,0-19 0,41-2 0,1-9-760,2-18-2665</inkml:trace>
  <inkml:trace contextRef="#ctx0" brushRef="#br0" timeOffset="3236.986">5771 6291 29838,'0'0'642,"0"0"-322,-25-10-72,-85-31 108,97 39-331,0 0 1,0 1-1,0 0 0,0 1 1,0 1-1,0 0 0,0 0 1,0 1-1,1 1 0,-1 0 1,1 1-1,-1 0 0,1 1 1,0 1-1,1 0 0,-1 0 1,1 1-1,1 0 0,-1 1 1,1 0-1,0 1 1,1 0-1,0 1 0,-5 7-25,-4 2 12,1 0 0,0 1 0,2 0 0,0 1 0,2 1 0,0 1 0,1-1 0,2 2-1,0 0 1,1 0 0,2 1 0,1 0 0,0 0 0,2 0 0,1 1 0,1-1 0,1 20-12,0-37 6,1 1 0,0 0 1,1-1-1,0 1 0,0-1 0,1 1 0,0-1 1,0 0-1,1 0 0,0 0 0,0 0 1,1 0-1,0-1 0,0 1 0,1-1 0,0 0 1,0-1-1,1 1 0,0-1 0,0 0 1,1 0-1,-1-1 0,1 0 0,7 5-6,3-4 17,-1 0 0,1-1 0,0 0-1,1-1 1,-1-2 0,1 1 0,-1-2-1,1 0 1,-1-1 0,1-1 0,0-1 0,-1 0-1,1-2 1,-1 1 0,0-2 0,0-1 0,-1 0-1,0-1 1,0 0 0,0-1 0,-1-1-1,0-1 1,-1 0 0,3-3-17,6-9-30,0 0 0,-2-1 0,-1-1 0,0-1 0,-2-1 0,-1-1 0,-1 0 0,-2-1 0,0-1 1,-2 0-1,-1-1 0,-2 0 0,-1 0 0,-1-1 0,-1 0 0,-2 0 0,-1-1 0,-2 1 0,-1-1 0,-1 0 0,-2 1 0,-5-21 30,-12-28-1451,-9 16-1208</inkml:trace>
  <inkml:trace contextRef="#ctx0" brushRef="#br0" timeOffset="14807.673">3033 10797 25517,'0'0'2614,"0"0"-1552,0 0-386,0 0 54,0 0-137,-3-6-188,-2-6-307,1 1-1,1-1 0,0-1 0,1 1 0,0 0 0,0 0 0,2-1 1,0 1-1,0-1 0,2-10-97,-2-30 130,-1 48-129,-1 0 1,0 0-1,0 0 0,-1 1 1,1-1-1,-1 1 1,0 0-1,0 0 0,0 0 1,-1 0-1,1 0 0,-1 0 1,0 1-1,0 0 0,-1 0 1,1 0-1,0 1 1,-1-1-1,0 1 0,1 0 1,-1 0-1,0 0 0,0 1 1,0 0-1,0 0 0,0 0 1,-1 1-1,1 0 1,0 0-1,0 0 0,0 0 1,0 1-1,-1 0 0,1 0 1,0 0-1,0 1 0,0-1 1,1 1-1,-1 1 1,0-1-1,1 0 0,-1 1 1,1 0-1,-1 1-1,-15 12-2,0 1 1,2 1-1,0 1 1,0 1-1,2 0 0,1 1 1,0 1-1,2 0 1,0 1-1,2 1 0,0-1 1,2 2-1,1-1 1,0 1-1,0 9 2,-1 3 1,1 0 0,1 0-1,3 0 1,1 1 0,1 0 0,3-1 0,0 1 0,3 2-1,-3-33 0,0 0 1,0 0-1,1 0 1,0 0 0,0-1-1,1 1 1,0-1-1,0 1 1,0-1 0,1 0-1,-1 0 1,2-1-1,-1 1 1,1-1 0,-1 0-1,2 0 1,-1 0-1,0-1 1,1 1-1,0-1 1,0-1 0,0 1-1,0-1 1,1 0-1,-1-1 1,1 1 0,0-1-1,0-1 1,-1 1-1,1-1 1,0 0 0,0-1-1,1 0 1,-1 0-1,0 0 1,0-1-1,0 0 1,0 0 0,-1-1-1,1 0 1,0 0-1,-1-1 1,6-2-1,14-13 0,0-2 0,-2-1 0,-1-1 0,0-1 0,-2 0 0,0-2 0,-2-1 0,-1 0 0,0-1 0,-3-1 0,11-24 0,117-245 0,-137 286-62,-1 0 0,2 1 1,-1 0-1,1 0 0,1 1 0,0 0 0,0 0 1,1 1-1,0 0 0,0 1 0,7-5 62,77-31-4713,-34 24-7538</inkml:trace>
  <inkml:trace contextRef="#ctx0" brushRef="#br0" timeOffset="15252.206">5440 10809 23669,'0'0'5773,"-2"-20"-4384,-12-136-1147,12 125-118,2 17-95,0-1-1,-1 0 0,-1 0 1,-1 1-1,0-1 0,0 1 1,-1 0-1,-1 0 0,-1 0 0,0 1 1,0 0-1,-2 0 0,-5-8-28,10 19 8,-1-1-1,-1 0 1,1 1-1,0 0 1,0 0 0,-1 0-1,1 0 1,-1 1-1,0 0 1,1 0-1,-1 0 1,0 0-1,0 1 1,1 0-1,-1 0 1,0 0-1,0 1 1,1-1-1,-1 1 1,0 0-1,0 1 1,1-1-1,-1 1 1,1 0-1,0 0 1,-1 0-1,1 1 1,0-1 0,0 1-1,1 0 1,-1 0-1,0 0 1,1 1-1,0-1 1,0 1-1,-1 1-7,-24 32 6,2 0-1,1 2 1,2 1 0,2 1-1,2 0 1,1 1-1,3 2 1,1-1 0,2 2-1,1 5-5,-9 131 94,20-174-83,1-1 0,0 1 0,1-1 0,-1 1 1,1-1-1,0 0 0,1 0 0,0 0 0,0 0 1,0 0-1,0-1 0,1 1 0,0-1 0,0 0 1,1 0-1,-1 0 0,1-1 0,0 0 0,0 0 1,1 0-1,-1 0 0,1-1 0,0 0 0,0 0 1,0 0-1,3 0-11,4 2 36,1-1 1,0 0-1,0-1 1,0 0 0,0-1-1,0-1 1,1-1-1,-1 0 1,0 0-1,0-1 1,11-3-37,-4-3 4,0-1 1,0-1-1,-1-1 1,0-1-1,-1-1 0,0-1 1,-1 0-1,0-1 1,-1-1-1,-1-1 0,0 0 1,-1-1-1,-1-1 1,-1 0-1,0-1 0,-2 0 1,0-1-1,-1 0 1,-1-1-1,5-17-4,4-84 0,-19 118-49,0 0 0,0 1 1,0-1-1,0 0 0,-1 1 0,1-1 0,-1 1 0,0 0 1,0-1-1,0 1 0,-1 0 0,1 0 0,-1 1 1,0-1-1,1 0 0,-1 1 0,0 0 0,0-1 0,-1 1 1,1 0-1,0 1 0,-1-1 0,1 1 0,-1-1 1,0 1-1,1 0 0,-1 0 0,0 1 0,0-1 0,1 1 1,-1 0-1,0 0 0,0 0 0,0 0 0,0 1 1,1-1-1,-1 1 0,-1 0 49,-53-2-3154</inkml:trace>
  <inkml:trace contextRef="#ctx0" brushRef="#br0" timeOffset="16199.897">3119 12695 27342,'0'0'1928,"0"0"-1125,0 0-173,0 0 38,0 0-106,0 0-183,-5-5-157,-15-16-62,-53-35-87,61 56-73,0 0 0,0 1 0,0 0 0,0 1 0,0 0 0,0 1 0,0 0 0,1 1 0,-1 1 0,1-1 0,0 2 0,0 0 0,1 0 0,0 0 0,0 2 0,0-1 0,1 1 0,0 0 0,1 1 0,0 0 0,0 1 0,1-1 0,0 2 0,1-1 0,-2 4 0,-18 22 0,2 1 0,2 1 0,1 1 0,2 1 0,2 0 0,2 2 0,1 0 0,2 0 0,2 1 0,-1 25 0,9-55 0,1 1 0,0-1 0,1 1 0,0 0 0,2-1 0,-1 1 0,2-1 0,0 1 0,0-1 0,2 3 0,-3-11 0,1 0 0,-1 0 0,1 0 0,0-1 0,0 1 0,0-1 0,1 0 0,-1 0 0,1 0 0,0 0 0,0-1 0,1 1 0,-1-1 0,1 0 0,-1-1 0,1 1 0,0-1 0,0 0 0,0 0 0,0 0 0,1-1 0,-1 0 0,0 0 0,1 0 0,-1-1 0,1 1 0,4-2 0,0 1 0,0-1 0,0-1 0,-1 0 0,1 0 0,0-1 0,-1 0 0,1-1 0,-1 0 0,0 0 0,-1-1 0,1 0 0,-1-1 0,0 0 0,0 0 0,0 0 0,-1-1 0,0 0 0,4-6 0,7-8 0,-1-1 0,-1-1 0,0 0 0,-2-1 0,-1 0 0,6-18 0,-8 16-5,-1-1 1,-2 0-1,0-1 0,-2 1 1,-1-2-1,-2 1 0,0 0 1,-2-1-1,-1 1 0,-2-9 5,-19-33-2251,6 52-2589</inkml:trace>
  <inkml:trace contextRef="#ctx0" brushRef="#br0" timeOffset="16901.785">5221 12568 26638,'0'0'4409,"0"0"-4073,0 0-232,0 0 256,-11 148 48,11-87-200,-2 9-112,-3 6-40,3 7-56,-9 26-80,5-22-744,-5-16-3193</inkml:trace>
  <inkml:trace contextRef="#ctx0" brushRef="#br0" timeOffset="17263.919">3520 13862 28526,'0'0'1072,"0"0"-728,0 0 80,0 0 161,-79 158-209,59-87-144,-1 8-112,1 4-56,7 0-64,6-6 0,7 2-208,13-22-576,9-22-1433</inkml:trace>
  <inkml:trace contextRef="#ctx0" brushRef="#br0" timeOffset="17667.962">5355 14109 30142,'0'0'669,"0"0"-476,-3-20-137,-9-67 64,12 82-116,0-1 0,0 1 0,-1 0-1,0 0 1,0-1 0,0 1 0,-1 0 0,0 0 0,0 0 0,0 1-1,0-1 1,-1 0 0,1 1 0,-1-1 0,-1 1 0,1 0 0,0 0-1,-1 0 1,0 1 0,0-1 0,0 1 0,0 0 0,-1 0 0,1 0 0,-1 1-1,0 0 1,0 0 0,0 0 0,0 0 0,0 1 0,0-1 0,0 1-1,0 1 1,0-1 0,-1 1 0,1 0 0,0 0 0,-1 0 0,1 1-1,0 0 1,0 0 0,0 0 0,0 1 0,0 0 0,0-1 0,0 2-1,0-1 1,-2 2-4,-4 2-3,0 1 0,0 0 0,1 1 0,-1 0 0,2 0 0,-1 1 0,2 0 0,-1 1 0,1 0 0,0 0 0,1 0 0,0 1 0,1 1 0,0-1 0,1 1 0,0 0 0,1 0 0,1 0 0,0 1 0,0-1 0,1 1 0,0-1 0,1 10 3,1-18-7,1-1-1,-1 1 1,1-1-1,0 1 1,0-1-1,0 0 1,0 0-1,0 1 1,1-1 0,0 0-1,-1 0 1,1 0-1,0 0 1,0-1-1,1 1 1,-1-1-1,1 1 1,-1-1 0,1 0-1,0 0 1,-1 0-1,1 0 1,0 0-1,1-1 1,-1 1-1,0-1 1,0 0 0,1 0-1,-1 0 1,0 0-1,1-1 1,-1 1-1,2-1 8,124-1-17,-111-3-154,0-1-1,0-1 0,-1 0 1,0-1-1,-1-1 0,1-1 1,-1 0-1,-1-1 0,0 0 1,0-2-1,7-7 172,-4 0-3235</inkml:trace>
  <inkml:trace contextRef="#ctx0" brushRef="#br0" timeOffset="18307.003">3842 14995 29910,'0'0'745,"0"0"-553,0 0 192,-63 138-24,45-83-192,1 2-40,1 4-64,3-5-40,4-5-24,5-2-8,4 3-312,0-13-1209,0-9-17027</inkml:trace>
  <inkml:trace contextRef="#ctx0" brushRef="#br0" timeOffset="18632.626">5427 14817 29630,'0'0'2105,"0"0"-2017,0 1-56,-31 111 152,20-53 136,-2 12-144,2 11-80,0 7-56,5 3-40,6 37-144,0-25-1120,0-23-4490</inkml:trace>
  <inkml:trace contextRef="#ctx0" brushRef="#br0" timeOffset="23861.051">1979 2433 27526,'0'0'1205,"0"0"-696,0 0-360,0 0-42,0 0 186,4 0 152,1060-37 1095,-439 9-1435,127 26-65,-39 60-16,-649-57-1160,-86-5-1761</inkml:trace>
  <inkml:trace contextRef="#ctx0" brushRef="#br0" timeOffset="1535.834">2608 4181 20644,'0'0'7825,"0"0"-5713,0 0-1598,0 0-86,-7-21 36,-41-126 123,47 139-580,-1 0 0,0 1 0,0-1 0,0 0 0,-1 1 1,-1 0-1,1 0 0,-1 0 0,0 0 0,-1 0 0,1 1 1,-1 0-1,0 0 0,-1 0 0,0 0 0,0 1 0,0 0 1,0 0-1,-1 1 0,0 0 0,0 0 0,0 1 0,0-1 1,-1 2-1,1-1 0,-1 1 0,0 0-7,-4 2 0,1 0 0,0 1 0,0 0 0,0 1 0,0 0 0,1 0 0,-1 2 0,1-1 0,-1 1 0,1 1 0,0 0 0,0 0 0,1 1 0,0 0 0,0 1 0,0 0 0,1 0 0,0 1 0,0 0 0,-1 2 0,-13 16 0,1 1 0,1 1 0,1 1 0,2 1 0,0 0 0,2 2 0,-6 14 0,2 0 0,3 1 0,1 1 0,3 0 0,1 1 0,3 0 0,-1 31 0,8-73 0,0 0 0,0 1 0,1-1 0,0 1 0,0 0 0,0-1 0,1 1 0,1-1 0,-1 0 0,1 1 0,0-1 0,1 0 0,0 0 0,0 0 0,0 0 0,1-1 0,0 1 0,0-1 0,1 0 0,0 0 0,0-1 0,0 1 0,4 2 0,3 0 0,1 0 0,0 0 0,1-2 0,0 0 0,0 0 0,0-1 0,0-1 0,1 0 0,0-1 0,0-1 0,0 0 0,0-1 0,0 0 0,0-2 0,0 0 0,0 0 0,0-1 0,-1-1 0,1-1 0,-1 0 0,1-1 0,-1 0 0,0-1 0,-1-1 0,0 0 0,0 0 0,0-2 0,-1 0 0,0 0 0,-1-1 0,1-1 0,10-13 0,0-2 0,-2 0 0,-1-1 0,-2-1 0,0-1 0,-2 0 0,-1-1 0,-2-1 0,0 0 0,-2-1 0,-2 0 0,-1 0 0,-1-1 0,-2 1 0,-1-1 0,-2 0 0,-1 0 0,-1-1 0,-3-4 0,4 31 0,-1-1 0,0 1 0,0 0 0,0 0 0,-1 0 0,0 0 0,0 0 0,-1 0 0,0 0 0,0 1 0,-1-1 0,0 1 0,0 0 0,-4-5 0,-6 24-449,14 14-1446</inkml:trace>
  <inkml:trace contextRef="#ctx0" brushRef="#br0" timeOffset="2036.225">5092 3674 16684,'0'0'14091,"0"0"-13267,0 0-448,0 0-32,-11 112 104,-2-23-448,-1 29 0,1 28 0,0 14 0,4-6 0,-2-18 0,9-35 0,-4-1 0,1-31-64,-1-14-2801</inkml:trace>
  <inkml:trace contextRef="#ctx0" brushRef="#br1" timeOffset="33359.567">1942 5209 23213,'0'0'1932,"0"0"-538,0 0-442,0 0-188,0 0-87,0 0-179,-4-5-184,-12-14-128,30 10 238,338 0 606,-119-7-780,142-30-250,-167 17 20,0 8 1,45 9-21,717 53 683,-341-56-274,-365 11-409,-299 23-838,1-7-1221</inkml:trace>
  <inkml:trace contextRef="#ctx0" brushRef="#br0" timeOffset="3811.826">2858 8130 20564,'0'0'6975,"0"0"-4905,0 0-1455,0 0-58,-8 21-31,-82 250 510,-114 429-612,204-699-427,-3 5-101,1 0 0,-1 0 0,2 0 0,-1 1 0,1-1-1,0 0 1,0 1 0,1-1 0,-1 1 0,2-1-1,-1 1 1,1-1 0,0 1 0,0-1 0,0 0-1,1 1 1,0-1 0,1 0 0,-1 0 0,1 0 0,0-1-1,1 1 1,-1-1 0,1 1 0,1 0 104,26-1-3066</inkml:trace>
  <inkml:trace contextRef="#ctx0" brushRef="#br0" timeOffset="4220.022">5534 8002 30695,'0'0'946,"0"0"-647,0 0-40,-4 22 197,-49 293-344,45-253-112,-20 136 0,8 0 0,9 27 0,17-210-4041,1-25-10114</inkml:trace>
  <inkml:trace contextRef="#ctx0" brushRef="#br1" timeOffset="40735.589">1999 9531 18572,'0'0'8562,"0"0"-6280,0 0-1944,0 0 4,20 1 218,149 1 180,0-7 0,51-13-740,200-24 631,187 13-631,1015 30 0,-1571-1 0,22 0 0,1 3 0,-1 3 0,50 12 0,-96-7-587,-26-10-842</inkml:trace>
  <inkml:trace contextRef="#ctx0" brushRef="#br1" timeOffset="44098.942">2155 11827 30062,'0'0'1161,"0"0"-1089,116 6 0,-11-6 104,55 0 184,63-18-56,27-4-144,2 3-64,-8 7-56,-19 6-16,10 2-24,24 4-48,15 0-32,-62 0-400,-34 0-1233</inkml:trace>
  <inkml:trace contextRef="#ctx0" brushRef="#br1" timeOffset="59549.059">2924 13524 28270,'0'0'1142,"0"0"-641,0 0-325,0 0 116,0 0 140,27-3-65,394-18 272,940 5-91,-1249 9-738,0 4 0,1 5 0,-1 5 0,0 5 0,75 19 190,-120-14-1195</inkml:trace>
  <inkml:trace contextRef="#ctx0" brushRef="#br1" timeOffset="59966.729">3281 14881 28686,'0'0'992,"0"0"-776,0 0-24,0 0 281,116-26-25,3-4-208,54-5-120,29-1-32,10 13 40,1 11 56,-16 12-56,0 0-88,-6 22-16,-16 9-24,-17 1-64,-26-9-464,-45-9-569,-32-8-5608</inkml:trace>
  <inkml:trace contextRef="#ctx0" brushRef="#br1" timeOffset="60277.999">3248 15875 30735,'0'0'840,"0"0"-832,217-2-8,-46 0 184,33-2 128,15-2 88,5-8-144,-7 1-224,-5-3-32,-12-8 0,-16 0 0,-46-17 0,-46 5-1336,-44 3-3449</inkml:trace>
  <inkml:trace contextRef="#ctx0" brushRef="#br1" timeOffset="61529.456">1350 1 26414,'0'0'2806,"0"0"-2002,-23 25-631,-165 173 389,-41 57 263,-71 116-825,220-269 37,59-76-29,-51 58 37,3 3 1,5 3-1,3 3 0,5 3 1,4 1-1,4 3 1,-4 22-46,44-98 20,1-1 0,1 2 0,2-1 0,0 1 0,1-1 0,1 1 0,2 0 1,0 0-1,2 0 0,1-1 0,0 1 0,2-1 0,1 0 0,1 0 0,5 10-20,18 18 10,3-1-1,2-1 1,1-3-1,3 0 1,2-3 0,2-1-1,2-3 1,1-1-1,12 5-9,1 6 20,62 49 31,-4 4 1,-5 6 0,-5 4-1,-5 5 1,-5 5 0,-5 3-1,-6 4 1,28 65-52,-87-134 0,-2 2 0,-2 1 0,-4 0 0,-2 2 0,-4 0 0,-2 0 0,-3 1 0,-3 0 0,-3 1 0,-3-1 0,-3 0 0,-2 0 0,-4 0 0,-3-1 0,-2 0 0,-3-1 0,-68 163 0,-9-4 0,-10-4 0,-9-4 0,-29 25 0,129-216 0,-126 214 0,-57 100 0,-17 73 0,192-370 0,2 1 0,3 1 0,1 0 0,2 1 0,2 1 0,2 0 0,0 13 0,10-54 0,-1 1 0,1-1 0,0 1 0,0-1 0,1 0 0,0 1 0,0-1 0,0 1 0,0-1 0,1 0 0,0 0 0,0 0 0,1 0 0,-1 0 0,1 0 0,0-1 0,0 1 0,0-1 0,1 0 0,0 0 0,0 0 0,0 0 0,0-1 0,0 0 0,1 1 0,-1-2 0,3 2 0,279 156 0,-182-107 0,-56-30 0,-1 1 0,-1 3 0,-2 2 0,-1 1 0,-1 3 0,-1 1 0,-3 2 0,0 2 0,24 33 0,0 20 0,-4 4 0,-4 2 0,-5 2 0,-3 2 0,-5 2 0,-5 2 0,6 42 0,229 965 0,-174-633 0,-21 3 0,-1 270 0,-12 1088 0,-57-1687 0,6 1 0,6-2 0,8 0 0,6-2 0,42 116 0,-63-232 0,3-1 0,1 0 0,1-1 0,1-1 0,18 23 0,-32-51-22,0 1 1,1-1-1,-1 0 0,1 0 1,0-1-1,-1 1 0,1-1 0,0 0 1,1 0-1,-1 0 0,0 0 1,0-1-1,1 1 0,-1-1 1,1-1-1,-1 1 0,1 0 0,0-1 1,-1 0-1,1 0 0,-1-1 1,1 1-1,-1-1 0,1 0 1,-1 0-1,1 0 0,-1-1 0,0 0 1,0 1-1,1-1 0,-1-1 1,0 1-1,-1-1 0,1 1 1,0-1-1,-1 0 0,0-1 1,0 1-1,0-1 0,0 1 0,2-4 22,49-57-2111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7:46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822 906 23845,'0'0'5091,"0"0"-3471,-5-20-1049,-15-61-21,19 74-507,-1 1 0,-1-1 0,1 1-1,-1 0 1,0 0 0,0 0-1,-1 0 1,0 1 0,0-1-1,0 1 1,-1 0 0,0 0-1,0 0 1,0 1 0,0 0 0,-1 0-1,1 0 1,-1 1 0,0 0-1,0 0 1,-1 0 0,1 1-1,0 0 1,-1 0 0,0 0-1,1 1 1,-6 0-43,-2 0-6,-1 0 1,0 1-1,0 1 0,0 1 0,1 0 1,-1 1-1,1 0 0,0 2 0,0-1 1,0 2-1,-5 2 6,-17 13 0,1 1 0,1 2 0,1 2 0,2 0 0,0 2 0,2 2 0,1 1 0,1 0 0,2 2 0,2 1 0,0 2 0,3 0 0,1 0 0,1 2 0,3 0 0,-8 29 0,17-56 0,2 0 0,0 0 0,0 0 0,1 1 0,0-1 0,1 1 0,0 0 0,1-1 0,0 1 0,1 0 0,0 0 0,1 0 0,1-1 0,0 1 0,0 0 0,1-1 0,0 1 0,1-1 0,1 0 0,-1 0 0,2-1 0,0 1 0,0-1 0,0-1 0,3 3 0,4-1 0,1 0 0,0-1 0,0-1 0,1 0 0,0-1 0,1 0 0,0-1 0,0-1 0,0-1 0,1 0 0,0-1 0,0-1 0,0-1 0,0 0 0,0-1 0,0-1 0,2 0 0,19-2 0,0-2 0,0-1 0,-1-1 0,0-3 0,0-1 0,-1-1 0,3-3 0,1-1 0,0-2 0,-1-2 0,0-2 0,-2-1 0,-1-1 0,0-2 0,10-12 0,123-120-2475,-95 79-2924</inkml:trace>
  <inkml:trace contextRef="#ctx0" brushRef="#br0" timeOffset="281.488">1839 0 30735,'0'0'1288,"0"0"-1096,0 0 64,0 0 40,0 0-296,-132 168 0,56-36 0,-21 53 0,14-19-48,13-22-2297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7:49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583 182 17788,'0'0'7573,"0"0"-4028,0 0-2593,0 0-371,-8-19-100,-47-96 146,53 112-592,0-1-1,0 1 1,-1 0 0,1 0 0,-1 0 0,0 0 0,0 0 0,0 1-1,0 0 1,0-1 0,-1 1 0,1 0 0,0 0 0,-1 1 0,0-1-1,1 1 1,-1-1 0,0 1 0,0 1 0,0-1 0,0 0 0,0 1-1,0 0 1,0 0 0,0 0 0,0 0 0,1 1 0,-1-1 0,0 1-1,0 0 1,0 0 0,-1 1-35,-107 70 105,83-43-105,1 1 0,2 1 0,1 2 0,1 0 0,2 2 0,1 0 0,2 1 0,2 1 0,1 1 0,2 1 0,2 0 0,1 0 0,2 1 0,2 0 0,1 1 0,3 0 0,1 12 0,0-40 0,1 0 0,1 1 0,0-1 0,1 1 0,1-1 0,0 1 0,1-1 0,0 0 0,1 0 0,0 0 0,1-1 0,1 1 0,0-1 0,0 0 0,1-1 0,1 0 0,0 0 0,0 0 0,1-1 0,0-1 0,1 1 0,0-1 0,1-1 0,0 0 0,0-1 0,1 0 0,0 0 0,4-2 0,1 0 0,-1-2 0,1 0 0,0-1 0,0 0 0,0-2 0,0 0 0,0-1 0,0 0 0,0-1 0,0-1 0,-1-1 0,1-1 0,-1 0 0,0-1 0,0 0 0,-1-2 0,6-3 0,13-8 0,0-2 0,-2-2 0,0 0 0,-2-2 0,-1-2 0,-1 0 0,11-15 0,-27 29 0,-1 0 0,0-1 0,0 0 0,-1 0 0,-1-1 0,0 0 0,-2-1 0,1 0 0,-2 0 0,0-1 0,-1 0 0,-1 0 0,0 0 0,-2 0 0,0-1 0,0 1 0,-2-1 0,0 1 0,-1-1 0,-1 1 0,-1-1 0,0 1 0,-1 0 0,-1 0 0,0 0 0,-1 1 0,-4-5 0,1 5 0,-2 1 0,1 0 0,-2 0 0,0 1 0,-1 1 0,0 0 0,-1 1 0,-1 0 0,0 1 0,0 0 0,-1 2 0,0 0 0,-1 0 0,0 2 0,0 0 0,-1 1 0,1 1 0,-1 0 0,-1 2 0,1 0 0,0 1 0,-1 0 0,1 2 0,-1 0 0,0 1 0,-10 3 0,17-2-10,-1 2 0,0 0 0,1 0 0,0 1 0,0 0 0,0 1 1,1 0-1,0 1 0,0 1 0,1 0 0,0 0 0,0 1 0,1 0 0,0 0 0,0 1 0,-2 5 10,-28 33-793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02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576 186 26222,'0'0'1285,"0"0"-450,0 0-67,0 0 38,0 0-155,0 0-191,-3-17-139,-10-56-5,11 26 307,3 46-612,-1-1 1,1 1-1,-1 0 0,0-1 1,1 1-1,-1 0 1,0-1-1,0 1 1,0-1-1,0 1 1,-1 0-1,1-1 0,0 1 1,0 0-1,-1-1 1,1 1-1,-1 0 1,1-1-1,-1 1 0,0 0 1,1 0-1,-1 0 1,0 0-1,0 0 1,0-1-1,0 1 0,0 1 1,0-1-1,0 0 1,0 0-1,0 0 1,0 0-1,0 1 1,-1-1-1,1 1 0,0-1 1,-1 1-1,1-1 1,0 1-1,-1 0 1,1 0-1,-1-1-11,-10-1 0,0 1 0,0 0 0,0 0 0,-1 1 0,1 1 0,0 0 0,0 1 0,0 0 0,0 0 0,0 2 0,0-1 0,1 2 0,-1-1 0,1 2 0,0-1 0,1 1 0,-7 6 0,-9 6 0,1 1 0,1 1 0,1 1 0,1 1 0,0 1 0,-5 10 0,9-9 0,1 1 0,2 0 0,0 2 0,2 0 0,0 0 0,2 1 0,1 0 0,2 1 0,0 0 0,2 1 0,2-1 0,0 1 0,2 0 0,1 0 0,2 0 0,0 0 0,4 14 0,-2-33 0,0 1 0,0-1 0,1 0 0,1-1 0,0 1 0,0-1 0,1 0 0,0 0 0,1-1 0,0 1 0,0-1 0,1-1 0,0 0 0,1 0 0,0 0 0,0-1 0,0-1 0,1 1 0,0-2 0,1 1 0,-1-1 0,1-1 0,0 0 0,0 0 0,0-1 0,0-1 0,1 0 0,-1 0 0,1-1 0,-1-1 0,11 0 0,2 0 0,1 0 0,-1-2 0,1-1 0,-1-1 0,0 0 0,0-2 0,0-1 0,-1-1 0,0-1 0,-1-1 0,0-1 0,0-1 0,-1-1 0,-1 0 0,0-2 0,-1-1 0,0 0 0,12-14 0,-24 21-1,0 0-1,-1 0 1,0-1-1,0 0 1,-1 0-1,0 0 1,-1-1 0,0 1-1,-1-1 1,0 0-1,0 0 1,-1 0-1,-1 0 1,0-1-1,0 1 1,-1 0 0,-1-1-1,0 1 1,0 0-1,-1 0 1,-1 0-1,0 0 1,0 0 0,-1 0-1,-1 1 1,0-1 1,-44-73-427,-16 7-997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10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496 178 28646,'0'0'1398,"0"0"-935,0 0-74,0 0 116,-8-20-91,-24-61-169,30 77-233,1 0 0,-1 0-1,1-1 1,-1 1 0,0 1 0,-1-1 0,1 0-1,-1 0 1,0 1 0,0-1 0,0 1-1,0 0 1,0 0 0,-1 0 0,1 1-1,-1-1 1,0 1 0,0 0 0,0 0 0,0 0-1,0 0 1,0 1 0,0-1 0,-1 1-1,1 0 1,0 1 0,-1-1 0,1 1-1,-1 0 1,1 0 0,-1 0 0,1 0 0,-1 1-1,1 0 1,-3 1-12,-6 2-1,1 1 0,0 0 0,0 1 0,1 0 0,-1 1 1,1 0-1,1 1 0,-1 0 0,2 1 0,-6 5 1,-5 8 20,0 0 0,1 2 1,2 1-1,0 0 0,2 1 1,1 0-1,0 2 0,3-1 0,0 2 1,1-1-1,2 1 0,1 1 0,2-1 1,1 1-1,0 12-20,3-37 0,0 0 0,0-1 0,1 1 0,0 0 0,0 0 0,0-1 0,1 1 0,-1 0 0,1-1 0,0 1 0,1 0 0,-1-1 0,1 0 0,0 1 0,0-1 0,0 0 0,0 0 0,1 0 0,0 0 0,0 0 0,0-1 0,0 1 0,0-1 0,1 0 0,0 0 0,-1 0 0,1 0 0,0-1 0,0 1 0,1-1 0,-1 0 0,0-1 0,1 1 0,-1-1 0,1 1 0,0-1 0,1 0 0,20 1 0,-1-1 0,1-1 0,0-1 0,0-2 0,-1 0 0,0-2 0,0 0 0,0-2 0,0-1 0,-1-1 0,0-1 0,-1 0 0,0-2 0,-1-1 0,0-1 0,-1-1 0,-1-1 0,0 0 0,-1-2 0,-1 0 0,-1-1 0,0-1 0,-2 0 0,0-1 0,-1-1 0,-1 0 0,-2-1 0,8-20 0,-15 36 0,-1 0 0,0 0 0,0-1 0,-1 1 0,0-1 0,0 0 0,-1 1 0,0-1 0,0 0 0,-1 0 0,0 0 0,0 0 0,-1 0 0,0 1 0,0-1 0,-1 0 0,0 0 0,-1 1 0,1-1 0,-1 1 0,-1 0 0,0 0 0,0 0 0,0 1 0,0-1 0,-1 1 0,0 0 0,-1 0 0,1 0 0,-1 1 0,0 0 0,-1 0 0,1 1 0,-1 0 0,0 0 0,0 0 0,0 1 0,-5-1-59,0 0 0,0 1 0,0 1 0,0 0 0,0 0-1,0 1 1,0 1 0,-1 0 0,1 1 0,0 0 0,0 1 0,0 1 0,0-1 0,0 2 0,0 0-1,-1 1 60,-46 21-2007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31.776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109 126 25653,'0'0'1455,"0"0"-484,0 0-132,0 0-87,0 0-134,-1-16-127,-13-93 928,12 173-850,-14 289-569,-3-207 0,-8 63 0,1 203 0,26-381 0,-2-19 0,1-1 0,1 1 0,0 0 0,1-1 0,0 1 0,0 0 0,2-1 0,-1 0 0,1 1 0,1-1 0,0 0 0,1 0 0,0-1 0,2 3 0,-1-49 0,-10-19-253,-1 30-2223,-7-16-10270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2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0 28358,'0'0'1888,"0"0"-1671,0 0 183,0 0 16,0 0-208,0 0-128,0 121-80,0-72-48,0-5-696,-4-9-3481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3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284 1 29126,'0'0'928,"0"0"-383,0 0-273,-132 144-176,73-73-96,11-12-601,4-14-3351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3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 23165,'0'0'5289,"0"0"-3710,0 0-1132,0 0 34,0 0 1,0 0-37,7 10-78,83 65 92,75 25-401,-159-94-59,0 0 1,0 0 0,0 0 0,-1 1-1,0-1 1,0 1 0,-1 1 0,0-1 0,0 0-1,0 1 1,-1 0 0,0 0 0,-1 0 0,0 0-1,0 1 1,-1-1 0,0 0 0,0 1-1,-1-1 1,0 1 0,-1 4 0,-5 5-50,0 0 0,-1-1 1,-1 0-1,-1 0 0,0-1 0,-1 0 0,-1 0 0,0-1 1,-1-1-1,-1 0 0,0-1 0,-1 0 0,0-1 1,-1 0-1,-1-1 0,0-1 0,-4 2 50,10-5-192,0-1 0,0 0 0,-1 0 0,1-1 0,-1 0 0,0-1 0,-1 0 0,1-1 0,-1 0 0,1-1 0,-10 1 192,-2-2-1794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3.7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73 28046,'0'0'2252,"0"0"-1666,0 0-486,29 6 7,194 34 175,-207-38-265,1 0-6,-1 0 0,0 0 0,0 2 0,-1 0-1,1 0 1,-1 2 0,0 0 0,0 1 0,10 6-11,-23-12 4,0 1 0,0-1 0,0 1-1,0-1 1,0 1 0,-1 0 0,1 0 0,-1 0 0,1 0-1,-1 0 1,0 0 0,0 0 0,0 0 0,0 0 0,0 1-1,0-1 1,-1 0 0,1 1 0,-1-1 0,1 1 0,-1-1-1,0 0 1,0 1 0,0-1 0,-1 1 0,1-1-1,0 0 1,-1 1 0,1-1 0,-1 0 0,0 1 0,0-1-1,0 0 1,0 0 0,0 0 0,-1 1-4,-62 66 125,-324 180-721,339-219-745</inkml:trace>
  <inkml:trace contextRef="#ctx0" brushRef="#br0" timeOffset="468.486">1171 0 6865,'0'0'19695,"0"0"-15383,0 0-4087,14 20-49,44 65 120,-53-78-276,0 0-1,0 1 0,-1 0 1,-1 0-1,1 0 0,-1 0 1,-1 0-1,1 1 0,-1-1 1,-1 1-1,0 0 0,0 0 0,-1-1 1,0 1-1,0 0 0,-1 0 1,0-1-1,0 1 0,-1 0 1,-1-1-1,1 1 0,-1-1 1,-1 0-1,1 0 0,-1 0 1,-4 4-20,-10 14-27,-1-1 1,-1-1 0,-1-1 0,-1 0 0,-1-2 0,-11 7 26,18-14-15,-244 194-456,279-208 669,239-43 510,95 40-1163,-243 7-978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2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78 11674,'0'0'14940,"0"0"-11181,0 0-3079,0 0-102,0 0-2,26 19-153,164 130-286,-180-140-137,72 64 0,-3 2 0,-3 5 0,-4 2 0,-4 4 0,54 87 0,-82-118-1503,-34-60-671,-5-16-2327</inkml:trace>
  <inkml:trace contextRef="#ctx0" brushRef="#br0" timeOffset="247.906">791 1 28254,'0'0'1920,"0"0"-1543,0 0 143,-171 166 8,81-68-176,-19 23-216,-12 19-80,16-14-40,28-26-16,31-30-128,18-13-360,6-12-825,0-11-9809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1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18 560 10202,'0'0'14171,"0"0"-10297,0 0-2921,0 0-211,0 0-176,-5 4-150,-7 12 42,44-14 81,-21-2-469,409-39 754,-85 3-872,-333 36-16,-1 0 0,0 0-1,1-1 1,-1 1 0,0 0 0,0-1 0,1 1-1,-1 0 1,0-1 0,0 1 0,0-1 0,1 0 0,-1 1-1,0-1 1,0 0 0,0 0 0,0 0 0,0 0-1,-1 0 1,1 0 0,0 0 0,0 0 0,0 0-1,-1 0 1,1 0 0,-1 0 0,1-1 0,-1 1 0,1 0-1,-1 0 1,0-1 0,0 1 0,1 0 0,-1-1-1,0 1 1,0 0 0,0 0 0,-1-1 0,1 1-1,0 0 1,0-1 0,-1 1 0,1 0 0,-1-1 64,1-6-998,0-19-4150</inkml:trace>
  <inkml:trace contextRef="#ctx0" brushRef="#br0" timeOffset="264.53">577 0 22557,'0'0'4730,"0"0"-2847,-8 18-979,-1-1-728,0 1 0,2 0 0,0 0 0,2 1 0,-1 0 0,2 0 0,1 0-1,0 2-175,-28 771 1286,21-529-1487,29-211-1737,-4-49-188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5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605 192 27806,'0'0'1208,"0"0"-644,0 0-158,-13-18 42,-40-56-105,26 23-102,27 48-228,-1 1-1,0 0 0,1-1 1,-1 1-1,0-1 0,-1 1 0,1 0 1,0 0-1,-1 0 0,1 0 1,-1 0-1,1 0 0,-1 0 1,0 0-1,0 0 0,0 1 0,0-1 1,0 1-1,0 0 0,-1-1 1,1 1-1,0 0 0,-1 0 1,1 1-1,0-1 0,-1 0 0,1 1 1,-1-1-1,1 1 0,-1 0-12,-14 3 4,1 0 0,0 2-1,0 0 1,0 0 0,1 2 0,0 0-1,0 1 1,1 0 0,0 1-1,0 0 1,1 2 0,0-1 0,1 2-1,0-1 1,1 2 0,0-1-1,1 2 1,-4 5-4,-6 4 45,0 1 0,1 0 0,2 2-1,0 0 1,2 0 0,1 2 0,1 0 0,1 0 0,2 1-1,1 1 1,1 0 0,1 0 0,-2 30-45,8-55 13,1 1 0,-1-1 0,0 0 1,1 0-1,0 1 0,1-1 0,-1 0 1,1 1-1,0-1 0,0 0 0,1 0 0,-1 0 1,1 0-1,0 0 0,1 0 0,-1-1 0,1 1 1,0-1-1,0 1 0,0-1 0,1 0 1,-1 0-1,1-1 0,0 1 0,0-1 0,0 0 1,1 0-1,-1 0 0,1 0 0,0-1 0,-1 0 1,1 0-1,1 0-13,21 5 23,0-2 0,1-1 0,0-1 0,0-1 0,0-2 0,0-1 0,-1-1 0,1-1 0,0-1 0,-1-2 0,0-1 0,14-5-23,-17 4 1,0-2 0,0 0 0,-1-1 0,0-2-1,-1 0 1,-1-1 0,0-1 0,-1-1 0,0-1 0,-1-1 0,-1-1 0,-1 0 0,-1-1-1,-1-1 1,3-5-1,-14 19 1,0 0-1,-1 0 0,0-1 0,0 1 0,-1-1 1,1 1-1,-2-1 0,1 0 0,-1 0 1,0 1-1,-1-1 0,0 0 0,0 0 0,-1 0 1,0 0-1,0 0 0,-1 1 0,0-1 1,0 0-1,-1 1 0,0-1 0,0 1 0,-1 0 1,1 0-1,-2 1 0,1-1 0,-1 1 1,0 0-1,0 0 0,-2-1 0,-3-1 0,-2 0 0,1 0 0,-1 1 0,0 1 0,-1 0 0,1 0 0,-1 2 0,-1-1 0,1 2 0,0-1 0,-1 2 0,-9-1 0,2 14-545,9 0-1030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7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28518,'0'0'2409,"0"0"-2049,0 0 64,0 0 56,0 0-88,0 0-216,0 0-168,28 65-8,-19-16-144,-5-5-936,-1-7-2265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7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349 0 25629,'0'0'4737,"0"0"-4136,0 0-225,0 0 88,-125 109-216,81-72-248,-24 16-48,9-7-696,6-13-3145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8.9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 1 30126,'0'0'531,"24"3"-263,-3 0-201,133 35 537,-147-36-580,0 0-1,0 0 0,-1 0 1,1 1-1,-1 0 1,0 1-1,1-1 1,-1 1-1,-1 0 1,1 1-1,-1 0 1,0-1-1,0 2 0,0-1 1,0 0-1,-1 1 1,0 0-1,0 0 1,-1 0-1,0 1 1,0-1-1,0 1 0,-1-1 1,0 1-1,0 0 1,0 0-1,-1 0 1,0 0-1,-1 0 1,0 0-1,0 1 1,0-1-1,-1 0 0,0 0 1,0 0-1,-1 0 1,0 0-1,0-1 1,-1 1-1,1 0 1,-3 1-24,-19 21 13,-2-1 0,-1-1 0,-1-2 1,-2 0-1,0-2 0,-17 9-13,3-1 3,-139 106 20,152-97-10,66-33 63,25-13-73,-1-2-1,1-3 0,-2-3 0,0-2 1,-1-3-1,9-6-2,-15 7 1,49-17-212,-10-2-842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8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57 27054,'0'0'2428,"0"0"-1505,0 0-213,0 0-29,26 7-145,173 27-106,68-19-425,-264-15-5,-1 0 0,1 0 0,-1 0 0,0 0 0,1 0 0,-1 1 0,0-1 0,1 1 0,-1 0 0,0 0 0,1-1 0,-1 1 0,0 1 0,0-1 0,0 0 0,0 1 0,0-1 0,0 1 0,-1-1 0,1 1 0,0 0 0,-1 0 0,1 0 0,-1 0 0,0 0 0,0 0 0,0 0 0,0 0 0,0 0 0,0 0 0,0 1 0,-1-1 0,1 0 0,-1 1 0,1-1 0,-1 1 0,0-1 0,0 0 0,0 1 0,0-1 0,-1 1 0,1-1 0,-1 0 0,1 1 0,-1-1 0,0 0 0,0 0 0,0 1 0,0-1 0,0 0 0,-1 0 0,1 0 0,-1 0 0,-148 138 0,-62 20-52,170-138-1036,38-24-703,4-10-2111</inkml:trace>
  <inkml:trace contextRef="#ctx0" brushRef="#br0" timeOffset="314.126">803 0 25998,'0'0'3958,"0"0"-2765,0 0-899,0 0 88,0 0 55,20 1-121,140 11-130,-137-9-185,0 1-1,0 1 0,-1 1 0,1 1 1,-1 1-1,-1 1 0,0 1 0,0 1 1,-1 1-1,4 3 0,-21-13 0,-1 0 0,1 0 0,-1 0 0,0 1 0,1-1 0,-1 1 0,0-1 0,0 1 0,-1 0 0,1 0 0,0 0 0,-1 0 0,0 0 0,0 0 0,0 0 0,0 0 0,0 0 0,-1 1 0,1-1 0,-1 0 0,0 0 0,0 1 0,0-1 0,0 0 0,-1 1 0,1-1 0,-1 0 0,0 0 0,0 0 0,0 1 0,-1-1 0,1 0 0,0-1 0,-1 1 0,0 0 0,0 0 0,0-1 0,-2 3 0,-137 94 0,104-79 0,-222 151-2163,230-146-1811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6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1 133 26542,'0'0'3458,"0"0"-2349,0 0-738,0 0 76,28-1-19,192-11-28,-186 10-391,-17 1-9,1-1 1,0 2-1,0 0 0,-1 2 1,1 0-1,-1 0 1,1 2-1,3 1 0,-17-2 0,0 1 0,0-1 0,-1 1 0,1 0 0,-1 0 0,0 0 0,0 0 0,0 1 0,0-1 0,-1 1 0,0 0 0,0-1 0,0 1 0,0 0 0,-1 0 0,0 1 0,0-1 0,0 0 0,-1 0 0,0 0 0,0 1 0,0-1 0,0 0 0,-1 0 0,0 0 0,0 0 0,-1 0 0,1 0 0,-1 0 0,0 0 0,0 0 0,-1-1 0,1 1 0,-1-1 0,0 1 0,-1-1 0,-29 53 0,-3-2 0,-3-1 0,-2-2 0,-8 5 0,30-34 0,-152 179 0,171-202 0,-1 0 0,0 1 0,1-1 0,-1 1 0,1-1 0,-1 1 0,1-1 0,-1 1 0,1 0 0,-1-1 0,1 1 0,-1-1 0,1 1 0,0 0 0,-1-1 0,1 1 0,0 0 0,0 0 0,-1-1 0,1 1 0,0 0 0,0 0 0,0-1 0,0 1 0,0 0 0,0 0 0,0-1 0,0 1 0,0 0 0,1 0 0,-1-1 0,0 1 0,0 0 0,1-1 0,-1 1 0,0 0 0,1-1 0,-1 1 0,1 0 0,-1-1 0,1 1 0,-1-1 0,1 1 0,-1-1 0,1 1 0,-1-1 0,1 1 0,0-1 0,-1 0 0,1 1 0,0-1 0,0 0 0,42 1 0,-41-1 0,36-8 0,-1-1 0,0-2 0,-1-1 0,0-2 0,-1-2 0,28-17 0,-28 16 0,94-48-641,-3-5-1,42-36 642,-112 66-1974</inkml:trace>
  <inkml:trace contextRef="#ctx0" brushRef="#br0" timeOffset="248.19">1044 1 28822,'0'0'1785,"0"0"-1449,0 0 280,0 0-40,149 106-104,-96-58-312,2 1-160,2 4 0,2 2 0,-6-1 0,-7-3 0,-11-2 0,-11-3 0,-7-7 0,-10-17-856,-3-10-769,-4-12-7280</inkml:trace>
  <inkml:trace contextRef="#ctx0" brushRef="#br0" timeOffset="466.49">1623 36 23709,'0'0'6545,"0"0"-5928,-149 131-129,81-64-200,4 6-160,-4 39-128,18-19-160,8-14-1121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46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0 336 28790,'0'0'1003,"0"0"-359,0 0-162,0 0-73,0 0-97,0 0-31,19 2-60,324 33 281,-308-31-919,0 1 1,1 1-1,-2 2 0,1 1 0,27 13 417,-51-19-2026</inkml:trace>
  <inkml:trace contextRef="#ctx0" brushRef="#br0" timeOffset="245.916">421 0 24061,'0'0'5201,"0"0"-4585,0 0-144,-52 130 33,45-63-17,7 4-40,0 0-176,0 0-120,2 1-104,9-3-32,0-2-8,0-2-8,0-2-264,0 6-256,-2-16-689,-3-19-1375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8:50.7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643 70 16596,'0'0'2623,"0"0"4048,0 0-4419,0 0-1408,0 0-101,0 0-190,-3-7-140,1 3-401,1 0 21,0 1 0,0 0 1,0 0-1,0 0 1,-1 0-1,0 0 0,0 0 1,1 0-1,-2 0 0,1 1 1,0-1-1,0 1 1,-1 0-1,0-1 0,1 1 1,-1 0-1,0 1 1,0-1-1,0 0 0,0 1 1,0 0-1,0-1 1,-1 1-1,1 0 0,0 1 1,-1-1-34,-21 2 33,1 0 0,0 2 1,0 1-1,0 1 0,0 1 1,1 1-1,0 1 0,0 1 0,1 1 1,0 0-1,1 2 0,0 1 1,1 1-1,1 0 0,0 1 0,0 2 1,2-1-1,0 2 0,1 1 1,1 0-1,1 0 0,0 2 1,2 0-1,0 0 0,2 1 0,0 0 1,1 1-1,1 0 0,2 0 1,-3 14-34,-18 181 188,27-212-188,0 1 0,0-1 0,0 1 0,1-1 0,0 0 1,0 1-1,1-1 0,0 0 0,0 0 0,1 0 0,-1 0 1,1 0-1,0 0 0,1-1 0,-1 1 0,1-1 0,1 0 1,-1 0-1,0-1 0,1 1 0,0-1 0,0 0 0,0 0 1,1-1-1,-1 0 0,1 0 0,0 0 0,0 0 0,0-1 1,0 0-1,0 0 0,2 0 0,8 1 0,0-1 0,0-1 0,1 0 0,-1-1 0,0 0 0,0-2 0,0 0 0,0 0 0,0-2 0,-1 0 0,1-1 0,-1 0 0,0-1 0,0-1 0,-1 0 0,0-1 0,0-1 0,-1 0 0,0-1 0,-1 0 0,0-1 0,0 0 0,-1-1 0,5-7 0,-2 3 0,-1-1 0,-1-1 0,0 0 0,-1 0 0,-1-1 0,-1 0 0,-1-1 0,-1 0 0,0-1 0,-1 1 0,-2-1 0,0 0 0,-1-1 0,-1 1 0,-1 0 0,-1-1 0,0 1 0,-3-10 0,1 24 0,-1 0 0,1 0 0,-1 0 0,-1 0 0,1 0 0,-1 1 0,0-1 0,-1 1 0,1 0 0,-1 0 0,-1 1 0,1-1 0,-1 1 0,0 0 0,0 1 0,0-1 0,0 1 0,-1 1 0,0-1 0,0 1 0,0 0 0,0 1 0,0-1 0,-1 2 0,1-1 0,-1 1 0,1 0 0,-1 0 0,0 1 0,1 0 0,-1 0 0,1 1 0,-1 0 0,-39 31-2689,38-25-3472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01.37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66 5665,'0'0'10541,"0"0"-1186,0 0-6381,0 0-1800,0 0-211,0-8-200,0-26-110,0 25-169,2 9-310,623-12-153,-422 10-21,-158 21-1248,-37-10-1569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02.591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0 30038,'0'0'833,"0"0"-361,0 0 56,0 0-216,0 0-208,0 0-72,0 0-32,2 59-40,-2-11-304,0-3-504,0-8-2369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02.854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237 1 27190,'0'0'3208,"0"0"-2767,0 0 15,0 0-232,-105 110-160,57-67-64,6-5-520,1-10-1689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04.0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96 1 23909,'0'0'4910,"0"0"-3551,0 0-1046,21 5 112,166 33 658,-95-5-803,-91-32-278,1 0-1,0 0 1,-1 1-1,1-1 1,-1 0-1,0 0 1,1 1-1,-1-1 1,0 1-1,0-1 1,0 1-1,0 0 1,0-1-1,0 1 1,0 0-1,-1 0 1,1 0-1,0-1 1,-1 1-1,0 0 1,1 0-1,-1 0 1,0 0-1,0 0 1,0 0-1,0 0 1,0 0-1,-1 0 0,1-1 1,-1 1-1,1 0 1,-1 0-1,0 0 1,1 0-1,-1-1 1,0 1-1,0 0 1,0-1-1,-1 1 1,1-1-1,0 1 1,0-1-1,-1 0 1,1 1-1,-1-1 1,1 0-1,-1 0 1,-1 1-2,-211 157-236,185-137 163,-111 104-138,139-125 214,1 0 0,-1-1 1,0 1-1,0 0 0,0 0 1,1-1-1,-1 1 0,0 0 1,1 0-1,-1 0 0,1 0 1,-1 0-1,1 0 0,-1 0 1,1 0-1,0 0 0,-1 0 1,1 0-1,0 0 0,0 0 0,0 0 1,0 0-1,0 0 0,0 0 1,0 0-1,0 0 0,0 0 1,0 0-1,1 0 0,-1 1 1,0-1-1,1 0 0,-1-1 1,1 1-1,-1 0 0,1 0 1,0 0-1,-1 0 0,1 0 1,0 0-1,-1-1 0,1 1 0,0 0 1,0-1-1,0 1 0,0 0 1,0-1-4,53 6 345,-46-6-321,56 1 58,0-3 1,0-3-1,-1-2 0,0-3 0,55-17-82,-113 26-13,-1 0-1,-1-1 1,1 1 0,0-1-1,0 0 1,0 0 0,-1-1-1,0 1 1,1-1 0,-1 1-1,0-1 1,0 0 0,0 0-1,0-1 1,-1 1 0,0-1-1,1 1 1,-1-1 0,0-1 13,4-16-1267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03.32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0 137 15859,'0'0'11224,"0"0"-8317,0 0-2165,0 0-146,0 0-147,0 0-162,19-6-120,62-19-24,-72 23-123,0 1 1,0 1 0,0-1 0,0 1 0,0 1 0,0-1-1,1 2 1,-1-1 0,-1 1 0,1 1 0,0-1-1,0 1 1,-1 1 0,0 0 0,5 3-21,6 1 16,-16-7-16,1-1 1,-1 1-1,1 0 1,-1 0 0,1 1-1,-1-1 1,1 1-1,-1 0 1,0-1 0,0 2-1,0-1 1,0 0 0,0 0-1,-1 1 1,1 0-1,-1-1 1,1 1 0,-1 0-1,0 0 1,0 0-1,0 0 1,-1 1 0,1-1-1,-1 0 1,0 1-1,0-1 1,0 1 0,0 0-1,0-1 1,-1 1-1,0 0 1,0-1 0,0 1-1,0 0 1,0-1 0,-1 1-1,0-1 1,1 1-1,-1 0 1,-1-1 0,1 1-1,0-1 1,-1 0-1,0 1 0,-153 80-814,105-63 215,-39 19-2626,56-29-1988</inkml:trace>
  <inkml:trace contextRef="#ctx0" brushRef="#br0" timeOffset="316.026">651 1 2256,'0'0'23288,"0"0"-19491,0 0-2515,0 0-1002,0 0 24,0 0 1,25 11-108,141 71-22,-160-81-168,1 1 0,-1 0 0,0 1 0,1 0 0,-1 0 0,0 0-1,-1 1 1,1 0 0,-1 0 0,1 0 0,-1 0 0,-1 1 0,1 0 0,-1 0 0,1 1-1,-1-1 1,-1 1 0,1 0 0,-1 0 0,0 0 0,0 0 0,-1 0 0,0 1 0,0-1 0,-1 1-1,1-1 1,-1 1 0,-1 0 0,1 0 0,-1-1 0,-1 1 0,1 0 0,-1 0 0,0-1 0,-1 3-7,-7 4 2,-1 1 1,0-1 0,-1 0 0,0-1 0,-1-1-1,-1 0 1,1 0 0,-2-1 0,-7 4-3,7-4 0,-15 12-31,-122 71-3227,134-91-3551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01.82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82 0 28742,'0'0'1646,"0"0"-995,0 0-254,0 0-97,0 0 84,0 0-49,16 21-130,118 130-98,21-6-107,91 112 0,-147-158 0,-90-97-991,-9-2-475</inkml:trace>
  <inkml:trace contextRef="#ctx0" brushRef="#br0" timeOffset="235.793">768 65 30703,'0'0'632,"0"0"-392,-136 111 104,77-56-40,-5 4-184,-6 2-88,-2 4-8,-1-2-24,1 1 0,6-3-144,-2 0-296,20-16-768,9-15-6314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07.797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112 54 8754,'0'0'3307,"0"0"-1764,0 0 1027,0 0 5961,0 0-5655,0 0-1996,-5-5 7,-38-43 1817,43 47-2441,0 1-72,0 0-73,1 15 14,4 7-131,-1 1 0,-1-1 1,-1 1-1,0-1 0,-2 1 0,-1 0 0,-1-1 0,-1 1 0,0-1 0,-5 15-1,-56 211 0,67-275 0,1 0 0,1 0 0,1 0 0,2 1 0,1 0 0,0 0 0,9-13 0,7-25 0,-24 62-137,-1 1-550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7:16.392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2232 1389 29830,'0'0'1101,"-17"21"-765,-221 303 180,222-301-517,1 2 0,2-1 0,0 2 0,1 0 0,2 0 0,1 1 0,1 0 0,-4 21 1,13-44 2,0 0 0,1 0 0,-1 0 1,1-1-1,0 1 0,0 0 0,0-1 0,0 1 1,0-1-1,1 0 0,-1 0 0,1 0 0,0 0 1,0 0-1,0-1 0,1 1 0,-1-1 1,1 0-1,-1 0 0,1 0 0,0 0 0,-1-1 1,1 0-1,0 1 0,0-1 0,0-1 0,0 1 1,0 0-1,0-1 0,0 0 0,0 0 0,0 0 1,1-1-1,-1 1 0,0-1 0,0 0 0,0 0 1,0-1-3,8 3 14,108-5-189,0-5-1,-1-6 1,-1-4-1,0-6 1,112-40 175,-157 43-1494</inkml:trace>
  <inkml:trace contextRef="#ctx0" brushRef="#br0" timeOffset="236.566">2464 1470 29350,'0'0'1409,"0"0"-953,0 165-112,0-68 232,0 25-80,0-9-360,0-12-136,0-19 0,0-26 0,0-3-216,29-14-448,4-17-424,0-22-761</inkml:trace>
  <inkml:trace contextRef="#ctx0" brushRef="#br0" timeOffset="486.306">3012 1440 30350,'0'0'1417,"0"0"-1241,0 0 192,114 123 88,-70-74-456,4 2 0,3 0 0,-1 3 0,-4-1 0,-2 0 0,-9 0 0,-6-3 0,-7-3 0,-7-2 0,-4-9-296,-2-10-1312,-3-17-2177</inkml:trace>
  <inkml:trace contextRef="#ctx0" brushRef="#br0" timeOffset="703.882">3600 1314 31503,'0'0'1088,"0"0"-968,-86 110-64,34-21-56,-18 41 0,-14 48 0,-8 11 0,22-41 0,18-41-2280</inkml:trace>
  <inkml:trace contextRef="#ctx0" brushRef="#br0" timeOffset="-608.967">514 1732 28798,'0'0'1488,"0"0"-1376,0 0 129,118 0 311,-8-6-232,1-8-168,-5 1-96,-14 1-16,-27 8-40,6 4-24,7 0-328,-23 8-1377,-17 0-8217</inkml:trace>
  <inkml:trace contextRef="#ctx0" brushRef="#br0" timeOffset="-388.195">1108 1385 26622,'0'0'3648,"0"0"-3279,0 0 39,-33 110 200,31-42-176,2 6-208,0 13-128,0 2-56,0 6-40,11 29-184,8-23-544,1-22-2137</inkml:trace>
  <inkml:trace contextRef="#ctx0" brushRef="#br0" timeOffset="-1325.75">2828 217 17708,'0'0'12955,"0"0"-12419,0 0-336,0 0 320,132 136 24,-80-75-240,5 3-304,3-3 0,-3-4 0,-5-4 0,-8-7 0,-13-13 0,-7-9 0,-11-24-624,-6 0-800,-5-10-3129</inkml:trace>
  <inkml:trace contextRef="#ctx0" brushRef="#br0" timeOffset="-1065.854">3247 270 31559,'0'0'1016,"-75"123"-896,29-48-80,-6 11-40,-25 41-16,14-23-792,1-9-2297</inkml:trace>
  <inkml:trace contextRef="#ctx0" brushRef="#br0" timeOffset="-2074.61">625 539 28766,'0'0'2945,"0"0"-2713,0 0-168,123 0 184,-4 0 232,38-22-448,14-2-32,-24 3 0,-44 7 0,-41 10 0,-19 4 0,14 0-16,-11 0-1472,-8 0-3561</inkml:trace>
  <inkml:trace contextRef="#ctx0" brushRef="#br0" timeOffset="-1839.29">1246 134 30294,'0'0'1601,"-48"101"-1425,26-30-80,4 12 216,7 2-64,7-3-208,4-5-40,0-4-144,22-6-480,4-19-760,2-21-921</inkml:trace>
  <inkml:trace contextRef="#ctx0" brushRef="#br0" timeOffset="-1557.987">2190 0 30222,'0'0'623,"0"0"-323,0 0-21,0 0 158,17 19-147,49 59-179,-64-76-110,0 0 1,-1 1 0,1-1 0,0 1 0,-1-1 0,1 1-1,-1 0 1,0-1 0,0 1 0,0 0 0,0 0 0,-1 0-1,1 0 1,-1 0 0,0 0 0,0 0 0,0 0-1,0 0 1,0 0 0,0 0 0,-1 0 0,0 0-2,0 6-2,-5 5-18,0-2-1,-1 1 1,0-1-1,-1 0 1,0 0 0,-1-1-1,0 0 1,-1-1-1,0 0 1,-1 0-1,0-1 1,0-1 0,-1 1-1,0-2 1,-11 6 20,20-12 1,-107 67 88,109-68-87,0 0 1,1 0-1,-1 1 0,0-1 0,0 0 0,0 1 0,1-1 0,-1 0 1,0 1-1,1-1 0,-1 1 0,0-1 0,1 1 0,-1-1 1,0 1-1,1 0 0,-1-1 0,1 1 0,-1 0 0,1 0 0,0-1 1,-1 1-1,1 0 0,0 0 0,-1-1 0,1 1 0,0 0 1,0 0-1,0 0 0,0 0 0,0-1 0,0 1 0,0 0 1,0 0-1,0 0 0,0 0 0,0-1 0,0 1 0,0 0 0,1 0 1,-1 0-1,0-1 0,1 1 0,-1 0 0,1 0 0,-1-1 1,1 1-1,-1 0 0,1-1 0,-1 1 0,1-1 0,0 1 0,-1 0 1,1-1-1,0 0 0,-1 1 0,1-1 0,0 1 0,0-1 1,0 0-1,-1 1 0,1-1-2,61 16-2,-52-14 8,238 57-204,-245-58 197,1 0-1,0 1 0,-1-1 1,1 1-1,-1 0 0,1 0 1,-1 0-1,0 0 0,0 1 1,0-1-1,0 1 0,0 0 0,-1 0 1,1 0-1,-1 0 0,0 0 1,0 0-1,0 1 0,0-1 1,0 1-1,-1-1 0,0 1 1,0 0-1,0 0 0,0-1 1,0 1-1,-1 0 0,1 0 1,-1 0-1,0 0 0,-1 0 1,1 0-1,-1 0 0,1-1 1,-1 1-1,0 0 0,0 0 1,-1-1-1,1 1 0,-2 1 3,-8 14 2,-1 0 1,-1-1 0,-1 0 0,0-1-1,-1-1 1,-1 0 0,-1 0-4,3-3-1,-155 129-302,158-146-1475,11-17-686</inkml:trace>
  <inkml:trace contextRef="#ctx0" brushRef="#br1" timeOffset="115491.984">1877 1237 5833,'0'0'20237,"0"0"-15518,0 0-4093,-19-10-77,-58-34-98,12-33-98,43 39-354,12 30 1,-1 0 0,0 1 0,0 0 0,0 1 0,-1 0 0,0 1 0,0 1 0,0-1 0,0 2 0,-1 0 0,0 0 0,0 2 0,0-1 0,0 1 0,0 1 0,1 1 0,-1-1 0,0 2 0,0 0 0,0 1 0,1 0 0,-1 0 0,1 2 0,0-1 0,-3 3 0,-120 42 0,2 5 0,3 7 0,3 5 0,2 5 0,-114 88 0,197-129 0,1 2 0,2 2 0,1 2 0,2 1 0,2 2 0,1 1 0,2 2 0,2 1 0,2 1 0,1 1 0,3 2 0,2 0 0,2 2 0,-4 19 0,18-54 0,0 1 0,2-1 0,-1 1 0,2 0 0,0 0 0,1 0 0,1 0 0,0 0 0,1 0 0,0 0 0,1 0 0,1 0 0,1 0 0,0 0 0,0-1 0,2 0 0,5 11 0,15 1 0,1-2 0,1 0 0,1-2 0,1-1 0,1-2 0,1-1 0,0-1 0,1-2 0,1-1 0,1-1 0,-1-3 0,2 0 0,23 2 0,57 13 0,0-5 0,1-5 0,1-5 0,0-5 0,99-9 0,395-70 0,-417 55 0,38-3 0,0-11 0,3-10 0,-123 16 0,-2-5 0,-1-5 0,-2-4 0,-2-6 0,-2-3 0,51-37 0,-130 71 0,-1-2 0,0 0 0,-1-2 0,-2 0 0,0-2 0,-1 0 0,0-1 0,-2-1 0,9-17 0,-25 37 0,19-22 0,-1-1 0,-2-1 0,-1-1 0,-1-1 0,-1 0 0,-2-1 0,-1 0 0,-1-1 0,-2 0 0,-1-1 0,-2 0 0,-1 0 0,-2 0 0,0-25 0,-10 36 0,0 2 0,-2-1 0,0 1 0,-1 1 0,-1-1 0,-1 2 0,0 0 0,-2 0 0,0 1 0,-1 1 0,0 0 0,-2 1 0,1 1 0,-2 0 0,0 1 0,-1 2 0,0-1 0,0 2 0,-7-2 0,-38-16 0,-1 2 0,-2 3 0,0 3 0,-1 3 0,-1 3 0,-1 3 0,0 3 0,0 3 0,0 3 0,0 3 0,-1 3 0,2 4 0,-1 2 0,-26 9 0,-114 34-26,3 8 0,-197 88 26,375-138-13,-213 84-523,29-15-903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40.9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537 229 21501,'0'0'5143,"0"0"-2673,0 0-1568,0 0 41,0 0-362,0 0-216,-5-14-151,-44-115 15,43 122-226,0 0-1,-1 0 1,0 0-1,0 1 0,-1 0 1,1 1-1,-1 0 1,0 0-1,-1 1 1,1 0-1,-1 0 0,0 1 1,0 0-1,0 0 1,0 1-1,-1 0 0,1 1 1,0 0-1,-1 1 1,1 0-1,-1 0 1,1 1-1,-1 0 0,1 0 1,0 1-1,0 1 1,-1 0-1,2 0 1,-1 0-1,0 1 0,1 1 1,-1-1-1,-3 4-2,-6 9 5,1 0 0,0 1-1,2 1 1,0 1-1,1 0 1,1 0 0,1 2-1,1-1 1,1 2 0,0-1-1,2 1 1,1 0 0,1 1-1,1 0 1,0 0-1,2 0 1,1 1 0,1-1-1,2 1 1,0-1 0,1 1-5,-3-16 2,0-1 0,1 1 0,0-1 0,0 1 0,1-1 0,0 0 0,0 1 1,1-1-1,0 0 0,0 0 0,1 0 0,1 0 0,-1 0 0,1 0 0,0-1 1,1 0-1,-1 0 0,2 0 0,-1 0 0,1-1 0,0 0 0,0 0 0,0-1 1,1 0-1,0 0 0,0 0 0,0-1 0,1 0 0,-1 0 0,1-1 0,0 0 1,7 2-3,-4-4 4,-1-1 0,0 0 0,1-1 0,-1 0 0,0-1 0,1 0 0,-1 0 0,0-1 0,-1 0 0,1-1 1,0 0-1,-1-1 0,0 0 0,0 0 0,0-1 0,-1 0 0,0 0 0,0-1 0,-1 0 0,1-1 0,-2 0 1,1 0-1,1-2-4,13-20 13,-1 0 0,-1-1 0,-2 0 1,-1-2-1,-1 0 0,-1-5-13,1-6-35,-1-1 0,-3 0 0,-1-1 1,-3 0-1,-1 0 0,-3-1 0,-2-23 35,-1 51-1248,-4 9-1677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41.3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 0 10442,'0'0'18980,"0"0"-17755,0 0-641,0 0 120,0 0-168,0 0-240,0 0-296,-9 40 0,9-16 0,-2 11 0,-18 14 0,5-5-544,-3-13-2353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41.6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450 0 29750,'0'0'1889,"0"0"-1545,0 0 136,-118 58-232,70-33-192,-7 5-56,-31 11-296,12-5-888,6-10-4217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43.2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 29094,'0'0'810,"0"0"-243,0 0-51,29-2-94,183 1 89,-194 4-479,1 0 1,-1 1-1,0 1 0,-1 1 1,1 0-1,-1 2 0,14 7-32,-27-13 0,-1 0 0,0 0-1,1 0 1,-1 1 0,0-1 0,0 1-1,0-1 1,-1 1 0,1 0-1,0 0 1,-1 1 0,0-1 0,0 0-1,0 1 1,0-1 0,-1 1-1,1 0 1,-1-1 0,0 1-1,0 0 1,0 0 0,-1 0 0,1 0-1,-1 0 1,0 0 0,0 0-1,0-1 1,-1 1 0,1 0 0,-1 0-1,0 0 1,0 0 0,-1 0-1,1-1 1,-1 1 0,1-1-1,-1 1 1,0-1 0,-2 3 0,-14 16-9,-2-1 1,0-1-1,-1-1 0,0-1 1,-2 0-1,0-2 1,-1 0-1,-1-2 0,0-1 1,-1-1-1,-18 6 9,76-17 184,178-58-100,115-52-1677,-235 70-1500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43.9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156 1 25742,'0'0'4224,"0"0"-3808,0 0 273,0 0 335,0 0-376,-7 104-624,-8-62-24,-5 7 0,-2 4 0,-2 4 0,2 1 0,3 3 0,5-4 0,6 14 0,6-16 0,-1-11-3401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42.5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 13 25782,'0'0'3057,"0"0"-1868,0 0-548,0 0-66,0 0-79,-10-6 70,73 0-132,-27 6-431,0 1 0,-1 2-1,0 2 1,1 1 0,-2 2-1,1 1 1,-1 2 0,-1 1-1,0 1 1,11 8-3,-41-20 0,1 1 0,-1 0 0,1 0 0,-1 0 0,0 1 0,0-1 0,0 1 0,0 0 0,0-1 0,-1 1 0,1 0 0,-1 1 0,0-1 0,0 0 0,0 1 0,0-1 0,0 1 0,-1 0 0,0-1 0,0 1 0,0 0 0,0 0 0,0 0 0,-1 0 0,0 0 0,0 0 0,0 0 0,0 0 0,0-1 0,-1 1 0,0 0 0,0 0 0,0 0 0,0 0 0,0-1 0,-1 1 0,0 0 0,-11 11-1,0 0 0,-1-1-1,-1-1 1,0-1 0,-1 0 0,0-1-1,-1 0 1,0-1 0,-19 7 1,26-11-5,-236 121-2346,231-121-226,11-5-4242</inkml:trace>
  <inkml:trace contextRef="#ctx0" brushRef="#br0" timeOffset="329.882">742 117 28414,'0'0'1546,"0"0"-999,0 0-271,0 0 70,0 0-58,24 2-144,76 8-81,-79-6-34,-1 0 0,1 1 1,-1 0-1,-1 2 0,1 1 0,-1 0 0,0 1 1,-1 1-1,2 3-29,-18-12 3,0 0 0,0 0 0,0 0 1,0 0-1,-1 0 0,1 1 0,0-1 0,-1 1 0,1-1 1,-1 1-1,0 0 0,1-1 0,-1 1 0,0 0 1,0 0-1,0 0 0,0 0 0,-1 0 0,1 0 0,0 0 1,-1 0-1,1 0 0,-1 0 0,0 0 0,0 0 1,0 0-1,0 1 0,0-1 0,0 0 0,-1 0 1,1 0-1,0 0 0,-1 0 0,0 0 0,0 0 0,1 0 1,-1 0-1,0 0 0,-1 0 0,1 0 0,0-1 1,0 1-1,-2 1-3,-74 68 30,70-66-30,-222 166-1353,192-146-704,13-14-5957,13-9-11600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9:40.1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0 446 6825,'0'0'18626,"0"0"-14161,0 0-3804,0 0-118,0 0-27,25-20-93,81-63-110,-87 70-263,0 1 0,0 1-1,1 1 1,1 0 0,-1 2 0,2 0-1,-1 2 1,9-2-50,0 0-3,96-19 3,0 6 0,1 6 0,1 5 0,0 5 0,38 8 0,-76 11-91,-99-11-5064,-12-3-11764</inkml:trace>
  <inkml:trace contextRef="#ctx0" brushRef="#br0" timeOffset="264.434">634 0 29254,'0'0'1433,"0"0"-993,-37 109 96,23-44 136,3 10-240,1 25-432,3-9 0,3 8 0,-1-9 0,5-17 0,0 8 0,0-12 0,0-8 0,11-13 0,9-19-1184,2-19-1897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46:53.842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1" units="cm"/>
      <inkml:brushProperty name="height" value="0.1" units="cm"/>
      <inkml:brushProperty name="color" value="#CC0066"/>
    </inkml:brush>
    <inkml:brush xml:id="br2">
      <inkml:brushProperty name="width" value="0.05" units="cm"/>
      <inkml:brushProperty name="height" value="0.05" units="cm"/>
    </inkml:brush>
  </inkml:definitions>
  <inkml:trace contextRef="#ctx0" brushRef="#br0">2506 5072 26414,'0'0'721,"0"0"-450,0 0-48,0 0 393,0 0 167,0 0-73,-2-11-103,0 1-499,1 0 0,-1 0 0,-1 0 0,0 0 0,0 1 0,-1 0 0,0-1 0,0 1 0,-1 1 0,0-1 0,-1 1 0,0-1 0,0 2 0,-1-1 1,0 1-1,0 0 0,-1 0 0,0 1 0,0 0 0,-1 1 0,-1-2-108,0 5 5,-1 0 0,1 1 0,0 0 0,-1 0 1,1 1-1,-1 1 0,1 0 0,-1 0 0,1 1 1,0 0-1,0 1 0,0 0 0,0 1 0,0 0 1,1 0-1,-1 1 0,1 0 0,0 1 0,1 0 1,-1 1-6,-9 7 6,0 1 0,1 1 0,0 0 0,2 2 0,0-1 0,1 2 0,0 0 0,-5 13-6,2 3 0,1 1 0,3 1 0,0 0 0,3 1 0,1 0 1,2 1-1,1 0 0,2 0 0,2 25 0,1-57 0,-1 5 0,1-1 0,0 1 0,0-1 0,1 1 0,1-1 0,0 1 0,0 0 0,1-1 0,1 0 0,0 1 0,0-1 0,1 0 0,1-1 0,0 1 0,0-1 0,1 0 0,0 0 0,8 9 0,-2-9 0,1 0 0,0 0 0,1-1 0,-1-1 0,2 0 0,-1-1 0,1-1 0,1 0 0,-1-1 0,1-1 0,-1 0 0,1-1 0,0-1 0,1 0 0,-1-1 0,0-1 0,0-1 0,0 0 0,1-1 0,-1 0 0,0-2 0,-1 0 0,1 0 0,-1-2 0,0 0 0,0-1 0,-1 0 0,1-1 0,-2 0 0,1-2 0,-1 1 0,-1-2 0,0 1 0,0-2 0,-1 0 0,0 0 0,7-12 0,-5 3 0,-1-1 0,0 0 0,-2-1 0,-1 0 0,0-1 0,-2 0 0,-1 0 0,-1 0 0,-1-1 0,0 0 0,-3 0 0,0 0 0,-2-16 0,1 23 0,0 0 0,-2 0 0,0 1 0,-1-1 0,0 1 0,-2 0 0,0 0 0,-1 0 0,-1 0 0,0 1 0,-1 0 0,-1 1 0,0 0 0,-2 0 0,1 1 0,-2 0 0,0 1 0,-5-4 0,11 12-18,0 0 0,-1 0 0,0 0 0,0 1 0,0 0 0,-1 1 1,0 0-1,1 0 0,-1 0 0,0 1 0,0 0 0,0 1 0,0 0 0,-1 0 0,1 1 0,-3 0 18,-51 6-4493,4 12-12812</inkml:trace>
  <inkml:trace contextRef="#ctx0" brushRef="#br0" timeOffset="-824.006">450 5392 30182,'0'0'697,"0"0"-449,0 0-32,140-32 184,-26 17-48,0 5-128,-6 4-104,-12 6-48,-23 0-48,3 0-24,1 0 0,-13 0-320,-18 0-376,-16-16-1161,-19-8-14650</inkml:trace>
  <inkml:trace contextRef="#ctx0" brushRef="#br0" timeOffset="-571.39">1011 4802 29454,'0'0'808,"0"0"-311,-28 154-17,23-38 40,5 34-120,0 8-152,0-14-120,0-30-88,0-37-40,0-19-112,5 9-448,4-10-784,4-14-2521</inkml:trace>
  <inkml:trace contextRef="#ctx0" brushRef="#br0" timeOffset="3459.782">198 8467 29894,'0'0'838,"0"0"-402,0 0-199,22 1 159,231-21 383,630-185-592,-737 187-1247,-141 13-2709,-12 0-2188</inkml:trace>
  <inkml:trace contextRef="#ctx0" brushRef="#br0" timeOffset="3708.989">989 7769 28454,'0'0'1458,"-4"22"-757,-24 190 434,26 355-116,24-197-1026,-22-369-44,0 0-1,0 0 1,1 0-1,-1 0 0,0 0 1,1 0-1,-1 0 1,1 0-1,-1-1 0,1 1 1,-1 0-1,1 0 1,-1 0-1,1-1 1,0 1-1,-1 0 0,1-1 1,0 1-1,0-1 1,-1 1-1,1-1 0,0 1 1,0-1-1,0 1 1,0-1-1,0 0 0,0 0 1,0 1-1,0-1 1,0 0-1,-1 0 1,1 0-1,0 0 0,0 0 1,0 0-1,0 0 1,0 0-1,0-1 0,0 1 1,0 0-1,0-1 1,0 1-1,0 0 0,0-1 1,-1 1-1,1-1 1,0 1-1,0-1 1,-1 0-1,1 1 0,0-1 1,-1 0-1,1 1 1,0-1-1,-1 0 0,1 0 1,-1 0-1,1 1 1,-1-1-1,0 0 0,1 0 1,-1 0-1,0 0 52,22-25-5913</inkml:trace>
  <inkml:trace contextRef="#ctx0" brushRef="#br0" timeOffset="4173.9">1892 7481 30174,'0'0'955,"0"0"-587,0 0-152,0 0 269,21 29-41,266 381-319,-84-75-125,69 177 0,-122-223 0,-146-301 0,-29-80-141,-5-90-2731,21 90-1581</inkml:trace>
  <inkml:trace contextRef="#ctx0" brushRef="#br0" timeOffset="4421.753">2896 7477 22237,'0'0'8482,"0"0"-7882,0 0-272,-147 199 256,40-47-48,-18 28-536,-4 9 0,4-4 0,22-25 0,24-32 0,26-33 0,23-36 0,16 18 0,6-10 0,1-11-1224</inkml:trace>
  <inkml:trace contextRef="#ctx0" brushRef="#br0" timeOffset="6156.209">181 10491 29126,'0'0'1921,"0"0"-1657,0 0-216,0 0 64,0 0 312,153 12-88,-65-12-144,12-8-88,6-6-64,-16 5-16,4-3-8,-11 4-16,-15 4 0,-18 2-184,-14 2-288,-15 0-360,-14 0-1409</inkml:trace>
  <inkml:trace contextRef="#ctx0" brushRef="#br0" timeOffset="6408.335">630 10065 25629,'0'0'3977,"0"0"-3553,0 0 81,0 126 71,0-61-56,-2 8-88,-1 6-176,3 4-136,0-2-80,0-2-40,0-10 0,11-8-216,20-10-336,-2-15-825,-5-20-3440</inkml:trace>
  <inkml:trace contextRef="#ctx0" brushRef="#br0" timeOffset="6877.078">1539 9955 30038,'0'0'545,"0"0"-391,0 0-91,21 10 110,141 67 261,-142-66-393,2-1-19,0 1 0,0 1 0,-1 1 0,0 1 0,-2 1 0,0 1 0,0 0 0,3 6-22,-18-17 3,-1 0 0,1 0 0,-1 1 0,-1-1 0,1 1 0,-1-1 0,1 1 0,-2 0 0,1 0 0,-1 0 0,0 0 0,0 1 0,0-1 0,-1 0 0,0 0 0,0 0 0,-1 1 0,0-1 0,0 0 0,0 0 0,-1 0 0,0 0 0,0 0 0,0-1 0,-1 1 0,0 0 0,0-1-1,-1 1-2,-115 137-15,110-135 11,-131 126-91,53-54 69,4 3-1,-44 61 27,89-71 68,38-72-65,1 0 0,-1 1 0,0-1 0,0 0 0,1 0 0,-1 1 0,0-1 0,1 0 0,0 0 0,-1 0 0,1 0 0,-1 0 0,1 0-1,0 0 1,0 0 0,0 0 0,0 0 0,0 0 0,0 0 0,0 0 0,0-1 0,0 1 0,0 0 0,0-1 0,0 1 0,0-1 0,0 1 0,1-1 0,-1 0 0,0 1 0,0-1 0,1 0 0,-1 0 0,0 0 0,1 0-1,-1 0 1,0 0 0,0 0 0,1-1 0,-1 1 0,0 0 0,0-1 0,0 1-3,6 0 17,45-2 66,0-2 1,0-3-1,0-1 1,-1-3-1,-1-3 0,0-1 1,41-20-84,-60 25 15,22-9-21,0-3 0,-2-1-1,-1-3 1,39-27 6,17-33-2572,-72 48-1625</inkml:trace>
  <inkml:trace contextRef="#ctx0" brushRef="#br0" timeOffset="7158.13">2381 10006 30647,'0'0'742,"0"0"-468,15 24-120,108 162 679,32-2-713,-67-83-121,-5 4 0,-4 3 0,-3 7 1,-23-22 0,-52-91-57,0-1-1,-1 1 1,1-1 0,0 1 0,0-1-1,0 1 1,0-1 0,0 0 0,0 1-1,0-1 1,0 0 0,0 0 0,1 0-1,-1 0 1,0 0 0,1 0 0,-1 0-1,1-1 1,-1 1 0,1 0 0,0-1-1,-1 1 1,1-1 0,-1 0 0,1 1-1,0-1 1,-1 0 0,1 0 0,0 0-1,-1 0 1,1-1 0,0 1 0,-1 0-1,1-1 1,0 1 0,-1-1 0,1 1-1,-1-1 1,1 0 0,-1 1 0,1-1-1,-1 0 1,0 0 0,1-1 57,18-24-2754</inkml:trace>
  <inkml:trace contextRef="#ctx0" brushRef="#br0" timeOffset="7408.216">3153 9925 31199,'0'0'824,"-90"136"-608,7-10-128,-14 30 352,-6 10-440,4 2 0,5-9 0,11-1 0,2-22 0,28-41-176,12-38-3417</inkml:trace>
  <inkml:trace contextRef="#ctx0" brushRef="#br0" timeOffset="9872.639">152 12618 28830,'0'0'1271,"0"0"-591,0 0-177,0 0-19,0 0-136,10 3-86,20 4-199,0-1 0,1-2 0,0-1 1,-1-2-1,1 0 0,29-5-63,-29 3 10,484-68-10,-441 68-175,-75 16-2253,-10-10-578</inkml:trace>
  <inkml:trace contextRef="#ctx0" brushRef="#br0" timeOffset="10120.998">707 12121 29230,'0'0'832,"-38"106"-119,16-27-129,0 10 16,7 6-88,4-3-216,5 1-296,3-4 0,3-2 0,0-9 0,16 1-400,8-21-728,-2-25-1265</inkml:trace>
  <inkml:trace contextRef="#ctx0" brushRef="#br0" timeOffset="10557.903">1382 12067 31111,'0'0'849,"0"0"-637,19 0-141,202 19 450,-113 21-518,-105-39-3,0 1 0,0 0 0,0 0 0,0 0 0,0 0 0,-1 1 0,1-1 0,-1 1 0,1 0 0,-1 0 0,0-1 0,0 1 0,0 1 0,-1-1 0,1 0 0,-1 0 0,0 1 0,1-1 0,-2 0 0,1 1 0,0-1 0,-1 1 0,1-1 0,-1 1 0,0 0 0,0-1 0,-1 1 0,1-1 0,-1 1 0,1-1 0,-1 1 0,-5 7 0,1 0 0,-1 0 0,-1 0 0,0-1 0,0 0 0,-1-1 0,-1 0 0,1 0 0,-1-1 0,-1 0 0,1 0 0,-1-1 0,-8 4 0,7-3 0,-400 242 0,406-247 0,6-3 0,-1 1 0,1-1 0,-1 0 0,0 0 0,1 1 0,-1-1 0,0 0 0,1 1 0,-1-1 0,0 0 0,1 1 0,-1-1 0,0 1 0,0-1 0,1 0 0,-1 1 0,0-1 0,0 1 0,0-1 0,0 1 0,1-1 0,-1 0 0,0 1 0,0-1 0,0 1 0,0-1 0,0 1 0,0-1 0,0 1 0,0-1 0,-1 1 0,1-1 0,0 1 0,0-1 0,0 0 0,0 1 0,-1 0 0,388-44-256,-366 42 231,-16-1 19,0 1 1,0-1-1,0 1 1,0 0 0,1 1-1,-1-1 1,0 1-1,1 0 1,-1 0-1,0 1 1,1-1 0,-1 1-1,0 0 1,0 1-1,0 0 1,0-1 0,0 1-1,0 1 1,0-1-1,0 1 1,-1 0-1,0 0 1,1 0 0,-1 0-1,0 1 1,-1 0-1,1 0 1,-1 0 0,1 0-1,-1 1 1,0-1-1,-1 1 1,3 4 5,-6 4 1,0 0 0,-1 0-1,-1 0 1,0 0 0,0 0 0,-2-1 0,1 0 0,-2 0-1,1 0 1,-2 0 0,1-1 0,-2 0 0,1-1-1,-2 1 1,1-1 0,-1-1 0,-1 0 0,-3 3-1,4-2 0,-244 240-59,245-246-1205,13-19-817</inkml:trace>
  <inkml:trace contextRef="#ctx0" brushRef="#br0" timeOffset="10840.341">2252 12144 30174,'0'0'1327,"0"0"-857,12 25-65,92 168-14,432 538-391,-534-727-12,5 2 35,-3-27-242,17-121-4823,-10 62-7160</inkml:trace>
  <inkml:trace contextRef="#ctx0" brushRef="#br0" timeOffset="11088.397">3039 12034 30142,'0'0'1185,"-105"104"-665,-1 17 96,-41 52-312,-13 31-304,20 9 0,20-20 0,47-63-184,25-41-3705</inkml:trace>
  <inkml:trace contextRef="#ctx0" brushRef="#br0" timeOffset="48015.492">8253 5494 30559,'0'0'596,"0"0"-126,0 0-76,-5-16-29,-23-115-51,29 121-312,0 0 0,-1 0 0,-1 0 0,1 0 0,-2 0 0,1 0 0,-1 0 0,-1 0 1,0 0-1,0 1 0,-1-1 0,0 1 0,-1 0 0,0 0 0,0 0 0,-1 1 0,0 0 0,-1 0 1,1 1-1,-1-1 0,-1 1 0,0 1 0,0 0 0,0 0 0,0 0 0,-1 1 0,0 0 0,0 1 1,-1 0-1,1 0 0,-1 1 0,1 0 0,-5 0-2,1 5 0,0 0 0,1 0 0,-1 1 0,1 1 0,0 0 0,0 1 0,0 0 0,0 1 0,1 0 0,0 1 0,0 0 0,1 1 0,0 0 0,0 0 0,1 1 0,0 1 0,0-1 0,1 1 0,0 1 0,1 0 0,1 0 0,-1 0 0,2 1 0,-1 0 0,-1 9 0,-12 14 0,2 1 0,1 0 0,2 2 0,2 0 0,1 0 0,2 1 0,2 0 0,1 1 0,2-1 0,1 26 0,5-55 0,0-1 0,0 0 0,1 0 0,0 0 0,0 0 0,1 0 0,0-1 0,1 0 0,-1 0 0,2 0 0,-1 0 0,1-1 0,0 0 0,1 0 0,0-1 0,0 1 0,0-1 0,1-1 0,0 0 0,0 0 0,0 0 0,0-1 0,1 0 0,0-1 0,0 0 0,0 0 0,0-1 0,4 1 0,9-2 0,1-1 0,-1-1 0,1-1 0,-1 0 0,0-2 0,0-1 0,0 0 0,-1-2 0,1 0 0,-2-2 0,1 0 0,-1-1 0,0-1 0,-1-1 0,-1-1 0,0 0 0,-1-1 0,0-1 0,-1-1 0,11-14 0,-17 19-28,1 0 0,-2-1 1,0-1-1,0 0 0,-1 0 0,-1 0 1,0-1-1,-1 0 0,-1-1 0,0 1 1,0-1-1,-2 0 0,1-6 28,-3 14-231,-1-1-1,0 0 1,0 0 0,-1 0-1,1 1 1,-2-1-1,1 0 1,-1 1 0,-1-1-1,1 1 1,-1 0 0,0 0-1,-1 0 1,0 0 0,0 0-1,0 1 1,-3-4 231,-28-27-8293</inkml:trace>
  <inkml:trace contextRef="#ctx0" brushRef="#br0" timeOffset="48527.328">9152 5084 24389,'0'0'5041,"0"0"-3720,0 0-1049,0 0 128,0 0 16,0 0-104,0 0-176,2 14-80,3 8-56,-1 35-16,-2-2-480,-2-4-1265</inkml:trace>
  <inkml:trace contextRef="#ctx0" brushRef="#br0" timeOffset="48792.394">9362 5741 29622,'0'0'1209,"0"0"-801,0 0 224,-35 111-136,9-74-160,-2-2-272,-10 3-64,-6 3 0,-4 3-40,-33 13-592,13-10-768,5-13-4066</inkml:trace>
  <inkml:trace contextRef="#ctx0" brushRef="#br0" timeOffset="49279.041">10127 5246 24405,'0'0'4390,"0"0"-2987,0 0-765,0 0-99,0 0-107,0 0-15,16 7-105,177 61-81,-146-56-231,209 74 0,-252-84 0,0 0 0,1 0 0,-1 0 0,0 0 0,0 1 0,0 0 0,0 0 0,-1 0 0,1 0 0,-1 0 0,0 1 0,0-1 0,0 1 0,0 0 0,0 0 0,-1 0 0,0 0 0,0 1 0,0-1 0,0 0 0,-1 1 0,0 0 0,0-1 0,0 1 0,0 0 0,-1-1 0,0 1 0,0 0 0,0 0 0,0-1 0,-1 1 0,0 0 0,0-1 0,0 1 0,0-1 0,-1 1 0,0-1 0,0 1 0,0-1 0,0 0 0,-1 0 0,0 0 0,-12 12 0,-1-1 0,-1 0 0,0-2 0,0 0 0,-2 0 0,1-2 0,-1-1 0,-5 2 0,-7 5 0,-118 59-15,-124 79-1878,259-144 504</inkml:trace>
  <inkml:trace contextRef="#ctx0" brushRef="#br0" timeOffset="49697.344">10925 5197 29894,'0'0'774,"0"0"-237,0 0-71,0 0-26,0 0-23,9 11-210,-8-9-203,6 8-2,0 0 1,0-1 0,1 0 0,1 0 0,-1-1 0,1 0-1,1 0 1,0-1 0,0-1 0,2 1-3,95 43 0,-65-33 0,-1 2 0,-1 1 0,-1 2 0,0 2 0,-2 2 0,-1 1 0,9 11 0,-41-35 0,0 0 0,-1 0 0,1 0 0,-1 1 0,0 0 0,0-1 0,0 1 0,-1 0 0,0 0 0,1 1 0,-1-1 0,-1 0 0,1 1 0,0-1 0,-1 1 0,0 0 0,0-1 0,-1 1 0,1 0 0,-1 0 0,0-1 0,0 1 0,-1 0 0,1 0 0,-1-1 0,-2 5 0,-87 60 0,-364 148-1524,395-187-585</inkml:trace>
  <inkml:trace contextRef="#ctx0" brushRef="#br0" timeOffset="50246.666">11909 5141 30743,'0'0'1022,"0"0"-661,0 0-108,0 0 0,20 12-135,142 65-101,-141-72-17,122 47 0,-139-50 0,1 1 0,-1 0 0,0 0 0,0 0 0,0 1 0,0-1 0,0 1 0,-1 0 0,0 0 0,0 0 0,0 1 0,0-1 0,-1 1 0,1-1 0,-1 1 0,0 0 0,-1 0 0,1 0 0,-1 0 0,0 0 0,0 0 0,-1 1 0,1-1 0,-1 0 0,-1 0 0,1 0 0,0 1 0,-6 11 0,1-1 0,-2 1 0,0-1 0,-1 0 0,-1 0 0,0-1 0,-1-1 0,-1 1 0,0-2 0,-1 1 0,0-2 0,-1 1 0,-1-2 0,0 1 0,-26 26 0,-244 256 0,283-294 0,-1 1 0,1-1 0,0 1 0,-1 0 0,1-1 0,0 1 0,0 0 0,0 0 0,-1-1 0,1 1 0,0 0 0,0 0 0,0 0 0,0 1 0,0-1 0,1 0 0,-1 0 0,0 0 0,1 1 0,-1-1 0,0 0 0,1 1 0,-1-1 0,1 0 0,0 1 0,0-1 0,-1 1 0,1-1 0,0 1 0,0-1 0,0 0 0,0 1 0,1-1 0,-1 1 0,0-1 0,0 0 0,1 1 0,-1-1 0,1 1 0,0-1 0,-1 0 0,1 0 0,0 1 0,0-1 0,-1 0 0,1 0 0,0 0 0,0 0 0,0 0 0,1 0 0,-1 0 0,0 0 0,0-1 0,0 1 0,1 0 0,-1-1 0,0 1 0,1-1 0,0 1 0,89 1 0,0-3 0,0-5 0,66-14 0,22 0 0,-145 19-65,-33 1-262</inkml:trace>
  <inkml:trace contextRef="#ctx0" brushRef="#br0" timeOffset="47267.11">6189 5540 17708,'0'0'10126,"0"0"-7419,0 0-2028,0 0-146,0 0-158,7-2-123,59-12-181,0 4 1,1 2-1,0 3 0,0 4 0,44 4-71,-8-2 31,357-1-31,-487 26-1526,-5-14-573</inkml:trace>
  <inkml:trace contextRef="#ctx0" brushRef="#br0" timeOffset="47514.895">6804 4950 28302,'0'0'1896,"0"0"-1343,0 0 127,-46 168-56,31-76-80,2-1-376,4 6-168,0-1 0,5-15 0,-3 6 0,3-10 0,2-6 0,-5-4 0,3-8 0,4 2-160,0-15-864,0-19-633</inkml:trace>
  <inkml:trace contextRef="#ctx0" brushRef="#br0" timeOffset="61410.043">8880 1981 26094,'0'0'2388,"0"0"-865,0 0-980,0 0-128,0 0-1,-4-20-48,-21-115 39,26 131-399,-1 1 1,0-1-1,-1 0 0,1 1 0,-1-1 0,1 1 0,-1-1 1,0 1-1,-1-1 0,1 1 0,0 0 0,-1-1 0,0 1 1,0 0-1,0 0 0,0 0 0,0 0 0,0 1 1,-1-1-1,0 0 0,1 1 0,-1 0 0,0 0 0,0 0 1,0 0-1,-1 0 0,1 0 0,0 1 0,-1 0 0,1 0 1,0 0-1,-1 0 0,0 0 0,1 0 0,-4 1-6,-11 1 0,1 1 0,-1 1-1,0 1 1,1 1 0,-1 0-1,1 1 1,1 1 0,-1 0-1,1 1 1,0 1 0,1 1-1,0 0 1,1 1 0,0 0 0,0 1-1,2 1 1,-3 3 0,-15 14 3,2 2-1,1 1 1,2 2 0,1 0 0,1 2-1,3 0 1,0 1 0,3 1 0,1 1-1,2 0 1,2 1 0,2 1 0,1 0-1,3 0 1,1 3-3,3-39 7,1 1 0,0 0-1,0 0 1,0-1 0,1 1-1,0 0 1,1 0 0,-1-1-1,2 1 1,-1 0 0,0-1-1,1 1 1,0-1 0,1 1-1,0-1 1,0 0 0,0 0-1,0 0 1,1 0 0,0-1-1,0 0 1,3 2-7,1 0 11,0-1 0,1-1 0,0 0-1,0 0 1,1 0 0,-1-2 0,1 1 0,0-1 0,0 0-1,0-1 1,0 0 0,0-1 0,0 0 0,1 0 0,-1-1 0,0-1-1,1 0 1,-1 0 0,0-1 0,0 0 0,4-2-11,9-3-1,-1 0 0,-1-2 0,1-1 0,-1 0 0,-1-2 1,0 0-1,0-1 0,-2-1 0,3-3 1,17-19-73,-1-1 0,-2-2 1,-1-1-1,-3-2 0,-1-1 0,-2-2 0,-2-1 1,-2 0-1,-2-2 0,-2-1 0,-3 0 0,2-14 73,-6 16-1871</inkml:trace>
  <inkml:trace contextRef="#ctx0" brushRef="#br0" timeOffset="61660.184">9597 1950 30398,'0'0'881,"-50"128"-345,10-2 16,-2 46-152,5 19-400,13-4 0,15-19 0,9-22 0,0-32 0,7-33 0,4-33 0,-2-31 0,-1-11 0,6-6 0,-1-45-448,-2-16-640,-7-10-1393</inkml:trace>
  <inkml:trace contextRef="#ctx0" brushRef="#br0" timeOffset="61912.876">9494 1591 28694,'0'0'1704,"0"0"-1223,116 82 79,-57-30-8,7 1-56,-2 0-216,-3-2-280,-8-1 0,-14-3 0,-17-3 0,-18 1 0,-4-2 0,-30 1 0,-25-1 0,-15 6 0,-49 24 0,14-9-824,9-11-1353</inkml:trace>
  <inkml:trace contextRef="#ctx0" brushRef="#br0" timeOffset="65760.169">9389 7964 27622,'0'0'2040,"0"0"-1400,0 0-111,0 0-73,0 0-24,0 0-104,0 0-96,55-21-112,-44 21-56,-3 0-40,-3 11-24,-3 13-56,-2 27-360,0-3-912,0-5-6114</inkml:trace>
  <inkml:trace contextRef="#ctx0" brushRef="#br0" timeOffset="66012.437">9608 8728 29710,'0'0'849,"0"0"-337,-123 106-264,66-60-88,2-7-120,-8 4-40,12-11-704,12-10-3561</inkml:trace>
  <inkml:trace contextRef="#ctx0" brushRef="#br0" timeOffset="66809.071">10430 7933 27862,'0'0'1546,"0"0"-780,0 0-141,0 0-25,0 0-72,0 0-155,-4 1-114,-7 8-31,33-5-260,-22-4 44,354 14-12,-341-13 0,1 0 0,-1 1 0,0 0 0,0 1 0,-1 0 0,1 1 0,0 1 0,-1 0 0,0 0 0,0 1 0,-1 1 0,0 0 0,0 1 0,0 0 0,-1 0 0,-1 1 0,3 3 0,-11-9 0,-1 0 0,0 0 0,1 0 0,-1 0 0,0 0 0,0 0 0,-1 0 0,1 0 0,-1-1 0,1 1 0,-1 0 0,0 0 0,0 0 0,0 0 0,-1-1 0,1 1 0,-1-1 0,1 1 0,-1-1 0,0 1 0,0-1 0,0 0 0,0 0 0,0 0 0,0 0 0,-1 0 0,1-1 0,-1 1 0,1-1 0,-1 1 0,0-1 0,0 0 0,1 0 0,-1 0 0,0 0 0,0-1 0,-1 1 0,-12 8 0,-32 21-5,-19 9-7,2 3 0,2 3 1,1 2-1,3 4 0,-31 34 12,83-78-225,0 1-1,1 0 1,-1 1-1,2-1 1,-1 1 0,1 1-1,0-1 1,1 0 0,0 1-1,1 0 1,0 0-1,0 1 226,2 2-3200</inkml:trace>
  <inkml:trace contextRef="#ctx0" brushRef="#br0" timeOffset="67280.141">11221 7775 25645,'0'0'2892,"0"0"-1867,0 0-421,0 0-26,0 0-189,0 0-150,11 8 25,4 4-213,1-2-1,0 0 1,0-1 0,1-1-1,0 0 1,0-2 0,1 0 0,0 0-51,234 59 253,-250-65-250,1 1 0,-1 0-1,0 0 1,0 0 0,1 0 0,-1 0 0,0 0 0,0 1 0,0-1-1,0 1 1,0-1 0,-1 1 0,1 0 0,0 0 0,-1-1 0,0 1-1,1 0 1,-1 1 0,0-1 0,0 0 0,0 0 0,0 0 0,0 1-1,0-1 1,-1 0 0,1 1 0,-1-1 0,0 1 0,0-1 0,0 0-1,0 1 1,0-1 0,0 1 0,-1-1 0,1 1 0,-1-1-1,1 0 1,-1 1 0,0-1 0,0 0 0,0 0 0,0 0 0,-2 2-3,-113 96 60,79-74-59,23-17-12,-24 16-155,2 1 1,1 1 0,1 2-1,1 2 1,2 1 0,1 1 0,-20 30 165,25-22-1345</inkml:trace>
  <inkml:trace contextRef="#ctx0" brushRef="#br0" timeOffset="67727.004">12258 7722 30431,'0'0'722,"0"0"-555,0 0-84,22 9 87,73 36 2,-88-41-165,0 0 0,0 1 0,0 0-1,0 0 1,-1 0 0,0 1 0,0 0-1,0 0 1,-1 0 0,0 1 0,0 0-1,-1 0 1,0 0 0,0 0 0,-1 1-1,1 0 1,-2 0 0,1-1 0,-1 2-1,0-1 1,-1 0 0,0 0 0,0 0-1,-1 1 1,0-1 0,0 0-1,-1 1 1,0-1 0,-1 0 0,0 0-1,0 0 1,0 0 0,-1 0 0,-1 0-1,1-1 1,-1 1-7,-23 28-2,0-1-1,-3-1 0,0-1 1,-2-2-1,-2-2 1,0 0-1,-38 22 3,47-33-11,-156 110-29,175-108 98,41-19 166,-24-1-134,28-3-13,1-2 1,-1-2-1,0-1 0,0-2 1,-1-2-1,27-13-77,51-13 12,51-6-327,-105 26-1258</inkml:trace>
  <inkml:trace contextRef="#ctx0" brushRef="#br0" timeOffset="64813.439">7714 7842 27110,'0'0'3251,"0"0"-2285,0 0-629,0 0 122,0 0 6,20 23-303,129 153-145,-68-57-17,-5 3 0,21 56 0,51 83 0,-148-262-20,0 0 1,1 0-1,-1 0 0,0 0 0,1 0 1,-1 0-1,0 1 0,1-1 1,-1 0-1,1 0 0,-1 0 1,1 0-1,0 0 0,-1 1 0,1-1 1,0 0-1,0 1 0,-1-1 1,1 0-1,0 1 0,0-1 1,0 1-1,0-1 0,0 1 0,0 0 1,0-1-1,0 1 0,0 0 1,0 0-1,0-1 0,0 1 1,0 0-1,0 0 0,0 0 0,0 0 1,0 1-1,0-1 0,0 0 1,0 0-1,0 0 0,0 1 1,0-1-1,0 1 0,0-1 0,0 1 1,-1-1-1,1 1 0,0-1 1,0 1-1,0 0 0,-1-1 1,1 1-1,0 0 0,-1 0 0,1 0 1,0-1-1,-1 1 0,1 0 1,-1 0-1,0 0 0,1 0 1,-1 0-1,0 0 0,1 0 0,-1 0 1,0 0 19,7-28-1661</inkml:trace>
  <inkml:trace contextRef="#ctx0" brushRef="#br0" timeOffset="65059.955">8514 7753 30038,'0'0'1129,"0"0"-865,0 0 256,-120 109 96,49-25-416,-27 37-200,-18 33 0,-7 13 0,9-11 0,20-20 0,30-39 0,7-6 0,20-28-208,11-26-2049</inkml:trace>
  <inkml:trace contextRef="#ctx0" brushRef="#br0" timeOffset="64198.065">6213 8542 25685,'0'0'1245,"0"0"368,0 0-180,0 0-677,0 0-191,8 0 7,248-54 326,-155 47-898,0 5 0,0 4 0,19 7 0,-120-9 0,39 2-11,0 2 0,0 2 0,-1 2 0,0 1 0,14 7 11,-21 6-1595,-30-17-372</inkml:trace>
  <inkml:trace contextRef="#ctx0" brushRef="#br0" timeOffset="64482.226">6807 7820 22341,'0'0'7425,"0"0"-6656,-18 111-57,14-46-104,2 10-112,2 25-128,0 29-320,0 22-48,0-10 0,0-31 0,0-35 0,0-26 0,0 1 0,0-5 0,2-6-152,9-17-344,2-14-504,-4-8-681</inkml:trace>
  <inkml:trace contextRef="#ctx0" brushRef="#br0" timeOffset="71073.03">6169 10521 26206,'0'0'1700,"0"0"-452,0 0-232,0 0-237,0 0-227,0 0-129,-1-9 119,111-6-241,382-6-301,-430 45-2493,-59-17-1311</inkml:trace>
  <inkml:trace contextRef="#ctx0" brushRef="#br0" timeOffset="71357.787">6526 10034 29590,'0'0'804,"0"0"-61,0 0-223,0 0-201,0 0-47,-1 22 35,-18 314-95,-20 200-291,55-492-1394,3-41-600</inkml:trace>
  <inkml:trace contextRef="#ctx0" brushRef="#br0" timeOffset="71876.588">7280 10022 29078,'0'0'1188,"0"0"-514,0 0-213,0 0-63,0 0 17,0 0-45,20 11-210,122 73-137,-134-77-23,0 0 0,0 1 0,0 0 0,-1 1 0,-1-1 0,1 1 0,-1 0 0,-1 1 0,1 0 0,-2-1 0,1 2 0,-2-1 0,1 0 0,-1 1 0,-1 0 0,0-1 0,0 1 0,-1 0 0,-1 0 0,1 0 0,-2 0 0,0 0 0,0 0 0,-1 0 0,0 0 0,-1-1 0,0 1 0,-1-1 0,-4 10 0,-26 48-18,-3-1 0,-3-1 0,-3-3 1,-3-1-1,-23 22 18,-39 40-52,108-123 53,-1-1 1,1 0-1,-1 0 0,1 1 1,0-1-1,-1 0 1,1 1-1,-1-1 1,1 0-1,0 1 1,-1-1-1,1 1 0,0-1 1,0 0-1,-1 1 1,1-1-1,0 1 1,0-1-1,0 1 1,-1-1-1,1 1 0,0-1 1,0 1-1,0-1 1,0 1-1,0-1 1,0 1-1,0-1 1,0 1-1,0-1 1,0 1-1,0-1 0,1 1 1,-1-1-1,0 1 1,0-1-1,0 1 1,1-1-1,-1 0 1,0 1-1,1-1 0,-1 1 1,0-1-1,1 0 1,-1 1-1,0-1 1,1 0-1,-1 1 1,0-1-1,1 0 0,-1 0 1,1 1-1,-1-1 1,1 0-1,-1 0 1,1 0-1,-1 0 1,1 1-1,-1-1 0,1 0 1,-1 0-1,1 0 1,-1 0-1,1 0 1,0 0-2,38-5 36,-34 4-33,254-87 4,-203 65-6,410-177-550,-440 185-730,-8 3-798</inkml:trace>
  <inkml:trace contextRef="#ctx0" brushRef="#br0" timeOffset="72192.013">8025 10026 30030,'0'0'838,"0"0"-339,0 0-82,8 18 95,144 298-41,104 280-471,-229-546 0,1-2 0,3-2 0,2 0 0,18 17 0,-33-42 0,-18-21 0,0 0-1,1-1 1,-1 1 0,0 0 0,0 0-1,0-1 1,0 1 0,1 0-1,-1 0 1,0-1 0,0 1 0,0 0-1,1 0 1,-1 0 0,0-1-1,0 1 1,1 0 0,-1 0 0,0 0-1,0 0 1,1 0 0,-1 0-1,0 0 1,1-1 0,-1 1-1,0 0 1,0 0 0,1 0 0,-1 0-1,0 0 1,1 0 0,-1 0-1,0 0 1,1 1 0,-1-1 0,0 0-1,0 0 1,1 0 0,-1 0-1,0 0 1,1 0 0,-1 0 0,0 1-1,0-1 1,1 0 0,-1 0-1,0 0 1,0 1 0,0-1 0,1 0 0,-2-2-10,1-87-1514,-2 39-633</inkml:trace>
  <inkml:trace contextRef="#ctx0" brushRef="#br0" timeOffset="72440.385">8663 10217 29926,'0'0'1145,"0"0"-705,0 0 224,-120 126-136,45-39-464,-23 31-64,-21 34 0,5 10 0,20-4 0,35-46 0,26-35-1592</inkml:trace>
  <inkml:trace contextRef="#ctx0" brushRef="#br0" timeOffset="74108.99">10101 9809 27414,'0'0'1208,"0"0"-464,0 0-64,0 0-87,0 0-169,0 0-192,0 0-128,-44-2-40,44 14 40,0 5-40,0 7-32,0 10-32,0 37-88,-4-8-680,-5 0-2145</inkml:trace>
  <inkml:trace contextRef="#ctx0" brushRef="#br0" timeOffset="74356.227">9926 10675 29718,'0'0'1281,"0"0"-1113,0 0 0,0 0 192,0 0-64,0 0-160,-110 126-80,71-85-56,-5 11-8,-4 3-240,-14 22-232,14-14-657,4-10-1567</inkml:trace>
  <inkml:trace contextRef="#ctx0" brushRef="#br0" timeOffset="74837.63">10787 10043 30310,'0'0'946,"0"0"-435,0 0 17,13 7-131,105 36-322,-90-39-75,1-1 0,0 2 0,0 0 0,-1 2 0,1 1 0,-2 2 0,1 0 0,5 5 0,-30-13 0,0 0 0,0 0 0,0 0 0,0 1 0,0-1 0,-1 1 0,1 0 0,-1 0 0,0 0 0,0 0 0,0 0 0,0 0 0,0 0 0,-1 1 0,1-1 0,-1 1 0,0-1 0,0 1 0,0-1 0,-1 1 0,1 0 0,-1-1 0,0 1 0,0 0 0,0-1 0,-1 1 0,1 0 0,-1-1 0,0 1 0,0-1 0,0 1 0,0-1 0,0 1 0,-1-1 0,0 0 0,0 0 0,0 1 0,0-1 0,0-1 0,-1 1 0,1 0 0,-1-1 0,1 1 0,-2 0 0,-44 40 0,-2-2 0,-2-2 0,-2-3 0,-1-1 0,-22 7 0,26-12 0,-17 6-1359,74-37-275</inkml:trace>
  <inkml:trace contextRef="#ctx0" brushRef="#br0" timeOffset="75182.857">11454 9921 29030,'0'0'1911,"0"0"-1363,0 0-344,0 0 185,0 0 41,19 12-210,-8-6-206,137 57 7,-109-56-21,-1 1 0,0 2 0,0 2 0,-1 1 0,28 15 0,-61-27 0,0 1 0,0 0 0,0 0 0,0 0 0,0 0 0,0 1 0,-1 0 0,1 0 0,-1 0 0,0 0 0,0 0 0,0 0 0,0 1 0,-1 0 0,1-1 0,-1 1 0,0 0 0,0 0 0,-1 0 0,1 0 0,-1 1 0,0-1 0,0 0 0,0 1 0,0-1 0,-1 1 0,0-1 0,0 0 0,0 1 0,0-1 0,-1 1 0,0-1 0,0 2 0,-5 4 0,-1-1 0,0 0 0,0 0 0,-1-1 0,0 0 0,0 0 0,-1 0 0,0-1 0,0-1 0,-1 0 0,0 0 0,-1 0 0,-10 8 0,-69 42-113,-42 30 57,50-21-3669,71-55-5192</inkml:trace>
  <inkml:trace contextRef="#ctx0" brushRef="#br0" timeOffset="75539.029">12286 10085 29470,'0'0'1193,"0"0"-849,20 9-260,157 78 496,-172-85-562,0-1-8,0 0 0,-1 0 0,1 0-1,-1 1 1,1 0 0,-1 0 0,1 0 0,-1 0-1,0 0 1,0 1 0,0 0 0,0 0 0,-1 0 0,1 0-1,-1 1 1,0-1 0,0 1 0,0 0 0,0 0-1,-1 0 1,1 0 0,-1 0 0,0 1 0,0-1-1,-1 1 1,1-1 0,-1 1 0,0 0 0,0-1 0,-1 1-1,0 0 1,1 0 0,-1 0 0,-1-1 0,1 1-1,-1 0 1,0 1-10,-7 5 4,-1 1 0,0-1-1,0 0 1,-1-1 0,-1-1-1,1 1 1,-2-1 0,1-1 0,-2 0-4,-19 17 8,-188 153 10,192-143-4,57-30 259,9-8-215,0-3 1,-1 0-1,0-3 0,0 0 1,0-3-1,11-6-58,24-6 18,284-75-996,-242 68-773</inkml:trace>
  <inkml:trace contextRef="#ctx0" brushRef="#br1" timeOffset="91046.219">6493 12740 23037,'0'0'1584,"0"0"1674,0 0-1975,0 0-752,-10-3-63,-51-21 1030,60 23-1150,1 1-32,0 0-47,23-12-94,11-2-175,-5 1 0,1 1 0,0 2 0,0 0 0,1 2 0,0 2 0,0 1 0,20-1 0,608 6 0,-615 4 0,-64 11-351,8-13-1402</inkml:trace>
  <inkml:trace contextRef="#ctx0" brushRef="#br1" timeOffset="91719.943">7773 12073 27350,'0'0'1372,"0"0"-430,0 0-134,0 0-151,0 0-181,0 0-185,-4-2-113,-9 2 205,46 32-50,-15-14-356,101 114 23,-7 5 0,92 147 0,-151-209 0,270 355 0,-289-374 0,-55-110-300,12 29-1708,0 0-2333</inkml:trace>
  <inkml:trace contextRef="#ctx0" brushRef="#br1" timeOffset="92343.97">8698 12188 28206,'0'0'1114,"0"0"-109,0 0-250,0 0-238,0 0-191,0 0-122,-6 2-31,-6 6-119,0 0-1,1 1 1,0 0 0,1 0-1,0 1 1,1 1 0,0 0-1,0 0 1,-4 8-54,-4 3-16,-521 654 16,513-642 0,2 2 0,2 1 0,1 0 0,2 2 0,1 0 0,2 1 0,2 1 0,2 0 0,-4 34 0,14-71 0,-21-33-1352,3 9-5346</inkml:trace>
  <inkml:trace contextRef="#ctx0" brushRef="#br1" timeOffset="93733.328">9720 12399 25645,'0'0'2825,"0"0"-1281,0 0-911,0 0-81,0 0-120,0 0-104,0 0-160,50-38-112,-43 38-40,1 0-16,6 36-200,-6-1-336,-1 5-1777</inkml:trace>
  <inkml:trace contextRef="#ctx0" brushRef="#br1" timeOffset="94010.924">9974 13002 29630,'0'0'1649,"0"0"-1441,0 0-88,0 0 160,0 0 16,-13 109-176,-9-54-88,-9 8-32,-4 8-128,-4 2-224,1 2-120,-12 20-408,11-20-857,4-18-6129</inkml:trace>
  <inkml:trace contextRef="#ctx0" brushRef="#br1" timeOffset="94689.243">10577 12519 29054,'0'0'1015,"0"0"-139,0 0-182,0 0-99,0 0-189,2-2-290,4-1-115,1 0 0,0 1-1,0 0 1,0 0 0,0 0 0,1 1-1,-1 0 1,0 1 0,1-1-1,-1 1 1,0 1 0,1-1 0,-1 1-1,1 1 0,23-1 1,153 17-1,126 45 0,-307-63 0,0 1 0,0-1 0,0 0 0,0 1 0,0 0 0,0 0 0,0 0 0,0 0 0,0 0 0,-1 1 0,1-1 0,0 1 0,-1 0 0,1-1 0,-1 1 0,0 1 0,1-1 0,-1 0 0,0 0 0,0 1 0,-1-1 0,1 1 0,0 0 0,-1-1 0,1 1 0,-1 0 0,0 0 0,0 0 0,0 0 0,-1 0 0,1 0 0,-1 0 0,1 0 0,-1 0 0,0 0 0,0 0 0,-1 0 0,1 0 0,0 1 0,-1-1 0,0 0 0,0 0 0,0-1 0,0 1 0,0 0 0,-1 0 0,1 0 0,-1-1 0,0 1 0,1-1 0,-3 3 0,-417 268 0,392-252-4,-60 59-48,87-49-1431,15-27-403</inkml:trace>
  <inkml:trace contextRef="#ctx0" brushRef="#br1" timeOffset="95275.323">11688 12229 29998,'0'0'691,"0"0"-239,0 0-56,0 0-90,0 0-79,0 0-63,11 3-60,204 75 325,38 30-429,-250-107 0,-1 1 0,0-1 0,0 0 0,0 1 0,0-1 0,0 1 0,-1 0 0,1 0 0,0 0 0,-1 0 0,1 0 0,-1 0 0,0 0 0,1 0 0,-1 1 0,0-1 0,-1 0 0,1 1 0,0-1 0,-1 0 0,1 1 0,-1-1 0,0 1 0,1-1 0,-1 1 0,-1-1 0,1 1 0,0-1 0,-1 1 0,1-1 0,-1 1 0,1-1 0,-1 1 0,0-1 0,0 0 0,0 0 0,-1 1 0,1-1 0,-62 81 0,58-79 0,-337 325 0,338-325-63,0 0 1,0 0-1,1 1 1,-1-1-1,1 1 1,0 0-1,0 0 1,1 0-1,-1 0 1,1 0-1,0 0 1,0 1-1,1-1 1,0 1-1,0-1 1,0 1-1,1 0 0,-1 0 63,1 6-1779</inkml:trace>
  <inkml:trace contextRef="#ctx0" brushRef="#br1" timeOffset="96053.108">12628 12342 28230,'0'0'1135,"0"0"-176,0 0-222,0 0-138,0 0-165,0 0-202,10-4-66,17-3-145,0 1 1,1 2-1,-1 1 0,1 1 0,0 1 0,0 2 0,0 1 0,0 1 0,-1 1 1,1 1-1,-1 2 0,0 0 0,25 12-21,-45-17 0,1 0 0,-1 0 0,0 0 0,0 1 0,0 0 0,0 1 0,0 0 0,-1 0 0,1 0 0,-1 1 0,0-1 0,-1 2 0,1-1 0,-1 0 0,0 1 0,0 0 0,-1 0 0,0 1 0,0-1 0,0 1 0,-1 0 0,1 1 0,-4 4 0,0 1 0,-1-1 0,-1 1 0,0-1 0,0 0 0,-1 0 0,0 0 0,-2 0 0,1 0 0,-1-1 0,-1 0 0,0 0 0,0 0 0,-1-1 0,0 0 0,-1 0 0,-1 0 0,1-1 0,-1-1 0,-2 2 0,-9 13 0,-361 383 0,351-352 0,86-47 0,-12-10 0,-1-3 0,0-1 0,0-2 0,0-1 0,9-6 0,34-8 0,348-70 0,-433 95-5,-1 0-1,0 0 1,1 1-1,-1-1 1,0 0-1,0 1 1,0-1 0,0 0-1,0 0 1,0 1-1,0-1 1,-1 0 0,1 1-1,0-1 1,-1 0-1,1 0 1,-1 0-1,1 0 1,-1 1 0,1-1-1,-1 0 1,0 0-1,0 0 1,0 0-1,1 0 1,-1 0 0,0-1-1,0 1 1,0 0-1,0 0 1,-1-1 0,1 1-1,0 0 1,0-1-1,0 1 1,0-1-1,-1 0 1,1 1 0,0-1-1,0 0 1,-1 0-1,1 0 6,-3 3-127,-21 17-1646</inkml:trace>
  <inkml:trace contextRef="#ctx0" brushRef="#br2" timeOffset="372653.311">6640 12245 21981,'0'0'5704,"0"0"-4304,0 0-1200,0 0 64,-21 0-33,-68-4-9,83 3-183,0 0-1,0 0 1,0-1-1,0 1 1,0-1-1,0-1 1,0 1-1,1-1 1,-1 0-1,1-1 1,0 1-1,0-1 1,0 0-1,1 0 1,-1 0-1,-2-4-38,-10-8 130,-42-28 23,-2 2 1,-2 3 0,-1 2-1,-2 3 1,-1 4-1,-2 2 1,-22-3-154,-33-15 47,2-5 0,3-6 0,2-4 0,3-6 0,2-5-1,5-4 1,2-5 0,4-4 0,4-5 0,-15-25-47,15 2 1,5-4-1,5-4 0,6-4 1,5-3-1,5-4 1,7-2-1,-12-47 0,-82-314 32,21-6 1,22-6-1,7-104-32,72 414 20,17 93 9,-89-486 61,25-3-1,23-50-89,54-861-6,15 718 8,-14-476 29,5 1259-31,-1-73 16,-3-1 1,-3 2-1,-9-32-16,15 100-7,0 0 0,0 0 0,0 1 1,-1-1-1,0 0 0,0 1 0,-1-1 0,0 1 0,0 0 0,-1 0 0,1 0 0,-1 0 0,-1 1 0,1-1 0,-1 1 0,0 0 0,0 0 0,0 1 0,-1 0 0,1 0 1,-1 0-1,0 0 0,0 1 0,-1 0 0,1 1 0,-1-1 0,1 1 0,-1 0 0,-2 0 7,3 23-4282,15-14-3591</inkml:trace>
  <inkml:trace contextRef="#ctx0" brushRef="#br2" timeOffset="372934.079">3050 1780 27958,'0'0'1856,"0"0"-1344,0 0-15,-143 53-177,88 2-72,-4 14-40,2 12-88,2 8-80,9 2-40,9-2-24,17-10-176,12-22-560,8-26-1921</inkml:trace>
  <inkml:trace contextRef="#ctx0" brushRef="#br2" timeOffset="373197.16">3354 1464 29974,'0'0'713,"123"59"-265,-48-7-16,-1 13-128,-6 6-16,-13 0-104,-9-2-144,-11-8-40,-6-14-200,-10-17-448,-14-18-1313</inkml:trace>
  <inkml:trace contextRef="#ctx0" brushRef="#br2" timeOffset="373432.08">1502 496 29438,'0'0'920,"0"0"-447,0 0-49,0 0-136,13 120-144,-8-90-96,1-3-48,-6 9-216,0-7-560,-13-3-1673</inkml:trace>
  <inkml:trace contextRef="#ctx0" brushRef="#br2" timeOffset="373722.332">967 1239 21221,'0'0'7626,"0"0"-5709,0 0-1628,0 0-83,0 0 8,20 14 16,-8-5-191,-6-4-24,1 1 0,-1-1 0,1-1-1,0 1 1,1-1 0,-1-1-1,1 1 1,0-1 0,0 0-1,0-1 1,0 0 0,0 0-1,0-1 1,0 0 0,1-1-1,-1 1 1,0-2 0,1 1 0,6-2-15,267-71 80,-280 72-80,0 0 1,-1 1 0,1-1 0,0 1-1,-1-1 1,1 1 0,0-1 0,0 1-1,0 0 1,0 0 0,-1 0 0,1 0-1,0 0 1,0 0 0,0 1 0,-1-1-1,1 1 1,0-1 0,0 1 0,-1 0-1,1-1 1,0 1 0,-1 0 0,1 0 0,-1 0-1,1 0 1,-1 0 0,0 1 0,1-1-1,-1 0 1,0 1 0,0-1 0,0 1-1,0-1 1,0 1 0,0-1 0,0 1-1,-1 0 1,1-1 0,0 1 0,-1 0-1,0 0 1,1-1 0,-1 1 0,0 0-1,0 0 1,0 0 0,0 0 0,0-1 0,0 1-1,-1 0 1,1 0 0,0-1 0,-1 1-1,0 0 1,1 0 0,-1-1 0,-1 2-1,-5 23 19,-2-1 1,-1 0-1,0 0 1,-2-1 0,-1 0-1,-1-1 1,-9 10-20,-84 130 38,-8-4 0,-69 69-38,-50-2-27,186-187-113,23-32-1208,25-26-786</inkml:trace>
  <inkml:trace contextRef="#ctx0" brushRef="#br2" timeOffset="373990.796">1456 1746 29430,'0'107'792,"0"27"-103,0 20-209,-15-10-56,2-38-8,4-23-112,5-24-152,4-19-104,0-7-48,0-9-72,0-14-176,17-47-360,3-23-424,0-11-1537</inkml:trace>
  <inkml:trace contextRef="#ctx0" brushRef="#br2" timeOffset="374253.821">1860 1490 29110,'0'0'842,"0"0"-215,0 0-171,-21 21-75,-118 134 265,126-139-610,1 0 1,0 0-1,1 1 1,1 0-1,1 1 1,1 0-1,0 1 1,1 0 0,1 0-1,1 0 1,1 1-1,-1 12-36,6-30-2,0 1 0,0-1 0,0 1 0,0-1 0,0 1 0,1-1 0,-1 0 0,1 1 0,0-1 0,0 0-1,0 0 1,0-1 0,0 1 0,0 0 0,0-1 0,0 1 0,1-1 0,-1 1 0,1-1 0,-1 0 0,1 0 0,-1 0 0,1-1 0,-1 1-1,1-1 1,0 1 0,0-1 0,-1 0 0,1 0 0,0 0 0,0 0 0,-1 0 0,1-1 0,0 1 0,-1-1 0,1 0 0,-1 0-1,1 0 1,-1 0 0,1 0 0,-1-1 0,1 1 0,-1-1 0,0 1 0,1-2 2,18-9-236,-1 0 1,0-2-1,-1 0 1,-1-2-1,0 0 1,-1 0-1,-1-2 1,-1 0-1,0-1 1,-1 0-1,-1-1 0,-1-1 1,3-9 235,27-44-2659</inkml:trace>
  <inkml:trace contextRef="#ctx0" brushRef="#br2" timeOffset="374571.969">2037 1016 28630,'0'0'1656,"20"160"-567,-7-2-457,0 29-80,-2 3-344,-2-15-208,-3-31 0,-1-29 0,-3-34 0,-2-30 0,0-23 0,0-11 0,0-23-416,0-17-800,-7-23-3025</inkml:trace>
  <inkml:trace contextRef="#ctx0" brushRef="#br2" timeOffset="374572.969">2175 1350 29638,'0'0'905,"0"0"-161,0 0-264,145 57-304,-86-41-96,31-12-80,-13-4-440,-7 0-1361</inkml:trace>
  <inkml:trace contextRef="#ctx0" brushRef="#br2" timeOffset="374846.196">2738 715 31175,'0'0'585,"0"0"-361,0 0-137,19 1 49,121 14 333,-134-13-466,-1 0-1,1 0 0,-1 1 1,0-1-1,0 1 1,0 0-1,-1 1 0,1-1 1,-1 1-1,1 0 1,-1 0-1,-1 0 0,1 0 1,0 1-1,-1 0 1,0-1-1,0 1 0,0 0 1,-1 1-1,0-1 0,0 0 1,0 1-1,-1-1 1,1 1-1,-1 0 0,-1-1 1,1 1-1,-1 0 1,0-1-1,0 1 0,-1 0 1,1 0-1,-1-1 0,-1 1 1,1-1-1,-1 1 1,0-1-1,0 1-2,-8 21 0,-2-1 0,0-1 0,-1 0 0,-2-1 0,0 0 0,-2-1 0,-1 0 0,5-6 0,-1 2-6,-13 21-251,-3-1 0,-1-1-1,-2-2 1,-24 21 257,56-56-39,1 0-1,0 0 1,-1 0 0,1 0-1,0-1 1,-1 1 0,1 0-1,-1 0 1,0 0 0,1 0-1,-1-1 1,0 1 0,1 0-1,-1 0 1,0-1 0,0 1-1,0-1 1,1 1 0,-1-1-1,0 1 1,0-1 0,0 1-1,0-1 1,0 0 0,0 0-1,0 1 1,0-1 0,0 0-1,0 0 1,0 0 0,0 0-1,0 0 1,0 0 0,0 0-1,0-1 1,0 1 0,0 0-1,0 0 1,0-1 0,0 1-1,0-1 1,0 1 0,1-1-1,-1 1 1,0-1 0,0 0-1,0 1 1,1-1 0,-1 0-1,0 1 1,1-1 0,-1 0-1,1 0 1,-1 0 0,1 0-1,-1 1 1,1-1 0,-1 0-1,1 0 1,0 0 0,-1 0-1,1 0 1,0 0 0,0 0-1,0 0 40,9-70-6882,10 16-8121</inkml:trace>
  <inkml:trace contextRef="#ctx0" brushRef="#br2" timeOffset="375104.336">2769 1115 20076,'0'0'5292,"0"0"-2991,24 6-1152,78 23-382,-96-26-712,0 1 0,0 0-1,-1 0 1,0 0 0,1 0 0,-1 1 0,-1 0-1,1 0 1,-1 1 0,0-1 0,0 1 0,-1 0-1,1 0 1,-1 0 0,-1 0 0,1 0 0,-1 1-1,0-1 1,0 1 0,-1 0 0,0-1 0,0 1-1,-1 4-54,2-2 23,9 136-286,-3-187 79,2 1 0,1-1 0,3 2 0,1 0 0,2 0 0,1 2 0,2 0 0,5-2 184,-25 39 30,0 0 0,0 0 0,0 0 0,0 0 0,0 0 1,0 0-1,0 0 0,0 0 0,1 0 0,-1 0 0,0 0 0,1 0 0,-1 0 0,1 0 0,-1 0 1,1 1-1,-1-1 0,1 0 0,0 0 0,-1 0 0,1 1 0,0-1 0,0 1 0,-1-1 1,1 0-1,0 1 0,0-1 0,0 1 0,0 0 0,0-1 0,0 1 0,0 0 0,0-1 1,0 1-1,0 0 0,0 0 0,0 0 0,0 0 0,0 0 0,0 0 0,0 0 0,0 0 0,0 0 1,0 1-1,0-1 0,0 0 0,-1 1 0,1-1 0,0 1 0,0-1 0,0 1 0,0-1 1,0 1-1,-1-1 0,1 1 0,0 0 0,0-1 0,-1 1 0,1 0 0,-1 0 0,1 0 0,-1 0 1,1-1-1,-1 1 0,1 0 0,-1 1-30,-16 187 685,9-145-1169,7-41-122,1-13-219,26-92-3357,-7 44-3162</inkml:trace>
  <inkml:trace contextRef="#ctx0" brushRef="#br2" timeOffset="375303.168">3655 515 28062,'0'0'1208,"0"0"-728,122-7 297,-71 7-289,-7 7-176,-7 15-16,-9 10-96,-10 7-120,-14 7-56,-4 7-24,-15 2-120,-18 0-152,-6-3-160,-1-15-257,-8-23-231,13-12-808,6-2-2793</inkml:trace>
  <inkml:trace contextRef="#ctx0" brushRef="#br2" timeOffset="375691.079">3666 667 25293,'0'0'2696,"0"0"-1776,0 0-325,-1 23 113,-1 144 180,2-158-870,0 0 0,1 0 1,0 1-1,0-1 0,1 0 0,0 0 0,1 0 1,0-1-1,0 1 0,0-1 0,1 1 0,1-1 1,0 0-1,0-1 0,0 1 0,1-1 0,0 0 1,0 0-1,1-1 0,6 5-18,176 100 143,-164-101-59,-1 1-1,0 1 0,-1 1 0,0 1 1,-1 1-1,-1 1 0,0 1 0,-1 1 0,-1 0 1,-1 2-1,0 1-83,-12-13 6,-1 1 0,-1-1 0,1 1 1,-2 0-1,1 1 0,-1-1 0,-1 1 0,1-1 0,-2 1 0,1 0 1,-1 0-1,-1 0 0,0-1 0,0 1 0,-1 0 0,0 0 0,-1 0 1,0-1-1,0 1 0,-1-1 0,-1 1 0,1-1 0,-2 0 1,1 0-1,-1-1 0,-5 8-6,-1 1-8,-1-1 1,-1-1 0,0 0-1,-1 0 1,-1-2-1,0 1 1,0-2-1,-2 0 1,1-1-1,-1-1 1,-1 0 0,-16 6 7,29-13-8,0 0 1,0 0-1,0 0 1,-1-1 0,1 1-1,-1-1 1,1 0-1,-1-1 1,0 0-1,1 0 1,-1 0 0,0 0-1,0-1 1,0 0-1,0 0 1,1-1-1,-1 0 1,0 0 0,0 0-1,1 0 1,-1-1-1,0 0 1,1 0 0,0-1-1,0 1 1,-1-1-1,1-1 1,1 1-1,-1 0 1,1-1 0,-1 0-1,1 0 1,0-1-1,0 1 1,1-1 0,-1 0-1,1 1 1,0-2-1,-1-1 8,3-4-1,0 0 0,0 0 0,1 0 0,0 0 0,1 0 0,0 0 0,1 0 0,0 0 0,1 1 0,0-1-1,1 1 1,0-1 0,0 1 0,1 0 0,0 1 0,1-1 0,0 1 0,1 0 0,0 1 0,2-2 1,171-146 63,106-5-1796,-207 124-2882</inkml:trace>
  <inkml:trace contextRef="#ctx0" brushRef="#br2" timeOffset="377277.747">6925 9850 19708,'0'0'7595,"0"0"-5561,0 0-1394,0 0-78,0 0-146,-7 21-114,-2 14-194,1 0-1,2 0 1,2 0-1,0 1 1,3 21-108,23 1419 972,-5-1275-1008,-16-200 33,-1-2-3,0 1 1,0 0-1,0-1 0,0 1 0,1 0 1,-1-1-1,0 1 0,0 0 0,1 0 0,-1-1 1,0 1-1,0 0 0,1 0 0,-1-1 0,0 1 1,1 0-1,-1 0 0,0 0 0,1 0 1,-1 0-1,0-1 0,1 1 0,-1 0 0,1 0 1,-1 0-1,0 0 0,1 0 0,-1 0 0,0 0 1,1 0-1,-1 0 0,1 0 0,-1 1 1,0-1-1,1 0 0,-1 0 0,0 0 0,1 0 1,-1 0-1,0 1 0,1-1 0,-1 0 0,0 0 1,1 1-1,-1-1 0,0 0 0,0 0 1,1 1-1,-1-1 0,0 0 0,0 1 0,0-1 1,0 0-1,1 1 0,-1-1 0,0 0 1,0 1-1,0-1 0,0 0 0,0 1 0,0-1 1,0 1 5,36-133-1227,-19 43-598</inkml:trace>
  <inkml:trace contextRef="#ctx0" brushRef="#br2" timeOffset="377657.627">7401 9607 29102,'0'0'1381,"27"0"-949,398 10 100,1000 38 172,-1319-36-704,-106-11 0,1 0 0,-1 0 0,1 0 0,-1-1 0,0 1 0,0 0 0,0 0 0,1 0 0,-1 0 0,0 0 0,0 0 0,0 0 0,0 0 0,0 0 0,-1 0 0,1 0 0,0-1 0,0 1 0,-1 0 0,1 0 0,0 0 0,-1 0 0,1 0 0,-1-1 0,1 1 0,-1 0 0,1 0 0,-1-1 0,0 1 0,1 0 0,-1-1 0,0 1 0,0-1 0,1 1 0,-1-1 0,0 1 0,0-1 0,0 0 0,1 1 0,-1-1 0,0 0 0,-1 1 0,-25 16 12,16-12 5,1 1 0,0-1 0,1 2 0,0-1 0,0 1 0,0 1 0,1-1 0,0 2 0,0-1 0,1 1 0,0 0 0,0 0 0,1 1 0,1 0 0,0 0 0,0 1 0,1-1 0,0 1 0,0 0-17,-8 196 220,21-44-201,8-1 1,7-1 0,24 77-20,8 59 2,-41-101-27,-15-194-18,0 0 0,-1 1 0,1-1 1,-1 0-1,1 0 0,-1 0 1,0 0-1,1 0 0,-1 0 0,0 0 1,-1 0-1,1 0 0,0-1 1,0 1-1,-1 0 0,1-1 0,-1 1 1,0-1-1,1 1 0,-1-1 0,0 0 1,0 0-1,0 0 0,0 0 1,0 0-1,0 0 0,0 0 0,0-1 43,-31 3-2243</inkml:trace>
  <inkml:trace contextRef="#ctx0" brushRef="#br2" timeOffset="377905.359">7348 11732 30222,'0'0'625,"158"6"-489,15-6-88,37-8-32,18-18 144,0 1 112,-15-1 8,0-1-144,-5 1-128,-9-6-8,-17-7-320,-50 7-1089,-36 1-3176</inkml:trace>
  <inkml:trace contextRef="#ctx0" brushRef="#br2" timeOffset="378914.832">9939 9521 26382,'0'0'993,"0"0"-451,0 0-102,0 0 161,0 0-46,0 0-150,21-21-98,3-3-220,-9 7-23,2 1 0,-1 1 1,2 1-1,0 0 0,1 1 0,0 1 0,9-4-64,139-64 207,2 7 0,4 7-1,53-7-206,-100 37 55,2 6 0,1 6 0,1 5 0,0 6 0,1 6 0,5 6-55,472-2 583,-523-2-529,-1-4 0,1-4 1,-2-3-1,0-4 1,-1-4-1,33-16-54,-73 20 4,0-1-1,-2-3 0,-1-1 1,0-1-1,-2-3 1,-1-1-1,-2-1 0,-1-2 1,-1-2-1,-2 0 1,-2-2-1,-1-1 0,-2-2 1,-2 0-1,-1-1 1,-2-2-1,-3 0 0,-1-1 1,-1 0-1,-3-1 1,-2-1-1,1-24-3,18-345-29,-21 195 2,90-614-34,-20 231-85,-55 236 14,-19-178 132,-5 423-9,-48-1120-104,32 1045-22,-9 0 1,-8 2-1,-9 1 1,-8 3-1,-15-16 135,45 151-922,0 12-1031</inkml:trace>
  <inkml:trace contextRef="#ctx0" brushRef="#br2" timeOffset="379210.489">13496 2275 30046,'0'0'593,"0"0"-433,-107 138-104,46-73 72,-7 2 56,-5 0-184,3-2-72,-7 6-464,18-15-457,15-21-1479</inkml:trace>
  <inkml:trace contextRef="#ctx0" brushRef="#br2" timeOffset="379439.016">13919 1831 30663,'0'0'632,"125"89"-472,-50-32-128,4 8-16,-7-2-16,-10-5 0,-21 15-120,-17-18-728,-22-14-5602</inkml:trace>
  <inkml:trace contextRef="#ctx0" brushRef="#br2" timeOffset="379733.001">11311 762 30535,'0'0'624,"0"0"-456,0 0-152,0 0 0,0 0 16,123 20 16,-66 5-16,-2 1-32,-9 19-296,-16-9-633,-17-1-1151</inkml:trace>
  <inkml:trace contextRef="#ctx0" brushRef="#br2" timeOffset="380008.042">11307 1271 28758,'0'0'1303,"0"0"-812,0 0-350,0 0-33,18 7 43,124 40 73,-136-46-248,1 0 0,-1 1 0,1 0-1,-1 0 1,0 0 0,0 1 0,0 0 0,0 0 0,-1 1-1,1 0 1,-1-1 0,0 2 0,0-1 0,0 1 0,0 0 0,-1 0-1,0 0 1,0 0 0,0 1 0,-1-1 0,0 1 0,0 0-1,0 0 1,-1 0 0,0 1 0,0-1 0,1 6 24,-1 20-111,-1 1-1,-2-1 1,-1 1 0,-1-1 0,-2 0 0,-2 2 111,-8 67 203,14-29 186,1-72-385,0 1 0,1 0 0,-1 0 0,1-1 0,-1 1-1,1 0 1,0-1 0,-1 1 0,1 0 0,0-1 0,-1 1 0,1-1-1,0 1 1,0-1 0,0 0 0,-1 1 0,1-1 0,0 0 0,0 1 0,0-1-1,0 0 1,0 0 0,-1 0 0,1 0 0,0 0 0,0 0 0,0 0 0,0 0-1,0 0 1,0 0 0,-1-1 0,1 1 0,0 0 0,0 0 0,0-1 0,0 1-1,-1-1 1,1 1 0,0-1 0,0 1 0,0-1-4,60-87 28,18-118-1390,-47 106-1162</inkml:trace>
  <inkml:trace contextRef="#ctx0" brushRef="#br2" timeOffset="380511.614">11995 539 27438,'0'0'957,"0"0"-394,0 20-112,0 69-62,-1-84-384,0 0-1,0 0 0,1 0 0,0 0 0,0 0 0,0 0 0,0 0 1,1 0-1,0 0 0,0-1 0,0 1 0,1 0 0,0 0 0,-1-1 1,2 1-1,-1-1 0,0 0 0,1 1 0,0-1 0,0 0 0,0-1 1,1 1-1,-1 0 0,1-1 0,0 0 0,-1 0 0,2 0 0,-1 0 1,0-1-1,0 0 0,1 1 0,0-2 0,-1 1 0,1 0 0,0-1 1,0 0-1,0 0 0,0-1 0,-1 1 0,1-1 0,0 0 1,0 0-1,0-1 0,0 1 0,0-1 0,2-1-4,3-2-74,0-1 0,0 0 1,0 0-1,0-1 0,-1-1 0,0 0 0,-1 0 0,1 0 1,-1-1-1,-1 0 0,0-1 0,5-7 74,19-18-221,-8 10 268,1 2-1,2 0 1,0 1-1,1 1 1,1 2 0,1 1-1,0 1 1,1 1-1,1 2 1,0 1-1,4 1-46,0 5 694,-39 23-55,-141 98-257,-303 201-436,402-274 54,74-35-42,124-53-322,-135 38 331,0 0 0,1 2 0,0 0 0,1 1 0,0 0 0,-1 2 0,1 0 0,1 1 33,-19 4 11,0 0-1,0 0 1,-1 0-1,1 0 1,0 0-1,-1 0 1,1 0 0,-1 1-1,0-1 1,1 0-1,-1 0 1,0 1-1,-1-1 1,1 0-1,0 0 1,-1 0-1,1 1 1,-1-1 0,1 0-1,-1 0 1,0 0-1,0 0 1,0 0-1,0 0 1,0 0-1,-1-1 1,1 1-1,-1 0 1,1-1 0,-1 1-1,1-1 1,-1 1-1,0-1-10,-244 263 291,209-225-533,-79 85 73,43-38-3709,71-84-396</inkml:trace>
  <inkml:trace contextRef="#ctx0" brushRef="#br2" timeOffset="380801.981">12297 1123 25349,'0'0'2105,"0"0"-1049,174-61-320,-109 47-208,-12 10-56,-14 4-183,-12 0-169,-21 18-120,-6 2-208,0-3-1561</inkml:trace>
  <inkml:trace contextRef="#ctx0" brushRef="#br2" timeOffset="380802.981">12048 1614 28630,'0'0'640,"-53"115"-640,33-56-40,18-6-352,2-21-160,0-23-1944</inkml:trace>
  <inkml:trace contextRef="#ctx0" brushRef="#br2" timeOffset="381067.347">12468 1243 25910,'0'0'2424,"0"0"-1528,0 0-208,0 0-192,0 0-63,112 67-137,-110-23-144,-2 1-96,-2 5-24,-20-1-32,-6-2-216,-18 1-537,4-13-1119,7-15-8562</inkml:trace>
  <inkml:trace contextRef="#ctx0" brushRef="#br2" timeOffset="381320.85">12339 1301 28646,'0'0'1052,"0"0"-322,-7 24-190,-51 193 89,53-145-586,21-73-115,95-133 7,-42 69 65,-68 66 0,0-1 1,0 1 0,1 0-1,-1-1 1,0 1-1,0 0 1,0 0 0,0 0-1,0 0 1,0 0-1,0 0 1,0 0 0,0 0-1,-1 0 1,1 0-1,0 0 1,-1 1-1,1-1 1,-1 0 0,1 0-1,-1 1 1,1-1-1,-1 0 1,0 1 0,0-1-1,0 0 1,0 1-1,0-1 1,0 1 0,0-1-1,0 0 1,0 1-1,-1-1 1,1 0 0,-1 1-1,1-1 1,-1 1-1,1 6 4,-18 229 55,18-236-59,-1 1 0,1 0 1,0-1-1,0 1 0,0-1 0,0 1 0,0-1 1,1 1-1,-1-1 0,0 1 0,1-1 0,-1 1 0,1-1 1,-1 0-1,1 1 0,0-1 0,0 0 0,0 1 1,-1-1-1,1 0 0,0 0 0,0 0 0,1 0 0,-1 0 1,0 0-1,0 0 0,0 0 0,1 0 0,-1 0 1,0-1-1,1 1 0,-1 0 0,1-1 0,-1 0 0,1 1 1,-1-1-1,1 0 0,-1 1 0,1-1 0,-1 0 1,1 0-1,-1 0 0,1-1 0,-1 1 0,1 0 0,-1-1 1,1 1-1,-1 0 0,1-1 0,-1 0 0,0 1 1,1-1-1,-1 0 0,0 0 0,1 0 0,-1 0 0,0 0 1,0 0-1,1-1 0,100-100-672,-45 34-1290,-5 1-2798</inkml:trace>
  <inkml:trace contextRef="#ctx0" brushRef="#br2" timeOffset="381690.228">13247 876 29726,'0'0'1049,"-14"22"-541,-80 147 299,88-154-755,0 1 1,2-1-1,0 1 1,0 0 0,2 0-1,0 0 1,1 0-1,0 0 1,1 0 0,1 0-1,3 12-52,-2-23-12,1 0 0,0-1-1,0 1 1,0-1 0,1 0 0,-1 0-1,1 0 1,0 0 0,0-1-1,1 0 1,-1 0 0,1 0 0,-1 0-1,1-1 1,0 1 0,0-1-1,0-1 1,0 1 0,0-1-1,1 1 1,-1-1 0,0-1 0,1 1-1,-1-1 1,1 0 0,-1 0-1,0-1 1,1 0 0,-1 0 0,0 0-1,0 0 1,1-1 0,-1 0-1,0 0 1,0 0 0,-1-1 0,3-1 12,20-12-378,-1-1 0,-1-1 0,-1-1 0,-1-1 0,0-2 0,-2 0 0,0-1 0,-2-1 0,0-1 1,-2-1-1,6-12 378,6-11 288,-1-1 1,-4-1 0,-1-2 0,4-20-289,-26 151 2313,-9-34-2289,-2-2 0,-3 1-1,-1-1 1,-1-1-1,-3 0 1,-15 24-24,-30 34-1610,38-69-441</inkml:trace>
  <inkml:trace contextRef="#ctx0" brushRef="#br2" timeOffset="381886.138">13347 953 28662,'0'0'936,"-35"127"-472,16-45-216,-6 13-103,6 0-73,-3-4-72,2-9-361,-2 3-1079,5-26-1561,3-19-13602</inkml:trace>
  <inkml:trace contextRef="#ctx0" brushRef="#br2" timeOffset="382172.604">13185 1251 27478,'-6'17'1590,"-12"31"-1108,2 1 0,3 0 0,1 1 0,3 0 1,1 12-483,7-44 72,-1-13-62,1-1 0,0 1-1,0 0 1,0 0 0,0 0 0,1 0 0,0 0-1,0 0 1,0 0 0,1 0 0,0 0 0,0 0-1,0 0 1,0-1 0,1 1 0,0 0 0,0-1-1,0 1 1,0-1 0,1 0 0,-1 1 0,1-1-1,1 0 1,-1-1 0,0 1 0,1-1 0,0 1-1,-1-1 1,2 0 0,-1 0 0,4 1-10,5-3-173,0-1 0,0-1 1,1 0-1,-1 0 0,0-2 1,0 0-1,0 0 0,0-1 1,-1 0-1,0-2 0,1 1 1,-2-1-1,1-1 0,-1 0 0,0-1 1,0 0-1,-1 0 0,0-1 1,5-7 172,16-8-321,46-36-1981,28-22-3841,-33 35 11510,-16 28-1566,-55 20-3705,0 1 0,1-1 0,-1 0 1,0 1-1,1-1 0,-1 1 0,0 0 1,0-1-1,-1 1 0,1 0 1,0 0-1,0-1 0,-1 1 0,1 0 1,-1 0-1,0 0 0,1 0 0,-1 0 1,0 0-1,0 0 0,0-1 0,0 1 1,-1 0-1,1 0 0,-1 0 1,1 0-1,-1 0 0,1 0-96,-1 9 268,-25 139-270,15-109-1344</inkml:trace>
  <inkml:trace contextRef="#ctx0" brushRef="#br2" timeOffset="385530.22">6780 11726 26350,'0'0'980,"0"0"-412,0 0 594,0 0-234,0 0-320,-3-1-137,95-4 728,1176-44-970,-854 49-116,-343 5-77,-237-48-677,93 24-803</inkml:trace>
  <inkml:trace contextRef="#ctx0" brushRef="#br2" timeOffset="385835.09">7026 11675 30334,'0'0'581,"0"0"-279,24 8-104,9 3-165,1-2 1,0-2-1,0-1 1,1-1 0,0-2-1,28-2-33,189-15 274,219-43-274,128-10 244,-558 65-221,-29 2-34,-21 2-63,-22 3-467,-9 3-1032</inkml:trace>
  <inkml:trace contextRef="#ctx0" brushRef="#br2" timeOffset="387374.925">11015 11124 27382,'0'0'904,"0"0"-208,0 0-280,206-61 216,-39 44-47,23 7-161,8 10-176,-14 21-152,-24 11-40,-2 5-40,-3-1-16,-39-6-16,-21-13-1393</inkml:trace>
  <inkml:trace contextRef="#ctx0" brushRef="#br1" timeOffset="404172.947">316 3299 18732,'0'0'571,"0"0"1093,0 0 2934,0 0-2744,0 0-1028,0 0-146,-17-11-20,-54-36-69,50 28-96,31 13 159,119 6-378,2055-41 242,-1587 72-950,-461-17-879,-34-10-1635</inkml:trace>
  <inkml:trace contextRef="#ctx0" brushRef="#br1" timeOffset="404896.14">11243 2711 24869,'0'0'3385,"0"0"-2577,0 0-472,0 0-64,263-26 232,-4 3-7,76 1-89,49 8-120,12 14-104,-34 0-48,-33 24-56,-49 15-40,-58 13-40,-58-3-88,-61-10-1024,-33-15-9995</inkml:trace>
  <inkml:trace contextRef="#ctx0" brushRef="#br1" timeOffset="414272.675">3 547 12131,'0'0'10666,"-1"-17"-7779,-1-123-1873,14 101-672,2 0 0,2 1 0,2 0 0,1 1 1,2 0-343,17-34 657,0 2 888,-33 81-1247,-5 168-178,-17 679 471,2-624-396,-29 802 626,47-923-844,5 0-1,5-1 1,5-1-1,5-1 1,9 15 23,27 8-2266,-43-109-117</inkml:trace>
  <inkml:trace contextRef="#ctx0" brushRef="#br1" timeOffset="414739.312">582 3279 28166,'0'0'1311,"0"0"-1006,22 0-283,225-22 116,-55-17 49,50-10 287,168-9-474,469 28 679,-418 23-597,927-43 247,-1165 47-509,-192 7-1005,-14 2-2137</inkml:trace>
  <inkml:trace contextRef="#ctx0" brushRef="#br1" timeOffset="415093.484">4821 427 27510,'0'0'1195,"0"0"-388,0 0-313,0 0-211,0 0-23,0 0 163,5 35 64,68 556 444,-49 165-549,-11-206-387,24-181 26,3-222-3212,-20-102-8146</inkml:trace>
  <inkml:trace contextRef="#ctx0" brushRef="#br1" timeOffset="416343.804">9816 561 26694,'0'0'1209,"0"0"-655,0 0-11,23 7-10,144 39 162,-165-45-691,4-1 9,1 1 1,-1 0-1,1 0 0,-1 1 0,0 0 0,1 0 0,-1 0 0,0 1 0,0-1 0,-1 2 0,1-1 0,-1 1 0,1-1 0,-1 2 0,0-1 0,-1 0 0,1 1 0,-1 0 0,0 0 0,0 0 0,0 1 0,-1-1 0,1 1 1,-1 0-1,-1 0-13,-2 14-6,-1-1 1,-1 1-1,-1-1 1,0 0-1,-2 0 1,0 0-1,-1 0 1,-1-1-1,0 0 1,-2-1-1,0 1 1,-1-1-1,0-1 1,-2 0-1,0-1 1,-1 0-1,-3 3 6,-6 11-16,-105 145-168,126-174 184,0 1 0,0 0 0,-1 0 0,1 1 0,0-1 0,0 0 0,1 0 0,-1 0 0,0 1 0,0-1 0,1 0-1,-1 1 1,0-1 0,1 1 0,-1-1 0,1 1 0,0-1 0,0 1 0,-1-1 0,1 1 0,0-1 0,0 1 0,1-1 0,-1 1 0,0-1 0,0 1 0,1-1 0,-1 1 0,1-1-1,-1 1 1,1-1 0,-1 0 0,1 1 0,0-1 0,0 0 0,0 1 0,0-1 0,0 0 0,0 0 0,0 0 0,0 0 0,0 0 0,0 0 0,1 0 0,-1-1 0,0 1 0,1 0 0,1 0-1,26-1-59,1-2-1,-1 0 0,1-2 0,-1-2 0,0 0 0,-1-2 0,1-1 0,-2-1 0,1-2 0,-1 0 0,-1-2 0,-1-1 0,5-4 61,69-39-1472,-17 4-2137</inkml:trace>
  <inkml:trace contextRef="#ctx0" brushRef="#br1" timeOffset="416650.897">10568 502 27350,'0'0'784,"0"0"112,94 116-256,-48-45-88,5 6-111,-3 0-137,-2-6-176,-2-14-88,-7-13-40,-6-15 0,-7-11-104,-11-18-496,-9 0-833,-4-14-8673</inkml:trace>
  <inkml:trace contextRef="#ctx0" brushRef="#br1" timeOffset="416938.773">10835 494 26214,'0'0'2904,"0"0"-2592,-65 112 32,32-53-24,-2 4-40,-3 1-167,1-1-113,0-4-105,-13-8-647,10-13-1488,3-19-16356</inkml:trace>
  <inkml:trace contextRef="#ctx0" brushRef="#br1" timeOffset="417913.215">9419 326 27118,'0'0'1095,"0"0"-386,0 0-311,0 0-4,0 0 66,0 0-89,11 18-91,62 117 47,21 38 6,70 155-35,-105-164-221,-34-88-65,3-1 1,3-1 0,4-1 0,16 22-13,51 53 20,-66-101-7,-2 2 0,-2 1-1,-2 2 1,-3 1 0,11 32-13,-20-28 9,-2 1 1,-3 0-1,-2 1 1,-3 1-1,-3 0 1,-2 0-1,-3 0 1,-4 27-10,3-81 1,0 0 1,-1-1-1,1 1 0,-1 0 1,0-1-1,-1 1 1,1-1-1,-1 0 0,-1 0 1,1 0-1,0 0 1,-1 0-1,0-1 0,-4 4-1,-26 39 12,34-46-12,0 1 0,1-1 0,0 1 0,-1-1 0,1 0 1,0 1-1,0-1 0,-1 0 0,1 0 0,0 1 1,0-1-1,0 0 0,1 0 0,-1 0 0,0 0 0,0 0 1,1-1-1,-1 1 0,0 0 0,1 0 0,-1-1 0,0 1 1,1-1-1,-1 0 0,1 1 0,-1-1 0,1 0 1,-1 0-1,1 0 0,0 0 0,-1 0 0,1 0 0,-1 0 1,1 0-1,-1-1 0,1 1 0,-1 0 0,1-1 1,-1 1-1,0-1 0,1 0 0,-1 0 0,1 0 0,9 1 5,200-38 42,-136 18-37,246-54 41,3 14 0,3 14 0,2 14 0,160 12-51,292 40-16,-508 10 12,157 7 123,-423-40-106,-1 0 0,1 0 0,0 0 0,-1-1 0,1 1 0,-1-2 0,0 1 0,-1-1 1,1 0-1,-1 0 0,0 0 0,0-1 0,0 0 0,-1 0 0,0 0 0,0 0 0,-1-1 1,0 1-1,2-6-13,0 4 1,58-107 8,-6-4-1,-4-2 1,-6-2-1,-5-2 1,-1-19-9,-9 9 0,-6-1 0,-5-1 0,-7 0 0,-3-120 0,-10 212-24,2-67-145,-4 0-1,-4 1 1,-6-1 0,-5 1-1,-4 1 170,-11 18-3041,-4 32-7242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53:53.81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146 131 22021,'0'0'32,"-145"-130"-32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53:55.73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1387 814 28966,'0'0'670,"0"0"-334,0 0-171,34-8 150,564-128 500,-289 81-672,2 13 0,23 13-143,985-67 127,2489-110 368,-811 204-219,-2841-48-1,12 8-265,2 8 0,2 7 1,0 8-1,35 6-10,1044-41 0,-1105 54 0,-587 42 0,309-24 0,-145 19 0,-469 49 0,-1524 52 0,-3670 569 0,3152-240 0,1875-336 0,881-126 0,70-6 0,504-58 0,2901-277 0,678 118 0,-836 190 0,-1385 109 0,-1718-64 0,-286-18-28,-220-34-133,-31-21 161,96 15-96,-1349-172-176,-7 70 1,-88 69 271,-305 71-198,-99 98-37,1615-67 80,472-26 144,34-3 5,26 1-5,1058-32-19,-884 26 49,2250-43 388,-1078 77-278,-378 30-38,1368 47 145,-1459-105-159,-852-3-77,-55 1-262,-19 2-584,-23 0-1652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2:53:57.98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301 831 27454,'0'0'747,"0"0"-302,-20 1 2,-101 4 927,120-5-1353,1 1 0,-1-1 0,1 0 1,0 0-1,-1 1 0,1-1 1,-1 0-1,1 0 0,0 1 1,-1-1-1,1 0 0,-1 0 1,1 0-1,-1 0 0,1 0 1,-1 0-1,1 0 0,-1 0 1,1 0-1,-1 0 0,1 0 1,-1 0-1,1 0 0,-1 0 0,1 0 1,0-1-1,-1 1 0,1 0 1,-1 0-1,1 0 0,-1-1 1,1 1-1,0 0 0,-1-1 1,1 1-1,0 0 0,-1-1 1,1 1-1,0 0 0,0-1 1,-1 1-1,1-1 0,0 1 0,0 0 1,-1-1-1,1 1 0,0-1 1,0 1-1,0-1 0,0 1 1,0-1-1,0 1 0,0-1 1,0 1-1,0-1 0,0 1 1,0-1-1,0 1 0,0-1 1,0 1-1,0 0 0,1-1 1,-1 1-1,0-1 0,0 1-21,119-21 52,1991-234 112,-1133 155-168,642-48 336,849 36-154,-1514 47-174,926-31 1,-1303 97-16,711-22 41,-1240 18-20,6 1 3,-88 1 40,-164 1-40,-1067 24 63,-1586 168-76,-604 219 0,852-106 0,1906-246 0,663-52 0,69 3-1,326 13-4,16-16 5,-102-4 5,50 5-5,2990 21 1,-1230-56-1,-365 42 0,-520-12 0,-2852-4 0,695-39 0,-1899 65-15,-925 37-581,3523-62 476,1-11-1,0-12 1,2-11 0,-27-16 120,257 44-11,4 2 1,0-1 0,0-1 0,1-1 0,0 0 1,0-2-1,0 0 0,-10-8 10,28 16 1,0 1 0,-1-1 0,1 0 0,0 0 0,0-1 0,0 1 0,0 0 0,1-1 0,-1 1 0,0-1 0,0 1 0,1-1 0,-1 0 0,1 0 0,0 0 0,-1 0 0,1 0 0,0 0 0,0 0 0,0 0 1,0 0-1,1 0 0,-1-1 0,1 1 0,-1 0 0,1-1 0,0 1 0,0 0 0,0-1 0,0 1 0,0 0 0,0 0 0,1-1 0,-1 1 0,1 0 0,0-1 0,-1 1 0,1 0 0,0 0 0,0 0 0,0 0 0,1 0 0,-1 0 0,0 0 0,1 0 0,0 1 0,-1-1 1,1 1-1,0-1 0,0 1 0,0-1 0,-1 1 0,2 0 0,-1 0-1,26-10 17,0 1 0,1 1 0,0 1 0,1 2 0,-1 1 0,16 1-17,207-14 38,1 11 0,-1 11 0,1 12 0,-2 10 0,146 39-38,332 47 572,330-5-572,330-86 244,-1201-22-236,2225-50-8,-794 48-2835,-1390-2-6637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4:53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469 389 23845,'0'0'4754,"0"0"-3447,0 0-1080,9-19 24,-6 12-230,11-21 151,-1 0 1,-1-1 0,-2 0 0,-1 0 0,-1-1-1,2-26-172,-8 51 3,-1 1-1,0 0 1,0 0-1,0-1 1,-1 1-1,1-1 1,-1 1-1,0-1 1,-1 1-1,1 0 1,-1-1 0,0 1-1,0-1 1,0 1-1,0 0 1,-1 0-1,0 0 1,0 0-1,0 0 1,0 0-1,0 0 1,-1 1-1,0-1 1,0 1-1,0 0 1,0 0-1,0 0 1,-1 0-1,1 0 1,-1 1-1,0-1 1,0 1-1,0 0 1,-2-1-3,-13 2 1,0 0 0,1 0 0,-1 2-1,0 0 1,0 1 0,1 1 0,-1 1 0,1 1 0,0 0 0,0 2 0,1 0 0,0 0 0,0 2 0,1 0 0,0 1 0,0 0-1,1 2 1,0 0 0,1 0 0,1 1 0,0 1 0,1 0 0,0 1 0,1 0 0,1 1 0,-5 10-1,7-12 31,1 0 0,1 1 0,0-1 0,1 2 0,1-1 0,0 0 0,1 1 0,1 0 0,0 0 0,1-1 0,1 1 0,0 0 0,1 0 0,1 0 0,1 0 0,0-1 0,1 1 0,0-1 0,1 0 0,1 0 0,0-1 0,2 1 0,-1-1 0,2-1 0,4 7-31,167 213 205,-122-165-199,-3 3 0,-3 2 1,9 23-7,-47-73 0,-2 2-1,0 0 1,-2 0 0,-1 1 0,-1 0-1,-1 1 1,-1 0 0,-2 0 0,0 0-1,-2 0 1,-1 1 0,-2 19 0,-1-34 8,-1 0 0,0 0 0,0-1 0,-1 1 0,-1-1 0,0 0 0,-1 0 0,0-1 0,-1 1 0,0-1 0,-1-1 0,0 0 0,-1 0 0,0 0 0,0-1 0,-1 0 0,-6 3-8,-12 10 17,-1-2 0,-2-1-1,0-1 1,-1-2 0,-28 10-17,-91 12 0,148-37 0,-1 0 0,1-1 0,-1 0 0,1 1 0,-1-1 0,1 0 0,-1-1 0,1 1 0,-1 0 0,1-1 0,0 0 0,-1 0 0,1 0 0,0 0 0,-1-1 0,1 1 0,0-1 0,0 0 0,0 0 0,1 0 0,-1 0 0,0 0 0,1-1 0,-1 1 0,1-1 0,0 0 0,0 1 0,0-1 0,0 0 0,0 0 0,1 0 0,-1-1 0,1 1 0,0 0 0,0-1 0,0 1 0,0 0 0,1-1 0,0 1 0,-1-1 0,1 1 0,0-1 0,1 1 0,-1-3 0,2-21 0,1 0 0,2 1 0,0-1 0,2 1 0,0 1 0,2-1 0,1 1 0,1 1 0,1 0 0,1 0 0,4-4 0,9-21 0,70-143-1,8 4 1,7 5-1,9 5 0,18-9 1,-90 130-406,-18 18-1578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11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423 27 29990,'0'0'551,"0"0"-307,-24-6-96,-83-14 98,99 19-231,0 2 1,1-1 0,-1 1 0,0 0 0,0 1-1,1 0 1,-1 0 0,1 0 0,0 1-1,0 0 1,0 1 0,0-1 0,0 1-1,1 1 1,-1-1 0,1 1 0,0 0 0,1 1-1,-1-1 1,1 1 0,0 0 0,1 1-1,-1-1 1,1 1 0,0 0 0,1 0-1,-3 7-15,5-13 4,-18 39 98,1 1 0,2 0-1,1 1 1,3 1 0,2 0-1,1 0 1,2 1 0,2 0 0,3 1-1,1-1 1,3 20-102,20 116 43,-20-173-43,1 0 0,0 0 0,0 0 0,1 0 0,0-1-1,0 1 1,0-1 0,1 0 0,0-1 0,0 1 0,1-1-1,-1 0 1,1 0 0,0 0 0,1-1 0,-1 0 0,1-1 0,0 1-1,-1-1 1,1 0 0,1-1 0,5 2 0,24 3-18,1-2 1,-1-1-1,1-2 1,0-2-1,0-1 1,0-2-1,0-2 0,-1-1 1,0-2-1,0-1 1,8-5 17,99-41-870,-38-5-884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10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0 639 22373,'0'0'6158,"0"0"-4477,0 0-1442,0 0-126,0 0 12,29-26 5,182-169-20,93-149-46,-299 421-90,-32 212 140,27-264-60,12 105 208,-10-126-254,-1 0 0,1 0 0,0 0 0,0-1 0,0 1 0,0 0 0,1-1-1,-1 0 1,1 1 0,0-1 0,0 0 0,0-1 0,0 1 0,1 0 0,-1-1 0,1 0 0,0 0 0,-1 0 0,1 0-1,0 0 1,0-1 0,0 0 0,1 0 0,-1 0 0,0 0 0,0-1 0,0 1 0,1-1 0,-1 0-8,11-3 15,-1 0 1,1 0 0,-1-1-1,0-1 1,-1 0 0,1-1-1,-1-1 1,0 0-1,0-1 1,-1 0 0,0-1-1,-1 0 1,0-1 0,0 0-1,-1 0 1,0-2 0,-1 1-1,5-9-15,11-7 50,-2-1 0,-1-1 0,-1-1 0,-2-1 0,-1 0 0,-1-2 0,-2 0 0,-1-1 0,-2 0 0,-1-1 0,-1 0 0,-3-1 0,-1 1 0,1-28-50,-17 156 159,34 1144-159,-23-1210 0,0 0 0,-2 0 0,-2 0 0,0 0 0,-1-1 0,-2 1 0,-1-1 0,-1 0 0,-1-1 0,-1 0 0,-1 0 0,-2-1 0,0-1 0,-3 3 0,13-22 0,-1-1 0,0 1 0,0-1 0,0 0 0,0 0 0,-1 0 0,1 0 0,-1-1 0,0 0 0,1 0 0,-1 0 0,0 0 0,0-1 0,0 0 0,0 0 0,-1 0 0,1-1 0,0 0 0,0 0 0,0 0 0,0 0 0,-1-1 0,1 0 0,0 0 0,0 0 0,0-1 0,0 0 0,1 0 0,-1 0 0,0 0 0,1-1 0,-1 0 0,1 0 0,-3-2 0,-10-8 0,0-1 0,1-1 0,1 0 0,1-1 0,0 0 0,0-1 0,-8-17 0,11 15-1,0 0 0,2-1 1,0 0-1,1 0 0,2-1 0,0 0 1,1-1-1,1 1 0,1-1 0,0 0 0,2 1 1,1-9 0,1 15 0,1 1 0,0 0 0,1-1 0,1 1 0,0 0 0,1 1 0,0-1 0,1 1 0,1 0 0,0 0 0,1 1 0,0 0 0,1 0 0,0 1 0,1 0 0,0 1 0,11-9 0,211-146-123,-209 151 84,238-140-1341,-166 96-470</inkml:trace>
  <inkml:trace contextRef="#ctx0" brushRef="#br0" timeOffset="296.269">1517 520 21837,'0'0'7481,"0"0"-6553,0 0-591,0 0 79,130 14 24,-58-14-192,0 0-160,1 0-48,-10-2-40,1-2-224,-16 4-488,-20-4-1353</inkml:trace>
  <inkml:trace contextRef="#ctx0" brushRef="#br0" timeOffset="529.127">1945 128 28494,'0'0'2177,"0"0"-1769,-49 146-160,34-75 128,4 2-144,5 0-152,6 2-80,0 27-48,0-19-400,0-18-1649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13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569 150 4145,'0'0'20894,"0"0"-16133,0 0-4195,-10-19-121,-37-60-127,44 75-307,1 0 0,-1 1 0,0-1 0,0 1-1,0-1 1,-1 1 0,1 0 0,-1 0 0,0 1-1,1-1 1,-1 1 0,-1 0 0,1 0 0,0 0-1,0 1 1,-1-1 0,1 1 0,-1 0 0,1 0-1,-1 1 1,1-1 0,-1 1 0,0 0 0,-3 0-11,-1 0 11,-5 0 8,1 1 0,0 0 0,0 1 0,0 0 1,0 1-1,1 1 0,-1 0 0,1 0 0,0 2 0,0-1 0,0 1 0,1 1 0,0 0 1,0 1-1,1 0 0,0 1 0,0 0 0,1 0 0,0 1 0,1 0 0,0 0 0,1 1 0,-2 3-19,-11 19 54,2 0-1,1 1 1,2 1-1,1 0 1,2 1-1,1 1 1,-2 17-54,-4 131 118,18-176-113,-1 1 0,2-1 0,-1 1 1,2-1-1,-1 0 0,1 0 0,0 0 0,1 0 0,0 0 0,1-1 0,-1 1 0,2-1 0,-1 0 0,1-1 1,0 1-1,1-1 0,-1-1 0,2 1 0,-1-1 0,1 0 0,-1-1 0,2 0 0,-1 0 0,0 0 0,1-1 0,0-1 1,0 0-1,0 0 0,0 0 0,1-1 0,-1-1 0,4 1-5,2 0 4,-1 0 0,1-1 0,0-1 0,0 0 0,0-1 1,0-1-1,0 0 0,-1-1 0,1 0 0,-1-1 0,0-1 0,0-1 0,0 0 0,-1 0 1,0-1-1,0-1 0,-1 0 0,0-1 0,0 0 0,-1-1 0,0 0 0,-1-1 0,0 0 1,-1-1-1,8-12-4,-7 8-69,-1 0 1,-1-1-1,-1 0 1,0 0-1,-1-1 0,-1 0 1,0 0-1,-2 0 1,0 0-1,-1-1 1,-1 1-1,-1-1 1,-1-13 68,-7-1-1060,-9 10-1189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14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 0 25149,'0'0'4609,"0"0"-4009,0 0-247,0 0-225,0 0 328,0 0-112,-22 138-96,22-73-88,0 8-48,0 22-40,-6 25-56,-10 22-16,3-23-104,-9-34-1200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15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118 24 136,'0'0'24491,"0"0"-20491,0 0-2614,0 0-982,0 0-126,0 0-10,0 0-79,20-5-56,-8 1-114,-3 1-9,1 0-1,0 0 0,-1 1 1,1 1-1,0 0 0,0 0 1,0 1-1,0 0 0,0 0 0,-1 1 1,1 1-1,0 0 0,5 1-9,-4-1 6,-1 0-1,1 1 0,0 0 0,-1 1 1,1 0-1,-1 1 0,0 0 0,0 1 1,-1 0-1,0 0 0,0 1 0,0 0 0,-1 0 1,0 1-1,-1 1 0,1-1 0,-2 1 1,1 0-1,-1 0 0,0 1 0,-1 0 1,0 0-1,-1 0 0,0 1 0,-1-1 1,0 1-1,1 6-5,-7 4-48,-1 0 1,0 0 0,-2 0-1,0-1 1,-1 0 0,-2 0-1,0 0 1,0-1-1,-2 0 1,0-1 0,-2-1-1,0 0 1,0 0 0,-2-1-1,-15 13 48,22-20-56,-19 23-38,-1-1 0,-2-1 0,0-2 0,-2-1-1,-2-2 1,0-1 0,-1-1 0,-1-2 0,-13 4 94,98-23 574,332-76 276,-24 27-1700,-296 43-1855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15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297 0 28150,'0'0'1646,"0"0"-1180,0 0-317,24 14 133,76 44 33,-86-50-286,-1 1-1,0 0 1,0 0 0,-1 1-1,0 1 1,-1 0 0,0 0-1,-1 1 1,0 1 0,-1 0 0,4 8-29,-9-14 0,-1 1 0,0-1 1,-1 1-1,1-1 1,-2 1-1,1 0 0,-1 0 1,0 0-1,0 0 1,-1 0-1,0 0 0,-1 0 1,0 0-1,0-1 1,-1 1-1,1 0 0,-2 0 1,1-1-1,-1 1 1,0-1-1,-2 3 0,-13 15-40,0-2-1,-2 1 1,-1-2-1,0-1 1,-2 0-1,0-2 1,-1-1-1,-1 0 1,-1-2 0,0-1-1,-1-1 1,-17 5 40,-201 77-104,286-106 104,1 1 1,-1 2 0,1 2-1,0 2 1,1 2 0,-1 1-1,0 3 1,39 6-1,-71-7 12,0 0 1,-1 0-1,1 1 1,-1 0-1,1 1 1,-1 0-1,0 1 1,-1-1-1,1 2 1,-1-1-1,0 1 0,0 0 1,0 1-1,-1 0 1,0 0-1,-1 1 1,0 0-1,0 0 1,0 0-1,-1 1 1,0-1-1,-1 1 1,1 4-13,-3-3 4,-1 0 1,0 0 0,-1 0 0,0 0-1,-1 0 1,0 0 0,0 0-1,-1-1 1,-1 1 0,0 0 0,0-1-1,0 1 1,-1-1 0,-1 0-1,0 0 1,0-1 0,0 1 0,-1-1-1,0 0 1,-1-1 0,0 0 0,-7 6-5,-180 128-166,193-141 165,-67 39-699,11-15-1062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16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351 0 26446,'0'0'3523,"0"0"-2588,0 0-791,0 0-32,-8 22-4,-62 144-35,-169 222-195,235-382 129,1-1-1,-1 1 1,1 0 0,-1-1 0,2 1 0,-1 1 0,1-1 0,0 0-1,0 1 1,1-1 0,-1 1 0,1-1 0,1 1 0,-1 1-7,3-5 14,0 0 0,0-1 0,1 1 0,-1-1 0,0 1 0,1-1 0,0 0 0,-1 0 0,1 0 0,0 0 0,0 0 1,0-1-1,0 1 0,0-1 0,1 0 0,-1 0 0,0 0 0,1 0 0,-1 0 0,1-1 0,-1 0 0,0 0 0,1 0 0,-1 0 0,1 0 1,-1-1-1,4 0-14,1 1 29,66-1 102,0-4 0,0-3 1,-1-4-1,-1-2 0,40-15-131,-32 8-644,0 3 0,1 4 0,0 4 0,41 1 644,-121 9-2614</inkml:trace>
  <inkml:trace contextRef="#ctx0" brushRef="#br0" timeOffset="256.079">647 245 30671,'-35'122'672,"0"26"-448,4 28-24,13 1 192,16 11-256,0 5-136,2-43-1080,-2-28-19773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2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312 886 48,'0'0'30182,"0"0"-29357,0 0-481,0 0-136,0 0 184,0 0-8,160 20-144,-68-40-168,2-2-40,-8 2-32,-10 7 0,-12 1-152,-14 4-336,-1-6-304,-14 2-985,-16-4-2304</inkml:trace>
  <inkml:trace contextRef="#ctx0" brushRef="#br0" timeOffset="5386.971">906 381 20324,'0'0'1381,"0"0"-597,0 0-421,0-18-121,0-216 4519,0 224-4517,0 1 1,-1-1-1,0 1 0,0 0 0,-1-1 0,0 1 0,-1 0 1,0 0-1,0 0 0,-1 1 0,0-1 0,-1 1 0,-1-2-244,10 24 1199,39 27-1178,-37-38-18,-1 0 0,0 0 0,0 1 0,0 0 1,0 0-1,-1 0 0,1 0 0,-1 1 0,0 0 0,-1 0 1,1 0-1,-1 0 0,0 0 0,0 1 0,-1 0 0,1-1 1,-1 1-1,0 0 0,-1 0 0,0 0 0,0 0 0,0 0 1,0 0-1,-1 1 0,0-1 0,-1 0 0,1 0 0,-1 0 1,0 0-1,-1 0 0,0 2-3,-6 17 29,1 0 1,1 1-1,2 0 0,0 0 0,2 0 1,1 0-1,1 18-29,-1 2 32,-18 1432 151,18-1456-183,-19 85 0,18-106-23,0 0-1,0-1 1,0 1 0,0-1-1,0 1 1,0-1 0,0 0-1,0 0 1,0 1 0,0-2 0,0 1-1,0 0 1,0 0 0,0-1-1,0 1 1,0-1 0,0 1-1,0-1 1,0 0 0,0 0-1,0 0 1,1 0 0,-1 0-1,0 0 1,1 0 0,-1-1-1,0 1 1,1-1 0,0 1 0,-1-1-1,1 1 1,-1-2 23,1 1-76,-30-28-1282,0-2-879</inkml:trace>
  <inkml:trace contextRef="#ctx0" brushRef="#br0" timeOffset="5679.646">1 1868 29670,'0'0'761,"0"0"-353,0 0-144,0 0 112,0 0-8,124-91-128,15-3-104,16-15-104,-19 9-16,-33 25-16,-35 25-48,26-25-384,-15 12-920,-6-2-4130</inkml:trace>
  <inkml:trace contextRef="#ctx0" brushRef="#br0" timeOffset="6367.931">1331 270 29366,'0'0'820,"0"0"-351,0 0-139,0 0 10,0 0-84,0 0-128,1 19-72,3 59-46,-4-75-58,0-1 0,1 1 0,-1-1 0,0 0 0,1 1 0,0-1 0,-1 0 0,1 1 1,0-1-1,0 0 0,0 0 0,0 0 0,1 0 0,-1 0 0,1 0 0,-1 0 0,1 0 0,0 0 0,0-1 0,-1 1 0,1-1 1,0 1-1,0-1 0,1 0 0,-1 0 0,0 0 0,0 0 0,0 0 0,1 0 0,-1-1 0,1 1 0,-1-1 0,0 1 0,1-1 1,-1 0-1,1 0 0,-1 0 0,1 0 0,-1-1 0,0 1 0,1-1 0,-1 1 0,0-1 0,1 0 0,-1 0 0,0 0 1,0 0-1,0 0 0,0-1 0,0 1 0,0-1 0,0 1 0,0-1 0,0 0 0,-1 1 0,1-1 0,-1 0 0,1 0 0,0-1 49,38-35-725,-34 30 758,1 0 0,1 0 0,0 1 0,0 0 0,0 0 0,1 1 0,0 0 0,0 0-1,0 1 1,1 1 0,0-1 0,0 2 0,0-1 0,0 1 0,0 1 0,1 0 0,7-1-34,-16 3 18,0-1 0,1 1 1,-1-1-1,0 1 0,0 0 0,1 0 1,-1 0-1,1 0 0,-1 0 1,0 0-1,0 1 0,1-1 0,-1 1 1,0 0-1,0 0 0,1 0 1,-1 0-1,0 0 0,0 0 0,0 0 1,0 1-1,0-1 0,-1 1 1,1-1-1,0 1 0,-1 0 0,1-1 1,-1 1-1,0 0 0,1 0 0,-1 0 1,0 0-1,0 0 0,0 1 1,-1-1-1,1 0 0,0 0 0,-1 1 1,1-1-1,-1 0 0,0 1 1,0-1-1,0 0 0,0 1 0,0-1 1,-1 0-1,1 1 0,-1-1 0,1 0 1,-1 0-1,0 1-18,-4 6-8,0 0 0,-1 0 0,0-1 0,0 1 0,-1-1 0,-1-1 0,1 1 0,-1-1 0,0-1 1,0 1-1,-1-1 0,0-1 0,-8 5 8,-2 2-121,-106 65-1814,-78 60-14,97-13 4545,89-94-2397,2 0 1,1 0-1,1 2 1,2 0-1,1 0 1,1 1-1,2 0 1,2 0-1,1 1 1,1 0-1,2-1 1,1 6-200,1-38-5,1 0 1,-1 0-1,0 0 0,0 0 1,0-1-1,0 1 1,1 0-1,-1 0 1,0-1-1,1 1 1,-1-1-1,0 1 1,1-1-1,-1 1 1,1-1-1,-1 0 1,1 0-1,-1 0 1,1 0-1,-1 0 1,1 0-1,-1 0 1,1 0-1,-1-1 1,1 1-1,-1-1 0,0 1 1,1-1-1,-1 1 1,0-1-1,1 0 1,-1 1-1,0-1 1,0 0-1,0 0 1,1 0-1,-1 0 1,0 0-1,0 0 1,0-1-1,0 1 5,142-152-1236,-102 103 710,-15 19 157,153-154-2906,-176 181 3334,1 1 1,0 0 0,1 0-1,-1 0 1,0 0 0,1 1-1,0 0 1,-1 0 0,1 0-1,0 0 1,0 1 0,0 0 0,0 0-1,0 0 1,0 1 0,4-1-60,-3 33 1939,-9-19-1744,-1-1 1,0 1-1,0-1 1,-1 0-1,-1 0 1,0-1 0,-1 0-1,0 0 1,-6 8-196,-27 46 412,65-83-383,-8 0-35,0 0-1,2 1 0,0 0 0,0 2 0,2 1 0,0 0 0,0 1 0,2 1 1,-1 2-1,1 0 0,1 1 0,0 1 0,0 2 0,0 0 0,1 1 0,0 2 0,0 1 1,0 0-1,3 2 7,-27 0-6,1 0 0,-1 0 0,1 1 0,-1-1 0,1 0 0,-1 1 0,1-1-1,-1 1 1,1-1 0,-1 1 0,1 0 0,-1-1 0,0 1 0,1 0 0,-1 0 0,0 0 0,0 0 0,0 0 0,0 1 0,0-1 0,0 0 0,0 0 0,0 1 0,0-1 0,-1 0 0,1 1 0,0-1 0,-1 1 0,1-1 0,-1 1 0,0-1 0,1 1 0,-1-1 0,0 1 0,0 0 0,0-1 0,0 1-1,0-1 1,0 1 0,-1-1 0,1 1 0,-1-1 0,1 1 0,-1-1 0,1 1 0,-1-1 0,0 1 0,0-1 6,-39 74-2033,-3-26-2379</inkml:trace>
  <inkml:trace contextRef="#ctx0" brushRef="#br0" timeOffset="6567.37">974 1456 26118,'0'0'1584,"0"0"-480,-123 67-384,110-51-216,15-12-160,64-4 57,52-18-145,49-25-96,17-11-80,-11-1-48,-41 12-32,-47 13 16,-26 12-16,5 4-88,-16 5-520,-9-1-977</inkml:trace>
  <inkml:trace contextRef="#ctx0" brushRef="#br0" timeOffset="6859.201">1612 1203 28694,'0'0'1064,"0"0"-271,-29 156-313,27-77-16,2 20-136,2-7-112,9 3-136,-2 0-40,-5-22-40,-2-2-32,-2-20-184,0-19-88,0-32-80,0 0-176,0-26-1681</inkml:trace>
  <inkml:trace contextRef="#ctx0" brushRef="#br0" timeOffset="7163.069">1609 1436 20884,'0'0'7170,"0"0"-6002,-72 121-400,24-45-279,-3 9-225,1 2-128,0 0-88,4-10-48,6-14-240,12-20-353,10-29-111,18-36-56,11-23-1488,15-10-2601</inkml:trace>
  <inkml:trace contextRef="#ctx0" brushRef="#br0" timeOffset="7164.069">1480 1663 21341,'0'0'5105,"0"0"-3289,125-59-616,-66 51-400,3 8-295,-1 0-241,3 6-160,17 14-104,-13-5-184,-7-5-1489</inkml:trace>
  <inkml:trace contextRef="#ctx0" brushRef="#br0" timeOffset="7478.954">2719 541 29678,'0'0'704,"0"0"-503,-82 108-97,32-51 112,-7 8-56,-9 4-112,1 4-48,3-7-56,18-9-384,16-22-497,17-17-1423</inkml:trace>
  <inkml:trace contextRef="#ctx0" brushRef="#br0" timeOffset="7479.954">2464 1091 20460,'0'0'7378,"0"0"-6074,5 166-592,-5-83-103,0 7-81,0 1-176,-7-2-200,0-8-112,7-16-40,0-22-16,5-25-224,37-30-16,-3-21-577,0-13-1887</inkml:trace>
  <inkml:trace contextRef="#ctx0" brushRef="#br0" timeOffset="8025.68">2850 193 27510,'0'0'911,"0"0"-491,0 0-107,0 0 145,0 0 32,0 0-116,18 16-151,62 49-117,-71-59-100,0-1 1,0-1-1,1 0 0,0 0 0,-1 0 1,2-2-1,-1 1 0,0-1 0,0-1 1,1 1-1,-1-2 0,0 0 0,9 0-6,6 0 1,-8 1 13,-7 1-68,1 0 1,-1-1-1,1 0 0,0-1 0,-1 0 0,1 0 0,0-1 0,-1-1 0,1 0 0,-1 0 1,0-1-1,0 0 0,0-1 0,0 0 0,0 0 0,-1-1 0,0-1 0,0 0 0,0 0 0,-1 0 1,1-1-1,3-5 54,-13 13 1,-1-1 0,1 1 0,0 0 0,-1-1 0,1 1 0,-1-1 0,1 0 0,0 1 0,-1-1 0,1 0 0,-1 0 0,1 0 0,-1 0 0,1 0 0,-1 0 0,1-1 1,-1 1-1,1 0 0,-1-1 0,1 1 0,0-1 0,-1 1 0,1-1 0,0 0 0,-1 0 0,1 0 0,0 1 0,0-1 0,0 0 0,0 0 0,0-1 0,0 1 0,0 0 0,0 0 0,0 0 0,0-1 0,1 1 1,-1 0-1,0-1 0,1 1 0,-1 0 0,1-1 0,0 1 0,0-1 0,-1 1 0,1-1 0,0 1 0,0-1 0,0 1 0,0-1 0,0 1 0,1-1 0,-1 1 0,0-1 0,1 1 0,-1 0 0,1-1 1,0 1-1,-1 0 0,1-1 0,0 1 0,0 0 0,0 0 0,0-1 0,0 1 0,0 0 0,0 0 0,0 0 0,0 0 0,1 0-1,-53 84 512,32-26-330,3 1-1,2 0 1,2 1-1,4 0 0,0 24-181,3-45 52,-41 598 1480,30 416-1532,16-864-25,3-163 31,4-40-80,8-132-1186,-7 64-397</inkml:trace>
  <inkml:trace contextRef="#ctx0" brushRef="#br0" timeOffset="8319.076">3508 1180 27742,'0'0'1772,"0"0"-1257,0 0-380,0 0 98,0 0 34,-25 21-100,-82 69-95,67-56-50,28-26-8,1 0 0,1 1 0,-1 0 1,2 1-1,-1 0 0,1 1 0,1 0 0,0 0 0,0 1 1,-5 12-15,11-20 29,0 1 1,0 0 0,1 0-1,0 0 1,0 0 0,0 0-1,0 0 1,1 0 0,0 0-1,0 0 1,0 0 0,0 0-1,1 0 1,0 0 0,0 0-1,1 0 1,-1 0 0,1-1-1,0 1 1,0 0 0,1-1-1,-1 1 1,1-1 0,0 0-1,0 0 1,0 0 0,1 0-1,-1-1 1,1 1 0,0-1-1,0 0 1,0 0 0,1-1-1,2 2-29,12 7 39,1 0 0,0-2 0,1 0 0,-1-2-1,2 0 1,-1-1 0,10 0-39,245 18-1308,-202-23-2469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4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25021,'0'0'4825,"0"0"-4401,0 0-79,0 0 71,0 0-40,0 0-64,0 0-184,108 45-64,-95-15-64,-2 10 0,-11 15-344,0-10-993,0-3-7216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29246,'0'0'1425,"0"0"-1161,0 0 184,0 0-40,-88 127-128,57-90-168,-6 7-88,-4 3-24,-23 10-248,11-9-528,3-15-1865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5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30230,'0'0'522,"0"0"-301,23 1-93,76 4 187,-94-4-280,0 0 0,1 0-1,-1 1 1,0-1 0,0 1 0,0 0 0,0 1-1,0-1 1,-1 1 0,1 0 0,-1 0 0,1 1 0,-1-1-1,0 1 1,-1 0 0,1 0 0,-1 0 0,1 0-1,-1 1 1,-1-1 0,1 1 0,0 0 0,-1 0-1,0 0 1,0 0 0,-1 0 0,0 0 0,0 1-1,0-1 1,0 1 0,-1-1 0,0 0 0,0 1-1,0-1 1,0 1 0,-1-1 0,0 0 0,-1 4-35,2 1 20,-2 5-19,-1 0 0,0 0-1,0 0 1,-2 0 0,0-1 0,0 0 0,-2 0 0,1 0-1,-2-1 1,0 0 0,0 0 0,-2-1 0,1 0-1,-12 10 0,-50 80-102,70-101 102,0-1 0,0 1-1,1 0 1,-1 0 0,0-1-1,1 1 1,-1 0 0,1 0-1,-1 0 1,1 0 0,-1 0-1,1 0 1,0 0 0,-1 0-1,1 0 1,0 0 0,0 0-1,0 0 1,0 0 0,0 0-1,0 0 1,0 0 0,0 0-1,0 0 1,1 0 0,-1 0-1,0 0 1,1 0 0,-1 0-1,0 0 1,1 0 0,-1 0-1,1 0 1,0-1 0,-1 1-1,1 0 1,0 0 0,-1 0-1,1-1 1,0 1 0,0 0-1,0-1 1,0 1 0,48 2 79,-31-4-58,38-4-18,-1-3 0,0-2 0,0-2 0,18-8-3,9-2 1,141-38-514,-181 45-1575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5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3881,'0'0'21602,"0"0"-16600,0 0-4523,0 0-19,0 0 16,0 0-68,23 6-144,146 32-90,-164-37-171,6-1-2,1 1 0,-1 0 0,0 1 0,0 1 0,0-1 1,0 2-1,0-1 0,-1 2 0,1-1 0,-1 1 0,0 1 0,0 0 1,-1 0-1,0 1 0,0 0 0,3 5-1,-11-8 0,0 1-1,-1 0 1,0 0-1,0-1 1,0 1 0,0 0-1,-1 0 1,0-1 0,0 1-1,0 0 1,-1-1-1,1 1 1,-1-1 0,0 0-1,0 1 1,-1-1 0,1 0-1,-1 0 1,0-1-1,0 1 1,0-1 0,-1 1-1,1-1 1,-1 0 0,0 0-1,0 0 1,0-1-1,0 1 1,0-1 0,0 0-1,-1-1 1,1 1-1,-3 0 1,-8 8-12,-164 102-1454,156-100 136,6-10-1298</inkml:trace>
  <inkml:trace contextRef="#ctx0" brushRef="#br0" timeOffset="294.839">652 0 30174,'0'0'635,"0"0"-283,20 0-88,113 2 187,-128-1-437,0 1 1,1-1-1,-1 1 0,0 1 1,0-1-1,0 1 0,0 0 1,0 0-1,-1 0 1,1 1-1,-1 0 0,0-1 1,0 2-1,0-1 0,-1 0 1,0 1-1,1-1 0,-2 1 1,1 0-1,0 0 0,-1 0 1,0 1-1,0-1 0,-1 0 1,1 1-1,-1-1 0,0 1 1,-1 0-1,1-1 0,-1 1 1,0 0-1,-1-1 0,1 1 1,-1-1-1,0 1 0,-1-1 1,1 1-1,-1-1 0,0 0 1,0 1-1,-1-1 0,0 0 1,0-1-1,0 1 0,0 0 1,-1-1-1,1 0 0,-3 3-14,-6 4-199,0 0 1,-1 0-1,0-1 0,-1-1 0,1 0 0,-2-1 0,1-1 0,-1 0 1,-13 4 198,11-9-2081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22717,'0'0'7225,"0"0"-6648,0 0-273,0 0 80,0 0-24,0 0-88,0 0-160,98 75-112,-87-26-32,-4-5-600,-7-7-2089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29766,'0'0'1241,"0"0"-1097,0 0-88,0 0-40,-132 134 0,93-90-16,-18 7-216,9-8-697,4-13-3808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9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30094,'0'0'1133,"0"0"-813,0 0-167,0 0 111,21 10 90,64 36-74,-80-44-275,0 1 1,0-1 0,-1 1 0,1 0 0,-1 0-1,0 1 1,0 0 0,0-1 0,0 1-1,0 0 1,-1 1 0,0-1 0,0 1 0,0-1-1,-1 1 1,1 0 0,-1 0 0,0 0-1,-1 0 1,1 0 0,-1 1 0,0-1 0,0 0-1,-1 1 1,1-1 0,-1 0 0,0 1 0,-1-1-1,0 1 1,1-1 0,-1 0 0,-1 1-6,-78 135-22,74-134 28,-39 82-6,113-78 0,-33-15 0,-1-1 0,0-2 0,-1-1 0,0-1 0,0-2 0,-1-1 0,7-6 0,7 0 0,12-5-224,-16-1-896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15539,'0'0'11244,"0"0"-8387,0 0-2255,0 0-100,0 0-74,0 0-31,7 5-50,109 39 101,-100-40-435,0 0 0,0 1 0,0 0 0,0 2 0,-1 0-1,0 0 1,-1 2 0,13 8-13,-24-14 0,0-1 0,-1 1 1,1 0-1,0 1 0,-1-1 1,0 1-1,1-1 0,-1 1 0,-1-1 1,1 1-1,-1 0 0,1 0 1,-1 0-1,0 0 0,0 0 0,-1 0 1,1 0-1,-1 0 0,0 0 0,0 1 1,0-1-1,-1 0 0,1 0 1,-1 0-1,0 0 0,0 0 0,-1 0 1,1 0-1,-1-1 0,0 1 0,0 0 1,0-1-1,0 1 0,-90 104 3,58-79-194,-2-2 1,-1-1-1,0-2 0,-36 16 191,66-52-2547,8-11-1897</inkml:trace>
  <inkml:trace contextRef="#ctx0" brushRef="#br0" timeOffset="330.215">561 12 22693,'0'0'6323,"0"0"-4716,0 0-1227,0 0 49,0 0 59,25 8-106,144 38-80,-163-45-289,108 34 119,-110-34-132,0 0 1,-1 1 0,1 0-1,-1 0 1,1 0 0,-1 0-1,0 0 1,0 1 0,0-1-1,0 1 1,-1 0 0,1 0-1,-1 0 1,1 0-1,-1 0 1,0 1 0,0-1-1,-1 1 1,1-1 0,-1 1-1,1 0 1,-1-1 0,0 1-1,-1 0 1,1 0 0,-1 0-1,1 0 1,-1 0-1,-4 4 0,0-1 0,-1 1 0,1-2 0,-1 1 0,0 0 0,-1-1 0,0 0 0,0 0 0,0 0 0,-1-1 0,0 0 0,0-1 0,0 1 0,0-1 0,-1 0 0,1-1 0,-9 3 0,-2 3 0,-198 101-525,177-94-1920,37-16-2075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29358,'0'0'2321,"0"0"-2001,64 128 80,-29-63-32,4 6-368,3 2 0,-1 6 0,-3 4 0,-5 5 0,-5 3 0,-6-4 0,-4-10 0,-5-18 0,0-22 0,4-37-24,1-17-1048,-3-29-873</inkml:trace>
  <inkml:trace contextRef="#ctx0" brushRef="#br0" timeOffset="291.992">610 44 30110,'0'0'777,"0"0"-193,0 0-8,-116 132-64,59-61-304,-15 24-208,-18 25 0,9-5 0,13-13 0,17-13 0,21-10-64,5-12-976,6-14-1681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0 397 23765,'0'0'5321,"0"0"-4313,0 0-768,0 0 233,0 0-9,125 17 16,-65-17-96,5 0-176,1 0-120,2 0-40,-4-10-48,-5 3 0,-7-5-24,-1-12-320,-16 4-768,-13-3-2009</inkml:trace>
  <inkml:trace contextRef="#ctx0" brushRef="#br0" timeOffset="279.611">342 0 25926,'0'0'3984,"0"0"-3560,0 0 73,-17 152-25,17-83 16,0 8-96,0 4-128,0 6-112,2 1-72,2-1-72,3-6-8,2-8-24,2-10-216,17-19-304,-1-19-304,-3-23-1681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54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25133,'0'0'5096,"0"0"-3682,0 0-1260,0 0-46,0 0 102,24 13 73,79 45-98,-95-54-181,-1 0 1,1 0-1,-1 1 0,-1 0 1,1 1-1,-1 0 1,0 0-1,0 0 0,-1 1 1,1-1-1,-1 1 1,-1 0-1,0 1 0,0-1 1,0 1-1,-1 0 0,0 0 1,0 0-1,-1 0 1,0 1-1,-1-1 0,0 0 1,0 1-1,-1 0 1,0-1-1,0 1 0,-1-1 1,0 0-1,0 1 0,-1-1 1,0 0-1,-1 1 1,0-1-1,0-1 0,-1 1 1,1 0-1,-2-1 1,1 0-1,-1 0 0,0 0 1,-1 0-1,-1 1-4,-208 217-181,213-224 180,0-1 1,1 1-1,-1 0 1,0 0-1,1 1 1,0-1-1,-1 0 1,1 0 0,0 1-1,-1-1 1,1 1-1,0-1 1,0 1-1,0-1 1,0 1-1,0 0 1,1-1-1,-1 1 1,0 0 0,1 0-1,0 0 1,-1-1-1,1 1 1,0 0-1,0 0 1,0 0-1,0 0 1,0 0-1,0 0 1,0-1 0,1 1-1,-1 0 1,1 0-1,0 0 1,-1-1-1,1 1 1,0 0-1,0-1 1,0 1-1,0-1 1,0 1 0,0-1-1,0 1 1,2 0 0,150 4 200,-105-11-226,-1-2 1,0-2-1,-1-2 1,0-2-1,0-3 1,-2-1-1,0-2 1,-1-2-1,37-24 26,-25 6-1153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53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26662,'0'0'2895,"0"0"-2015,0 0-460,0 0 75,23 4-30,158 22 74,-157-24-484,-10-1-33,-1 0 0,1 0-1,-1 1 1,1 1 0,-1 0 0,0 1 0,0 0 0,0 1-1,-1 0 1,0 1 0,3 3-22,-13-7 1,0 1 0,0 0 0,-1 0 0,1 0 0,-1 1 0,0-1 0,0 0 0,0 0 0,-1 1 0,1-1 0,-1 0 0,1 1 0,-1-1 0,0 0 0,-1 1 0,1-1 0,0 1-1,-1-1 1,0 0 0,0 0 0,0 1 0,0-1 0,0 0 0,-1 0 0,1 0 0,-1 0 0,0 0 0,0-1 0,0 1 0,0 0 0,-1-1 0,1 0 0,0 1 0,-1-1 0,0 0 0,0 0 0,0 0-1,-140 106-234,36-62-2769,75-43-2082</inkml:trace>
  <inkml:trace contextRef="#ctx0" brushRef="#br0" timeOffset="252.938">562 1 29886,'0'0'799,"0"0"-461,0 0-134,25 6 50,144 33 223,-167-38-474,3-2 11,-1 1-1,1 0 0,0 0 1,0 0-1,-1 1 0,1 0 1,0 0-1,-1 0 0,1 0 1,-1 1-1,1-1 0,-1 1 1,0 0-1,0 1 0,1-1 1,-2 1-1,1 0 0,0 0 1,0 0-1,-1 0 0,0 1 1,0-1-1,0 1 0,0 0 1,0 0-1,-1 0 0,0 0 1,1 0-1,-2 1 1,1-1-1,0 0 0,-1 1 1,0 0-1,0-1 0,0 1 1,-1 3-14,-4 4 8,-1-1 0,0-1 1,-1 1-1,0-1 1,-1 0-1,0 0 1,0 0-1,-1-1 0,-1-1 1,1 1-1,-1-1 1,-1-1-1,-5 4-8,-11 12-4,-81 89-1319,96-97-831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56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18732,'0'0'10746,"0"0"-10290,121 3-168,-53-1 129,8 2 7,8 2-128,3 2-160,1 0-96,-3 0-40,5-8-40,-24 0-536,-24 0-1889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44.03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1241 144 28926,'0'0'635,"0"0"-279,0 0-73,0 0-8,-1-20-67,-3-62-102,3 80-102,0-1-1,0 1 1,0 0-1,0 0 0,0-1 1,0 1-1,0 0 1,-1 0-1,1 1 1,-1-1-1,0 0 1,1 0-1,-1 1 0,0-1 1,0 1-1,0-1 1,0 1-1,0 0 1,0 0-1,0 0 0,-1 0 1,1 0-1,0 0 1,-1 1-1,1-1 1,0 1-1,-1 0 1,1 0-1,-1 0 0,1 0 1,0 0-1,-1 0 1,1 0-1,-1 1 1,1-1-1,0 1 1,-1 0-1,1 0 0,0 0-3,-3-1 5,-10 6 16,0 1 0,0 0 0,1 1 0,0 1 0,1 0-1,-1 1 1,2 0 0,-1 1 0,2 0 0,-1 1 0,2 0 0,0 1 0,0 1 0,1-1 0,0 1 0,2 1 0,0-1-1,0 1 1,-2 11-21,0-4 27,2 1-1,0 0 1,2 0-1,0 0 1,2 1-1,1 0 1,0-1-1,2 6-26,-1-24 7,1 1-1,0-1 0,0 1 0,0-1 0,1 0 0,0 1 0,0-1 0,0 0 1,1 0-1,0 0 0,0 0 0,0 0 0,0 0 0,1 0 0,0-1 1,0 1-1,0-1 0,0 0 0,1 0 0,0 0 0,0 0 0,0-1 1,0 1-1,0-1 0,1 0 0,-1-1 0,1 1 0,0-1 0,0 0 0,0 0 1,0 0-1,0 0 0,0-1 0,1 0 0,2 0-6,2 0 5,1-1 0,-1 0 0,1 0 1,-1-1-1,0-1 0,1 1 0,-1-2 0,0 1 0,0-2 0,0 1 0,-1-1 1,1-1-1,-1 1 0,0-2 0,0 1 0,0-1 0,-1-1 0,0 1 0,-1-2 1,2 0-6,11-13-48,-1 0 0,-2-1 0,0-1 0,-1 0 0,-1-2 0,11-24 48,0-34-1537,-21 25-5548,-5 19-5258</inkml:trace>
  <inkml:trace contextRef="#ctx0" brushRef="#br0" timeOffset="-671.877">0 318 28966,'0'0'808,"0"0"-568,129-10-96,-65 0-32,0 4 8,1 2-15,-5 2-65,-3 2-40,-9 0-48,-13-7-337,-13-3-1295,-11-2-17828</inkml:trace>
  <inkml:trace contextRef="#ctx0" brushRef="#br0" timeOffset="-364.383">294 113 28134,'0'0'912,"0"0"-152,-11 138-176,11-81-143,0 2-201,0 2-152,0 1-88,4 11-16,7-14-512,-2-18-1753</inkml:trace>
  <inkml:trace contextRef="#ctx0" brushRef="#br1" timeOffset="12261.396">664 847 25958,'0'0'3272,"0"0"-2760,0 0-128,0 0 41,143-10-57,-80 2-160,10 2-120,8 0-48,4 4-40,34 2-32,-25 0-384,-17 0-1225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59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224 184 18396,'0'0'3805,"0"0"506,0 0-3008,0 0-1043,-19-11-57,-62-30 20,79 40-215,0 0-1,0 1 1,0-1 0,0 1 0,0-1 0,0 1 0,0 0 0,0 0 0,0 0-1,0 0 1,0 0 0,0 0 0,-1 1 0,1-1 0,0 1 0,0-1-1,0 1 1,1 0 0,-1 0 0,0 0 0,0 0 0,0 0 0,0 0-1,1 0 1,-1 1 0,1-1 0,-1 0 0,1 1 0,-1 0 0,1-1 0,0 1-1,0 0 1,0 0 0,0-1 0,0 1 0,0 0 0,0 1-8,-2 2 18,-7 15 70,2-1-1,0 1 1,1 1 0,1-1-1,1 1 1,1 0 0,1 1-1,1-1 1,1 0 0,0 1-1,2 11-87,-1-28 27,-1-1 0,1 1 0,0-1 0,0 1 0,0-1 0,0 1 0,1-1 0,0 0 0,0 1 0,0-1 0,0 0 0,1 1 0,0-1 0,0 0 0,0 0 0,0-1 0,0 1 0,1 0 0,0-1 0,0 1 0,0-1 0,0 0 0,0 0 0,1 0 0,-1 0 0,1-1-1,0 1 1,-1-1 0,1 0 0,0 0 0,1 0 0,-1-1 0,0 0 0,0 0 0,1 0 0,-1 0 0,1 0 0,-1-1 0,1 0 0,-1 0 0,1 0 0,-1 0 0,0-1 0,1 0 0,1 0-27,3-4 4,0 1 0,0-1 1,0-1-1,0 0 0,-1 0 1,0-1-1,-1 0 0,1 0 0,-1 0 1,-1-1-1,1 0 0,-1-1 0,0-2-4,4-2-46,30-43-669,-8 1-977</inkml:trace>
  <inkml:trace contextRef="#ctx0" brushRef="#br0" timeOffset="519.962">539 282 22613,'0'0'1219,"0"0"3091,0 0-2938,0 0-1076,0 0-88,15-21-98,48-68-52,-62 85-53,1 0 0,0 0 0,0 0 1,1 1-1,-1-1 0,1 1 0,0-1 0,0 1 0,0 0 0,0 0 0,0 1 0,1-1 0,0 0 0,-1 1 0,1 0 0,0 0 0,0 0 0,0 1 0,0-1 0,0 1 0,0 0 0,1 0 0,-1 0 0,0 1 0,5-1-5,-6 4 34,0-1 0,0 1 0,0-1 0,-1 1 1,1 0-1,0 0 0,-1 0 0,0 1 0,0-1 1,0 0-1,0 1 0,0-1 0,-1 1 0,0 0 0,1 0 1,-1-1-1,-1 1 0,1 0 0,0 3-34,2 4 80,-1-2-26,-2-5-24,0-1 0,1 1 0,-1 0-1,0-1 1,1 1 0,0 0 0,0-1 0,0 1 0,0-1-1,1 1 1,-1-1 0,1 0 0,0 1 0,0-1-1,0 0 1,0 0 0,1 0 0,-1-1 0,1 1 0,0 0-1,-1-1 1,1 0 0,0 0 0,1 0 0,-1 0-1,0 0 1,1-1 0,-1 1 0,0-1 0,1 0 0,0 0-1,-1 0 1,1 0 0,0-1 0,-1 0 0,1 1-1,0-1 1,1-1-30,50-65-165,-48 52-13,19-32-1774,-3 1-3936</inkml:trace>
  <inkml:trace contextRef="#ctx0" brushRef="#br0" timeOffset="816.053">1175 0 29878,'0'0'865,"0"0"-401,0 0 24,0 0-144,0 0-144,2 132-120,-2-78-80,0-7-376,0-9-2353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5:57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272 271 11787,'0'0'13389,"0"0"-10255,0 0-2774,0 0-24,0 0 103,0 0-100,-5-17-161,-15-54-76,19 68-92,-1 0 1,0 0-1,0 0 1,0 0-1,0 0 0,0 0 1,0 1-1,-1-1 1,1 1-1,-1-1 1,0 1-1,0 0 0,0 0 1,0 1-1,0-1 1,0 0-1,0 1 1,0 0-1,-1 0 0,1 0 1,-1 0-1,1 0 1,-1 1-1,1-1 1,-1 1-1,1 0 1,-1 0-1,1 1 0,-1-1 1,1 1-1,-1-1 1,1 1-1,0 0 1,-1 0-1,1 1 0,0-1 1,0 1-1,0 0 1,0-1-1,-1 2-10,-8 7 23,2 1-1,-1 0 0,1 1 1,1 0-1,0 0 0,1 1 1,0 0-1,1 1 1,1 0-1,0 0 0,1 0 1,0 1-1,1-1 0,1 1 1,0 0-1,1 0 1,0 0-1,2 8-22,-1-20 11,0 0 0,0-1 0,1 1 0,-1 0 0,1 0-1,0-1 1,0 1 0,0 0 0,0 0 0,1-1 0,-1 1 0,1 0 0,-1 0 0,1-1 0,0 1 0,0-1 0,0 1 0,1-1-1,-1 1 1,0-1 0,1 1 0,0-1 0,-1 0 0,1 0 0,0 0 0,0 0 0,0 0 0,1-1 0,-1 1 0,0 0 0,1-1-1,-1 0 1,1 0 0,-1 1 0,1-1 0,-1-1 0,1 1 0,0 0 0,-1-1 0,1 1 0,0-1 0,1 0-11,11-2 8,1-2 0,-1 0 0,0 0-1,-1-1 1,1-1 0,-1 0 0,0-2 0,-1 1 0,1-1 0,-2-1 0,1-1 0,-1 1 0,-1-2 0,1 0 0,-2 0 0,0-1 0,0 0 0,-1-1 0,-1 0-1,0 0 1,4-10-8,52-92-1039,-43 63-5176,-14 33-1566,1-7-8029</inkml:trace>
  <inkml:trace contextRef="#ctx0" brushRef="#br0" timeOffset="306.305">688 285 17004,'0'0'9502,"0"0"-7135,0 0-1698,0 0 31,0 0-238,20-16-261,66-53-133,40-55-29,-122 123-40,0 0 0,0 1 0,0-1 0,1 1 0,-1 0 0,0 0 0,0 1 0,0-1 0,0 1 0,0-1 0,0 1 0,0 1 0,0-1 0,0 1-1,0-1 1,0 1 0,-1 0 0,1 0 0,-1 1 0,1-1 0,-1 1 0,0-1 0,0 1 0,0 0 0,0 0 0,-1 1 0,1-1 0,-1 1 0,0-1 0,0 1 0,0 0 0,1 3 1,26 27 6,-24-30-4,1 1 0,-1-1-1,1 0 1,0-1 0,0 0-1,0 1 1,0-2 0,0 1 0,1-1-1,-1 0 1,1 0 0,0-1-1,-1 0 1,1 0 0,0 0-1,0-1 1,0 0 0,-1 0-1,1-1 1,0 0 0,0 0 0,-1-1-1,1 0 1,0 0 0,-1 0-1,4-3-1,55-55-1376,-43 31-2071</inkml:trace>
  <inkml:trace contextRef="#ctx0" brushRef="#br0" timeOffset="1051.151">1525 1 13043,'0'0'14387,"0"0"-13155,0 0-656,0 0-40,0 0 305,0 0-361,0 0-224,-19 132-160,19-92-96,-5 13-88,3-12-1265,-2-1-20115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6:20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644 144 26350,'0'0'2927,"0"0"-1947,0 0-568,-14-19-13,-48-61 30,56 76-399,1-1-1,-1 1 1,0-1-1,0 2 1,-1-1-1,1 1 1,-1 0-1,0 0 1,1 1-1,-1-1 0,0 2 1,-1-1-1,1 1 1,0 0-1,0 1 1,0-1-1,-1 1 1,1 1-1,0-1 1,0 1-1,-1 1-29,-6-1 22,-6 4-1,0 0 1,1 2 0,0 0 0,0 1 0,1 1 0,0 1 0,1 1 0,0 0-1,0 1 1,1 1 0,1 0 0,0 1 0,1 1 0,1 0 0,0 1 0,1 0 0,0 1-1,2 1 1,0 0 0,1 0 0,1 0 0,-1 5-22,-1-3 10,0-1 0,1 2-1,2-1 1,0 1 0,1 1 0,1-1-1,1 1 1,1 0 0,1 0 0,0 0 0,2 0-1,1 3-9,3-15 2,0 0-1,0-1 0,1 1 0,1-1 0,0 0 1,0 0-1,0-1 0,1 1 0,1-1 1,-1-1-1,1 0 0,0 0 0,1 0 0,0-1 1,0 0-1,0-1 0,1 0 0,-1-1 1,1 1-1,0-2 0,1 0 0,-1 0 1,0-1-1,1 0 0,10 1-1,13 0-99,0-1 1,0-1-1,1-2 0,-1-2 1,-1-1-1,1-1 0,0-2 0,-1-1 1,-1-2-1,1-1 0,-2-1 1,0-2-1,13-9 99,73-37-1798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6:20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0 29270,'0'0'1585,"0"0"-1401,-74 122 56,19 1 152,-18 52-80,-1 26-192,17-37-120,11-32-1336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6:2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659 249 28750,'0'0'962,"0"0"-292,0 0-120,0 0-115,-2-22-167,-7-69-119,9 85-132,-1 0 0,0 0-1,0 0 1,0 1 0,0-1 0,-1 0-1,0 0 1,0 1 0,-1-1 0,0 1 0,0 0-1,0-1 1,0 1 0,-1 1 0,0-1-1,0 1 1,0-1 0,-1 1 0,1 0-1,-1 1 1,0-1 0,0 1 0,0 0-1,-1 0 1,1 0 0,-1 1 0,1 0-1,-1 0 1,0 0 0,-6 0-17,1 1 13,-1 1 0,1 0 0,-1 0-1,0 1 1,1 1 0,-1 0 0,1 1 0,0 0 0,0 0 0,0 1-1,0 1 1,1 0 0,-1 0 0,-4 4-13,-18 14 22,0 2 1,2 0-1,0 2 1,2 2-1,1 0 0,2 2 1,1 1-1,1 1 1,2 1-1,0 2-22,14-22 6,1 0 0,0 0 0,0 1-1,2 1 1,0-1 0,1 1 0,0-1 0,1 1 0,1 0-1,0 0 1,1 1 0,1-1 0,2 10-6,-1-20 0,0-1 0,1 1 0,-1-1 0,1 1 0,1-1 0,-1 0 0,1 0 0,0 0 0,0 0 0,0-1 0,1 1 0,-1-1 0,1 0 0,0 0 0,1 0 0,-1 0 0,1-1 0,-1 0 0,1 0 0,0 0 0,0 0 0,0-1 0,1 0 0,-1 0 0,1 0 0,-1-1 0,1 0 0,4 1 0,164 4 0,-151-9 0,1 0 0,-1-2 0,0-1 0,-1 0 0,1-2 0,-1 0 0,-1-2 0,0 0 0,0-2 0,-1 0 0,0-1 0,-1-1 0,-1-1 0,0 0 0,1-4 0,-12 11 0,-1 0 0,-1-1 0,1 0 0,-1 0 0,-1 0 0,0 0 0,0-1 0,-1 1 0,0-1 0,-1 0 0,0 0 0,0 0 0,-1-1 0,0 1 0,-1 0 0,0 0 0,-1-1 0,0 1 0,-1-3 0,-26-23-1139,12 32-1195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6:22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633 284 29182,'0'0'1218,"0"0"-735,1-20-63,4-125 424,-4 141-828,-1 0 1,1-1-1,-1 1 1,-1-1-1,1 1 1,0 0-1,-1-1 1,0 1-1,0 0 1,-1 0-1,1 0 1,-1 0-1,0 0 1,0 0-1,0 0 1,0 0-1,-1 1 1,1-1-1,-1 1 1,0 0-1,0-1 1,0 2-1,-1-1 1,1 0-1,-1 1 1,1-1-1,-1 1 1,0 0-1,0 0 1,0 0-1,0 1 1,-4-1-17,-5-1 5,0 1 0,-1 1 0,1 1 0,0 0 0,0 0 0,-1 1 0,1 1 0,0 0 0,0 1 0,0 0 1,1 1-1,-1 1 0,1 0 0,0 1 0,0 0 0,0 0 0,-6 6-5,-12 9 1,2 0 0,0 2 1,1 2-1,2 0 0,-22 28-1,31-36 0,2 1 0,0 1 0,1 0 0,1 0 0,0 1 0,2 1 0,0 0 0,2 1 0,0-1 0,1 1 0,2 1 0,0-1 0,1 1 0,1 0 0,2 0 0,0 0 0,2 13 0,1-27 0,1-1 0,0 0 0,0 1 0,1-1 0,0-1 0,0 1 0,1 0 0,0-1 0,0 0 0,1 0 0,0-1 0,0 0 0,1 0 0,0 0 0,0 0 0,0-1 0,0-1 0,1 1 0,0-1 0,0 0 0,0-1 0,0 0 0,1 0 0,-1-1 0,1 0 0,0-1 0,-1 1 0,1-2 0,0 1 0,0-1 0,0-1 0,-1 1 0,1-1 0,0-1 0,0 0 0,-1 0 0,1-1 0,-1 0 0,0 0 0,0-1 0,0 0 0,0 0 0,0-2 0,22-14-147,-1-1 1,-1-2-1,-1-1 0,-1-1 1,-1-1-1,-2-1 0,0-1 0,-2-1 1,-1-1-1,-2-1 0,12-26 147,-22 41-2555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6:23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651 362 27718,'0'0'2350,"0"-20"-1617,0-134 219,1 147-927,-1 0-1,1 0 0,-1-1 0,-1 1 0,1 0 0,-1 0 0,-1 0 1,1 0-1,-1 0 0,-1 0 0,1 1 0,-1-1 0,0 0 0,0 1 0,-1 0 1,0 0-1,0 0 0,-1 0 0,1 1 0,-1 0 0,0 0 0,-1 0 0,1 0 1,-1 1-1,0 0 0,0 0 0,0 1 0,-1-1 0,1 1 0,-1 1 1,0-1-1,1 1 0,-1 1 0,0-1 0,0 1 0,-1 0 0,1 0 0,0 1 1,0 0-1,0 1 0,0-1 0,-6 2-24,-11 8 0,0 1 0,0 1 0,1 1 0,1 1 0,0 1 0,1 1 0,0 1 0,2 0 0,0 2 0,1 0 0,1 1 0,0 1 0,-6 13 0,5-13 0,1 1 0,1 0 0,1 1 0,1 1 0,1 1 0,1 0 0,1 0 0,1 1 0,2 0 0,0 1 0,2 0 0,1 0 0,1 0 0,2 1 0,0 0 0,2-1 0,2 21 0,-1-43 0,0 0 0,1 0 0,-1-1 0,1 1 0,0 0 0,0-1 0,1 1 0,-1-1 0,1 0 0,0 0 0,0 0 0,0 0 0,1 0 0,-1-1 0,1 1 0,0-1 0,0 0 0,0 0 0,1 0 0,-1-1 0,0 0 0,1 0 0,0 0 0,0 0 0,-1 0 0,1-1 0,0 0 0,0 0 0,0-1 0,0 1 0,4-1 0,5 0 0,-1 0 0,0-1 0,0-1 0,0 0 0,0-1 0,-1 0 0,1-1 0,-1 0 0,0-1 0,0 0 0,10-7 0,37-27 0,-2-2 0,-1-3 0,-3-2 0,-2-2 0,-1-2 0,24-37 0,-24 22-435,-24 15-1739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7:33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444 274 25758,'0'0'1752,"0"0"-677,0 0-44,0 0 20,0 0-429,-2-2-216,-25-107 505,27 102-907,-1 0 0,1 0 0,-2 0 1,1 0-1,-1 0 0,0 0 0,-1 0 1,1 0-1,-1 1 0,0-1 0,-1 1 1,0 0-1,0 0 0,0 0 0,-1 1 1,0-1-1,0 1 0,0 0 0,-1 1 1,1-1-1,-1 1 0,0 0 0,0 0 1,-1 1-1,1 0 0,-1 0 0,0 1 1,1-1-1,-1 1 0,0 1 0,-1-1 1,1 1-1,0 1 0,0-1 0,0 1 0,-1 1 1,1-1-1,-1 1-4,-6 6 0,1 0 0,1 1 0,-1 0 0,1 1 0,1 0 0,0 1 0,0 1 0,1-1 0,0 1 0,1 1 0,0 0 0,1 1 0,0-1 0,1 1 0,0 1 0,1-1 0,1 1 0,-3 13 0,0-11 0,2 0 0,0 0 0,1 1 0,0 0 0,2 1 0,0-1 0,0 0 0,2 1 0,0-1 0,1 1 0,1 0 0,1-1 0,0 1 0,2-1 0,0 0 0,0 0 0,2 0 0,0-1 0,1 1 0,0-2 0,1 1 0,9 11 0,-15-24 0,1 1 0,0-1 0,0 0 0,0-1 0,1 1 0,-1 0 0,0-1 0,1 0 0,0 0 0,0 0 0,-1 0 0,1 0 0,0-1 0,0 0 0,1 0 0,-1 0 0,0 0 0,0-1 0,0 1 0,1-1 0,-1 0 0,0-1 0,0 1 0,0-1 0,1 1 0,-1-1 0,0-1 0,0 1 0,0 0 0,0-1 0,1-1 0,9-10 0,-1-1 0,0-1 0,-1 0 0,-1-1 0,0 0 0,-2-1 0,1 0 0,-2 0 0,0-1 0,-2 0 0,0-1 0,4-4 0,125-276-1551,-117 271-1083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7:38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241 211 29086,'0'0'843,"0"0"-442,0 0 40,0 0 132,0 0-268,0 0-183,-4-19-14,-32-131 261,35 148-364,0 0 0,1 0 0,-1 0 0,0 0 0,0 0 0,0 0-1,-1 0 1,1 0 0,0 0 0,-1 0 0,1 1 0,-1-1 0,0 0 0,1 1-1,-1 0 1,0-1 0,0 1 0,0 0 0,0 0 0,0 0 0,0 0 0,0 0-1,-1 0 1,1 1 0,0-1 0,0 1 0,0 0 0,-1-1 0,1 1 0,0 0 0,-1 0-1,1 1 1,0-1 0,0 0 0,-1 1 0,1-1 0,0 1 0,0 0 0,0 0-1,0 0 1,-1 0 0,2 0 0,-1 0 0,0 0 0,0 1 0,0-1 0,0 1-1,1-1 1,-1 1 0,0 0-5,-12 21-3,1 1 0,0 0-1,2 1 1,1 0 0,1 1 0,1 0-1,2 0 1,0 0 0,2 1 0,0 0-1,1 26 4,2-34 1,-1-8-1,1 0 1,0 1-1,0-1 1,1 0-1,0 1 0,1-1 1,1 0-1,-1 0 1,2 0-1,0 0 0,0 0 1,1 0-1,0-1 1,1 1-1,3 4 0,-6-13 0,0 1 1,0-1-1,1 0 1,-1 0-1,1-1 1,-1 1-1,1 0 0,0-1 1,0 0-1,-1 1 1,1-1-1,0 0 1,0-1-1,0 1 1,0 0-1,0-1 0,0 0 1,1 1-1,-1-1 1,0-1-1,0 1 1,0 0-1,0-1 0,0 1 1,0-1-1,0 0 1,0 0-1,0 0 1,-1-1-1,1 1 1,0-1-1,0 1 0,-1-1 1,1 0-1,-1 0 1,0 0-1,1-1 0,77-86 22,-80 88-21,134-208-81,-5 6-3420,-89 149-2273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7:3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454 124 30519,'0'0'973,"0"0"-624,0 0-27,0 0 81,-23-11-226,-131-64-153,130 66-24,-1 2 0,0 1 0,0 1 0,0 1 0,-1 1 0,1 1 0,-26 2 0,50-1 0,-1 1 0,0 0 0,0 0 0,0 0 0,1 0 0,-1 0 0,0 0 0,0 0 0,0 1 0,0-1 0,1 1 0,-1-1 0,0 1 0,1 0 0,-1 0 0,0 0 0,1-1 0,-1 1 0,1 1 0,-1-1 0,1 0 0,0 0 0,-1 1 0,1-1 0,0 0 0,0 1 0,0-1 0,0 1 0,0 0 0,0-1 0,1 1 0,-1 0 0,0-1 0,1 1 0,0 0 0,-1 0 0,1-1 0,0 1 0,0 0 0,0 0 0,0 0 0,0 0 0,0-1 0,0 1 0,1 0 0,-1 0 0,4 9 0,0-1 0,0 0 0,1 0 0,1 0 0,0-1 0,0 0 0,1 0 0,0 0 0,0-1 0,1 0 0,0 0 0,0-1 0,1 0 0,0 0 0,1-1 0,-1-1 0,1 1 0,0-1 0,1-1 0,3 3-103,0-1 0,0-1 0,1 0 0,0-1 0,0-1 0,0 0 0,1-1 0,-1-1 0,0 0 0,5-1 103,-10 0-198,48 1-1823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7:3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318 190 27942,'0'0'716,"0"0"-306,0 0 155,0 0 19,0 0-229,-4-20-128,-13-66-17,16 82-184,-1-1-1,1 1 0,-1-1 1,0 1-1,0 0 0,-1 0 1,1-1-1,-1 2 0,0-1 1,0 0-1,0 1 0,0-1 1,-1 1-1,0 0 0,1 0 1,-1 0-1,0 0 0,0 1 1,-1 0-1,1 0 0,0 0 1,-1 0-1,1 1 0,-1 0 1,0-1-1,1 2 0,-1-1 1,0 1-1,0-1 0,1 1 1,-1 0-1,0 1 0,0-1 1,1 1-1,-1 0 0,0 0 1,1 1-1,-1-1 1,1 1-1,-1 0 0,1 0 1,0 1-1,-2 1-25,-7 9 5,1 1-1,0 0 1,1 1 0,0 0-1,2 0 1,0 1 0,0 1-1,2-1 1,0 1 0,1 1-1,0-1 1,2 1 0,0 0-1,1 0 1,0 1 0,2-1-1,0 0 1,2 3-5,8 77 14,-8-95-10,0 0 0,0 0 0,1-1 0,-1 1 0,1-1 1,-1 1-1,1-1 0,0 0 0,0 0 0,0 1 0,1-2 1,-1 1-1,0 0 0,1 0 0,-1-1 0,1 1 0,0-1 1,-1 0-1,1 1 0,0-1 0,0-1 0,0 1 0,0 0 0,-1-1 1,1 1-1,0-1 0,0 0 0,0 0 0,0 0 0,0-1 1,3 1-5,3-5 23,0-1 0,0 1 0,0-1 1,-1-1-1,0 1 0,0-2 0,-1 1 0,0-1 1,0 0-1,-1 0 0,0-1 0,0 0 1,-1 0-1,-1 0 0,1-1 0,-1 1 1,-1-1-1,0 0 0,2-9-23,-5 19 0,4-10-18,-4 8 10,0 0 0,0 1 0,1-1 0,-1 1 0,0-1 0,1 0 0,0 1 0,-1-1 0,1 1 0,0-1 0,0 1 0,0 0 0,-1-1-1,2 1 1,-1 0 0,0 0 0,0 0 0,0 0 0,0 0 0,1 0 0,-1 0 0,0 0 0,1 0 0,-1 0 0,1 1 0,-1-1 0,1 1 0,-1-1 0,1 1 0,0-1 0,-1 1 0,1 0 0,0 0 0,-1 0 0,2 0 8,21 5-1117,-1 7-596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8:1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0 356 25189,'0'0'4521,"0"0"-4137,141-20 73,-19-20-9,43-21-120,10-4-64,-4 2-88,-37 16-104,-49 19-72,-17 8 0,-13 9-216,17 11-424,-8 0-1073,-14 0-5848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8:19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29502,'0'0'672,"-26"112"-423,9-19-153,-1 29-56,7 22-32,11-15-8,5-31-209,19-41-1215,-2-47-5137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8:1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29406,'-27'60'241,"4"1"-1,2 2 0,3 0 0,2 1 0,4 1 1,2 0-1,3 0 0,3 19-240,2-77 5,1 0-1,0 0 1,0 0 0,1 0-1,0 0 1,1 0 0,-1 0-1,1 0 1,1 0 0,-1 0-1,1 0 1,0 0-1,1 0 1,0-1 0,0 1-1,0-1 1,1 0 0,-1 0-1,2 0 1,-1 0 0,1-1-1,-1 0 1,1 0 0,1 0-1,-1 0 1,1-1 0,0 0-1,0 0 1,0-1-1,0 1 1,1-1 0,0-1-1,0 1-4,0-2 3,-1-1-1,1 0 1,-1 0-1,1-1 1,-1 0-1,1 0 0,-1 0 1,0-1-1,0 0 1,1 0-1,-1 0 1,0-1-1,-1 0 0,1 0 1,-1-1-1,1 1 1,-1-1-1,0 0 1,0-1-1,-1 1 0,1-1 1,-1 0-1,1-1-2,70-138 43,-71 135-44,1-1 0,-2 0 0,1 0 0,-1-1 0,-1 1 1,0-1-1,0 1 0,-1-1 0,-1 0 0,0 1 0,0-1 0,-1 0 0,0 1 0,-1-1 0,0 0 0,-1 1 0,0 0 0,0 0 1,-1 0-1,-1 0 0,1 0 0,-2 1 0,1 0 0,-1 0 0,-1 1 0,0-1 1,-126-83-1592,65 55-718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8:20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29630,'0'0'438,"0"0"-252,22 0-124,72 2-25,-89-2-27,0 0-1,0 0 1,-1 1-1,1-1 1,0 1 0,0 1-1,-1-1 1,1 1-1,-1-1 1,1 1-1,-1 0 1,0 1-1,0-1 1,0 1 0,0 0-1,0 0 1,0 0-1,-1 0 1,0 1-1,1 0 1,-1-1 0,0 1-1,-1 0 1,1 0-1,-1 1 1,0-1-1,0 0 1,0 1 0,-1 0-1,1-1 1,0 6-10,0 4 17,-1 1 1,0-1 0,-1 1 0,-1-1-1,0 1 1,-1-1 0,0 1 0,-2-1-1,-1 5-17,-55 137 93,45-126-91,2 1 1,1 0 0,1 1-1,2 0 1,1 1-1,2 0-2,5-31 0,0 0-1,1 0 0,-1 0 1,1 0-1,-1 0 0,1 1 1,0-1-1,0 0 0,0 0 1,0 1-1,0-1 0,1 0 1,-1 0-1,0 0 0,1 1 1,0-1-1,0 0 0,-1 0 1,1 0-1,0 0 0,1 0 1,-1 0-1,0-1 0,0 1 1,1 0-1,-1 0 0,1-1 1,0 1-1,-1-1 0,1 0 1,0 1-1,0-1 0,0 0 1,0 0-1,0 0 0,0 0 1,0-1-1,0 1 0,0 0 1,1-1-1,-1 0 0,0 1 1,0-1-1,0 0 0,1 0 1,1 0 0,21-4-80,-1-2-1,1 0 1,-1-1 0,0-1 0,-1-2 0,0 0 0,-1-1 0,0-2 0,0 0 0,-1-1-1,-1-1 1,-1-1 0,0-1 0,-1 0 0,-1-2 0,7-9 80,58-57-2402,-17 4-3228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8:2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28038,'0'0'736,"0"0"-240,-35 170-72,35-91 40,0 1-79,35-8-153,15-11-128,14-12-48,10-15-40,5-11-16,0-9 0,20-10-248,-22-4-617,-14 0-2663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8:20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0 29654,'0'0'616,"0"0"-247,-92 140-153,50 16 32,3 46 48,6 26-136,-7 15-160,16-67-520,-6-36-6690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01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27974,'0'0'1832,"0"0"-1512,0 0-160,0 0 169,120-34 111,-56 24-192,6-4-128,2 1-64,5-5-48,28-20-8,-19 3-312,-14-3-1593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0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28438,'-29'0'1584,"29"0"-1175,-4 128 143,-7-59-56,-2 24-64,-7 25-192,150 22-160,-144-10-32,8-23-48,6-3-128,15-41-464,5-9-2017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07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30366,'0'0'769,"0"0"-609,0 0-136,0 0 56,145-16 16,-67-7-8,12-7-72,2 0-16,25-1-136,-21 7-969,-24 8-1735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07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30038,'0'0'798,"0"0"-509,14 4-199,0 1-86,-1-2 10,0 1-1,0 0 1,0 1-1,-1 0 1,1 1 0,-1 0-1,-1 1 1,1 1-1,-1-1 1,0 2 0,-1 0-1,0 0 1,-1 1-1,5 6-13,-9-7 0,-1 1 0,0 1 0,-1-1 0,0 1 0,-1-1 0,0 1 0,-1 0 0,0 0 0,0-1 0,-1 1 0,-1 0 0,0 0 0,0 0 0,-1 0 0,0-1 0,-1 1 0,0-1 0,-1 0 0,0 0 0,-3 5 0,-1 9-1,-106 328 26,46-246-11,65-100-13,0-1 1,0 0 0,1 1-1,-1 0 1,1 0-1,0 0 1,1-1 0,-1 2-1,1-1 1,0 0-1,1 0 1,0 0 0,0 0-1,0 0 1,1 2-2,-1-6 0,1-1 0,0 0-1,0 1 1,0-1 0,0 0 0,0 0 0,0 0 0,0 0 0,0 0 0,0 0 0,0 0 0,0 0 0,1 0 0,-1 0 0,0-1 0,1 1-1,-1-1 1,0 1 0,1-1 0,-1 1 0,1-1 0,-1 0 0,1 0 0,-1 0 0,1 1 0,-1-1 0,1-1 0,-1 1 0,1 0-1,-1 0 1,1-1 0,0 1 0,8-1-3,3 1-11,0-1 0,0-1-1,0-1 1,0 0 0,-1 0-1,0-1 1,1-1 0,-2 0-1,1 0 1,0-1 0,3-4 14,11-3-71,93-47-926,0-3-1845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4:49.39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13288 1123 27118,'0'0'1835,"0"0"-1119,0 0-316,0 0-14,-9-20-28,-30-62-122,36 75-226,0 0-1,-1 0 1,0 1-1,0 0 1,-1-1-1,0 1 0,0 1 1,0-1-1,-1 1 1,0 0-1,0 0 1,0 1-1,0-1 1,-1 1-1,0 1 1,1-1-1,-1 1 1,-1 1-1,1-1 0,0 1 1,-1 0-1,1 1 1,-1 0-1,0 0 1,1 0-1,-1 1 1,0 0-1,1 1 1,-1 0-1,1 0 0,-1 0 1,1 1-1,-6 2-9,-15 4 12,0 1 0,1 1 0,0 1-1,1 2 1,1 0 0,0 2 0,0 1 0,2 1-1,0 0 1,1 2 0,1 1 0,-8 9-12,4 3 25,0 0 0,2 1 0,2 1 0,1 2 0,1 0 0,2 1 1,2 0-1,2 1 0,1 1 0,2 0 0,1 1 0,2 0 0,2 0 0,2 0 0,2 1 1,1-1-1,2 1 0,4 16-25,-4-46 3,1 0 0,0 0-1,0 0 1,1-1 0,1 0 0,0 1 0,0-2 0,1 1-1,0-1 1,0 1 0,1-2 0,1 1 0,-1-1 0,2 0 0,-1-1-1,1 0 1,0 0 0,0 0 0,1-2 0,-1 1 0,1-1 0,1 0-1,-1-1 1,1-1 0,-1 1 0,1-2 0,0 1 0,0-2 0,1 1-1,-1-1 1,0-1 0,0 0 0,0-1 0,1 0 0,-1-1-1,5-1-1,27-3-29,-1-2 0,1-2 0,-2-1 0,0-3 0,0-1 0,-1-2 0,-1-2 0,-1-1 0,-1-2 0,8-7 28,122-101-2846,-93 62-3377</inkml:trace>
  <inkml:trace contextRef="#ctx0" brushRef="#br1" timeOffset="13607.33">3506 5865 26318,'0'0'2325,"0"0"-1500,0 0-448,-6-21-30,-20-68-46,26 84-291,-1 0-1,0 0 0,0 0 1,-1 0-1,1 0 1,-1 0-1,0 0 1,-1 0-1,1 1 1,-1-1-1,0 1 0,0 0 1,0 0-1,0 0 1,-1 0-1,0 0 1,1 1-1,-1-1 0,-1 1 1,1 0-1,0 0 1,-1 1-1,0 0 1,1-1-1,-1 1 0,0 1 1,0-1-1,0 1 1,0 0-1,-1 0 1,1 0-1,0 1 1,0 0-1,0 0 0,-1 0 1,1 1-1,0-1 1,0 1-1,0 1 1,-2 0-10,-14 7 1,0 1 0,1 0 0,0 2 0,1 1 0,0 0 0,1 1 0,1 1 0,0 1 0,1 1 0,1 0 0,0 1 0,2 0 0,-8 12-1,9-14 2,1 0 0,0 1 0,1 0 0,1 1-1,1 0 1,0 1 0,2-1 0,0 1 0,0 0 0,2 1 0,1 0 0,0-1 0,2 1 0,0 2-2,1-17 2,1 0 0,0 0 0,0 0 0,0 0 0,1-1 1,-1 1-1,1 0 0,1-1 0,-1 1 0,0-1 1,1 0-1,0 0 0,0 0 0,0 0 0,1 0 0,-1-1 1,1 1-1,0-1 0,0 0 0,0 0 0,0-1 0,1 1 1,-1-1-1,1 0 0,-1 0 0,1 0 0,0-1 1,0 1-1,0-1 0,0 0 0,0-1 0,0 1 0,0-1 1,0 0-1,0-1 0,0 1 0,0-1 0,1 0-2,30-3-17,0-1 0,-1-2-1,0-2 1,-1-1-1,0-1 1,0-2 0,-1-2-1,-1-1 1,0-1 0,-2-2-1,7-5 18,10-4-377,-13 7-1170</inkml:trace>
  <inkml:trace contextRef="#ctx0" brushRef="#br1" timeOffset="13948.452">3232 7469 27454,'0'0'2688,"0"0"-2391,0 0-73,-51 120 208,20-55-96,-4 26-168,9 27-112,19 22-56,7-21-16,0-33-1048</inkml:trace>
  <inkml:trace contextRef="#ctx0" brushRef="#br1" timeOffset="14516.19">2802 9550 26614,'0'0'3246,"0"0"-2357,0 0-743,0 0-12,19 16 112,-9-7-209,1 1-9,0-1-1,1 0 1,0 0 0,1-1-1,-1 0 1,2-2-1,-1 1 1,1-1 0,0-1-1,10 2-27,-15-7-3,0 1 1,-1 0-1,1 1 0,0-1 1,-1 2-1,1-1 0,-1 1 1,1 0-1,-1 1 0,0 0 1,-1 0-1,1 1 0,-1 0 1,0 0-1,0 1 0,0 0 1,-1 0-1,0 1 0,0-1 1,-1 1-1,1 1 0,-2-1 1,1 1-1,-1 0 0,0 0 1,-1 0-1,1 0 0,-2 0 1,2 7 2,-4-1-47,0 0 0,-1-1 1,0 1-1,-1 0 0,-1-1 1,0 1-1,-1-1 0,-1 0 1,0 0-1,0 0 0,-2-1 0,1 0 1,-1 0-1,-1 0 0,-5 5 47,-145 153-155,40-65 187,117-105-31,1 0 1,-1 0 0,1 0 0,-1 0 0,1 0 0,-1 0 0,1 1 0,0-1 0,-1 0 0,1 0-1,-1 1 1,1-1 0,-1 0 0,1 1 0,0-1 0,-1 0 0,1 1 0,0-1 0,-1 0 0,1 1-1,0-1 1,0 1 0,-1-1 0,1 0 0,0 1 0,0-1 0,0 1 0,0-1 0,0 1 0,-1-1-1,1 1 1,0-1 0,0 1 0,0-1 0,0 1 0,0-1 0,0 1 0,1-1 0,-1 1 0,0-1-1,0 1 1,0-1 0,0 0 0,1 1 0,-1-1 0,0 1 0,0-1 0,1 1 0,-1-1 0,0 0-1,0 1 1,1-1 0,-1 0 0,1 1 0,-1-1 0,0 0 0,1 1 0,-1-1 0,1 0 0,-1 0-1,1 0 1,-1 1 0,0-1 0,1 0-2,36-1 140,-26 0-109,289-61 157,-131 30-1290,-110 21-1445</inkml:trace>
  <inkml:trace contextRef="#ctx0" brushRef="#br1" timeOffset="14937.674">3061 11004 21869,'0'0'7403,"0"0"-5576,0 0-1565,0 0-58,0 0 19,0 0-25,24-13-98,81-39-63,-103 50-46,1 0 0,0 0 1,0 0-1,0 0 0,0 1 1,1-1-1,-1 1 0,0 0 1,1-1-1,-1 2 0,1-1 1,-1 0-1,1 1 0,-1 0 0,1-1 1,0 1-1,-1 1 0,1-1 1,-1 0-1,1 1 0,-1 0 1,1 0-1,-1 0 0,1 0 0,-1 1 1,0-1-1,0 1 0,0 0 1,0 0-1,0 0 0,0 0 1,0 0-1,-1 1 0,1-1 1,-1 1-1,1 0 0,-1 0 0,0 0 1,0 0-1,-1 0 0,1 0 1,0 0-1,0 4 9,0 2-65,0 1-1,-1 0 1,-1 0-1,1 0 1,-1-1-1,-1 1 1,0 0 0,0 0-1,-1-1 1,-1 1-1,1 0 1,-1-1 0,-4 7 65,-32 51-77,-16 48 103,55-113-24,0-1 0,1 1 1,-1 0-1,1-1 0,-1 1 1,1-1-1,0 0 0,0 1 0,-1-1 1,1 0-1,0 1 0,0-1 1,0 0-1,0 0 0,1 0 0,-1 0 1,0 0-1,0 0 0,1 0 1,-1 0-1,0 0 0,1 0 0,-1-1 1,1 1-1,-1-1 0,1 1 1,-1-1-1,1 0 0,0 1 0,-1-1 1,1 0-1,-1 0 0,1 0 1,-1 0-1,1 0 0,0-1 0,-1 1 1,1 0-1,-1-1 0,1 1 1,0-1-3,5 1 9,242 0 76,-246-1-83,0 1-1,-1-1 1,1 1 0,0-1-1,-1 1 1,1 0-1,0 0 1,0 0 0,-1 0-1,1 0 1,0 1 0,-1-1-1,1 1 1,0 0 0,-1 0-1,1 0 1,-1 0-1,1 0 1,-1 0 0,0 1-1,0-1 1,1 1 0,-1 0-1,0 0 1,0-1 0,0 1-1,-1 1 1,1-1 0,0 0-1,-1 0 1,1 0-1,-1 1 1,0-1 0,0 1-1,0-1 1,0 1 0,0 0-1,-1-1 1,1 4-2,-2 2 16,0 1 0,-1 0 0,-1-1 0,1 1 0,-1-1 0,0 0 0,-1 0 0,0 0 0,0 0 1,-1-1-1,0 0 0,0 1 0,-1-2 0,0 1 0,0-1 0,0 0 0,-1 0 0,-4 2-16,0 3 12,-13 14-169,-1-2 1,-1-1-1,-1-1 0,-1-1 0,0-1 0,-2-2 0,0-1 0,-1-1 0,-17 5 157,-17-5-4864</inkml:trace>
  <inkml:trace contextRef="#ctx0" brushRef="#br0" timeOffset="1622.777">13564 7780 8330,'0'0'16882,"0"0"-12804,0 0-3524,0 0 0,0 0 16,0 0-169,-13-12-137,-78-79 48,86 85-308,0 1 0,-1 1-1,0-1 1,0 1 0,0 0-1,0 0 1,-1 1-1,0 0 1,0 0 0,0 0-1,0 1 1,0 0-1,0 0 1,0 1 0,-1 0-1,1 1 1,0-1-1,-1 1 1,1 0 0,-1 1-1,1 0 1,0 0 0,0 1-1,-2 0-3,-8 3 4,0 1 1,1 1-1,-1 0 0,2 1 1,-1 0-1,1 1 0,1 1 1,-1 1-1,-10 10-4,-3 5 0,2 2 1,0 1-1,2 1 1,1 1-1,2 0 1,1 2-1,2 1 1,0 0-1,3 1 1,1 1-1,1 0 1,3 1-1,0 0 0,3 1 1,1 0-1,2 0 1,0 29-1,7-53-1,0 0 1,1 0-1,1 0 1,0-1-1,1 0 1,0 0-1,1 0 1,1-1-1,0 0 1,0 0-1,1-1 0,1 0 1,0-1-1,0 0 1,1 0-1,0-1 1,1-1-1,0 0 1,0 0-1,1-2 1,0 1-1,0-1 1,1-1-1,-1-1 1,1 0-1,0 0 0,0-1 1,0-1-1,1-1 1,1 0 0,4 2-5,-1-1 1,1-1-1,-1-1 1,1 0-1,0-2 0,-1 0 1,0-1-1,0-1 1,0-1-1,0-1 0,0 0 1,-1-1-1,0-1 1,-1-1-1,0-1 0,0 0 1,-1-1-1,0-1 1,-1 0-1,0-1 1,-1-1-1,-1 0 0,0-1 1,-1 0-1,6-12 5,-10 15-37,-1 0 1,0-1-1,-1 0 0,0 0 1,-1-1-1,-1 0 0,0 0 0,-1 0 1,0 0-1,-1 0 0,-1-1 1,0 1-1,-1-1 0,-1 1 1,0 0-1,-3-12 37,-51-67-4073,15 61-4547</inkml:trace>
  <inkml:trace contextRef="#ctx0" brushRef="#br0" timeOffset="2119.689">13299 9942 28590,'0'0'792,"0"0"-192,0 0 81,0 0-81,0 0-264,0 0 104,-7 113-104,7-22-80,-8 37-120,-6 34-136,4 17 0,-1-9 0,8-38 0,3-45 0,0-36 0,11-51-224,13 0-1576,-4-35-3290</inkml:trace>
  <inkml:trace contextRef="#ctx0" brushRef="#br0" timeOffset="-6564.29">5551 4794 29446,'0'0'607,"0"0"-286,-7-21-26,-39-125 264,45 141-554,0 1 1,0-1-1,0 1 0,-1-1 1,1 1-1,-1 0 0,0-1 0,0 1 1,0 0-1,-1 0 0,0 1 1,1-1-1,-1 0 0,-1 1 1,1 0-1,0 0 0,-1 0 0,0 0 1,1 0-1,-1 1 0,0 0 1,0-1-1,-1 2 0,1-1 1,0 0-1,-1 1 0,1 0 0,-1 0 1,1 0-1,-1 0 0,0 1 1,1 0-1,-1 0 0,1 0 1,-1 0-1,0 1 0,1 0 0,-1 0 1,1 0-1,-1 1-5,-10 4 1,1 0-1,-1 2 1,1 0 0,0 0-1,1 2 1,0-1 0,1 2-1,0 0 1,0 0 0,-2 4-1,-17 19 31,0 0 1,3 2 0,0 1 0,3 2-1,1 0 1,2 1 0,2 2-1,1 0 1,3 1 0,1 0 0,2 1-1,3 1 1,1 0 0,-1 28-32,9-65 10,1 1 1,0-1-1,1 0 0,0 1 1,0-1-1,1 0 1,0 0-1,0 0 1,1 0-1,0-1 0,0 1 1,1-1-1,0 1 1,1-1-1,-1 0 0,1-1 1,1 1-1,-1-1 1,1 0-1,0 0 0,0-1 1,1 0-1,-1 0 1,1 0-1,1-1 1,3 2-11,1 0 16,-1 0 0,1 0 0,0-2 0,1 1 0,-1-2 0,1 1 0,0-2 0,0 0 0,0 0 0,0-1 0,0-1 0,0 0 0,0-1 0,0 0 0,0-1 0,-1 0 0,1-1 0,0-1-1,-1 0 1,0-1 0,0 0 0,0-1 0,-1 0 0,1-1 0,0-1-16,20-14 17,0-1-1,-2-2 0,-1-1 0,-1-1 0,-1-2 0,-1-1 0,19-29-16,162-275-30,-190 308-228,1 0 1,1 1-1,1 1 0,2 1 0,0 1 0,5-3 258,14-12-2419</inkml:trace>
  <inkml:trace contextRef="#ctx0" brushRef="#br0" timeOffset="-6064.55">8271 4829 4009,'0'0'21243,"-2"-17"-16254,-28-128-3511,28 139-1434,0-1 1,-1 1-1,1-1 1,-2 1-1,1 0 1,0 0-1,-1 0 1,-1 1 0,1-1-1,0 1 1,-1 0-1,0 0 1,-1 0-1,1 1 1,-1 0-1,1 0 1,-1 0-1,-1 1 1,1 0-1,0 0 1,-1 1-1,1-1 1,-5 0-45,1 2 1,-1 0 1,1 1-1,0 0 0,0 1 1,0 0-1,-1 0 1,1 1-1,0 1 0,1-1 1,-1 2-1,0-1 0,1 1 1,0 1-1,0 0 1,0 0-1,1 0 0,-1 1 1,1 1-1,-3 2-1,-9 11 0,0 0-1,2 1 1,0 1 0,1 1-1,1 1 1,-7 14 0,2-1 0,2 1 0,1 0 0,2 1 0,2 1 0,1 1 0,2-1 0,2 2 0,2 0 0,2 0 0,1 0 0,2 32 0,3-67 0,0 0 0,1-1 0,0 1 0,0 0 0,0-1 0,0 0 0,1 0 0,0 0 0,1 0 0,-1 0 0,1 0 0,0-1 0,0 0 0,1 0 0,0 0 0,0 0 0,0-1 0,0 0 0,1 0 0,-1 0 0,1-1 0,0 0 0,0 0 0,0 0 0,1-1 0,-1 0 0,4 1 0,11 3 0,0-1 0,1 0 0,0-2 0,0-1 0,-1 0 0,1-2 0,15-1 0,-19-2 0,1 0 0,-1 0 0,0-2 0,0 0 0,-1-1 0,0-1 1,0-1-1,0 0 0,-1-1 0,0-1 0,0-1 0,-2 0 0,1 0 0,-1-2 0,-1 0 0,0 0 0,0-3 0,7-8-1,-1-2-1,-1 0 0,-1-1 0,-2 0 0,0-1 1,-2-1-1,-2 0 0,0-1 0,4-22 2,-2-107-404,-37 57-4234,-9 32-10381</inkml:trace>
  <inkml:trace contextRef="#ctx0" brushRef="#br0" timeOffset="-4993.481">5603 7125 27638,'0'0'1706,"0"0"-952,-16-18-364,-57-60-134,64 70-239,0 1 1,0 0-1,0 1 1,-1 0 0,0 0-1,0 1 1,-1 0-1,0 1 1,1 0-1,-1 1 1,-1 0-1,1 1 1,0 0-1,0 0 1,-1 2-1,1-1 1,-1 1-1,1 1 1,-1 0-1,1 1 1,-2 0-18,-4 2 15,0 0 0,0 1 0,1 0 0,-1 2 0,2 0 0,-1 0 0,1 2 0,0 0 0,0 0 0,1 2 1,1 0-1,0 0 0,0 1 0,1 1 0,1 0 0,0 0 0,1 1 0,0 1 0,1 0 0,1 0 0,0 0 0,1 1 0,1 1 0,0-1 0,1 1 0,1 0 0,1 0 0,-1 11-15,1-19 9,1 1-1,0-1 0,0 0 0,1 1 0,1 0 0,-1-1 0,2 1 0,-1-1 0,1 1 0,1-1 0,0 1 1,0-1-1,1 0 0,0 0 0,0 0 0,1 0 0,0-1 0,1 1 0,0-1 0,0 0 0,1 0 1,0-1-1,0 0 0,1 0 0,-1 0 0,2-1 0,-1 0 0,4 2-8,4-3 21,1-1 0,0-1 0,0 0 0,0-1 0,1 0 0,-1-2 0,1 0 0,-1-1 0,0 0 0,1-1 0,-1-1 0,0-1 0,-1 0 0,1-1 0,-1-1 0,1 0 0,-2-1 0,1-1 0,-1 0 0,0-1 0,-1 0 0,9-8-21,23-24-5,-1-2 0,-2-2 0,-2-1 1,-2-2-1,-2-2 0,24-46 5,47-61-3220,-69 106-4236</inkml:trace>
  <inkml:trace contextRef="#ctx0" brushRef="#br0" timeOffset="-4713.989">8404 7116 30471,'0'0'688,"0"0"-424,0 0-48,0 0 200,0 0-200,-61 159-120,54-36-96,-1 29-8,-1-18-616,2-38-2817</inkml:trace>
  <inkml:trace contextRef="#ctx0" brushRef="#br0" timeOffset="-4204.487">5491 8783 18852,'0'0'9874,"0"0"-9090,0 0-480,0 0 144,-92 147 9,38-38-177,-8 25-168,7 8-80,25-6-16,27-10-16,3-37-136,18-28-753,2-31-3888</inkml:trace>
  <inkml:trace contextRef="#ctx0" brushRef="#br0" timeOffset="-3769.205">8716 9197 27870,'0'0'881,"-13"-17"-322,9 12-550,-5-8 66,-1 0 0,0 0 1,-1 1-1,0 0 0,-1 1 1,0 0-1,-1 1 1,0 1-1,0 0 0,-1 0 1,0 1-1,-1 1 0,0 1 1,0 0-1,-10-2-75,11 6 8,1 1 1,-1 0-1,1 1 0,0 0 1,-1 1-1,1 1 0,-1 0 1,1 1-1,0 1 0,0 0 1,1 0-1,-1 1 0,1 1 1,0 0-1,0 1 0,1 0 1,0 1-1,0 0 0,1 0 1,0 1-1,-6 7-8,1-2 18,0 1 0,0 0 1,2 1-1,0 1 0,0 0 0,2 1 0,0 0 1,1 1-1,1 0 0,1 0 0,0 1 1,2 0-1,0 0 0,1 1 0,-1 12-18,6-28 10,0-1 0,0 1 0,0-1 0,0 0 0,0 1 0,1-1 0,0 0 0,0 1 0,0-1 0,1 0 0,-1 0 0,1 0 1,0 0-1,0 0 0,0 0 0,1-1 0,-1 1 0,1-1 0,0 1 0,0-1 0,0 0 0,1 0 0,-1 0 0,1-1 0,-1 1 0,1-1 0,0 0 0,0 0 0,0 0 0,0-1 0,0 1 0,0-1 0,1 0 0,-1 0 0,0-1 0,1 1 0,-1-1 0,1 0 0,0 0-10,25 1-38,-1-2 0,0-1 0,0-1 0,0-1-1,-1-2 1,1-1 0,-1-1 0,0-1 0,-1-2 0,0-1 0,-1 0 0,-1-2 0,0-2-1,0 0 1,-2-1 0,0-1 0,-1-2 0,-1 0 0,5-7 38,7-12-2070</inkml:trace>
  <inkml:trace contextRef="#ctx0" brushRef="#br0" timeOffset="-3319.775">5886 10503 21709,'0'0'7329,"0"0"-6633,0 0-360,0 0-8,-88 108 73,60-39-153,-10 24-160,-1 23-56,-5 26-32,7 6-32,15-27-144,9-31-288,11-42-361,2-21-1255,0-9-11515,0-12 7434</inkml:trace>
  <inkml:trace contextRef="#ctx0" brushRef="#br0" timeOffset="-2995.279">8411 10607 26886,'0'0'4073,"0"0"-3705,-94 128-176,59-68 192,8-5-136,8-2-152,10 0-96,0 14-336,3-9-1289,-5-13-19579</inkml:trace>
  <inkml:trace contextRef="#ctx0" brushRef="#br0" timeOffset="3200.824">10219 4881 4409,'0'0'20294,"0"0"-15665,0 0-4213,0 0 5,0 0 121,28 12-121,187 90-1,-171-76-401,-2 3 0,-1 1 0,-2 2-1,0 1 1,-3 2 0,-1 2 0,-1 1 0,-3 2 0,-1 1 0,-1 1-1,-3 1 1,-2 2 0,-1 1 0,-3 0 0,4 17-19,1 26 5,-4 0 1,-5 1-1,-3 0 1,-4 2-1,-4-1 1,-4 1-1,-4-1 1,-7 33-6,-73 382 13,51-354-3,7 1 0,6 1-1,7 9-9,11-149 4,-2 11-2,1 0 0,1 0-1,1 0 1,1 0-1,1 0 1,2 0 0,0 0-1,1-1 1,2 1-1,1-2 1,0 1 0,2-1-1,0 0 1,2-1-1,14 20-1,-15-27 1,1-2-1,1 0 1,0 0-1,1-1 1,0-1-1,1 0 1,0-1-1,1 0 1,0-2-1,0 0 1,1 0-1,0-2 1,0 0-1,0-1 0,1-1 1,0 0-1,0-2 1,0 0-1,0 0 1,5-2-1,-20 0 0,0 0 1,0 0-1,1 0 1,-1 0-1,0-1 0,0 1 1,0-1-1,0 0 1,0 0-1,0 0 1,0 0-1,0 0 0,0-1 1,0 1-1,-1-1 1,1 0-1,0 0 1,-1 0-1,0 0 0,1 0 1,-1-1-1,0 1 1,0 0-1,0-1 1,-1 0-1,1 0 0,-1 1 1,1-1-1,-1 0 1,0 0-1,0 0 1,0 0-1,0 0 1,-1-1-1,1 1 0,-1 0 1,0-2-1,-1 2 1,-1 1 0,1-1 0,-1 1 0,0 0-1,0-1 1,0 1 0,0 0 0,0 0 0,0 0 0,0 0 0,-1 1 0,1-1 0,-1 1 0,1-1 0,-1 1 0,1 0 0,-1 0-1,0 0 1,0 0 0,0 1 0,1-1 0,-1 1 0,0-1 0,0 1 0,0 0 0,0 0 0,0 1 0,0-1 0,0 0 0,0 1 0,1 0-1,-1 0 1,0 0 0,0 0 0,1 0 0,-2 1-1,-12 5 11,1 1 0,0 0 0,1 1 0,0 1-1,0 0 1,1 1 0,0 0 0,1 1 0,0 0 0,1 1-1,1 0 1,0 1 0,1 1 0,0-1 0,-5 13-11,-9 23 58,2 1 0,2 1 1,3 1-1,2 0 0,2 1 0,2 1 1,3 0-1,2 0 0,3 20-58,-7 342 76,28 165-76,-1 199-4,-20-736 4,-1-1 0,-2 1 0,-3-1 0,-1 0 0,-2-1 0,-2 0 0,-1-1 0,-3-1 0,-2 0 0,-3 3 0,18-37-113,0 0 0,-1 0 0,0 0 0,0-1-1,-1 1 1,1-1 0,-2 0 0,1-1 0,0 0 0,-1 0 0,0 0 0,0-1 0,-1 0 0,1 0-1,-1-1 1,0 0 0,0 0 0,0-1 0,0 0 0,0 0 0,-6 0 113,-42 0-4546</inkml:trace>
  <inkml:trace contextRef="#ctx0" brushRef="#br0" timeOffset="3770.859">6250 11767 16420,'0'0'10699,"0"0"-7924,0 0-2201,0 0-93,0 0 2,9 19-67,48 59-100,-49-72-299,1-2 0,0 1-1,0-1 1,1-1 0,0 0 0,-1 0-1,1-1 1,0 0 0,0-1 0,0 0-1,5 0-16,190 7 110,1-8 0,-1-10 0,94-20-110,-82 9 77,1995-156-65,-1583 129-12,136 27 0,-670 21-6,-1 4-1,1 5 1,-1 3-1,-1 4 1,52 18 6,-129-29-250,49 13 102,-21-14-4194,-29-4-6849</inkml:trace>
  <inkml:trace contextRef="#ctx0" brushRef="#br1" timeOffset="11427.869">5163 6145 25725,'0'0'2921,"0"0"-2657,192 0-200,-16-20-8,36-11 32,21-5 48,6 3-56,-7 3-40,9 4-40,0 7 24,-4 9-16,-5 10-8,-10 0-152,-18 10-648,-55 2-2305,-40-5-975</inkml:trace>
  <inkml:trace contextRef="#ctx0" brushRef="#br1" timeOffset="11983.717">4959 8731 22085,'0'0'4890,"0"0"-3383,0 0-1104,0 0-151,0 0 149,36 4 62,139 7-134,249-63-66,49 15 284,301 20-547,-343 13 5,557-3-1,-570 20-4081,-352-11-7288</inkml:trace>
  <inkml:trace contextRef="#ctx0" brushRef="#br1" timeOffset="12403.498">5781 10021 22557,'0'0'4442,"0"0"-3148,-2 19-1001,0 60-129,2-76-141,1 0-1,-1-1 0,1 1 1,0-1-1,0 1 1,0-1-1,0 1 1,0-1-1,0 0 1,0 1-1,1-1 0,0 0 1,-1 0-1,1 0 1,0 0-1,0 0 1,0 0-1,0-1 0,0 1 1,0-1-1,0 1 1,1-1-1,-1 0 1,1 0-1,-1 0 1,1 0-1,-1 0 0,1-1 1,-1 1-1,1-1 1,0 0-1,-1 1 1,1-1-1,0-1-22,2 3 52,229 7 788,638-58-146,-254 6-454,55 35-188,-333 53-68,-203-15-4888,-104-21-10845</inkml:trace>
  <inkml:trace contextRef="#ctx0" brushRef="#br1" timeOffset="12842.437">5375 11609 18028,'0'0'8018,"21"3"-5797,343 37-412,0-17-1,355-24-1808,174-75 492,-720 54-494,-172 22-1,-2 0-2,1-1 0,0 1 0,0 0 0,0-1 0,-1 1 0,1 0 0,0-1 0,0 1 0,0 0 0,0-1 0,0 1 0,0 0 0,0-1 0,0 1 0,0-1-1,0 1 1,0 0 0,0-1 0,0 1 0,0 0 0,0-1 0,0 1 0,0-1 0,1 1 0,-1 0 0,0-1 0,0 1 0,0 0 0,1-1 0,-1 1 0,0 0 0,0 0 0,1-1 0,-1 1 0,0 0 0,0 0-1,1-1 1,-1 1 0,0 0 0,1 0 0,-1 0 0,0 0 0,1-1 0,-1 1 0,1 0 0,-1 0 0,0 0 0,1 0 0,-1 0 0,1 0 5,-139-33-1783,51 9-611</inkml:trace>
  <inkml:trace contextRef="#ctx0" brushRef="#br1" timeOffset="16599.628">12567 8990 28022,'0'0'744,"145"0"-248,-16-8 64,37-16-56,10-4-159,-34 5-169,-36 7-120,-17 6-56,-29 4-192,-14 0-1657</inkml:trace>
  <inkml:trace contextRef="#ctx0" brushRef="#br1" timeOffset="16985.127">12580 11343 17604,'0'0'11466,"0"0"-10394,0 0-800,0 0-47,0 0 327,162 0-128,-32-12-200,38-11-112,8-9-8,-16 6-104,-38 5-40,-34 3-224,-29 6-544,-26-6-3825</inkml:trace>
  <inkml:trace contextRef="#ctx0" brushRef="#br1" timeOffset="17796.665">12758 7579 27774,'0'0'620,"-25"-1"-349,-161-3 264,168 7-467,1 2 1,0 0 0,1 1 0,-1 1-1,1 0 1,1 1 0,-1 1 0,1 1-1,1 0 1,-1 1 0,2 0 0,0 1-1,0 0 1,1 1 0,1 1 0,0 0-1,1 0 1,0 1 0,1 1 0,1-1-1,0 1 1,2 1 0,-1-1 0,2 1-1,0 0 1,2 1 0,-1-1 0,2 1-1,0 12-68,-1-6 16,1 0 0,2 0 0,0 0-1,2 0 1,0 0 0,2-1-1,0 1 1,2-1 0,1 1 0,3 5-16,97 153 23,-88-158-22,-1 1 0,-2 1-1,-1 1 1,0 1 0,-2 0-1,-2 0 1,0 1-1,-2 0 1,2 15-1,-8-23-1,-1-1 0,0 1 1,-2 0-1,-1-1 0,0 1 0,-1 0 0,-2-1 0,0 0 1,-1 0-1,-1 0 0,0 0 0,-2-1 0,-1 0 0,0 0 1,-1-1-1,-3 3 1,-198 246-6,71-101 4,135-163-9,1 1 0,0 0 0,0 1 0,1-1 0,-1 0 0,1 1 0,0 0 0,1 0 0,-1 0 0,1 0 0,0 0 0,0 1 0,0-1 0,1 1 0,0-1 0,0 1 0,0-1 0,1 1 0,-1 0 0,2-1 0,-1 1 0,0-1 0,1 1 1,0 0-1,1-1 0,-1 1 0,1 0 11,123 63-392,-110-60 391,-1 1 1,-1 0-1,0 1 1,0 0 0,-1 1-1,-1 0 1,0 1 0,-1 0-1,0 1 1,-1 0 0,0 1-1,-1 0 1,-1 0 0,-1 1-1,0-1 1,0 1 0,-2 1-1,0-1 1,-1 5 0,16 93 107,-5 1 0,-5 0-1,-5 0 1,-6 5-107,20 300 393,-1-350-356,-16-69-44,-1 0 0,0 0 1,1 0-1,-1 0 0,1 0 0,-1-1 1,1 1-1,-1 0 0,1 0 1,0 0-1,-1 0 0,1-1 0,0 1 1,0 0-1,0-1 0,0 1 0,-1 0 1,1-1-1,0 1 0,0-1 1,0 1-1,0-1 0,0 0 0,0 0 1,0 1-1,0-1 0,0 0 0,1 0 1,-1 0-1,0 0 0,0 0 1,0 0-1,0 0 0,0 0 0,0-1 1,0 1-1,0 0 0,0-1 1,0 1-1,0 0 0,0-1 0,0 1 1,0-1-1,0 0 0,-1 1 0,1-1 1,0 0-1,0 1 0,-1-1 1,1 0-1,0 0 0,-1 0 0,1 0 1,0 0-1,-1 0 0,0 0 0,1 0 1,0-1 6,18-35-1263,-7-14-2671</inkml:trace>
  <inkml:trace contextRef="#ctx0" brushRef="#br1" timeOffset="18074.711">11811 9090 23037,'0'0'5673,"0"0"-5009,-20 119-296,13 1-160,3 54-144,0-17-64,1-19-1360</inkml:trace>
  <inkml:trace contextRef="#ctx0" brushRef="#br0" timeOffset="-9219.555">5680 1821 29662,'0'0'809,"0"0"-420,0 0-224,0 0 22,0 0 50,16-14-57,245-212-10,80-87-161,-282 275-10,-48 67-3,-11-21 6,-47 404 174,39-182-74,7-225-100,0 0 0,1-1 0,-1 1 1,1 0-1,-1 0 0,2-1 0,-1 1 1,0 0-1,1-1 0,0 1 0,0 0 0,0-1 1,1 1-1,0-1 0,-1 1 0,2-1 0,-1 0 1,0 0-1,1 0 0,0 0 0,0 0 0,0-1 1,0 1-1,0-1 0,1 0 0,0 0 1,-1 0-1,1-1 0,0 1 0,0-1 0,1 0 1,-1 0-1,0 0 0,1 0 0,0-1 0,-1 0 1,1 0-1,0 0-2,7-1 8,0 0 0,0 0 0,1-1-1,-1-1 1,0 0 0,0-1 0,0 0 0,-1-1 0,1 0 0,-1 0 0,0-2-1,0 1 1,0-1 0,-1-1 0,0 0 0,0-1 0,2-2-8,148-156 106,-47 21-181,-8-6 1,-6-3-1,45-100 75,-30 11-262,-106 232 397,-6 31-32,-2-15-104,-6 879 610,-49 2-609,53-864 0,2 0 0,-1 0 0,-1 0 0,0-1 0,-2 1 0,0-1 0,-2 1 0,0-1 0,-2-1 0,0 1 0,-1-1 0,-1-1 0,-1 0 0,0 0 0,-2-1 0,0-1 0,-1 0 0,-5 4 0,11-13 0,0-1 0,-1 0 0,0-1 0,0 0 0,-1 0 0,0-1 0,0 0 0,0-1 0,-1 0 0,1-1 0,-1 0 0,0-1 0,0 0 0,0 0 0,0-1 0,0-1 0,0 1 0,0-2 0,0 0 0,0 0 0,0-1 0,0-1 0,0 1 0,1-2 0,-1 1 0,1-2 0,0 1 0,0-1 0,1-1 0,-1 0 0,1 0 0,0-1 0,1 0 0,-1 0 0,0-2 0,0-4 0,0 1 0,0-1 0,2 0 0,-1-1 0,2 0 0,0 0 0,0-1 0,1 1 0,1-1 0,1 0 0,0-1 0,1 1 0,0 0 0,1-1 0,1 1 0,1-1 0,0 1 0,1-6 0,3-9 0,1 1 0,1 0 0,1 0 0,1 0 0,2 1 0,1 1 0,1 0 0,17-25 0,31-31 0,3 2 0,4 3 0,4 3 0,3 4 0,31-22 0,-35 29 0,401-340-1291,-411 346-1419</inkml:trace>
  <inkml:trace contextRef="#ctx0" brushRef="#br1" timeOffset="232056.994">735 389 30134,'0'0'913,"0"0"-601,0 0-224,0 0-48,0 0 40,0 0-8,81 41-48,-52-19-24,-10 27-320,-10-5-1129,-9 1-2559</inkml:trace>
  <inkml:trace contextRef="#ctx0" brushRef="#br1" timeOffset="232590.084">1 990 29702,'0'0'1185,"0"0"-713,0 0-256,0 0-104,0 0 192,208-21 112,-37-17-168,15-7-136,-10 0-112,-45 9 0,-45 14 0,-23 7 0,-13 5 0,7-2-200,9-4-544,-7 0-777,-24 2-1743</inkml:trace>
  <inkml:trace contextRef="#ctx0" brushRef="#br1" timeOffset="232756.073">943 841 27766,'0'0'1240,"0"0"-528,-90 153-232,60-72-23,1 22-97,7 23-136,7 20-136,6-12-56,9-25-32,0-40-488,9-49-1313</inkml:trace>
  <inkml:trace contextRef="#ctx0" brushRef="#br1" timeOffset="232956.042">1064 1020 27206,'0'0'1960,"0"0"-1448,0 0 241,63 132-217,-50-57-216,-6 8-112,-5 4-128,-2-8-80,-6-12-408,-14-22-1033,-9-23-3120</inkml:trace>
  <inkml:trace contextRef="#ctx0" brushRef="#br1" timeOffset="233206.037">218 1367 29542,'0'0'881,"0"0"-561,-5 156-176,27-89-80,15-4-64,38-21-24,-5-19-1129,-4-23-3160</inkml:trace>
  <inkml:trace contextRef="#ctx0" brushRef="#br1" timeOffset="233207.037">1294 1186 27054,'0'0'1080,"0"0"-544,0 0-320,0 0-216,0 0-360,0 0-704,63 152-11859</inkml:trace>
  <inkml:trace contextRef="#ctx0" brushRef="#br1" timeOffset="233558.098">836 1847 26222,'0'0'2059,"0"0"-1019,0 0-427,0 0-205,0 0-177,0 0 12,12 2-20,2-1-200,1-1 1,0 0 0,-1-2-1,1 1 1,0-2 0,-1 0-1,0-1 1,0 0 0,0-1-1,0 0 1,-1-1 0,0-1-1,3-2-23,35-14 39,-26 13-17,-1-2 5,1 1-1,0 1 0,0 1 0,1 1 0,0 1 0,1 2 0,-1 1 1,1 1-1,20 0-26,-45 5 6,1 0 1,0 1-1,-1-1 1,1 1-1,-1-1 1,0 1-1,0 0 1,0 0-1,0 0 1,-1 0-1,1 0 1,-1 0-1,1 0 1,-1 0-1,0 1 1,0-1-1,-1 1 1,1-1-1,-1 0 1,0 1-1,0-1 1,0 1-1,0-1 1,0 1-1,-1-1 1,0 1-1,1-1 1,-1 0-1,-1 1 1,1-1-1,0 0 1,-1 0-1,-1 3-6,-12 26 25,-1 0-1,-1-1 0,-2-1 1,-1 0-1,-1-2 0,-2 0 1,-10 8-25,31-34 0,-32 40-10,-1-1 0,-3-2 0,-1-2 0,-1-1 0,-2-2 0,-2-2 0,-1-2 0,-1-2-1,-17 6 11,58-31-19,-1 0 0,0 0 0,-1 0 0,1-1 0,0 1 0,-1-1 0,1-1 0,-1 0 0,0 0 0,0 0 0,1 0 0,-1-1 0,0 0 0,0-1-1,1 0 1,-1 0 0,0 0 0,1-1 0,-1 1 0,1-2 0,0 1 0,-1-1 0,1 0 0,0 0 0,1-1 0,-1 1 0,0-1 0,1-1-1,0 1 1,-4-5 19,4 2-11,1 1 0,0-1 0,0 0 0,1 0-1,-1 0 1,2 0 0,-1-1 0,1 1 0,0-1-1,1 1 1,-1-1 0,1 0 0,1 0 0,0 1-1,0-1 1,0 0 0,1 0 0,1 1 0,-1-1-1,1 0 1,0 1 0,1-1 0,-1 1 0,2 0-1,-1 0 1,1 0 0,0 0 0,0 1-1,1 0 1,4-6 11,8 6 29,-1 0-1,1 0 0,1 2 0,-1 0 0,1 1 1,-1 1-1,1 1 0,0 0 0,0 1 0,-1 1 1,1 1-1,0 0 0,-1 1 0,1 1 0,-1 1 1,6 3-29,33 3-21,83 5-1494,-86-15-976</inkml:trace>
  <inkml:trace contextRef="#ctx0" brushRef="#br1" timeOffset="233828.99">1932 637 29382,'0'0'1657,"0"0"-1489,125 0-112,-66 0 8,-2 6 32,-9 4-48,-13 8-48,-30 27-232,-5-3-1409,-9 3-6736</inkml:trace>
  <inkml:trace contextRef="#ctx0" brushRef="#br1" timeOffset="234074.194">1425 1561 30687,'0'0'848,"0"0"-648,0 0-160,136 21 152,-17-54-16,34-24-48,-8-7-64,-33 9-64,-38 14-56,-15-11-408,-13 9-632,-13 2-1185</inkml:trace>
  <inkml:trace contextRef="#ctx0" brushRef="#br1" timeOffset="234337.216">1864 1089 29062,'0'0'1064,"-27"158"-495,21-32-193,6 18 0,0-6-8,13-15-120,5-33-152,-5-21-96,2-27-16,-6-22-344,2-13-48,4-7-168,11-63 31,-4-8-1159,-4-10-1281</inkml:trace>
  <inkml:trace contextRef="#ctx0" brushRef="#br1" timeOffset="234338.216">2044 1040 26358,'0'0'2224,"0"0"-1400,0 0 144,81 140-319,-64-61-265,-2 8-96,-1 1-104,-1-1-120,0-6-64,4-12-24,19-45-448,-6-20-1025,3-16-1159</inkml:trace>
  <inkml:trace contextRef="#ctx0" brushRef="#br1" timeOffset="234763.261">2677 497 27918,'0'0'1192,"0"0"-369,0 0-165,3 25-84,0-4-457,0-1-38,0 0-1,-2 0 1,0 0 0,-1 0-1,-1 0 1,-1-1-1,-3 15-78,-102 292 283,107-325-289,0-1 1,-1 1-1,1 0 1,0-1-1,0 1 0,-1 0 1,1-1-1,0 1 1,0 0-1,0 0 1,0-1-1,0 1 0,0 0 1,0-1-1,1 1 1,-1 0-1,0-1 1,0 1-1,0 0 0,1-1 1,-1 1-1,0 0 1,1-1-1,-1 1 1,0 0-1,1-1 0,-1 1 1,1-1-1,-1 1 1,1-1-1,-1 1 1,1-1-1,0 0 0,-1 1 1,1-1-1,-1 0 1,1 1-1,0-1 1,-1 0-1,1 0 0,0 1 1,-1-1-1,1 0 1,0 0-1,-1 0 1,1 0-1,0 0 0,0 0 1,-1 0-1,1 0 1,0 0-1,-1 0 1,1-1-1,0 1 1,-1 0-1,1 0 0,0-1 1,-1 1-1,1 0 1,0-1-1,-1 1 1,1-1-1,-1 1 0,1-1 1,-1 1-1,1-1 1,-1 1-1,1-1 6,51-30 2,-49 29-12,2-1 10,1-2 0,-1 0 1,1 1-1,1 0 1,-1 1-1,0-1 1,1 1-1,0 0 0,0 1 1,0 0-1,0 0 1,0 0-1,0 1 1,0 0-1,0 0 1,3 1-1,-7 2-3,-1-1 1,1 1 0,-1 0-1,0 0 1,0 0-1,0 0 1,0 0 0,0 1-1,-1-1 1,1 1-1,-1-1 1,1 1 0,-1-1-1,0 1 1,0 0-1,0 0 1,0-1 0,-1 1-1,1 0 1,-1 0 0,0 0-1,0 0 1,0 0-1,0 0 1,0 0 0,0-1-1,-1 1 1,0 0-1,0 2 3,1 4-26,-31 147-339,13-91 316,17-64 49,0 0-1,1 0 0,-1 0 1,1 1-1,-1-1 0,1 0 1,0 1-1,0-1 1,-1 0-1,1 1 0,0-1 1,0 0-1,0 0 0,1 1 1,-1-1-1,0 0 0,0 1 1,1-1-1,-1 0 0,1 1 1,-1-1-1,1 0 0,-1 0 1,1 0-1,0 0 0,-1 0 1,1 0-1,0 0 1,0 0-1,0 0 0,0 0 1,0 0-1,0 0 0,0 0 1,0-1-1,0 1 0,1 0 1,-1-1-1,0 1 0,0-1 1,1 0-1,-1 1 0,0-1 1,0 0-1,1 0 1,-1 1-1,0-1 0,1 0 1,-1 0-1,0-1 0,1 1 1,-1 0-1,0 0 0,1-1 1,-1 1-1,0-1 0,0 1 1,0-1-1,1 1 0,-1-1 1,0 0-1,0 1 0,0-1 1,0 0 0,0 0 0,184-33 68,-62 31 83,-119 5-146,0 0 1,0 0-1,0 0 1,0 1-1,0 0 0,-1 0 1,1 0-1,-1 0 1,0 0-1,0 1 1,0-1-1,0 1 1,0 0-1,-1 0 1,0 0-1,0 0 1,0 0-1,0 1 1,-1-1-1,0 1 0,0-1 1,0 1-1,0-1 1,-1 1-1,1-1 1,-1 1-1,0 0 1,-1-1-1,1 1 1,-1-1-1,0 1 1,0-1-1,0 1 1,-1-1-1,0 1 0,0-1 1,0 0-1,0 0 1,0 0-1,-1 0 1,0 0-6,-14 29 48,-1-1 0,-2-1 0,-1-1 0,-2 0 0,0-2 0,-16 14-48,11-13-219,2 2 1,1 0-1,2 2 1,1 0 0,-8 19 218,23-33-2785</inkml:trace>
  <inkml:trace contextRef="#ctx0" brushRef="#br1" timeOffset="235328.765">3622 318 30214,'0'0'999,"0"0"-671,0 0-262,-5 19-33,-24 124-26,28-128-261,-2 0 1,0 0-1,0 1 0,-1-2 1,-1 1-1,-1 0 1,0-1-1,0 0 0,-2-1 1,0 1-1,0-1 1,-1-1-1,-1 0 0,0 0 1,0-1-1,-1 0 1,-1 0-1,0-2 0,-3 3 254,-102 60-1617,199-126 4241,-13 15-2182,1 3-1,2 3 1,71-22-442,-75 44 30,-60 23 9,-8-6-4,-1 0 1,1 1 0,-1-1-1,-1 0 1,1 0-1,-1 0 1,0 0-1,-1 0 1,1 0-1,-1-1 1,0 1-1,0-1 1,-1 0-1,-2 4-35,-320 457 512,275-341-2404,50-120-969</inkml:trace>
  <inkml:trace contextRef="#ctx0" brushRef="#br1" timeOffset="235730.292">3633 1411 28414,'-11'110'1016,"2"14"-344,7-27-392,2-22-135,0-24-81,2-19-64,11-10-80,7-15-305,2-7 153,17-57-64,-6-8-696,-2-10-2561</inkml:trace>
  <inkml:trace contextRef="#ctx0" brushRef="#br1" timeOffset="235910.372">4053 963 27718,'0'0'1064,"0"0"-680,-127 116-224,73-55 168,10 1 192,11-7-199,18-10-169,15-13-112,19-20-40,32-12 0,12-4 0,10-26-208,23-29-449,-17 6-1079,-16-3-5233</inkml:trace>
  <inkml:trace contextRef="#ctx0" brushRef="#br1" timeOffset="236098.009">4312 495 29670,'1'419'3088,"26"103"-3088,0-32-202,-27-546-691,1-106-885,-7 0 0,-18-88 1778,-19 42 2139,43 206-2007,-1 1-105,1 1 1,-1-1-1,1 0 0,0 1 1,-1-1-1,1 0 0,0 1 0,0-1 1,-1 0-1,1 0 0,0 1 0,0-1 1,0 0-1,0 0 0,0 0 1,0 1-1,0-1 0,0 0 0,0 0 1,0 1-1,0-1 0,1 0 0,-1 0 1,0 1-1,1-1 0,-1 0 1,0 0-1,1 1 0,-1-1 0,1 1 1,-1-1-1,1 0 0,-1 1 1,1-1-1,-1 1 0,1-1 0,0 1 1,-1-1-1,1 1 0,0 0 0,-1-1 1,1 1-1,0 0 0,0-1 1,-1 1-1,1 0 0,0 0 0,0 0 1,-1 0-1,1 0 0,0 0 1,0 0-1,0 0 0,-1 0 0,1 0 1,0 0-1,0 0 0,0 1-27,349-22-28,-84-38-1602,-175 28-458</inkml:trace>
  <inkml:trace contextRef="#ctx0" brushRef="#br1" timeOffset="236359.283">4805 452 30326,'0'0'1193,"0"0"-1113,0 0-80,130-67-8,-62 43-216,24-11-304,-18 7-1009,-15 2-2328</inkml:trace>
  <inkml:trace contextRef="#ctx0" brushRef="#br1" timeOffset="236360.283">5106 464 27094,'0'0'2040,"-84"110"-1536,32-37-304,-7 10-128,13-2-72,6 8-160,14-20-704,10-24-2361</inkml:trace>
  <inkml:trace contextRef="#ctx0" brushRef="#br1" timeOffset="236602.952">4924 1073 27454,'0'0'1060,"0"0"-532,0 0-281,0 0-38,0 0 157,0 0-129,6-13-152,17-43-80,-13 28-15,0 2 0,2-1-1,1 2 1,1-1 0,1 2 0,1 0 0,18-20 10,-31 41 11,0-1-1,0 1 1,1 1 0,-1-1 0,1 1-1,0-1 1,-1 1 0,1 0 0,0 0-1,0 1 1,1-1 0,-1 1 0,0 0-1,0 0 1,1 0 0,-1 0 0,0 1-1,1 0 1,-1 0 0,0 0 0,1 1 0,-1-1-1,0 1 1,1 0 0,-1 0 0,0 0-1,0 1 1,0 0 0,0 0 0,0 0-1,0 0 1,0 0 0,-1 1 0,1-1-1,-1 1 1,0 0 0,0 0 0,0 1-1,0-1 1,0 1 0,-1-1 0,0 1 0,2 2-11,2 7 36,0 0 0,-1 0 0,0 1 0,-1-1 0,-1 1 0,0 0 0,-1 0 0,-1 0 0,0 1 0,0-1 0,-2 0 0,0 0 0,0 0 0,-1 1 0,-1-1 1,0-1-1,-1 1 0,-1 0 0,0-1 0,-1 0 0,0 0 0,-1-1 0,-1 0 0,1 0 0,-11 10-36,19-23-17,-1 0 0,0 0-1,0 0 1,0 0 0,0 0 0,0 0 0,0 0-1,-1 0 1,1 0 0,0 0 0,0 0-1,-1 0 1,1 0 0,-1 0 0,1 0 0,-1 0-1,1 1 1,-1-1 0,1 0 0,-1 0 0,0 0-1,0 1 1,1-1 0,-1 0 0,0 1-1,0-1 1,0 1 0,0-1 0,0 1 0,1-1-1,-1 1 1,0-1 0,0 1 0,0 0-1,0 0 1,0-1 0,0 1 0,-1 0 0,1 0-1,0 0 1,0 0 0,0 0 0,0 1 0,0-1-1,0 0 1,0 0 0,0 1 0,0-1-1,0 0 1,0 1 0,1-1 0,-1 1 0,0-1-1,0 1 1,0 0 0,0-1 0,1 1 0,-1 0-1,0-1 1,0 1 0,1 0 0,-1 0-1,1 0 1,-1 0 0,1 0 0,-1 0 17,0-42-2254</inkml:trace>
  <inkml:trace contextRef="#ctx0" brushRef="#br1" timeOffset="237209.796">5529 0 26846,'0'0'2004,"0"0"-1256,19 6-401,64 24 8,-79-27-318,1 0 0,-1 1-1,0 0 1,0-1 0,0 2 0,-1-1 0,1 0 0,-1 1 0,0-1-1,0 1 1,-1 0 0,1 0 0,-1 0 0,0 0 0,-1 1 0,1-1-1,-1 0 1,0 1 0,0-1 0,-1 1 0,0-1 0,0 1-1,0 0 1,0-1 0,-2 3-37,3 6 44,-3 23-31,-2 0 0,-1 0 0,-2 0 0,-2-1 0,-1 0-1,-1-1 1,-2 0 0,-2-1 0,-1-1 0,-2 0 0,-18 25-13,32-50-8,2-3-30,0 0-1,0 1 1,-1-1-1,1 0 0,-1-1 1,0 1-1,-1-1 0,1 1 1,-1-1-1,0 0 0,0 0 1,0 0-1,0-1 0,-1 0 1,1 1-1,-1-2 0,0 1 1,0 0-1,0-1 0,-1 0 1,1 0-1,0-1 1,-1 1-1,-2-1 39,4-2-20,0-1 1,1 0-1,-1 0 0,1 0 1,0-1-1,0 1 0,0-1 1,0 0-1,0 0 0,1 0 1,-1 0-1,1 0 0,0 0 1,-1-1-1,2 1 0,-1-1 1,0 1-1,1-1 0,-1 0 1,1 0-1,0 0 0,1 1 1,-1-5 19,-3-4-19,-11-42-209,3-2 0,3 0 0,1 0 0,3-1 0,3 0 0,3-13 228,12 90 980,1 14-618,-2 1-1,-2 0 1,-1 1 0,-1 0 0,0 19-362,32 127 568,-37-173-559,1 0 1,0-1 0,0 1 0,0-1 0,1 0 0,1 0 0,-1 0-1,1 0 1,0-1 0,1 0 0,0-1 0,0 1 0,0-1 0,1-1-1,0 1 1,0-1 0,0-1 0,1 0 0,0 0 0,0 0 0,0-1-1,0-1 1,4 2-10,43 8-33,-47-13 16,0 1 0,0 1 0,0 0-1,0 0 1,-1 0 0,1 1 0,0 1 0,-1-1 0,1 1 0,-1 1 0,0 0 0,0 0 0,0 0 0,0 1 0,-1 0 0,0 1 0,0 0 0,-1 0-1,1 0 1,-1 1 0,0-1 0,-1 2 0,0-1 0,0 0 0,0 1 0,-1 0 0,-1 0 0,1 1 0,-1-1 0,0 2 17,-5 12-2,-1-1 0,-1 0 1,0 1-1,-2-2 0,-1 1 0,0-1 0,-2 0 1,0-1-1,-1 1 0,-1-2 0,0 0 1,-2 0-1,0-1 0,-1-1 0,-1 0 1,0-1-1,-1 0 0,-1-1 0,-11 7 2,18-12-3,0 0 0,-1-1 0,0 0 0,-1-1 0,0 0 0,0 0-1,0-2 1,-1 1 0,0-2 0,0 1 0,0-2 0,0 0 0,-1 0-1,-4-1 4,14-2-1,1 0 0,0 0-1,0-1 1,-1 1 0,1-1-1,0 0 1,0 0 0,0 0-1,0 0 1,0-1-1,0 1 1,0-1 0,0 0-1,0 0 1,1 0 0,-1 0-1,1 0 1,0 0 0,-1-1-1,1 1 1,0-1 0,0 0-1,1 1 1,-1-1-1,0 0 1,1 0 0,0 0-1,0 0 1,0-1 0,0 1-1,0 0 1,1 0 0,-1 0-1,1-2 2,5-119-102,5 96 66,2 0-1,0 1 1,1 1-1,2 0 0,1 0 1,1 2-1,1 0 1,1 1-1,8-7 37,7-6-448,1 0 1,1 3-1,2 1 1,2 1-1,9-3 448,10-6-2984</inkml:trace>
  <inkml:trace contextRef="#ctx0" brushRef="#br1" timeOffset="237677.98">820 2874 28830,'0'0'1040,"0"0"-374,0 0-181,0 0-21,23-11-6,108-51-93,117-44 7,81-30-286,319-100-86,10 28 1,7 29-1,384-41 0,-707 168 0,-272 48 0,-70 4-47,1-1 0,0 1 0,-1 0 0,1-1 0,0 1-1,-1 0 1,1 0 0,0-1 0,0 1 0,-1 0 0,1 0 0,0 0 0,0 0 0,-1 0 0,1 0 0,0 0 0,-1 0-1,1 0 1,0 0 0,0 1 0,-1-1 0,1 0 0,0 0 0,-1 1 0,1-1 0,0 0 0,-1 1 0,1-1 0,0 1-1,-1-1 1,1 1 0,-1-1 0,1 1 0,-1-1 0,1 1 0,-1-1 0,0 1 0,1 0 0,-1-1 0,0 1 0,1 0-1,-1-1 1,0 1 0,0 0 0,1-1 0,-1 1 0,0 0 0,0 0 0,0 0 47,-3 14-5327</inkml:trace>
  <inkml:trace contextRef="#ctx0" brushRef="#br1" timeOffset="238034.277">2719 2226 29798,'0'0'1249,"0"0"-993,0 0-136,0 0 312,0 0-16,0 152-168,0-75-128,0 10-88,-11 3-32,-2-5-152,-1-8-280,-12-10-232,4-23-745,-4-23-1511</inkml:trace>
  <inkml:trace contextRef="#ctx0" brushRef="#br1" timeOffset="238227.873">2346 2692 29582,'0'0'889,"0"0"-433,0 0 32,88 102-32,-44-55-48,-3 1-152,10-5-80,-3-13-120,4-22-56,5-10 0,14-55 0,-8-13 0,23-52 0,-18 18-336,-22 23-1328</inkml:trace>
  <inkml:trace contextRef="#ctx0" brushRef="#br1" timeOffset="239521.462">1140 4222 28702,'0'0'1785,"0"0"-1417,0 0-144,0 0-136,0 0 56,0 0 128,136-11-8,-68-17-160,2-6-72,-4-3-32,-2-5-184,8-21-248,-17 10-841,-13 6-1143</inkml:trace>
  <inkml:trace contextRef="#ctx0" brushRef="#br1" timeOffset="239861.011">1599 3652 28070,'0'0'1056,"0"0"-432,0 0-176,0 0-207,0 0 279,4 168-128,31-54-96,11 32-72,2 12-120,-6-26-56,-14-31-48,-6-44-288,-6-12-384,-10 11-697,-1-11-479,-5-3-2785</inkml:trace>
  <inkml:trace contextRef="#ctx0" brushRef="#br1" timeOffset="240340.201">1596 4828 2393,'0'0'23909,"-111"14"-22549,51-10-520,1-4-96,18 0 152,19 0-135,22-18-241,2-10-288,42-13-136,17-16 88,18-12-80,9-10-104,4-6-8,24-41-456,-26 19-1201,-22 14-7673</inkml:trace>
  <inkml:trace contextRef="#ctx0" brushRef="#br1" timeOffset="242854.831">1899 3392 29526,'0'0'977,"0"0"-633,0 0-192,0 0 24,0 0-24,0 0-32,142-59-72,-78 59-48,-7 4-360,-13 9-1481</inkml:trace>
  <inkml:trace contextRef="#ctx0" brushRef="#br1" timeOffset="243144.254">1879 3749 30198,'0'0'745,"0"0"-657,0 0 0,136-28 104,-53-7 0,12-9-80,1-1-112,-6 2-128,-9-1-720,-22 15-1273,-26 11-18483</inkml:trace>
  <inkml:trace contextRef="#ctx0" brushRef="#br1" timeOffset="243342.299">2280 3737 27230,'0'0'2712,"-44"114"-2071,18 3-137,4 43-16,7 17 40,10-3-120,5-14-184,0-44-192,7-29-32,15-18-232,-2-34-480,-5-17-1233</inkml:trace>
  <inkml:trace contextRef="#ctx0" brushRef="#br1" timeOffset="243589.189">1108 5461 30663,'0'0'1176,"0"0"-1096,197-75 32,-2-33 216,39-26-16,16-12-216,-15 8-96,-25 25 0,-19 14-120,-57 30-608,-38 14-3041</inkml:trace>
  <inkml:trace contextRef="#ctx0" brushRef="#br1" timeOffset="243936.699">2826 4043 30495,'0'0'1240,"0"0"-1080,0 0-144,0 0 80,175-101 96,-80 48-88,8-4-104,28-14-64,-28 16-672,-24 9-1681</inkml:trace>
  <inkml:trace contextRef="#ctx0" brushRef="#br1" timeOffset="244227.964">3275 3439 29998,'0'0'713,"0"0"-345,-52 136 16,28-55 32,-3 22-40,-1 27-176,4 22-128,8-12-72,12-20-320,4-41-504,0-49-1705</inkml:trace>
  <inkml:trace contextRef="#ctx0" brushRef="#br1" timeOffset="244475.25">3260 4055 28678,'0'0'1072,"0"0"-680,129 21 81,-67 7-113,1 6-8,-4 3-120,14 10-232,-16-11-56,-16-12-1489</inkml:trace>
  <inkml:trace contextRef="#ctx0" brushRef="#br1" timeOffset="245167.417">3821 3108 29686,'0'0'953,"0"0"-521,0 0-160,0 0-96,0 0 40,112-32 104,-29-5-152,9-9-112,3-1-56,-8 2-24,12-13-240,-22 13-360,-27 6-1545</inkml:trace>
  <inkml:trace contextRef="#ctx0" brushRef="#br1" timeOffset="245481.638">4227 2607 28742,'0'0'1785,"0"0"-1385,-64 134-136,47-69-8,6 4 72,6 0-128,5 0-104,0 0-96,9 14-408,9-18-1209,-3-22-5368</inkml:trace>
  <inkml:trace contextRef="#ctx0" brushRef="#br1" timeOffset="245757.295">4509 2820 21133,'0'0'5921,"0"0"-5001,0 0-96,0 0-440,-30 136-384,-25-41-136,2-15-544,3-5-2393</inkml:trace>
  <inkml:trace contextRef="#ctx0" brushRef="#br1" timeOffset="246023.092">3907 3621 27046,'0'0'1140,"0"0"-797,0 0-241,0 0 93,0 0 276,0 0 14,20 6-153,68 22-121,-83-26-198,1 0 1,-1 1-1,-1 0 0,1 0 1,0 0-1,-1 0 0,1 1 0,-1 0 1,0 0-1,0 0 0,-1 1 1,1-1-1,-1 1 0,0 0 0,0 0 1,0 0-1,-1 0 0,0 0 1,1 4-14,5 7 22,19 52 260,-3 2 1,-3 0-1,-3 2 0,7 57-282,-24-282 1037,3 100-1321,2 1 0,2 0 0,3 1 0,2 0 0,2 1 0,5-9 284,-3 8-477,-3 6-25,75-203-2397,-1 103 3944,-83 139-926,0 0 0,1 0 0,-1 1 0,1 0 0,0 0 1,1 0-1,-1 1 0,1 0 0,0 0 0,0 0 0,0 1 1,0 0-1,1 1 0,-1 0 0,1 0 0,0 0 0,-1 1 1,1 0-1,0 1 0,3-1-119,-8 2 29,0-1 0,0 1 0,0 0 1,-1 0-1,1 0 0,0 0 0,-1 0 0,1 0 1,-1 1-1,1 0 0,-1-1 0,1 1 0,-1 0 0,0 0 1,0 0-1,0 0 0,0 0 0,0 1 0,-1-1 1,1 1-1,-1-1 0,1 1 0,-1-1 0,0 1 0,0 0 1,0 0-1,-1-1 0,1 1 0,0 0 0,-1 0 1,0 0-1,0 0 0,0 0-29,-5 105 305,-80 71-402,81-170-263,-2 0 0,1 0 0,-1 0-1,-1 0 1,1-1 0,-2 0 0,1-1 0,-1 0 0,0 0 0,0 0 0,-10 4 360,-2-7-4641</inkml:trace>
  <inkml:trace contextRef="#ctx0" brushRef="#br1" timeOffset="246253.943">4376 3339 27678,'0'0'1432,"0"0"-1008,0 0 328,33 151-103,-5-74-209,3 6-80,4 0-112,2-4-96,3-12-96,1-18-16,1-17-8,2-26-32,2-8 0,0-41-8,26-70-304,-13 9-376,-8-5-1377</inkml:trace>
  <inkml:trace contextRef="#ctx0" brushRef="#br1" timeOffset="246548.883">5101 2638 28638,'0'0'1809,"-6"160"-1161,6-16-224,0 24 24,0 9-128,0-5-16,6-20-200,-1-26-104,-1-35-32,3-38-432,1-31-200,12-32-625,-2-22-399,-1-15-2073</inkml:trace>
  <inkml:trace contextRef="#ctx0" brushRef="#br1" timeOffset="246839.863">5395 2449 29166,'0'0'883,"23"0"-243,-2-1-513,149 19 565,-150-11-639,-1 2 0,1 0 0,-1 1 0,-1 0 0,0 2 0,-1 0 0,0 1 0,0 1 0,-2 0-1,0 2 1,0-1 0,-2 2 0,0 0 0,0 0 0,-2 1 0,0 1 0,-2 0 0,0 0 0,0 1 0,-2 0 0,0 3-53,9 34 17,-2 1 1,-2 0 0,-4 0-1,-1 1 1,-4 0-1,-1 0 1,-4 2-18,2-20-36,-2-1 0,-2 0-1,-2 0 1,-1-1 0,-2 1 0,-2-1 0,-3 5 36,14-42-30,0 0-1,0-1 1,0 1 0,-1 0 0,1 0 0,-1 0 0,1 0 0,-1-1 0,1 1 0,-1 0 0,0-1 0,0 1 0,0 0 0,0-1-1,0 1 1,0-1 0,0 0 0,-1 1 0,1-1 0,-1 0 0,1 0 0,-1 1 0,1-1 0,-1 0 0,1-1 0,-1 1 0,0 0-1,1 0 1,-1-1 0,0 1 0,0-1 0,0 1 0,0-1 0,1 0 0,-1 0 0,0 0 0,0 0 0,0 0 0,0 0 0,0-1-1,1 1 1,-1 0 0,0-1 0,0 0 0,0 1 0,1-1 0,-1 0 0,0 0 0,1 0 0,-1 0 0,1 0 0,-1 0 0,1 0-1,0-1 1,-1 1 0,0-2 30,-35-34-1760,-1-11-1495</inkml:trace>
  <inkml:trace contextRef="#ctx0" brushRef="#br1" timeOffset="247063.336">5305 2731 29302,'0'0'872,"0"0"-533,0 0-204,0 0 25,0 0 40,17 19-36,48 63-85,-62-78-78,-1 0 1,0 0-1,0 0 1,-1 0-1,1 0 1,-1 0-1,0 1 1,0-1-1,0 1 1,0-1-1,-1 0 1,0 1-1,0-1 1,0 1 0,-1-1-1,1 1 1,-1-1-1,0 0 1,0 1-1,-1-1 1,1 0-1,-1 0 1,0 0-1,0 0 1,0 0-1,-1 0 1,1-1-1,-1 1 1,0-1-1,0 0 1,0 0-1,0 0 1,-2 1-2,-3 6 7,-27 35-75,42-44-101,162-14 250,-165 15-80,-1 0 0,1 0 0,-1 0-1,1 0 1,-1 1 0,0 0 0,0-1 0,0 1 0,-1 0 0,1 0 0,-1 1 0,1-1-1,-1 0 1,0 1 0,0-1 0,-1 1 0,1 0 0,-1 0 0,0 0 0,0-1-1,0 1 1,0 0 0,-1 0 0,1 0 0,-1 1 0,0-1 0,0 0 0,-1 0-1,1 0 1,-1 0 0,0 0 0,0-1 0,0 1 0,-1 0 0,1 0 0,-1-1-1,0 1 1,0 0-1,-14 32-20,-1 1-1,-1-2 1,-2 0 0,-2-2-1,-1 0 1,-8 7 20,20-25 1,-94 112 87,120-138-52,0 1-1,1 0 1,0 1 0,0 1-1,1 1 1,0 1 0,0 0 0,1 1-1,0 0 1,0 2 0,0 0-1,0 1 1,9 1-36,-22 0-4,-1 0 1,1 0-1,0 0 1,0 1-1,0-1 0,-1 1 1,1 0-1,0 1 1,0-1-1,0 1 0,0 0 1,-1 0-1,1 1 1,-1-1-1,1 1 0,-1 0 1,1 0-1,-1 1 1,0-1-1,0 1 0,0 0 1,0 0-1,-1 0 0,1 0 1,-1 1-1,0 0 1,0-1-1,0 1 0,0 0 1,-1 1-1,1-1 1,-1 0-1,0 1 0,1 4 4,-17 5-3684,-5-13-3601</inkml:trace>
  <inkml:trace contextRef="#ctx0" brushRef="#br1" timeOffset="247273.328">5360 2865 29110,'26'109'1385,"-4"29"-897,-2 29-200,2 3-160,-16-22-128,-1-39-792,-5-33-4234</inkml:trace>
  <inkml:trace contextRef="#ctx0" brushRef="#br1" timeOffset="247611.152">5380 3848 30471,'0'0'872,"0"0"-392,122 0-216,-45 0-144,11-10-120,28-22-8,-22 4-728,-19-1-4665</inkml:trace>
  <inkml:trace contextRef="#ctx0" brushRef="#br0" timeOffset="253649.13">479 11125 28206,'0'0'2433,"0"0"-1700,0 0-549,0 0 25,2 22 148,41 377 269,-12 329-607,-7-543-20,-23-183-399,-1-11-1576</inkml:trace>
  <inkml:trace contextRef="#ctx0" brushRef="#br0" timeOffset="258799.015">99 9401 29174,'0'0'1433,"0"0"-1049,0 0-88,0 0-40,0 0 56,0 0 8,0 0-176,174-56-104,-100 35-40,7-5-32,31-25-408,-22 5-1073,-18-1-11305</inkml:trace>
  <inkml:trace contextRef="#ctx0" brushRef="#br0" timeOffset="259155.456">722 8799 30118,'0'0'821,"0"0"-485,0 0-172,25 14 84,82 46 30,-96-56-266,0 0 0,-1 0 0,0 1-1,0 1 1,0-1 0,-1 2-1,1-1 1,-2 1 0,1 1-1,-1 0 1,0 0 0,-1 0-1,1 1 1,-2 0 0,1 1-1,-2-1 1,1 1 0,-1 0-1,0 1 1,-1-1 0,-1 1 0,0 0-1,0 0 1,-1 0 0,0 0-12,-3 16-1,-1 1 0,-1-2 0,-2 1 0,0 0 0,-2-1 0,-1 0 0,-1 0 0,-2-1 0,0 0 0,-14 21 1,-38 100-84,61-143 84,1 0-1,-1 0 1,0-1-1,1 1 1,0 0-1,0 1 1,0-1-1,0 0 1,0 0-1,1 0 1,-1 0-1,1 1 1,0-1-1,0 0 1,0 0-1,1 1 1,-1-1 0,1 0-1,-1 0 1,1 0-1,0 0 1,1 0-1,-1 0 1,0 0-1,1 0 1,-1 0-1,1 0 1,0-1-1,0 1 1,0-1-1,0 1 1,1-1-1,-1 0 1,1 0-1,-1 0 1,2 1 0,17 0-10,-1 0 1,0-1-1,1-1 0,0-1 1,-1-1-1,1 0 1,-1-2-1,0 0 0,1-2 1,11-4 9,78-25-855,-64 18-4222,-11 3-14089</inkml:trace>
  <inkml:trace contextRef="#ctx0" brushRef="#br0" timeOffset="259420.91">1338 10144 31367,'0'0'736,"0"0"-416,0 0 24,0 0-344,0 0 0,0 0 0,0 0 0,0 38 0,0-48 0,-11-2-4121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10.78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1052 0 29270,'0'0'912,"0"0"-696,0 0-135,0 121 119,0-74 88,0 4-136,0 5-88,0 7-48,0 6-16,0 37-144,-6-15-777,-7-12-3095</inkml:trace>
  <inkml:trace contextRef="#ctx0" brushRef="#br0" timeOffset="284.07">949 711 27430,'0'0'888,"0"0"-320,42 112-8,-18-80-112,0-13-96,0-11-63,5-8-49,2-8-8,6-19-104,7-11-128,19-19-8,-8 8-1257,-9 13-7096</inkml:trace>
  <inkml:trace contextRef="#ctx0" brushRef="#br0" timeOffset="606.881">1254 2030 28510,'0'0'1929,"0"0"-1737,0 0-136,0 0 160,0 0 32,0 140-144,0-73-72,0 6-24,0 2-8,5-8-248,-1-13-689,-4-21-1151,0-19-945</inkml:trace>
  <inkml:trace contextRef="#ctx0" brushRef="#br0" timeOffset="-6038.04">691 2186 30326,'0'0'1321,"0"0"-1217,0 0-88,0 0 112,0 0 160,140-26-40,-59 5-56,11 1-64,-2-2-112,-4 7-16,-12 3 0,-10 4 0,-9 8 0,-9 0 0,-2 0 0,19 14 0,-15-3-1128,-10-5-3113</inkml:trace>
  <inkml:trace contextRef="#ctx0" brushRef="#br0" timeOffset="-11655.116">1517 385 11218,'0'0'6056,"0"0"-2475,0 0-999,0 0-358,0 0-1134,-3-9-715,-10-28-15,9 28 609,4 9-8,0 0-488,0 0-216,0 0 13,9 89 295,39 401-223,93 512 55,-77-600-117,-18 2-1,-16 9-279,-3 1 416,-26-356-465,-22-171-622,0 16-177,0-6-833</inkml:trace>
  <inkml:trace contextRef="#ctx0" brushRef="#br0" timeOffset="-94316.052">3450 968 28358,'0'0'1112,"0"0"-400,0 0-95,0 0-25,0 0-304,0 0-144,-2 73 224,2-23-160,0 7-80,0 6-64,0 4-16,0 0-32,0-4-16,0-8-32,0-11-144,0-20-288,0-13-576,11-11-1041</inkml:trace>
  <inkml:trace contextRef="#ctx0" brushRef="#br0" timeOffset="-94052.6">4088 954 29622,'0'0'985,"0"0"-473,0 0-40,-6 125 136,-3-82-272,0 3-176,0 1-88,5 2-72,0 1 0,1-7 0,3-6 0,7-17-440,10-10-800,1-10-3249</inkml:trace>
  <inkml:trace contextRef="#ctx0" brushRef="#br0" timeOffset="-93739.893">4853 1185 31103,'0'0'561,"0"0"-389,0 0-101,0 0 101,-5-18-100,-19-61-68,23 75-9,-1 0 0,1 0 0,-1 1 0,0-1 0,0 1 0,0-1-1,0 1 1,-1 0 0,1-1 0,-1 1 0,0 1 0,0-1 0,0 0 0,0 1 0,-1-1 0,1 1 0,-1 0 0,1 0 0,-1 1 0,0-1 0,0 1 0,1-1 0,-1 1 0,0 0-1,0 1 1,0-1 0,0 1 0,0 0 0,-1 0 0,1 0 0,0 0 0,0 1 0,0-1 0,0 1 0,0 0 0,0 0 0,1 1 0,-1-1 0,0 1 0,1 0 0,-1 0 0,1 0-1,-1 0 1,1 1 0,0-1 0,0 1 0,0 0 0,-2 2 5,-8 11-1,0 0 0,1 0 0,1 1 0,0 1 0,1 0 0,1 0 0,1 1 0,1 0 0,0 1 0,1-1 0,2 1 0,0 0 0,0 1 0,2-1 0,1 1 0,1-1 0,1 13 1,-1-30 1,0-1 0,0 1 0,1-1 0,-1 1 0,1-1 0,0 1 0,0-1 0,0 1 0,0-1 0,0 0 0,0 1 0,1-1 0,-1 0 1,1 0-1,-1 0 0,1 0 0,0 0 0,0-1 0,0 1 0,0 0 0,0-1 0,0 0 0,0 1 0,1-1 0,-1 0 0,0 0 0,1 0 0,-1 0 0,1-1 0,-1 1 0,1-1 0,-1 1 0,1-1 1,-1 0-1,1 0 0,0 0 0,-1 0 0,1-1 0,-1 1 0,3-1-1,99-36 58,-55 4-293,-2-3 0,-2-2 0,-1-2 0,38-44 235,-27 23-1905</inkml:trace>
  <inkml:trace contextRef="#ctx0" brushRef="#br0" timeOffset="-93521.142">5392 826 30631,'0'0'1112,"0"0"-880,0 113 232,0-56-136,0 24-328,0 31 0,0 34 0,0 12 0,-2-18 0,-4-45 0,-5-44-1440</inkml:trace>
  <inkml:trace contextRef="#ctx0" brushRef="#br0" timeOffset="-57244.956">2863 1369 21413,'0'0'7004,"0"0"-5261,0 0-1476,0 0 111,-10 20-30,-36 64-173,41-75-141,-1 0 0,-1 0 1,1-1-1,-2 0 0,1 0 0,-1-1 1,0 0-1,0 0 0,-1-1 0,0 0 1,0 0-1,-1-1 0,1-1 0,-1 1 0,-6 0-34,9-1 66,-1-1 0,0 0-1,0 0 1,0-1-1,-1 0 1,1-1-1,0 0 1,-1 0-1,1-1 1,-1 0 0,1 0-1,0-1 1,-5 0-66,11-2 3,0 0 0,0-1 0,0 1 0,0 0 0,1-1 0,-1 1 0,1-1 0,0 1 0,0-1 0,0 1 0,0-1 0,1 0 0,0 0 0,-1 1 1,2-1-1,-1 0 0,0 1 0,1-1 0,-1 0 0,1 1 0,0-1 0,0 0 0,0 1 0,2-3-3,-1 1-1,1 1-1,-1-1 1,1 1-1,0 0 1,0 0 0,1 0-1,-1 0 1,1 1 0,0-1-1,0 1 1,0 0-1,0 0 1,1 0 0,-1 1-1,1-1 1,0 1 0,-1 0-1,1 1 1,0-1-1,0 1 1,0 0 0,0 0-1,1 0 1,-1 1 0,0 0-1,0 0 1,0 0-1,0 1 1,6 0 1,-9 2 2,1 1-1,0-1 1,-1 0 0,0 0-1,0 1 1,0 0 0,0-1-1,0 1 1,-1 0 0,0 0-1,0 0 1,0 0 0,0 0 0,0 0-1,-1 0 1,0 0 0,0 0-1,0 0 1,0 0 0,-1 0-1,1 0 1,-2 3-2,2 11 3,-1-16-3,1 1 0,-1-1 0,1 1 0,-1-1 0,0 1 0,0-1 0,0 1 0,0-1 0,0 0 0,-1 1 0,1-1 0,-1 0 0,1 0 0,-1 0 0,0 0 0,0 0 0,0-1 0,0 1 0,0 0 0,0-1 0,0 0 0,-1 1 0,1-1 0,0 0 0,-1 0 0,1 0 0,-1-1 0,1 1 0,-1 0 0,1-1 0,-1 0 0,0 0 0,1 0 0,-1 0 0,0 0 0,1 0 0,-1 0 0,1-1 0,-1 0 0,1 1 0,-2-1 0,2-1 0,0 0 0,0 0 0,0 0 0,0 0 0,0 0 0,0 0 0,0 0 0,0-1 0,1 1 0,-1-1 0,1 1 0,0-1 0,0 1 0,0-1 0,0 0 0,0 0 0,1 1 0,-1-1 0,1 0 0,0 0 0,0 0 0,0 0 0,0 0 0,0 1 0,0-1 0,1 0 0,0 0 0,0-1 0,42 10 0,-12 50 0,-23-149 0,-12 101 0,0 1 0,0-1 0,-1 0 0,0 0 0,-1 0 0,0-1 0,0 1 0,0-1 0,-1-1 0,0 1 0,0-1 0,-1-1 0,0 1 0,0-1 0,6-8 0,1 1 0,-1 0 0,1-1 0,-1 1 0,1-1 0,0 0 0,0 1 0,0-1 0,0 0 0,1 1 0,-1-1 0,1 0 0,-1 0 0,1 0 0,0 0 0,0 0 0,1 1 0,-1-1 0,0 0 0,1 0 0,0 0 0,0-1 0,0 0-49,0 0 0,1 1 0,-1-1 1,1 1-1,-1-1 0,1 1 0,0 0 0,0 0 0,1 0 1,-1 0-1,1 0 0,-1 0 0,1 1 0,0-1 0,0 1 0,0 0 1,0 0-1,1 0 0,-1 0 0,1 0 0,-1 1 0,1-1 1,-1 1-1,4 0 49,13-8-2981</inkml:trace>
  <inkml:trace contextRef="#ctx0" brushRef="#br0" timeOffset="-41466.208">2186 4008 18620,'0'0'7699,"0"0"-5569,0 0-1426,0 0-68,-20-5-89,-129-38 205,142 42-724,0 0-1,0 1 1,0 0 0,-1 0 0,1 1-1,0 0 1,0 0 0,0 0 0,0 1 0,1 0-1,-1 0 1,0 1 0,1 0 0,0 0-1,-1 1 1,1 0 0,0 0 0,1 0-1,-1 0 1,1 1 0,0 0 0,-4 5-28,-84 134 98,79-109-78,1 0 0,2 0-1,1 1 1,2 1 0,1 0-1,2 0 1,2 0 0,1 0-1,2 1 1,2-1 0,1 0 0,6 24-20,-9-47 1,1 0 0,1 0 1,1-1-1,0 1 1,0 0-1,2-1 0,0 0 1,0 0-1,1 0 1,0-1-1,1 0 1,1 0-1,0 0 0,1-1 1,0-1-1,0 1 1,1-1-1,0-1 1,1 0-1,0 0 0,1-1 1,0-1-1,0 0 1,0 0-1,1-2 0,0 1 1,0-1-1,1-1 1,-1-1-1,2 1-1,-3-4 0,1 1 0,-1-1 0,0-1-1,0-1 1,1 1 0,-1-2 0,0 0 0,-1 0-1,1-1 1,0 0 0,-1-1 0,0-1-1,0 1 1,-1-2 0,1 0 0,-2 0 0,1 0-1,-1-2 1,8-7 0,8-11 3,0-1 1,-2-2-1,-1 0 0,-1-1 0,-2-2 1,-1 0-1,-1 0 0,-2-2 1,-2 0-1,-1-1 0,-2 0 0,-1 0 1,-2-1-1,-2 0 0,-1-1 0,-2 1 1,-1-1-1,-2-6-3,0 34 2,0 0 0,0 0 0,-1 1 0,0-1 0,-1 1 0,0-1 0,0 1 0,-1 0 0,0 0 1,-1 1-1,1-1 0,-2 1 0,1 0 0,-1 0 0,-1 1 0,1 0 0,-1 0 0,-1 0 0,1 1 0,-1 0 0,0 1 0,0-1 0,-1 2 0,1-1 0,-1 1 1,0 0-1,-1 1 0,1 0 0,0 1 0,-1 0 0,-8-1-2,-98 10-578,63 6-865</inkml:trace>
  <inkml:trace contextRef="#ctx0" brushRef="#br0" timeOffset="-40887.68">2177 3142 28910,'0'0'864,"0"0"-544,0 0 193,0 0-129,-22 128-208,20-76-72,0 5-32,-1 6-32,-1 2-24,2 2-16,-3-2-24,-3 12-304,-3-18-1065,2-15-9433</inkml:trace>
  <inkml:trace contextRef="#ctx0" brushRef="#br0" timeOffset="-69538.746">379 4361 27094,'0'0'1761,"0"0"-1222,0 0-283,0 24 240,-4 159 243,3-36-512,-3-33-183,6 0 0,4-1 0,6 1 0,12 44-44,-19-143-294,-5-29-203,0 4 305,0-28-1387</inkml:trace>
  <inkml:trace contextRef="#ctx0" brushRef="#br0" timeOffset="-81072.877">1269 4507 27958,'0'0'1416,"0"0"-906,0 0-113,0 0 111,0 0-188,-15-18-156,-51-58-48,63 73-107,0 0 0,-1 0 1,0 0-1,0 1 0,1-1 0,-1 1 0,-1 0 0,1 0 0,0 0 0,0 1 0,-1-1 0,1 1 0,-1 0 0,1 1 0,-1-1 0,0 1 0,1 0 0,-1 0 0,1 0 1,-1 0-1,0 1 0,1 0 0,-1 0 0,1 0 0,0 1 0,-1-1 0,1 1 0,0 0 0,0 0 0,0 1 0,0-1 0,0 1 0,1 0 0,-1 0 0,1 0 0,-1 0 0,1 1 1,0-1-1,1 1 0,-1 0 0,1 0 0,-1 0 0,0 4-9,-15 20 2,3 1-1,0 1 1,2 0 0,1 1 0,2 0 0,0 1 0,3 0-1,0 0 1,2 1 0,2-1 0,1 4-2,0-28 8,1 1 0,0 0 0,1 0 0,0-1 1,0 1-1,1 0 0,0-1 0,1 1 0,0-1 1,0 1-1,1-1 0,0 0 0,0 0 0,1 0 0,0 0 1,0-1-1,1 1 0,0-1 0,0 0 0,1-1 0,0 1 1,0-1-1,0 0 0,1-1 0,0 1 0,0-1 0,1-1 1,-1 1-1,1-2 0,0 1 0,2 0-8,-1-2 24,-1 0 0,1-1 0,1-1 0,-1 1 0,0-1 0,0-1-1,0 0 1,0 0 0,0-1 0,0 0 0,-1 0 0,1-1 0,-1 0 0,1-1 0,-1 1-1,0-2 1,0 1 0,-1-1 0,1-1 0,-1 1 0,0-1 0,0 0 0,-1-1 0,2-2-24,14-17 23,-1 0 1,-2-1-1,-1-1 1,-1-1-1,-1 0 1,0-5-24,13-35-57,-24 53-256,0 1 0,2 0 0,0 0 1,0 1-1,1 0 0,1 0 1,0 1-1,1 0 0,1 0 0,5-4 313,8-3-6105</inkml:trace>
  <inkml:trace contextRef="#ctx0" brushRef="#br0" timeOffset="-80807.139">2131 4253 30927,'0'0'744,"0"0"-576,0 0-88,0 0 88,0 122-96,-2-75-24,-5 9-48,7 29-8,0-14-360,0-8-1201</inkml:trace>
  <inkml:trace contextRef="#ctx0" brushRef="#br0" timeOffset="-91070.582">5491 2251 27270,'0'0'3881,"0"0"-3457,0 0-152,48 120 288,-37-77-240,-9 7-280,-2 25-40,0-10-216,-17-6-1552</inkml:trace>
  <inkml:trace contextRef="#ctx0" brushRef="#br0" timeOffset="-91909.914">3681 2387 30358,'0'0'1081,"0"0"-937,-27 130-32,16-67 224,2 4-200,3 2-136,6 14-224,0-20-592,0-18-3489</inkml:trace>
  <inkml:trace contextRef="#ctx0" brushRef="#br0" timeOffset="-91643.223">4349 2606 29390,'0'0'1041,"0"0"-707,0 0-118,-4-21 208,-15-66-134,17 82-283,0-1 0,0 0 0,0 0 0,0 1 0,-1-1 0,0 1 0,0 0 0,-1 0 0,1 0 0,-1 0 0,0 1 0,-1-1 0,1 1 0,-1 0 0,0 1 0,1-1 0,-2 1 0,1 0 0,0 0 0,-4-1-7,6 3-4,0 0 0,0 0 0,0 0-1,-1 1 1,1-1 0,0 1 0,0 0 0,-1 0 0,1 0 0,0 0 0,0 1-1,-1 0 1,1-1 0,0 1 0,0 0 0,0 0 0,0 1 0,0-1 0,0 1-1,0-1 1,1 1 0,-1 0 0,0 0 0,1 0 0,0 0 0,-1 1 0,1-1-1,0 1 1,0-1 0,0 1 0,0 0 0,1-1 0,-1 2 4,-5 11-6,1 1 0,1 1 1,0-1-1,1 1 0,0-1 0,2 1 1,0 0-1,1 1 0,0-1 0,3 13 6,-3-26 0,1 0-1,0 1 0,0-1 1,0 0-1,0 1 0,1-1 1,0 0-1,0 0 0,0 1 1,0-1-1,1 0 0,-1 0 1,1 0-1,0-1 0,1 1 1,-1 0-1,1-1 0,-1 1 1,1-1-1,0 0 0,0 0 1,0 0-1,1 0 0,-1 0 1,1-1-1,0 0 0,-1 0 1,1 0-1,0 0 0,0 0 1,0-1-1,1 0 0,-1 0 1,0 0-1,0 0 0,1 0 1,-1-1-1,0 0 0,1 0 1,-1 0-1,0-1 0,4 0 1,118-40-1210,-70 8-1011</inkml:trace>
  <inkml:trace contextRef="#ctx0" brushRef="#br0" timeOffset="-91345.911">4871 2312 30014,'0'0'1393,"0"0"-1257,0 0-80,-9 124 232,7-81-96,2 3-128,0-1-64,0-5-24,0-7-128,0-9-112,15-18-208,-4-6-865,2 0-1823</inkml:trace>
  <inkml:trace contextRef="#ctx0" brushRef="#br0" timeOffset="-84331.203">5658 3973 29062,'0'0'574,"0"0"-237,0 0 147,0 0-94,-1-19-198,-2-57-72,2 73-113,0 1 0,-1-1 1,1 1-1,0-1 0,-1 1 1,0 0-1,1 0 1,-1 0-1,0 0 0,0 0 1,0 0-1,0 0 0,0 1 1,-1-1-1,1 1 0,0 0 1,-1-1-1,1 1 1,-1 0-1,1 0 0,-1 1 1,0-1-1,1 0 0,-1 1 1,0 0-1,1 0 0,-1 0 1,0 0-1,0 0 1,1 0-1,-1 0 0,0 1 1,1 0-1,-1-1 0,1 1 1,-1 0-1,0 0 0,1 1 1,0-1-1,-1 0 1,1 1-1,0-1 0,0 1 1,0 0-1,0 0 0,0 0 1,0 0-1,-1 1-7,-14 10 1,0 1 0,1 1 0,1 0 0,0 1 0,1 1 1,1 0-1,1 1 0,0 1 0,1-1 0,1 2 0,1-1 0,1 1 0,0 1 0,2 0 0,0 0 0,2 0 0,0 0 1,1 1-1,1-1 0,1 1 0,2 13-1,-1-31 7,0-1 1,0 0 0,1 0-1,0 0 1,0 1-1,-1-1 1,2 0 0,-1 0-1,0 0 1,1 0-1,-1-1 1,1 1 0,0 0-1,0-1 1,0 1-1,0-1 1,0 1 0,1-1-1,-1 0 1,1 0-1,0 0 1,-1 0 0,1-1-1,0 1 1,0-1-1,0 0 1,0 1 0,0-2-1,0 1 1,0 0-1,1 0 1,-1-1 0,0 0-1,0 1 1,1-1-1,0-1-7,4 1 24,0-1-1,0 0 1,-1-1-1,1 0 1,-1 0-1,0-1 1,1 1-1,-1-2 1,0 1-1,-1-1 0,1 0 1,-1 0-1,1-1 1,-1 0-1,0 0-23,9-11 5,0 0 0,-1 0-1,-1-1 1,-1-1 0,0 0-1,-2-1 1,0 0 0,-1 0-1,0-1 1,-2-1 0,0 1-1,-1-7-4,8-147-1892,-14 97-1202</inkml:trace>
  <inkml:trace contextRef="#ctx0" brushRef="#br0" timeOffset="-84039.149">4985 2858 28326,'0'0'944,"0"0"-680,0 0 88,-44 107-48,33-28-304,0-8-168,4-6-2208</inkml:trace>
  <inkml:trace contextRef="#ctx0" brushRef="#br0" timeOffset="-83611.881">4919 4251 27054,'0'0'2242,"0"0"-1504,0 0-156,0 0-19,0 0-239,0 0-147,0-19-29,0-58-48,0 72-93,0 0 0,0 1-1,0-1 1,-1 0 0,0 1-1,0-1 1,0 0 0,0 1-1,-1-1 1,1 1 0,-1 0-1,0-1 1,-1 1 0,1 0-1,-1 0 1,0 1 0,0-1-1,-1-1-6,2 4-1,1 0-1,-1 0 0,0 0 0,0 0 1,0 0-1,0 0 0,0 0 0,0 1 1,0-1-1,-1 1 0,1-1 1,0 1-1,0 0 0,0 0 0,0 0 1,-1 0-1,1 0 0,0 1 0,0-1 1,0 1-1,0-1 0,0 1 1,0 0-1,0 0 0,0 0 0,0 0 1,0 0-1,0 0 0,0 0 0,1 1 1,-1-1-1,0 1 0,1-1 1,-1 1 0,-9 12-6,1 0 0,0 1-1,1 1 1,0-1-1,2 1 1,0 1 0,0 0-1,2 0 1,0 0-1,1 0 1,0 1-1,2-1 1,0 1 0,1 0-1,1 0 1,1 13 7,-1-18 0,-1-10 1,0 0 0,0 0 0,0 0 0,1 0 0,-1 0 0,1 0 0,-1 0 1,1 0-1,0 0 0,0 0 0,1 0 0,-1 0 0,1 0 0,-1-1 0,1 1 0,0 0 0,0 0 0,0 0 0,0-1 0,1 1 0,-1 0 1,1-1-1,0 1 0,0-1 0,-1 0 0,2 1 0,-1-1 0,0 0 0,0 0 0,1-1 0,-1 1 0,1 0 0,-1-1 0,1 1 0,0-1 0,-1 0 1,1 0-1,0 0 0,0 0 0,0-1 0,0 1-1,5-5 11,-1-1 1,1 0-1,-1 0 1,0-1-1,-1 1 1,1-2-1,-1 1 1,0-1-1,-1 1 1,0-2-1,0 1 1,0 0-1,-1-1 1,0 0-1,-1 0 1,1 0-1,-2-1 1,1 1-1,-1-1-11,-2 8 1,56-235-1520,-50 164-1474</inkml:trace>
  <inkml:trace contextRef="#ctx0" brushRef="#br0" timeOffset="-83343.128">4178 2854 20460,'0'0'8242,"0"0"-7474,0 0-520,0 0 248,0 0-87,-79 150-257,66-83-104,13 50-48,0-19-336,0-3-1217</inkml:trace>
  <inkml:trace contextRef="#ctx0" brushRef="#br0" timeOffset="-82688.925">3626 2911 26662,'0'0'1408,"0"0"-880,0 0-352,0 0 224,-5 107-200,5-20-200,0-10-24,0-6-1064</inkml:trace>
  <inkml:trace contextRef="#ctx0" brushRef="#br0" timeOffset="-82954.697">4207 4381 29270,'0'0'851,"0"0"-464,0 0-86,-4-18 11,-26-134-81,30 150-231,0 0-1,0 0 1,0-1 0,-1 1-1,1 0 1,0 0 0,-1 0-1,0 1 1,0-1-1,1 0 1,-1 0 0,0 0-1,0 0 1,-1 1 0,1-1-1,0 0 1,-1 1 0,1-1-1,-1 1 1,1 0 0,-1-1-1,1 1 1,-1 0 0,0 0-1,0 0 1,0 0-1,0 0 1,1 1 0,-1-1-1,0 0 1,0 1 0,0 0-1,-1-1 1,1 1 0,0 0-1,0 0 1,0 0 0,0 0-1,0 1 1,0-1 0,0 0-1,0 1 1,0-1-1,0 1 1,0 0 0,0 0-1,1 0 1,-1 0 0,-2 1 0,-5 17 0,0 0 1,1 1-1,1 0 0,0 1 1,2 0-1,1 0 1,0 0-1,1 0 1,2 0-1,0 1 1,1-1-1,2 11 0,4 82 19,-5-113-13,0 0-1,1 0 1,-1 0 0,0 0 0,0 0 0,1-1 0,-1 1 0,1 0 0,-1-1-1,1 1 1,-1-1 0,1 0 0,-1 0 0,1 1 0,-1-1 0,1 0 0,-1 0 0,1 0-1,-1-1 1,1 1 0,-1 0 0,1 0 0,-1-1 0,1 1 0,-1-1 0,0 1-1,1-1 1,-1 0 0,0 0 0,1 0 0,-1 1 0,0-1 0,0 0 0,0 0-1,0-1 1,0 1 0,0 0 0,0 0 0,0 0 0,0-1 0,0 1 0,-1 0-1,1-1 1,0 1 0,-1-1 0,0 1 0,1-1 0,-1 1 0,0-1-6,22-42-46,-2-1 1,-1-1 0,-3 0-1,4-25 46,2-15-893,-8 8-1097</inkml:trace>
  <inkml:trace contextRef="#ctx0" brushRef="#br0" timeOffset="-82435.119">3696 4229 20500,'0'0'8274,"0"0"-7682,0 0-72,0 150 17,-7-87-233,3 6-208,4 28-96,2-14-224,9-16-1473</inkml:trace>
  <inkml:trace contextRef="#ctx0" brushRef="#br0" timeOffset="-80016.173">1046 5442 21044,'0'0'6907,"0"0"-5226,0 0-1412,0 0 232,0 0-2,0 0-225,21-1-40,361-40 1048,302-76-1282,-224 33 76,608-51-76,-865 113 0,175-31 0,283-80 0,-482 86 0,166-31 0,-303 75-47,-40 3-435,-2 0-1045</inkml:trace>
  <inkml:trace contextRef="#ctx0" brushRef="#br1" timeOffset="-74013.918">1736 4925 29350,'0'0'1066,"0"0"-829,0 0-209,8 23 22,24 71 42,-24-76-74,0-1 0,1 0-1,0-1 1,2 0 0,0-1 0,0 0 0,2 0 0,0-2 0,0 1 0,1-2 0,1 0 0,0 0 0,1-1 0,0-1 0,12 5-18,15 5 54,1-1 0,1-3 0,0-1 0,1-3 0,0-1 0,1-3 0,0-2 0,1-1 0,-1-3-1,1-2 1,42-5-54,-66 2 40,-1-1-1,1-2 1,-1 0-1,0-1 1,-1-1 0,0-1-1,0-1 1,-1-1-1,20-13-39,81-37-2,-109 55 3,0 1 0,1 1 0,0 0 0,-1 0 0,1 2 0,1 0 0,-1 0 0,0 1 0,0 1-1,1 0 1,-1 2 0,0-1 0,0 1 0,0 1 0,0 1 0,0 0 0,-1 1 0,10 4-1,10 9 61,-2 2 0,0 2-1,-1 0 1,-1 2 0,-1 1-1,-1 2 1,-2 0 0,0 2-1,-2 0 1,10 20-61,-8-8 93,-13-52-82,-5-6-11,1-1 0,1 1 0,0 1 0,1 0 0,1 0 0,1 1 0,0 0 0,1 1 0,0 1 0,1 0 0,0 1 0,1 0 0,1 1 0,0 1 0,6-3 0,11 0 0,-1 2 0,1 2 0,0 0 0,1 3 0,0 0 0,0 3 0,1 0 0,-1 2 0,32 4 0,-33 2 0,-1 0 0,0 3 0,0 0 0,-1 2 0,0 1 0,-1 2 0,18 10 0,-17-7 0,2-2 0,0-1 0,0-1 0,1-2 0,1-2 0,17 2 0,-32-8 0,1-1 0,-1-1 0,0 0 0,0-2 0,0 0 0,0-1 0,0-1 0,0-1 0,-1-1 0,0-1 0,18-9 0,274-177 0,-54 28 0,49 31 0,-196 64-361,-88 43-678</inkml:trace>
  <inkml:trace contextRef="#ctx0" brushRef="#br0" timeOffset="-69089.085">292 4162 29462,'0'0'640,"0"0"-381,0 0-47,26-6 127,175-33 10,73-1 350,271-3-699,63-14 227,-487 45-212,1 5 0,-1 6 0,1 5 0,1 5-15,54-4 29,-176-5-42,1 1 0,0-1 0,-1 0 0,1 1 0,0-1 0,0 0 0,-1 0 0,1 0 0,0 0 0,-1 0-1,1-1 1,0 1 0,-1-1 0,1 1 0,0-1 0,-1 1 0,1-1 0,-1 0 0,1 0 0,-1 1 0,1-1 0,-1 0 0,0 0 0,1-1-1,-1 1 1,0 0 0,0 0 0,0-1 0,0 1 0,0-1 0,0 1 0,0-1 0,0 1 0,-1-1 0,1 1 0,-1-1 0,1 0 0,-1 1 0,1-1-1,-1-1 14,-3-6-1326,-12 2-1327</inkml:trace>
  <inkml:trace contextRef="#ctx0" brushRef="#br0" timeOffset="-68781.222">2703 3939 29686,'0'0'977,"0"0"-753,0 0-152,0 0 112,0 0 16,-31 142-80,31-59-40,13 39 104,14 42-24,1 8-64,-10-28 0,-5-50-56,-11-50-40,-2-21-32,0-7-184,0-4-344,-15-10-2049</inkml:trace>
  <inkml:trace contextRef="#ctx0" brushRef="#br0" timeOffset="-68429.926">469 5511 30382,'0'0'605,"0"0"-377,0 0-94,30 0 132,262-35 367,1105-251-114,-993 217-519,-398 68-38,-5 1 21,1 0-1,0 0 1,0-1 0,0 1 0,-1 0 0,1-1-1,0 1 1,-1-1 0,1 1 0,0-1-1,-1 0 1,1 0 0,-1 0 0,1 0 0,-1 0-1,1 0 1,-1 0 0,0 0 0,0-1-1,1 1 1,-1 0 0,0-1 0,0 1-1,0-1 1,-1 1 0,1-1 0,0 1 0,0-1-1,-1 0 1,1 0 0,-1-1 17,0-14-1548</inkml:trace>
  <inkml:trace contextRef="#ctx0" brushRef="#br0" timeOffset="-56393.146">2929 3111 29678,'0'0'1033,"0"0"-627,0 0 41,0 0 93,0 0-164,0 0-180,13 16-117,41 50-67,-53-65-12,0 0 0,0 0 0,0 0 0,-1 0 0,1 1 0,0-1 0,-1 0 0,1 0 0,-1 1 0,1-1 0,-1 0 0,0 1 0,1-1 0,-1 1 0,0-1 0,0 0 0,0 1 0,0-1 0,0 1 0,0-1 0,-1 0 0,1 1 0,0-1 0,-1 0 0,1 1 0,-1-1 0,1 0 0,-1 0 0,0 1 0,0-1 0,1 0 0,-1 0 0,0 0 0,0 0 0,0 0 0,0 0 0,0 0 0,0 0 0,-1 0 0,1-1 0,0 1 0,0 0 0,0-1 0,-1 1 0,1-1 0,0 1 0,-1-1 0,1 0 0,0 0 0,-1 1 0,1-1 0,-1 0 0,1 0 0,0 0 0,-1 0 0,1-1 0,-1 1 0,1 0 0,0-1 0,-1 1 0,1 0 0,0-1 0,0 0 0,-1 0 0,-2 1 0,3 1 0,-1-1 0,1 1 0,-1-1 0,0 0 0,1 1 0,-1-1 0,1 0 0,-1 0 0,0 0 0,1-1 0,-1 1 0,1 0 0,-1 0 0,1-1 0,-1 1 0,1-1 0,-1 0 0,1 1 0,-1-1 0,1 0 0,-1 0 0,1 0 0,0 0 0,0 0 0,0 0 0,-1 0 0,1 0 0,0 0 0,0-1 0,1 1 0,-1 0 0,0-1 0,0 1 0,1-1 0,-1 1 0,0-1 0,1 1 0,0-1 0,-1 1 0,1-1 0,0 1 0,0-1 0,0 0 0,0 1 0,0-1 0,0 1 0,0-1 0,0 0 0,1 1 0,-1-1 0,1 1 0,0-2 0,-1-1 0,1 0 0,-1-1 0,1 1 0,1 0 0,-1 0 0,0 0 0,1 0 0,0 0 0,0 0 0,0 0 0,0 0 0,1 1 0,-1-1 0,1 1 0,0 0 0,0 0 0,0 0 0,1 0 0,-1 0 0,1 1 0,-1 0 0,1-1 0,0 1 0,0 1 0,0-1 0,0 0 0,0 1 0,0 0 0,1 0 0,-1 0 0,1 1 0,-4 2 0,1 0 0,0 0 0,0 1 0,-1-1 0,1 0 0,-1 1 0,0-1 0,0 1 0,0 0 0,0-1 0,0 1 0,0 0 0,-1 0 0,1-1 0,-1 1 0,0 0 0,0 0 0,0 0 0,0 0 0,-1-1 0,1 1 0,-1 0 0,1 0 0,-1-1 0,0 1 0,0 0 0,0-1 0,-1 1 0,1-1 0,-1 1 0,1-1 0,-1 0 0,0 1 0,2-2 0,-1 1 0,1-1 0,-1 1 0,1-1 0,-1 0 0,1 1 0,-1-1 0,0 0 0,0 0 0,0 0 0,0 1 0,0-1 0,0 0 0,0 0 0,0 0 0,0-1 0,0 1 0,0 0 0,-1 0 0,1 0 0,0-1 0,-1 1 0,1-1 0,0 1 0,-1-1 0,1 0 0,-1 1 0,1-1 0,-1 0 0,1 0 0,-1 0 0,1 0 0,-1 0 0,1 0 0,0-1 0,-1 1 0,1 0 0,-1-1 0,1 1 0,0-1 0,-1 1 0,1-1 0,0 0 0,-1 0 0,1 1 0,0-1 0,0 0 0,0 0 0,0 0 0,0 0 0,0-1 0,0 1 0,0 0 0,0 0 0,1 0 0,-1-1 0,0 1 0,1 0 0,-1-1 0,1-6 0,-1 6 0,1 1 0,-1-1 0,1 0 0,-1 0 0,1-1 0,0 1 0,0 0 0,-1 0 0,2 0 0,-1 0 0,0 0 0,0 0 0,1 0 0,-1 0 0,1 0 0,-1 0 0,1 0 0,0 0 0,0 1 0,0-1 0,0 0 0,0 0 0,0 1 0,1-1 0,-1 1 0,0-1 0,1 1 0,-1-1 0,1 1 0,0 0 0,-1 0 0,1 0 0,0 0 0,0 0 0,0 0 0,0 0 0,-1 0 0,1 1 0,0-1 0,0 1 0,1 0 0,-1-1 0,0 1 0,0 0 0,0 0 0,0 0 0,29 0 0,-33 0-755,-11 0-1675</inkml:trace>
  <inkml:trace contextRef="#ctx0" brushRef="#br0" timeOffset="-55537.523">0 3864 26982,'0'0'1235,"0"0"-703,0 0-75,0 0 70,0 0-82,20 2-143,130 10 85,130-7 718,124-20-1105,-103 2 134,-125 8-31,0-8 1,-1-7-1,25-13-103,-128 17 54,413-86 215,86 9-269,562-40 28,486-27-28,-1455 148 0,64-6 0,144 11 0,-348 12-12,-32 3 41,-42 6-349,-6-4-1193</inkml:trace>
  <inkml:trace contextRef="#ctx0" brushRef="#br0" timeOffset="-45745.105">3161 4689 19996,'0'0'8194,"0"0"-6264,0 0-1766,0 0-34,0 0 8,6 7-5,-5-6-130,3 4 31,0 0-1,0 0 1,-1 0 0,1 0 0,-1 1-1,0 0 1,0 0 0,-1 0-1,0 0 1,0 0 0,0 0 0,-1 0-1,0 0 1,0 4-34,-1-8 22,1-1 1,-1 0-1,0 0 1,0 1-1,0-1 1,0 0-1,0 0 1,0 1-1,-1-1 1,1 0-1,0 0 0,-1 1 1,1-1-1,0 0 1,-1 0-1,0 0 1,1 0-1,-1 0 1,0 0-1,1 0 1,-1 0-1,0 0 0,0 0 1,0 0-1,0 0 1,0 0-1,0-1 1,0 1-1,0 0 1,0-1-1,0 1 1,0-1-1,0 1 1,-1-1-1,1 1 0,0-1 1,0 0-1,-1 0 1,1 0-1,0 1 1,0-1-1,-1-1 1,1 1-1,0 0 1,0 0-1,-1 0 0,1-1 1,0 1-1,0 0 1,0-1-1,-1 1 1,1-1-1,0 0 1,0 1-1,0-1 1,0 0-23,-8-4 20,1-1 1,1 0 0,-1 0 0,1-1 0,0 0 0,0 0 0,1 0-1,0-1 1,0 0 0,1 0 0,0-1 0,1 1 0,-2-4-21,-27-41 78,17 37-78,41 53 0,-20-61 0,0-1 0,-4 25 0,0 0 0,-1 0 0,1 0 0,0 0 0,0 0 0,0 0 0,0 0 0,0 1 0,-1-1 0,1 0 0,0 1 0,0-1 0,-1 0 0,1 1 0,0-1 0,0 1 0,-1-1 0,1 1 0,-1 0 0,1-1 0,0 1 0,-1 0 0,1-1 0,-1 1 0,1 0 0,-1 0 0,0-1 0,1 1 0,-1 0 0,0 0 0,0 0 0,1 0 0,-1-1 0,0 1 0,0 0 0,0 0 0,0 0 0,0 0 0,0 0 0,0 0 0,0-1 0,-1 1 0,1 0 0,0 0 0,0 0 0,0 2 0,0 0 0,1 1 0,-1-1 0,0 0 0,-1 0 0,1 1 0,0-1 0,-1 0 0,0 0 0,0 0 0,0 0 0,0 0 0,0 0 0,-1 0 0,1 0 0,-1 0 0,0 0 0,1-1 0,-2 1 0,1-1 0,0 1 0,0-1 0,-1 0 0,1 0 0,-1 0 0,0 0 0,1 0 0,-1-1 0,-2 1 0,-2-11 0,7 4 0,1 0 0,0 0 0,0 1 0,0-1 0,0 0 0,1 0 0,0 1 0,0-1 0,0 1 0,0-1 0,1 1 0,-1 0 0,1 0 0,0 0 0,1 0 0,-1 1 0,1-1 0,-1 1 0,1 0 0,0 0 0,0 0 0,1 1 0,-1-1 0,0 1 0,1 0 0,-1 0 0,5 0 0,-5 39 0,-4-34 0,0 0 0,0 0 0,-1 0 0,0 0 0,1 0 0,-1 0 0,0 0 0,-1 0 0,1-1 0,0 1 0,-1 0 0,1-1 0,-1 1 0,0-1 0,0 0 0,0 0 0,0 1 0,0-1 0,-1 0 0,1-1 0,0 1 0,-1 0 0,0-1 0,1 0 0,-1 1 0,0-1 0,0 0 0,-1 0 0,-1-25 0,33-49-1307,-12 48-1291</inkml:trace>
  <inkml:trace contextRef="#ctx0" brushRef="#br0" timeOffset="-40577.268">1870 3527 29222,'0'0'736,"0"0"-79,0 0-65,42 112-256,-14-72-128,3-1-64,2-3-24,0-11-72,-5-11-8,1-14 120,-5 0 24,4-25 32,-2-15-112,1-7-104,1-5 0,10-15-208,-6 14-864,-7 12-3017</inkml:trace>
  <inkml:trace contextRef="#ctx0" brushRef="#br0" timeOffset="-38568.773">3740 4866 27006,'0'0'789,"0"0"-279,0 0 269,0 0 127,0 0-293,0 0-241,-5 4-148,3-3-193,2-1-28,1 0 0,-1 0 0,0 1 0,0-1 0,1 0 0,-1 0 0,0 1 0,0-1 0,1 0 0,-1 1 0,0-1 0,0 0 0,0 1 0,0-1 0,1 0 0,-1 1 0,0-1 0,0 0 0,0 1 0,0-1 0,0 0 0,0 1 0,0-1 0,0 1 0,0-1 0,0 0 0,0 1 0,0-1 0,0 0 0,0 1 0,-1-1 0,1 0 0,0 1 0,0-1 0,0 0 0,0 1 0,-1-1 0,1 0 0,0 1 0,0-1 0,-1 0 0,1 0 0,0 1 0,-1-1 0,1 0 0,0 0 0,0 0 0,-1 1 0,1-1 1,0 0-1,-1 0 0,1 0 0,-1 0 0,1 0 0,0 0 0,-1 0 0,1 0 0,0 0 0,-1 0 0,1 0 0,0 0 0,-1 0 0,1 0 0,-1 0-3,543-49 704,318-24-493,-619 37-61,-37 3-88,0 9 0,126 4-62,-354 20-967,-11-2-1816</inkml:trace>
  <inkml:trace contextRef="#ctx0" brushRef="#br0" timeOffset="-11067.158">1526 432 29310,'0'0'808,"0"0"-503,21-3-213,314-27 401,-317 30-494,82-2-49,-1 4-1,0 4 1,72 15 50,-79-3-351,-129-3 707,29-8-350,0 0 0,1 1-1,0 0 1,0 1 0,1-1-1,0 1 1,1 0 0,0 1 0,0-1-1,1 1 1,0 0 0,1 0-1,0 1 1,1-1 0,0 0-1,0 1 1,1 0 0,1-1 0,-1 1-1,2 0 1,0-1 0,0 1-1,1 4-5,-2-8 4,9 132 5,5-1 1,6 0-1,21 64-9,-19-90 13,207 1138 785,-142-866-808,-77-323-2045,-10-47-1421</inkml:trace>
  <inkml:trace contextRef="#ctx0" brushRef="#br0" timeOffset="-10766.355">2129 3500 29694,'0'0'977,"149"16"-425,-55-8-104,-15-6 152,9-2-176,4 0-352,-9 0-72,-13-4 0,-2-4-64,-22 2-928,-24 0-2169</inkml:trace>
  <inkml:trace contextRef="#ctx0" brushRef="#br0" timeOffset="-5637.32">996 3792 27862,'0'0'2657,"0"0"-1849,0 0-408,0 0 79,0 0-114,4 1-196,25 1-166,1 0 1,-1-2-1,0-1 0,0-2 0,0 0 0,0-2 0,0-2 0,23-7-3,-31 8 2,38-9-2,-30 6 0,1 1 0,0 1 0,0 2 0,1 1 0,-1 1 0,1 2 0,4 1 0,-33 0-66,0 0 0,0 1 0,-1-1-1,1 0 1,0 1 0,0-1 0,-1 1 0,1-1 0,0 1-1,-1 0 1,1-1 0,-1 1 0,1 0 0,-1 0 0,1 0-1,-1 0 1,0 1 0,1-1 0,-1 0 0,0 1 0,0-1 0,0 0-1,0 1 1,0-1 0,0 1 0,-1 0 0,1-1 0,0 2 66,1 20-4653</inkml:trace>
  <inkml:trace contextRef="#ctx0" brushRef="#br0" timeOffset="888.318">1107 2212 22957,'0'0'3353,"0"0"-1017,0 0-1568,0 0-512,0 0 200,0 0 49,53 148-241,-14-103-72,10-11-48,5-17-8,10-17-40,6-2-48,44-63-48,-15 4-320,-14-4-1577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32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32519,'0'0'248,"0"0"-248,0 0-968,0 0-3673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26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205 881 28534,'0'0'2225,"146"-26"-2009,-10-13-136,16-3 64,-23 9 32,-37 13-88,-37 14-88,0 6-16,-9 0-464,-9 2-1097</inkml:trace>
  <inkml:trace contextRef="#ctx0" brushRef="#br0" timeOffset="296.923">571 774 28846,'-15'19'731,"-129"208"313,64-50-837,8 2 0,7 4 0,9 3 0,8 1 0,8 3 0,3 40-207,24 9-1006,16-251 461,19-69-381,1-8-3544,3-17-10284</inkml:trace>
  <inkml:trace contextRef="#ctx0" brushRef="#br0" timeOffset="851.556">739 725 10162,'0'0'15672,"0"0"-12105,-1 21-3083,-32 157 454,8-108-904,-3 0 0,-3-2 1,-3-1-1,-2-1 1,-4-3-1,-17 19-34,24-52-457,31-42-407,10-5 724,1 1-1,0 0 1,1 0 0,0 1 0,2 1 0,0-1-1,0 2 1,1 0 0,6-4 140,-15 13 0,1-1 0,1 1-1,-1 0 1,0 0 0,1 1 0,0-1-1,0 1 1,0 0 0,0 1 0,0 0-1,1 0 1,-1 0 0,1 1 0,-1 0 0,1 0-1,-1 0 1,5 1 0,-8 0 8,-1 1 0,0-1-1,0 1 1,0-1 0,0 1 0,0 0-1,1 0 1,-2 0 0,1 0 0,0 0-1,0 1 1,0-1 0,0 0 0,-1 1-1,1 0 1,-1-1 0,1 1 0,-1 0-1,0 0 1,1-1 0,-1 1 0,0 0 0,0 0-1,-1 0 1,1 1 0,0-1 0,-1 0-1,1 0 1,-1 0 0,1 0 0,-1 1-1,0-1 1,0 0 0,0 2-8,-6 82 938,-59 134 782,65-218-1718,-1 1 0,0 1 0,0 0 0,1-1 0,-1 1 0,1 0 0,0 0 0,0-1 0,0 1 0,1 0 0,-1-1 0,1 1 0,0 0 0,0-1 1,0 1-1,0 0 0,1-1 0,0 0 0,-1 1 0,1-1 0,0 0 0,1 0 0,-1 0 0,0 0 0,1 0 0,0-1 0,0 1 0,-1-1 0,1 0 0,1 0 0,-1 0 0,0 0 0,0 0 0,4 1-2,124 24 26,-115-26-24,-1 1 0,1 0 1,0 1-1,-1 0 0,1 1 1,-1 1-1,0 1 0,-1 0 0,1 1 1,-1 0-1,-1 1 0,1 1 0,-1 0 1,0 2-3,-8-5 4,-1 1 1,0 0-1,0 0 0,0 0 1,-1 0-1,0 1 1,-1-1-1,0 1 1,0 0-1,0-1 1,-1 1-1,0 0 0,-1 0 1,0 0-1,0 0 1,0 0-1,-1 0 1,-1 0-1,1 0 0,-1-1 1,0 1-1,-1 0 1,0-1-1,0 0 1,-1 0-1,1 0 0,-2 0 1,1 0-1,-1-1 1,0 0-1,0 0 1,-1 0-1,1-1 0,-1 1 1,-1-1-1,1-1 1,-1 1-5,-27 22 60,0-1 1,-2-2 0,-1-1-1,-1-2 1,-1-2 0,-1-1 0,0-2-1,-1-2 1,0-2 0,-11 1-61,-65-5 254,115-8-250,0 0-1,-1 0 0,1 0 1,0-1-1,0 1 1,0-1-1,0 0 0,0 1 1,0-1-1,0 0 1,0 0-1,0-1 0,0 1 1,0 0-1,1-1 0,-1 1 1,1-1-1,-1 1 1,1-1-1,-1 1 0,1-1 1,0 0-1,0 0 1,0 0-1,0 0 0,0 0 1,0 0-1,0 0 0,1 0 1,-1 0-1,1 0 1,0-1-1,-1 1 0,1 0 1,0 0-1,0 0 1,0 0-1,1-1 0,-1 0-3,40-86-16,-5 54-7,2 2 0,1 1 0,2 2 0,1 2 0,1 1 0,1 3 0,19-7 23,-24 10-55,289-150-2269,-211 111-2451</inkml:trace>
  <inkml:trace contextRef="#ctx0" brushRef="#br0" timeOffset="1473.332">1555 1141 31055,'0'0'545,"24"1"-362,167 12 22,102 21-2672,-292-34 2401,0 0-1,1 0 1,-1 0 0,0 0 0,0 1-1,0-1 1,1 0 0,-1 1 0,0-1-1,0 1 1,0-1 0,0 1 0,0-1-1,0 1 1,0 0 0,0 0 0,0-1-1,0 1 1,0 0 0,-1 0-1,1 0 1,0 0 0,0 0 0,-1 0-1,1 0 1,-1 0 0,1 0 0,-1 1-1,1-1 1,-1 0 0,0 0 0,0 0-1,1 0 1,-1 1 0,0-1 0,0 0-1,0 0 1,0 0 0,-1 1 0,1-1-1,0 0 1,0 0 0,-1 0-1,1 1 1,-1-1 0,1 0 0,-1 0-1,1 0 1,-1 0 0,0 0 0,1 0-1,-1 0 1,-1 0 66,-53 51 766,47-45-534,-67 53 571,3 3-1,2 3 1,4 4 0,2 2-1,4 3 1,-22 39-803,71-99-29,1 0 1,0 0 0,1 1-1,1 1 1,0-1-1,1 1 1,1 1-1,1-1 1,0 1 0,2 0-1,0 0 1,1 0-1,0 6 29,2-24-20,0 1-1,1 0 1,-1 0-1,1 0 1,-1-1-1,0 1 1,1 0-1,-1-1 0,1 1 1,0 0-1,-1-1 1,1 1-1,-1 0 1,1-1-1,0 1 1,0-1-1,-1 1 0,1-1 1,0 0-1,0 1 1,-1-1-1,1 0 1,0 1-1,0-1 1,0 0-1,0 0 0,0 0 1,-1 0-1,1 0 1,0 0-1,0 0 1,0 0-1,0 0 1,0 0-1,-1-1 0,1 1 1,0 0-1,0 0 1,0-1-1,-1 1 1,1-1-1,0 1 1,0 0-1,-1-1 0,1 0 1,0 1 20,9-7-139,0-1 0,-1 1 0,0-2 1,0 1-1,-1-1 0,0-1 0,0 1 0,-1-1 1,-1 0-1,0-1 0,2-4 139,7-9-228,32-54-189,-31 48 422,1 1-1,1 1 1,2 0-1,1 1 1,1 1-1,1 1 0,9-6-4,-31 29 52,1 0-1,0 0 1,0 0-1,1 0 1,-1 0-1,0 1 1,0-1-1,1 1 1,-1-1-1,1 1 1,0 0-1,-1 0 1,1 0-1,0 0 1,-1 0-1,1 1 1,0-1-1,0 1 1,0 0-1,0 0 1,0 0-1,-1 0 1,1 0-1,0 1 1,0-1-1,0 1 0,-1 0 1,1 0-1,0 0 1,-1 0-1,1 0 1,0 0-1,-1 1 1,0-1-1,1 1 1,-1 0-1,0 0 1,2 2-52,1 10 68,-2 0 0,1 0 1,-2 0-1,0 1 0,0-1 1,-2 1-1,0-1 0,0 1 1,-1-1-1,-1 0 0,-1 1 1,0-1-1,-3 9-68,6-20 2,0 0 0,-1 0 0,1 0 0,-1 0 0,0-1 1,0 1-1,0 0 0,0 0 0,0-1 0,0 1 0,-1 0 0,1-1 0,-1 0 0,0 1 0,0-1 0,0 0 1,0 0-1,0 0 0,0 0 0,0 0 0,-1 0 0,1-1 0,-1 1 0,0-1 0,1 0 0,-1 1 0,0-1 1,1-1-1,-1 1 0,0 0 0,0-1 0,0 1 0,0-1 0,0 0 0,0 0 0,0 0 0,-1 0-2,1-5-27,-1 0 0,1-1 0,-1 1 0,2 0 0,-1-1 0,0 0 0,1 0 0,0 0 0,1 0 0,-1 0 0,1 0 0,0 0 0,1 0 0,0-1 1,0 1-1,0 0 0,0 0 0,1 0 0,0-1 0,0 1 0,2-2 27,0-4-131,1 0 1,0 1-1,1 0 1,1 0 0,0 0-1,0 0 1,1 1 0,0 0-1,0 1 1,10-9 130,-3 1-231,54-63-1663,-2 10-2355</inkml:trace>
  <inkml:trace contextRef="#ctx0" brushRef="#br0" timeOffset="2073.719">2616 733 29766,'0'0'1111,"0"0"-768,19 9-139,-8-5-168,5 2 13,0 0 1,0 0-1,-1 2 1,0 0-1,0 0 0,-1 2 1,0 0-1,0 0 1,-1 1-1,-1 1 1,0 0-1,0 1 0,-1 0 1,-1 1-1,0 0 1,-1 0-1,-1 1 0,0 0 1,2 7-50,-11-2-67,0-1 1,-1 1-1,-1-1 0,-1 1 1,-1-1-1,0 0 1,-2-1-1,0 1 0,-1-1 1,-1-1-1,0 0 0,-2 0 1,0 0-1,0-2 1,-2 1-1,0-1 0,-1-1 1,0-1-1,-1 0 0,0 0 1,-1-2-1,-1 0 1,1-1-1,-19 8 67,-84 23-1529,116-40 1467,-1-1 0,1 1 0,0-1 0,-1 0-1,1 0 1,-1 0 0,1-1 0,0 1 0,-1-1-1,1 0 1,0 0 0,0 0 0,-1 0 0,1 0-1,0-1 1,0 1 0,0-1 0,1 0-1,-1 0 1,0 0 0,1 0 0,-1-1 0,1 1-1,0-1 1,-1 1 0,1-1 0,1 0 0,-1 0-1,0 0 1,1 0 0,-1 0 0,1 0 0,0 0-1,-1-2 63,-5-132-493,7 135 563,0-1 0,0 1 1,1-1-1,-1 1 0,0-1 0,1 1 0,0 0 1,-1-1-1,1 1 0,0 0 0,0 0 0,1-1 0,-1 1 1,0 0-1,1 0 0,-1 0 0,1 1 0,-1-1 1,1 0-1,0 1 0,0-1 0,0 1 0,0-1 1,0 1-1,0 0 0,0 0 0,1 0 0,-1 0 0,0 0 1,1 0-1,-1 1 0,0-1 0,1 1 0,-1 0 1,1-1-1,-1 1 0,0 0 0,1 0 0,-1 1 1,1-1-1,-1 1 0,1-1 0,-1 1 0,0 0 0,1 0 1,-1-1-1,0 2 0,0-1 0,0 0 0,0 0 1,0 1-1,0-1 0,0 1 0,1 1-70,4 10 98,-1 0-1,-1 1 1,0-1 0,0 1-1,-1 0 1,-1 1 0,-1-1-1,0 0 1,-1 1-1,0-1 1,-1 1 0,-1 0-1,-1 6-97,2 6 99,-11 252 255,14-272-355,-1 0-1,1-1 1,0 1 0,0-1 0,1 1-1,0-1 1,0-1 0,0 1 0,1 0-1,0-1 1,0 0 0,0 0 0,1-1-1,0 1 1,-1-1 0,2 0 0,-1-1 0,0 1-1,1-1 1,-1-1 0,1 1 0,0-1-1,0 0 1,0-1 0,0 1 0,0-2-1,0 1 1,3-1 1,1 2-5,-1 0 1,0 0-1,0 1 0,0 0 1,0 1-1,0 0 0,-1 1 1,0 0-1,0 0 0,0 1 1,-1 0-1,1 0 1,-1 1-1,2 3 5,-8-3-4,1 0 0,-1 0 0,0 1 0,0-1 0,-1 1 0,0-1 0,0 1-1,-1 0 1,0-1 0,0 1 0,-1 0 0,0-1 0,-1 1 0,1-1 0,-1 1 0,-1-1 0,1 0 0,-1 0 0,-1 0 0,1 0 0,-1 0 0,0-1 0,-1 0 0,1 0 0,-1 0 0,-1 0 0,1-1-1,-2 1 6,-17 24 1,-2-2 1,0-1-1,-2-1 1,-1-2-1,-1 0 1,-1-2-1,-1-2 1,-1 0-1,0-3 1,-2 0-1,0-3 1,0 0-1,-1-3 1,-1-1-1,0-1 1,0-2-1,-23 0-2,58-6 1,0 0 0,0-1 0,0 0-1,0 1 1,0-1 0,0 0 0,0 0-1,0 0 1,0 0 0,0 0 0,0 0-1,0 0 1,0-1 0,0 1 0,0-1 0,0 0-1,0 0 1,0 1 0,1-1 0,-1 0-1,0-1 1,0 1 0,1 0 0,-1 0 0,1-1-1,-1 1 1,1-1 0,-1 1 0,1-1-1,0 1 1,0-1 0,0 0 0,0 0 0,0 0-1,0 0 1,1 1 0,-1-1 0,0 0-1,1 0 1,0 0 0,-1 0 0,1-1 0,0 1-1,0 0 1,0 0 0,0 0 0,1 0-1,-1 0 1,0 0 0,1 0 0,0 0-1,-1 0 1,1 0 0,0 1 0,1-3-1,7-10-5,0 0 0,1 0 0,1 1 0,0 0 0,1 1 1,0 0-1,1 1 0,0 0 0,1 1 0,3-1 5,-8 4 0,404-267-719,-314 210-1162</inkml:trace>
  <inkml:trace contextRef="#ctx0" brushRef="#br0" timeOffset="2436.338">3644 804 30094,'0'0'649,"0"0"-457,0 0 120,0 0-88,138 79-96,-86-63-128,-1 3-24,-16 17-560,-15-5-905,-20 1-3288</inkml:trace>
  <inkml:trace contextRef="#ctx0" brushRef="#br0" timeOffset="2769.142">3238 1646 26310,'-11'24'3204,"2"-8"-2870,-60 168 403,67 42-211,2-219-555,0 0 1,0 0 0,1-1 0,0 1 0,0 0 0,1 0-1,0 0 1,0-1 0,1 1 0,0-1 0,0 0 0,0 1-1,1-1 1,-1-1 0,2 1 0,-1-1 0,0 1 0,1-1-1,0 0 1,1-1 0,-1 1 0,1-1 0,-1 0-1,5 1 30,-6-6-20,0 0 0,0-1 0,-1 0 0,1 0 0,0 0 0,-1 0 0,0-1 0,1 1 0,-1-1 0,0 0 0,0 0 0,0 0 0,-1 0 0,1 0 0,-1-1 0,0 1 0,0-1 0,0 0 0,0 1 0,-1-1 0,1 0 0,-1 0 0,0 0 0,0 0 0,0-1 19,8-17-56,-8 19 54,16-39-16,1 1 1,2 1-1,2 1 1,1 0-1,2 2 1,2 1-1,1 1 0,2 2 1,1 0-1,23-17 18,-1 17 43,1 2-1,2 3 0,0 2 1,2 3-1,0 2 0,2 3 0,0 2 1,1 3-1,0 3 0,0 2 1,1 3-1,0 3 0,1 3 0,43 6-42,-95-7 31,0 0-1,0 1 1,0 0-1,0 1 1,-1 0-1,1 1 0,-1 0 1,1 1-1,-1 0 1,0 0-1,-1 1 0,1 1 1,-1-1-1,0 2 1,0-1-1,-1 1 1,0 0-1,0 1 0,0 0 1,-1 0-1,0 1 1,-1 0-1,0 0 0,-1 0 1,1 1-1,1 7-30,-3-3 45,0 1-1,-1-1 1,-1 1-1,-1 0 1,0 0-1,0 0 1,-2 0-1,0 0 1,-1 0-1,0 0 1,-1-1-1,-1 1 1,0-1-1,-1 1 1,0-2-1,-1 1 1,-3 4-45,-10 15 20,0 0 1,-3-1 0,0-1-1,-2-2 1,-1 0 0,-9 6-21,13-13-34,-2-1 0,0-2 1,-2 0-1,0-2 1,0 0-1,-2-2 0,-23 10 34,38-19-154,0-1 0,0-1 0,0 0 0,0-1 1,-1 0-1,0-1 0,0 0 0,1-1 0,-1-1 0,0 0 0,0-1 0,0 0 0,0-1 0,1 0 0,-1-1 0,1 0 0,-1-1 0,1-1 0,-5-2 154,-47-39-2499,13-9-1778</inkml:trace>
  <inkml:trace contextRef="#ctx0" brushRef="#br0" timeOffset="3267.055">3911 1275 27598,'0'0'833,"-2"21"-246,-44 192 721,-118 264-561,149-415-1651,24-71-96,105-152 147,-77 102-324,4 2 1,1 1 0,3 3-1,31-27 1177,21 25 3342,-94 54-3239,0 0 0,0 0 0,0 1 0,0 0 1,0-1-1,0 1 0,0 0 0,0 0 1,0 1-1,0-1 0,0 1 0,0-1 0,0 1 1,0 0-1,-1 0 0,1 0 0,0 1 1,-1-1-1,1 1 0,0-1 0,-1 1 0,0 0 1,1 0-1,-1 0 0,0 0 0,0 0 1,0 1-1,0-1 0,-1 0 0,1 1 1,-1 0-1,1-1 0,-1 1 0,1 2-103,20 112 1036,-22-104-1016,1 0 0,0 0 0,1 0 0,0-1 0,1 1 0,1 0 0,0-1 0,1 0 0,0 0 0,3 4-20,-7-15-17,0 1-1,1-1 0,-1 0 0,1 0 0,0 1 0,-1-1 0,1 0 0,0 0 1,0-1-1,-1 1 0,1 0 0,0-1 0,0 1 0,0-1 0,0 1 0,0-1 0,0 0 1,0 0-1,0 0 0,0 0 0,0 0 0,0 0 0,0-1 0,0 1 0,0-1 1,0 1-1,0-1 0,0 0 0,-1 0 0,1 0 0,0 0 0,-1 0 0,1 0 1,0 0-1,-1-1 0,1 1 0,-1 0 0,0-1 0,1 1 0,-1-1 0,0 0 0,0 1 1,0-1-1,0 0 0,0 0 0,0 1 0,-1-1 0,1 0 0,-1 0 0,1 0 1,-1 0-1,0 0 0,0 0 0,1-1 18,24-136-892,-25 138 916,1 1 1,0 0 0,-1 0-1,1-1 1,0 1 0,-1 0-1,1 0 1,0 0 0,-1-1-1,1 1 1,0 0 0,-1 0 0,1 0-1,0 0 1,-1 1 0,1-1-1,0 0 1,-1 0 0,1 0-1,0 0 1,-1 1 0,1-1-1,0 0 1,-1 1 0,1-1-1,-1 0 1,1 1 0,-1-1-1,1 1 1,-1-1 0,1 1-1,-1-1 1,1 1 0,-1-1-1,1 1 1,-1-1 0,0 1-1,1 0 1,-1-1 0,0 1-1,0 0 1,1-1 0,-1 1-1,0 0 1,0-1 0,0 1 0,0 0-1,0-1 1,0 1 0,0 0-1,0-1 1,0 1 0,0 0-1,-1-1 1,1 1 0,0 0-1,0-1 1,-1 1-25,3 2 0,2 2-77,-1-1 1,1 0-1,0 0 0,0 0 1,0-1-1,1 1 1,-1-1-1,1 0 1,0-1-1,-1 1 0,1-1 1,1 0-1,-1 0 1,0 0-1,0-1 1,1 0-1,-1 0 1,1 0-1,-1-1 0,1 1 1,-1-1-1,4-1 77,32 2-5901</inkml:trace>
  <inkml:trace contextRef="#ctx0" brushRef="#br0" timeOffset="3709.782">5592 753 30318,'0'0'737,"-52"102"-529,-25 1 48,-26 29-8,2-6-96,18-23-96,24-30-40,17-24-16,0 4-152,10-5-232,23-15-697,9-19-839,11-14-4417</inkml:trace>
  <inkml:trace contextRef="#ctx0" brushRef="#br0" timeOffset="3992.102">5224 1538 27670,'0'0'1752,"-13"120"-912,-16-43-207,-8 16-217,0 1-160,8-19-176,8-2-80,10-23-136,15-50-520,22-4-697,5-38-1087</inkml:trace>
  <inkml:trace contextRef="#ctx0" brushRef="#br0" timeOffset="4332.596">5638 853 28494,'0'0'978,"20"1"-212,63 6-172,-79-5-570,-1 0 0,0 0 0,0 0-1,0 0 1,-1 0 0,1 1 0,-1-1 0,1 1 0,-1 0 0,0 0-1,0 0 1,0 0 0,0 0 0,0 0 0,-1 0 0,1 1 0,-1-1 0,0 0-1,0 1 1,0-1 0,-1 1 0,1-1 0,-1 1 0,0 0 0,0-1-1,0 1 1,0-1 0,-1 1 0,1 0 0,-1-1 0,0 0 0,0 1 0,-1-1-1,1 1-23,0 3 36,-7 31 20,-2 0 0,-1-1-1,-2 0 1,-2-1 0,-1 0 0,-2-2 0,-1 0 0,-2-1 0,-1-1 0,-22 24-56,9-15 7,-3-1 1,-1-1 0,-2-3-1,-43 31-7,42-40-15,33-23-101,28-20-133,23-16 155,1 2 1,2 2-1,1 2 0,1 2 1,1 2-1,1 2 0,1 3 1,38-9 93,-77 24-14,-9 1 8,0 0 0,0-1 0,0 1-1,0 0 1,1 0 0,-1 0 0,0 1 0,1-1 0,-1 1 0,0-1 0,1 1-1,-1 0 1,0 0 0,1 0 0,-1 0 0,0 0 0,1 0 0,-1 1 0,1-1 0,-1 1-1,0-1 1,0 1 0,1 0 0,-1 0 0,0 0 0,0 0 0,0 1 0,0-1-1,0 1 1,0-1 0,-1 1 0,1-1 0,0 1 0,-1 0 0,1 0 0,-1 0-1,0 0 1,1 0 0,-1 0 0,0 0 0,0 0 0,0 3 6,-3 5 3,0 0 0,-1 0 0,0 1 0,-1-2 0,0 1 0,0 0 0,-1-1 0,0 0-1,-1 0 1,0 0 0,0-1 0,-1 0 0,0 0 0,-1 0 0,-8 6-3,-3 6 3,-234 236 41,231-231-47,32-22-64,8-3 55,-14-2 25,0 2 0,0-1 1,0 0-1,0 1 0,0 0 1,0 0-1,0 0 0,0 0 1,0 1-1,0 0 0,0-1 1,-1 2-1,1-1 1,0 0-1,0 1 0,-1-1 1,1 1-1,-1 0 0,1 0 1,-1 1-1,0-1 0,0 1 1,0-1-1,0 1 1,0 0-1,0 0 0,-1 1 1,0-1-1,0 0 0,1 3-13,0 10 78,0 0-1,-2 1 1,0-1-1,-1 0 0,-1 1 1,0-1-1,-1 1 1,-1-1-1,-1 0 0,0 0 1,-1-1-1,0 1 1,-4 5-78,-5 24 91,7-16-30,12-23-1,32-21 67,152-139 10,199-221-1881,-306 284-858</inkml:trace>
  <inkml:trace contextRef="#ctx0" brushRef="#br0" timeOffset="4557.564">6769 849 30687,'0'0'1128,"0"0"-976,-103 134 48,57-72 168,-2 3-184,-2 2-176,-3 4-8,5-8-336,11-12-400,17-29-825,11-18-391,9-4-1873</inkml:trace>
  <inkml:trace contextRef="#ctx0" brushRef="#br0" timeOffset="4795.616">6436 1453 28446,'0'0'1856,"0"136"-1191,-11-20-129,-8 38-56,-1-12-200,7-29-176,6-40-104,7-48-264,0-9-136,13-16 160,16-12 88,28-88-368,-7 3-889,1-6-1719</inkml:trace>
  <inkml:trace contextRef="#ctx0" brushRef="#br0" timeOffset="5248.851">7127 660 24573,'0'0'4733,"19"3"-3538,-5-2-1155,-1 0 0,1 1 0,-1 1 0,0 0 0,0 1 0,0 0 0,0 1 0,-1 0 0,0 1 0,0 1 0,0 0-1,-1 0 1,0 1 0,0 1 0,-1 0 0,0 0 0,-1 1 0,0 0 0,-1 0 0,2 3-40,-6-4 0,-1 1 0,0 0 0,0 0 0,0 0 0,-2 0 0,1 1 0,-1-1 0,-1 0 0,1 1 0,-2-1 0,0 0 0,0 1 0,-1-1 0,0 0 0,0 0 0,-1 0 0,-1 0-1,0-1 1,0 1 0,-3 2 0,-8 15-9,-1-1 0,-1-1 0,-1-1-1,-1 0 1,-1-2 0,-9 7 9,-27 22 134,-2-2 0,-3-2 0,-1-4 0,-3-2 0,-1-3 0,-13 3-134,65-29 246,45-19-216,142-57-3,-121 41-92,2 3 1,0 2-1,1 2 1,0 3-1,9 1 65,-62 11-1,0 0 0,0 0 0,0 0-1,0 0 1,1 0 0,-1 1 0,0-1 0,0 1-1,1-1 1,-1 1 0,0 0 0,0 0 0,1 0-1,-1 0 1,0 0 0,0 1 0,1-1 0,-1 1-1,0 0 1,0-1 0,0 1 0,1 0 0,-1 0-1,0 0 1,-1 0 0,1 1 0,0-1 0,0 1-1,0-1 1,-1 1 0,1-1 0,-1 1 0,1 0-1,-1 0 1,0 0 0,0 0 0,1 0 0,-1 0-1,-1 0 1,1 0 0,0 0 0,0 0 0,-1 1-1,1-1 1,-1 0 0,0 0 0,0 1 0,0-1-1,0 0 1,0 2 1,-5 14 4,-1-1 0,0 0 0,-1 0-1,-1-1 1,-1 0 0,0 0 0,-1-1-1,0 0 1,-1-1 0,-1 0 0,-1-1 0,0 0-1,-13 10-3,1 2 2,-183 185 254,207-209-250,0 0-4,0-1 1,0 1-1,0-1 1,0 1-1,0-1 1,0 1-1,1 0 1,-1-1 0,0 1-1,0 0 1,0 0-1,1 0 1,-1 0-1,0-1 1,1 1-1,-1 0 1,1 0 0,-1 0-1,1 1 1,-1-1-1,1 0 1,0 0-1,-1 0 1,1 0 0,0 0-1,0 0 1,0 0-1,0 1 1,0-1-1,0 0 1,0 0-1,1 0 1,-1 0 0,0 0-1,0 0 1,1 0-1,-1 0 1,1 0-1,-1 0 1,1 1-3,19-5-22,1 0 1,-1-1-1,-1-2 1,1 0-1,-1 0 0,0-2 1,0-1-1,0-1 22,87-32-249,-101 40 239,-2 0 7,0 1 0,1-1-1,0 0 1,-1 1 0,1 0 0,0 0 0,-1 0-1,1 0 1,0 1 0,0-1 0,0 1-1,0 0 1,0 0 0,-1 0 0,1 1-1,0-1 1,0 1 0,0 0 0,-1 0 0,1 0-1,0 1 1,-1-1 0,1 1 0,-1 0-1,0 0 1,1 0 0,-1 1 0,0-1-1,1 2 4,-1 7 2,-1 0-1,0 0 0,-1 0 1,-1 0-1,1 0 0,-2 1 1,1-1-1,-2 0 0,1 0 1,-2 0-1,1 0 0,-1 0 1,-1-1-1,0 0 0,-1 1 1,0 0-2,-125 253 545,130-263-540,0 0 1,-1 0-1,1 0 0,0 0 0,0 1 0,0-1 1,1 0-1,-1 0 0,0 0 0,0 0 0,0 0 1,1 0-1,-1 0 0,1 0 0,-1 0 0,1 0 1,-1 0-1,1 0 0,-1-1 0,1 1 0,0 0 1,-1 0-1,1 0 0,0-1 0,0 1 0,0 0 0,0-1 1,-1 1-1,1-1 0,0 1 0,0-1 0,0 1 1,0-1-1,0 0 0,0 0 0,0 1 0,0-1 1,1 0-1,-1 0 0,0 0 0,0 0 0,0 0 1,0 0-1,0 0 0,0 0 0,0-1 0,0 1 1,0 0-1,0-1 0,0 1 0,0-1 0,0 1 1,0-1-1,0 1 0,0-1 0,-1 0 0,1 1 0,0-1 1,0 0-1,0 0 0,-1 1 0,1-1 0,-1 0 1,1 0-1,-1 0 0,1-1-5,29-14 0,-1-2 0,-1-1 0,-1-1 0,-1-1 0,23-25 0,-6 7 0,162-150-315,-126 110-1258</inkml:trace>
  <inkml:trace contextRef="#ctx0" brushRef="#br0" timeOffset="6765.708">6807 1 30182,'0'0'1019,"0"0"-565,20 13-97,241 168 398,-213-145-755,16 10 0,-3 3 0,-2 2 0,32 37 0,-83-81 0,0 1 0,-1 0 0,0 0 0,0 1 0,-1 0 0,-1 0 0,1 0 0,-1 1 0,-1 0 0,0 0 0,0 0 0,-1 0 0,0 1 0,-1-1 0,0 1 0,-1 0 0,0-1 0,0 1 0,-1 0 0,-1 0 0,0 0 0,0-1 0,-3 9 0,-6 1-52,-1 0-1,-1-1 1,0 0-1,-2-1 1,0-1-1,-1 0 1,-1-1 0,0 0-1,-1-1 1,-1-1-1,0-1 1,-1-1 0,-10 6 52,-44 27-293,-3-2 0,-1-4 0,-2-4 0,-1-2 0,-1-5 0,-2-3 0,-7-2 293,-79 13 296,-2-8 1,-1-7-1,-11-7-296,128-9 529,38-2-66,37-1 93,149-10-457,-1-7-1,0-8 0,112-32-98,129-33 0,47-33 0,-451 121 0,0 0 0,0-1 0,0 1 0,0-1 0,0 0 0,0-1 0,0 1 0,-1-1 0,1 0 0,0 0 0,-1-1 0,1 1 0,-1-1 0,0 0 0,0 0 0,0 0 0,-1-1 0,1 0 0,-1 1 0,1-1 0,-1 0 0,0-1 0,-1 1 0,1 0 0,-1-1 0,0 1 0,0-1 0,0 0 0,-1 0 0,0 0 0,1 0 0,-2 0 0,1 0 0,-1 0 0,1 0 0,-2 0 0,1 0 0,0 0 0,-1 0 0,-3-2 0,0 0 0,-1 0 0,1 1 0,-2-1 0,1 1 0,0 1 0,-1-1 0,0 1 0,-1 0 0,1 0 0,-1 1 0,0 0 0,0 0 0,0 0 0,0 1 0,-1 0 0,1 1 0,-1 0 0,0 0 0,-7-1 0,11 3 0,0 0 0,1 0 0,-1 0 0,0 0 0,0 1 0,1 0 0,-1 0 0,0 0 0,0 0 0,1 0 0,-1 1 0,1-1 0,0 1 0,-1 0 0,1 0 0,0 0 0,0 1 0,0-1 0,0 1 0,1 0 0,-1-1 0,1 1 0,-1 0 0,1 1 0,0-1 0,0 0 0,1 0 0,-1 1 0,0 1 0,-21 42 0,2 1 0,2 2 0,2-1 0,2 2 0,-2 23 0,-24 122 0,8 2 0,10 1 0,7 0 0,10 1 0,10 43 0,-1-146 0,5 1 0,4-2 0,13 46 0,8-50 0,-32-110 0,-71-160-852,10 64-1349,-6-1-3172</inkml:trace>
  <inkml:trace contextRef="#ctx0" brushRef="#br0" timeOffset="7475.932">6127 1546 10282,'0'0'16920,"0"0"-13167,39-7-3497,517-50 787,-235 51-533,-319 6-510,0 0 0,0 0 1,-1 0-1,1 1 0,0-1 0,0 1 0,0-1 0,-1 1 0,1 0 0,0 0 0,-1 0 0,1 0 0,-1 0 0,1 0 0,-1 0 0,1 0 1,-1 1-1,0-1 0,0 0 0,1 1 0,-1-1 0,0 1 0,0 0 0,-1-1 0,1 1 0,0 0 0,0-1 0,-1 1 0,1 0 0,-1 0 1,0 0-1,1-1 0,-1 1 0,0 0 0,0 0 0,0 0 0,0 0 0,-1 0 0,1-1 0,0 1 0,-1 1 0,-33 79 0,-149 97 0,163-162 0,-487 389 0,484-385 0,27-15 0,190-112 0,580-380-271,-622 414 267,-152 93-9,-186 160 44,-411 342-11,482-413-3,116-110-20,0 0 0,1-1 0,-1 1 0,0 0 0,0 0 0,0 1 0,0-1 0,0 0 0,0 0 1,1 0-1,-1 1 0,0-1 0,0 1 0,0-1 0,0 1 0,0-1 0,0 1 0,0-1 0,0 1 0,0 0 0,-1 0 0,1-1 0,0 1 0,0 0 0,-1 0 0,1 0 0,0 0 1,-1 0-1,1 0 0,-1 0 0,1 0 0,-1 0 0,0 0 0,1 0 0,-1 0 0,0 0 0,0 0 0,0 1 0,1-1 0,-1 0 0,0 0 0,-1 0 0,1 0 0,0 0 1,0 1-1,0-1 0,-1 0 0,1 0 0,-1 0 0,1 0 0,-1 0 0,1 0 0,-1 0 0,1 0 0,-1 0 0,0 0 0,0-1 0,1 1 3,26-8-79,0-1 0,-1-2 0,0-1 0,0 0 0,-1-2-1,19-14 80,215-138-388,154-86-126,-391 239 512,1 1 0,0 1 0,0 1 1,1 1-1,0 0 0,1 2 0,-1 1 1,1 1-1,0 1 0,15 0 2,-38 4 16,-1 0-1,1 0 1,0 0 0,0 1-1,0-1 1,-1 0-1,1 0 1,-1 0-1,1 1 1,-1-1 0,1 0-1,-1 1 1,0-1-1,1 0 1,-1 1-1,0-1 1,0 0 0,0 1-1,0-1 1,0 0-1,-1 1 1,1-1-1,0 0 1,-1 1 0,1-1-1,0 0 1,-1 0-1,0 1 1,1-1-1,-1 0 1,0 0 0,1 0-1,-1 0 1,0 0-16,-100 82 213,140-62-254,-32-20 43,142 51 615,-114-37-621,-1-2 1,2-2-1,0-1 1,0-1-1,21 0 4,-5-6-1357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44.9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8250,'0'0'22517,"0"0"-21797,0 0-520,0 0 80,0 0 0,0 0-200,57 120-80,-57-43-96,0-10-544,-4-4-1521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45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414 107 29382,'0'0'815,"26"-5"-413,293-66 447,-288 62-808,0 2 0,0 2 0,1 0 0,0 3 0,23 0-41,-53 2 2,0 1 0,0 0-1,0-1 1,0 1-1,0 0 1,0 0-1,-1 0 1,1 0-1,0 1 1,-1-1 0,1 0-1,-1 1 1,0-1-1,1 1 1,-1-1-1,0 1 1,0 0-1,0 0 1,0-1 0,0 1-1,0 0 1,0 0-1,-1 0 1,1 0-1,-1 0 1,0 0-1,1 0 1,-1 0 0,0 0-1,0 0 1,0 0-1,0 0 1,0 0-1,-1 0 1,1 0-1,-1 0 1,1 0 0,-1 0-1,0 0 1,0 0-1,0-1 1,0 1-1,0 0 1,0-1-1,0 1 1,0 0 0,-1-1-1,1 1 1,-1-1-1,1 0 1,-1 1-1,1-1 1,-1 0-1,0 0-1,-149 140 87,117-114-82,-577 437-290,469-343-1234,110-95-204</inkml:trace>
  <inkml:trace contextRef="#ctx0" brushRef="#br0" timeOffset="228.951">776 428 24949,'0'0'5506,"-44"154"-4842,-2-24-240,-2 22-56,13 10 64,13-30-256,15-37-128,7-26-48,0-38-200,0-7-112,0-12 16,24-28-120,-4-57-288,0-2-1817</inkml:trace>
  <inkml:trace contextRef="#ctx0" brushRef="#br0" timeOffset="446.828">1203 339 21589,'0'0'6512,"-26"11"-4735,-184 84-1024,180-79-643,1 1 0,0 1 0,2 1 0,0 1 0,1 2 0,2 1 0,0 0 0,1 2 0,1 1 0,-7 13-110,27-36 15,0-1-1,1 1 1,-1 0 0,1-1-1,-1 1 1,1 0 0,0 0 0,1 0-1,-1 0 1,0 0 0,1 0 0,-1 0-1,1 0 1,0 0 0,0 0-1,0 0 1,1 0 0,-1 0 0,1 0-1,0 0 1,-1 0 0,1 0 0,1 0-1,-1-1 1,0 1 0,1 0-1,-1-1 1,1 1 0,0-1 0,0 1-1,0-1 1,0 0 0,0 0 0,0 0-1,1 0 1,-1 0 0,1 0 0,-1-1-1,1 1 1,0-1 0,0 0-1,-1 1 1,1-1 0,3 0-15,22 7 8,1-2 0,1-1 0,-1-1 0,1-1 0,-1-2 0,1-1 0,23-4-8,-36 2-271,0 0 0,-1-2 0,1 0 1,-1-1-1,0 0 0,0-1 0,-1-1 0,0-1 0,0 0 1,-1-1-1,0 0 0,0-1 0,5-7 271,34-29-7998</inkml:trace>
  <inkml:trace contextRef="#ctx0" brushRef="#br0" timeOffset="698.106">1388 53 25461,'0'0'5466,"-60"208"-4874,34-60-120,8 7-136,5-1 64,-2 2-360,0-4-40,-3-10 0,-2-10 0,5-33 0,4-34 0,11-32-360,0-44-176,4-19-80,10-15-1169</inkml:trace>
  <inkml:trace contextRef="#ctx0" brushRef="#br0" timeOffset="921.4">1427 511 10682,'0'0'20229,"0"0"-19045,0 0-736,68 126-224,-24-74-224,6-3 0,3 0 0,-1 12 0,-10-13-280,-22-11-1680</inkml:trace>
  <inkml:trace contextRef="#ctx0" brushRef="#br0" timeOffset="1120.21">0 1572 30623,'129'-35'768,"47"-9"-352,49-5 0,19 6 48,-10 13-384,-4 10-80,-15 15 0,-31 5 0,-46 7 0,-28 19 0,-44-4-856,-31-4-2801</inkml:trace>
  <inkml:trace contextRef="#ctx0" brushRef="#br0" timeOffset="1490.561">2262 821 27454,'0'0'3923,"0"0"-2797,0 0-929,-4 23-138,-14 169-51,23-145-8,2 1 0,3-1 0,1-1 0,2 0 0,16 35 0,-28-75 0,1-1 0,-1 1 0,1 0 0,1-1 0,-1 1 0,1-1 0,0 0 0,0 0 0,0 0 0,1 0 0,-1 0 0,1-1 0,1 0 0,-1 0 0,0 0 0,1 0 0,0-1 0,0 1 0,0-1 0,0-1 0,1 1 0,-1-1 0,1 0 0,-1 0 0,1 0 0,0-1 0,0 0 0,0 0 0,0 0 0,-1-1 0,1 0 0,0 0 0,0 0 0,0-1 0,0 0 0,3-1 0,12-8 0,-1-1 0,0-1 0,-1 0 0,-1-2 0,0 0 0,0-1 0,-2-1 0,0-1 0,4-5 0,27-30 0,-1-2 0,-4-2 0,-1-2 0,-4-2 0,-2-1 0,6-18 0,-2-29-435,-26 23-1739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34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21 30831,'0'0'540,"18"-3"-283,35-4-96,-1 1-1,1 2 1,0 3 0,-1 3-1,1 1 1,0 3-1,18 6-160,-62-10 1,0 1-1,-1 0 1,0 0-1,1 1 1,-1 0-1,0 0 1,-1 1-1,1 0 1,-1 1-1,0-1 1,0 2-1,-1-1 1,0 0-1,0 1 1,0 0-1,-1 1 1,0-1-1,-1 1 1,1 0-1,-1 0 1,-1 1-1,0-1 1,0 1-1,-1-1 1,1 1-1,-2 0 1,0 0-1,0 0 1,0 7-1,0 9 0,-1 0 0,-1 0 0,-1 0 0,-1-1 0,-2 1 0,0-1 0,-1 0 0,-2 0 0,0-1 0,-2 0 0,0 0 0,-2-1 0,0-1 0,-5 5 0,-36 53 0,-4-3 0,-4-3 0,-10 6 0,40-45 0,-265 267-200,296-310-1255,31-29-1107</inkml:trace>
  <inkml:trace contextRef="#ctx0" brushRef="#br0" timeOffset="262.11">1047 152 30663,'0'0'642,"-26"20"-183,-55 46 43,2 4-1,-61 71-501,109-109 0,2 2 0,1 2 0,1 0 0,2 2 0,2 1 0,2 1 0,1 0 0,2 2 0,2 0 0,-3 18 0,17-51 0,2-1 0,-1 0 0,1 1 0,0-1 0,1 1 0,0-1 0,0 0 0,1 0 0,0 1 0,1-1 0,0-1 0,0 1 0,0 0 0,1-1 0,0 1 0,1-1 0,-1 0 0,1-1 0,1 1 0,-1-1 0,1 0 0,0 0 0,1-1 0,-1 0 0,1 0 0,0 0 0,0-1 0,1 0 0,-1 0 0,1-1 0,0 0 0,0-1 0,0 1 0,0-1 0,4 0 0,34 5 0,0-2 0,0-2 0,0-3 0,0-1 0,0-2 0,0-2 0,-1-2 0,0-2 0,0-2 0,-1-2 0,0-2 0,26-13 0,40-22-611,-37 6-2443</inkml:trace>
  <inkml:trace contextRef="#ctx0" brushRef="#br0" timeOffset="9817.153">1731 627 29694,'0'0'1329,"0"0"-1185,0 0-88,136 18 104,-5-18 152,53-14-40,16-2-104,-9 6-64,-29 8-8,-55 2-56,-23 0-40,-27 2 0,2 12-336,-9-2-488,-8-2-1369</inkml:trace>
  <inkml:trace contextRef="#ctx0" brushRef="#br0" timeOffset="10131.893">3081 365 29998,'0'0'1481,"0"0"-1337,0 0-32,0 0 232,0 0-16,127 75-80,-89-50-136,-8 3-112,-8 3 0,-13 5 0,-9 5 0,-20 7 0,-30 3 0,-36 14 0,-1-6 0,-45 20 0,20-14-760,36-25-1497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51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10922,'0'0'14659,"0"0"-11098,0 0-2985,0 0-208,0 0 177,130-24 31,-27 14-56,41 8-112,49 2-104,24 0-128,9 20-168,-57-4-8,-55-10-1216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0:09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1 208 30350,'0'0'1223,"2"20"-859,57 281 427,1-20-752,-61-277-39,2 0 0,-1-1 0,0 1 0,1 0 0,0 0 0,-1-1 0,2 1 0,-1-1 0,0 1 0,1-1 0,-1 1 0,1-1 0,0 0 0,0 0 0,0 0 0,1 0 0,-1 0 0,1 0 0,0 0 0,0-1 0,0 0 0,0 1 0,0-1 0,0 0 0,0-1 0,1 1 0,-1 0 0,1-1 0,-1 0 0,1 0 0,0 0 0,-1 0 0,1-1 0,0 1 0,0-1 0,-1 0 0,1 0 0,0 0 0,0-1 0,-1 1 0,1-1 0,1 0 0,11-12 0,-1-1 0,0-1 0,-1 0 0,-1-1 0,0 0 0,-1-1 0,-1 0 0,1-2 0,-2 3 0,295-525 0,-186 380-1058,-86 125-1669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0:10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38 29686,'0'0'881,"0"0"-153,0 0-119,0 0-51,18-7-293,-8 2-250,-2 1-14,1 0 1,-1 1 0,1-1-1,0 2 1,0-1 0,1 1-1,-1 1 1,0-1 0,1 2 0,-1-1-1,1 1 1,-1 1 0,0 0-1,1 0 1,5 2-2,-3-1 0,0 1 0,0 0 0,0 1 0,-1 0 0,1 1 0,-1 1 0,0-1 0,-1 2 0,1-1 0,-1 1 0,-1 1 0,1 0 0,-1 1 0,0-1 0,-1 1 0,0 1 0,-1 0 0,0 0 0,0 1 0,-1-1 0,-1 1 0,0 0 0,0 1 0,-1 0 0,0-1 0,-1 1 0,-1 0 0,0 1 0,0-1 0,-1 0 0,-1 0 0,0 1 0,0-1 0,-2 0 0,1 1 0,-2-1 0,1 0 0,-4 6 0,-10 12 0,-3 0 0,0-2 0,-2 0 0,-1-1 0,-1-1 0,-1-1 0,-1-2 0,-1 0 0,-2-2 0,0 0 0,-7 2 0,-192 107 0,262-130 0,477-131 0,-168 63-1727,-273 52-1339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0:11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273 136 24789,'0'0'4780,"0"0"-3581,0 0-1022,-19 22 35,-64 73-9,-16 72-94,92-151-121,-16 63-750,24-77 728,0-1 1,0 1 0,0-1 0,1 0 0,-1 0 0,0 0 0,1 0 0,-1 0 0,1 0 0,-1 0 0,1 0 0,0 0 0,-1-1 0,1 1-1,0 0 1,-1-1 0,1 0 0,0 1 0,0-1 0,-1 0 0,1 0 0,0 0 0,0 0 0,0 0 0,-1-1 0,1 1 0,0 0 0,-1-1-1,1 1 1,0-1 0,-1 0 0,1 0 0,0 1 0,-1-1 0,1 0 0,-1 0 0,0-1 0,1 1 0,-1 0 0,1-1 33,232-156 384,197-104-475,-457 294 1451,16-21-1274,-2-2-63,1 0-1,1 1 0,0 0 0,0 1 0,1 0 0,0 0 0,1 1 0,0 0 0,1 1 0,1-1 0,0 2 0,0-1 0,1 0 0,-1 10-22,7-20-14,0-1 0,1 0 0,-1 1 0,1-1 0,0 0 0,0 0 0,-1 0-1,1 0 1,0-1 0,1 1 0,-1 0 0,0-1 0,1 0 0,-1 1 0,0-1 0,1 0 0,-1 0 0,1 0 0,0-1-1,-1 1 1,1-1 0,0 1 0,-1-1 0,1 0 0,0 0 0,0 0 0,-1 0 0,1 0 0,0-1 0,-1 0 0,1 1 0,-1-1-1,1 0 1,0 0 0,-1 0 0,1-1 14,27-7-44,0-2-1,-1-1 1,-1-1-1,0-2 1,-1-1-1,0-1 1,-1-1-1,-1-1 1,-1-1-1,-1-1 0,12-15 45,-15 17-49,129-102-260,-149 121 313,1-1 0,0 1-1,-1 0 1,1-1 0,-1 1-1,1-1 1,0 1 0,0 0 0,-1 0-1,1-1 1,0 1 0,0 0 0,-1 0-1,1 0 1,0 0 0,0 0 0,-1 0-1,1 0 1,0 0 0,0 0-1,-1 0 1,1 0 0,0 0 0,0 1-1,-1-1 1,1 0 0,0 1 0,0-1-1,-1 0 1,1 1 0,-1-1 0,1 1-1,0-1 1,-1 1 0,1-1-1,-1 1 1,1-1 0,-1 1 0,1 0-1,-1-1 1,0 1 0,1 0 0,-1-1-1,0 1 1,1 0 0,-1 0 0,0-1-1,0 1 1,0 0 0,1 0-1,-1-1 1,0 1 0,0 0 0,0 0-1,-1-1 1,1 1 0,0 0 0,0 0-1,0-1 1,0 1 0,-1 0-1,1 0-3,-15 50 48,-90 71-2480,14-60-2149,10-21-2314,0-9-3718,29-15 4790</inkml:trace>
  <inkml:trace contextRef="#ctx0" brushRef="#br0" timeOffset="363.178">659 361 312,'0'0'18315,"-24"5"-11789,-162 44-2830,170-44-3521,0 1 0,0 1 0,0 1 1,0 0-1,1 1 0,1 0 0,0 1 0,0 1 1,1 0-1,0 1 0,-4 6-175,15-17-16,0 1 1,1 0-1,-1 0 1,1 0-1,-1 0 1,1 1-1,0-1 1,0 0-1,0 0 1,0 1-1,0-1 1,1 1-1,-1-1 1,1 1-1,-1-1 1,1 1-1,0-1 1,0 1-1,0-1 1,0 1-1,0-1 1,1 1-1,-1-1 1,1 1-1,0-1 1,0 0-1,0 1 1,0-1-1,0 0 1,0 1-1,0-1 1,1 0-1,-1 0 1,1 0-1,0 0 1,0-1-1,-1 1 1,1 0-1,0-1 1,0 1-1,0-1 1,1 0-1,0 1 16,14 5-186,-13-6 168,0 0-1,1 1 0,-1-1 0,0 1 0,0 0 1,0 0-1,0 0 0,-1 0 0,1 1 0,-1-1 1,1 1-1,-1 0 0,0 0 0,0 0 0,0 1 1,0-1-1,-1 1 0,1-1 0,-1 1 0,0 0 0,0 0 1,0 0-1,-1 0 0,0 1 0,1-1 0,-1 0 1,0 4 18,-2 6 127,0 1-1,-1-1 1,0 1 0,-2-1 0,1 0 0,-2 0 0,0 0 0,0 0 0,-2-1 0,1 0-1,-2 0 1,0-1 0,-1 1-127,-4 10 112,-262 472 1167,267-478-1283,-12 60-125,52-77-341,-22-6 316,1-1-1,-1 0 0,-1 0 1,1-1-1,-1 0 0,0 0 0,-1-1 1,0 0-1,0-1 0,2-4 155,9-11-354,180-244-4133,-193 262 4760,0 0-1,1 1 1,-1 0-1,1 0 1,1 1-1,-1 0 0,1 0 1,0 1-1,0 0 1,0 0-1,1 1 0,-1 0 1,1 0-1,0 1 1,0 0-1,0 1 1,0 0-1,0 0 0,0 1 1,0 0-1,0 1 1,4 0-273,1-1 103,-12-1-99,-1 1 0,1-1 0,0 1-1,0-1 1,0 1 0,0 0 0,0 0-1,-1 0 1,1 0 0,0 0 0,0 0-1,0 0 1,0 1 0,0-1 0,0 1 0,-1-1-1,1 1 1,0 0 0,0 0 0,-1 0-1,1 0 1,-1 0 0,1 0 0,-1 0-1,1 0 1,-1 1 0,1-1 0,-1 1 0,0-1-1,0 1 1,0-1 0,0 1 0,0 0-1,0-1 1,0 1 0,-1 0 0,1 0-1,0 0-3,-8 75-2978,-1-62-2128</inkml:trace>
  <inkml:trace contextRef="#ctx0" brushRef="#br0" timeOffset="628.149">909 588 29134,'0'0'1833,"0"0"-1633,118-44 208,-63 34-32,0 9-240,0 1-136,0 0-16,-7 3-296,7 5-240,-14-2-1201,-14-4-3128</inkml:trace>
  <inkml:trace contextRef="#ctx0" brushRef="#br0" timeOffset="928.71">1367 402 28302,'0'0'1527,"0"0"-880,-1 23-60,-2 346 660,6-303-1202,-3 0 1,-3 0 0,-3 0 0,-3 0-1,-3 0 1,-2-2 0,-3 0 0,-3 0-1,-3-2 1,-15 26-46,37-82-43,-1-1 1,1 1-1,-1-1 0,-1 0 1,1 0-1,-1 0 1,0 0-1,0-1 0,0 1 1,-1-1-1,0 1 0,0-1 1,0-1-1,0 1 0,0 0 1,-1-1-1,1 0 1,-1 0-1,0 0 0,0-1 1,0 0-1,-1 0 0,1 0 1,0 0-1,-1-1 0,1 0 1,-1 0-1,0 0 1,1-1-1,-1 0 0,1 0 1,-1 0-1,-5-2 43,-13-19-1866</inkml:trace>
  <inkml:trace contextRef="#ctx0" brushRef="#br0" timeOffset="1249.347">1034 933 29718,'0'0'1297,"0"0"-825,0 0 64,129 103-208,-94-76-296,0 5-32,-6-9-1176,-12-7-8586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0:09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0 405 27582,'0'0'3190,"0"0"-2307,21-7-651,418-163 384,-412 161-613,0 1-1,0 1 1,1 2 0,0 1-1,-1 1 1,29 1-3,-52 1 0,0 1 0,1 0 0,-1 0 1,1 0-1,-1 0 0,1 1 0,-1 0 0,1 0 0,-1 0 0,0 0 1,0 1-1,0-1 0,0 1 0,0 0 0,0 1 0,0-1 0,0 1 1,-1-1-1,1 1 0,-1 0 0,0 0 0,0 1 0,0-1 0,0 1 1,-1-1-1,1 1 0,-1 0 0,0 0 0,0 0 0,-1 0 0,1 0 1,-1 1-1,0-1 0,0 0 0,0 1 0,0-1 0,-1 2 0,3 40 25,-2 0-1,-3 0 0,-1 0 0,-2 0 1,-3-1-1,-1 0 0,-2 0 0,-3-1 1,-1 0-1,-18 35-24,30-70-6,-3 8-10,1-1 1,-2 1 0,0-1 0,-1 0 0,-1 0 0,-1-1 0,0-1 0,0 1-1,-1-2 1,-1 1 0,-1-1 0,-2 1 15,12-13-60,0 0 0,1 0 1,-1 0-1,0 0 0,0 0 0,0-1 0,0 1 0,0-1 1,0 0-1,0 0 0,0 0 0,0 0 0,0 0 1,0-1-1,0 1 0,1-1 0,-1 0 0,0 0 1,0 0-1,0 0 0,1-1 0,-1 1 0,1-1 0,-1 1 1,1-1-1,0 0 0,-1 0 0,1 0 0,0 0 1,0-1-1,0 1 0,1 0 0,-1-1 0,0 1 1,1-1-1,0 0 0,0 1 0,0-1 0,0 0 0,0-1 60,-21-48-2124</inkml:trace>
  <inkml:trace contextRef="#ctx0" brushRef="#br0" timeOffset="315.006">434 0 26078,'0'0'3576,"0"0"-3272,-96 182 313,32-26-105,-1 25-184,12 5-152,16-19-112,21-48-64,16-29-344,0-36-1201,5-37-3384</inkml:trace>
  <inkml:trace contextRef="#ctx0" brushRef="#br0" timeOffset="578.903">873 300 28702,'0'0'1063,"2"17"-205,7 204 175,2-197-1152,16-47-43,-22 17 166,0 1-29,156-140-383,-150 137 408,0 1 0,0 0 1,1 1-1,0 0 0,0 1 1,0 0-1,0 1 0,1 0 1,0 1-1,0 1 0,0 0 1,0 0-1,0 1 0,0 1 1,7 1-1,-15-1 18,-1 1 0,0 0 1,0 0-1,0 0 0,0 0 1,0 1-1,0 0 0,0-1 1,-1 2-1,1-1 0,-1 0 0,1 1 1,-1-1-1,0 1 0,0 0 1,0 0-1,0 0 0,-1 1 1,1-1-1,-1 1 0,0-1 1,0 1-1,0 0 0,0 0 1,0 0-1,-1 0 0,0 0 1,0 0-1,0 0 0,-1 0 1,1 2-19,0 3 43,-1 0 0,0-1 0,0 1 0,0 0 0,-1-1 0,-1 1 0,0-1 0,0 0 0,0 1 0,-1-1 0,0 0 0,-1 0 0,0 0 0,0-1 0,-2 3-43,-233 228-1946,232-230-2835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0:33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77 29166,'0'0'871,"0"0"-491,0 0-20,25 2 16,151 16 18,-171-19-396,-1 1 1,1 0 0,-1 0 0,1 0-1,-1 1 1,1-1 0,-1 1 0,1 0-1,-1 0 1,0 1 0,1 0 0,-1-1-1,0 1 1,0 0 0,0 1 0,0-1-1,-1 1 1,1 0 0,-1 0 0,1 0-1,-1 0 1,0 0 0,0 1 0,-1-1-1,1 1 1,-1 0 0,1 0 0,-1 0-1,-1 0 1,1 0 0,0 1 0,-1-1-1,0 0 1,0 3 1,-2 6-38,-1-1-1,-1 0 1,0 0-1,0 0 1,-1-1-1,-1 1 1,0-1-1,0 0 1,-1-1-1,-1 1 1,0-1-1,0 0 1,-1-1-1,0 1 1,-8 5 38,-1 6-75,-261 299-252,228-243 601,56-66-117,8-10-140,0-2 0,0 1 0,1-2 0,-1 0 1,0-1-1,-1 0 0,1-1 0,-1-1 0,1 0 0,-1 0 0,10-7-17,-6 5 4,311-139-795,-237 107-696</inkml:trace>
  <inkml:trace contextRef="#ctx0" brushRef="#br0" timeOffset="610.085">882 93 28870,'0'0'1689,"0"0"-1553,0 0 72,0 0 168,0 0-128,105 134-56,-52-81-104,-1 2-40,-4 3-16,-8-1-16,-7-2-16,-9-4 0,-4-5-64,4-15-296,-7-11-520,-4-18-1817</inkml:trace>
  <inkml:trace contextRef="#ctx0" brushRef="#br0" timeOffset="852.867">1329 0 29854,'0'0'817,"-110"126"-393,10-3-96,-23 44-176,20-21-152,22-25-1417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0:31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1 600 30575,'0'0'1121,"0"0"-781,0 0-232,0 0 112,0 0-1,25-8-104,441-149-46,-442 150-69,-1 2 0,1 0 0,1 1 0,-1 2 0,0 0 0,1 2 0,-1 1 0,1 0 0,-1 2 0,0 1 0,12 4 0,-31-6 0,0 1 0,1 0 0,-1 0 0,-1 0 0,1 1 0,0-1 0,-1 1 0,0 0 0,1 1 0,-2-1 0,1 1 0,0 0 0,-1 0 0,0 0 0,0 0 0,-1 0 0,1 1 0,-1-1 0,-1 1 0,1-1 0,-1 1 0,1 0 0,-2 0 0,1 0 0,-1 4 0,-17 150 0,8-125 0,-3 0 0,0-1 0,-3-1 0,0 0 0,-3-1 0,0-1 0,-2-1 0,-1 0 0,-2-2 0,0 0 0,-14 10 0,-51 21-255,86-59 211,0 0 0,0 0-1,0 0 1,0 0 0,0 0-1,-1-1 1,1 1 0,0-1 0,0 1-1,0-1 1,0 0 0,0 0-1,0 0 1,1 0 0,-1 0-1,0 0 1,0-1 0,1 1-1,-1 0 1,1-1 0,-1 0 0,1 1-1,0-1 1,-1 0 0,1 1-1,0-1 1,0 0 0,0 0-1,1 0 1,-1 0 0,0 0 0,1 0-1,-1 0 1,1 0 0,0 0-1,-1-1 1,1 1 0,0 0-1,1-2 45,-3 0-127,-11-69-2935,5-10-4113</inkml:trace>
  <inkml:trace contextRef="#ctx0" brushRef="#br0" timeOffset="269.564">507 0 27006,'0'0'976,"0"0"-608,3 101 480,-14 11-104,-22 42-304,-2 18-239,6-12-169,12-36-32,10-27-449,5-34-943,-3-26-4689</inkml:trace>
  <inkml:trace contextRef="#ctx0" brushRef="#br0" timeOffset="570.988">1106 424 30543,'0'0'640,"0"25"-264,0 161 131,13-56-443,-13-131-78,0 0 0,0 0 0,0 1 1,0-1-1,0 0 0,0 0 1,0 0-1,0 1 0,0-1 1,0 0-1,0 0 0,1 1 1,-1-1-1,0 0 0,1 1 1,-1-1-1,1 0 0,-1 1 1,1-1-1,-1 0 0,1 1 1,-1-1-1,1 1 0,-1-1 0,1 1 1,0-1-1,-1 1 0,1-1 1,0 1-1,-1 0 0,1-1 1,0 1-1,0 0 0,-1 0 1,1 0-1,0-1 0,0 1 1,-1 0-1,1 0 0,0 0 1,0 0-1,-1 0 0,1 0 0,0 1 1,0-1-1,0 0 0,-1 0 1,1 1-1,0-1 0,-1 0 1,1 1-1,0-1 0,0 0 1,-1 1-1,1-1 0,-1 1 1,1-1-1,0 1 0,-1-1 1,1 1-1,-1 0 0,0-1 0,1 1 1,-1 0-1,1-1 0,-1 1 1,0 0-1,1 0 0,-1 0 14,37-135-668,-34 113 661,1 0 1,1 0 0,0 0 0,2 1 0,0 0 0,1 0 0,1 1-1,1 0 1,1 1 0,0 0 0,1 0 0,1 1 0,1 1 0,8-7 6,-19 19 13,1 1 0,-1 0 0,1 0 0,0 1 0,0-1 0,0 1 0,0-1 0,0 1 0,0 1 0,0-1 0,1 0 0,-1 1 0,1 0 0,-1 0 0,1 1 0,-1-1 0,1 1 0,0 0 0,-1 0 0,1 0 0,0 1 0,-1-1 0,1 1 0,-1 0 0,1 1 0,-1-1 0,0 1 0,0 0 0,1 0 0,-1 0 0,0 1 0,-1-1 0,1 1 0,0 0 0,-1 0 0,1 0 0,-1 1 0,0-1 0,0 1 0,-1-1 0,1 1 0,-1 0 0,1 0 0,-1 1-13,0 7 48,1-1-1,-2 1 1,0 0 0,0 0 0,-1 0 0,0 0 0,-1 0 0,-1-1 0,0 1 0,0 0-1,-1-1 1,-1 1 0,0-1 0,0 0 0,-1 0 0,-1-1 0,0 1 0,0-1 0,-1 0-1,-1 0-47,-16 21 24,-1-2 0,-1 0 0,-2-2 0,-1-1 0,-17 12-24,16-16-623,16-13-996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0:35.5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1 27822,'0'0'2360,"0"0"-1975,0 0 135,0 0-32,0 0-200,0 0-168,0 0 160,-15 126-96,15-55 8,-9 28-64,-13 23-128,0-5 0,2-15 0,5-21 0,13-28-24,6-5-512,20-17-792,5-21-2081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0:37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 1 30487,'0'0'924,"0"0"-579,0 0 54,0 0 69,23 8-333,71 36-126,-89-41-9,0 1 0,0 0 0,0 0 0,-1 0 0,1 1 0,-1-1 0,0 1 0,-1 0 0,1 0 0,-1 1 0,0-1 0,0 1 0,0-1 0,-1 1 0,0 0 0,0 0 0,-1 0 0,0 0 0,0 0 0,0 2 0,0-4 0,3 22 0,-1 0 0,-1 1 0,-2-1 0,0 0 0,-2 0 0,-1 0 0,-1 0 0,-1 0 0,-1 0 0,-2-1 0,0 0 0,-2-1 0,0 0 0,-11 16 0,-41 67 0,-34 79 0,84-109 0,12-75 0,0 0 0,0 0 0,0 0 0,0-1 0,0 1 0,0 0 0,1 0 0,-1 0 0,1 0 0,-1-1 0,1 1 0,0 0 0,0-1 0,0 1 0,0 0 0,0-1-1,0 1 1,0-1 0,0 0 0,1 1 0,-1-1 0,0 0 0,1 0 0,-1 1 0,1-1 0,-1-1 0,1 1 0,0 0 0,0 0 0,-1 0 0,1-1 0,0 1 0,0-1 0,0 0 0,-1 1 0,1-1 0,0 0 0,0 0 0,-1 0 0,1-1 0,-1 1 0,0 0 0,0 0 0,1 0 0,-1-1 0,0 1 0,1 1 0,-1-1 0,0 0 0,0 0 0,1 0 1,-1 1-1,0-1 0,0 1 0,1-1 0,-1 1 0,0-1 0,0 1 0,0 0 0,0-1 0,0 1 0,0 0 0,0 0 0,0 0 0,0 0 1,0 0-1,-1 0 0,1 0 0,0 0 0,-1 0 0,1 0 0,0 1 0,-1-1 0,0 0 0,1 0 0,-1 1 0,0-1 0,1 0 0,-1 0 1,0 1-1,0-1 0,0 0 0,0 1 0,0-1 0,0 0 0,-1 0 0,1 1 0,0-1 0,-1 0 0,1 0 0,-1 1 0,0 17-2,-2 242 2,-1-18 0,19 135 0,12 272 0,-25-627 0,-1 0 0,-2-1 0,0 1 0,-1 0 0,-2-1 0,0 0 0,-1 0 0,-1 0 0,-1 0 0,-1-1 0,-1 0 0,-1-1 0,-1 0 0,-1 0 0,0-1 0,-1-1 0,-1 0 0,-2 0 0,13-14 0,-1-1 0,0 1 0,0-1 0,0 0 0,0 0 0,0 0 0,-1 0 0,1-1 0,-1 0 0,0 0 0,1 0 0,-1-1 0,0 1 0,0-1 0,0 0 0,0-1 0,0 1 0,-1-1 0,1 0 0,0 0 0,0-1 0,0 1 0,0-1 0,0 0 0,0-1 0,0 1 0,0-1 0,-1-1 0,0-5-58,0-1 0,1 0 0,1 0 0,-1 0-1,2 0 1,-1-1 0,1 1 0,0-1 0,1 0 0,1 0 0,-1 0 0,1 0 0,1-1 0,0 1-1,1-8 59,-1-1-210,-2-104-2010,2 0-2496</inkml:trace>
  <inkml:trace contextRef="#ctx0" brushRef="#br0" timeOffset="479.926">965 683 27502,'0'0'3035,"0"0"-2172,0 0-504,0 0 204,20 11-185,61 39-311,-76-45-67,0-1 0,-1 1 0,1 0 0,-1 0 0,0 0 0,0 1 0,0-1 0,-1 1 0,0 0 0,0 0 0,-1 0 0,1 1 0,-1-1 0,-1 1 0,1-1 0,-1 1 0,0-1 0,-1 1 0,0 0 0,0-1 0,0 1 0,-1 0 0,0-1 0,0 1 0,0-1 0,-1 1 0,0-1 0,0 0 0,-1 1 0,0-1 0,0-1 0,-2 4 0,-14 18 0,-1-2 0,-2 0 0,0-1 0,-1-2 0,-2 0 0,0-1 0,-20 11 0,-40 36 0,83-66 0,-1-1 0,1 0 0,0 0 0,0 0 0,0 1 0,0-1 0,0 0 0,1 1 0,-1 0 0,0-1 0,1 1 0,-1 0 0,1 0 0,-1 0 0,1 0 0,0 0 0,0 0 0,0 0 0,0 0 0,0 0 0,0 1 0,1-1 0,-1 0 0,1 0 0,0 1 0,-1-1 0,1 0 0,0 1 0,1-1 0,-1 1 0,0-1 0,0 0 0,1 0 0,0 1 0,0 0 0,146 35 0,-139-38 0,0 1 0,0 1 0,0-1 0,-1 1 0,1 1 0,0-1 0,-1 1 0,1 1 0,-1-1 0,0 1 0,0 0 0,-1 1 0,1 0 0,-1 0 0,0 0 0,0 1 0,-1-1 0,0 2 0,0-1 0,0 0 0,0 1 0,-1 0 0,-1 0 0,1 0 0,-1 1 0,0-1 0,0 1 0,-1 0 0,0-1 0,-1 1 0,0 0 0,0 0 0,0 0 0,-1 0 0,-1 0 0,1 0 0,-1 2 0,-5 5 0,-1 0 0,0 0 0,0-1 0,-2 0 0,0 0 0,0-1 0,-1 0 0,-1-1 0,0 0 0,-1-1 0,0 0 0,-1-1 0,0 0 0,0-1 0,-1 0 0,0-1 0,-1-1 0,-62 25 0,73-31-11,4-1 9,-1 1-1,1-1 0,-1 0 1,1 0-1,-1 0 0,0 1 1,1-1-1,-1 0 0,0 0 1,1 0-1,-1 0 0,1 0 1,-1 0-1,0 0 1,1 0-1,-1 0 0,0 0 1,1-1-1,-1 1 0,1 0 1,-1 0-1,0-1 0,1 1 1,-1 0-1,1 0 0,-1-1 1,1 1-1,-1-1 1,1 1-1,-1 0 0,1-1 1,0 1-1,-1-1 0,1 1 1,-1-1-1,1 0 0,0 1 1,0-1-1,-1 1 0,1-1 1,0 1-1,0-1 0,0 0 1,0 1-1,-1-1 1,1 0-1,0 1 0,0-1 1,0 1-1,0-1 0,1 0 1,-1 1-1,0-1 0,0 0 1,0 1-1,0-1 0,1 1 1,-1-1-1,0 0 1,0 1-1,1-1 0,-1 1 1,1-1-1,-1 1 0,0-1 1,1 1 2,57-137-3688,-12 59-2625</inkml:trace>
  <inkml:trace contextRef="#ctx0" brushRef="#br0" timeOffset="1502.797">1515 397 28494,'0'0'1822,"0"0"-1259,0 0-158,-8 17 143,-60 113 70,67-129-614,-9 15 28,0 1-1,1 1 0,0-1 0,2 2 1,0-1-1,1 1 0,1-1 0,1 2 1,0-1-1,1 5-31,5-21 0,0 0-1,0-1 1,0 0 0,1 0-1,-1 1 1,0-1 0,1-1-1,-1 1 1,1 0 0,0-1 0,0 1-1,0-1 1,0 0 0,0 0-1,0 0 1,0 0 0,0 0-1,0-1 1,0 1 0,0-1-1,0 0 1,0 0 0,1 0-1,-1-1 1,0 1 0,0-1 0,0 1-1,0-1 1,0 0 0,0 0-1,0-1 1,0 1 0,0 0-1,1-2 1,16-7-87,-1 0-1,1-2 0,-2 0 1,0-2-1,0 0 0,-1 0 1,-1-2-1,0 0 0,-2-1 0,1 0 1,-2-2-1,11-18 88,10-24-320,-32 93 336,-1 192 822,-1-221-834,0 0 0,0 0 0,1 0 0,-1 0 1,1 0-1,-1-1 0,1 1 0,0 0 0,0 0 1,0 0-1,1-1 0,-1 1 0,0 0 0,1-1 1,0 1-1,0-1 0,0 0 0,0 0 0,0 1 1,0-1-1,0-1 0,1 1 0,-1 0 0,1-1 1,-1 1-1,1-1 0,0 1 0,0-1 0,-1 0 1,1-1-1,0 1 0,0 0 0,0-1 0,0 1 1,0-1-1,0 0 0,0 0 0,0 0 0,0-1 1,0 1-1,2-1-4,117-47-46,41-67-363,-267 192 330,-4-6 0,-84 41 79,175-102-120,-90 31-1392,99-55 943,-46 93 1836,-15 35-363,17-34-734,4 3 0,3 1 0,4 3-1,4 1 1,-3 21-170,28-4-336,13-104 320,0-1 1,1 1-1,-1 0 0,0-1 0,1 1 0,-1 0 0,1-1 1,-1 0-1,0 1 0,1-1 0,-1 0 0,1 0 1,-1 0-1,1 0 0,-1 0 0,1 0 0,-1 0 0,1 0 1,-1-1-1,1 1 0,-1-1 0,1 1 0,-1-1 0,0 1 1,1-1-1,-1 0 0,0 0 0,1 0 0,-1 0 1,0 0-1,0 0 0,0 0 0,0 0 0,0 0 0,0 0 1,0 0-1,0-2 16,46-26-386,-41 52 481,-42 214 1268,31-216-1395,7-32-122,8-33-357,15-17-296,3 2 1,3 1-1,2 1 0,32-41 807,-47 71-85,-8 8 302,1 1 1,1 0-1,1 0 1,0 1-1,1 1 0,1 0 1,0 1-1,2 1 1,-1 1-1,2 0 0,-1 1 1,15-7-218,-20 16 83,1 0 0,-1 1 0,0 0 1,1 1-1,-1 1 0,1 0 0,-1 0 0,1 2 1,-1-1-1,0 2 0,1-1 0,-1 2 0,8 3-83,53 9-396,-8-12-1740,-44-4-398</inkml:trace>
  <inkml:trace contextRef="#ctx0" brushRef="#br0" timeOffset="1768.516">1917 1247 21004,'0'0'7009,"0"0"-5032,0 0-982,0 0-281,0 25-237,-9 173 85,-5-124-558,-2 0 0,-4-2 0,-3 0 0,-3-1 1,-4-2-1,-2-1 0,-28 43-4,-9-22 81,68-87-121,-1 0-1,0 0 1,0 0-1,0 0 1,0 0-1,0-1 1,0 1-1,0-1 1,0 1-1,-1-1 1,1 0-1,0 0 0,-1 0 1,1 0-1,-1 0 1,1-1-1,-1 1 1,0-1-1,1 1 1,-1-1-1,0 0 1,1 0-1,-1 0 1,1-1-1,-1 1 1,0-1-1,1 1 1,-1-1-1,1 0 1,-1 0-1,1 0 1,0 0-1,-1 0 1,1-1-1,0 1 1,0-1-1,0 0 1,0 1-1,-1-2 41,-19-30-2064,6-10-1895</inkml:trace>
  <inkml:trace contextRef="#ctx0" brushRef="#br0" timeOffset="1985.639">1469 1758 17708,'0'0'11770,"0"0"-11138,0 0 593,0 0-561,0 0-328,0 0-224,139 105-96,-102-62-16,-9-7-560,-8-7-1473</inkml:trace>
  <inkml:trace contextRef="#ctx0" brushRef="#br0" timeOffset="2363.808">531 2338 31663,'0'0'680,"0"0"-296,220 0-344,-25 0-40,30 0 0,-5 0 0,-19 0 0,-36 0 0,-49 2 0,-37-2-1776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0:36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 46 31151,'0'0'860,"0"0"-560,-15 20-43,-52 68-87,60-80-169,1 0 1,1 0-1,-1 1 1,1-1-1,1 1 1,0 0-1,0 1 1,0-1 0,1 1-1,1-1 1,0 1-1,0 0 1,1 0-1,0 0 1,1 0-1,0 0 1,0 0-1,1 0 1,2 7-2,-2-13 0,1 0 0,0-1 0,0 1 1,0-1-1,1 0 0,-1 0 0,1 1 0,0-2 0,0 1 0,0 0 0,0-1 1,0 1-1,1-1 0,-1 0 0,1 0 0,-1 0 0,1-1 0,0 1 1,0-1-1,0 0 0,0 0 0,0 0 0,0-1 0,0 1 0,3-1 0,107-1-43,-83-6-75,0-2-1,-2 0 1,1-2-1,-1-2 1,-1 0 0,0-2-1,-1-1 1,0-1 0,-2-1-1,0-2 1,-1 0-1,-1-1 1,2-5 118,-18 21-24,0-1 1,-1 0-1,0-1 0,0 0 1,0 0-1,-1 0 0,0 0 0,0-1 1,-1 0-1,0 0 0,-1 0 1,1 0-1,-2-1 0,1 1 1,-1-1-1,0 0 0,0-6 24,-35 8 342,23 10-308,0 0 1,0 1-1,1 0 1,0 1 0,0 0-1,0 0 1,1 1-1,-1 0 1,2 0 0,-1 1-1,0 0 1,1 1 0,1 0-1,-1 0 1,1 0-1,1 0 1,-1 1 0,1 0-1,1 1-34,3-8 1,1-1-1,0 0 0,0 1 1,1-1-1,-1 1 1,0-1-1,0 0 1,1 1-1,-1-1 1,1 0-1,-1 1 1,1-1-1,-1 0 1,1 0-1,0 0 0,0 1 1,0-1-1,-1 0 1,1 0-1,0 0 1,0 0-1,0 0 1,1-1-1,-1 1 1,0 0-1,0 0 0,0-1 1,1 1-1,-1-1 1,0 1-1,1-1 1,-1 1-1,0-1 1,1 0-1,-1 0 1,0 1-1,1-1 0,-1 0 1,1 0-1,-1-1 1,0 1-1,1 0 1,-1 0-1,0-1 1,1 1-1,-1-1 1,0 1-1,1-1 1,-1 0-1,7 1 0,22-3-35,0-2 0,0 0-1,0-3 1,-1 0 0,0-2 0,0-1 0,-1-1 0,-1-1 0,0-2 0,3-3 35,155-66-161,-154 77 165,-35 22 104,-124 79 104,35-35-204,-1-4 0,-3-5 0,-32 9-8,117-54-175,-1 0 1,0-1 0,0-1 0,0 0-1,0-1 1,0-1 0,0 0-1,0 0 1,-1-1 0,-7-2 174,13 4 65,-1 0 1,1 0 0,0 1 0,-1 0-1,1 0 1,0 1 0,1 0-1,-1 0 1,1 1 0,0 0-1,0 0 1,0 1 0,1 0-1,-1 0 1,2 1 0,-5 4-66,-6 5 166,-12 8-121,2 1 0,1 1-1,1 1 1,1 1 0,1 1 0,2 1-1,1 1 1,1 1 0,2 0 0,1 1-1,2 1 1,1 0 0,2 1-1,1 0 1,1 3-45,7-35-75,0 0 0,1 0-1,-1 0 1,0 0 0,1 0-1,0 1 1,0-1 0,0 0-1,0 0 1,0 0 0,1 0 0,-1 0-1,1 0 1,0 0 0,0 0-1,0 0 1,0 0 0,0 0 0,1 0-1,-1 0 1,1-1 0,0 1-1,0-1 1,0 1 0,0-1 0,0 0-1,0 0 1,1 0 0,-1 0-1,1 0 1,0 0 0,-1-1-1,1 1 1,0-1 0,1 1 75,78-4-452,-81 2 853,-1 3 9,-56 133 395,44-66-796,14-67-24,-1-1-1,1 0 1,0 1-1,0-1 1,0 0-1,0 0 0,0 0 1,0 0-1,1-1 1,-1 1-1,0-1 0,1 1 1,0-1-1,-1 0 1,1 0-1,0 0 0,-1 0 1,1 0-1,0-1 1,0 1-1,0-1 0,0 0 1,0 0-1,0 0 1,-1 0-1,1 0 0,0-1 1,0 1-1,0-1 1,0 0-1,-1 0 0,1 0 1,0 0-1,-1 0 1,1 0-1,-1-1 1,1 0-1,-1 1 0,1-2 16,98-92-1576,-51 35-987,-6 2-3676</inkml:trace>
  <inkml:trace contextRef="#ctx0" brushRef="#br0" timeOffset="359.263">611 780 17948,'0'0'7041,"29"-21"-4848,195-126-1097,39 27-647,-314 126-59,26 140 2477,24-93-2819,-2-1 0,-2 0-1,-3 0 1,-2 0 0,-2-1 0,-3 0 0,-1-2-1,-3 1 1,-2-2 0,-2-1 0,-19 27-48,41-71-55,-1 0 0,0 0 0,1 0 0,-1 0 0,-1 0 0,1 0 1,0-1-1,-1 1 0,1-1 0,-1 0 0,0 1 0,0-1 0,0 0 1,0-1-1,0 1 0,0-1 0,-1 1 0,1-1 0,0 0 0,-1 0 1,1 0-1,-1-1 0,1 1 0,-1-1 0,1 0 0,-1 0 0,1 0 1,-1 0-1,1-1 0,-1 0 0,1 1 0,-1-1 0,1 0 0,0-1 1,-1 1-1,1 0 0,0-1 0,0 0 0,0 0 0,0 0 0,0 0 1,1 0-1,-1-1 0,0 0 55,-8-14-14,1-1-1,1 0 1,1-1 0,0 0 0,2 0 0,0-1-1,1 0 1,1 0 0,1 0 0,0 0 0,2-8 14,1 25 44,0 0 1,1 0 0,-1 0-1,1 1 1,0-1 0,0 0-1,0 0 1,0 1-1,1-1 1,-1 1 0,1-1-1,0 1 1,-1-1 0,1 1-1,0 0 1,0 0-1,1 0 1,-1 0 0,0 0-1,1 1 1,-1-1 0,1 1-1,-1-1 1,1 1 0,0 0-1,-1 0 1,1 0-1,0 0 1,0 1 0,0-1-1,0 1 1,0 0 0,0 0-1,0 0 1,2 0-45,15-4 85,355-117-1918,-273 77-1795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33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30991,'0'0'617,"0"0"-309,20 13-26,138 76 260,-86-63-515,98 50-27,-166-74 0,-1 1 0,0 0 0,0 0 0,0 0 0,0 1 0,0-1 0,-1 1 0,1-1 0,-1 1 0,0 0 0,0 0 0,0 0 0,-1 0 0,1 0 0,-1 0 0,0 1 0,-1-1 0,1 0 0,-1 1 0,1-1 0,-1 0 0,-1 1 0,1-1 0,0 0 0,-1 1 0,0-1 0,0 0 0,0 0 0,-1 1 0,0-1 0,1 0 0,-1 0 0,-1-1 0,1 1 0,0 0 0,-1-1 0,0 0 0,0 1 0,0-1 0,-2 1 0,-28 25 0,-1-1 0,-1-2 0,-2-1 0,0-2 0,-2-1 0,-18 5 0,-6 7 0,46-14 0,55-18 0,-31-2 0,302-38-21,-205 19-385,-50 9-1728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32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30687,'0'0'997,"0"0"-654,0 0-36,0 0 45,25 16-272,82 47-79,25-26-1,-54-20 0,-76-16 0,1 1 0,-1 0 0,0 0 0,1 0 0,-1 0 0,0 0 0,0 0 0,0 1 0,0-1 0,-1 0 0,1 1 0,-1 0 0,1-1 0,-1 1 0,0 0 0,0 0 0,0 0 0,-1-1 0,1 1 0,-1 0 0,1 0 0,-1 0 0,0 0 0,0 0 0,0 0 0,-1 0 0,1 0 0,-1 0 0,1 0 0,-1 0 0,0 0 0,0 0 0,-1-1 0,1 1 0,0 0 0,-1-1 0,1 1 0,-1-1 0,0 0 0,0 1 0,0-1 0,0 0 0,-1 0 0,1 0 0,0-1 0,-1 1 0,1 0 0,-1-1 0,0 0 0,1 1 0,-4 0 0,-132 93 67,-38 37-1414,166-120-510</inkml:trace>
  <inkml:trace contextRef="#ctx0" brushRef="#br0" timeOffset="213.643">671 49 28494,'0'0'3089,"0"0"-2961,0 0-40,0 0 104,0 0 32,114 64-96,-81-41-80,-5 5-24,-8 1 40,-11 5 8,-9 1 16,0 1 24,-29 1-96,-8 1-16,-5-1 0,1 13-64,10-9-544,13-13-1361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09:18.82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4566 4747 30567,'0'0'608,"0"0"-440,191-45-144,-62 15-24,23 6-72,-27 5-664,-38 9-2169</inkml:trace>
  <inkml:trace contextRef="#ctx0" brushRef="#br0" timeOffset="-162395.35">478 2460 29310,'0'0'840,"0"0"-527,0 0-97,0 0 264,0 0-80,0 0-240,0 0-96,82 36-56,-71-9-8,-11 11-80,-7 25-304,-22-8-1057,-6-4-3920</inkml:trace>
  <inkml:trace contextRef="#ctx0" brushRef="#br0" timeOffset="-162071.704">38 3133 20708,'0'0'7005,"0"0"-5205,0 0-1528,0 0-5,0 0 142,21-6-143,150-50-102,41-51-128,-212 108-37,1 0 1,-1 0 0,1 0-1,-1 0 1,1 0 0,-1 0-1,0 0 1,0 0-1,1 0 1,-1 0 0,0 0-1,0 0 1,0 1 0,0-1-1,0 0 1,0 0 0,0 0-1,-1 0 1,1 0 0,0 0-1,-1 0 1,1 0 0,0 0-1,-1 0 1,1 0 0,-1 0-1,1 0 1,-1 0-1,0-1 1,0 1 0,1 0-1,-1 0 1,0-1 0,0 1-1,0 0 1,1-1 0,-1 1-1,0-1 1,0 1 0,0-1-1,0 1 1,-1-1 0,-347 439 188,330-398-320,25-40-423,66-54-4707,-30 10-8102</inkml:trace>
  <inkml:trace contextRef="#ctx0" brushRef="#br0" timeOffset="-161775.809">358 3298 26902,'0'0'1568,"0"0"-776,-26 129-40,15-72-127,6-4-313,5-6-160,0-7-112,2-12-40,9-15 0,5-13-128,10-21-216,-2-19-577,-4-5-3112</inkml:trace>
  <inkml:trace contextRef="#ctx0" brushRef="#br0" timeOffset="-161604.191">573 3014 27038,'0'0'1465,"0"0"-887,0 0-298,-20 18 83,-61 57-103,73-69-251,1 0 1,0 0-1,0 0 1,1 1-1,-1 0 1,2 1-1,-1-1 1,1 1-1,0 0 1,1 1-1,0-1 0,0 1 1,1-1-1,0 1 1,0 0-1,1 1 1,0-1-1,1 0 1,0 1-10,3-8 3,0 1 0,-1-1 0,2 0 0,-1 1-1,0-1 1,0 0 0,1-1 0,-1 1 0,1 0 0,-1-1 0,1 1 0,0-1 0,-1 0 0,1 0 0,0 0 0,0 0 0,0 0 0,0-1 0,0 1 0,0-1-1,0 0 1,0 0 0,0 0 0,0 0 0,0 0 0,0-1 0,0 1 0,0-1 0,3-1-3,8 1 8,-3 1-164,0-1-1,0 0 0,0-1 1,0-1-1,0 0 0,-1 0 1,1-1-1,-1 0 1,0-1-1,0 0 0,0-1 1,-1 0-1,0 0 1,0-1-1,-1 0 0,3-2 157,19-21-5002</inkml:trace>
  <inkml:trace contextRef="#ctx0" brushRef="#br0" timeOffset="-161376.109">698 2811 27982,'0'0'1280,"0"0"-472,-7 117 25,7-35-241,0 29-168,0 29-104,4 10-120,3-26-128,-5-33-40,0-40-32,1-17-56,1-7-40,-2-5-152,3-12-96,3-28-256,1-21-817,-5-9-4104</inkml:trace>
  <inkml:trace contextRef="#ctx0" brushRef="#br0" timeOffset="-161158.733">698 3072 29086,'0'0'1713,"0"0"-1401,0 0-80,0 0 336,0 0-256,160-2-208,-97 2-104,-1 4-24,14-4-360,-14-2-656,-18-12-1513</inkml:trace>
  <inkml:trace contextRef="#ctx0" brushRef="#br0" timeOffset="-160876.697">1116 2780 29742,'0'0'648,"0"0"-447,0 0 151,0 0-56,0 0-192,112 0-88,-97 4-16,-10 11 0,-5 9-8,-11 10 8,-22 11-8,-11 10 8,-6 8-56,-7 6-256,2 0-273,0 0-463,13-17-1384,16-23-20725</inkml:trace>
  <inkml:trace contextRef="#ctx0" brushRef="#br0" timeOffset="-160086.749">1051 3135 26382,'0'0'1455,"0"0"-371,0 0-271,0 0-127,6 22-254,19 73-236,-19 40-247,-5-325-977,-1 185 1034,0 0 0,1-1 0,0 1 0,0 0 0,0 0 0,1 0 0,-1 0 0,1 0 0,0 0-1,1 0 1,-1 1 0,1-1 0,0 1 0,0-1 0,0 1 0,1 0 0,-1 1 0,1-1 0,0 0 0,0 1 0,1 0 0,-1 0 0,1 0 0,-1 1 0,1-1 0,0 1 0,0 0-1,0 1 1,0-1 0,0 1 0,0 0 0,0 0 0,1 1 0,-1-1 0,3 1-6,-5-1 4,0 0 1,0 1-1,0-1 0,1 0 0,-1 1 0,0 0 0,1 0 1,-1 0-1,0 0 0,0 1 0,1-1 0,-1 1 1,0 0-1,0 0 0,0 0 0,0 0 0,0 0 1,0 1-1,0-1 0,0 1 0,0 0 0,-1 0 1,1 0-1,-1 0 0,1 1 0,-1-1 0,0 1 1,0-1-1,0 1 0,0 0 0,-1-1 0,1 1 1,-1 0-1,1 0 0,-1 0 0,0 0 0,0 1 1,-1-1-1,1 0 0,-1 0 0,1 2-4,0-1 1,0 0 0,-1 0 0,1 0-1,-1 0 1,0 0 0,0 0 0,-1 0 0,1 0-1,-1 0 1,0 0 0,0 0 0,0 0 0,0 0-1,-1 0 1,1-1 0,-1 1 0,0-1 0,0 1-1,0-1 1,-1 0 0,1 1 0,-1-1 0,0-1-1,0 1 1,0 0 0,0-1 0,0 1 0,-1-1-1,1 0 1,-1 0 0,1 0 0,-1-1 0,0 1-1,0-1 1,-2 1-1,5-3-55,0 1 0,0-1 0,-1 1 0,1-1 0,0 1 0,0-1 0,0 0-1,0 0 1,0 1 0,0-1 0,0 0 0,0 0 0,1 0 0,-1 0 0,0 0 0,0 0 0,1 0-1,-1 0 1,1-1 0,-1 1 0,1 0 0,-1 0 0,1 0 0,0-1 0,0 1 0,-1 0 0,1 0 0,0-1-1,0 1 1,0 0 0,0 0 0,1-1 0,-1 1 0,0 0 0,0 0 0,1-1 0,-1 1 0,1 0 55,-1-6-437,17-123-8644,7 70 9522,12 2 4613,-27 47-4740,0 1-1,0 0 1,2 0-1,-1 1 1,1 0-1,0 1 0,1 0 1,0 1-1,0 0 1,0 1-1,1 0 1,0 1-1,0 1 1,1 0-1,-1 0 1,1 2-1,-1 0 1,1 0-1,0 1 1,9 1-314,-22 0 23,1 0 1,0 0-1,-1 1 1,1-1-1,-1 0 1,1 1-1,0 0 1,-1-1-1,1 1 0,-1 0 1,1 0-1,-1-1 1,0 1-1,1 0 1,-1 1-1,0-1 1,0 0-1,1 0 1,-1 0-1,0 1 1,0-1-1,0 1 1,-1-1-1,1 1 1,0-1-1,-1 1 1,1-1-1,0 1 1,-1-1-1,0 1 1,1 0-1,-1-1 1,0 1-1,0 0 1,0-1-1,0 1 1,0 0-1,-1-1 1,1 1-1,0 0 1,-1 1-24,-21 70 131,21-71-152,-65 93-349,64-92 139,0 0 1,-1 0 0,1 0-1,-1-1 1,0 1 0,0-1 0,0 1-1,0-1 1,-1 0 0,1 0-1,0-1 1,-1 1 0,1-1-1,-1 1 1,0-1 0,1 0 0,-1 0-1,0-1 1,0 1 0,0-1-1,0 0 1,1 0 0,-1 0-1,0-1 1,0 1 0,0-1 0,1 0-1,-1 0 231,-44-47-1758,6-54 4953,28 51 12,14 50-2570,47 40 257,-32-21-873,0 0 0,-1 2 0,-1 0 0,-1 0 1,-1 1-1,-1 0 0,0 1 0,-2 0 0,-1 1 0,0-1 0,-2 2 1,0-1-1,-2 1-21,-3-16-11,1 0 1,0 0-1,0 0 0,1 0 1,0 0-1,0-1 1,1 1-1,0-1 1,0 1-1,1-1 0,0 0 1,0 0-1,1 0 1,0-1-1,0 0 1,0 0-1,1 0 1,0 0-1,0-1 0,0 0 1,1-1-1,0 1 1,0-1-1,0 0 1,3 0 10,-11-4-13,0 1 1,0-1-1,0 0 0,0 0 1,0 0-1,0 1 1,0-1-1,0 0 1,0 1-1,0-1 1,1 1-1,-1-1 0,0 1 1,0-1-1,1 1 1,-1 0-1,0-1 1,0 1-1,1 0 1,-1-1-1,1 1 0,-1 0 1,1 0-1,-1 0 1,1 0-1,0-1 1,-1 1-1,1 0 1,0 0-1,-1 0 0,1 0 1,0 0-1,0 0 1,0 0-1,0 0 1,0 0-1,0 0 1,0 0-1,0 0 0,1 0 1,-1 0-1,0 0 1,1-1-1,-1 1 1,0 0-1,1 0 1,-1 0-1,1 0 0,-1-1 1,1 1-1,0 0 1,-1 0-1,1-1 1,0 1-1,-1 0 1,1-1-1,0 1 0,0-1 1,-1 1-1,1-1 1,0 1-1,0-1 1,0 0-1,0 1 1,0-1-1,0 0 0,0 0 1,0 0-1,0 0 1,0 0 12,-273 88 1005,224-81-406,48-20-419,151-140-1228,-89 88-1086</inkml:trace>
  <inkml:trace contextRef="#ctx0" brushRef="#br0" timeOffset="-171597.535">3468 3934 26262,'0'0'600,"0"0"2920,0 0-2983,0 0-233,0 0 32,0 0 32,18 23 112,26-23-176,15 0-248,11 0-56,11 0 0,7-14 0,4-1 0,2-3 0,-4-2 0,13-5 0,-20 3-968,-24 0-2369</inkml:trace>
  <inkml:trace contextRef="#ctx0" brushRef="#br0" timeOffset="-171212.374">4540 3513 30447,'0'0'761,"0"0"-422,0 0-105,0 0 184,0 0 6,26 16-292,163 108-120,-139-79-12,-3 2 0,-1 2 0,-3 2 0,-2 2 0,-2 2 0,-1 4 0,91 121 0,-111-161-60,-14-37-1946,-5-9-2121</inkml:trace>
  <inkml:trace contextRef="#ctx0" brushRef="#br0" timeOffset="-170955.824">5241 3462 30863,'0'0'1160,"0"0"-904,-118 128 184,37-33-392,-29 43-48,-23 40 0,17-22 0,17-28-944</inkml:trace>
  <inkml:trace contextRef="#ctx0" brushRef="#br1" timeOffset="-168109.479">2390 3269 25429,'0'0'1097,"0"0"-785,0 0-104,112-14-136,-55-12-72,-7 5-248,-11-3-2361</inkml:trace>
  <inkml:trace contextRef="#ctx0" brushRef="#br1" timeOffset="-167802.443">3023 2821 8962,'0'0'20212,"0"0"-19412,0 0-311,-48 128 63,31-76-168,-1 5-216,3 8-112,6 8-56,9 20-264,0-17-1185,0-18-3584</inkml:trace>
  <inkml:trace contextRef="#ctx0" brushRef="#br1" timeOffset="-167460.802">3278 3202 28934,'0'0'1207,"0"0"-817,0 0-237,0 0 24,21-22-74,70-68-100,-69 69-18,-18 16 8,-1 0 0,1 0-1,0 1 1,1 0 0,-1 0 0,1 0 0,-1 0-1,1 1 1,0-1 0,1 1 0,-1 1 0,0-1 0,1 1-1,0 0 1,-1 0 0,1 1 0,0-1 0,6 0 7,-8 4 11,-1 0 0,1 0 0,0 0 0,-1 0 0,1 1 0,-1-1 0,0 1 0,0 0 0,0 0 1,0 0-1,0 0 0,-1 1 0,1-1 0,-1 1 0,0-1 0,0 1 0,-1 0 0,1 0-11,15 21 79,-13-21-70,0 1-1,1-1 0,0 0 0,0 0 1,1 0-1,-1-1 0,0 0 1,1 0-1,0 0 0,0-1 0,0 0 1,0 0-1,0 0 0,0-1 0,1 0 1,-1 0-1,0-1 0,1 1 1,-1-2-1,1 1 0,-1 0 0,0-1 1,1-1-1,-1 1 0,0-1 1,0 0-1,0 0 0,0 0 0,0-1 1,-1 0-1,1 0 0,-1-1 0,0 0 1,3-2-9,116-103-2062,-82 73-773</inkml:trace>
  <inkml:trace contextRef="#ctx0" brushRef="#br1" timeOffset="-167118.605">4279 2900 22613,'0'0'4173,"0"0"-2833,0 0-598,0 0-42,0 0-178,0 0-231,8-13-156,23-43-74,-31 55-57,1 0-1,0 0 1,-1 0-1,1 0 1,-1-1-1,1 1 1,-1 0-1,0 0 1,1-1-1,-1 1 1,0 0-1,0-1 1,0 1 0,0 0-1,0-1 1,0 1-1,0 0 1,0-1-1,-1 1 1,1 0-1,0 0 1,-1-1-1,1 1 1,-1 0-1,0 0 1,1 0-1,-1 0 1,0 0-1,0 0 1,1 0-1,-1 0 1,0 0-1,0 0 1,0 0 0,0 0-1,0 0 1,0 1-1,-1-1 1,1 0-1,0 1 1,0-1-1,0 1 1,-1 0-1,1-1 1,0 1-1,-1 0 1,1 0-1,0 0-3,-60-4 83,59 4-84,-4 1 1,0 0 1,0 1 0,1-1-1,-1 1 1,0 0-1,0 1 1,1-1 0,-1 1-1,1 0 1,0 0-1,0 1 1,0 0-1,1 0 1,-1 0 0,1 0-1,0 1 1,0-1-1,0 1 1,1 0-1,-1 0 1,1 1 0,1-1-1,-1 1 1,-1 3-1,-2 7 2,0 1 0,1-1 1,1 1-1,0 0 0,1 0 0,1 0 1,1 0-1,0 5-2,0-18 13,1 1-1,0-1 1,-1 0 0,1 1 0,1-1 0,-1 0-1,1 0 1,-1 1 0,1-1 0,1 0-1,-1 0 1,0 0 0,1 0 0,0 0-1,0 0 1,0-1 0,0 1 0,1 0 0,0-1-1,-1 0 1,1 0 0,0 0 0,1 0-1,-1 0 1,0 0 0,1-1 0,-1 0 0,1 0-1,0 0 1,0 0 0,0 0 0,0-1-1,1 1-12,4-1-16,0 1 0,0-2-1,0 1 1,0-1 0,1-1 0,-1 0-1,0 0 1,-1 0 0,1-1-1,0-1 1,0 0 0,-1 0 0,1 0-1,-1-1 1,0 0 0,0-1-1,-1 0 1,1 0 0,-1 0 0,0-1-1,-1-1 1,1 1 0,-1-1-1,0 0 1,-1 0 0,0 0 0,0-1-1,2-5 17,15-21-1699</inkml:trace>
  <inkml:trace contextRef="#ctx0" brushRef="#br0" timeOffset="-162962.253">2429 2415 26830,'0'0'735,"0"0"753,0 0-569,0 0-260,0 0-211,-11-3-128,5 2-282,-2-1-12,0 0 0,0 1-1,0 0 1,-1 0 0,1 0 0,0 1 0,-1 1 0,1 0 0,0 0 0,0 0 0,0 1 0,0 0-1,-6 2-25,-11 13 20,0 0 0,0 1-1,2 2 1,0 0 0,2 2-1,0 0 1,2 1 0,0 1-1,1 1 1,2 1 0,-12 24-20,18-33 7,1 1 1,0 0 0,1 1 0,1-1 0,1 1 0,1 1 0,1-1 0,0 1 0,2 0 0,0 0-1,1 0 1,1 0 0,1 0 0,1 1-8,0-13 1,1 1-1,0-1 1,0 0 0,1 0-1,0 0 1,0 0 0,1-1-1,0 1 1,1-1 0,-1 0-1,1-1 1,1 0-1,-1 0 1,1 0 0,0-1-1,0 1 1,9 3-1,68 73 0,-82-77-1,1 1 1,-1 0-1,0-1 0,0 1 1,-1 0-1,0 0 1,0-1-1,0 1 1,-1 0-1,0 0 0,0 0 1,0 0-1,-1 0 1,0 0-1,0 0 0,0 0 1,-1 0-1,0-1 1,0 1-1,0-1 0,-1 1 1,0-1-1,-3 5 1,-89 106-10,93-114 10,-121 116-8,121-115 4,1 0 0,-1 0 1,1 0-1,-1 1 0,1-1 1,0 0-1,0 1 0,0-1 0,1 1 1,-1-1-1,1 1 0,0 0 1,0-1-1,0 1 0,1-1 0,-1 1 1,1-1-1,0 1 0,0-1 1,0 1-1,0-1 0,1 0 0,-1 1 1,1-1-1,0 0 0,0 0 1,0 0-1,0 0 0,0-1 0,1 1 1,-1 0-1,1-1 0,0 0 1,0 1 3,22 33 6,11 47 180,-4 1 0,-4 1 0,17 86-186,-29-110 23,30 134-336,-46-214-2324,-6-9-4076</inkml:trace>
  <inkml:trace contextRef="#ctx0" brushRef="#br0" timeOffset="-157717.599">145 436 28902,'0'0'1577,"0"0"-969,0 0-160,0 0-56,0 0-208,0 0-88,0 26 96,24-18-136,1-1-48,-4 9-8,-3 6-256,-18 39-272,0-4-937,-9 3-2439</inkml:trace>
  <inkml:trace contextRef="#ctx0" brushRef="#br0" timeOffset="-157407.729">1 1024 28326,'0'0'1510,"0"0"-606,0 0-217,0 0-46,0 0-203,0 0-225,1 1-168,81-15-42,-80 13-10,1 1 0,0-1 0,-1 0 0,1 1 0,0-1 0,0 1 0,0 0 0,0 0 0,-1 0 0,1 0 0,0 1 0,0-1-1,0 1 1,-1-1 0,1 1 0,0 0 0,0 0 0,-1 0 0,1 1 0,-1-1 0,1 1 0,-1-1 0,0 1 0,0 0 0,0 0 0,0 0 0,0 0 0,0 0 0,0 0 0,0 0 0,-1 1 0,1-1 0,-1 1 0,0-1 0,0 1 0,1 2 7,4 20-101,-1 0 0,-1 0 0,-2 0 0,0 1-1,-2-1 1,0 1 0,-3 5 101,1 28-71,-8 216 239,10-274-161,1-1 0,-1 1 0,0 0 0,1-1 0,-1 1 0,1-1 1,0 1-1,-1-1 0,1 1 0,-1-1 0,1 1 0,0-1 0,-1 1 0,1-1 1,0 0-1,0 1 0,-1-1 0,1 0 0,0 0 0,0 0 0,-1 0 0,1 1 0,0-1 1,0 0-1,0 0 0,-1 0 0,1-1 0,0 1 0,0 0 0,-1 0 0,1 0 0,0 0 1,0-1-1,-1 1 0,1 0 0,0-1 0,-1 1 0,1-1 0,0 1 0,-1-1 0,1 1 1,-1-1-1,1 1 0,-1-1 0,1 1 0,-1-1 0,1 0 0,-1 1 0,1-1 0,-1 0 1,0 0-1,1 1 0,-1-1 0,0 0 0,0 0 0,0 1 0,0-1 0,1 0 0,-1 0 1,0 1-1,0-1 0,0 0 0,-1 0-7,54-110 96,20-88-1286,-42 101-973</inkml:trace>
  <inkml:trace contextRef="#ctx0" brushRef="#br0" timeOffset="-157144.742">450 262 29150,'0'0'1080,"0"0"-615,0 0-97,0 0-96,0 0-176,0 0-88,0 0-8,79-17-448,-31-11-865,3-3-1791</inkml:trace>
  <inkml:trace contextRef="#ctx0" brushRef="#br0" timeOffset="-156957.691">877 89 27670,'0'0'1238,"0"0"-210,0 0-255,0 0-314,-11 20-263,-1 1-168,-76 93 47,-211 100 358,265-181-142,43-31-294,18-3 4,0-1 0,1-1 0,-1-1 0,0-2 0,0 0 0,-1-2 1,9-4-2,21-6-22,2 9-576,-50 27-1909,-8 0-885</inkml:trace>
  <inkml:trace contextRef="#ctx0" brushRef="#br0" timeOffset="-156587.751">540 661 21429,'0'0'0</inkml:trace>
  <inkml:trace contextRef="#ctx0" brushRef="#br0" timeOffset="-156290.563">540 661 19380,'0'0'6474,"98"-34"-3930,-113 62-1352,-7 8-231,-2 7-337,-2 6-288,-3 6-96,-1 5-104,-1 1-56,0 0-32,-4 2-48,2-4 16,0-3-16,7-7-48,9-12-272,8-11-808,9-20-1561</inkml:trace>
  <inkml:trace contextRef="#ctx0" brushRef="#br0" timeOffset="-156289.563">851 789 29286,'0'0'848,"0"0"-215,0 0-177,0 0-136,129 32-208,-107-16-112,-9 11-280,-6-3-1193,-7-2-15770</inkml:trace>
  <inkml:trace contextRef="#ctx0" brushRef="#br0" timeOffset="-156056.894">520 1263 28550,'0'0'1659,"0"0"-992,-2 19-290,-11 149 207,12-165-646,1 0-1,-1 0 0,1 0 0,0 0 0,0 1 1,0-1-1,1 0 0,-1 0 0,1 0 1,0 0-1,-1 0 0,1 0 0,1 0 0,-1 0 1,0 0-1,1 0 0,-1 0 0,1-1 0,0 1 1,0-1-1,0 1 0,0-1 0,3 2 63,8-37-445,-10 10 450,1 2 1,0-1-1,2 0 1,1 1-1,0 0 1,2 1-1,0-1 1,1 2-1,1-1 1,1 2 0,1-1-1,0 2 1,1 0-1,3-2-5,-7 8 69,1 1 1,0 0-1,0 0 0,1 1 1,0 1-1,0 0 1,1 0-1,0 1 0,1 1 1,-1 0-1,1 1 0,0 1 1,1 0-1,-1 1 0,1 0 1,-1 1-1,1 1 0,0 0 1,0 1-1,9 2-69,-19 1 23,-1 1 1,1 0-1,-1 0 0,0 1 0,0-1 1,0 1-1,0 0 0,-1 0 0,0 0 0,0 0 1,-1 1-1,1-1 0,-1 1 0,0 0 1,-1-1-1,1 1 0,-1 0 0,0 0 1,-1 0-1,1 0 0,-1 0 0,0 0 1,-1 0-1,1 0 0,-1 0 0,-1 0 1,1 0-1,-2 2-23,1 1-112,0 0 0,-1 0 1,0 0-1,-1 0 0,0-1 1,0 1-1,-1-1 0,0 0 1,0 0-1,-1-1 0,0 0 1,0 0-1,-1 0 0,0-1 1,0 1-1,0-2 0,-1 1 0,0-1 1,0 0-1,-1-1 112,-29 18-2407</inkml:trace>
  <inkml:trace contextRef="#ctx0" brushRef="#br0" timeOffset="-155750.566">777 1223 28054,'0'0'1183,"-2"18"-535,-46 197-243,83-262-1707,-24 41 1338,0 0 0,0 0 1,0 1-1,0 1 0,1 0 1,0 1-1,0 0 1,0 1-1,0 0 0,0 1 1,0 0-1,3 1-36,16-3 225,-2-33-317,-9 0-868,2-6-1992</inkml:trace>
  <inkml:trace contextRef="#ctx0" brushRef="#br0" timeOffset="-155515.264">1202 460 26774,'0'0'2563,"0"0"-1687,0 0-508,0 0 94,0 0-101,7 21-138,3 3-162,21 109 237,-32-94-173,-1-30-108,1 1-1,1-1 0,0 0 0,0 0 1,1 1-1,0-1 0,0 0 1,1 0-1,0 0 0,1 0 0,0 0 1,0-1-1,2 2-16,-1-7-39,1 0 0,0-1 0,0 1 0,0-1 0,0 0 0,0 0 1,1-1-1,-1 1 0,0-1 0,1-1 0,-1 1 0,1-1 0,-1 0 0,1 0 0,-1 0 0,1-1 0,-1 0 0,0 0 1,1 0-1,-1-1 0,0 1 0,0-1 0,0-1 0,0 1 0,0-1 0,0 0 0,-1 0 0,4-3 39,17-11-847,-2-1-1,0-2 1,-1 0-1,-1-1 1,-1-1-1,11-17 848,-15 21-1167,33-41-5498</inkml:trace>
  <inkml:trace contextRef="#ctx0" brushRef="#br0" timeOffset="-155200.831">1706 460 5529,'0'0'18260,"0"0"-14403,0 0-2649,0 0-152,0 0-311,0 0-337,-61 142-232,39-95-104,0 4-56,-5 1-16,3-3-192,0-8-464,7-11-937,1-16-2000</inkml:trace>
  <inkml:trace contextRef="#ctx0" brushRef="#br0" timeOffset="-155199.831">1443 324 27454,'0'0'2424,"0"0"-1783,0 0-17,-2 161-224,2-86-128,6 24-160,-6 21-64,0-9-48,-2-13-176,-13-21-224,-14-15-216,3-11-201,0-8-1079</inkml:trace>
  <inkml:trace contextRef="#ctx0" brushRef="#br0" timeOffset="-154832.2">1191 1067 28790,'0'0'1248,"-1"18"-543,0 2-533,12 96 689,-9-109-836,0 0 0,1-1-1,0 1 1,0-1 0,0 1 0,1-1 0,0 0-1,0 0 1,1-1 0,0 1 0,0-1-1,0 0 1,0 0 0,1-1 0,0 1-1,0-1 1,0-1 0,0 1 0,1-1 0,-1 0-1,1-1 1,0 1 0,0-1 0,0 0-1,0-1 1,0 0 0,0 0 0,0-1 0,0 0-1,1 0 1,-1 0 0,0-1 0,0 0-1,0 0 1,0-1 0,0 0 0,0 0-1,0-1 1,-1 0 0,1 0-25,14-15-129,-1 0 0,0-1 0,-1-1 1,-2-1-1,0 0 0,-1-2 0,-1 1 0,-1-2 0,-1 0 1,2-9 128,36-58-726,-48 99 1605,-3 299 99,0-260-1765</inkml:trace>
  <inkml:trace contextRef="#ctx0" brushRef="#br0" timeOffset="-206143.867">5982 1229 30334,'0'0'761,"0"0"-449,0 0 32,0 0 56,125 93-120,-103-56-176,-6 5-104,-8 5-24,-8 16-336,0-8-464,-4-13-1809</inkml:trace>
  <inkml:trace contextRef="#ctx0" brushRef="#br0" timeOffset="-205831.731">6158 1920 17420,'0'0'12330,"0"0"-11625,0 0-489,0 0-152,-121 126-40,88-99-24,-19 3-312,8-10-2817,4-8-16403</inkml:trace>
  <inkml:trace contextRef="#ctx0" brushRef="#br0" timeOffset="-206954.442">4341 1188 27382,'0'0'3209,"0"0"-2317,0 0-740,0 0-4,24 9 99,82 31-7,-97-39-233,-1 1 0,1 0 0,-1 1 0,1 0 0,-1 0 0,0 0 0,0 1 0,-1 1 0,1-1 0,-1 1 0,0 0 0,0 1 0,-1 0 0,1 0 0,-1 0 0,-1 1 0,1 0 0,-1 0 0,0 0 0,-1 1 0,1-1 0,-2 1 0,1 0 0,-1 1 0,0-1 0,-1 0 0,0 1 0,0 0 0,-1-1 0,0 3-7,-4 20-13,-2 0 1,-1 0-1,-1 0 0,-2-1 0,-1 0 0,-1-1 1,-1 0-1,-2 0 0,-1-2 0,-1 0 0,-2-1 0,0 0 1,-2-1-1,-15 14 13,-4 13-15,-21 37 1,76-86 84,5-10-52,0 0 0,-1-2 0,0 0 0,-1-1 0,1-1 0,-2-1 0,0 0 0,0-2-18,19-11 1,380-238-2206,-351 215 57</inkml:trace>
  <inkml:trace contextRef="#ctx0" brushRef="#br0" timeOffset="-206660.241">5024 1172 20844,'0'0'8342,"0"0"-6328,0 0-1705,0 0 62,17 25 56,111 165 26,-83-110-451,-3 1-1,-4 3 1,-4 1 0,3 23-2,-27-81 0,-10-27-8,-1 1 0,1 0 0,0 0-1,0-1 1,-1 1 0,1 0 0,0 0 0,0-1 0,0 1-1,0 0 1,0 0 0,0-1 0,0 1 0,0 0 0,1 0 0,-1-1-1,0 1 1,0 0 0,1-1 0,-1 1 0,0 0 0,1-1-1,-1 1 1,1 0 0,-1-1 0,1 1 0,-1-1 0,1 1-1,-1-1 1,1 1 0,-1-1 0,1 1 0,0-1 0,-1 0 0,1 1-1,0-1 1,-1 0 0,1 1 0,0-1 0,-1 0 0,1 0-1,0 0 1,0 0 0,-1 0 0,1 0 0,0 0 0,0 0 0,-1 0-1,1 0 1,0 0 0,0 0 0,-1 0 0,1 0 0,0-1-1,-1 1 1,1 0 0,0-1 8,12-43-1395,-6-7-4335,-3-10-14558</inkml:trace>
  <inkml:trace contextRef="#ctx0" brushRef="#br0" timeOffset="-206410.843">5520 1154 5057,'0'0'22397,"0"0"-20309,0 0-1480,-86 109 57,38-44-97,-9 6-56,-6 4-192,-3 0-168,2-4-96,7-4-32,13-8-24,16-4-344,15-15-704,6-21-2001</inkml:trace>
  <inkml:trace contextRef="#ctx0" brushRef="#br0" timeOffset="-207606.587">3036 1576 10042,'0'0'18972,"0"0"-18220,0 0-376,0 0 201,154 0-57,-73-6-152,11-5-136,7-3-120,-5-2-64,-6 4-48,-10 2-8,-12 4-64,-18 2-336,-23-2-1121,-17 1-3560,-8-5-12098</inkml:trace>
  <inkml:trace contextRef="#ctx0" brushRef="#br0" timeOffset="-207291.399">3604 1178 25373,'0'0'4089,"0"0"-3617,0 0 97,-2 122-25,2-65-96,0 10-120,0 4-144,0 4-104,0 0-48,0-2-24,0-6-8,0-9-232,4-17-320,9-13-969,-2-24-3456</inkml:trace>
  <inkml:trace contextRef="#ctx0" brushRef="#br1" timeOffset="-195965.738">2865 629 9442,'0'0'9293,"0"0"-2563,0 0-5064,-21-1-1403,-70 1-55,86 0-158,1 1 0,-1 0 1,1 0-1,-1 0 0,1 1 0,-1 0 0,1 0 1,0 0-1,0 0 0,0 0 0,0 1 0,0 0 1,0 0-1,1 0 0,0 0 0,-1 0 0,1 1 1,0 0-1,1-1 0,-1 1 0,1 0 0,-1 0 1,0 3-51,-1 0 132,-3 6 16,1 0-1,0 1 1,1 0 0,1 0-1,0 0 1,1 0 0,0 1-1,2-1 1,-1 1 0,2 0 0,0-1-1,1 7-147,-1-16 8,0 0-1,0 0 1,1-1-1,0 1 1,0 0 0,0 0-1,0-1 1,1 1-1,-1-1 1,1 1-1,0-1 1,1 0-1,-1 0 1,1 0-1,0 0 1,0 0 0,0 0-1,0-1 1,1 0-1,0 0 1,-1 0-1,1 0 1,0 0-1,0-1 1,1 1-1,-1-1 1,0 0 0,1 0-1,-1-1 1,1 0-1,0 1 1,-1-1-1,1-1 1,0 1-1,0-1 1,0 0 0,-1 0-1,1 0 1,0-1-1,0 0 1,-1 1-1,1-2 1,0 1-1,-1-1 1,1 1-1,-1-1 1,3-2-8,5-9-15,0 0 0,-1 0-1,-1-2 1,0 1 0,-1-1 0,-1-1-1,0 1 1,-1-1 0,-1-1 0,0 1 0,-1-1-1,-1 0 1,1-10 15,27-77-6547,-28 95-11419</inkml:trace>
  <inkml:trace contextRef="#ctx0" brushRef="#br1" timeOffset="-195557.151">3098 815 28846,'0'0'875,"0"0"-287,0 0-128,6-17-110,-4 14-335,3-13 40,2 1-1,0 0 1,0 0 0,2 1 0,0 0 0,0 1-1,1-1 1,9-7-55,-14 15 3,0 1-1,1-1 1,0 1-1,0 1 1,0-1-1,0 1 1,1 0-1,-1 1 1,1-1-1,0 1 1,0 0-1,1 1 1,-1 0 0,0 0-1,1 1 1,-1 0-1,1 0 1,-1 1-1,1-1 1,2 2-3,39 45 2,-48-42 1,1-1 0,0 1-1,0-1 1,0 0 0,0 0 0,0 0-1,1 0 1,-1 0 0,1 0 0,0-1-1,0 1 1,0-1 0,0 0 0,0 0-1,0 0 1,1 0 0,-1 0 0,1-1-1,3 1-2,1-2 1,0 0-1,0-1 1,0 0-1,1 0 0,-1-1 1,-1 0-1,1-1 1,0 0-1,-1 0 0,1 0 1,-1-1-1,0 0 0,0-1 1,0 1-1,-1-1 1,0-1-1,0 1 0,0-1 1,0 0-1,-1-1 1,1-1-1,12-10-137,24-23-881,-2 3-1339</inkml:trace>
  <inkml:trace contextRef="#ctx0" brushRef="#br1" timeOffset="-195140.544">3946 328 9322,'0'0'15359,"0"0"-11594,0 0-3138,0 0-168,0 0-33,0 0-112,18 20-134,57 66-105,-72-83-72,0 1 1,0-1 0,-1 0 0,1 1 0,-1 0-1,0 0 1,0 0 0,0 0 0,0 0 0,-1 0-1,0 0 1,0 0 0,0 1 0,0-1 0,0 0 0,-1 1-1,0-1 1,0 0 0,0 1 0,-1 3-4,0 11 14,-60 179 17,61-197-25,0 1 0,0-1 0,0 1 1,1-1-1,-1 1 0,1-1 0,-1 1 0,1-1 1,-1 1-1,1-1 0,0 0 0,0 1 0,0-1 1,0 0-1,0 0 0,0 0 0,0 0 0,0 0 1,0 0-1,0 0 0,1 0 0,-1 0 0,0 0 1,1-1-1,-1 1 0,0 0 0,1-1 0,-1 1 1,1-1-1,-1 0 0,1 1 0,-1-1 0,1 0 1,-1 0-1,1 0 0,-1 0 0,1 0 0,-1-1 1,2 1-7,66-9 155,101-55-1000,-124 44-741</inkml:trace>
  <inkml:trace contextRef="#ctx0" brushRef="#br0" timeOffset="-159265.62">2407 0 28534,'0'0'879,"0"0"-315,0 0-37,0 0-23,-19 8-187,-65 28-181,17 25-9,55-45-86,-1-2 4,1 1-1,1 0 1,0 1-1,1 0 1,1 0-1,0 1 1,2 0-1,0 1 1,0-1-1,2 1 0,0 1 1,1-1-1,1 1 1,1 0-1,0 6-44,4-16 2,0 0-1,1 0 1,0-1 0,0 1-1,1-1 1,0 0 0,0 0-1,1 0 1,0-1-1,1 0 1,-1 0 0,1 0-1,1 0 1,-1-1-1,1 0 1,0-1 0,1 1-1,-1-1 1,8 3-2,73 75-113,-85-78 105,0 0 0,-1 0 1,0 1-1,0-1 1,0 1-1,0 0 1,-1-1-1,0 1 1,0 0-1,-1 0 1,1 0-1,-1 0 1,-1-1-1,1 1 1,-1 0-1,0 0 1,0 0-1,-1-1 1,0 1-1,0-1 0,0 1 1,0-1-1,-3 4 8,-82 111-83,80-111 74,-206 206 40,212-215-31,0 1-1,-1 0 1,1 0 0,0 0-1,0-1 1,0 1 0,0 0-1,0 1 1,0-1 0,0 0-1,0 0 1,0 0 0,0 0-1,1 1 1,-1-1 0,0 0-1,1 1 1,0-1 0,-1 1-1,1-1 1,-1 1 0,1-1-1,0 0 1,0 1 0,0-1-1,0 1 1,0-1 0,0 1-1,1-1 1,-1 1 0,0-1 0,1 1-1,-1-1 1,1 0 0,-1 1-1,1-1 1,0 0 0,-1 0-1,1 1 1,0-1 0,0 0-1,0 0 1,0 0 0,0 0-1,0 0 1,0 0 0,1 0-1,-1 0 1,0-1 0,0 1-1,1 0 1,-1-1 0,0 1-1,1-1 1,-1 1 0,1-1-1,-1 0 1,1 1 0,-1-1-1,0 0 1,1 0 0,0 0 0,7 2 1,0 1 0,-1 0-1,1 1 1,-1 0 0,0 0 0,0 0 0,0 1 0,0 1 0,-1-1 0,0 1-1,0 1 1,0-1 0,-1 1 0,0 0 0,0 0 0,-1 1 0,0 0 0,0 0-1,-1 0 1,0 0 0,-1 1 0,1 0 0,-2-1 0,1 1 0,-1 0-1,0 5 1,29 313 526,-29-248-441,4-1 0,3 0 0,8 26-86,1-80-2203,-12-30-2299</inkml:trace>
  <inkml:trace contextRef="#ctx0" brushRef="#br0" timeOffset="-5891.134">4207 2159 28094,'0'0'1584,"0"0"-1000,0 0-23,0 0-73,0 0 24,0 0-144,217-32-40,-26 22-80,21 6-248,-3 4 0,-34 0 0,-52 2 0,-36 8 0,-28 0 0,1 14 0,-14-2-472,-13-7-1601</inkml:trace>
  <inkml:trace contextRef="#ctx0" brushRef="#br1" timeOffset="55134.061">4010 1058 27422,'0'0'803,"0"0"-395,0 0-64,0 0 35,-4-20 166,-9-62-17,13 35 169,4 61-26,-4 957 299,28-762-970,-18-222-97,-9 9 55,28-135-1993,-14 67 64</inkml:trace>
  <inkml:trace contextRef="#ctx0" brushRef="#br1" timeOffset="55675.764">4235 733 29990,'0'0'579,"0"0"-281,27-3-66,349-26 757,766 12-545,-1130 17-456,-1-1-15,-1 1-1,1 0 0,-1 0 1,1 1-1,-1 1 0,0 0 0,1 0 1,-1 1-1,0 0 0,-1 1 1,1 0-1,0 1 0,1 1 28,-10 35-153,-41 141 724,25-9-481,7 1 0,9 61-90,-1-207 9,31 304-9,-35-321-1932,-8-11-2577</inkml:trace>
  <inkml:trace contextRef="#ctx0" brushRef="#br1" timeOffset="55924.312">4251 2257 15923,'0'0'15564,"0"0"-15060,114 12-312,24-12 72,59-6 56,22-21-320,-8-3 0,-49 7 0,-59 9 0,4 2 0,-36 4 0,-14-2-2545</inkml:trace>
  <inkml:trace contextRef="#ctx0" brushRef="#br0" timeOffset="131179.998">3663 4753 23125,'0'0'3801,"0"0"-1454,0 0-1503,0 0-345,0 0-62,2-4-121,3-2-270,-1 1 1,1 0-1,0 0 0,0 0 0,1 0 0,0 1 0,-1 0 0,1 0 0,1 1 0,-1 0 0,0 0 0,1 0 1,0 1-1,-1 0 0,3 0-46,17-9 129,52-18-24,2 3 0,0 3 0,2 4 1,0 3-1,1 4 0,12 3-105,505-4-104,-393 15 154,11-2-50,-207-2-208,-9-6-832</inkml:trace>
  <inkml:trace contextRef="#ctx0" brushRef="#br0" timeOffset="133429.517">6055 3666 26846,'0'0'4001,"0"0"-3377,0 0-440,0 0 32,0 0 128,0 0-144,0 0-88,6 43-56,14-17-56,4 17-8,-4-5-656,-7-5-1705</inkml:trace>
  <inkml:trace contextRef="#ctx0" brushRef="#br0" timeOffset="133723.55">6083 4173 30759,'0'0'1088,"0"0"-896,0 0 192,0 0-40,0 0-344,0 0 0,-109 140-24,45-65-632,7-8-1105,7-12-6744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40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28990,'0'0'1873,"0"0"-1083,0 0-167,0 3-207,0 30-386,2 43-19,-4 0 0,-4 0 1,-2 0-1,-9 26-11,-12 7 0,-22 143 0,51-253-11,0 1 0,0 0 0,0-1 0,0 1 0,1 0 0,-1-1 0,0 1 0,0 0-1,1 0 1,-1 0 0,0-1 0,0 1 0,1 0 0,-1 0 0,0 0 0,0-1 0,1 1 0,-1 0 0,0 0 0,1 0 0,-1 0 0,0 0 0,1 0 0,-1 0 0,0-1-1,1 1 1,-1 0 0,0 0 0,1 0 0,-1 1 0,0-1 0,0 0 0,1 0 0,-1 0 0,0 0 0,1 0 0,-1 0 0,0 0 0,1 0 0,-1 1 0,0-1-1,0 0 1,1 0 0,-1 0 0,0 1 0,0-1 0,1 0 0,-1 0 0,0 1 0,0-1 0,0 0 0,1 0 0,-1 1 0,0-1 0,0 0 0,0 1 0,0-1 0,0 1 11,14-30-3208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44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573 241 29582,'0'0'1066,"0"0"-750,0-19-257,0-63-17,1 77-38,0 0 0,-1 0-1,0 1 1,0-1-1,0 0 1,0 0 0,-1 0-1,0 1 1,0-1-1,0 0 1,0 1 0,-1-1-1,0 1 1,0-1 0,0 1-1,-1 0 1,1 0-1,-1 0 1,0 0 0,0 0-1,0 0 1,-1 1 0,1 0-1,-1 0 1,0 0-1,0 0 1,0 0 0,0 1-1,0 0 1,0-1-1,-1 2 1,1-1 0,-1 0-1,0 1 1,0 0-4,-8-2 21,-1 1 0,1 0 1,0 1-1,-1 0 0,1 1 0,-1 1 0,1 0 0,0 0 1,0 2-1,-1 0 0,1 0 0,1 1 0,-1 1 1,1 0-1,-1 0 0,1 2 0,1-1 0,-1 1 0,1 1 1,1 0-1,-1 1 0,2 0 0,-3 2-21,-7 9 42,0 1 0,2 0-1,0 1 1,2 1 0,0 0-1,1 1 1,2 1 0,0 0-1,2 1 1,-7 24-42,12-31 24,0 1-1,1 0 1,1 0 0,1 0-1,1 0 1,1 0 0,1 1-1,0-1 1,3 12-24,-3-25 13,1 0 0,0 1 0,0-1-1,1 0 1,-1 0 0,1 0 0,1-1 0,0 1 0,0-1 0,0 0 0,0 0 0,1 0 0,0 0-1,0-1 1,1 0 0,0 0 0,0 0 0,0-1 0,0 0 0,0 0 0,1 0 0,0-1 0,0 0 0,0-1-1,0 1 1,7 0-13,1-1 5,0 0-1,0-1 0,-1-1 1,1 0-1,0-1 1,0-1-1,-1 0 0,1-1 1,-1-1-1,1 0 1,-1-1-1,-1 0 0,1-1 1,-1-1-1,0 0 0,0-1 1,-1 0-1,0-1 1,-1 0-1,1-1 0,-2 0 1,0-1-1,0 0 0,-1-1 1,0 0-1,-1 0 1,0-1-1,4-11-4,-6 13-78,-1 1 0,-1-1 1,0 0-1,0-1 0,-1 1 0,0-1 0,-1 0 1,-1 1-1,0-1 0,0 0 0,-1 0 0,-1 0 1,0 0-1,0 1 0,-3-9 78,-18-24-1706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43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274 318 21093,'0'0'1559,"0"0"-750,-20 4 101,-159 14 3370,131-17-3333,21-1 1160,68-5-1352,659-97-448,-607 99-145,14-1-4694,-99 0-2949</inkml:trace>
  <inkml:trace contextRef="#ctx0" brushRef="#br0" timeOffset="262.203">608 0 27806,'0'0'1056,"0"0"-616,0 0-120,0 0 513,-18 127-209,7-60-184,-6 12-104,-3 6-56,-4-1-136,4-1-104,2-6-40,12-10-48,6-10-416,15-17-648,9-24-1889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4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28454,'0'0'896,"0"0"-704,0 0-104,0 0 48,0 0-40,0 0-64,2 124-32,-2-81-440,0-1-2320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4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28942,'0'0'976,"0"0"-383,0 0-169,-132 107-80,99-77-176,9 1-144,13 1-24,11-7-640,0-13-2081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4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29950,'0'0'629,"0"0"-333,0 0-26,21 1 156,-2 0-321,9-2-56,0 2 0,0 0 0,0 2-1,0 1 1,0 1 0,-1 2 0,0 0-1,0 2 1,-1 1 0,0 1 0,-1 2 0,18 11-49,-39-21 10,-1 1 0,0 0-1,0 0 1,0 0 0,0 0 0,-1 1 0,1-1 0,-1 1 0,0 0 0,-1 0 0,1-1 0,-1 1 0,0 0 0,0 0 0,-1 0 0,1 0 0,-1 0 0,0 0 0,0 0 0,-1 1 0,0-1 0,0 0 0,0-1 0,0 1 0,-1 0 0,1 0 0,-1 0 0,-1-1 0,1 1 0,-1-1 0,1 0 0,-1 0-1,-1 0 1,1 0 0,0 0 0,-1-1 0,0 1 0,0-1-10,-28 19-102,0-1-1,-2-1 1,0-2-1,-1-2 1,-1-1-1,0-1 1,-1-3-1,-33 7 103,71-29-2756,21-10-3271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47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30158,'0'0'609,"0"0"-425,0 0 80,0 0 40,138 40-152,-96-26-104,-7 5-40,-11 3 16,-15 4-8,-9 5 0,-11 7 8,-24 1-16,-9 7-8,-2-3-40,-9 10-272,16-11-504,10-13-1089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47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29190,'0'0'1339,"0"0"-908,0 0-171,22 6 84,74 21-51,-90-25-286,0 1 0,0-1-1,-1 1 1,1 0-1,-1 0 1,0 0-1,0 1 1,0 0 0,0 0-1,-1 0 1,0 1-1,1-1 1,-2 1-1,1 0 1,0 0 0,-1 1-1,0-1 1,0 1-1,-1-1 1,0 1-1,0 0 1,0 0 0,0 0-1,-1 0 1,0 0-1,0 0 1,-1 0-1,0 1 1,0-1 0,0 0-1,-1 0 1,0 0-1,0 0 1,-1 0-1,1 0 1,-1 0 0,0 0-1,-1 0 1,0-1-1,0 1 1,-1 1-7,-162 159-214,159-139 132,43-25 62,-25-2 28,166-36 13,-128 26-280,-4 1-755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1:4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27118,'0'0'2207,"0"0"-1588,0 0-370,0 0 302,0 0 2,0 23-102,-13 157 356,-63 65-574,51-179-240,3 2 0,4 0 0,-5 37 7,20-60-332,3-44-1328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39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30110,'0'0'921,"0"0"-681,0 0-184,0 0-24,0 0-8,129 20-24,-63-20-16,-13 0-632,-14 0-1921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39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30639,'0'0'1136,"0"0"-760,0 0-144,0 0-40,0 0-48,127-4-120,-33 4-24,-10 0-672,-21 0-1881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38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70 16211,'0'0'10971,"0"0"-8133,0 0-2181,0 0-122,0 0-115,-4 0-125,-14 0-98,14 0-66,15 0 25,305-56 200,-275 50-356,-1 2 0,2 1 0,-1 3 0,0 1 0,32 5 0,-61-4 0,-1 1 0,1 0 0,-1 1 0,1 0 0,-1 1 0,-1 0 0,1 1 0,-1 0 0,0 0 0,0 1 0,-1 1 0,0-1 0,0 2 0,0-1 0,-1 1 0,-1 0 0,0 1 0,0 0 0,-1 0 0,0 0 0,0 1 0,-1 0 0,-1 0 0,0 0 0,0 1 0,-1-1 0,-1 1 0,0 1 0,1 12 0,-2 1 0,-1-1 0,-1 1 0,-1-1 0,-2 0 0,0 0 0,-2 0 0,0 0 0,-2-1 0,0 0 0,-2 0 0,-1-1 0,-1 0 0,0-1 0,-2 0 0,0-2 0,-2 1 0,0-2 0,-2 0 0,-5 4 0,-17 20 0,-3-2 0,-1-1 0,-2-3 0,-2-2 0,-1-2 0,-1-2 0,-16 5 0,-21-8 0,86-28-7,0 0 0,0-1 0,0 1 0,0 0 0,0 0-1,0 0 1,0-1 0,1 1 0,-1-1 0,0 1 0,0-1 0,0 1 0,0-1 0,1 1 0,-1-1 0,0 1 0,1-1-1,-1 0 1,0 0 0,1 1 0,-1-1 0,1 0 0,-1 0 0,1 0 0,-1 1 0,1-1 0,0 0 0,-1 0 0,1 0-1,0 0 1,0 0 0,-1 0 0,1 0 0,0 0 0,0 0 0,0 0 0,0 0 0,1 0 0,-1 0 0,0 0-1,0 1 1,1-1 0,-1 0 0,0 0 0,1 0 0,-1 0 0,1 0 0,-1 0 0,1 1 0,-1-1 0,1 0 0,-1 0-1,2 0 8,27-57-1532,8 0-1089</inkml:trace>
  <inkml:trace contextRef="#ctx0" brushRef="#br0" timeOffset="290.281">1210 1 29822,'0'0'814,"0"0"-289,-23 24-150,-4 1-269,-113 137 403,114-125-465,1 0 0,2 1 0,1 1 0,2 2 0,2 0 0,2 0 0,2 2 0,1 0 0,3 0 0,1 1 0,2 1 0,3-1 0,1 1 0,2 4-44,2-37 0,1 0 0,0-1 0,1 1 0,0-1 0,0 1 0,2-1 0,-1-1 0,1 1 0,1 0 0,0-1 0,0 0 0,1-1-1,1 1 1,-1-1 0,1-1 0,1 0 0,0 0 0,0 0 0,0-1 0,1 0 0,0-1 0,0 0 0,1-1 0,0 0 0,0-1 0,0 0 0,0 0 0,1-1 0,-1-1 0,1 0 0,0-1 0,1 0 0,26 1-192,0-1 1,1-3-1,-1-1 1,0-2-1,9-3 192,58-18-1746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5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1 363 28606,'0'0'1420,"0"0"-842,0 0-310,0 0-27,0 0-29,9 17-52,32 56-53,24-17 57,-45-45-96,-14-8-42,-1 1 1,1-1-1,0-1 0,0 1 0,0-1 0,0 0 1,0-1-1,0 1 0,1-1 0,-1-1 0,0 1 1,1-1-1,-1 0 0,1 0 0,-1-1 0,0 0 1,1 0-1,-1 0 0,0-1 0,0 0 1,0 0-1,0-1 0,0 1 0,0-1 0,-1-1 1,2-1-27,125-117 112,-124 113-114,25-28-42,-1-2 1,-3-1-1,-1-1 0,-2-1 0,-2-1 0,-2-2 1,16-42 43,-32 75-7,-7 33 1,0-9 0,-12 160 65,8 1-1,9 26-58,-4-182 7,0 0-1,1 0 1,1 0-1,0-1 1,2 1-1,-1-1 1,2 1-1,1-1 1,0 0-1,0-1 1,2 0-1,0 0 1,1 0-1,0-1 1,1 0-1,3 2-6,-10-13 2,-1-1-1,1 0 0,0 0 1,-1 0-1,1 0 1,0-1-1,0 1 0,0-1 1,0 0-1,1 0 0,-1 0 1,0 0-1,0 0 1,1-1-1,-1 1 0,0-1 1,1 0-1,-1 0 1,0 0-1,1 0 0,-1-1 1,0 1-1,0-1 0,1 0 1,-1 0-1,0 0 1,0-1-1,0 1 0,0-1 1,0 1-1,0-1 0,-1 0 1,1 0-1,0 0 1,-1-1-1,0 1 0,1-1 1,-1 1-1,0-1 1,0-1-2,71-122 14,-43 47-64,-3 0 1,-4-2 0,-3-1-1,-4-1 1,-2-12 49,-4-56 432,-23 886-432,13-644 0,2 88 0,-9-1 0,-24 145 0,-26-138 0,53-178 0,0 1 0,0-1 0,-1 0 0,1 0 0,-2 0 0,1-1 0,-1 0 0,0 0 0,0 0 0,0-1 0,-1 0 0,0 0 0,0 0 0,0-1 0,-1 0 0,1-1 0,-1 0 0,0 0 0,0 0 0,0-1 0,-3 0 0,5 0 0,0-1 0,1 0 0,-1-1 0,0 1 0,0-1 0,0 0 0,0-1 0,1 1 0,-1-1 0,0 0 0,0-1 0,1 1 0,-1-1 0,1 0 0,-1-1 0,1 1 0,0-1 0,0 0 0,0 0 0,0-1 0,1 0 0,-1 1 0,1-1 0,0-1 0,0 1 0,0-1 0,1 1 0,0-1 0,0 0 0,0 0 0,0-1 0,-1-4 0,-1-4 0,2 0 0,0 0 0,0-1 0,2 1 0,-1-1 0,2 1 0,0-1 0,1 1 0,0 0 0,1-1 0,1 1 0,0 0 0,1 0 0,4-11 0,92-184 0,-33 95-141,5 4 1,4 3-1,6 3 0,72-70 141,-87 103-1301,-3 2-1236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52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30799,'0'0'1072,"0"0"-1056,0 0-16,0 0 0,0 0 0,0 0-40,127 26-616,-92-18-2033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5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30495,'0'0'672,"0"0"-456,0 0 192,0 0-40,136-4-240,-42-13-128,-15-1-392,-9 2-1193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5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17420,'0'0'10882,"0"0"-9146,0 0-1071,0 0-169,0 0-168,0 0 8,-13 26-48,35-24 136,8 1-232,8-3-192,6 2 0,6-2 0,0 2 0,7 0 0,25 0 0,-17 0-664,-12-2-2417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55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28662,'0'0'1003,"0"0"-307,0 0-206,-20 24-121,-4 2-271,-91 134 317,91-111-358,1 0 1,3 2-1,2 0 0,2 1 0,2 1 0,3 0 0,2 1 0,3 0 0,1 13-57,5-65 0,-1 0-1,1 0 1,0 0 0,-1 0-1,1 0 1,0 0 0,0 0-1,1 0 1,-1 0 0,0 0-1,1 0 1,-1 0 0,1 0-1,-1 0 1,1 0 0,0-1-1,0 1 1,0 0 0,0 0-1,0-1 1,0 1 0,1-1 0,-1 1-1,0-1 1,1 1 0,-1-1-1,1 0 1,0 0 0,-1 0-1,1 0 1,0 0 0,0 0-1,-1 0 1,1-1 0,0 1-1,0 0 1,0-1 0,0 0-1,0 1 1,0-1 0,0 0-1,0 0 1,0 0 0,0 0-1,0-1 1,0 1 0,0-1 0,0 1-1,0-1 1,0 1 0,-1-1-1,1 0 1,0 0 0,1-1 0,8-5-15,-1-1 0,1-1 0,-2 0 0,1-1 1,-1 1-1,-1-2 0,1 1 0,-2-1 1,0-1-1,0 1 0,-1-1 0,0 0 15,3-4-11,0 0 0,0 0-1,-2-1 1,0 0 0,-1-1 0,0 1 0,-2-1-1,0 0 1,-1 0 0,-1 0 0,0-1-1,-2 1 1,0 0 0,-1-1 11,-2 16 1,0 0 0,0 1 0,0-1 0,0 1 0,0 0 0,-1 0 0,1 0 0,-1 1 0,1-1 0,-1 1 0,0 0 1,1 0-1,-1 0 0,0 0 0,0 1 0,0-1 0,0 1 0,0 0 0,0 0 0,0 1 0,1-1 0,-1 1 0,0 0 0,0 0 0,0 0 0,1 0 0,-1 1 0,1-1 1,-1 1-1,1 0 0,0 0 0,-1 1 0,1-1 0,-2 3-1,-20 20-337,48-18-2852,8-15-1339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55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7 30126,'0'0'838,"0"0"-267,-22 21-191,-71 71-61,84-81-294,0 0 0,0 1 1,1 0-1,1 0 1,0 1-1,0 0 0,2 0 1,-1 1-1,2 0 1,0 0-1,0 0 1,2 0-1,-1 0 0,2 1 1,0-1-1,1 1 1,0-1-1,1 2-25,-1-9 1,1 1 0,-1-1 0,1 0 0,1 1 0,-1-1 0,1 0 0,0 0 0,1 0 0,0 0 0,0 0 0,0-1 0,1 1 0,0-1 0,0 0 0,1 0 0,0 0 0,0-1 0,0 0 0,0 0 0,1 0 0,0 0 0,0-1 0,0 0 0,1 0 0,-1-1 0,1 0 0,0 0 0,2 0-1,13 5-36,0-2-1,1 0 1,0-1-1,0-2 1,0 0-1,1-1 1,-1-2-1,0 0 1,15-3 36,-27 2-219,1-1 0,-1 0 0,1 0 0,-1-1 0,0-1 1,0 0-1,0 0 0,-1-1 0,1-1 0,-1 0 0,0 0 0,-1-1 0,0 0 0,0 0 1,2-4 218,26-25-4127</inkml:trace>
  <inkml:trace contextRef="#ctx0" brushRef="#br0" timeOffset="260.6">482 1 29630,'0'0'1281,"0"0"-825,-63 130 64,28-41 32,-7 29-224,9-5-328,9-11 0,22 11 0,2-44-288,2-8-1136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6:2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31071,'0'0'240,"0"0"-240,0 0-1569,17 122-2576</inkml:trace>
  <inkml:trace contextRef="#ctx0" brushRef="#br0" timeOffset="1">130 709 31839,'0'0'696,"0"0"-496,0 0-200,88 108-384,-64-90-1633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6:18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371 987 27166,'0'0'1976,"8"122"-1168,-3-1-303,-5 48-9,0 19-88,0-7-136,-9-23-128,5-52-112,4-33-8,0-29-24,0-25-88,0-15-96,13-33-328,6-20-729,6-19-2431</inkml:trace>
  <inkml:trace contextRef="#ctx0" brushRef="#br0" timeOffset="-538.729">1004 1 25501,'0'0'4305,"0"0"-3713,-151 136-207,52-44-73,-26 31-136,-28 23-80,-3 6-72,31-28-24,40-37-320,28-32-481,26-26-1047,9-13-10363</inkml:trace>
  <inkml:trace contextRef="#ctx0" brushRef="#br0" timeOffset="-231.244">881 375 28246,'0'0'968,"0"0"-528,0 0 56,138-8-87,-111 14-9,-10 14-136,-8 6-160,-9 9-56,-11 9-40,-31 9 32,-12 8-40,-19 8-152,-43 26-400,13-18-1241,11-12-2344</inkml:trace>
  <inkml:trace contextRef="#ctx0" brushRef="#br0" timeOffset="199.147">816 969 10994,'0'0'14239,"0"0"-10619,25-9-2835,87-29-149,-106 36-596,-1 1 0,1 0-1,-1 1 1,1 0 0,-1-1-1,1 1 1,-1 1 0,1-1-1,-1 1 1,1 0 0,-1 1-1,0-1 1,1 1 0,-1 0-1,0 0 1,0 1 0,0-1-1,-1 1 1,1 0 0,-1 0-1,1 1 1,-1 0 0,0-1-1,0 1 1,-1 1-1,1-1 1,-1 0 0,0 1-1,0 0 1,0-1 0,-1 1-1,1 0 1,-1 1 0,0 3-40,18 38 88,-3 2 1,-1 1-1,-3 0 1,-3 0-1,-1 1 1,-2 1-1,-3-1 1,-2 1-1,-3 0 1,-3 16-89,4-35 20,1-11-27,-2 0-1,0 0 0,-1 1 1,-2-1-1,0-1 1,-1 1-1,-2-1 0,0 0 1,-1 0-1,-9 17 8,14-33-129,0 0-1,0 1 0,0-2 1,0 1-1,-1 0 0,0-1 1,0 1-1,0-1 0,-1 0 1,1-1-1,-1 1 0,0-1 1,0 0-1,0 0 0,0 0 1,-1-1-1,1 0 0,-1 0 1,1 0-1,-1-1 0,0 1 1,-2-1 129,-29 1-3026</inkml:trace>
  <inkml:trace contextRef="#ctx0" brushRef="#br0" timeOffset="512.752">599 1194 28358,'0'0'1328,"0"0"-836,0 0-218,19-1-5,62 3-91,-75 0-175,0 1-1,0 0 1,0 0 0,0 1 0,-1 0 0,0 0 0,1 0 0,-2 0 0,1 1 0,0 0 0,-1 0 0,0 0 0,0 0 0,0 1 0,-1-1 0,0 1-1,0 0 1,-1 0 0,1 0 0,-1 1 0,0-1 0,-1 0 0,0 1 0,0 0 0,0-1 0,-1 1 0,0-1 0,0 1 0,0-1 0,-2 6-3,2 12-120,-1 1 0,-2-1 0,0 1 0,-1-1 0,-2 0 1,0-1-1,-2 0 0,0 0 0,-2 0 0,0-1 0,-2 0 1,0-1-1,-1 0 0,-2 0 120,0-11 497,27-40-262,89-132-454,-69 117-60,-2-3 0,-2 0 0,-1-2 0,-4-1 1,-1-1-1,5-25 279,-18-8 270,-18 170 1461,3 726-324,6-808-1401,3 40-155,-3-43 135,1 1 0,-1-1 0,1 1 0,-1-1 0,1 1 0,-1-1 0,1 0 0,-1 1 0,1-1 0,-1 0 0,1 0 0,0 1 0,-1-1 0,1 0 0,-1 0 0,1 0 0,0 0 0,-1 0 0,1 0 0,-1 0 0,1 0 0,0 0 0,-1 0 0,1 0 0,0 0 0,-1 0 0,1 0 0,-1-1 0,1 1 0,-1 0 0,1 0 0,0-1 0,-1 1 0,1 0 0,-1-1 0,1 1 0,-1-1 0,0 1 0,1 0 0,-1-1 0,1 1 0,-1-1 0,0 1 0,1-1 0,-1 0 0,0 1 0,0-1 0,1 1 0,-1-1 0,0 1 0,0-1 0,0 0 0,0 1 0,0-1 0,0 0 0,0 1 0,0-1 0,0 1 0,0-1 0,0 0 0,0 1 0,0-1 0,0 1 14,23-49-1463,4-17-2057</inkml:trace>
  <inkml:trace contextRef="#ctx0" brushRef="#br0" timeOffset="1121.732">1449 362 29102,'0'0'846,"0"0"-400,0 0-7,5 18-47,1 6-326,0 2 0,-2-1 0,-1 0 0,-1 1 0,-1-1 0,-1 1 0,-2 7-66,-8 10 7,-3-1 1,-1 0-1,-2-1 0,-2-1 1,-1-1-1,-2 0 0,-19 23-7,2 4 10,12-6-13,27-59 3,1 1-1,-1-1 0,0 0 0,0 0 1,1 1-1,-1-1 0,0 0 0,1 0 1,-1 0-1,1-1 0,0 1 0,-1 0 1,1 0-1,0-1 0,-1 1 0,1-1 1,0 0-1,0 1 0,-1-1 0,1 0 1,0 0-1,0 0 0,-1 0 0,1 0 1,0-1-1,0 1 0,-1-1 0,1 1 1,0-1-1,-1 1 0,2-2 1,1 2-1,288-104 31,-291 104-31,0 1 0,1-1 0,-1 0 0,0 0 0,0 1 0,0-1 0,0 0 0,0 1 0,0-1 0,0 1 0,0 0 0,0-1 0,0 1 0,0 0 0,0-1 0,0 1 0,0 0 0,0 0 0,-1 0 0,1 0 0,0 0 0,-1 0 0,1 0 0,-1 0 0,1 0 0,-1 0 0,1 0 0,-1 0 0,0 0 0,0 1 0,1-1 0,-1 0 0,0 0 0,0 0 0,0 0 0,0 1 0,0-1 0,-1 0 0,1 0 0,0 0 0,0 0 0,-1 0 0,1 0 0,-1 0 0,1 1 0,-1-1 0,1 0 0,-1 0-1,0-1 1,1 1 0,-1 0 0,0 0 0,0 0 1,-87 140-64,60-105 36,-171 222-97,195-247 152,23-22-9,237-197-54,-222 192 27,-33 16 9,0 0-1,0 0 1,0 0-1,-1 0 1,1 0-1,0 0 1,0 0-1,0 0 1,-1 0-1,1 0 1,0 0 0,0 1-1,0-1 1,-1 0-1,1 1 1,0-1-1,-1 0 1,1 1-1,0-1 1,-1 1-1,1-1 1,0 1 0,-1-1-1,1 1 1,-1 0-1,1-1 1,-1 1-1,1 0 1,-1-1-1,0 1 1,1 0-1,-1-1 1,0 1-1,0 0 1,1 0 0,-1 0-1,0-1 1,0 1-1,0 0 1,0 0-1,0 0 1,0-1-1,0 1 1,0 0-1,0 0 1,0 0-1,-1-1 1,1 1 0,0 0-1,0 0 1,-1-1-1,1 1 1,-1 0-1,1-1 1,0 1-1,-1 0 1,1-1-1,-1 1 1,0 0 0,1 1-1,-9 33 0,0-1 0,-3 0 1,0-1-1,-2-1 0,-2 0 0,-11 18 1,-10 22 0,-130 280 14,162-344 0,1 1-1,0 1 0,1-1 0,0 0 0,1 1 1,0 0-1,0-1 0,1 1 0,0 0 1,1 0-1,0 4-13,3-12 6,-1 0 0,1 0-1,0 0 1,0 0 0,0 0 0,0-1 0,0 0 0,0 1 0,0-1 0,0 0 0,1-1 0,-1 1 0,0 0 0,1-1-1,-1 0 1,1 0 0,-1 0 0,0 0 0,1 0 0,-1-1 0,0 0 0,1 1 0,-1-1 0,0 0 0,0-1-1,0 1 1,0-1 0,0 1 0,0-1 0,0 0-6,27-16-6,-1-1-1,-1-1 1,-1-1-1,-1-2 1,-1 0-1,-1-2 0,-1-1 1,-1 0-1,8-16 7,121-194-1868,-123 174-1119</inkml:trace>
  <inkml:trace contextRef="#ctx0" brushRef="#br0" timeOffset="1386.176">1627 1318 30142,'-3'113'913,"3"19"-409,0-6-104,0 10-72,0 10-192,20 2-136,0-10-96,-3-37-976,-4-42-6354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6:38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528 346 25533,'0'0'4994,"0"0"-4538,0 0-336,0 0-32,0 0 200,0 0 32,123 19-120,-73-3-88,3 0-112,-5 4 0,-13 19-440,-13-5-1065,-22-5-6776</inkml:trace>
  <inkml:trace contextRef="#ctx0" brushRef="#br0" timeOffset="437.837">74 851 30703,'-8'21'605,"-45"210"-101,41-20 478,11 131-982,3-154-27,0-57-889,-1-130 874,1-1 1,-1-1 0,0 1-1,0 0 1,0 0 0,0 0-1,1 0 1,-1-1 0,0 1-1,0-1 1,0 1 0,0-1-1,0 1 1,0-1 0,0 1-1,0-1 1,0 0 0,0 0-1,-1 0 1,1 1 0,0-1-1,0 0 1,-1 0 0,1 0-1,-1 0 1,1 0 0,0 0-1,-1 0 1,0 0 0,1 0-1,-1-1 1,0 1 0,1 0-1,-1 0 1,0 0-1,0 0 1,0 0 0,0-1-1,0 1 1,0 0 0,-1 0-1,1 0 1,0-1 41,25-81-273,4 2 0,3 0 0,4 2 0,3 2 0,4 2 0,7-6 273,-26 56 173,0 1 0,2 2 0,0 0 0,1 2 0,2 1 0,0 1 0,0 2 1,2 1-1,0 1 0,0 2 0,2 0 0,-1 3 0,12-2-173,-32 7 18,68-20 100,2 3 1,0 3 0,1 4-1,1 4 1,0 3 0,31 4-119,-101 3 8,0 0 1,0 0-1,0 1 0,0 1 1,0 0-1,0 1 0,0 1 1,0 0-1,-1 1 1,0 0-1,0 1 0,-1 1 1,1 0-1,-1 0 1,-1 1-1,1 1 0,5 6-8,-8-6 16,-1 0 0,0 1 0,-1 0-1,0 0 1,0 1 0,-1 0 0,-1 0-1,1 0 1,-2 1 0,0 0 0,0 0-1,-1 0 1,-1 0 0,0 1 0,0-1-1,-2 1 1,1-1 0,-1 1 0,-1-1-1,-1 1 1,1-1 0,-2 0 0,0 1-1,0-1 1,-1-1 0,-1 1 0,0 0 0,0-1-1,-1 0 1,-1 0 0,0-1 0,-6 8-16,-13 13-45,-1 0 0,-2-2 0,-1-1 0,-1-1 0,-1-2 0,-1-1 0,-2-2 0,0-1 0,-1-2 0,-1-1 0,-1-2 0,0-1 0,-1-3 1,-1 0-1,0-3 0,-31 3 45,60-9-94,-1-1 0,0 0 0,1 0 0,-1-2 0,0 1 1,0-1-1,1-1 0,-1 0 0,0-1 0,1 0 0,-1-1 0,1 0 0,0-1 1,-1 0-1,2 0 0,-1-2 0,1 1 0,-1-1 0,2-1 0,-1 0 1,-4-4 93,-5-14-796,2-1 1,1-1-1,1 0 1,2-1-1,0 0 1,-7-29 795,-15-58-7419</inkml:trace>
  <inkml:trace contextRef="#ctx0" brushRef="#br0" timeOffset="702.385">637 669 25742,'0'0'1968,"0"0"-1408,0 0 80,68 164 112,-68-24-80,-8 20-159,-23-4-201,-6-18-184,6-34-72,2-23-56,1-2-224,8-30-617,5-11-1335</inkml:trace>
  <inkml:trace contextRef="#ctx0" brushRef="#br0" timeOffset="987.72">922 1016 26046,'0'0'1640,"0"0"-752,0 0-88,0 0-96,90 131 17,-90-80-249,-4 2-280,-11 2-112,-1-1-56,7-5-8,5-4-16,4-9-136,7-12-232,21-17-64,9-7 191,23-17-79,-10-13-568,-4-1-2264</inkml:trace>
  <inkml:trace contextRef="#ctx0" brushRef="#br0" timeOffset="1291.494">2235 448 31103,'0'0'-328,"0"0"161,-10 18 504,-94 120 155,-14-30-858,-4-6 0,-109 69 366,180-148-476,53-29 84,2 1 396,1 0 1,0-1-1,0 2 0,1-1 1,-1 1-1,1 0 0,0 0 1,0 0-1,0 1 0,1 0 1,-1 0-1,1 0 0,0 1 1,-1 0-1,1 1 0,0-1 1,0 1-1,0 1 0,0-1 1,1 1-1,-1 1 0,0-1 0,0 1 1,0 0-1,0 1 0,0-1 1,-1 1-1,1 1 0,0-1 1,-1 1-1,0 1 0,1-1 1,0 1-5,4 12 88,1-1 0,-2 1 1,0 1-1,-1 0 0,-1 0 0,0 1 1,-2 0-1,0 0 0,0 1 0,-2-1 1,-1 1-1,0 0 0,-1 0 0,-1 1 1,-1-1-1,-1 7-88,1 37 161,-3 1 0,-2-1 0,-4 0 0,-2 0 0,-3-1 0,-2-1 0,-4 0 0,-5 7-161,-22 75 79,85-236-902,149-356-1577,-111 249-2185,-27 58-8996</inkml:trace>
  <inkml:trace contextRef="#ctx0" brushRef="#br0" timeOffset="1832.81">2452 373 27134,'0'0'1687,"23"-8"-940,0-2-601,-10 4-71,0 1-1,0 0 1,1 1-1,-1 0 1,1 1 0,0 1-1,0 0 1,0 1-1,8 0-74,-17 1 28,-1-1 1,1 2-1,0-1 0,0 0 0,-1 1 1,1 0-1,0 0 0,-1 0 0,1 1 1,-1-1-1,1 1 0,-1 0 0,0 0 1,0 1-1,0-1 0,0 1 0,0 0 1,0 0-1,-1 0 0,0 1 0,1-1 1,-1 1-1,0 0 0,-1 0 0,1 0 1,-1 0-1,0 0 0,0 1 0,0-1 1,0 0-1,-1 1 0,0 0 0,0-1 1,0 1-1,0 0 0,-1-1 0,0 1 1,0 2-29,-1 11 13,-1-1 0,-1 1 0,-1-1 1,0 0-1,-1 0 0,-1 0 0,-1-1 0,0 0 1,-1 0-1,-1-1 0,0 0 0,-1 0 1,-1-1-1,0 0 0,-1-1 0,-3 2-13,8-6 1,-273 291-636,280-300 629,0 0 0,1 1 0,-1-1 0,0 0 0,1 0 0,-1 1 0,0-1-1,0 0 1,1 0 0,-1 1 0,0-1 0,0 0 0,1 1 0,-1-1 0,0 0 0,0 0 0,0 1 0,0-1 0,0 1 0,0-1 0,1 0 0,-1 1 0,0-1 0,0 0 0,0 1-1,0-1 1,0 0 0,0 1 0,0-1 0,0 1 0,-1-1 0,1 0 0,0 1 0,0-1 0,0 1 6,66-46-61,-59 38 78,1 0 0,0 1 1,0 0-1,1 0 0,0 1 1,0 0-1,0 0 0,0 1 1,1 0-1,0 1 0,0 0 1,0 0-1,0 1 0,0 1 1,10-1-18,-18 4 5,1 0 1,-1 0 0,1 0-1,-1 0 1,0 0 0,0 1 0,0-1-1,0 1 1,0-1 0,-1 1-1,1 0 1,-1 0 0,0 0-1,1 0 1,-1 0 0,-1 0-1,1 0 1,0 0 0,-1 0 0,1 0-1,-1 0 1,0 0 0,0 1-1,0-1 1,-1 0 0,1 0-1,-1 0 1,0 0 0,0 0-1,0 1-4,1 3 20,-4 18 10,-1 0 1,-1 0 0,-2-1 0,0 0-1,-1 0 1,-1-1 0,-2-1 0,0 1-1,-12 14-31,9-13 45,1 1-1,1 0 0,1 0 1,1 2-1,1-1 0,2 1 1,-3 18-45,10-44 1,1 1 1,0-1-1,0 0 1,0 1-1,0-1 1,0 1-1,1-1 0,-1 1 1,0-1-1,1 0 1,-1 1-1,1-1 1,-1 1-1,1-1 1,0 0-1,-1 0 0,1 1 1,0-1-1,0 0 1,0 0-1,0 0 1,0 0-1,0 0 1,0 0-1,1 0 1,-1 0-1,0-1 0,0 1 1,1 0-1,-1-1 1,0 1-1,1-1 1,-1 1-1,1-1 1,-1 0-1,0 0 0,1 0 1,-1 1-1,1-1 1,1-1-2,65-3-2,88-48-35,-132 41 31,1 1-1,0 2 1,0 0-1,0 1 0,1 2 1,11-1 6,-36 6 1,0 0 1,0 0 0,0 0 0,0 0-1,0 0 1,0 0 0,-1 1-1,1-1 1,0 0 0,0 1-1,0-1 1,0 0 0,0 1-1,-1-1 1,1 1 0,0 0-1,0-1 1,-1 1 0,1 0 0,0-1-1,-1 1 1,1 0 0,-1-1-1,1 1 1,-1 0 0,1 0-1,-1 0 1,0 0 0,1 0-1,-1-1 1,0 1 0,0 0-1,1 0 1,-1 0 0,0 0-1,0 0 1,0 0 0,0 0 0,0 0-1,-1 0 1,1 0 0,0 0-1,0 0 1,-1-1 0,1 1-1,0 0 1,-1 0 0,1 0-1,-1 0 1,1-1 0,-1 1-1,1 0-1,-1 4 25,-5 14 40,0 0 0,-1-1 1,0 1-1,-2-1 0,0-1 1,-2 0-1,1 0 0,-2 0-65,-17 27 129,9-12-46,10-18-70,0 1 0,1 0 0,0 1 0,1 0 0,1 0 0,0 1 0,1 0 0,1 0 0,1 0 0,0 7-13,4-23 0,0-1 0,1 1 0,-1 0 0,0-1 0,1 1 0,-1-1 0,1 1 0,-1-1 0,1 1 0,-1-1 0,1 1 0,0-1 0,-1 1 0,1-1 0,-1 0 0,1 1 0,0-1 0,-1 0 0,1 1 0,0-1 0,0 0 0,-1 0 0,1 0 0,0 0 0,0 0 0,-1 0 0,1 0 0,0 0 0,0 0 0,-1 0 0,1 0 0,0 0 0,-1-1 0,1 1 0,0 0 0,-1 0 0,1-1 0,0 1 0,-1 0 0,1-1 0,0 1 0,-1-1 0,1 1 0,-1-1 0,1 1 0,-1-1 0,1 1 0,17-13-6,-1 0-1,0 0 1,-1-2 0,0 0 0,-1-1-1,-1 0 1,0-1 0,5-10 6,-6 10-35,136-191-3385,-88 112-5174</inkml:trace>
  <inkml:trace contextRef="#ctx0" brushRef="#br0" timeOffset="2083.987">3846 0 30110,'0'0'761,"0"0"-569,0 0 0,0 0-8,143 129 0,-97-98-96,-2 1-88,-11 15-56,-14-5-632,-19-3-2625</inkml:trace>
  <inkml:trace contextRef="#ctx0" brushRef="#br0" timeOffset="2250.311">3031 959 31599,'0'0'808,"129"0"-688,18-29-88,33-23-24,13-11-8,-11-2 24,-27 10-16,-32 11-16,-35 9-360,-22-4-456,-31 11-849,-13 2-199</inkml:trace>
  <inkml:trace contextRef="#ctx0" brushRef="#br0" timeOffset="2964.604">4048 415 28334,'-2'18'1594,"-4"131"-797,6-1 1,6 1 0,13 46-798,-5-91 56,-4 1-1,-5 0 1,-4 0 0,-5 0 0,-4-1-1,-5 1 1,-5-2 0,-10 24-56,27-124-1,-41 95 8,41-96-9,-1 1-1,0 0 1,1-1-1,-1 1 0,0-1 1,-1 0-1,1 0 1,0 0-1,-1 0 1,1 0-1,-1 0 1,0-1-1,1 1 0,-1-1 1,0 1-1,0-1 1,0 0-1,0-1 1,0 1-1,0 0 0,0-1 1,0 1-1,0-1 1,0 0-1,-1 0 1,1-1-1,0 1 0,0 0 1,0-1-1,-1 0 3,-4-3-74,0 1-1,1-2 0,0 1 1,0-1-1,0 0 1,0 0-1,1-1 0,0 1 1,0-2-1,1 1 0,-1-1 1,-2-4 74,4 5-52,-71-84-1110,5-4 0,4-3 0,4-3 0,4-3 0,-32-83 1162,78 159 151,1-1 0,2-1 0,1 1 0,1-1 0,1-1 0,2 1 0,1-1 0,1-17-151,2 40 141,0-1 0,1 1-1,0 0 1,0-1 0,1 1-1,0 0 1,0 0 0,1 0 0,0 0-1,0 1 1,0-1 0,1 1-1,0 0 1,0 0 0,1 0 0,0 0-1,0 1 1,0 0 0,1 0-1,-1 0 1,1 1 0,0-1 0,1 1-1,-1 1 1,1 0 0,-1-1-1,1 2 1,0-1 0,4 0-141,3-1 68,0 1 1,0 0 0,1 1-1,-1 0 1,1 1-1,-1 1 1,1 0 0,-1 1-1,1 1 1,-1 0-1,1 1 1,-1 0 0,0 1-1,9 4-68,-17-5 15,0 1-1,0-1 1,0 1-1,-1 0 1,1 0-1,-1 1 1,0-1-1,0 1 1,0 0-1,-1 1 1,0-1-1,0 1 1,0 0-1,-1 0 1,0 0-1,0 0 1,0 1-1,-1-1 1,0 1-1,0 0 1,0-1-1,-1 1 1,0 0-1,-1 0 1,0 0-1,0 0 1,0 0-1,-1 0 1,0-1-1,0 1 1,0 0-1,-1 0 1,0-1-1,-1 1 1,0-1-1,1 0 1,-2 1-1,1-1 1,-2 1-15,-24 42 3,-2-1 0,-2-1 0,-3-2 0,-1-1-3,17-21 1,-207 250-189,223-258-184,30-32 245,328-264-33,488-353-2154,-815 612 2855,-62 46-91,-18 20-241,2 2-1,2 3 0,2 1 0,3 2 1,-37 56-209,69-91 65,0 1 1,1 1 0,1 0 0,0 0-1,2 1 1,0 0 0,-2 9-66,8-22 20,1-1 1,0 1 0,0-1 0,0 1 0,1 0-1,0-1 1,0 1 0,0-1 0,1 1 0,0 0 0,0-1-1,1 1 1,0-1 0,0 0 0,1 0 0,-1 0-1,1 0 1,0 0 0,1 0 0,0-1 0,0 1 0,0-1-1,0 0 1,1 0 0,4 3-21,6 0 5,-1 0 0,2-1 0,-1 0 0,1-1 0,0-1-1,0-1 1,0 0 0,1-1 0,0-1 0,-1 0 0,1-2 0,0 1 0,0-2 0,-1 0 0,1-2 0,0 1 0,-1-2-1,0 0 1,9-4-5,-13 5-139,0-1 0,-1 0 0,1 0-1,-1-1 1,0-1 0,0 0 0,0 0-1,-1-1 1,0-1 0,0 1 0,-1-2-1,0 1 1,0-1 0,-1-1 0,0 1-1,-1-1 1,0-1 0,-1 1 0,0-1-1,-1 0 1,0-1 0,2-6 139,-7 14-31,-1 0 0,1 1-1,-1-1 1,0 1 0,0-1 0,-1 1 0,1-1 0,-1 1-1,0 0 1,0 0 0,0 0 0,0 0 0,0 0 0,-1 0-1,1 0 1,-1 1 0,0-1 0,1 1 0,-1 0-1,-1 0 1,1 0 0,0 0 0,0 1 0,-1-1 0,1 1-1,-1 0 1,1 0 0,-1 0 0,1 0 0,-1 0-1,0 1 1,1 0 0,-1 0 0,0 0 0,1 0 0,-1 0-1,-2 1 32,-48 1 229,0 2-1,1 2 0,-1 3 0,2 2 0,-1 2 0,1 2 1,1 3-1,1 2 0,1 2 0,1 2 0,-23 17-228,-41 15 163,3 5 0,3 5 0,3 4 0,3 5 0,3 4 0,3 5 0,5 3-163,77-75-205,0 0 1,1 1 0,0 0-1,2 1 1,-1 0 0,2 0 0,0 1-1,0 0 1,1 0 0,1 1-1,0 4 205,4 1-4245</inkml:trace>
  <inkml:trace contextRef="#ctx0" brushRef="#br0" timeOffset="3264.51">4377 1756 22477,'0'0'9674,"0"0"-9074,158 119-584,-82-60-16,-1-2 0,-9-4 0,-9-5 0,-7-3 0,-15-12-368,-17-13-3065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6:35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1 207 28966,'0'0'2705,"0"0"-2401,0 0-264,178-29 0,-32 15-8,60-8 88,20-7 40,-11-1-80,-48 8-56,-67 12-24,-36 6-56,-5 4-328,-15 0-360,-11 0-2073</inkml:trace>
  <inkml:trace contextRef="#ctx0" brushRef="#br0" timeOffset="216.629">786 189 30294,'-62'119'657,"-6"33"-281,-2 31-40,11 9-8,11-11-24,6 1-112,5-11-104,8-17-64,12-14-24,8-33 0,9-32-120,0-28-368,4-23-328,14-9-1249,0-15-3856</inkml:trace>
  <inkml:trace contextRef="#ctx0" brushRef="#br0" timeOffset="928.052">1259 0 29798,'0'0'747,"0"0"-311,0 0-208,0 0-36,-9 21 52,-112 300 27,68-195-561,-5-1 0,-37 50 290,42-77-57,46-86 62,0 0 1,1 0-1,1 1 1,0-1 0,0 1-1,1 1 1,1-1-1,0 0 1,1 1 0,0 13-6,3-26 1,0 0 1,0 0 0,0 0 0,0 0 0,0 0-1,1 0 1,-1 0 0,0-1 0,0 1-1,1 0 1,-1-1 0,1 1 0,-1-1 0,0 0-1,1 1 1,-1-1 0,1 0 0,-1 0-1,1 0 1,-1 0 0,1 0 0,-1 0 0,1 0-1,-1-1 1,1 1 0,-1 0 0,0-1-1,1 1 1,-1-1 0,1 0 0,-1 1 0,0-1-1,0 0 1,1 0 0,-1 0 0,0 0-2,106-132 61,-39 37-45,19-29-72,5 4 0,42-38 56,-133 158 0,6-8 0,0 1-1,1 0 1,0 0 0,0 1 0,0 0 0,1 1-1,0-1 1,0 2 0,1-1 0,0 1 0,0 1 0,0 0-1,5-1 1,-11 6 11,-1 0-1,0 1 0,-1-1 0,1 1 0,0 0 1,0 0-1,-1 0 0,1 1 0,-1-1 0,0 0 0,1 1 1,-1 0-1,0-1 0,-1 1 0,1 0 0,0 0 1,-1 0-1,0 0 0,1 0 0,-1 0 0,-1 1 1,1-1-1,0 0 0,-1 1 0,1-1 0,-1 0 1,0 1-1,0-1 0,-1 0 0,1 1 0,-1-1 1,1 0-1,-1 0 0,0 1 0,0-1 0,-2 2-10,3 13 64,-36 244 539,16-153-560,20-107-43,-10 39 7,2 0 0,3 1 0,0 0 0,3 0 0,2 0 0,1 0 0,2 0 0,3 0 0,1-1 0,11 39-7,103 117 9,-48-92-7,-69-99-3,1 0 1,-1 1-1,0 0 0,-1-1 1,1 1-1,-2 1 0,1-1 1,-1 0-1,0 1 0,0-1 1,-1 1-1,0-1 0,0 1 1,-1 0-1,0-1 0,0 1 1,-1 0-1,0-1 0,0 1 1,-1 0-1,0-1 0,0 0 1,0 1-1,-1-1 0,-1 0 1,0 1 0,-14 9-3,0 0-1,-1-1 1,-1-2 0,0 0 0,-1-1 0,-1 0 0,0-2 0,-1-1 0,1-1 0,-2 0 0,1-2 0,-1-1 0,-10 1 3,-43 11 75,-1-2 0,0-5 0,-1-2 0,-47-3-75,122-5 0,0 0 0,1-1 0,-1 1 0,0-1 0,0 0 1,0 0-1,0 0 0,1-1 0,-1 1 0,0-1 0,0 0 0,1 0 1,-1 0-1,1-1 0,-1 1 0,1-1 0,-1 0 0,1 0 0,0 0 1,0 0-1,0-1 0,0 1 0,0-1 0,0 0 0,1 0 1,0 0-1,-1 0 0,1 0 0,0 0 0,0-1 0,1 1 0,-1 0 1,1-1-1,0 0 0,-1 1 0,1-4 0,1-1 0,1 1 0,0 0 0,0 0 0,1-1 0,0 1 0,0 0 0,1 0 0,0 1 0,0-1 0,0 1 0,1-1 0,0 1 0,0 0 0,1 0 0,0 1 0,0-1 0,0 1 0,1 0 0,-1 1 0,5-4 0,-2 1 0,104-93-32,4 4-1,111-66 33,-198 141-30,129-86-635,-31 23-863</inkml:trace>
  <inkml:trace contextRef="#ctx0" brushRef="#br0" timeOffset="1458.38">2401 387 29990,'0'0'705,"0"0"-521,167-8-128,-42-10-8,-3-2 24,-10 5-16,-15 3-56,-29 10-288,4 0-641,-11 2-1343,-30 0-9707</inkml:trace>
  <inkml:trace contextRef="#ctx0" brushRef="#br0" timeOffset="1761.769">2579 880 24997,'-147'132'3505,"-4"12"-3193,52-39-64,31-30-144,29-12-104,23-26-216,12-17-4401</inkml:trace>
  <inkml:trace contextRef="#ctx0" brushRef="#br0" timeOffset="2038.11">2774 1008 29062,'-4'22'648,"-58"260"91,6-53-567,148-488-2280,-81 228 2056,2 1-1,2 1 1,0 0 0,2 1 0,1 1 0,1 0 0,2 2-1,0 0 1,25-22 52,-43 44 42,0 0 0,0 0 0,0 0-1,0 0 1,1 0 0,-1 0 0,1 1 0,0 0-1,0 0 1,0 0 0,0 0 0,0 0-1,0 1 1,0 0 0,0 0 0,1 0 0,-1 0-1,0 1 1,1 0 0,-1 0 0,1 0-1,-1 0 1,0 1 0,1-1 0,-1 1 0,0 0-1,0 1 1,0-1 0,1 1 0,-1-1-1,0 1 1,-1 1 0,1-1 0,0 0-1,-1 1 1,1 0 0,-1 0 0,0 0 0,0 0-1,0 1-41,0 6 91,0 1-1,-1 0 1,-1 0-1,0-1 1,0 1-1,-1 0 1,0 0-1,-1 0 0,0 0 1,-1 0-1,0 0 1,-1-1-1,0 1 1,-1-1-1,0 0 1,-1 0-1,0 0 0,0 0-90,-117 159 198,53-101-414,62-75-460,8-27-1979,6-14-5238</inkml:trace>
  <inkml:trace contextRef="#ctx0" brushRef="#br0" timeOffset="2223.506">3889 168 26846,'0'0'1384,"0"0"-768,119 41-152,-82 1-120,-15 13 208,-15 8-39,-7 24-73,-49 23-256,-12-3-136,-7-13-48,-4-17-56,8-25-376,-8-7-137,-3-9-263,-1-36-1072,23-8-2897,18-28-960</inkml:trace>
  <inkml:trace contextRef="#ctx0" brushRef="#br0" timeOffset="2511.895">3528 428 22893,'0'0'3831,"0"0"-2121,0 0-914,10 18-130,-1-1-549,-2-1 0,1 1 0,-2 1 1,0-1-1,-2 1 0,0 0 0,0 0 1,-2 0-1,0 1 0,-1 12-117,-5 422 903,4-439-899,1 0 0,0 0 0,1 0 0,1 0 0,0 0 0,1-1 0,0 1 0,1-1 0,1 0-1,0-1 1,0 1 0,2-1 0,-1 0 0,1-1 0,1 0 0,0 0 0,1 0-4,16 12 1,1 0 1,0-1-1,2-2 0,0-1 0,1-1 1,5 0-2,-29-16 0,0-1 0,0 1 0,0 0 0,0 1 0,-1-1 0,1 1 0,-1 0 0,0 1 0,1-1 0,-1 1 0,-1 0 0,1 0 0,-1 1 0,1-1 0,-1 1 0,-1 0 0,1 0 0,-1 1 0,1-1 0,-2 1 0,1-1 0,-1 1 0,1 0 0,-2 0 0,1 0 0,-1 0 0,1 0 0,-2 1 1,1-1-1,-1 0 0,0 0 0,0 1 0,-1-1 0,0 0 0,0 0 0,0 0 0,-1 0 0,1 0 0,-2 0 0,-12 16 1,-1-2 0,-2 0 0,0 0-1,-1-2 1,0 0 0,-2-2 0,0 0 0,-1-1 0,-9 4-1,26-15 0,-57 36-24,-1-2 0,-2-3 1,-1-2-1,-2-4 0,-1-3 0,-36 8 24,-55-12-24,156-22 25,0 1-1,1-1 0,-1 0 1,0-1-1,0 1 0,0-1 1,1 1-1,-1-1 1,0 0-1,1-1 0,-1 1 1,1-1-1,0 1 1,-1-1-1,1 0 0,0 0 1,0 0-1,0-1 0,0 1 1,0-1-1,1 0 1,-1 0-1,1 0 0,0 0 1,0 0-1,0 0 1,0 0-1,0-1 0,1 1 1,-1-1-1,1 1 0,0-1 1,0 0-1,0 1 1,1-1-1,-1 0 0,1 0 1,0-2-1,3-6-1,0 0 0,1 1 0,1-1 1,0 1-1,0 0 0,1 0 0,0 1 0,1 0 1,0 0-1,1 0 0,0 1 0,0 0 0,1 1 1,0 0-1,1 0 0,0 1 0,0 0 0,0 1 1,1 0-1,4-2 1,92-54-100,2 5 1,3 4 0,2 6-1,64-17 100,-121 44-292,12-6-1555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6:47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 28822,'0'0'1014,"0"0"-318,0 0-169,0 0-86,0 0 11,14-1-68,203-6 42,788-55-421,-746 57-5,0 12 0,35 15 0,-9 14 0,194 54 0,-459-86-28,0 0 0,0 1 0,-1 1 1,0 1-1,0 1 0,0 1 0,-1 0 0,0 1 0,14 12 28,-8 0-1253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6:52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19340,'0'0'6923,"0"0"-4861,0 0-1033,0 0-177,0 0-213,-11 6-176,-32 20-90,42-26-362,0 1 0,0-1 0,0 1 0,1-1 0,-1 1-1,0 0 1,1-1 0,-1 1 0,1 0 0,-1-1 0,1 1-1,-1 0 1,1 0 0,-1 0 0,1-1 0,0 1 0,-1 0-1,1 0 1,0 0 0,0 0 0,-1 0 0,1 0-1,0-1 1,0 1 0,0 0 0,0 0 0,0 0 0,0 0-1,1 0 1,-1 0 0,0 0 0,0-1 0,1 1 0,-1 0-1,0 0 1,1 0 0,-1-1 0,1 1 0,-1 0 0,1 0-1,0-1 1,-1 1 0,1 0 0,-1-1 0,1 1 0,0-1-1,0 1-10,1 2 29,32 38 81,1-1-1,2-2 1,2-2-1,1-1 1,11 5-110,-43-34 0,2 1 0,-1-1 0,1-1 0,-1 0 0,2 0 0,-1-1 0,0 0 0,1 0 0,0-2 0,0 1 0,0-1 0,0-1 0,0 0 0,0 0 0,0-1 0,0-1 0,0 0 0,0 0 0,0-1 0,0-1 0,0 1 0,-1-2 0,1 0 0,-1 0 0,0-1 0,0 0 0,3-3 0,110-81 0,-106 72 0,1 1 0,1 0 0,0 2 0,1 0 0,1 1 0,0 1 0,0 1 0,1 1 0,1 0 0,-1 2 0,1 1 0,1 1 0,0 1 0,-1 1 0,1 1 0,1 1 0,19 1 0,-28 5 0,-1 0 0,1 2 0,-1 0 0,0 0 0,0 2 0,-1 0 0,0 0 0,0 1 0,-1 1 0,-1 1 0,1-1 0,-1 2 0,-1 0 0,5 7 0,81 68 0,-88-82 0,1 1 0,0-1 0,0 0 0,0-1 0,0-1 0,0 1 0,1-1 0,0-1 0,0 0 0,-1-1 0,1 0 0,0 0 0,0-1 0,0-1 0,0 0 0,0 0 0,0-1 0,0-1 0,-1 0 0,1 0 0,202-95 0,-192 86 0,23-12 0,180-82 0,-213 102 0,0 1 0,0 0 0,0 1 0,0 0 0,1 1 0,-1 1 0,1-1 0,-1 2 0,1-1 0,-1 2 0,1 0 0,-1 0 0,0 1 0,0 0 0,0 1 0,0 0 0,-1 1 0,0 0 0,8 5 0,118 94 0,-126-99-27,1 0 0,0 0 0,0-1 1,0-1-1,0 0 0,1 0 0,-1-1 0,1-1 0,-1 0 1,1-1-1,0 0 0,0 0 0,-1-1 0,1-1 0,1 0 27,4 0-222,54-8-1786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6:5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28894,'0'0'1685,"0"0"-1152,0 0-302,0 0 138,0 0 9,0 0-32,20 11-70,63 29-221,13-30-55,-60-16 0,1-2 0,-1 0 0,-1-3 0,1-1 0,-2-2 0,31-16 0,14-4 0,-77 33 0,25-12 0,1 1 0,0 2 0,1 0 0,0 2 0,0 1 0,1 2 0,-1 1 0,1 1 0,0 1 0,4 2 0,-25 2 0,0 1 0,0 0 0,-1 0 0,1 1 0,-1 0 0,0 0 0,0 1 0,0 0 0,0 1 0,-1 0 0,0 0 0,0 0 0,-1 1 0,0 0 0,0 0 0,-1 1 0,1 0 0,-2 0 0,1 0 0,-1 0 0,0 1 0,-1-1 0,2 8 0,-2-6 0,1-1 0,0 0 0,0 0 0,1 0 0,0 0 0,0-1 0,1 0 0,0 0 0,1 0 0,0-1 0,0 0 0,0 0 0,1 0 0,0-1 0,1-1 0,-1 1 0,1-1 0,0-1 0,0 0 0,8 3 0,10-5 0,1-1 0,-1-2 0,0 0 0,0-2 0,0-1 0,0-1 0,0-2 0,-1 0 0,0-2 0,-1 0 0,0-2 0,0-1 0,4-4 0,12-2 0,342-148 0,-367 159 0,1 2 0,0 0 0,0 1 0,0 0 0,0 1 0,1 1 0,-1 1 0,1 1 0,-1 0 0,1 1 0,8 2 0,-19 0-10,-1 0 1,0 0-1,0 0 1,0 1-1,0 0 0,-1 0 1,1 1-1,-1-1 0,0 1 1,-1 0-1,1 0 1,-1 1-1,0-1 0,0 1 1,0 0-1,-1 0 0,0 1 1,-1-1-1,1 1 1,-1-1-1,0 1 0,-1 0 1,1 1 9,6 42-1107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06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22829,'0'0'5776,"0"0"-3992,0 0-1322,0 0-158,0 0-4,-7 10-14,2-2-243,0 0 0,0 0 0,1 0 0,0 1 0,1-1 0,0 1 0,0 0 0,1 0 0,0 0-1,1 0 1,0 0 0,0 0-43,-6 614 511,1-1-511,23-502 0,-16-120-1,0 1 1,-1-1-1,1 0 1,0 0-1,0 0 0,0 1 1,-1-1-1,1 0 1,0 0-1,0 0 0,0 0 1,-1-1-1,1 1 1,0 0-1,0 0 0,-1 0 1,1-1-1,0 1 1,0 0-1,-1-1 0,1 1 1,0-1-1,-1 1 1,1-1-1,0 1 0,-1-1 1,1 1-1,-1-1 1,1 1-1,-1-1 0,1 0 1,-1 1-1,0-1 1,1 0-1,-1 0 0,0 1 1,1-1-1,-1 0 1,0 0-1,0 1 0,0-1 1,1 0-1,-1 0 1,0 0-1,0 1 0,0-1 1,0 0-1,-1 0 1,1 0-1,0 1 0,0-1 1,0 0-1,-1 0 1,1 1-1,0-1 0,-1 0 1,4-6-31,52-133-2501,-29 69-1961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0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11 314 27646,'0'0'1302,"0"0"-286,0 0-299,0 0-229,0 0-168,0 0-98,4-5-77,5-2-110,1 0 0,1 0 0,0 1 0,-1 1 0,2 0-1,-1 0 1,1 1 0,-1 0 0,1 1 0,0 0 0,0 1 0,1 1 0,-1 0 0,0 0-1,1 1 1,-1 1 0,0 0 0,0 1 0,5 1-35,-10-1 6,1 0-1,-1 1 1,0-1 0,-1 2 0,1-1 0,-1 1-1,1 0 1,-1 0 0,0 1 0,-1-1-1,1 1 1,-1 1 0,0-1 0,0 1-1,0 0 1,-1 0 0,0 0 0,0 1 0,-1-1-1,0 1 1,0 0 0,0 0 0,-1 0-1,0 0 1,0 1 0,-1-1 0,0 1-1,0-1 1,-1 0 0,0 1 0,0-1 0,-1 1-1,0-1 1,0 1 0,-1-1 0,0 0-1,0 0 1,-1 0 0,0 0 0,0 0-1,0 0 1,-1-1 0,-2 4-6,-14 19 0,0 0 0,-2-1 0,-1-1 0,-2-2 0,0 0 0,-1-1 0,-2-2 0,0-1 0,-1-1 0,-1-2 0,-4 1 0,-7-5-71,62-35-1130,16-6-290,6-2-395</inkml:trace>
  <inkml:trace contextRef="#ctx0" brushRef="#br0" timeOffset="305.348">723 306 27662,'0'0'2138,"0"0"-1130,0 0-463,0 0-75,-22 1-61,-70 4-118,87-4-279,0 0 0,0 0 0,0 0 0,-1 0 0,2 1 0,-1 0 1,0 0-1,0 0 0,0 1 0,1 0 0,0 0 0,-1 0 0,1 0 0,0 1 0,0-1 0,1 1 0,-1 0 0,1 0 1,0 0-1,0 2-12,-7 5 2,-7 10-2,0 0 0,2 2 0,0 0 0,2 0 0,0 1 0,1 1 0,2 0 0,1 0 0,0 1 0,2 0 0,1 1 0,2 0 0,-2 21 0,6-43 0,1 1 0,-1 0 0,1-1 0,0 1 0,1-1 0,-1 0 1,1 1-1,0-1 0,0 0 0,1 0 0,0 0 0,0 0 0,0 0 0,0-1 0,1 0 0,-1 1 0,1-1 0,0 0 1,1-1-1,-1 1 0,0-1 0,1 0 0,0 0 0,0 0 0,0-1 0,0 0 0,0 0 0,1 0 0,-1 0 0,1-1 0,16 5-4,0-2 0,0 0-1,1-1 1,0-1 0,-1-2-1,1 0 1,7-2 4,164-32-1570,-111 9-105</inkml:trace>
  <inkml:trace contextRef="#ctx0" brushRef="#br0" timeOffset="705.914">1170 0 29078,'0'0'1292,"0"0"-557,0 0-220,0 0 60,0 0-147,-2 6-297,-1 5-130,0 0 0,0 0 0,2 1 0,-1-1 0,2 0 0,-1 1 0,1-1 1,1 1-1,0-1 0,1 0 0,1 3-1,0 11 1,77 790-1,-52-663-168,-30-173-672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0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19812,'0'0'10130,"0"0"-9249,0 0-513,0 0-152,0 0 160,0 0 24,59 10-200,-22-10-128,1 0-48,-3 0-8,-2 0-16,-5 0-48,-2 4-360,-6 2-704,-13 4-1457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09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27414,'0'0'2960,"0"0"-2335,0 0-241,0 0 184,0 0-48,125-48-224,-66 33-296,5-1 0,8 6 0,18 6 0,-11 4-1256,-20 0-7002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15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28118,'0'0'976,"0"0"-680,0 0 8,0 0 56,0 0-48,0 0-167,136 0-89,-81 0-56,-11-4-465,-9 0-1183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15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28382,'0'0'1752,"0"0"-1455,0 0-1,0 0 40,0 0-56,140 2-104,-78-6-112,30-6-64,-16 1-512,-12 1-3353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14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511 576 28102,'0'0'1580,"0"0"-769,0 0-391,0 0-102,0 0-32,1 0-78,13 0-167,-1 0 0,0-2 0,0 0 0,0 0 0,0-1 0,0-1 0,-1 0 0,1-1 0,-1 0 0,0-1 0,-1 0 0,1-1 0,-1 0 0,-1-1-1,6-4-40,-14 11 5,37-26 2,-2-1 0,0-2-1,-2-2 1,-2 0 0,-1-3-1,1-3-6,-33 38 0,0 1 1,0-1-1,0 0 0,0 0 0,0 1 0,0-1 0,0 0 0,1 0 1,-1 0-1,0 1 0,0-1 0,0 0 0,0 0 0,0 0 0,1 0 0,-1 1 1,0-1-1,0 0 0,0 0 0,0 0 0,1 0 0,-1 0 0,0 1 1,0-1-1,0 0 0,1 0 0,-1 0 0,0 0 0,0 0 0,1 0 1,-1 0-1,0 0 0,0 0 0,0 0 0,1 0 0,-1 0 0,0 0 1,0 0-1,1 0 0,-1 0 0,0 0 0,0 0 0,0-1 0,1 1 0,-1 0 1,0 0-1,0 3 0,-38 225 29,33-53 38,5-173-64,0 1 1,0-1-1,0 1 1,0-1-1,0 1 0,0-1 1,1 1-1,0-1 0,-1 1 1,1-1-1,0 1 1,0-1-1,0 0 0,0 0 1,1 0-1,-1 1 1,1-1-1,-1-1 0,1 1 1,0 0-1,0 0 1,0 0-1,-1-1 0,2 1 1,-1-1-1,0 0 1,0 0-1,0 1 0,1-1 1,-1-1-1,0 1 1,1 0-1,-1-1 0,1 1 1,-1-1-1,1 1 0,-1-1 1,1 0-1,-1 0 1,1-1-1,-1 1 0,1 0 1,-1-1-1,1 1 1,-1-1-1,2-1-3,10-6 9,0-1 1,0 0-1,-1-1 1,-1-1-1,1 0 1,-2-1-1,0 0 0,0-1 1,-1 0-1,-1-1 1,0 0-1,-1 0 1,5-13-10,11-14 0,-2-1 0,-2-1 0,-2-1 0,-2 0 1,-2-1-1,-2-1 0,1-14 0,-8 137 0,36 329 0,-22-279 0,-6 1 0,-6 0 0,-7 81 0,-1-196 0,-1 0 0,0 0 0,-1 0 0,0 0 0,-1 0 0,-1 0 0,0-1 0,-1 0 0,0 0 0,0 0 0,-2-1 0,-5 7 0,9-13 0,0 0 0,0-1 0,0 1 0,-1-1 0,1 0 0,-1 0 0,0-1 0,-1 1 0,1-1 0,-1 0 0,1-1 0,-1 1 0,0-1 0,0 0 0,0-1 0,0 1 0,0-1 0,0 0 0,0-1 0,-1 1 0,1-1 0,0-1 0,0 1 0,0-1 0,-1 0 0,1 0 0,-3-2 0,0-2 0,1 0 0,0-1 0,0 0 0,1 0 0,0-1 0,0 0 0,0 0 0,1 0 0,0-1 0,1 0 0,-1-1 0,1 1 0,1-1 0,0 0 0,0 0 0,1 0 0,0 0 0,0-1 0,1 1 0,1-1 0,-1 0 0,2 1 0,-1-1 0,1 0 0,1 0 0,0 1 0,0-1 0,2-4 0,3-9 0,2-1 0,0 1 0,2 0 0,0 1 0,2 0 0,0 0 0,1 2 0,1-1 0,2 2 0,0 0 0,0 1 0,2 0 0,0 2 0,1 0 0,1 1 0,10-6 0,20-20-291,2 3 0,1 2 0,2 2 0,2 2 0,5 1 291,-32 18-2386</inkml:trace>
  <inkml:trace contextRef="#ctx0" brushRef="#br0" timeOffset="370.1">64 20 29102,'0'0'1230,"0"0"-685,-5 31-255,-46 474 1035,44 65-1050,9-508-275,4 0 0,2-1 0,2 0 0,5 5 0,-15-62-28,0-1 1,0 1-1,0-1 0,1 1 1,-1-1-1,1 1 0,0-1 1,0 1-1,0-1 0,1 0 1,-1 1-1,1-1 0,0 0 1,-1 0-1,1 0 1,1 0-1,-1-1 0,0 1 1,1-1-1,-1 1 0,1-1 1,0 0-1,0 0 0,0 0 1,0 0-1,0 0 0,0-1 1,0 1-1,1-1 0,-1 0 1,1 0-1,-1 0 0,1-1 1,-1 1-1,1-1 0,-1 0 1,1 0-1,2 0 28,41-14-2015,1-19-2497</inkml:trace>
  <inkml:trace contextRef="#ctx0" brushRef="#br0" timeOffset="689.636">1809 0 29654,'0'0'801,"0"0"-196,5 18-56,33 162 466,-22 505-883,-16-506-121,-2-136-47,-1-1 0,-2 0 1,-2 0-1,-2-1 0,-1 0 0,-9 18 36,12-46-1073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39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49 22341,'0'0'4910,"0"0"-3152,0 0-849,0 0-182,0 0-121,-11-2-84,-35-8-87,47 10-427,-1-1 0,1 1 0,-1 0 0,1 0 0,-1 0 0,1 0 0,-1 0 0,0-1 0,1 1 0,-1 0 0,0 0 0,1-1 0,-1 1 0,0 0 0,1-1 0,-1 1 0,0 0 0,1-1 0,-1 1 0,0-1 0,0 1 0,1 0 0,-1-1 0,0 1 0,0-1 0,0 1 0,0 0 0,0-1 0,0 1 0,1-1 0,-1 1 0,0-1 0,0 1 0,0-1 0,-1 1 0,1-1 0,0 1 0,0 0 0,0-1 0,0 1-1,0-1 1,0 1 0,-1-1 0,1 1 0,0 0 0,0-1 0,-1 1 0,1 0 0,0-1 0,-1 1 0,1 0 0,0-1 0,-1 1 0,1 0 0,0-1 0,-1 1 0,1 0 0,0 0 0,-1 0 0,1-1 0,-1 1 0,1 0 0,-1 0 0,1 0 0,-1 0 0,1 0 0,0 0 0,-1 0 0,1 0 0,-1 0-8,129-15 0,-100 16 0,38-2-172,52 1 360,-44 8-3439,-58-5-3500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3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30519,'0'0'1104,"0"0"-800,0 0-120,0 0 200,0 0-112,138 0-272,-72-4 0,6 4 0,3 0 0,17 6 0,-22 12-248,-20 2-2049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10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708 286 25685,'0'0'1824,"0"0"-532,0 0-441,0 0-178,0 0-161,0 0-186,-2 15-9,-24 518 655,26-532-1020,0 0-1,1 0 1,-1 0-1,1 0 1,-1 0-1,1 0 1,-1 0-1,1 0 1,0 0-1,-1 0 1,1 0-1,0 0 1,0 0-1,0 0 1,0-1-1,0 1 1,0 0-1,0-1 1,0 1-1,0 0 1,0-1-1,0 1 1,0-1-1,0 0 1,0 1-1,1-1 1,-1 0-1,0 0 1,0 0-1,0 0 1,1 0-1,-1 0 1,0 0-1,0 0 1,0 0-1,1-1 1,-1 1-1,0 0 1,0-1-1,0 1 1,0-1-1,0 1 1,0-1-1,0 0 1,0 1-1,0-1 1,0 0-1,0 0 1,0 0-1,0 0 1,-1 1-1,1-1 1,0 0-1,-1 0 1,1 0-1,-1-1 1,1 1-1,-1 0 1,1 0-1,-1 0 1,0 0-1,1 0 1,-1-1-1,0 1 1,0 0 48,25-37-3935</inkml:trace>
  <inkml:trace contextRef="#ctx0" brushRef="#br0" timeOffset="276.623">1125 66 29430,'0'0'1229,"0"0"-668,0 0-61,0 22 86,0 153-125,-2-160-461,2-1 0,0 1 0,1-1 0,0 0 0,1 1 0,1-1 0,0 0 0,1 0 0,0 0 0,2 0 0,-1-1 0,1 0 0,1 0 0,1-1 0,-1 0 0,2 0 0,0 0 0,0-1 0,1-1 0,4 4 0,260 158 0,-273-172 0,0 1 0,0-1 0,0 0 0,0 1 0,0-1 0,1 0 0,-1 1 0,0-1 0,0 1 0,0 0 0,0-1 0,0 1 0,0 0 0,-1 0 0,1 0 0,0-1 0,0 1 0,0 0 0,-1 0 0,1 0 0,0 0 0,-1 0 0,1 0 0,-1 1 0,0-1 0,1 0 0,-1 0 0,0 0 0,1 0 0,-1 1 0,0-1 0,0 0 0,0 0 0,0 0 0,0 1 0,0-1 0,-1 0 0,1 0 0,0 0 0,-1 0 0,1 1 0,0-1 0,-1 0 0,0 0 0,1 0 0,-1 0 0,1 0 0,-1 0 0,0 0 0,0 0 0,0-1 0,1 1 0,-1 0 0,-1 0 0,-225 73 0,50-41 130,169-32-218,0-1 0,-1 0-1,1-1 1,-1 0-1,1 0 1,0-1 0,-1 0-1,1 0 1,0-1-1,1 0 1,-1 0 0,0-1-1,1 0 1,0 0-1,0-1 1,0 0 0,0 0-1,1-1 1,0 0-1,0 0 89,-29-45-3355</inkml:trace>
  <inkml:trace contextRef="#ctx0" brushRef="#br0" timeOffset="556.424">1328 148 29790,'0'0'929,"0"0"-185,117 0-312,-56 0-200,9 2-88,7 2-144,32 14-8,-14-4-616,-16 4-1633</inkml:trace>
  <inkml:trace contextRef="#ctx0" brushRef="#br0" timeOffset="746.875">2424 500 30414,'0'0'869,"0"0"-176,-22 14-199,-158 119-197,-620 566-297,156-142 0,644-557-26,0 0 0,1 0 0,-1 0 0,1 0 0,-1 0 0,1 1 0,-1-1 0,0 0 1,1 0-1,-1 0 0,1 1 0,-1-1 0,0 0 0,1 1 0,-1-1 0,0 0 0,0 1 0,1-1 0,-1 0 0,0 1 0,0-1 0,1 1 0,-1-1 0,0 0 0,0 1 0,0-1 1,0 1-1,0-1 0,1 1 0,-1-1 0,0 0 0,0 1 0,0 0 26,39-29-1913</inkml:trace>
  <inkml:trace contextRef="#ctx0" brushRef="#br0" timeOffset="1164.28">1995 1220 30118,'0'0'1014,"0"0"-425,0 0-207,0 0-17,-27 27-113,13-13-234,-18 18-12,1 1 0,2 2 0,2 1-1,1 1 1,-12 23-6,3 1 0,3 1 0,2 1 0,3 1 0,4 2 0,-9 39 0,30 7 0,2-110 0,1 0 0,0 1 0,-1-1 0,1 1 0,0-1 0,0 0 0,1 0 0,-1 1 0,0-1 0,1 0 0,0 0 0,-1 0 0,1-1 0,0 1 0,0 0 0,0-1 0,0 1 0,0-1 0,0 1 0,0-1 0,0 0 0,1 0 0,-1 0 0,1 0 0,-1 0 0,0-1 0,1 1 0,-1-1 0,1 0 0,-1 0 0,1 0 0,0 0 0,-1 0 0,1 0 0,-1 0 0,1-1 0,-1 0 0,0 1 0,1-1 0,13-7 0,0 0 0,-1-1 0,-1 0 0,1-2 0,-2 1 0,1-2 0,-2 0 0,1 0 0,-2-1 0,0-1 0,0 0 0,-1 0 0,-1-1 0,-1 0 0,5-10 0,-3 9 0,-1-1 0,-1 1 0,0-2 0,-1 1 0,-1-1 0,-1 0 0,0-1 0,-1 1 0,0-15 0,-3 31 0,0 0 0,-1 0 0,0 0 0,1 0 0,-1 0 0,0 0 0,0 0 0,0 0 0,0 0 0,0 1 0,-1-1 0,1 0 0,-1 0 0,1 0 0,-1 0 0,0 0 0,1 0 0,-1 1 0,0-1 0,0 0 0,0 1 0,-1-1 0,1 1 0,0-1 0,-1 1 0,1-1 0,0 1 0,-1 0 0,0 0 0,1 0 0,-1 0 0,0 0 0,1 0 0,-1 0 0,0 0 0,0 1 0,0-1 0,0 1 0,0-1 0,0 1 0,0 0 0,0 0 0,1 0 0,-1 0 0,0 0 0,-2 1 0,-7-2 0,1 0 0,-1 1 0,1 0 0,-1 1 0,1 1 0,-1-1 0,1 1 0,0 1 0,-1 0 0,1 1 0,1 0 0,-1 0 0,1 1 0,-1 0 0,2 1 0,-1 0 0,0 0 0,-4 6 0,12-11-47,1-1 1,-1 1-1,1 0 0,0 0 0,0 0 1,-1-1-1,1 1 0,0 0 0,0 0 1,0 0-1,0 0 0,0 0 0,0-1 1,0 1-1,0 0 0,0 0 0,0 0 1,1 0-1,-1-1 0,0 1 0,1 0 1,-1 0-1,0 0 0,1-1 0,-1 1 1,1 0-1,-1-1 0,1 1 0,-1 0 1,1-1-1,0 1 0,-1-1 0,1 1 1,0-1-1,0 1 0,-1-1 0,1 1 1,0-1-1,0 0 0,-1 1 0,1-1 1,0 0-1,0 0 0,0 0 0,0 0 1,0 1-1,-1-1 0,1 0 0,0 0 1,0-1-1,0 1 0,0 0 0,0 0 1,-1 0-1,1-1 0,0 1 0,0 0 1,0-1 46,22 2-4306</inkml:trace>
  <inkml:trace contextRef="#ctx0" brushRef="#br0" timeOffset="1545.454">2510 1178 25742,'0'0'4855,"0"0"-3336,0 0-1035,-14 19-333,-45 62-135,52-70-16,1 0 0,0 1 0,1-1 0,0 1 0,1 1 0,0-1 0,1 0 0,1 1 0,0 0 0,0 0 0,1 0 0,1-1 0,0 1 0,1 7 0,-1 4 0,1-16 0,-1 0 0,1-1 0,0 1 0,1-1 0,0 1 0,0-1 0,0 1 0,1-1 0,0 0 0,1 0 0,0 0 0,0-1 0,0 1 0,1-1 0,-1 0 0,2 0 0,-1-1 0,1 1 0,-1-1 0,1 0 0,1-1 0,-1 1 0,1-1 0,0-1 0,0 1 0,0-1 0,0 0 0,2 0 0,17 5 0,1 0 0,0-2 0,0-1 0,1-1 0,0-1 0,-1-1 0,12-2 0,-24 0-256,1-1-1,-1-1 1,0 0-1,1-1 1,-1 0-1,-1-1 1,1-1 0,-1-1-1,1 0 1,-1 0-1,10-8 257,22-17-3820</inkml:trace>
  <inkml:trace contextRef="#ctx0" brushRef="#br0" timeOffset="1848.324">2801 1192 30471,'0'0'1360,"0"0"-736,0 0-312,-94 158-312,42-34 0,-5 44 0,11 11 0,17-41 0,16-39-248</inkml:trace>
  <inkml:trace contextRef="#ctx0" brushRef="#br0" timeOffset="198528.188">364 60 2913,'0'0'0</inkml:trace>
  <inkml:trace contextRef="#ctx0" brushRef="#br0" timeOffset="198941.613">364 60 25878,'80'-60'890,"-79"60"-797,0 1-1,0-1 0,0 0 0,0 1 0,0-1 1,0 1-1,0-1 0,0 1 0,0-1 0,0 1 1,0 0-1,-1-1 0,1 1 0,0 0 0,-1 0 1,1 0-1,0 0 0,-1-1 0,1 1 1,-1 0-1,1 0 0,-1 0 0,0 0 0,1 0 1,-1 0-1,0 0 0,0 0 0,1 0 0,-1 0 1,0 1-1,0-1 0,0 0 0,0 0 0,-1 0 1,1 0-1,0 0 0,0 0 0,-1 0 0,1 0 1,0 0-1,-1 0 0,1 0 0,-1 0 0,0 0 1,1-1-1,-1 1 0,1 0 0,-1 0 0,0 0 1,0 0-93,-32 57 225,-3-1 0,-1-1 1,-3-2-1,-46 46-225,62-72 39,-174 183-31,244-202 252,642-50-80,-580 40-1259,-103-3-308,-5-5-748</inkml:trace>
  <inkml:trace contextRef="#ctx0" brushRef="#br0" timeOffset="199197.327">684 241 28678,'0'0'1953,"0"0"-1569,0 0-8,-50 126 232,41-66-48,2 22-352,5 35-208,2 27 0,0-6 0,0-26 0,0-37 0,0-27 0,0-5 0,9-11 0,2-11-1224,-2-21-10163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0:37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1089 801 28270,'0'0'2425,"0"0"-1672,0 0-545,-9-22 56,-61-154 338,58 141-557,-1 1 1,-1 0-1,-2 0 1,-1 2-1,-22-30-45,31 51 1,0 0 0,-1 0 0,0 1 0,0 1 0,-1-1 0,-1 2 1,1-1-1,-1 2 0,-1-1 0,1 1 0,-1 1 0,-1 0 0,1 1 0,-1 0 0,0 1 0,0 1 0,-12-3-1,16 5 0,-1 0 0,1 0 0,-1 0 0,0 1 0,1 1 0,-1 0 0,1 0 0,-1 0 0,1 2 0,-1-1 0,1 1 0,0 0 0,0 1 0,0 0 0,1 0 0,0 1 0,-1 0 0,2 1 0,-1 0 0,1 0 0,-1 1 0,2-1 0,-1 2 0,-4 6 0,-12 19 0,2 1 0,1 0 0,2 2 0,2 0 0,1 1 0,1 1 0,3 0 0,1 1 0,1 0 0,3 0 0,1 1 0,0 36 0,4-67 0,0-1 0,1 1 0,0-1 0,0 1 0,1-1 0,0 1 0,0-1 0,1 0 0,0 1 0,1-1 0,0 0 0,0 0 0,0-1 0,1 1 0,0-1 0,1 0 0,0 0 0,0 0 0,0 0 0,1-1 0,0 0 0,0 0 0,0-1 0,1 1 0,0-1 0,1 0 0,1 0 0,1 1 0,-1-2 0,1 1 0,1-1 0,-1-1 0,1 0 0,-1 0 0,1-1 0,0 0 0,0-1 0,-1-1 0,1 1 0,0-2 0,0 1 0,0-1 0,0-1 0,0 0 0,-1-1 0,1 0 0,-1-1 0,0 1 0,0-2 0,0 0 0,0 0 0,2-3 0,20-12 0,-1-1 0,0-2 0,-2-1 0,-1-1 0,-1-2 0,17-22 0,91-127-519,-106 135-1146</inkml:trace>
  <inkml:trace contextRef="#ctx0" brushRef="#br0" timeOffset="264.657">1418 1072 30767,'0'0'864,"0"0"-192,55 136-208,-31-89-464,-4-12 0,-3-11 0,-1-8 0,-7-8 0,-3-8 0,-4-8 0,-2-10-472</inkml:trace>
  <inkml:trace contextRef="#ctx0" brushRef="#br0" timeOffset="2951.972">2293 87 29670,'0'0'1234,"0"0"-438,0 0-148,-1-7-289,-5 117-299,-57 617-60,81-721-45,-8-9-182</inkml:trace>
  <inkml:trace contextRef="#ctx0" brushRef="#br0" timeOffset="10279.102">4695 89 27670,'0'0'1591,"0"0"-818,0 0-236,0 0 4,0 0-142,-3 0-161,2 0-216,0 0 0,0 0 0,0 0 0,0-1-1,0 1 1,0 0 0,0 1 0,0-1-1,0 0 1,1 0 0,-1 0 0,0 0-1,0 1 1,0-1 0,0 0 0,0 1 0,1-1-1,-1 1 1,0-1 0,0 1 0,1-1-1,-1 1 1,0 0 0,1-1 0,-1 1 0,1 0-1,-1-1 1,1 1 0,-1 0 0,1 0-1,-1 0 1,1-1 0,0 1 0,-1 0-1,1 0 1,0 0 0,0 0 0,-1 0 0,1 0-1,0-1 1,0 1 0,0 0 0,0 0-1,0 0 1,1 0 0,-1 1-22,-67 481 16,-5-63-16,70-400 0,19-30-667,2-17-1227</inkml:trace>
  <inkml:trace contextRef="#ctx0" brushRef="#br0" timeOffset="12300.148">6933 209 29958,'0'0'1137,"0"0"-713,0 0 240,0 0-88,11 119-568,-11-66-8,0 8 0,0 6 0,-9 6 0,-4 0 0,-4-2 0,-12 12 0,5-20 0,-4-13-1216</inkml:trace>
  <inkml:trace contextRef="#ctx0" brushRef="#br0" timeOffset="13035.255">3472 426 28182,'0'0'795,"0"0"-212,0 0-63,0 0-85,6-20-149,20-67-111,-23 81-132,-1 1-1,0-1 1,0 0-1,0 0 1,-1 0-1,0 0 1,0 0 0,-1 0-1,1 0 1,-1 0-1,-1 0 1,1 0 0,-1 0-1,0 0 1,-1-4-43,-2 7 20,1 1 0,-1 0 0,0-1 0,0 2 0,0-1 0,0 0 0,0 1 0,0-1 0,0 1 0,-1 0 0,1 1 1,0-1-1,-1 1 0,1 0 0,0 0 0,-1 0 0,1 0 0,0 1 0,-1 0 0,1 0 0,0 0 0,-2 1-20,-8 5 13,2 1 0,-1 0 0,1 1 0,0 0 1,1 1-1,0 1 0,1-1 0,0 2 0,0-1 0,2 1 0,-1 1 0,1-1 0,1 1 0,0 1 0,-3 11-13,-10 17 29,2 2 0,2 0-1,1 1 1,3 1 0,2 0 0,2 1-1,2 0 1,1 0 0,3 30-29,1-71 4,1 1-1,0-1 1,0 0-1,0 0 1,1 0-1,0 0 1,0 0 0,1 0-1,0 0 1,-1 0-1,2 0 1,-1 0-1,1-1 1,0 0-1,0 1 1,1-1 0,-1 0-1,1 0 1,0-1-1,0 1 1,1-1-1,0 0 1,-1 0 0,1 0-1,0-1 1,1 0-1,-1 0 1,1 0-1,-1-1 1,1 1 0,0-1-4,15 0 6,-1 0 0,0-1 0,0-1 0,1-1 0,-1-1 0,0-1 0,0-1 0,0 0 0,-1-1 0,1-2 0,-1 0 0,-1 0 0,1-2 0,-1-1 0,-1 0 1,0-1-1,0-1 0,-1 0 0,0-1 0,-2-1 0,1 0 0,-2-1 0,0-1 0,11-16-6,-16 23 0,0 0 0,-1 0 0,1-1 0,-2 0 0,0 0 0,0 0 0,0-1 0,-2 0 0,1 0 0,-1-1 0,-1 1 0,0-1 0,-1 0 0,0 1 0,-1-1 0,0 0 0,-1 0 0,0 0 0,-1 0 0,0 0 0,-1 0 0,0 0 0,-1 1 0,0-1 0,-1 1 0,0-1 0,-1 1 0,0 1 0,-1-1 0,-4-5 0,3 8-43,0 1-1,-1 0 1,1 0-1,-1 0 1,-1 1-1,1 1 1,-1-1-1,0 2 1,0-1 0,0 1-1,-1 0 1,0 1-1,0 0 1,1 1-1,-2 0 1,1 0-1,0 1 1,0 0 0,0 1-1,-1 0 1,1 1-1,0 0 1,0 1-1,0 0 1,0 0-1,-4 2 44,-35 19-1919</inkml:trace>
  <inkml:trace contextRef="#ctx0" brushRef="#br0" timeOffset="13718.962">517 1628 26174,'0'0'576,"0"0"-344,0 0-232,0 0 80,0 0-80,0 0-3849</inkml:trace>
  <inkml:trace contextRef="#ctx0" brushRef="#br0" timeOffset="14588.697">0 1519 28846,'0'0'638,"0"0"-377,0 0-92,0 0 195,22-2 33,299-37 729,897-48-345,76-2-796,-693 66 38,-476 22-15,135-2-43,0 10 1,-1 12 0,210 43 34,-360-40 4,2-5 1,0-5-1,95-3-4,159-12-37,65-1-171,307 40 208,-281-14-548,-454-22-608</inkml:trace>
  <inkml:trace contextRef="#ctx0" brushRef="#br0" timeOffset="25052.836">5340 0 27342,'0'0'1907,"0"0"-1258,0 0-136,0 0 64,-6 23-113,-33 146 300,-168 564-213,192-635-584,34-96-1669,1-9-884</inkml:trace>
  <inkml:trace contextRef="#ctx0" brushRef="#br0" timeOffset="25434.593">6063 501 30366,'0'0'734,"0"0"-287,-5-18-16,-41-154 321,44 166-751,1 0 0,-1 0 0,-1 0 0,1 0 0,-1 1 0,0-1 0,0 1 0,0 0 0,-1 0-1,0 0 1,0 0 0,0 0 0,-1 1 0,1 0 0,-1 0 0,0 0 0,0 1 0,-1 0 0,1 0 0,-1 0 0,1 0 0,-1 1 0,0 0 0,0 0 0,0 1 0,0-1 0,0 1 0,-1 1 0,1-1 0,0 1 0,0 0 0,0 1 0,-1-1 0,1 1 0,0 0 0,0 1 0,0 0 0,-3 0-1,-4 7 0,0 0 0,1 0 0,0 1 0,0 1 0,1-1 0,0 2 0,1 0 0,0 0 0,1 1 0,1 0 0,0 1 0,0-1 0,-4 14 0,-1-1 0,0 0 0,2 2 0,1-1 0,1 1 0,2 1 0,0-1 0,2 1 0,1 0 0,2 1 0,1 15 0,0-39 0,1-1 0,-1 1 0,2-1 0,-1 0 0,1 1 0,-1-1 0,1 1 0,1-1 0,-1 0 0,1 0 0,0 0 0,0 0 0,1 0 0,-1 0 0,1 0 0,0-1 0,0 1 0,1-1 0,-1 0 0,1 0 0,0 0 0,0-1 0,0 1 0,1-1 0,-1 0 0,1 0 0,0-1 0,0 1 0,0-1 0,0 0 0,0 0 0,0-1 0,1 0 0,-1 0 0,3 1 0,5-1 0,-1-1 0,1 0 0,-1 0 0,1-1 0,-1-1 0,1 0 0,-1-1 0,0 0 0,0-1 0,0 0 0,0-1 0,-1 0 0,0-1 0,0 0 0,0-1 0,-1 0 0,0-1 0,0 0 0,-1-1 0,0 0 0,-1 0 0,0 0 0,1-3 0,0 0-78,0 0-1,-1-1 1,-1 0-1,0 0 1,0-1-1,-2 0 1,0 0-1,0 0 1,-1 0-1,-1-1 1,-1 0-1,1-4 79,-1-29-2179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18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445 302 30006,'0'0'605,"0"0"-344,0-19-76,0-123 262,0 136-441,1 0-1,-1 0 1,0 0-1,-1 0 1,1 1-1,-1-1 1,-1 0-1,1 0 1,-1 1-1,0-1 1,0 1 0,0-1-1,-1 1 1,0 0-1,0 0 1,0 0-1,0 1 1,-1-1-1,0 1 1,0-1-1,0 1 1,-1 1-1,1-1 1,-1 1 0,0-1-1,0 1-5,-3 1 13,0 1 0,-1-1-1,1 1 1,0 1 0,-1 0-1,1 0 1,0 1 0,-1-1 0,1 2-1,0-1 1,0 1 0,0 1 0,0-1-1,0 2 1,1-1 0,-1 1-1,1 0 1,0 0 0,0 1 0,0 0-1,-4 4-12,-7 6 13,1 1-1,1 0 0,0 1 1,1 1-1,1 0 0,1 1 1,-4 9-13,5-7 0,1 1 0,2 0 1,0 1-1,1-1 0,1 1 1,1 1-1,2 0 1,0-1-1,1 1 0,2 0 1,0 1-1,2-1 0,0 0 1,3 11-1,-2-29 9,-1-1 0,1 1 0,0 0 1,0 0-1,1-1 0,0 1 0,0-1 0,0 0 0,1 0 1,-1 0-1,1 0 0,1-1 0,-1 1 0,0-1 1,1 0-1,0-1 0,0 1 0,0-1 0,0 0 0,1 0 1,-1 0-1,1-1 0,0 0 0,0 0 0,-1-1 0,1 1 1,0-1-1,1 0 0,-1-1 0,0 0 0,0 0 1,0 0-1,0 0 0,0-1 0,0 0 0,0-1 0,0 1 1,0-1-1,0 0 0,-1 0 0,1-1 0,2-1-9,20-13 30,-1-1 0,0-1-1,-2-1 1,0-1 0,-2-2-1,0 0 1,-2-1 0,0-2 0,5-10-30,22-22-108,56-61-2475,-69 78-2605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17.8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645 429 30334,'0'0'1278,"0"0"-847,0 0-204,-10-19 61,-2-2-220,-31-101 73,40 96-141,4 16 0,0 1 0,-1 0 0,0 0 0,-1 0 0,0-1 0,0 1 0,-1 0 0,0 0 0,-1 0 0,0 1 0,0-1 0,-1 1 0,0-1 0,0 1 0,-1 0 0,0 1 0,-1-1 0,1 1 0,-1 0 0,-1 0 0,1 1 0,-1 0 0,0 0 0,-1 0 0,0 1 0,-3-2 0,-3 7 0,1 0 0,0 1 0,0 1 0,0 0 0,0 1 0,0 0 0,0 1 0,1 0 0,-1 1 0,1 0 0,0 1 0,1 1 0,0 0 0,0 0 0,0 1 0,1 1 0,0-1 0,0 2 0,1-1 0,1 1 0,0 1 0,0-1 0,1 1 0,0 1 0,0 1 0,-16 16 0,2 2 0,0 0 0,3 2 0,0 0 0,2 1 0,2 0 0,1 2 0,2-1 0,1 1 0,2 1 0,1 0 0,0 22 0,7-50 0,0-1 0,1 1 0,-1-1 0,2 1 0,-1-1 0,1 0 0,0 1 0,1-1 0,0 0 0,0 0 0,1-1 0,0 1 0,1-1 0,-1 0 0,1 0 0,0 0 0,1-1 0,0 0 0,0 0 0,0 0 0,1-1 0,0 0 0,0 0 0,0 0 0,0-1 0,1 0 0,0-1 0,0 0 0,4 1 0,0 1 0,1-2 0,0 0 0,0 0 0,0-1 0,0-1 0,0 0 0,1-1 0,-1-1 0,0 0 0,0 0 0,0-1 0,0-1 0,0 0 0,0-1 0,-1 0 0,1-1 0,-1-1 0,4-2 0,15-13 0,-2 0 0,0-2 0,-2-1 0,0-1 0,-2-2 0,-1 0 0,-1-1 0,-1-2 0,16-29 0,12-31 0,-3-1 0,31-93 0,-35 89-760,-27 64-1025</inkml:trace>
  <inkml:trace contextRef="#ctx0" brushRef="#br0" timeOffset="402.298">1576 216 27622,'0'0'3079,"0"0"-2176,0 0-587,0 0 162,-5-22-164,-21-70-259,24 87-55,1-1 0,-1 1 0,-1-1 0,1 1 0,-1 0 0,1 0 0,-2 0 0,1 0 0,0 1 0,-1-1 0,0 1 0,0 0 0,0 0 0,0 0 0,-1 1 0,0 0 0,0-1 0,0 2 0,0-1 0,0 0 0,0 1 0,-1 0 0,1 0 0,-1 1 0,1 0 0,-1 0 0,0 0 0,1 0 0,-1 1 0,0 0 0,1 0 0,-1 1 0,0-1 0,0 1 0,1 1 0,-1-1 0,1 1 0,-1 0 0,1 0 0,0 0 0,0 1 0,0 0 0,0 0 0,0 0 0,0 1 0,1-1 0,0 1 0,0 0 0,0 0 0,0 1 0,0-1 0,-2 5 0,-13 14 0,0 1 0,1 0 0,1 2 0,2 0 0,1 0 0,0 1 0,2 1 0,2 0 0,0 1 0,2 0 0,1 0 0,1 1 0,2 0 0,1 0 0,1 0 0,2 14 0,-1-39 0,1-1 0,-1 1 0,1 0 0,1-1 0,-1 1 0,1-1 0,-1 1 0,1-1 0,1 1 0,-1-1 0,1 0 0,-1 1 0,1-1 0,0 0 0,1 0 0,-1 0 0,1-1 0,-1 1 0,1-1 0,0 1 0,1-1 0,-1 0 0,1 0 0,-1 0 0,1-1 0,0 1 0,0-1 0,0 0 0,0 0 0,0 0 0,0 0 0,5 0 0,1-1 0,1 0 0,0 0 0,-1-1 0,1-1 0,0 1 0,-1-2 0,1 0 0,-1 0 0,1-1 0,-1 0 0,0-1 0,0 0 0,-1 0 0,1-1 0,-1 0 0,0-1 0,0 0 0,-1-1 0,2-1 0,15-13 0,-1-2 0,-1 0 0,-2-2 0,0 0 0,12-21 0,8-21-124,-3-2 0,-2-1 0,-4-2 0,7-31 124,-22 54-2193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19.3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31783,'0'0'692,"2"8"-432,20 54-228,-20-76-32,0 5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20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335 0 27886,'0'0'1632,"0"0"-749,0 0-247,0 0-65,0 0-107,-12 15-174,-81 134 86,19 21-362,8 4 1,-9 57-15,61-69 0,15-160-40,0 1 0,1-1 0,-1 0 0,1 0-1,0 1 1,0-1 0,0-1 0,0 1 0,0 0 0,0 0 0,0-1 0,1 1-1,-1-1 1,0 0 0,1 0 0,-1 0 0,1 0 0,0 0 0,-1 0 0,1-1-1,0 1 1,-1-1 0,1 0 0,0 1 0,-1-1 0,1-1 0,0 1 0,0 0 0,-1-1-1,1 1 1,0-1 0,-1 0 0,1 0 0,-1 0 0,1 0 0,1-2 40,36-13-4149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20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486 339 23989,'0'0'6025,"0"0"-4482,0 0-1228,-6-18 28,-23-115 78,27-26-655,1 157 222,-1 0 1,0 0 0,0 0 0,0 0 0,0 0 0,0 0-1,0 0 1,0 0 0,-1 1 0,1-1 0,-1 1-1,1 0 1,-1 0 0,1 0 0,-1 0 0,0 0 0,1 1-1,-1-1 1,0 1 0,0-1 0,0 1 0,1 0-1,-1 0 1,0 0 0,0 1 0,1-1 0,-1 1 0,0 0-1,0-1 1,1 1 0,-1 0 0,1 1 0,-1-1-1,-1 1 13,-128 99-70,110-83 96,2 2 0,0 1 0,1 1 0,1 0 0,1 1 0,1 1 0,1 1 0,1 0 0,2 1 0,0 0 0,2 1 0,0 0 0,2 1 0,1 0 0,-1 21-27,7-45 6,1 1 0,0-1 0,0 1 1,1-1-1,-1 1 0,1-1 0,0 1 0,1-1 1,-1 1-1,1-1 0,-1 0 0,1 0 1,0 0-1,1 0 0,-1 0 0,1 0 1,0 0-1,0-1 0,0 0 0,0 1 1,1-1-1,-1 0 0,1-1 0,-1 1 0,1-1 1,0 1-1,0-1 0,1 0 0,-1-1 1,0 1-1,1-1 0,-1 0 0,1 0 1,-1 0-1,1 0 0,-1-1 0,1 0-6,16 2 16,-1-2 0,0 0 0,1-1-1,-1-1 1,0-1 0,0-1-1,0 0 1,0-2 0,-1 0 0,0-2-1,0 0 1,-1 0 0,0-2 0,0-1-1,-1 0 1,-1-1 0,0 0 0,4-5-16,33-31-323,-1-2 0,-3-3 0,-2-2 0,19-31 323,-24 27-2302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20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415 1 31135,'0'0'752,"0"0"-464,0 0 104,-90 126-192,50-35-200,-12 39 0,-12 40 0,3 11 0,8-31 0,20-43 0,18-50 0,8-22 0,7-3 0,0-8 0,9-15-1144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21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331 1 28718,'0'0'1897,"0"0"-1457,0 0-88,0 0 464,-50 134-272,21-65-544,-1 10 0,-3 4 0,-2 6 0,-2 1 0,1 1 0,4 0 0,5-6 0,10-10 0,12-20 0,18-37 0,20-18-1192,5-4-4273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21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469 328 30799,'0'0'641,"0"0"-205,0 0-4,0-21-65,2-155-275,-2 171-92,0-1 0,0 1 0,0 0 0,0 0 0,-1 0 0,0 0 0,0 0 0,0 0 0,-1 0 0,0 1 0,0-1 0,0 0 0,0 1 0,-1-1 0,1 1 0,-1 0 0,-1 0 0,1 0 0,0 0 0,-1 1 0,0-1 0,0 1 0,0 0 0,0 0 0,0 0 0,0 1 0,-1-1 0,0 1 0,1 0 0,-1 1 0,0-1 0,0 1 0,0 0 0,0 0 0,-3 0 0,-4 0 0,-1 1 0,0 0 0,0 1 0,0 0 0,0 1 0,1 1 0,-1 0 0,1 0 0,0 1 0,-1 1 0,2 0 0,-1 1 0,1 0 0,0 1 0,0 0 0,1 1 0,-1 0 0,2 0 0,-1 1 0,2 0 0,-1 1 0,1 0 0,-5 8 0,2-4 0,1 1 0,1 0 0,0 0 0,0 1 0,2 0 0,0 1 0,1 0 0,1 0 0,0 0 0,1 0 0,1 1 0,1 0 0,0-1 0,2 9 0,-1-22 0,1 0 0,0 1 0,0-1 0,0 0 0,1 1 0,0-1 0,-1 0 0,1 0 0,1 0 0,-1 0 0,1 0 0,-1 0 0,1 0 0,1 0 0,-1 0 0,0-1 0,1 1 0,0-1 0,-1 0 0,1 0 0,1 0 0,-1 0 0,0 0 0,1-1 0,-1 1 0,1-1 0,0 0 0,0 0 0,0 0 0,0-1 0,0 1 0,0-1 0,0 0 0,0 0 0,1-1 0,1 1 0,8-2 0,0 0 0,0-2 0,0 1 0,0-1 0,0-1 0,-1-1 0,1 0 0,-1 0 0,0-2 0,-1 1 0,0-2 0,0 1 0,0-2 0,-1 0 0,0 0 0,-1-1 0,0 0 0,7-10 0,20-14 0,143-92-392,-142 107-1344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22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503 0 29614,'0'0'1841,"0"0"-1241,0 0-144,0 0-200,0 0-256,-64 180 0,16-58 0,-18 46 0,-11 21 0,3 4 0,10-13 0,18-26 0,13-34 0,14-41 0,8-36-4665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2.3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1 30438,'0'0'1685,"0"0"-1185,-5 29-377,-69 380-102,-33 135-21,103-520-211,9-34-842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2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32431,'0'0'336,"0"0"-336,0 0 0,0 0 0,0 0 0,0 0 0,121 96 0,-104-80 0,-2 2 0,-1-4 0,-14-3-448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1.6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668 355 26334,'0'0'4090,"0"0"-2999,0 0-802,-4-21 150,-34-159 80,36 171-519,-1 1 0,1 0 0,-1 0 0,-1 0 1,0 1-1,0-1 0,0 1 0,-1 0 0,0 0 1,-1 0-1,1 1 0,-1 0 0,0 0 0,-1 0 0,1 1 1,-1 0-1,0 0 0,-1 1 0,1 0 0,-1 0 1,0 0-1,0 1 0,0 1 0,0-1 0,0 1 0,-1 1 1,1-1-1,-1 1 0,-6 1 0,-1 0 0,0 0 0,0 1 0,0 1 0,0 1 0,1 0 0,-1 1 0,1 1 0,-1 0 0,1 1 0,1 1 0,0 0 0,0 1 0,0 1 0,1 0 0,0 1 0,0 0 0,1 1 0,1 0 0,0 1 0,-1 2 0,-3 4 0,0 0 0,1 2 0,2 0 0,0 0 0,1 1 0,0 0 0,2 1 0,1 1 0,1-1 0,0 1 0,2 0 0,1 0 0,-1 12 0,3-10 0,1 1 0,1-1 0,2 1 0,0-1 0,1 0 0,2 0 0,2 6 0,-5-23 0,1 0 0,-1 0 0,2-1 0,-1 1 0,1-1 0,0 0 0,0 0 0,1 0 0,0-1 0,0 0 0,1 0 0,-1 0 0,1 0 0,1-1 0,-1 0 0,1 0 0,0-1 0,0 0 0,0 0 0,0-1 0,1 1 0,-1-2 0,1 1 0,3 0 0,0-1 0,0-1 0,0 1 0,0-2 0,0 0 0,0 0 0,0-1 0,0 0 0,0-1 0,0 0 0,-1-1 0,1 0 0,-1-1 0,0 0 0,0 0 0,0-1 0,0-1 0,-1 1 0,0-2 0,0 1 0,0-1 0,5-6 0,17-18 0,-1-2 0,-2-1 0,-1-1 0,18-31 0,-36 52 0,151-192 3,-81 126-4100,-26 32-12373</inkml:trace>
  <inkml:trace contextRef="#ctx0" brushRef="#br0" timeOffset="341.718">1634 325 31199,'0'0'921,"0"0"-595,0-18-65,0-118-201,0 130-60,-1-1 0,1 0 0,-1 0 0,-1 1 0,1-1 0,-1 1 0,0-1 0,-1 1 0,0 0 0,0-1 0,0 1 0,0 1 0,-1-1 0,0 1 0,0-1 0,-1 1 0,0 0 0,1 0 0,-2 1 0,1 0 0,0 0 0,-1 0 0,0 0 0,0 1 0,0 0 0,0 0 0,0 1 0,-1 0 0,1 0 0,-1 0 0,0 1 0,1 0 0,-1 0 0,0 1 0,0-1 0,1 1 0,-1 1 0,0 0 0,0 0 0,-6 1 0,-3 4 0,0 1 0,1 0 0,-1 1 0,2 1 0,-1 0 0,1 1 0,0 1 0,1 0 0,0 1 0,1 0 0,1 1 0,0 0 0,0 1 0,1 0 0,1 0 0,1 1 0,0 1 0,0-1 0,2 1 0,0 1 0,1-1 0,-1 8 0,-10 132 0,16-150 0,1-1 0,-1 0 0,1 0 0,1 0 0,-1 0 0,1 0 0,0 0 0,0 0 0,0 0 0,1-1 0,0 1 0,0-1 0,0 0 0,0 0 0,1 0 0,-1 0 0,1 0 0,0-1 0,0 0 0,1 1 0,-1-2 0,0 1 0,1 0 0,0-1 0,0 0 0,0 0 0,0-1 0,2 1 0,5 1 3,0-1 0,0 0 1,0-1-1,0 0 0,0-1 0,0-1 0,0 0 0,0 0 1,0-1-1,0-1 0,0 0 0,-1 0 0,1-2 0,-1 1 1,0-1-1,0-1 0,-1 0 0,3-2-3,163-149-375,-111 91-525,-38 39-2019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3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493 176 28382,'0'0'1888,"0"0"-1230,0 0-253,0 0-15,0 0-34,-7-12-175,-32-69-79,34 75-96,1 0 0,-1 0 1,0 0-1,0 0 1,0 1-1,-1 0 0,0 0 1,0 1-1,0-1 1,0 1-1,-1 0 1,0 1-1,0 0 0,0 0 1,0 0-1,0 1 1,-1 0-1,1 1 0,0-1 1,-1 1-1,0 1 1,1 0-1,-1 0 1,1 0-1,-1 1 0,1 0 1,-1 0-1,1 1 1,-1 0-1,1 0 0,0 1 1,0 0-1,0 0 1,0 1-1,1 0 1,-1 0-1,0 1-6,-8 4 3,1 1 0,0 1-1,1-1 1,0 2 0,1 0 0,0 1-1,1 0 1,0 0 0,1 1 0,1 1-1,0 0 1,1 0 0,1 0 0,0 1 0,1 0-1,1 1 1,0-1 0,1 1 0,1 0-1,1 0 1,0 0 0,1 0 0,1 1-1,1-1 1,0 0 0,2 4-3,-2-16 2,0-1-1,0 1 1,1-1-1,0 0 1,0 0-1,0 1 1,0-1-1,1-1 1,-1 1-1,1 0 1,0-1 0,0 1-1,0-1 1,1 0-1,-1 0 1,1 0-1,-1 0 1,1-1-1,0 0 1,0 1 0,1-1-1,-1-1 1,0 1-1,0-1 1,1 1-1,-1-1 1,1-1-1,-1 1 1,1-1-1,0 1 1,1-1-2,4 0 4,1 0-1,0 0 1,0-1 0,0-1-1,-1 0 1,1 0 0,-1-1 0,1 0-1,-1-1 1,0 0 0,0-1-1,-1 0 1,1-1-4,331-291-31,-257 229-442,-12 10-1311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4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0 28726,'0'0'1853,"0"0"-1241,0 0-171,0 0 161,0 0-233,-7 29-226,-99 329-122,87-305-21,0-3 0,3 1 0,1 1 0,3 0 0,-1 20 0,13-71-56,0 0-1,-1 0 1,1 0 0,1 0-1,-1 0 1,0 0 0,0 0-1,0 1 1,0-1 0,1 0-1,-1 0 1,0 0 0,1 0 0,-1 0-1,1 0 1,0 0 0,-1 0-1,1-1 1,-1 1 0,1 0-1,0 0 1,0 0 0,0-1-1,-1 1 1,1 0 0,0-1-1,0 1 1,0-1 0,0 1-1,0-1 1,0 1 0,0-1-1,0 0 1,0 1 0,0-1-1,1 0 1,-1 0 0,0 0 0,0 0-1,0 0 1,0 0 0,0 0-1,0 0 1,0-1 0,0 1-1,0 0 1,0-1 0,0 1-1,0 0 1,0-1 0,0 1-1,0-1 1,0 0 0,0 1-1,0-1 1,0 0 0,0 1-1,-1-1 1,1 0 0,0 0-1,-1 0 1,1 0 0,-1 0-1,1 0 1,0 0 56,33-25-9750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4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1 31551,'0'0'720,"0"0"-504,-40 128 64,18-61-280,-4 8 0,0 4 0,-3 6 0,3-3 0,4-5 0,7-8 0,12-15 0,8-23-56,21-15-2088,7-16-12003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4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503 258 31015,'0'0'1059,"3"-18"-823,8-157 57,-13 170-291,0 1 0,-1 0 0,0 0-1,0 0 1,0 0 0,0 0 0,0 1 0,-1 0 0,1-1 0,-1 1 0,0 0-1,0 1 1,0-1 0,0 1 0,-1 0 0,1 0 0,-1 0 0,1 0-1,-1 1 1,0 0 0,1 0 0,-1 0 0,0 1 0,0-1 0,0 1 0,0 0-1,1 1 1,-1-1 0,0 1 0,0 0 0,0 0 0,1 0 0,-1 1-1,1 0 1,-2 0-2,-16 7 2,1 1-1,-1 1 1,2 0-1,0 2 1,0 0-1,1 2 1,1 0-1,1 1 1,0 0 0,1 2-1,0 0 1,2 0-1,0 1 1,-5 11-2,7-11 2,0 1 0,1-1 0,1 2 0,1 0 0,1 0 0,1 0 0,1 1 0,0 0 1,2 0-1,1 0 0,0 1 0,2-1 0,0 1 0,2 5-2,0-23 1,-1 0-1,1 1 1,0-1 0,1 0-1,-1-1 1,1 1 0,0 0-1,0 0 1,1-1-1,-1 1 1,1-1 0,0 0-1,0 0 1,0 0 0,1 0-1,0 0 1,-1-1 0,1 1-1,0-1 1,1 0 0,-1-1-1,0 1 1,1-1 0,0 1-1,0-1 1,-1-1 0,1 1-1,0-1 1,0 0-1,0 0 1,1 0 0,-1-1-1,0 1 1,0-2 0,0 1-1,0 0 1,1-1-1,13 0 3,1-1-1,-1-2 1,0 1 0,0-2-1,-1-1 1,1 0 0,-1-1-1,0-1 1,8-5-3,41-30-192,-2-3 1,-2-3-1,-2-3 0,43-49 192,-26 25-1914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4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415 1 30390,'0'0'2073,"0"0"-1881,0 0-80,-46 124-112,13-33 0,-15 35 0,-16 36 0,-6 10 0,9-15 0,15-34 0,19-46 0,12-22 0,11-14 0,4-11 0,13-8 0,6-14-2288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5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696 245 26758,'0'0'4274,"0"0"-3174,5-22-913,19-125 237,-24 144-423,1 0-1,-1 1 1,0-1-1,0 0 1,0 0 0,-1 0-1,1 1 1,-1-1 0,0 0-1,1 0 1,-1 1-1,0-1 1,-1 0 0,1 1-1,0-1 1,-1 1-1,1 0 1,-1-1 0,0 1-1,0 0 1,0 0 0,0 0-1,0 0 1,0 1-1,0-1 1,-1 0 0,1 1-1,-1 0 1,1-1-1,-1 1 1,0 0 0,1 0-1,-1 0 1,0 1 0,1-1-1,-1 1 1,0 0-1,0-1 1,-2 2-1,-16-1 0,0 2 0,0 0 0,0 2 0,0 0 0,1 2 0,-1 0 0,2 1 0,-1 1 0,1 0 0,0 2 0,1 0 0,0 1 0,0 1 0,1 1 0,-14 14 0,4-8 0,1 0 0,1 2 0,0 1 0,2 1 0,0 1 0,2 1 0,1 0 0,1 2 0,1 1 0,2 0 0,0 1 0,2 0 0,1 1 0,2 1 0,1 0 0,1 1 0,1 4 0,5-27 0,1 1 0,0-1 0,1 1 0,1 0 0,-1 0 0,1 0 0,1-1 0,0 1 0,0 0 0,1 0 0,0-1 0,1 1 0,0-1 0,0 0 0,1 0 0,0 0 0,1 0 0,0-1 0,0 0 0,1 0 0,0 0 0,0-1 0,3 2 0,4 0 0,1 0 0,0-1 0,0-1 0,1 0 0,-1-1 0,1-1 0,1 0 0,-1-1 0,1-1 0,0 0 0,0-1 0,0-1 0,0 0 0,0-1 0,0-1 0,0-1 0,0 0 0,-1-1 0,1-1 0,-1 0 0,1-1 0,-1 0 0,-1-2 0,1 0 0,-1 0 0,0-1 0,-1-1 0,0 0 0,0-1 0,0-1 0,10-7 0,-2-1 0,0-1 0,-1 0 0,-2-2 0,0 0 0,-1-1 0,-1-1 0,-1 0 0,-1-1 0,-1-1 0,-2 0 0,0 0 0,5-24 0,7-189-1287,-22 137-2811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37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38 150 26222,'0'0'2380,"0"0"-1420,0 0-376,0 0-133,0 0-23,0 0-77,-10-2-163,-18-7-126,68 6-2,17 0-13,1500-125 187,-1024 124-234,-500 5-52,-1 2 0,0 1 0,0 1 0,0 2 0,0 2 1,-1 0-1,0 2 0,-1 2 0,-1 0 0,1 3 52,20 15-787,-11-2-1076</inkml:trace>
  <inkml:trace contextRef="#ctx0" brushRef="#br0" timeOffset="612.28">2215 268 27846,'0'0'1690,"0"0"-1206,0 0-383,0 0 52,-25 23 16,-85 77-87,-146 172-16,251-266-66,-1 0 0,1 0 1,0 0-1,1 1 0,0 0 1,0 0-1,0 0 1,1 0-1,0 1 0,0-1 1,1 1-1,0-1 1,0 1-1,1 0 0,0 0 1,0 0-1,1 2 0,2-7 0,0-1 0,0 1 1,1-1-1,-1 0 0,1 0 0,0 1 0,0-1 0,-1-1 0,1 1 0,0 0 0,1-1 1,-1 0-1,0 0 0,0 0 0,0 0 0,1 0 0,-1 0 0,1-1 0,-1 0 0,0 0 1,1 0-1,-1 0 0,1 0 0,-1 0 0,2-2 0,4 3 1,34 1 52,0-1 0,0-3 0,1-1 0,-2-2 0,1-2 0,-1-2 0,0-2 0,23-10-53,-60 18 28,0-1 1,-1 1-1,1-1 0,-1-1 0,0 1 0,0 0 0,0-1 0,-1 0 0,0 0 0,0 0 1,0 0-1,0-1 0,-1 1 0,0-1 0,0 0 0,-1 1 0,1-1 0,-1 0 0,0 0 1,-1 0-1,0 0 0,0 0 0,0 0 0,0 0 0,-1 1 0,0-1 0,0 0 0,-1 0 1,0 0-1,0 1 0,0-1 0,0 1 0,-1 0 0,0 0 0,0-1 0,-1 2 0,1-1 1,-1 0-29,-129-152-1111,100 127-1890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55.94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0 701 30647,'31'-2'568,"833"-88"480,-314 59-545,387 32-503,-540 19-775,-397-20 613,0 0 0,0 0 1,0 1-1,0-1 0,0 0 1,0 0-1,0 0 0,0 1 1,0-1-1,0 0 0,0 0 0,1 1 1,-1-1-1,0 0 0,0 0 1,0 0-1,0 1 0,1-1 162,-31 3-3146,-12-3-6312</inkml:trace>
  <inkml:trace contextRef="#ctx0" brushRef="#br0" timeOffset="424.883">1238 0 31103,'0'0'908,"0"0"-625,-21 19-129,-137 114 160,68-81-313,-2-4 0,-3-3 1,-1-5-1,-67 16-1,-159 69 0,309-119 0,5-4 0,1 0 0,0 0 0,0 1 0,0 0 0,0 1 0,0-1 0,1 1 0,0 0 0,0 1 0,0-1 0,0 1 0,0 1 0,1-1 0,0 1 0,0 0 0,1 0 0,0 0 0,0 1 0,0-1 0,1 1 0,0 0 0,-1 3 0,4-7 0,1 0 0,0 0 0,0-1 0,0 1 0,0 0 0,1-1 0,-1 1 0,1-1 0,0 1 0,-1-1 0,1 0 0,0 0 0,0 0 0,1 0 0,-1 0 0,0 0 0,1-1 0,-1 1 0,1-1 0,-1 0 0,1 1 0,-1-1 0,1 0 0,0-1 0,0 1 0,0 0 0,-1-1 0,1 1 0,2-1 0,4 3 0,72 18 0,1-4 0,0-2 0,56 0 0,-66-7 0,631 46 0,-548-35-312,-126-13-1248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1:57.17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864 280 29726,'0'0'1361,"0"0"-1169,0 0 168,0 0 272,-162 150-240,48-45-288,-29 25-104,-10 8 0,28-20 0,33-31 0,41-30 0,27-17-144,24-18-832,2-13-1201,25-9-11082</inkml:trace>
  <inkml:trace contextRef="#ctx0" brushRef="#br0" timeOffset="431.186">813 572 28398,'0'0'2457,"0"0"-1993,0 0 40,0 0-136,0 0-128,117-39-136,-63 39-72,-1 0-32,-5 12-48,-15 27-536,-13-3-1057,-16-3-8169</inkml:trace>
  <inkml:trace contextRef="#ctx0" brushRef="#br0" timeOffset="739.862">669 880 30214,'0'0'857,"0"0"-601,112-34 184,-38 7-88,9 1-192,-4 4-104,-9 9-56,-10 9-312,-21 4-1056,-19 0-3970</inkml:trace>
  <inkml:trace contextRef="#ctx0" brushRef="#br0" timeOffset="978.129">566 921 27078,'0'0'1432,"0"0"-1072,0 0-232,0 0-48,0 0-32,0 0-48,114-23-280,-108 37-104,-3-1 144,-3-1-88,0-6-1776</inkml:trace>
  <inkml:trace contextRef="#ctx0" brushRef="#br0" timeOffset="1203.163">187 1669 30527,'0'0'816,"0"0"-544,127-49 216,9-14-128,43-26-160,5-6-136,-32 12-40,-49 22-24,-20 2-224,-28 18-768,-11 1-1729</inkml:trace>
  <inkml:trace contextRef="#ctx0" brushRef="#br0" timeOffset="1204.163">1000 1052 30158,'0'0'825,"-33"114"-169,15-37-120,3 12-160,4 0-184,4-5-168,7-13-24,0-13 0,0-27-112,22-27-360,31-49 0,-3-20-696,-6-14-1577</inkml:trace>
  <inkml:trace contextRef="#ctx0" brushRef="#br0" timeOffset="1433.796">1379 365 28382,'0'0'1976,"0"0"-1663,0 0 143,0 0-184,142 32-160,-87-26-104,35-6-8,-11-18-632,-13-10-1625</inkml:trace>
  <inkml:trace contextRef="#ctx0" brushRef="#br0" timeOffset="1682.842">1914 55 28366,'0'0'1488,"0"0"-903,-92 166-25,54-83-288,6-2-168,7-4-104,25-18-320,16-20-961,15-23-1287</inkml:trace>
  <inkml:trace contextRef="#ctx0" brushRef="#br0" timeOffset="2180.285">2194 328 27670,'0'0'1582,"0"0"-718,-23 17-229,-313 216 78,-39 19-725,305-195-27,70-56 38,0-1 0,0 1 0,0-1 0,-1 1 0,1-1 0,0 1 0,0-1 0,0 1 0,0-1 0,0 1 0,0-1 0,0 1 0,0-1 0,0 1-1,1-1 1,-1 1 0,0-1 0,0 1 0,0-1 0,0 1 0,1-1 0,-1 1 0,0-1 0,1 1 0,-1-1 0,0 0 0,1 1 0,-1-1 0,0 1 0,1-1-1,-1 0 1,1 0 0,-1 1 0,1-1 0,-1 0 0,1 0 0,-1 1 0,1-1 0,-1 0 0,1 0 0,-1 0 0,1 0 0,-1 0 0,1 0 0,-1 0 0,1 0-1,-1 0 1,1 0 0,-1 0 0,1 0 0,-1 0 0,1 0 0,-1 0 0,1-1 0,-1 1 0,1 0 0,-1 0 0,1 0 0,-1-1 0,0 1 0,1 0 0,-1-1-1,1 1 1,-1 0 0,0-1 0,1 1 0,-1-1 0,0 1 1,3-1-4,41-7-86,-1-3 0,0-1 0,-1-2 0,-1-2 0,0-2 0,2-3 90,45-18-290,49-6-64,-131 51 381,-47 73 387,33-68-363,-81 106 308,5 3 1,6 4-1,-40 88-359,64-50 92,69-176-44,20-50-51,4 1 0,2 3 0,2 1 0,3 2 1,3 3-1,2 1 0,2 3 0,33-23 3,-76 64-3,1 1 0,1 0-1,-1 1 1,1 1 0,1-1-1,-1 2 1,1 0 0,0 0 0,0 1-1,0 1 1,1 0 0,-1 1-1,1 0 1,-1 1 0,5 1 3,-15 1 1,1 0 1,-1 0-1,1 0 0,-1 1 1,1-1-1,-1 1 0,0 0 1,1 0-1,-1 0 0,0 0 1,0 0-1,-1 1 0,1-1 1,0 1-1,-1 0 0,0 0 1,1 0-1,-1 0 1,-1 0-1,1 1 0,0-1 1,-1 0-1,1 1 0,-1 0 1,0-1-1,0 1 0,-1-1 1,1 1-1,-1 0 0,0 0 1,0 0-2,-3 123 70,-4-95-59,-1 0 0,-2-1 0,-1 0 0,-2 0-1,0-2 1,-2 1 0,-2-2 0,0 0 0,-2-1 0,-19 21-11,30-36 1,0-1-1,0 0 1,-1 0 0,-1-1-1,0 0 1,0-1-1,-1 0 1,0-1 0,-1 0-1,1 0 1,-2-2-1,1 1 1,-1-1-1,0-1 1,0-1 0,0 0-1,-1 0 1,-10 1-1,20-5-6,1-1 1,-1 1-1,0-1 1,0 1 0,0-1-1,1 0 1,-1-1-1,0 1 1,1-1-1,-1 1 1,1-1-1,0 0 1,0 0-1,-1-1 1,1 1-1,1 0 1,-1-1 0,0 0-1,1 0 1,-1 0-1,1 0 1,0 0-1,0 0 1,0-1-1,0 1 1,1-1-1,-1 1 1,1-1-1,0 0 1,0 1 0,0-1-1,1 0 1,-1 0-1,1 0 6,8-137-304,-3 126 238,0 0 0,1 1 0,1 0-1,0 0 1,1 0 0,0 1 0,1 1-1,1-1 1,0 1 0,1 1 0,0 0-1,0 0 1,1 1 0,1 1-1,0 0 1,1 0 66,-12 8 7,-1-1-1,1 1 1,-1 0-1,1 0 1,-1 0-1,1 0 1,0 0 0,0 1-1,-1-1 1,1 0-1,0 1 1,0-1-1,0 1 1,0 0-1,0-1 1,0 1-1,0 0 1,0 0 0,-1 1-1,1-1 1,0 0-1,0 1 1,0-1-1,0 1 1,0-1-1,-1 1 1,1 0-1,0 0 1,0 0 0,-1 0-1,1 0 1,-1 0-1,1 0 1,-1 0-1,1 1 1,-1-1-1,0 1 1,0-1-1,1 1 1,-1-1 0,0 1-1,-1 0 1,1-1-1,0 1-6,1 13 58,-1 0 1,-1 0-1,0 0 0,-1 0 0,0 0 0,-2-1 1,1 1-1,-2 0 0,0-1 0,-1 0 0,0 0 0,-1 0 1,-1-1-1,0 0 0,-2 2-58,-19 47 41,29-63-43,-1 1-1,1-1 1,0 1 0,0 0 0,-1-1 0,1 1-1,0 0 1,0 0 0,0-1 0,-1 1 0,1 0-1,0 0 1,0 0 0,0 0 0,0 0 0,0 0-1,-1 0 1,1 0 0,0 1 0,0-1 0,0 0-1,-1 0 1,1 1 0,0-1 0,0 1-1,-1-1 1,1 0 0,0 1 0,0 0 0,-1-1-1,1 1 1,-1-1 0,1 1 0,-1 0 0,1-1-1,-1 1 1,1 0 0,-1-1 0,1 1 0,-1 0-1,0 0 1,1 0 0,-1-1 0,0 1 0,0 0-1,0 0 1,0 0 0,1-1 0,-1 1 0,0 0-1,-1 0 1,1 0 0,0 0 0,0 0 0,0-1-1,0 1 1,-1 0 0,1 0 0,0 0 0,-1-1-1,1 1 1,0 0 0,-1-1 0,1 1 0,-1 0-1,1-1 1,-1 1 0,0 0 0,0 0 2,67-33-687,-63 31 590,54-32-1612</inkml:trace>
  <inkml:trace contextRef="#ctx0" brushRef="#br0" timeOffset="2539.714">3051 0 30070,'0'0'913,"0"0"-601,0 0 88,0 0 0,0 0-120,0 0-192,108 124-88,-113-53-224,-19-7-496,-9-9-2257</inkml:trace>
  <inkml:trace contextRef="#ctx0" brushRef="#br0" timeOffset="3048.111">2694 507 30206,'0'0'731,"19"-6"-473,383-138 422,-309 131-674,-92 13-7,0 1-1,0-1 1,0 0-1,0 1 1,0-1-1,0 0 1,0 1-1,0 0 0,0-1 1,0 1-1,0-1 1,-1 1-1,1 0 1,0 0-1,0 0 1,-1-1-1,1 1 0,0 0 1,-1 0-1,1 0 1,-1 0-1,1 0 1,-1 0-1,0 0 0,1 0 1,-1 0-1,0 0 1,0 0-1,1 0 1,-1 1-1,0-1 1,0 0-1,0 0 0,0 0 1,-1 0-1,1 0 1,0 0-1,0 0 1,-1 0-1,1 0 0,-1 0 1,1 0-1,-1 0 1,1 0-1,-1 0 1,1 0-1,-2 1 2,-5 14-1,-2 1 0,0-1 1,0-1-1,-2 0 0,0 0 0,0-1 0,-1 0 0,-1-1 0,-1-1 1,-2 2 0,-10 11-1,-230 218 45,221-190-34,38-51-13,1 0 0,-1 0 0,1 0 0,-1-1-1,1 0 1,0 0 0,-1 0 0,1 0-1,0-1 1,0 1 0,0-1 0,0 0 0,-1 0-1,1 0 1,0-1 0,0 0 0,0 1-1,0-1 1,2-1 3,230-86-209,-234 87 211,-1 1 0,1 0 1,-1 0-1,1 0 0,0 0 1,-1 1-1,1-1 0,-1 0 0,1 1 1,-1-1-1,1 1 0,-1-1 1,1 1-1,-1 0 0,1-1 1,-1 1-1,0 0 0,1 0 1,-1 0-1,0 0 0,0 0 0,0 1 1,0-1-1,0 0 0,0 0 1,0 1-1,0-1 0,0 1 1,-1-1-1,1 0 0,-1 1 1,1-1-1,-1 1 0,1 0 0,-1-1 1,0 1-1,0-1 0,0 1 1,0 0-1,0-1 0,0 1 1,0-1-1,0 1 0,-1-1 0,1 1 1,-1 0-1,1-1 0,-1 1 1,1-1-1,-1 0 0,0 1-2,0 15 29,-54 253 86,15 97-112,37-357-3,-1-1 0,0 1-1,0-1 1,-1 0 0,0 0 0,0 0 0,-1-1 0,0 0 0,-1 0-1,0 0 1,0-1 0,-1 0 0,0-1 0,0 1 0,0-1 0,-1-1-1,0 0 1,0 0 0,0-1 0,0 0 0,-1 0 0,0-1 0,0 0-1,0-1 1,0 0 0,0-1 0,0 0 0,-1-1 0,-8 4 53,0-1 0,0-1 1,0 0-1,0-2 0,0 0 0,0-1 1,0-1-1,1-1 0,-1-1 0,0 0 0,1-2 1,0 0-1,-14-7-53,28 9 6,0 0 0,0 0 0,0-1 0,1 0 0,0 1 0,0-1 0,0-1 0,1 1 0,-1 0-1,1-1 1,0 1 0,1-1 0,0 1 0,0-1 0,0 0 0,0 0 0,1 0 0,0 1 0,0-1 0,0 0 0,1 0 0,0 0 0,0 1 0,1-1 0,-1 1 0,1-1 0,0 1 0,1-1 0,0 1-1,-1 0 1,1 0 0,1 0 0,-1 1 0,1-1 0,0 1 0,0 0 0,0 0 0,1 0 0,2-2-6,42-42-91,2 3 0,2 1 0,3 3 0,42-23 91,-63 40-164,108-69-1344,-12 11-2001</inkml:trace>
  <inkml:trace contextRef="#ctx0" brushRef="#br0" timeOffset="3328.368">3299 624 30543,'0'0'776,"0"0"-192,0 0 0,0 0-304,0 0-280,158-26 0,-70 18 0,6 2 0,-2 2 0,20-10 0,-22 3-1048,-25-1-1281</inkml:trace>
  <inkml:trace contextRef="#ctx0" brushRef="#br0" timeOffset="3686.279">3834 428 23941,'-15'27'5539,"-209"392"-2915,-56 160-2402,269-548-1585,34-62 758,286-399-1622,-301 420 2292,0 1 0,0 0-1,1 0 1,0 0 0,1 1-1,-1 0 1,2 1 0,-1 0-1,1 1 1,10-5-65,-20 11 30,0 0-1,0 0 1,1-1-1,-1 1 1,0 0 0,0 0-1,0 0 1,0 0-1,0 0 1,0 1-1,0-1 1,0 0-1,0 0 1,0 1 0,0-1-1,0 1 1,0-1-1,0 1 1,0-1-1,0 1 1,0-1 0,0 1-1,0 0 1,0 0-1,-1-1 1,1 1-1,0 0 1,-1 0-1,1 0 1,0 0 0,-1 0-1,1 0 1,-1 0-1,0 0 1,1 0-1,-1 0 1,0 0-1,0 0 1,1 0 0,-1 0-1,0 0 1,0 0-1,0 0 1,0 1-1,0-1 1,-1 0 0,1 0-1,0 1-29,2 43 444,-2-1 0,-1 1 1,-3-1-1,-8 42-444,-6 120 394,17-202-392,1 0 0,-1 0 0,1 0-1,0 0 1,1 0 0,-1 0 0,1 1 0,0-1-1,0 0 1,0 0 0,0-1 0,1 1 0,-1 0-1,1 0 1,0-1 0,0 1 0,1-1 0,-1 1-1,1-1 1,-1 0 0,1 0 0,0 0 0,0 0 0,0-1-1,1 1 1,-1-1 0,1 0 0,-1 0 0,1 0-1,0-1 1,0 1 0,0-1 0,0 0 0,0 0-1,0 0 1,0 0 0,4-1-2,0 1 0,1-1 1,-1 0-1,1-1 1,-1 0-1,1-1 0,-1 1 1,0-2-1,1 1 0,-1-1 1,0 0-1,-1-1 1,1 0-1,-1 0 0,1-1 1,-1 1-1,0-2 1,-1 1-1,0-1 0,1 0 1,-1-1-1,107-145-51,-54 41-479,-5-3-1,-5-2 1,-5-2-1,-5-1 1,2-30 530,-15 47-2870</inkml:trace>
  <inkml:trace contextRef="#ctx0" brushRef="#br0" timeOffset="3967.749">4439 282 25429,'0'0'0</inkml:trace>
  <inkml:trace contextRef="#ctx0" brushRef="#br0" timeOffset="4191.163">5002 113 30783,'0'0'800,"0"0"-632,0 0-80,0 0 152,0 0-88,27 100-104,-27-56-48,-14 3-120,-14-4-256,-12-7-664,10-10-809,8-15-2584</inkml:trace>
  <inkml:trace contextRef="#ctx0" brushRef="#br0" timeOffset="4387.091">4901 332 29470,'0'0'702,"0"0"-225,-17 23 77,-189 266 398,-160 184-680,341-440-268,25-33-11,1 0 0,-1 0 0,0 1-1,1-1 1,-1 0 0,0 0 0,1 0 0,-1 1 0,0-1 0,1 0-1,-1 0 1,0 1 0,0-1 0,1 0 0,-1 1 0,0-1 0,0 0 0,0 1 7,3-3-28,243-221-2734,-155 136 135</inkml:trace>
  <inkml:trace contextRef="#ctx0" brushRef="#br0" timeOffset="4740.47">5099 412 28254,'0'0'1415,"0"0"-631,0 0-257,0 0-182,0 0-155,15 22-117,42 72-73,-56-90-12,0 1-1,-1-1 1,1 0 0,-1 1-1,0-1 1,-1 1 0,1-1-1,-1 1 1,1-1-1,-1 0 1,-1 0 0,1 1-1,0-1 1,-1 0 0,0 0-1,0 0 1,0 0 0,-1-1-1,1 1 1,-1 0 0,0-1-1,0 0 1,0 0-1,0 0 1,-1 0 0,0 0 12,-4 6-88,-10 9-47,0 0 1,-1-2-1,-1 0 1,0-1-1,-1-1 1,-1-1-1,0-1 1,-1 0-1,0-2 1,-1-1-1,0-1 1,-18 4 134,33-16 1348,25-10-966,29-14-184,64-4 168,-108 32-367,1 1 1,-1 0 0,0-1-1,0 1 1,1 0-1,-1 0 1,0 0 0,0 0-1,0 0 1,0 0-1,0 0 1,0 0-1,0 0 1,0 0 0,-1 1-1,1-1 1,0 0-1,-1 1 1,1-1 0,-1 0-1,1 1 1,-1-1-1,0 1 1,1-1 0,-1 0-1,0 1 1,0-1-1,0 1 1,0-1-1,0 1 1,-1-1 0,1 1-1,0-1 1,-1 0-1,1 1 1,-1-1 0,1 0-1,-1 1 1,0-1-1,1 0 1,-1 0 0,0 1-1,-6 15-2,0 0-1,-1 0 0,-1-1 1,-1 0-1,0 0 0,-1-1 1,0-1-1,-2 0 0,-1 2 4,-13 15-12,-257 315-43,249-286 398,36-59-329,1 0-1,-1 0 0,1 1 1,0-1-1,-1 0 0,1-1 1,0 1-1,0 0 0,0 0 1,0-1-1,0 1 0,0-1 1,0 0-1,0 0 0,0 1 1,0-1-1,0 0 0,0-1 1,0 1-1,0 0 0,0-1 1,0 1-1,0-1 0,0 1 1,-1-1-1,1 0 0,0 0 1,0 0-1,0 0 0,-1 0 1,1 0-14,29-15 10,-1 0 1,0-2-1,-1-2 1,-2 0-1,0-2 1,-1-1-1,2-4-10,56-45-109,-53 65 85,-31 47 42,-44 245 156,43-284-174,1 1 0,0-1 1,0 0-1,-1 0 0,1 0 1,0 1-1,0-1 1,0 0-1,1 0 0,-1 0 1,0 1-1,0-1 0,1 0 1,-1 0-1,1 0 0,-1 0 1,1 0-1,-1 0 1,1 1-1,0-1 0,-1 0 1,1-1-1,0 1 0,0 0 1,0 0-1,0 0 0,0 0 1,0-1-1,0 1 0,0 0 1,0-1-1,0 1 1,0-1-1,0 1 0,0-1 1,0 0-1,1 1 0,-1-1 1,0 0-1,0 0 0,0 0 1,1 0-1,-1 0 1,0 0-1,0 0 0,1 0 1,-1-1-1,0 1 0,0 0 1,0-1-1,0 1 0,0-1 1,1 1-1,-1-1 1,0 1-1,0-1 0,0 0 1,0 0-1,0 0 0,9-9-31,0-1-1,-2 0 1,1 0 0,-1-1 0,-1 0-1,0-1 1,0 1 0,-2-1 0,1 0-1,0-8 32,3 0-130,94-297-4321,-73 213-1645</inkml:trace>
  <inkml:trace contextRef="#ctx0" brushRef="#br0" timeOffset="5036.276">5406 345 23213,'0'0'5593,"0"0"-5249,0 0-32,0 0 136,140 34-448,-96-30-448,-3-4-4169</inkml:trace>
  <inkml:trace contextRef="#ctx0" brushRef="#br0" timeOffset="5037.276">5686 154 28070,'0'0'2489,"0"0"-2017,-92 148 112,42-57-8,6-2-384,-9 25-192,14-21-632,19-36-2081</inkml:trace>
  <inkml:trace contextRef="#ctx0" brushRef="#br0" timeOffset="5526.737">5769 545 26166,'0'0'1592,"0"0"-997,24-9-253,74-24 29,-48 25-122,-44 22-93,-51 31 33,-184 93 1,-57 43-84,283-180-106,0 2-4,-1-1 1,0 1 0,1 0 0,-1 0 0,1 0-1,0 0 1,0 0 0,0 1 0,0-1-1,1 1 1,-1 0 0,1 0 0,0 0 0,0 0-1,0 0 1,1 0 0,0 1 0,0-1-1,-1 3 4,64 38-708,-60-25 1003,-2 1 0,0-1 0,-1 1 0,-1-1-1,-1 1 1,-1-1 0,-1 0 0,-1-1 0,0 1 0,-6 11-295,-9 33 275,0 6-161,5-23-149,2 0-1,2 2 0,3-1 0,1 1 1,1 26 35,19-73-367,92-165 292,-66 94 68,-10 19-60,3 1 0,1 1-1,3 1 1,1 3-1,26-25 68,-56 63 3,-1 1 0,1-1 1,0 1-1,0 1 0,0-1 0,1 1 0,-1 0 1,1 0-1,0 1 0,1 0 0,-1 0 0,0 1 0,1 0 1,-1 0-1,1 1 0,0 0 0,-1 0 0,8 1-3,-10 2 10,-1 1 0,1-1 0,-1 1 0,0 1 0,0-1 0,0 0 0,0 1 0,-1 0-1,1 0 1,-1 0 0,0 0 0,-1 1 0,1-1 0,-1 1 0,1 0 0,-1-1 0,-1 1-1,1 0 1,-1 0 0,0 0 0,0 1 0,0-1 0,-1 0 0,1 0 0,-1 0 0,-1 1-1,1-1 1,-1 0 0,0 0 0,0 0 0,-1 1-10,2 6 13,-1 10-43,-2 0-1,0-1 0,-1 1 1,-2-1-1,0 0 0,-1 0 1,-1-1-1,-1 0 0,-1-1 1,0 0-1,-2 0 0,0-1 1,-1 0-1,-1-1 0,-12 12 31,20-22-267,0-1 0,0 1 0,-1-1 0,0 0 1,0 0-1,0-1 0,-1 0 0,1-1 0,-1 1 0,0-1 0,-1-1 0,1 1 0,-1-2 0,1 1 0,-1-1 0,-3 0 267,-16 0-3689</inkml:trace>
  <inkml:trace contextRef="#ctx0" brushRef="#br0" timeOffset="5818.252">5566 1432 18156,'0'0'3777,"0"0"-3521,0 0-256,129-63-5946</inkml:trace>
  <inkml:trace contextRef="#ctx0" brushRef="#br0" timeOffset="5819.252">5647 1592 5321,'0'0'15043,"0"0"-11466,0 0 352,-99 118-1793,97-98-967,2-8-457,22-8 168,13-4-880,2 0 0,0-16 0,9-9 0,-11 3 0,-8 0-1072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25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 25277,'0'0'4201,"0"0"-3008,0 0-865,0 0-32,0 0-8,0 0-56,-9 41-128,-2-19 104,-11 7-40,-9 7-96,-12 3-48,-36 16-24,9-9-400,-3-7-1433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2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26574,'0'0'3280,"0"0"-2093,0 0-668,0 0 27,0 0-133,-9 9-165,-22 102-248,5 0 0,5 1 0,-4 87 0,-5 25 0,65-271-920,-9 8-2145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29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0 28574,'0'0'1934,"0"0"-1306,0 0-223,0 0 116,0 0-185,0 0-72,-4 22-170,-27 136-83,23-97-11,-3-1 0,-3-1 0,-2 0 0,-3-1 0,-7 12 0,-5 35-121,34-86-692,12-11-942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2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31359,'0'0'570,"0"0"-279,0 0 16,-4 20-103,-23 131-168,-1-42-297,-4-1-1,-4-2 1,-21 34 261,57-139-3313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31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12 26798,'0'0'3451,"0"0"-2548,0 0-723,0 0 72,0 0-13,0 0 56,-1 9 27,0-4-311,0 0 0,0 0 0,0-1 0,-1 1 0,1 0 0,-1-1 0,0 1-1,-1-1 1,1 0 0,-1 0 0,1 0 0,-1 0 0,-1 0 0,1 0 0,0-1 0,-1 0-1,0 0 1,0 0 0,0 0 0,0 0 0,0-1 0,0 1 0,-1-1 0,1-1 0,-1 1-1,0 0 1,1-1 0,-1 0 0,0 0 0,-1-1-11,5 1 0,0-1 0,0 0 0,0 0 0,0 0 0,0 0 0,0 0 0,0 0 0,0-1 0,0 1 0,0 0 0,0 0 0,0-1 0,0 1 0,0-1 0,0 1 0,1-1 0,-1 1 0,0-1 0,0 1 0,0-1 0,1 0 0,-1 1 0,0-1 0,1 0 0,-1 0 0,0 0 0,1 1 0,-1-1 0,1 0 0,0 0 0,-1 0 0,1 0 0,0 0 0,-1 0 0,1 0 0,0 0 0,0 0 0,0 0 0,0 0 0,0 0 0,0 0 0,0 0 0,0 0 0,0 0 0,0 0 0,1 0 0,-1 0 0,0 0 0,1 0 0,-1-8 0,0 5 0,0 1 0,1 0 0,-1-1 0,1 1 0,-1 0 0,1 0 0,0 0 0,0-1 0,1 1 0,-1 0 0,1 0 0,-1 0 0,1 1 0,0-1 0,0 0 0,0 1 0,0-1 0,1 1 0,-1 0 0,1 0 0,-1 0 0,1 0 0,0 0 0,0 0 0,0 1 0,0-1 0,0 1 0,0 0 0,0 0 0,1 0 0,-1 0 0,0 1 0,0-1 0,1 1 0,-1 0 0,0 0 0,1 0 0,-1 0 0,0 1 0,1-1 0,-2 2 0,0-1 0,0 1 0,0-1 0,0 1 0,0 0 0,0 0 0,-1 0 0,1 0 0,-1 0 0,1 0 0,-1 0 0,0 0 0,0 0 0,0 1 0,0-1 0,0 1 0,-1-1 0,1 0 0,-1 1 0,1-1 0,-1 1 0,0-1 0,0 1 0,0-1 0,0 1 0,-1-1 0,1 1 0,-1-1 0,1 1 0,-1-1 0,0 1 0,0-1 0,0 0 0,0 0 0,0 1 0,-1-1 0,1 0 0,-1 0 0,1 0 0,-2 1 0,-16 7 30,52-46-2371,-29 31 1481,28-29-9932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31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351 185 28598,'0'0'1696,"0"0"-1085,0 0-260,0 0-22,0 0-134,0-18-110,2-95 52,-5 109-122,1 0 1,0 1 0,-1-1 0,0 1 0,0-1 0,0 1 0,-1 0 0,1 0 0,-1 0 0,1 1 0,-1-1 0,0 1-1,0 0 1,0 0 0,0 0 0,0 1 0,-1-1 0,1 1 0,0 0 0,-1 0 0,1 1 0,-1-1 0,1 1 0,-1 0-1,1 0 1,-1 1 0,1-1 0,0 1 0,-1 0 0,1 0 0,0 1 0,-3 0-16,-7 4 4,1 0-1,0 1 1,1 0 0,-1 1-1,1 1 1,1 0 0,0 0-1,0 1 1,1 0 0,0 1-1,1 1 1,0-1 0,1 1-1,0 1 1,1-1 0,0 1 0,1 0-1,1 1 1,0 0 0,0 0-1,2 0 1,0 0 0,0 0-1,1 1 1,1 0-4,-3 11 2,0 0 0,2 0 0,0 1 0,2-1 0,1 1 0,3 11-2,-2-33 1,-1 0 1,1-1-1,1 1 1,-1-1-1,1 1 1,-1-1-1,1 0 0,1 0 1,-1 0-1,0 0 1,1-1-1,0 1 1,0-1-1,0 0 0,0 0 1,0-1-1,1 1 1,-1-1-1,1 0 0,0 0 1,0 0-1,-1-1 1,1 1-1,0-1 1,0-1-1,0 1 0,0-1 1,1 1-1,-1-2 1,0 1-1,0 0 1,0-1-1,0 0 0,0 0 1,0-1-1,0 1 1,-1-1-1,1 0 1,0 0-1,-1-1 0,0 1 1,1-1-1,2-3-1,16-10 7,-1-2 0,-1-1 0,-1 0 0,-1-1 0,0-2 0,-2 0 0,0 0 0,-2-2 0,0 0 0,-2 0 0,0-2 0,-2 1 0,7-24-7,29-67-963,-34 105-587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3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30190,'0'0'793,"0"0"-553,0 0 152,0 0 16,-52 100-192,30-47 32,-7 12 32,-1 8-280,-3 6 0,0 2 0,4-4 0,3-6 0,6-8 0,14-7 0,3-17 0,3-15-1232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33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30471,'0'0'933,"0"0"-510,0 0 108,-11 18-182,-94 209-289,70-128-60,5 1 0,5 2 0,4 1 0,3 6 0,16-77 0,2-33-6,1 1-1,-1 0 1,1-1 0,-1 1 0,1 0-1,-1 0 1,1 0 0,-1-1-1,1 1 1,0 0 0,-1 0 0,1 0-1,-1 0 1,1 0 0,0 0 0,-1 0-1,1 0 1,-1 0 0,1 0-1,0 1 1,-1-1 0,1 0 0,-1 0-1,1 0 1,-1 1 0,1-1-1,-1 0 1,1 1 0,-1-1 0,1 0-1,-1 1 1,1-1 0,-1 1-1,1-1 1,-1 1 0,0-1 0,1 1-1,-1-1 1,0 1 0,0-1-1,1 1 1,-1-1 0,0 1 0,0-1-1,0 1 1,1 0 0,-1-1 0,0 1-1,0-1 1,0 1 0,0 0-1,0-1 1,0 1 0,-1-1 0,1 1-1,0 0 1,0-1 0,0 1-1,0-1 1,-1 1 0,1-1 0,0 1-1,-1-1 1,1 1 0,0-1-1,-1 1 1,1-1 0,-1 1 0,1-1 6,17-8-2168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3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30583,'0'0'1192,"0"0"-1048,0 0 496,-66 122-432,38-41-208,-7 36 0,-7 35 0,0 13 0,14-9 0,12-45 0,8-48-152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33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362 285 8834,'0'0'18325,"0"0"-14267,0 0-3744,-2-18 128,-3-58-59,17-91 28,-14 164-411,0 1 0,0 0 0,0 0 0,-1 1 0,1-1 0,-1 0 0,1 1 0,-1-1 0,0 1 0,1 0 0,-1 0 0,0 0 0,0 0 0,0 1 0,0-1 0,0 1 0,1 0 0,-1-1 0,0 1 0,0 1 0,0-1 0,0 0 0,0 1 0,0-1 0,0 1 0,-1 1 0,4-2 0,-18 5 0,1 1 0,1 0 0,-1 2 0,1 0 0,0 1 0,1 0 0,0 2 0,1-1 0,0 2 0,0 0 0,2 0 0,-1 2 0,2-1 0,-1 1 0,2 1 0,0 0 0,-5 11 0,10-16 0,0-1 0,0 2 0,1-1 0,0 0 0,0 1 0,1-1 0,1 1 0,0 0 0,1 0 0,0 0 0,0 0 0,1-7 0,0 0 0,0-1 0,1 1 0,-1-1 0,1 1 0,0-1 0,0 1 0,0-1 0,0 1 0,0-1 0,1 0 0,0 0 0,0 1 0,0-1 0,0-1 0,0 1 0,0 0 0,1 0 0,-1-1 0,1 1 0,0-1 0,0 0 0,0 0 0,0 0 0,0 0 0,0-1 0,0 1 0,1-1 0,-1 0 0,1 0 0,-1 0 0,1 0 0,-1-1 0,3 1 0,19-1-76,0-1 0,0-1 1,0-2-1,0 0 0,-1-2 0,0 0 0,0-2 0,-1 0 0,0-2 1,0 0-1,-1-2 0,0-1 0,-1 0 0,3-4 76,42-20-1597,5-3-3226</inkml:trace>
  <inkml:trace contextRef="#ctx0" brushRef="#br0" timeOffset="336.326">1269 204 30190,'0'0'957,"0"0"-628,0 0-25,0 0 68,0-21-184,-6-65-120,5 82-63,-1 0-1,1 0 1,-1 0 0,0 0-1,0 0 1,0 0 0,-1 1-1,1 0 1,-1-1-1,0 1 1,1 0 0,-2 0-1,1 0 1,0 1-1,0-1 1,-1 1 0,0-1-1,1 1 1,-1 1-1,0-1 1,0 0 0,0 1-1,0 0 1,0 0-1,-1 0 1,1 0 0,0 1-1,0-1 1,0 1 0,-1 0-1,1 1 1,0-1-1,0 1 1,-1 0 0,-2 1-5,-3-2-3,-6 3 2,0 0 0,0 2-1,1 0 1,0 0 0,0 1 0,0 1 0,0 1-1,1 0 1,0 1 0,1 0 0,0 1 0,1 1-1,0 0 1,0 0 0,1 1 0,1 1 0,0 0-1,1 0 1,0 1 0,1 0 0,0 1 0,1-1-1,1 2 1,1-1 0,0 0 0,1 1 0,0 0-1,1 0 1,1 5 1,0-15 0,0 0 1,1-1-1,-1 1 0,1 0 0,1 1 1,-1-1-1,1 0 0,0 0 0,1 0 0,-1 0 1,1 0-1,0 0 0,1 0 0,0 0 0,0-1 1,0 1-1,0 0 0,1-1 0,0 1 0,0-1 1,0 0-1,1 0 0,0 0 0,0-1 1,0 1-1,0-1 0,1 0 0,0 0 0,0-1 1,0 1-1,0-1 0,1 0 0,6 1 11,0-1 1,1 0-1,-1-1 1,1-1-1,-1 0 1,1 0-1,-1-2 1,1 1-1,-1-1 1,1-1-1,-1 0 1,0-1 0,0-1-1,0 0 1,0 0-1,0-1 1,-1 0-1,0-1 1,0-1-1,-1 1 1,7-7-12,20-15-3,-1-2 0,-1-2 0,-2-1 1,-1-2-1,2-6 3,57-65-1339,-70 83-1739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9:16.43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5620 5829 30559,'0'0'594,"0"0"-311,0 19 82,14 241 601,-12-138-966,-6 0 0,-5 0 0,-12 45 0,15-135-9,-1 6 29,14-64-231,10-24-1120,1-4-1523</inkml:trace>
  <inkml:trace contextRef="#ctx0" brushRef="#br0" timeOffset="284.056">5922 5667 30687,'0'0'657,"0"0"-357,0 0 7,21-1 40,124-3-117,-131 5-218,-1 1-1,1 1 1,0 0 0,-1 0-1,0 2 1,0 0-1,0 0 1,-1 1 0,0 0-1,0 1 1,0 1-1,-1 0 1,3 2-12,-11-5 5,0 0 0,0 0-1,-1 0 1,0 1 0,0-1 0,0 1-1,0-1 1,-1 1 0,0-1 0,0 1 0,-1 0-1,0 0 1,1-1 0,-2 1 0,1 0 0,-1 0-1,-1 4-4,1 17 7,-23 650-7,24-391-431,0-269-1402</inkml:trace>
  <inkml:trace contextRef="#ctx0" brushRef="#br0" timeOffset="517.055">5756 6952 32191,'0'0'576,"0"0"-576,0 0 0,149-20 0,-81 8 0,6 0 0,27 2 0,-20 4-424,-2-3-5145</inkml:trace>
  <inkml:trace contextRef="#ctx0" brushRef="#br0" timeOffset="847.698">7183 5882 26126,'0'0'4801,"0"0"-4473,0 0-144,0 0 192,13 111-88,-13-68-200,0 20-88,0-9-456,-11-7-1529</inkml:trace>
  <inkml:trace contextRef="#ctx0" brushRef="#br0" timeOffset="1056.854">6711 6401 29918,'0'0'1289,"0"0"-913,0 0-108,27 0 211,179-8-55,34-15-411,-239 22-13,1 1 0,-1-1 0,0 1 0,1 0 0,-1 0 0,1 0 0,-1 0 0,1 0 0,-1 0 0,0 0 0,1 0 0,-1 1 0,1-1 0,-1 0 0,0 1 0,1-1 0,-1 1 0,0 0 0,0-1 0,0 1 0,1 0 0,-1 0 0,0 0 0,0 0 0,0 0 0,0 0 0,0 0 0,0 0 0,0 0 0,-1 0 0,1 0 0,0 1 0,-1-1 0,1 0 0,-1 1 0,1-1 0,-1 0 0,0 1 0,1-1 0,-1 1 0,0-1 0,0 0 0,0 1 0,0-1 0,0 1 0,0-1 0,0 0 0,-1 1 0,1-1 0,-1 1 0,1-1 0,-1 0 0,1 0 0,-1 2 0,-5 9 0,-1 0 0,0 0 0,-1-1 0,0 1 0,-1-2 0,0 1 0,-1-1 0,0-1 0,0 0 0,-1 0 0,-6 3 0,0 2 0,-79 63-483,-4-5 0,-3-3-1,-53 22 484,100-68-1639,51-23-425</inkml:trace>
  <inkml:trace contextRef="#ctx0" brushRef="#br0" timeOffset="1327.009">6972 6744 26062,'0'0'3600,"0"0"-2639,22 101-273,-18-40 0,-1 10-128,-3 10-352,0 2-208,2-2 0,0-12 0,2-20 0,1-19 0,1-24 0,5-6 0,9-34-152,28-55-456,-2 8-720,0-1-1673</inkml:trace>
  <inkml:trace contextRef="#ctx0" brushRef="#br0" timeOffset="1578.991">7496 6658 28414,'0'0'1370,"-19"6"-798,-126 49 381,130-47-852,0-2-43,1 1 1,-1 0-1,1 1 1,1 1-1,0 0 1,0 1 0,1 0-1,0 1 1,0 0-1,2 1 1,-1 0-1,1 1 1,0 1-59,9-11 8,0-1 1,0 1-1,0-1 0,0 1 1,1-1-1,-1 1 0,1-1 1,-1 1-1,1 0 0,0-1 1,0 1-1,0-1 1,1 1-1,-1 0 0,1-1 1,-1 1-1,1-1 0,0 1 1,0-1-1,0 1 0,0-1 1,0 0-1,1 1 1,-1-1-1,1 0 0,-1 0 1,1 0-1,0 0 0,0 0 1,0-1-1,0 1 0,0 0 1,0-1-1,0 0 1,1 1-1,-1-1 0,0 0 1,1 0-1,-1 0 0,1-1 1,-1 1-1,1 0 0,1-1-8,119 15 6,-104-15-346,-1-1-1,1 0 0,-1-1 0,1-2 1,-1 0-1,0 0 0,0-2 0,0 0 1,-1-1-1,6-4 341,36-22-7076</inkml:trace>
  <inkml:trace contextRef="#ctx0" brushRef="#br0" timeOffset="1836.289">7847 6210 30174,'0'0'1377,"-18"120"-825,12-37-144,3 27-152,3 19-256,0 15 0,-4 0 0,-5-30 0,-4-31 0,0-32 0,2-15 0,0-11-208,0-25-528,0 0-512,9-21-3441</inkml:trace>
  <inkml:trace contextRef="#ctx0" brushRef="#br0" timeOffset="2083.309">7853 6620 30302,'0'0'1353,"0"0"-905,127 28 96,-65-7-424,4-1-120,-3 0 0,-8 2 0,0 3 0,-18-3-216,-13-6-2305</inkml:trace>
  <inkml:trace contextRef="#ctx0" brushRef="#br0" timeOffset="-634.425">4432 6218 30455,'0'0'848,"0"0"-240,0 0-88,155 128-184,-82-85-336,6 3 0,-1-1 0,-1-2 0,-11-1 0,-18-7 0,-8-7 0,-18-8 0,-12-12 0,-3-16 0,-7-22-512,0-7-2065</inkml:trace>
  <inkml:trace contextRef="#ctx0" brushRef="#br0" timeOffset="-335.798">4956 6145 29478,'0'0'1601,"0"0"-1273,0 0 160,-90 128-24,57-75-296,-4 8-112,-5 4-56,7 6-16,-7 12-480,11-16-792,12-21-5034</inkml:trace>
  <inkml:trace contextRef="#ctx0" brushRef="#br0" timeOffset="-2254.901">2172 5569 20916,'0'0'7106,"0"0"-4715,0 0-1807,0 0-130,0 0 24,-7 8 91,66-8-300,177-52-269,-119 39 0,1 5 0,84 6 0,-199 2 0,70 4-2071,-72-4-1155</inkml:trace>
  <inkml:trace contextRef="#ctx0" brushRef="#br0" timeOffset="-1839.831">2316 5590 29350,'0'0'812,"-4"21"-177,-52 337 1182,9-79-1657,-35 294-167,74-300 7,18-268 0,141-33 0,363 23-103,-446-8-934,-11-6-2200</inkml:trace>
  <inkml:trace contextRef="#ctx0" brushRef="#br0" timeOffset="-1219.4">3070 6086 9202,'0'0'17357,"0"0"-12947,0 0-3662,0 0-115,13-1-276,-4 1-353,0 0 1,1 1-1,-1 0 0,1 0 0,-1 1 1,0 0-1,0 1 0,0 0 1,0 0-1,0 1 0,-1 1 0,1-1 1,-1 1-1,2 2-4,-4-4 0,0 1 0,1 0 0,-1 0 0,-1 1 0,1 0 0,-1-1 0,0 2 0,0-1 0,0 1 0,-1 0 0,0 0 0,0 0 0,0 0 0,-1 1 0,0-1 0,0 1 0,-1 0 0,0 0 0,0 0 0,-1 0 0,1 0 0,-1 0 0,-1 1 0,0-1 0,0 0 0,0 0 0,-1 1 0,0-1 0,0 0 0,-1 0 0,0 0 0,0 0 0,-1 0 0,1-1 0,-2 1 0,1-1 0,-1 2 0,-34 36 0,-2-2 0,-1-2 0,-2-1 0,-2-3 0,-1-1 0,-20 9 0,58-38 0,-72 50 0,103-49 0,505-51 0,-256-1-1574,-203 25-1653</inkml:trace>
  <inkml:trace contextRef="#ctx0" brushRef="#br0" timeOffset="-929.839">4081 5924 28638,'0'0'1807,"0"0"-1127,-6 26-153,-45 321 571,25 274-1081,67-650-1072,-19-5-1307</inkml:trace>
  <inkml:trace contextRef="#ctx0" brushRef="#br1" timeOffset="6950.315">7327 5567 21557,'0'0'4694,"0"0"-3158,0 0-678,0 0 109,0 0-152,-23-14-241,-75-43-164,93 54-378,0 1 1,0 0 0,0 0 0,0 0-1,0 0 1,-1 1 0,1 0-1,0 0 1,-1 1 0,1-1 0,0 1-1,-1 0 1,1 0 0,-1 1-1,1 0 1,0 0 0,-5 1-33,3 0 25,-20 8 24,0 1 0,0 2 0,1 0 0,1 2 0,0 1 0,1 1 0,1 0 0,-16 18-49,22-21 16,-73 58 94,4 5-1,3 3 0,-29 41-109,84-88 4,1 2 0,1 0 0,3 2 0,0 1 0,3 1 0,1 1-1,2 0 1,1 1 0,3 1 0,-5 26-4,11-19 0,1 0 0,3 1 0,2-1 0,2 1 0,3 12 0,0-32 0,2 0 0,1-1 0,1 1 0,2-2 0,0 1 0,2-1 0,1-1 0,2 0 0,0-1 0,2-1 0,1 0 0,0-1 0,2-1 0,14 12 0,15 4 0,3-1 0,0-3 0,2-2 0,2-3 0,1-2 0,1-3 0,1-2 0,1-2 0,1-4 0,59 10 0,-4-3 0,0-4 0,1-6 0,1-5 0,108-6 0,-210-4 0,0-1 0,0-1 0,0-1 0,0-1 0,0 0 0,-1 0 0,0-2 0,0 0 0,-1-1 0,0 0 0,0-1 0,-1 0 0,0-1 0,-1-1 0,0 0 0,7-9 0,19-23 0,-2-2 0,-2-1 0,-1-1 0,-3-4 0,3 1 0,-3-2 0,-2-2 0,-2 0 0,-3-2 0,-2 0 0,8-43 0,-7-8 0,-6-1 0,-4 0 0,-5-1 0,-7-81 0,-1 170 0,-2 0 0,-1 1 0,0 0 0,-1 0 0,-1 0 0,-1 1 0,-1 0 0,0 0 0,-1 0 0,-1 1 0,-1 1 0,0 0 0,-1 0 0,-1 1 0,0 1 0,-1 0 0,-1 1 0,0 0 0,-1 1 0,0 1 0,-1 1 0,0 0 0,0 1 0,-1 1 0,0 0 0,-1 2 0,0 0 0,-7-1 0,-290-43-1592,174 44-1953</inkml:trace>
  <inkml:trace contextRef="#ctx0" brushRef="#br1" timeOffset="7705.72">2130 7508 27598,'0'0'767,"0"0"-167,27-6 180,207-60 507,-140 40-1062,0 4 1,1 5-1,1 3 0,1 5 1,-1 4-1,75 6-225,-1-9 117,-1-8-1,132-30-116,52-7 71,-124 33-44,2 10-1,0 10 0,24 12-26,-1-7 0,0-10 0,93-21 0,-61 20-429,-275 9-1238</inkml:trace>
  <inkml:trace contextRef="#ctx0" brushRef="#br1" timeOffset="28240.856">6676 7445 19012,'0'0'2614,"0"0"-330,0 0-534,0 0-976,0 0 30,-4 3 1308,-51 13 738,55-16-2699,0 0-59,4-1-28,254-50 196,508 42-1143,-713 3-3055,-20-3-9973</inkml:trace>
  <inkml:trace contextRef="#ctx0" brushRef="#br1" timeOffset="38824.201">9263 6555 12283,'0'0'14795,"0"0"-11979,0 0-2215,0 0-73,0 0-64,0 0-72,79-87-168,-40 85-88,9 2-56,7 0-24,4 0-16,5 8-24,-3 4-16,-2 4 0,1 7-424,-17-1-656,-14-4-1857</inkml:trace>
  <inkml:trace contextRef="#ctx0" brushRef="#br1" timeOffset="39104.11">9324 6983 28102,'0'0'2673,"0"0"-2273,0 0-256,0 0 208,0 0 208,118-26-288,-39 7-176,5-1-88,25 8-8,-23 4-592,-25 4-2049</inkml:trace>
  <inkml:trace contextRef="#ctx0" brushRef="#br0" timeOffset="-110194.686">2419 1787 29294,'0'0'1186,"0"0"-398,0 0-171,0 0-74,2 2-204,260-32-339,195 11-48,-415 28-1914,-40-2-597</inkml:trace>
  <inkml:trace contextRef="#ctx0" brushRef="#br0" timeOffset="-109786.316">2404 1834 29382,'0'0'928,"0"0"-309,0 0-280,0 0-16,4 19 170,48 237 190,-40-108-683,-8 1 0,-7 33 0,1-92 0,-8 448 0,19-532 0,130-68 0,-52 36 0,0 4 0,1 4 0,1 3 0,48 0 0,3 19-176,-111 5-704</inkml:trace>
  <inkml:trace contextRef="#ctx0" brushRef="#br0" timeOffset="-109073.19">3781 1890 27254,'0'0'1391,"0"0"-358,0 0-242,0 0-211,0 0-240,0 0-126,-2 32 71,7 442 570,55 122-831,-40-493-24,-16-107 0,18-88-1308,-11 32-369</inkml:trace>
  <inkml:trace contextRef="#ctx0" brushRef="#br0" timeOffset="-108800.923">4127 2211 29510,'0'0'917,"0"0"-195,23-1-122,150-4 334,-145 9-927,-1 2 0,0 0 0,0 2 0,0 1 0,-1 1 0,0 1 0,-1 1 0,0 1 0,-1 2 0,-1 0 0,0 2 0,9 8-7,-20-10-57,0-1 1,-1 2-1,-1-1 0,-1 2 1,0-1-1,0 1 0,-2 1 1,0-1-1,-1 1 0,-1 0 1,-1 1-1,-1-1 0,0 1 1,-1 0-1,-1 0 0,-1-1 0,0 1 1,-4 17 56,3-37-2379,-2-7-3744</inkml:trace>
  <inkml:trace contextRef="#ctx0" brushRef="#br0" timeOffset="-108606.169">4804 2083 26574,'0'0'4041,"0"0"-3401,0 0-128,0 0 88,-114 136-200,75-81-400,-5 5 0,0 3 0,3 0 0,1 0 0,5-4 0,9-10 0,13-9-472,10-15-928,3-17-2673</inkml:trace>
  <inkml:trace contextRef="#ctx0" brushRef="#br0" timeOffset="-107818.421">5113 1694 29246,'0'0'936,"0"0"-219,0 0-171,0 0-92,0 0-143,0 0-129,5 0-79,112 3 154,-105 10-242,-40 2-15,25 178 0,47 401 0,-2-215 0,-31-395 0,-3-18-457,-1-12-1831</inkml:trace>
  <inkml:trace contextRef="#ctx0" brushRef="#br0" timeOffset="-107231.577">5797 1495 27134,'0'0'2220,"0"0"-1178,0 0-474,0 0-129,0 0-63,0 0-7,10 2-63,289 38 7,-261-36-313,-59 6 0,15-8 0,1 0 0,-1 1 0,1 0 0,-1 0 0,1 0 0,0 0 0,0 1 0,0 0 0,1 0 0,0 0 0,-1 1 0,1-1 0,1 1 0,-1 0 0,1 0 0,0 1 0,0-1 0,0 1 0,1-1 0,0 1 0,0 0 0,-1 5 0,-14 140 0,21 8 0,8-1 0,30 147 0,5 55 0,-44-207 0,-3-150-65,0 0 1,0-1-1,0 1 1,-1 0-1,1-1 0,-1 1 1,0 0-1,0-1 1,0 1-1,0-1 0,0 1 1,-1-1-1,1 0 0,-1 0 1,1 1-1,-1-1 1,0 0-1,0 0 0,0-1 1,0 1-1,0 0 1,0-1-1,-1 1 0,1-1 1,-1 1-1,1-1 0,-1 0 1,1 0-1,-2 0 65,-20 4-4087</inkml:trace>
  <inkml:trace contextRef="#ctx0" brushRef="#br0" timeOffset="-106918.93">5514 3081 25037,'0'0'6506,"0"0"-5986,0 0-120,0 0-96,143 2-304,-62-2 0,13-10 0,3-4 0,-3 3 0,-6 3 0,-12 4 0,3 4 0,-20 4 0,-21 6-2753</inkml:trace>
  <inkml:trace contextRef="#ctx0" brushRef="#br0" timeOffset="-104370.541">6716 2387 28718,'0'0'1688,"0"0"-1215,0 0-177,0 0 224,114 4 8,-42-12-160,9-14-192,9-2-176,-2-1 0,-3 3 0,-10 6 0,-10 6 0,-10 7 0,-13 3-696,-16 0-944,-15 0-3746</inkml:trace>
  <inkml:trace contextRef="#ctx0" brushRef="#br0" timeOffset="-104093.84">7066 2456 27862,'0'0'2224,"0"0"-1567,-39 158-177,17-46 32,-2 26-120,2 6-160,7-23-112,6-33-88,4-31-8,3-13-24,0-1-16,2-1-128,0-7-256,0-17-72,11-18-384,7-22-945,-3-11-4616</inkml:trace>
  <inkml:trace contextRef="#ctx0" brushRef="#br0" timeOffset="-103438.833">7373 2381 29830,'0'0'1121,"0"0"-621,0 0-199,0 0-33,0 0-120,-5 19-90,-34 125-37,-69 248 88,98-313 131,25-80-121,50-62-69,-52 44-48,264-402-554,-268 470 795,-37 221 66,26-256-309,1-1 0,1 0 0,0 1 0,1-1 0,0 0 0,1 0 0,0 0 0,1 0 0,1 0 0,0 0 0,0 0 0,1-1 0,1 0 0,0 0 0,1-1 0,0 0 0,4 4 0,137 98 0,-101-84 0,-45-28 0,1 0 0,-1 1 0,0-1 0,0 0 0,0 1 0,0 0 0,0-1 0,-1 1 0,1 0 0,0 0 0,-1 0 0,1 0 0,-1 0 0,0 0 0,0 0 0,0 1 0,0-1 0,0 0 0,0 1 0,0-1 0,-1 1 0,1-1 0,-1 0 0,0 1 0,0-1 0,0 1 0,0-1 0,0 1 0,0-1 0,-1 1 0,1-1 0,-1 1 0,0-1 0,0 1 0,0-1 0,0 0 0,0 0 0,0 0 0,0 1 0,-1-1 0,1 0 0,-1 0 0,0-1 0,1 1 0,-1 0 0,0-1 0,0 1 0,0-1 0,0 1 0,-1-1 0,-24 20 0,-1-1 0,0-2 0,-2-1 0,0-1 0,-1-2 0,0-1 0,-1-1 0,0-2 0,-1-1 0,0-1 0,0-2 0,-1-2 0,-6 0 0,39-4 0,0 0 0,-1 0 0,1 0 0,0 0 0,-1 0 0,1 0 0,-1 0 0,1 0 0,0 0 0,-1-1 0,1 1 0,0-1 0,-1 1 0,1-1 0,0 1 0,0-1 0,-1 0 0,1 0 0,0 1 0,0-1 0,0 0 0,0 0 0,0 0 0,0 0 0,0 0 0,1-1 0,-1 1 0,0 0 0,1 0 0,-1 0 0,0-1 0,1 1 0,-1 0 0,1-1 0,0 1 0,0 0 0,-1-1 0,1 1 0,0-1 0,0 1 0,0 0 0,0-1 0,0 1 0,1 0 0,-1-1 0,0 1 0,1 0 0,-1-1 0,1 0 0,33-66 0,230-217-179,-182 203-1116,-14 9-1784</inkml:trace>
  <inkml:trace contextRef="#ctx0" brushRef="#br0" timeOffset="-102947.2">8807 2215 29070,'0'0'1417,"-10"19"-715,-450 821 876,403-741-1578,-26 43 0,6 3 0,-49 134 0,109-217 0,17-61-18,0 0 0,1-1 0,-1 1 1,0 0-1,1-1 0,-1 1 0,0 0 0,1-1 0,-1 1 0,1 0 0,-1-1 1,1 1-1,0-1 0,-1 1 0,1-1 0,-1 0 0,1 1 0,0-1 0,0 1 1,-1-1-1,1 0 0,0 0 0,-1 1 0,1-1 0,0 0 0,0 0 0,0 0 1,-1 0-1,1 0 0,0 0 0,0 0 0,-1 0 0,1 0 0,0 0 0,0-1 1,-1 1-1,1 0 0,0 0 0,0-1 0,-1 1 0,1 0 0,0-1 0,-1 1 1,1-1-1,-1 1 0,1-1 0,-1 1 0,1-1 0,0 0 0,-1 1 1,0-1-1,1 1 0,-1-1 0,1 0 0,-1 1 0,0-1 0,1 0 0,-1 0 1,0 1-1,0-1 0,0 0 18,2 0-78,44-38-4727,3-13-12627</inkml:trace>
  <inkml:trace contextRef="#ctx0" brushRef="#br0" timeOffset="-102692.799">9114 2529 28718,'0'0'2625,"0"0"-2361,0 0-104,0 0 24,0 0-56,0 130-128,-14-87-80,1-7-696,-6-6-1817</inkml:trace>
  <inkml:trace contextRef="#ctx0" brushRef="#br0" timeOffset="-102292.945">8612 3054 29054,'0'0'1526,"0"0"-1083,0 0-293,21-8 136,280-105 278,-205 93-505,-92 28 1,-6 3-24,-1 0 0,0-1 1,-1 1-1,-1-1 1,1 0-1,-1 0 1,-1-1-1,0 1 1,0-1-1,-1-1 0,0 1 1,-1-1-1,0 0 1,-5 3-37,-8 13 34,-52 60-9,-5-4 0,-2-2 1,-74 52-26,113-107-284,40-34-1013,22-18 210,0 2-1,2 1 1,1 0-1,1 2 1,1 1 0,1 1-1,19-11 1088,45-19 2178,-89 51-2062,0-1 0,1 1 0,0 0 0,-1 0 0,1 0 0,0 0 0,-1 1 0,1-1 0,0 1 0,0 0 0,0 0 0,-1 0 0,1 0 0,0 0 0,0 0 0,0 1 0,-1-1 0,1 1 0,0 0 0,-1 0 0,1 0 0,0 0 0,-1 0 0,1 1 0,-1-1 0,0 1 0,0 0 0,1-1 0,-1 1-1,0 0 1,0 0 0,-1 0 0,1 1 0,1 0-116,2 12 199,-1 0 0,0 1 0,0-1-1,-2 1 1,0-1 0,-1 1 0,0 0-1,-2-1 1,0 1 0,0 0-199,0 29 255,1 139-65,14-200-888,44-89-2384,-29 50-1520</inkml:trace>
  <inkml:trace contextRef="#ctx0" brushRef="#br0" timeOffset="-102026.737">9223 3059 26774,'0'0'2029,"0"0"-1123,0 0-479,0 0-8,-19 12-77,-62 39-80,75-49-227,1 1 0,-1 1 0,1-1 0,0 1 0,0 0 0,0 0 0,1 1 1,-1-1-1,1 1 0,0 0 0,0 0 0,1 0 0,0 1 0,-1-1 0,2 1 1,-1 0-1,1 0 0,0 0 0,0 0 0,1 0 0,-1 0 0,1 1 0,1-1 0,-1 6-34,3-8 17,1 1 1,-1-1 0,1 1 0,0-1 0,0 0 0,0 0 0,1-1-1,-1 1 1,1-1 0,0 1 0,0-1 0,0-1 0,1 1 0,-1 0-1,1-1 1,-1 0 0,1 0 0,0 0 0,-1-1 0,1 1 0,0-1-1,0 0 1,0-1 0,0 1 0,1-1 0,-1 0 0,0-1 0,1 1-19,5 2-74,0 0 0,0-1 1,0 0-1,1-1 0,-1 0 0,0-1 1,0 0-1,0-1 0,0 0 1,0-1-1,0 0 0,0-1 1,-1 0-1,0 0 0,0-1 0,0 0 1,0-1-1,-1 0 0,5-5 74,10-16-1859</inkml:trace>
  <inkml:trace contextRef="#ctx0" brushRef="#br0" timeOffset="-101827.844">9394 2679 28974,'0'0'2185,"0"0"-1745,0 0 80,-6 152 96,6-81-584,0 23-32,0 27 0,0 25 0,-3 9 0,-5-26 0,-1-37 0,7-42 0,2-23 0,0-17-984,2-6-80,7-4-601</inkml:trace>
  <inkml:trace contextRef="#ctx0" brushRef="#br0" timeOffset="-101565.838">9576 2949 29918,'0'0'1449,"0"0"-617,0 0-272,156 41-552,-108-19-8,0 4 0,5 7 0,-12-3-112,-14-8-4521</inkml:trace>
  <inkml:trace contextRef="#ctx0" brushRef="#br2" timeOffset="-67926.16">6380 2221 22693,'0'0'4189,"0"0"-1953,0 0-1172,0 0-309,0 0-183,-7 0-93,-20-2-101,20 2-116,10 1-142,137 103-102,-106-73-17,-14-14-1,560 468 0,278 109 0,-725-483 0,-133-110 0,0-1 0,0 1 0,0-1 0,0 1 0,0-1 0,0 1 0,0 0 0,0-1 0,-1 1 0,1-1 0,0 1 0,0-1 0,0 1 0,-1-1 0,1 1 0,0-1 0,0 1 0,-1-1 0,1 1 0,-1-1 0,1 0 0,0 1 0,-1-1 0,1 0 0,-1 1 0,1-1 0,-1 0 0,1 1 0,-1-1 0,1 0 0,-1 0 0,1 0 0,-1 1 0,1-1 0,-1 0 0,1 0 0,-1 0 0,1 0 0,-1 0 0,0 0 0,1 0 0,-1 0 0,1 0 0,-1 0 0,1-1 0,-1 1 0,1 0 0,-1 0 0,1 0 0,-1-1 0,1 1 0,-1 0 0,1-1 0,-1 1 0,1 0 0,-1-1 0,1 1 0,0 0 0,-1-1 0,1 1 0,0-1 0,-1 1 0,1-1 0,-1 1 0,-11-4-29,-1-1 0,1 0-1,-1-1 1,1 0 0,1-1 0,0-1-1,0 1 1,0-2 0,1 0 0,0 0-1,1 0 1,0-1 0,-3-4 29,-8-16-1900</inkml:trace>
  <inkml:trace contextRef="#ctx0" brushRef="#br2" timeOffset="-67531.389">8173 2241 28574,'0'0'1431,"0"0"-608,0 0-224,0 0 64,0 0-143,-3 1-375,-89 75-133,-185 137-12,94-48 0,-96 100 0,-72 81 0,-750 810 0,848-887 0,44-67 0</inkml:trace>
  <inkml:trace contextRef="#ctx0" brushRef="#br1" timeOffset="4993.623">9504 2124 25709,'0'0'1242,"0"0"-316,0 0 819,0 0-888,0 0-420,-21-2-140,-132-23 262,112 22-492,-1 1-1,0 3 1,0 1 0,1 2 0,-1 2-1,1 1 1,0 3 0,1 1-1,0 2 1,1 2 0,1 1-1,0 2 1,-17 12-67,18-10 4,1 2-1,1 1 1,1 2 0,1 1-1,2 2 1,1 1 0,0 2 0,3 0-1,0 2 1,3 1 0,0 1-1,2 1 1,-1 6-4,-12 13 9,3 3 0,2 1 0,2 0 0,3 3-1,3 0 1,2 1 0,4 1 0,2 0 0,-4 52-9,17-81 0,1 0 0,2 0 0,1 0 0,2 0 0,1-1 0,2 1 0,4 7 0,4 11 0,2-1 0,2-1 0,2-1 0,3-1 0,1-1 0,21 25 0,-24-50 0,2-2 0,0 0 0,2-2 0,0-1 0,1 0 0,1-3 0,0 0 0,1-2 0,0-1 0,2-1 0,-1-2 0,22 3 0,-31-5 0,1 0 0,307 76 0,-302-79 0,0 0 0,1-2 0,0-1 0,-1-2 0,1 0 0,-1-2 0,1-1 0,-1-2 0,0 0 0,19-8 0,3-7 0,0-1 0,-2-3 0,-1-1 0,-1-3 0,-1-2 0,-1-1 0,-3-3 0,0-1 0,-2-2 0,-2-2 0,-2-1 0,-2-2 0,-1-1 0,-2-1 0,-3-2 0,-1-1 0,1-9 0,-6 6 0,-3-1 0,-1-1 0,-3 0 0,-3-2 0,-1 1 0,-3-1 0,-3 0 0,-2 0 0,-4-51 0,-2 91-6,-1 0 0,0 1-1,-1-1 1,0 1 0,-1 0 0,-1 1 0,0 0-1,-1 0 1,0 0 0,-1 1 0,0 1 0,-1 0-1,-1 0 1,0 1 0,0 1 0,0 0-1,-1 0 1,-1 1 0,1 1 0,-1 0 0,-1 1-1,1 1 1,-1 0 0,0 1 0,0 0 0,-15-1 6,-94-18-819,1 16-1050</inkml:trace>
  <inkml:trace contextRef="#ctx0" brushRef="#br1" timeOffset="5734.439">2402 3673 23309,'0'0'3553,"0"0"-2336,0 0-442,0 0 84,0 0-91,0 0-269,-4 4-219,4-4-274,1 0 0,-1 0 1,0 0-1,1 0 0,-1 0 0,1 0 1,-1 1-1,0-1 0,1 0 0,-1 0 1,0 0-1,1 0 0,-1 0 0,0 1 0,1-1 1,-1 0-1,0 0 0,1 1 0,-1-1 1,0 0-1,0 0 0,1 1 0,-1-1 1,0 0-1,0 1 0,1-1 0,-1 0 1,0 1-1,0-1 0,0 1 0,0-1 0,0 0 1,0 1-1,0-1 0,0 0 0,0 1 1,0-1-1,0 1 0,0-1 0,0 0 1,0 1-1,0-1 0,0 1 0,0-1 0,0 0 1,0 1-1,0-1 0,-1 0 0,1 1 1,0-1-1,0 0 0,0 1 0,-1-1 1,1 0-1,0 0 0,0 1 0,-1-1 0,1 0 1,0 0-1,-1 1 0,1-1-6,53-10 240,-20 3-136,266-36 200,77 8-304,-372 35 2,156-12 71,0 7 0,0 7 1,40 11-74,-7 10 85,2-9 1,0-9 0,91-12-86,173-56 0,-245 29 0,200-5 0,-22 54 0,-264-9 0,-163-24-894,-1 5-3125</inkml:trace>
  <inkml:trace contextRef="#ctx0" brushRef="#br1" timeOffset="29264.952">8666 3894 29062,'0'0'639,"0"0"-115,0 0-196,0 0-26,22-13 22,188-89 110,-55 50-194,2 7-1,85-11-239,-178 47 35,2 2 0,-1 4-1,1 2 1,16 4-35,51 25 32,-151-16-682,-7-8-1013</inkml:trace>
  <inkml:trace contextRef="#ctx0" brushRef="#br1" timeOffset="50862.339">4256 3353 28942,'0'0'944,"0"0"-624,0 0 1,0 0 183,0 0-288,154-7 64,-95 5-144,9 0-56,13 2-32,24 0-40,31-6-8,13-4-56,-20-2-1160,-32-6-5146</inkml:trace>
  <inkml:trace contextRef="#ctx0" brushRef="#br0" timeOffset="174527.8">9092 9675 28942,'0'0'2225,"0"0"-1945,0 0 144,0 0 160,0 0-272,140-6-312,-85 24 0,4 7 0,11 7 0,-15-3-544,-18-5-2481</inkml:trace>
  <inkml:trace contextRef="#ctx0" brushRef="#br0" timeOffset="174805.358">9136 10125 31959,'0'0'768,"0"0"-728,127-20-40,-55 6 0,40 2 0,-20 10-56,-18-2-2265</inkml:trace>
  <inkml:trace contextRef="#ctx0" brushRef="#br0" timeOffset="171787.58">4484 9437 26526,'0'0'3864,"0"0"-3431,-30 152-65,21-73 264,0 22-208,5 25-216,-1 24-128,5-18-72,0-30-8,0-36-24,0-39-368,11-11-152,7-22-560,-3-24-793,-2-17-18227</inkml:trace>
  <inkml:trace contextRef="#ctx0" brushRef="#br0" timeOffset="171788.58">4710 9573 24117,'0'0'6145,"0"0"-5680,121 55 15,-56-13 40,8 9-40,-1 4-224,-4 7-136,-9-1-96,-11-6-24,-13-10-16,-8-11-168,-10-30-336,-4-4-816,-8-12-1777</inkml:trace>
  <inkml:trace contextRef="#ctx0" brushRef="#br0" timeOffset="172051.389">5148 9642 30294,'0'0'665,"0"0"-449,-87 117 144,52-56-80,0 8-216,4 4-64,2 14-280,10-18-1025,8-22-4192</inkml:trace>
  <inkml:trace contextRef="#ctx0" brushRef="#br0" timeOffset="172253.021">5525 9542 29654,'0'0'1817,"0"0"-1529,0 110 176,0-51 72,-8 10-528,-5 10-8,-5 6 0,-6 2 0,4-4 0,7-4 0,6-24-408,7-26-1464</inkml:trace>
  <inkml:trace contextRef="#ctx0" brushRef="#br0" timeOffset="172531.523">5859 9313 30727,'0'0'646,"0"0"-455,0 0-126,0 0-6,26-1-3,85 0-29,-100 0-27,0 0 0,1 1 1,-1 1-1,0 0 0,0 1 1,0 0-1,0 0 0,0 1 1,0 1-1,-1-1 0,1 2 0,-1 0 1,5 3-1,-12-5 24,-1 0-1,1 1 1,-1-1 0,0 1 0,0 0 0,0 0 0,0 0-1,-1 0 1,1 0 0,-1 0 0,0 0 0,0 1 0,-1-1-1,1 0 1,-1 0 0,0 1 0,0-1 0,0 0 0,-1 1-1,0-1 1,0 2-24,0 16 179,-7 722 134,22-562-1879,-13-163-1973</inkml:trace>
  <inkml:trace contextRef="#ctx0" brushRef="#br0" timeOffset="172824.128">5778 10457 31503,'0'0'528,"0"0"-448,0 0 96,0 0 96,164-10-176,-81-4-96,27-1-360,28-5-968,-20 4-1801,-17-4-16</inkml:trace>
  <inkml:trace contextRef="#ctx0" brushRef="#br0" timeOffset="173107.982">6882 9518 30903,'0'0'648,"0"0"-520,0 0-56,0 0 152,0 0-72,119 47-120,-108-5-32,-11 13-8,-27 24-400,-12-10-1249,-7-16-3664</inkml:trace>
  <inkml:trace contextRef="#ctx0" brushRef="#br0" timeOffset="173371.043">6488 10057 30495,'0'0'922,"0"0"-647,0 0-211,0 0 84,29-5 59,194-37-90,8-9-154,-232 51 35,0 0 0,1 0 0,-1 0 0,0 0 0,1 0 0,-1 0 0,0 1 0,1-1 0,-1 0 0,1 0 0,-1 1 0,0-1 0,1 1 0,-1-1 0,1 0 0,-1 1 0,1-1 0,0 1 0,-1-1 0,1 1 0,-1-1 0,1 1 0,0 0 0,-1-1 0,1 1 0,0-1 0,0 1 0,-1 0 0,1-1 0,0 1 0,0 0 0,0-1 0,0 1 0,0 0 0,0-1 1,0 1-1,0 0 0,0-1 0,0 1 0,0 0 0,0-1 0,1 1 0,-1-1 0,0 1 0,0 0 0,1-1 0,-1 1 0,0-1 0,1 1 0,-1 0 0,1-1 0,-1 0 0,1 1 0,-1-1 0,1 1 0,-1-1 0,1 1 0,-1-1 0,1 0 0,-1 1 0,1-1 0,0 0 0,-1 0 0,1 1 0,0-1 0,-1 0 0,1 0 0,0 0 0,-1 0 0,1 0 2,-168 136 34,161-131-39,-57 44-70,2 3-1,3 2 0,1 3 1,0 6 75,48-43-1930,12-22-1561</inkml:trace>
  <inkml:trace contextRef="#ctx0" brushRef="#br0" timeOffset="173372.043">6845 10341 29046,'0'0'1585,"0"0"-1393,-55 153-104,38-89 184,8-9-160,9-8-112,0-9-24,6-19-440,38-27-225,-4-23-55,-1-16-1216</inkml:trace>
  <inkml:trace contextRef="#ctx0" brushRef="#br0" timeOffset="173922.294">7220 10140 26926,'0'0'2784,"0"0"-2544,0 0-120,-151 109 289,100-68-121,5 5-152,7-3 40,12-79 40,14 67-80,13-5-88,5 24-16,27-38-24,14-10-8,11-2-64,7-10-328,19-30-417,-13 3-1335,-4 1-9282</inkml:trace>
  <inkml:trace contextRef="#ctx0" brushRef="#br0" timeOffset="173923.294">7581 9726 23461,'0'0'6801,"-8"124"-6256,1-6-57,-2 50 264,1 4-280,-1-28-296,7-40-136,2-46-40,0-21 0,0-5-200,6-12-304,12-20-192,-1-8-985,-4-26-8825</inkml:trace>
  <inkml:trace contextRef="#ctx0" brushRef="#br0" timeOffset="174191.546">7579 10028 29110,'0'0'2689,"0"0"-2561,0 0 0,0 0 80,152 33-96,-80 5-112,-11-4-280,-10-5-1913</inkml:trace>
  <inkml:trace contextRef="#ctx0" brushRef="#br0" timeOffset="170764.933">2757 9090 30222,'0'0'721,"0"0"-553,0 0-88,0 0 240,0 0-96,151 10-112,-87-4-48,-1 0-64,23-4-8,-18-2-352,-22 0-1593</inkml:trace>
  <inkml:trace contextRef="#ctx0" brushRef="#br0" timeOffset="171072.984">2797 9177 30487,'-7'17'569,"-31"116"-285,6 0 1,5 2-1,7 1 0,5 1 1,6 29-285,2 152 4,6-309-3,1-1 0,0 0 0,0 0 0,1 0 0,0 0-1,1 0 1,-1 0 0,2 0 0,-1 0 0,1 0 0,0-1 0,1 1 0,-1-1 0,2 0 0,-1 0 0,1-1 0,0 1 0,0-1 0,1 0 0,-1 0 0,1-1 0,1 0 0,-1 0 0,1 0 0,0-1 0,0 0 0,0 0 0,1-1 0,-1 1 0,1-2 0,0 1 0,0-1 0,0-1 0,1 1-1,12 0-9,1-1-1,0-1 1,-1-2 0,1 1 0,-1-2 0,1-1-1,-1-1 1,0-1 0,0 0 0,-1-2-1,0 0 1,0-1 0,8-7 9,105-81-2491,-80 49-1383</inkml:trace>
  <inkml:trace contextRef="#ctx0" brushRef="#br0" timeOffset="171451.459">3255 9842 30743,'0'0'656,"0"0"-536,0 0 72,0 0 184,142 3-176,-74-3-128,9 0-72,41 0-24,-17-3-624,-16-5-2089</inkml:trace>
  <inkml:trace contextRef="#ctx0" brushRef="#br0" timeOffset="202083.422">1924 1 27342,'0'0'489,"0"0"-275,0 0-193,0 0-154,0 0-115,-27 1-130,-97 18-254,9 55-257,-5 30 510,5 5 0,4 5 0,6 4 1,1 10 378,81-99 4,1 1 0,1 1 0,1 1 0,2 1 0,2 0 0,1 1 0,1 1 0,2 0 0,1 1 0,-2 21-4,8-16 118,2 0 1,1 0 0,2 0 0,2 0 0,2 0 0,2 0 0,1-1 0,2 0 0,2 0 0,2-1 0,14 30-119,106 196 1720,-99-208-1445,-3 1-1,-2 2 1,-3 1-1,-2 1 1,-3 0-1,-3 2 1,3 28-275,-16-33 102,-2 1 1,-3-1-1,-2 1 1,-4-1-1,-1 0 1,-3-1-1,-3 0 1,-3 0-1,-1-1 1,-4-1-1,-1-1 1,-3-1-1,-25 37-102,-40 60 191,-7-5 0,-7-4 0,-5-4 0,-7-6 0,-85 74-191,144-149 41,-260 236 359,266-260-239,63-31-125,220-28-23,-184 25 13,-1 1 1,1 3-1,-1 3 0,0 1 1,-1 2-1,3 3-26,-30-7 13,0 1 0,0 1 0,-1 1 0,0 0 1,-1 1-1,0 1 0,0 1 0,-1 0 0,-1 1 0,0 1 0,0 0 0,-1 1 1,-1 1-1,-1 0 0,0 1 0,0 2-13,5 17 20,-1 2 0,-3 0 0,0 0 0,-3 1 0,-1 1 0,-2 0 0,-1 0 0,-3 0 0,-1 1 0,-3 35-20,-5 147 0,-10 1 0,-9-2 0,-34 120 0,29-167 0,-162 826 0,170-916 0,4 1 0,4 1 0,3 0 0,5 1 0,3 0 0,4 0 0,3-1 0,5 1 0,10 39 0,16-26 0,4-2 0,4-1 0,5-2 0,4-3 0,32 41 0,129 181 0,-196-298-59,0 0 0,1 0 0,1-2 0,0 0 0,0-2 0,2 0 0,-1-1 0,2-1 0,-1 0 0,1-2 0,1-1 0,-1-1 0,6 0 59,28 7-1946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48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28774,'0'0'704,"0"0"-328,0 0 96,154-6 9,-97 6-169,0 0-160,0 0-104,-7 0-48,-2 0-136,-4 0-512,-13 0-1169,-13 0-3488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4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960 559 24773,'0'0'4360,"0"0"-3097,0 0-948,0 0 22,0 0 54,3-4-6,106-92 213,-55 49-579,-2-3 1,-2-2 0,-3-2-1,-1-3-19,-102 173-6,41-89 8,2 1 1,2-1-1,0 2 1,2 0-1,0 0 1,3 0-1,0 1 1,2 0 0,1 0-1,1 0 1,3 27-3,-1-53-1,1-1 1,0 1 0,0-1-1,0 0 1,0 1 0,1-1 0,-1 0-1,1 1 1,0-1 0,0 0-1,0 0 1,0 0 0,0-1-1,1 1 1,-1-1 0,1 1 0,0-1-1,0 0 1,0 0 0,0 0-1,0 0 1,0 0 0,0-1-1,1 1 1,-1-1 0,1 0-1,-1 0 1,1-1 0,-1 1 0,1-1-1,-1 1 1,1-1 0,0 0-1,-1 0 1,2-1 0,6 0 1,0 0 0,-1 0 0,1-1 0,-1-1 0,0 0 0,0 0 0,0-1 0,0 0 0,0-1 0,-1 0 0,5-3-1,21-21-7,-1 0 0,-1-2 0,-2-2 0,-1-1 0,-2-1 0,-1-1 0,-2-2 0,-2 0 1,-1-2-1,-2 0 0,-2-1 0,0-6 7,-3-4 3,-8 28 82,-5 66-44,-2 647 158,1-636-199,-2-1 0,-2 1 0,-2-1 0,-3 0 0,-3-1 0,-1 0 0,-4 4 0,14-49 0,1-1 0,-1 1 0,-1-1 0,1 1 0,-1-1 0,0 0 0,-1 0 0,1-1 0,-1 1 0,0-1 0,-1 1 0,1-1 0,-1 0 0,0-1 0,-1 1 0,1-1 0,-1 0 0,1-1 0,-1 1 0,0-1 0,0 0 0,-1-1 0,1 1 0,-1-1 0,1 0 0,-1-1 0,0 0 0,1 0 0,-1 0 0,0-1 0,0 0 0,0 0 0,1-1 0,-1 0 0,0 0 0,0 0 0,1-1 0,-1 0 0,1 0 0,-1-1 0,1 0 0,0 0 0,-3-2 0,0-4-5,1 1 1,-1-1-1,2 0 0,-1-1 1,1 1-1,1-2 0,0 1 1,0-1-1,1 0 1,0 0-1,1 0 0,0-1 1,1 1-1,0-1 0,1 0 1,1 0-1,-1 0 0,2 0 1,0 0-1,0 0 0,1 0 1,1 0-1,0 0 0,0 0 1,1 1-1,1-1 1,0 1-1,1 0 0,0 0 1,0 0-1,1 0 0,1 1 1,6-9 4,22-21-220,1 1 1,1 2 0,3 2 0,36-26 219,-6 4-848,0-3-1259</inkml:trace>
  <inkml:trace contextRef="#ctx0" brushRef="#br0" timeOffset="355.302">708 58 28630,'0'0'1136,"0"0"-391,-18 140-137,7-43-112,7 27-72,4 26-152,0 8-72,4-12-128,11-32-48,-1-35-24,1-20-16,5-17-232,6-7-296,35-35-504,-4 0-481,0-29-3664</inkml:trace>
  <inkml:trace contextRef="#ctx0" brushRef="#br0" timeOffset="1184.846">192 1 22005,'-92'378'6579,"59"-230"-5955,7 2 0,6 1 0,6 0 0,7 143-624,9-289 36,-1 0 0,1 0 0,0 0 0,1 0 0,-1-1 1,1 1-1,0-1 0,0 0 0,0 1 0,1-2 0,-1 1 0,1 0 0,0-1 0,0 1 0,0-1 0,1 0 1,-1 0-1,1-1 0,-1 0 0,1 1 0,0-2 0,0 1 0,0 0 0,0-1 0,0 0 0,0 0 0,1-1 1,-1 1-1,0-1 0,0 0 0,1 0 0,-1-1 0,0 0 0,0 0 0,0 0 0,5-2-36,4 3-16,34-5-56,0-1 0,0-3 1,0-2-1,-1-2 0,-1-2 0,-1-2 0,17-10 72,-22 11-191,117-47-1208,-6-3-1177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5:4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324 121 29806,'0'0'1078,"0"0"-445,0 0-54,0 0-68,-9 21-363,-23 70-136,31-84-12,0 1 0,0 0 0,1 0 0,-1 0 0,2 0 0,-1 0 0,1 0 0,1 0 0,-1 0 0,1 0 0,1-1 0,-1 1 0,1-1 0,1 1 0,-1-1 0,1 0 0,0-1 0,1 1 0,0-1 0,0 1 0,0-1 0,1-1 0,0 1 0,5 3 0,17 24 0,-21-27 0,0 1 0,-1 1 0,0-1 0,0 1 0,0 0 0,-1 1 0,-1-1 0,1 1 0,-1 0 0,-1 0 0,0 0 0,0 1 0,-1-1 0,0 1 0,0 0 0,-1-1 0,-1 1 0,0 0 0,0 0 0,0-1 0,-2 1 0,1 0 0,-1-1 0,0 1 0,-1-1 0,0 0 0,-1 0 0,-1 3 0,-8 3 0,0 0 0,-1-1 0,-1 0 0,0-1 0,-1-1 0,-1 0 0,0-1 0,0-1 0,-1-1 0,0 0 0,0-1 0,-1-1 0,0-1 0,-1-1 0,1 0 0,-1-2 0,0 0 0,-8-1 0,24-1-38,1-1 0,-1 0 0,1 0-1,-1 0 1,0-1 0,1 1 0,-1-1 0,1 0 0,-1 0 0,1 0-1,-1-1 1,1 1 0,0-1 0,-1 0 0,1 1 0,0-1 0,0-1-1,1 1 1,-1 0 0,0-1 0,1 0 0,-1 1 0,1-1-1,0 0 1,0 0 0,0 0 0,0 0 0,1-1 0,-1 1 0,1 0-1,0-1 1,0 1 0,0-1 0,0 0 0,1 1 0,-1-1 0,1 1-1,0-1 1,0 0 0,0 1 0,1-1 0,-1 0 0,2-2 38,-1-116-2886,9 31-3196,12-18-9724</inkml:trace>
  <inkml:trace contextRef="#ctx0" brushRef="#br0" timeOffset="198.383">299 93 8250,'0'0'19844,"0"0"-18652,0 0 49,141-41-609,-91 41-16,5 12-120,6 10-224,3 1-184,2-1-88,2 2-224,21-3-424,-16-7-817,-12-8-1823</inkml:trace>
  <inkml:trace contextRef="#ctx0" brushRef="#br0" timeOffset="507.473">1319 15 21981,'0'0'6468,"0"0"-4556,0 0-1204,0 0 19,0 0-117,-18 24-300,-55 79-259,70-98-51,0 0 0,0 1 0,1-1 0,0 0 0,-1 1 0,2-1 0,-1 1 0,1 0 0,0-1 0,0 1 0,0 0 0,1 0 0,0 0 0,0 0 0,0-1 0,1 3 0,1 9 0,0-4-13,0 0 1,1 0-1,1-1 0,0 1 1,1-1-1,0 0 0,1 0 0,1 0 1,-1-1-1,2 0 0,0-1 1,0 1-1,0-1 0,2-1 1,-1 0-1,1 0 0,0-1 1,1 0-1,0-1 0,0 0 0,1 0 1,0-2-1,0 1 0,0-2 1,0 1-1,13 1 13,-16-4-583,0 0 0,1-1 0,-1 0 0,0 0 0,1-1 0,-1 0 1,0-1-1,0 0 0,1-1 0,-1 0 0,0 0 0,0-1 0,0 0 0,-1 0 0,5-3 583,32-23-16780</inkml:trace>
  <inkml:trace contextRef="#ctx0" brushRef="#br0" timeOffset="508.473">1821 1 27174,'0'0'2680,"0"0"-1831,-128 98-169,39-7-72,-32 45-216,-32 52-240,-5 7-152,37-39-568,31-42-3953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7:16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29 29270,'0'0'682,"0"0"13,0 0-225,0 0-127,22 18-46,70 57-90,-88-72-199,0 1-1,0-1 0,0 1 1,0-1-1,-1 1 0,0 0 1,0 0-1,0 0 1,0 1-1,-1-1 0,1 1 1,-1-1-1,0 1 0,-1 0 1,1 0-1,-1 0 0,0 0 1,0 0-1,0 0 1,-1 0-1,0 0 0,0 0 1,0 1-1,-1-1 0,1 0 1,-3 5-8,2-3 2,-4 6-1,-1 0 0,0 0 0,-1 0 1,0-1-1,-1 0 0,-1-1 0,0 0 1,0 0-1,-1-1 0,0 0 0,-1 0 1,0-1-1,-1-1 0,-5 3-1,5-1-1,-71 51-6,126-55-209,175-14 208,-212 8 11,-1 0 0,0 0 0,1 1 0,-1 0 0,0 0 0,0 1-1,0-1 1,0 1 0,0 0 0,0 0 0,0 1 0,-1-1 0,1 1 0,-1 0 0,0 1 0,1-1 0,-2 1 0,1-1 0,0 1 0,-1 0 0,1 1 0,-1-1 0,-1 0 0,1 1 0,0 0 0,-1 0 0,0 0-1,0 0 1,-1 0 0,1 0 0,-1 0 0,0 0 0,0 2-3,-3 10 11,0 0 0,-1 1 0,-1-1 0,0-1-1,-1 1 1,-1-1 0,0 0 0,-2 0 0,0 0 0,0-1 0,-2 0-1,1-1 1,-2 0 0,0-1 0,-1 0 0,0-1 0,-1 0 0,0-1 0,-1 0-1,0-1 1,-12 7-11,-18 6-265,41-27-403,3-17-1005</inkml:trace>
  <inkml:trace contextRef="#ctx0" brushRef="#br0" timeOffset="510.524">1028 325 28654,'0'0'1348,"0"0"-763,4-17-253,-1 7-308,1-4 27,0 0-1,-1-1 1,0 1 0,-1-1-1,-1 0 1,0 1 0,-1-1-1,0 0 1,-2 0-1,1 1 1,-2-1 0,0 0-1,-1 1 1,-2-5-51,4 14 16,0 1 0,0-1-1,-1 1 1,1 0 0,-1-1-1,0 1 1,-1 0 0,1 1-1,-1-1 1,1 0 0,-1 1 0,0 0-1,0 0 1,-1 0 0,1 1-1,-1-1 1,1 1 0,-1 0 0,0 0-1,0 1 1,1 0 0,-1-1-1,0 1 1,0 1 0,-1-1 0,1 1-1,0 0 1,0 0 0,0 1-1,0-1 1,0 1 0,0 0 0,0 0-1,0 1 1,0 0 0,1 0-1,-1 0 1,1 0 0,-1 1 0,1-1-1,-4 4-15,-4 11 6,2 1 0,0 1-1,0 0 1,2 0 0,0 1-1,2 0 1,0 0 0,1 1-1,1-1 1,1 1 0,1 0 0,1 0-1,0 0 1,2 0 0,2 12-6,1-9 13,1-1 1,2 0 0,0 0 0,2-1 0,0 0 0,2 0-1,0-1 1,1-1 0,1 0 0,1 0 0,1-2-1,1 0 1,0 0 0,1-1 0,18 12-14,24 33 18,-56-60-18,1 1 0,-1 0-1,0 0 1,0 0 0,-1 0 0,1 0-1,0 0 1,-1 1 0,0-1 0,0 1-1,0-1 1,0 1 0,-1 0 0,1 0 0,-1 0-1,0 0 1,0 0 0,-1 0 0,1 0-1,-1 0 1,0 1 0,0-1 0,0 0-1,0 0 1,-1 0 0,0 0 0,0 0 0,0 0-1,0 0 1,0 0 0,-1 0 0,0 0-1,0-1 1,0 1 0,-1 0 0,-12 7 0,0-1 1,-1-1 0,-1 0-1,0-1 1,0-1-1,0 0 1,-1-2-1,0 0 1,0-1-1,-1 0 1,1-2-1,-1 0 1,-5-1-1,20 1 0,0-1 0,0 0 0,-1 0 0,1 0 0,-1 0 0,1-1 1,-1 0-1,1 0 0,-1 0 0,1 0 0,-1-1 0,1 0 0,-1 0 1,1 0-1,0 0 0,-1-1 0,1 1 0,0-1 0,0 0 0,0-1 1,0 1-1,1-1 0,-1 1 0,1-1 0,-1 0 0,1 0 0,0-1 1,0 1-1,0-1 0,1 0 0,-1 1 0,1-1 0,0 0 0,0 0 1,0 0-1,1-1 0,-1 1 0,1-3 0,2-12-4,2 0-1,0 1 1,1-1 0,1 0 0,1 1 0,0 0-1,1 0 1,1 1 0,1 0 0,1 1-1,0-1 1,1 2 0,0 0 0,2 0-1,-1 1 1,2 0 0,14-11 4,0-4-264,0 1 0,2 1 1,1 2-1,1 1 0,1 1 0,1 2 1,1 2-1,0 1 0,17-5 264,-7 9-3015</inkml:trace>
  <inkml:trace contextRef="#ctx0" brushRef="#br0" timeOffset="849.597">1780 475 28238,'0'0'1888,"0"0"-1399,0 0 15,-112 95-88,34-16 96,-41 33-56,-45 46-192,-23 21-264,-5 7 0,14-15 0,29-23 0,24-17 0,35-31 0,38-27 0,21-22-72,20-25-1208,7-14-2337</inkml:trace>
  <inkml:trace contextRef="#ctx0" brushRef="#br0" timeOffset="1296.796">1625 1108 30911,'0'0'644,"-21"19"-254,-144 148 208,126-118-538,2 2 1,2 1-1,3 2 0,-1 8-60,22-40-1,0 0-1,2 1 1,1 0-1,1 0 1,1 1 0,0 0-1,2 1 1,1-1-1,1 1 1,2-1-1,0 1 1,1 2 1,0-24 0,-1 1 0,1-1 0,0 1 0,0 0 0,0-1 0,0 1 0,0-1 0,1 0 0,0 0 0,0 1 0,0-1 0,0 0 0,0 0 0,0-1 0,1 1 0,0 0 0,-1-1 0,1 0 0,0 1 0,0-1 0,0 0 0,0-1 0,1 1 0,-1 0 0,0-1 0,1 0 0,-1 0 0,1 0 0,0 0 0,-1 0 0,1-1 0,2 0 0,3 1 0,0-1 0,0 0 0,0-1 0,0 0 0,0-1 0,0 0 0,-1 0 0,1-1 0,-1 0 0,1 0 0,-1-1 0,7-4 0,1-1-3,0-1 1,0 0-1,-2-1 1,1 0-1,-1-2 0,-1 1 1,0-2-1,-1 0 1,0 0-1,-2-1 0,1 0 1,-2-1-1,0 0 1,-1-1-1,0 0 0,-2 0 1,0 0-1,-1-1 1,0 0-1,0-13 3,-5 28 2,0-1-1,-1 1 1,1-1 0,-1 1-1,0-1 1,0 1 0,-1 0 0,1-1-1,-1 1 1,1 0 0,-1 0-1,0 0 1,0 0 0,0 0-1,-1 0 1,1 1 0,-1-1 0,1 1-1,-1 0 1,0 0 0,0 0-1,0 0 1,0 0 0,0 0-1,-1 1 1,1 0 0,0 0 0,-1 0-1,1 0 1,-1 0 0,-1 0-2,-119-10-2,113 11 3,1 0-1,0-1 0,0 1 0,1 0 0,-1 1 0,0 1 0,0-1 0,1 1 0,-1 1 0,1 0 0,-1 0 0,1 1 0,0 0 0,0 1 0,1-1 0,0 2 0,-1-1 0,-5 6 0,14-9-48,0 0 0,0-1 0,0 1 0,1-1 0,-1 1 0,0 0 0,0-1-1,1 1 1,-1-1 0,1 1 0,0-1 0,-1 0 0,1 1 0,0-1 0,0 1 0,0-1 0,0 0 0,0 0 0,0 1 0,0-1 0,0 0-1,0 0 1,0 0 0,1 0 0,-1-1 0,1 1 0,-1 0 0,0 0 0,1-1 0,-1 1 0,1-1 0,-1 1 0,1-1 0,0 0 0,-1 0-1,1 0 1,-1 1 0,1-1 0,0-1 0,-1 1 0,1 0 0,-1 0 0,1-1 0,0 1 48,37 1-2798</inkml:trace>
  <inkml:trace contextRef="#ctx0" brushRef="#br0" timeOffset="1596.432">2164 1079 30607,'0'0'1157,"0"0"-586,0 0-291,-22 24-149,-69 82-110,86-98-21,0 0 0,0-1 0,1 1 0,0 1 0,0-1 0,1 1 0,0 0 0,0-1 0,1 1 0,0 0 0,1 0 0,0 1 0,0-1 0,1 5 0,-1 3 0,-1-4 0,0-1 0,1 0 0,0 1 0,1-1 0,0 1 0,1-1 0,0 1 0,1-1 0,1 0 0,0 0 0,0 0 0,1 0 0,1 0 0,0-1 0,0 0 0,1 0 0,1 0 0,0-1 0,0 0 0,1 0 0,0-1 0,1 0 0,0 0 0,5 3 0,0-3-15,0-2 0,1 1 0,0-2 1,0 0-1,0-1 0,1 0 0,0-1 0,0-1 0,0-1 1,0 0-1,0-1 0,1-1 0,-1 0 0,0-1 0,1-1 1,-1-1-1,0 0 0,8-3 15,100-42-2955,-55 7-3385</inkml:trace>
  <inkml:trace contextRef="#ctx0" brushRef="#br0" timeOffset="1853.645">2521 990 30583,'0'0'1528,"0"0"-1064,-68 154-272,27-30-192,-10 40 0,7 17 0,0 1 0,14-50-40,8-41-4401</inkml:trace>
  <inkml:trace contextRef="#ctx0" brushRef="#br0" timeOffset="512916.95">529 1233 18132,'-6'-20'9015,"-55"-253"-5870,56 254-3038,1-1 0,1 1 1,0-1-1,2 0 0,0 0 1,1 0-1,1 0 0,1 0 1,1 0-1,1 1 0,0-1 1,2 1-1,0 0 0,1 0 1,1 1-1,0 0 0,2 0 1,0 1-1,10-12-107,6 8 26,2 0 0,0 2 0,1 1 0,1 2 1,0 1-1,2 1 0,-1 1 0,1 2 0,1 1 0,0 2 0,1 1 1,-1 2-1,1 1 0,0 2 0,22 1-26,-48 0 1,0-1-1,-1 1 1,1 1 0,0-1-1,0 1 1,0 1 0,-1-1-1,1 1 1,0 1 0,-1 0-1,1 0 1,-1 0 0,1 1-1,-1 0 1,0 0 0,0 1-1,0 0 1,-1 0 0,1 0-1,-1 1 1,0 0 0,0 1-1,-1-1 1,0 1 0,0 0-1,0 0 1,-1 1 0,1-1-1,-1 1 1,2 5-1,-5-5 1,0-1 0,0 1 0,0 0 0,-1-1 0,0 1 0,0 0 0,-1-1 0,0 1 0,0-1-1,-1 1 1,1-1 0,-1 1 0,-1-1 0,1 0 0,-1 0 0,0 0 0,0 0 0,-1 0 0,0-1 0,0 0 0,0 1 0,-5 2-1,-123 95 3,59-65-3,-1-3 0,-2-3 0,-1-3 0,-1-4 0,-1-4 0,-1-2 0,-1-5 0,0-2 0,-26-3 0,-54-9 0,157-1 0,1 0 0,-1-1 0,0 1 0,1-1 0,0 0 0,-1 0 0,1 0 0,0-1 0,0 1 0,0-1 0,0 1 0,1-1 0,-1 0 0,1 0 0,0-1 0,-1 1 0,1 0 0,1-1 0,-1 1 0,1-1 0,-1 0 0,1 1 0,0-1 0,0 0 0,0 0 0,1 0 0,0 1 0,-1-1 0,1 0 0,1 0 0,-1 0 0,0 0 0,1 0 0,0 1 0,0-1 0,0 0 0,0 0 0,1 1 0,0-1 0,-1 1 0,1-1 0,0 1 0,1 0 0,-1 0 0,0 0 0,1 0 0,0 0 0,0 0 0,0 1 0,1-1 0,100-82 0,4 22 0,3 4 0,3 6 0,1 4 0,3 5 0,57-10 0,-160 50 0,13-6 0,0 2 0,0 1 0,1 1 0,0 2 0,0 1 0,4 1 0,-32 2 0,1-1 0,-1 1 0,1 0 0,-1 0 0,0 0 0,1 0 0,-1 0 0,0 1 0,1-1 0,-1 0 0,0 1 0,1-1 0,-1 1 0,0-1 0,1 1 0,-1 0 0,0-1 0,0 1 0,0 0 0,0 0 0,0 0 0,0 0 0,0 0 0,0 0 0,0 0 0,0 0 0,0 0 0,-1 0 0,1 0 0,0 1 0,-1-1 0,1 0 0,-1 0 0,0 1 0,1-1 0,-1 1 0,0-1 0,0 0 0,0 1 0,0-1 0,0 0 0,0 1 0,0-1 0,0 1 0,0-1 0,-1 0 0,1 1 0,-1-1 0,1 0 0,-1 0 0,1 1 0,-1-1 0,0 0 0,1 0 0,-1 0 0,0 0 0,0 0 0,-1 1 0,-9 11 0,-1 0 0,0-1 0,-1 0 0,-1-1 0,0-1 0,0 0 0,-1-1 0,0-1 0,-12 5 0,12-5 0,-94 51 0,-3-4 0,-1-6 0,-3-5 0,-2-5 0,-108 21 0,100-46 0,125-14 0,0 0 0,1 1 0,-1-1 0,0 0 0,0 0 0,1 0 0,-1 0 0,0 0 0,1 0 0,-1 0 0,0-1 0,0 1 0,1 0 0,-1 0 0,0-1 0,1 1 0,-1 0 0,0-1 0,1 1 0,-1 0 0,1-1 0,-1 1 0,0-1 0,1 1 0,-1-1 0,1 1 0,-1-1 0,1 1 0,0-1 0,-1 0 0,1 1 0,0-1 0,-1 0 0,1 1 0,0-1 0,0 0 0,-1 1 0,1-1 0,0 0 0,0 0 0,0 1 0,0-1 0,0 0 0,0 0 0,0 1 0,0-1 0,1 0 0,-1 1 0,0-1 0,0 0 0,0 0 0,1 1 0,-1-1 0,0 1 0,1-1 0,-1 0 0,1 1 0,-1-1 0,1 1 0,-1-1 0,1 1 0,-1-1 0,1 1 0,0-1 0,7-12 0,1 0 0,1 1 0,0 0 0,0 0 0,2 1 0,-1 1 0,1 0 0,0 0 0,1 2 0,8-5 0,-6 2 0,71-49 0,4 4 0,1 3 0,3 5 0,2 3 0,17-1 0,-104 42 0,0 1 0,0 0 0,1 0 0,-1 1 0,1 0 0,0 0 0,-1 1 0,1 1 0,0 0 0,0 0 0,5 1 0,-14 1 0,1 0 0,-1 0 0,0-1 0,0 1 0,-1 0 0,1 0 0,0 0 0,-1 0 0,1 0 0,-1 0 0,1 1 0,-1-1 0,0 0 0,0 0 0,0 0 0,0 0 0,0 0 0,-1 0 0,1 0 0,-1 0 0,1 0 0,-1 0 0,0 0 0,0 0 0,0 0 0,0 0 0,0 0 0,0 0 0,0-1 0,-1 1 0,1 0 0,0-1 0,-1 1 0,0-1 0,1 0 0,-1 0 0,0 1 0,0-1 0,0 0 0,-27 23 0,-2-1 0,-1-1 0,-1-2 0,0-1 0,-2-2 0,0-1 0,0-2 0,-2-1 0,-13 2 0,46-14-12,1 1 0,-1-1 0,0 0 0,1 0-1,-1-1 1,0 1 0,0-1 0,0 1 0,1-1 0,-1-1 0,0 1 0,0 0-1,0-1 1,1 0 0,-1 0 0,0 0 0,1 0 0,-1 0 0,1-1 0,-1 0-1,1 0 1,-3-1 12,-13-35-3160,14-13-8312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2:48.11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119 397 30703,'0'0'736,"0"0"-216,-9 182-112,-4-64-8,2 20-400,2-12 0,1-25 0,1-36 0,3-26 0,-3 1 0,-8-9-568,-1-3-840,-3-22-1761</inkml:trace>
  <inkml:trace contextRef="#ctx0" brushRef="#br0" timeOffset="920.482">345 12 29574,'0'0'716,"0"0"-394,0 0-74,0 0 17,0 0-49,0 0-88,15 13-60,48 40-36,-54-45-7,-2 1 0,1 0-1,-1 0 1,0 0-1,-1 1 1,0 0-1,-1 1 1,0-1 0,0 1-1,-1 0 1,-1 0-1,0 1 1,0-1-1,-1 0 1,-1 1-1,0 0 1,0-1 0,-1 1-25,0-10 3,7 437 684,-44 175-622,10-483-1429,17-120-417</inkml:trace>
  <inkml:trace contextRef="#ctx0" brushRef="#br0" timeOffset="1179.855">1 1383 30743,'0'0'744,"0"0"-544,0 0-56,0 0 120,177 26-112,-94-28-152,29-22-224,22-23-416,-24 4-689,-18-5-9249</inkml:trace>
  <inkml:trace contextRef="#ctx0" brushRef="#br0" timeOffset="1442.109">961 687 30607,'0'0'1046,"0"0"-778,0 0-199,0 0 52,0 0-1,15 7-127,45 23-277,-59-30 260,-1 1-1,1 0 1,0 0-1,0 0 1,0 0 0,0 0-1,-1 0 1,1 0-1,0 0 1,-1 0 0,1 1-1,-1-1 1,1 0-1,-1 0 1,0 0 0,0 1-1,1-1 1,-1 0-1,0 1 1,0-1-1,0 0 1,0 0 0,-1 1-1,1-1 1,0 0-1,0 0 1,-1 1 0,1-1-1,-1 0 1,1 0-1,-1 0 1,1 0-1,-1 0 1,0 1 0,1-1-1,-1 0 1,0 0-1,0-1 1,0 1 0,0 0-1,0 0 1,0 0-1,0-1 1,0 1-1,0 0 1,0-1 0,0 1-1,-1-1 1,0 1 24,-2 2-180,-228 145-3792,165-112 5274,56-19 512,40-15-1186,-26-2-651,230-32 637,-232 31-614,1 1 1,-1-1-1,0 1 1,0 0-1,0-1 1,0 1-1,1 0 1,-1 0-1,0 0 1,0 0-1,1 0 1,-1 0-1,0 0 1,0 0-1,0 0 0,1 1 1,-1-1-1,0 0 1,0 1-1,0-1 1,0 1-1,0-1 1,0 1-1,0 0 1,0-1-1,0 1 1,0 0-1,0 0 1,0 0-1,0 0 1,0 0-1,-1 0 1,1 0-1,0 0 1,-1 0-1,1 1 0,-23 44 21,-263 229 13,242-237-52,49-38-527,85-53-3337,-39 23-3708</inkml:trace>
  <inkml:trace contextRef="#ctx0" brushRef="#br0" timeOffset="1751.355">899 1407 27886,'0'0'1992,"-24"113"-1207,4-44-217,1 6-232,3-14-184,10-14-96,6-19-56,0-20-8,11-8-152,15-18-184,9-28-416,9-15-241,22-47-303,-9 13 88,-9 8-1705</inkml:trace>
  <inkml:trace contextRef="#ctx0" brushRef="#br0" timeOffset="2045.412">1241 1105 25085,'0'0'2465,"0"0"-1121,0 0-608,0 0-40,0 0-135,-147 59-185,112-21-120,9 1-64,13-1-56,13-3-88,0-5-8,15-6-40,14-5 0,6-9-136,22-10-296,-7-8-945,-4-15-2783</inkml:trace>
  <inkml:trace contextRef="#ctx0" brushRef="#br0" timeOffset="2046.412">1421 687 30398,'-2'23'779,"-29"958"811,18-503-1590,4-750-3023,0 186-227</inkml:trace>
  <inkml:trace contextRef="#ctx0" brushRef="#br0" timeOffset="2373.618">1509 1072 30326,'0'0'745,"0"0"-201,0 0-128,0 0-208,138 92-208,-94-66-24,-5-4-2113</inkml:trace>
  <inkml:trace contextRef="#ctx0" brushRef="#br0" timeOffset="2680.912">2046 910 30575,'0'0'752,"0"0"-504,0 0-152,0 0 8,0 0-56,129 30-48,-81-15-432,-13-3-2857</inkml:trace>
  <inkml:trace contextRef="#ctx0" brushRef="#br0" timeOffset="2927.11">1967 1243 30943,'0'0'1192,"0"0"-1120,0 0 48,114 0 40,0-19-24,26-11-136,-17 2-1000,-29 5-12627</inkml:trace>
  <inkml:trace contextRef="#ctx0" brushRef="#br0" timeOffset="3448.6">3391 730 29414,'0'0'1181,"0"0"-617,0 0-240,0-24-8,-1-147 187,1 147-454,2 17-35,0 0 1,-1 0-1,0 0 0,-1-1 1,0 1-1,0 0 0,0-1 0,-1 1 1,0 0-1,0 0 0,-1 0 1,0 0-1,0 0 0,-1 0 0,0 0 1,0 1-1,0-1 0,-1 1 0,0 0 1,0 0-1,-1 0 0,0 1 1,0-1-1,0 1 0,0 0 0,-1 1 1,0-1-1,-3-1-14,2 3 1,-1 0-1,0 0 1,0 1 0,0 0 0,0 0-1,0 1 1,0 0 0,0 0 0,0 1-1,-1 0 1,1 0 0,0 1-1,0 0 1,0 1 0,-1-1 0,2 2-1,-1-1 1,0 1 0,0 0 0,1 1-1,0 0 1,-1 0 0,2 0-1,-2 2 0,-10 8 0,2 0 0,0 1 0,1 1 0,0 0 0,2 1-1,0 1 1,0 0 0,-7 16 0,-7 16 0,2 1 0,2 1 0,2 1 0,2 1 0,3 1 0,3 0 0,2 1 0,2 1 0,1 27 0,6-76 0,1 0 0,1 0 0,-1 0 0,2 0 0,-1 0 0,1-1 0,0 1 0,0 0 0,1 0 0,0 0 0,1-1 0,0 1 0,0-1 0,0 0 0,1 0 0,0 0 0,0 0 0,1-1 0,0 0 0,0 0 0,0 0 0,1 0 0,0-1 0,0 0 0,1 0 0,-1-1 0,1 0 0,0 0 0,0 0 0,2 0 0,3-1 0,-1 0 0,0-1 0,0 0 0,1-1 0,-1 0 0,1-1 0,-1 0 0,1-1 0,-1 0 0,1-1 0,-1 0 0,0-1 0,0 0 0,0-1 0,0 0 0,0-1 0,-1 0 0,0 0 0,0-1 0,-1-1 0,3-1 0,14-12 0,0 0 0,-2-2 0,-1-1 0,0 0 0,-2-2 0,18-26 0,38-81-3,-53 73-4420,-14 28-11787</inkml:trace>
  <inkml:trace contextRef="#ctx0" brushRef="#br0" timeOffset="3628.282">3648 1237 30591,'0'0'1208,"0"0"-496,42 113-456,-20-76-256,2-7 0,0-8 0,-2-7 0,-5-3 0,1-2 0,-5-4 0,-9-4-896</inkml:trace>
  <inkml:trace contextRef="#ctx0" brushRef="#br0" timeOffset="5055.352">4349 438 28758,'0'0'1472,"0"0"-1143,0 0-49,0 0 224,-50 119-32,37-66-96,2 10-48,2 2-120,5 6-168,-1 2-40,5 2 0,0 24 0,0-20-960,0-16-3529</inkml:trace>
  <inkml:trace contextRef="#ctx0" brushRef="#br0" timeOffset="6399.141">6693 464 28142,'0'0'2040,"0"0"-1639,-20 107 119,4-46-8,-1 10-40,-1 4-144,3 0-128,2-4-136,2-8-24,4-6-40,5-12-32,2-9-216,2-16-376,16-12-712,4-8-1081</inkml:trace>
  <inkml:trace contextRef="#ctx0" brushRef="#br0" timeOffset="6709.005">7124 500 28430,'0'0'2313,"0"0"-2001,0 0 328,3 118 0,-3-57-208,-7 4-432,-4 2 0,0 0 0,2-3 0,3-5 0,8-6 0,20-16-608,6-17-1569</inkml:trace>
  <inkml:trace contextRef="#ctx0" brushRef="#br0" timeOffset="7015.435">7898 811 29422,'0'0'1253,"0"0"-531,13-17-43,42-57-157,-52 68-511,1 1-1,-1-1 1,-1 0 0,1 0 0,-1 0 0,0 0 0,0 0 0,0 0 0,-1-1 0,0 1 0,-1-1 0,1 1-1,-1 0 1,0-1 0,-1-4-11,0-9 6,1 16-6,0 0 0,-1 0 0,1 0 0,-1 0 0,0 0 0,0 0 0,0 1 0,0-1 0,-1 0 0,0 1 0,0-1 0,0 1 0,0-1 0,0 1 0,-1 0 0,1 0 0,-1 0 0,0 0 0,0 0 0,0 1 0,0 0 0,0-1 0,-1 1 0,1 0 0,-1 0 0,1 1 0,-1-1 0,0 1 0,0 0 0,0 0 0,-2 0 0,-3-1 0,-1 0 0,1 1 0,-1 0 0,0 1 0,1 0 0,-1 0 0,0 1 0,1 1 0,-1-1 0,1 2 0,-1-1 0,1 1 0,-1 1 0,-4 4 0,0 1 0,0 1 0,1 0 0,0 0 0,0 1 0,1 1 0,1 0 0,0 1 0,1 0 0,0 1 0,1 0 0,0 0 0,2 1 0,-1 0 0,2 0 0,0 1 0,1 0 0,0 0 0,2 0 0,0 1 0,0-1 0,2 1 0,0 0 0,1 14 0,0-25 0,0 0 0,0 0 0,0 0 0,1 0 0,0 0 0,0 0 0,0-1 0,1 1 0,0 0 0,0-1 0,1 1 0,-1-1 0,1 1 0,0-1 0,1 0 0,-1-1 0,1 1 0,0 0 0,0-1 0,1 0 0,-1 0 0,1 0 0,0-1 0,0 1 0,0-1 0,0 0 0,1-1 0,-1 1 0,1-1 0,-1 0 0,1-1 0,5 2 0,-1-1 0,0 0 0,1-1 0,-1 0 0,0-1 0,1 0 0,-1-1 0,0 0 0,0 0 0,1-1 0,-1 0 0,0-1 0,-1 0 0,1-1 0,0 0 0,-1-1 0,0 0 0,0 0 0,0 0 0,-1-1 0,3-3 0,99-106-555,-69 59-1451</inkml:trace>
  <inkml:trace contextRef="#ctx0" brushRef="#br0" timeOffset="8115.712">5958 732 29478,'0'0'1487,"0"0"-747,0 0-339,0 0-111,-7-19-106,3 9-169,1-2-13,0 1 0,0-1 0,-1 1 0,-1 0 0,0 1 0,-1-1 0,1 1 0,-2 0 0,0 0 0,0 1 0,-1 0 0,0 0 0,0 1 0,-1 0 0,0 0 0,0 1 0,-1 0 0,0 1 0,0 0 0,-1 1 0,0 0 0,-3-1-2,3 5-4,1 1 0,-1 0 0,1 0-1,-1 1 1,1 1 0,-1 0 0,1 0 0,0 1 0,-1 0-1,2 1 1,-1 0 0,0 0 0,1 1 0,0 1 0,0-1 0,0 2-1,1-1 1,0 1 0,0 0 0,1 1 0,0 0 0,0 0-1,-1 3 5,-4 4 2,1 1 0,1 1-1,0 0 1,1 0-1,1 0 1,1 1-1,1 1 1,0-1-1,1 1 1,1 0-1,1 0 1,0 9-2,2-24 3,0 1 0,1 0 0,0-1 0,0 1 0,1 0 0,-1 0 0,1-1 0,0 1 0,0 0 0,0-1 0,1 1 0,-1-1 0,1 1 0,0-1 0,1 0-1,-1 0 1,1 0 0,0 0 0,0 0 0,0-1 0,0 1 0,1-1 0,-1 0 0,1 0 0,0 0 0,0-1 0,0 1 0,0-1 0,0 0 0,0 0 0,1 0 0,-1-1 0,1 1 0,0-1 0,-1 0 0,1-1 0,1 1-3,22 3 4,0 0-1,0-2 1,1-2 0,-1 0-1,0-2 1,0-1-1,0-1 1,0-2-1,-1 0 1,0-2 0,0-1-1,-1-1 1,14-8-4,102-76-2683,-110 60-2788</inkml:trace>
  <inkml:trace contextRef="#ctx0" brushRef="#br0" timeOffset="8675.328">2249 1985 21709,'0'0'4251,"0"0"-1981,31 7-940,30 7-791,1-3 1,0-3 0,51 0-540,1658-57 1666,-164-3-1744,-1432 54 78,1 7 0,-2 8 0,0 8 0,-1 7 0,-2 7 0,-2 8 0,21 16 0,-36-6 0,-141-57-127,-10-1-506</inkml:trace>
  <inkml:trace contextRef="#ctx0" brushRef="#br0" timeOffset="57020.101">2508 1 27854,'0'0'2746,"0"0"-1955,0 0-625,23 16 57,264 218 735,350 401-929,-468-444-185,-158-182-823,-9-8-951</inkml:trace>
  <inkml:trace contextRef="#ctx0" brushRef="#br0" timeOffset="57268.857">3775 184 30695,'-138'81'1512,"-53"43"-1304,-48 44 48,-17 29-160,21 6-96,60-41 0,33-24-888</inkml:trace>
  <inkml:trace contextRef="#ctx0" brushRef="#br1" timeOffset="76689.694">3876 1216 22693,'0'0'2895,"0"0"288,0 0-1853,0 0-650,0 0-198,-6 0-84,-19 1-57,20 42 347,52 195-611,-45-223-77,3 25 0,1 0 0,2 0 0,2-1 0,1 0 0,2-1 0,9 16 0,-19-50 0,0 1 0,0 0 0,1-1 0,0 0 0,-1 1 0,1-2 0,1 1 0,-1 0 0,1-1 0,-1 0 0,1 0 0,0 0 0,0 0 0,0-1 0,1 0 0,-1 0 0,0-1 0,1 1 0,-1-1 0,1 0 0,0 0 0,-1-1 0,1 0 0,0 0 0,-1 0 0,1-1 0,146-33 0,167-99 0,-190 75 0,3 6 0,44-8 0,-107 41 0,1 4 0,1 2 0,0 3 0,0 4 0,1 2 0,0 4 0,17 4 0,-75-3 0,-1 2 0,0-1 0,0 2 0,0-1 0,0 2 0,-1 0 0,0 0 0,0 1 0,0 1 0,0 0 0,-1 0 0,0 1 0,-1 1 0,0 0 0,0 0 0,-1 1 0,0 0 0,-1 0 0,0 1 0,-1 1 0,0-1 0,5 11 0,9 27 0,-1 0 0,-3 1 0,-2 0 0,-2 2 0,-1 11 0,2 0 0,-13-62 0,0 1 0,0 0 0,0-1 0,0 1 0,0-1 0,0 1 0,1-1 0,-1 1 0,0-1 0,1 0 0,-1 0 0,1 1 0,0-1 0,-1 0 0,1 0 0,0-1 0,0 1 0,-1 0 0,1-1 0,0 1 0,0-1 0,0 1 0,0-1 0,0 0 0,0 0 0,0 0 0,0 0 0,0 0 0,-1 0 0,1-1 0,0 1 0,0-1 0,0 1 0,0-1 0,0 0 0,-1 0 0,1 1 0,0-1 0,-1 0 0,1-1 0,0 1 0,-1 0 0,0 0 0,1-1 0,-1 1 0,0-1 0,1 1 0,-1-1 0,0 1 0,0-1 0,0 0 0,-1 1 0,2-3 0,2 1 0,167-132 0,-43 32 0,5 5 0,47-21 0,-161 106 0,1 0 0,0 1 0,1 1 0,0 2 0,1 0 0,0 1 0,1 1 0,-1 0 0,1 2 0,0 1 0,1 1 0,-1 1 0,1 1 0,-1 1 0,0 1 0,1 1 0,-1 2 0,0 0 0,0 1 0,0 1 0,-1 1 0,0 1 0,17 9 0,92 74 0,-107-72 0,-1 0 0,2-1 0,1-2 0,0-1 0,1-1 0,0-1 0,1-1 0,0-1 0,1-2 0,28 5 0,-37-11 0,0-1 0,0 0 0,0-2 0,1-1 0,-1 0 0,0-1 0,0-2 0,0 0 0,0-1 0,-1 0 0,0-2 0,0 0 0,0-2 0,-1 0 0,0-1 0,-1 0 0,16-13 0,-15 9 0,0-1 0,0-1 0,-1 0 0,-1-2 0,-1 1 0,-1-2 0,0 0 0,-1-1 0,-1 0 0,-1-1 0,-1 0 0,4-13 0,-12 29-39,-1 0 0,0 0 0,-1 0 0,1 0 0,-1 0 0,0 0 1,0 0-1,0 0 0,-1 0 0,0 0 0,0 0 0,0 1 0,0-1 0,-1 0 0,0 0 0,0 1 0,0-1 0,-1 1 0,1 0 0,-1 0 1,0 0-1,0 0 0,-1 0 0,1 0 0,-1 1 0,0 0 0,0 0 0,0 0 0,0 0 0,0 0 0,-1 1 0,1 0 0,-1 0 1,1 0-1,-1 0 0,0 1 0,-1 0 39,-70-22-4865</inkml:trace>
  <inkml:trace contextRef="#ctx0" brushRef="#br1" timeOffset="77138.278">5228 2455 28566,'0'0'1268,"0"0"-557,0 0-3,0 0 20,0 0-210,-15 6-286,-3 3-227,0 0 0,1 1 0,1 0 1,-1 2-1,2 0 0,0 1 0,-11 11-5,-18 21-21,-9 8-55,1 3 0,4 1 1,-39 59 75,74-88-531,13-27 497,1-1-1,-1 1 1,0 0-1,0-1 1,1 1-1,-1 0 1,0-1 0,1 1-1,-1-1 1,0 1-1,1-1 1,-1 1-1,1 0 1,-1-1-1,1 0 1,-1 1-1,1-1 1,0 1-1,-1-1 1,1 0 0,-1 1-1,1-1 1,0 0-1,-1 1 1,1-1-1,0 0 1,-1 0-1,1 0 1,0 0-1,0 0 1,-1 0 0,1 0-1,0 0 1,-1 0-1,1 0 1,0 0-1,-1 0 1,1-1-1,0 1 1,-1 0-1,1 0 1,0-1-1,-1 1 1,1 0 0,0-1-1,-1 1 1,1-1-1,-1 1 1,1-1-1,-1 1 35,1 0-23,22-9-466,0-1-1,0-1 0,-1 0 0,0-2 0,-1-1 0,19-16 490,24-14-12,-58 41 21,3-5 212,1 0 0,1 2 1,0-1-1,0 1 0,0 1 1,0 0-1,1 0 0,0 1 1,0 1-1,0 0 0,0 0 1,1 1-1,-1 1 1,1 0-1,0 1-221,-10 2 46,0 0 1,0 1 0,-1-1-1,1 1 1,-1-1-1,0 1 1,0 0-1,0 0 1,0 0-1,0 0 1,0 0-1,-1 0 1,0 1 0,1-1-1,-1 0 1,0 1-1,-1-1 1,1 1-1,-1-1 1,0 1-1,1-1 1,-1 1-1,-1 0 1,1-1 0,-1 1-1,1-1 1,-1 1-1,0 0-46,0 11 153,-2 22-34,-1 1 0,-2-1-1,-2 0 1,-1 0 0,-2-1-1,-7 13-118,-38 159-21,84-253-810,69-125-1744,-47 81-236</inkml:trace>
  <inkml:trace contextRef="#ctx0" brushRef="#br1" timeOffset="77477.035">5647 2490 29110,'0'0'926,"0"0"-393,0 0-11,-2 17-173,-25 118-113,27-135-249,0 0 0,0-1 0,0 1 0,0 0 0,1-1 0,-1 1 0,0 0 0,0-1 0,1 1 0,-1 0 0,0-1 1,0 1-1,1 0 0,-1 0 0,0-1 0,1 1 0,-1 0 0,0 0 0,1 0 0,-1 0 0,0-1 0,1 1 0,-1 0 0,0 0 0,1 0 0,-1 0 0,1 0 0,-1 0 0,0 0 0,1 0 0,-1 0 0,0 0 0,1 0 0,-1 0 0,1 0 0,-1 0 0,0 1 0,1-1 0,-1 0 0,0 0 0,1 0 1,-1 0-1,0 1 0,1-1 0,-1 0 0,0 0 0,0 1 0,1-1 0,-1 0 0,0 1 0,0-1 0,1 0 0,-1 0 0,0 1 0,0-1 0,0 1 0,0-1 0,1 0 0,-1 1 0,0-1 0,0 0 13,35-33-368,-30 28 241,17-20 76,1 2-1,1 0 0,1 2 0,0 1 0,2 1 0,0 1 1,2 1-1,0 2 0,0 0 0,1 2 0,1 2 0,0 1 1,1 1-1,0 1 0,3 2 52,-19 4 147,0 2 0,0 0 0,0 1 1,0 1-1,0 0 0,0 1 0,-1 1 0,1 0 0,0 2-147,-11-5 35,-1 1-1,1 0 0,-1 0 0,0 0 0,0 1 0,0 0 0,0-1 0,0 1 1,-1 1-1,1-1 0,-1 0 0,0 1 0,0 0 0,0-1 0,0 1 0,-1 0 1,0 1-1,1-1 0,-2 0 0,1 1 0,0-1 0,-1 1 0,0 0 0,0-1 1,0 1-1,-1 0 0,1-1 0,-1 1 0,0 0 0,-1 0 0,1-1 0,-1 2-33,-4 3 9,0 1 1,-1-1 0,0 0 0,-1 0 0,0 0 0,0-1 0,0 0 0,-1-1 0,-1 1 0,1-2 0,-1 1-1,0-1 1,-1 0 0,1-1 0,-1 0 0,0-1 0,-11 3-11,19-6-1,-11 7-231,1-1 1,-2-1 0,1 0 0,0-1 0,-1 0 0,0-1 0,0-1 0,-1 0 0,1-1 0,-1 0-1,1-1 1,-1-1 0,1 0 0,-11-3 231,6-11-2788</inkml:trace>
  <inkml:trace contextRef="#ctx0" brushRef="#br1" timeOffset="77711.25">6090 2411 27078,'0'0'2088,"0"0"-759,-13 105-729,-12-40-112,-5 4-48,-3 4-224,0-6-144,5-10-72,3-12-232,6-15-72,6-14 32,-7-16-392,7 0-1057,-3-4-1087</inkml:trace>
  <inkml:trace contextRef="#ctx0" brushRef="#br1" timeOffset="78084.677">5671 2786 27310,'0'0'1918,"-8"24"-645,-47 170 86,0 185-487,54-368-851,2-39-63,39-245-573,-34 245 571,-5 17 54,0 0 0,1 1 0,0-1-1,1 0 1,0 1 0,1-1 0,0 1 0,0 0-1,1 1 1,1-1 0,0 1 0,0 0 0,0 0-1,1 1 1,1-1 0,-1 2 0,1-1 0,0 1-1,1 0 1,0 1 0,0 0 0,1 0 0,5-2-10,38-6 57,0 2 1,1 2 0,0 3 0,1 2 0,-1 2-1,42 4-57,-67-1-1,252 2-6,-275-3 9,0 1-1,0-1 0,0 1 1,1 0-1,-1 1 0,0 0 1,0 0-1,0 0 0,0 1 1,0-1-1,0 2 0,0-1 1,-1 0-1,1 1 0,-1 0 1,0 1-1,0-1 0,0 1 1,0 0-1,0 0 0,-1 0 1,0 1-1,0 0 0,0 0 1,0 0-1,-1 0 0,0 0 1,0 1-1,0-1 0,-1 1 1,0 0-1,0 0 0,0 0 1,-1 0-1,0 0 0,0 0 1,0 0-1,-1 0 0,0 0-1,-6 11 7,-2-2 0,0 1-1,0-1 1,-1 0 0,-1-1-1,-1 0 1,0 0 0,-1-1 0,0-1-1,-1 0 1,0-1 0,-1 0-1,0-1 1,-5 2-7,2 1 5,-15 14-22,-1-2 0,-1-2 0,-1-1 0,-1-2 0,-1-1 0,-10 3 17,-76 0-2917,92-22-1530</inkml:trace>
  <inkml:trace contextRef="#ctx0" brushRef="#br1" timeOffset="78332.005">5855 3082 26142,'0'0'2800,"0"0"-2536,0 0 64,0 0 312,0 0-39,-101 116-177,97-104-136,4-8-48,4-4 48,31 0 184,14-16-208,16-9-256,14-9-8,31-21-600,-20 7-880,-13 5-3690</inkml:trace>
  <inkml:trace contextRef="#ctx0" brushRef="#br1" timeOffset="78553.175">6324 2960 30326,'0'0'1169,"0"0"-761,-24 100-48,24-33-208,0-12-152,0-5-1368</inkml:trace>
  <inkml:trace contextRef="#ctx0" brushRef="#br1" timeOffset="88441.111">3911 2697 29526,'-24'19'1191,"-267"232"-101,272-234-1059,1 2 0,0 0 1,2 1-1,0 0 0,1 2 1,2-1-1,0 2 0,1 0 0,1 0 1,1 1-1,2 1 0,0-1 1,1 1-1,2 1 0,0 4-31,5 23-6,2 0 0,3-1 0,2 0 0,2 0 0,2-1 0,7 14 6,17 89-110,-31-139 104,0 0 1,-1 1 0,-1-1 0,-1 0 0,0 1 0,-1-1 0,0 1 0,-2-1-1,0 0 1,0 0 0,-1 1 0,-1-1 0,-5 10 5,-32 29 6,34-47-6,0 0 1,1 0-1,0 1 0,1 0 0,-1 0 1,1 0-1,1 1 0,0 0 1,0 0-1,0 0 0,0 3 0,5-7-3,-1 0 0,1 0 0,0 0 0,0 0 0,1-1 0,-1 1 0,1-1 0,0 1 0,1-1 0,-1 0 0,1 1 0,-1-1 0,1 0 0,0-1 0,1 1 0,-1-1 0,1 1 0,-1-1 0,1 0 0,0 0 0,4 2 3,21 21-10,-12-6 26,-1 1 0,0 1 0,-2 0-1,0 2 1,-1-1 0,-2 1 0,-1 1 0,0 0 0,-2 0 0,-1 1 0,-1 0 0,-1 1-16,21 318 322,-26-341-319,-2 145 123,-7 0 0,-19 90-126,12-79 0,16-158-13,0 0 0,0 0 0,1 0 0,-1 0-1,1 0 1,0 0 0,-1 0 0,1 0 0,0-1 0,0 1 0,0 0 0,0 0-1,1-1 1,-1 1 0,0-1 0,1 1 0,-1-1 0,1 0 0,0 1 0,-1-1-1,1 0 1,0 0 0,0 0 0,-1 0 0,1 0 0,0-1 0,0 1 0,0 0 0,0-1-1,0 0 1,0 1 0,0-1 0,0 0 0,0 0 0,0 0 0,0 0 0,0-1-1,0 1 1,1 0 0,-2-1 0,1 1 0,0-1 0,0 0 0,0 0 0,0 0 13,12 0-317,34-4-1361</inkml:trace>
  <inkml:trace contextRef="#ctx0" brushRef="#br1" timeOffset="88880.24">7922 2287 28582,'0'0'2057,"0"0"-1817,0 0 24,0 0 80,0 0 8,35 104-176,-35-68-120,0 1-56,-33 19-288,0-13-752,-6-5-2873</inkml:trace>
  <inkml:trace contextRef="#ctx0" brushRef="#br1" timeOffset="89129.078">7385 2723 14891,'0'0'11079,"0"0"-8438,30-3-2115,191-23 493,-104 21-438,-116 5-575,1-1 0,-1 1 0,1 0 0,0 0-1,-1-1 1,1 1 0,0 0 0,-1 0 0,1 1 0,0-1 0,-1 0-1,1 1 1,0-1 0,-1 0 0,1 1 0,-1 0 0,1-1 0,-1 1-1,1 0 1,-1 0 0,0 0 0,1 0 0,-1 0 0,0 0-1,0 0 1,0 1 0,1-1 0,-1 0 0,-1 1 0,1-1 0,0 0-1,0 1 1,0-1 0,-1 1 0,1-1 0,-1 1 0,1 0 0,-1-1-1,0 1 1,1 0 0,-1-1 0,0 1 0,0 0 0,0-1-1,0 1 1,-1 0 0,1-1 0,0 1 0,-1-1 0,1 1 0,-1 0-1,0-1 1,1 1 0,-1-1 0,0 0 0,0 1 0,0-1-6,-98 111 257,-331 243-226,382-312-262,40-26-2248,32-21-597</inkml:trace>
  <inkml:trace contextRef="#ctx0" brushRef="#br1" timeOffset="89350.256">7598 3015 26350,'0'0'1672,"0"0"-712,0 0-32,15 150-319,-26-81-265,-13 2-224,-4 0-88,-1-4-32,5-12-288,13-17-553,7-17-1111,4-19-9122</inkml:trace>
  <inkml:trace contextRef="#ctx0" brushRef="#br1" timeOffset="89628.057">7955 3007 15315,'0'0'10258,"0"0"-9425,-140 69-633,81-22-200,6 5 72,16-1 264,19-6 176,18-5-32,9-11 48,30-11-96,40-18-432,-9 0-536,-6-12-1312</inkml:trace>
  <inkml:trace contextRef="#ctx0" brushRef="#br1" timeOffset="89893.729">8242 2585 29390,'0'0'1321,"0"0"-689,-59 183 48,20-64 16,-14 27-648,0 5-48,7-26 0,16-37 0,14-38 0,12-21 0,4-7-200,6-22-568,16-4-1065,5-27-2752</inkml:trace>
  <inkml:trace contextRef="#ctx0" brushRef="#br1" timeOffset="89894.729">8181 2918 29590,'0'0'1265,"0"0"-889,0 0 72,144 10-128,-87 4-184,25 6-136,-17-5-552,-10-3-3881</inkml:trace>
  <inkml:trace contextRef="#ctx0" brushRef="#br1" timeOffset="90303.665">8762 2711 29262,'0'0'1375,"0"0"-949,0 0-160,22 16 98,71 52 19,-85-64-372,-1 1-1,0-1 1,-1 1 0,1 0-1,-1 1 1,0 0 0,0 0-1,-1 0 1,0 0 0,0 1-1,0 0 1,-1 0-1,0 0 1,0 1 0,-1-1-1,0 1 1,0 0 0,-1 0-1,0 0 1,0 0-1,-1 0 1,0 1 0,-1-1-1,1 0 1,-2 0 0,1 1-1,-1-1 1,0 0 0,-1 0-1,0 0 1,0 0-1,-1 0 1,0 0 0,0-1-1,-1 1 1,0-1 0,-3 5-11,-21 22-98,-2 0 1,0-2 0,-3-1 0,0-2 0,-2-1-1,-1-1 1,-15 6 97,37-23 12,13-10-2,0 0-1,0 0 0,0 1 1,0-1-1,0 0 0,0 1 1,0-1-1,0 0 0,0 1 1,0-1-1,0 1 0,0 0 1,0-1-1,0 1 1,0 0-1,1-1 0,-1 1 1,0 0-1,1 0 0,-1 0 1,0 0-1,1 0 0,-1-1 1,1 1-1,-1 0 0,1 0 1,0 0-1,-1 0 0,1 1 1,0-1-1,0 0 0,0 0 1,0 0-1,0 0 0,0 0 1,0 0-1,0 0 0,0 0 1,0 0-1,1 0 0,-1 0 1,0 0-1,1 0 0,-1 0 1,1 0-1,-1 0 0,1 0 1,-1 0-1,1 0 0,0 0 1,-1-1-1,1 1-9,134 3 471,-92-7-706,0-3 0,-1-1 0,0-2 0,0-2 1,32-13 234,-13 4-973,23-6-1640</inkml:trace>
  <inkml:trace contextRef="#ctx0" brushRef="#br1" timeOffset="90690.43">9476 3226 29238,'0'0'894,"0"0"-3,0 0-121,0 0-195,12-20-281,34-67-201,-28-25-82,-19 85-10,1 24-1,1-1 0,-1 1 0,1-1 0,-1 1 0,0-1 0,-1 1 0,1-1 0,-1 1 0,1-1 0,-1 1 0,0 0 0,0-1 0,-1 1 0,1 0 0,-1 0 0,1 0 0,-1 0 0,0 0 0,0 0 0,0 0 0,-1 1 0,1-1 0,-1 1 0,1-1 0,-1 1 0,0 0 0,0 0 0,0 0 0,0 1 0,0-1 0,0 1 0,0 0 0,-1-1 0,1 2 0,0-1 0,-1 0 0,1 1 0,-1-1 0,1 1 0,-1 0 0,1 0 0,-1 0 0,1 1 0,-1-1 0,1 1 0,-1 0 0,-8 7 0,1 0 0,1 1 0,-1 0 0,1 1 0,1 0 0,0 1 0,0 0 0,1 0 0,1 1 0,0 0 0,0 0 0,2 1 0,-2 3 0,-3 2 0,1 0 0,1 0 0,1 1 0,1 0 0,0 1 0,2-1 0,0 1 0,1 0 0,1 0 0,1 0 0,0 0 0,2 0 0,0 0 0,2 1 0,-1-14 0,1 0 0,0 0 0,0-1 0,0 1 0,1-1 0,0 0 0,0 0 0,1-1 0,0 1 0,0-1 0,0 0 0,0 0 0,1-1 0,0 1 0,0-1 0,0 0 0,0-1 0,1 0 0,-1 0 0,1 0 0,0-1 0,0 0 0,0 0 0,0-1 0,0 1 0,1-2 0,0 1 0,11 1 0,1-1 0,-1 0 0,1-2 0,-1 0 0,0-1 0,0-1 0,0 0 0,0-2 0,10-4 0,41-23-300,-15-5-1200</inkml:trace>
  <inkml:trace contextRef="#ctx0" brushRef="#br1" timeOffset="93946.539">8731 5212 30727,'0'0'1144,"0"0"-784,-33 123 176,18-60-536,-1 4 0,-3 6 0,1 4 0,3-4 0,15 0 0,2-20-1680,20-23-7018</inkml:trace>
  <inkml:trace contextRef="#ctx0" brushRef="#br1" timeOffset="94212.905">9470 5522 29534,'0'0'1513,"0"0"-1048,3-19-205,10-63 74,-14 76-323,0 1 0,0-1 0,0 1 0,-1-1 0,1 1 0,-1-1 0,-1 1 0,1 0 0,-1 0 0,0 0 0,0 1 0,0-1 0,0 1 0,-1-1 0,0 1 0,0 0 0,0 0 0,-1 1 0,1-1 0,-1 1 0,0 0 0,0 1 0,0-1 0,0 1 0,0 0 0,0 0 0,-1 0 0,1 1 0,-1 0 0,1 0 0,-1 0 0,0 1 0,1-1 0,-1 2 0,0-1 1,1 0-1,-1 1 0,1 0 0,-1 1 0,1-1 0,-3 2-11,-5 0 6,0 1 0,1 0-1,-1 1 1,1 0 0,0 1 0,0 1 0,1 0 0,-1 0 0,2 1 0,-1 1 0,1 0 0,0 0 0,1 1 0,0 0 0,1 0 0,0 1 0,1 0 0,0 1 0,0-1 0,1 2 0,1-1 0,0 0 0,1 1 0,0 0 0,1 0 0,0 0-1,1 0 1,1 1 0,0-1 0,1 11-6,0-18 1,1 1 0,-1-1 0,1 1 0,1-1 0,-1 0 0,1 1 0,0-1 0,1 0 0,-1 0 0,1 0 0,0-1 0,1 1 0,-1-1 0,1 0 0,0 0 0,0 0 0,1 0 0,0-1 0,-1 1 0,1-1 0,1 0 0,-1-1 0,1 1 0,-1-1 0,1 0 0,0-1 0,0 0 0,0 1 0,1-2 0,-1 1 0,6 0-1,-6 0 0,1 0 0,0-1 0,0 0 0,0 0 0,-1-1 0,1 0 0,0 0 0,0 0 0,0-1 0,0 0 0,0 0 0,-1-1 0,1 0 0,0 0 0,-1 0 0,0-1 0,1 0 0,-1-1 0,0 1 0,69-90-216,-51 46-864</inkml:trace>
  <inkml:trace contextRef="#ctx0" brushRef="#br1" timeOffset="92640.646">7344 4605 30166,'0'0'1657,"0"0"-1497,0 0 120,0 0 112,2 144-280,-2-95-112,-11 4 0,-11 7 0,-31 20-496,7-13-1208,-4-13-7570</inkml:trace>
  <inkml:trace contextRef="#ctx0" brushRef="#br1" timeOffset="92857.156">6736 5214 21781,'0'0'7344,"0"0"-5536,20-8-1457,45-17-107,1 2-1,0 3 1,2 2 0,41-3-244,-108 20 0,0 0 0,1 1 0,-1-1 0,1 0 0,-1 1 1,1-1-1,-1 1 0,1-1 0,0 1 0,-1 0 0,1 0 0,-1-1 0,1 1 1,0 0-1,-1 0 0,1 1 0,-1-1 0,1 0 0,-1 1 0,1-1 0,0 0 0,-1 1 1,1 0-1,-1-1 0,0 1 0,1 0 0,-1 0 0,0 0 0,1 0 0,-1 0 0,0 0 1,0 0-1,0 0 0,0 1 0,0-1 0,0 0 0,0 1 0,0-1 0,0 0 1,-1 1-1,1-1 0,-1 1 0,1-1 0,-1 1 0,1 0 0,-1-1 0,0 1 0,0-1 1,0 1-1,0 0 0,0-1 0,0 1 0,0-1 0,-1 1 0,1 0 0,0-1 0,-1 1 1,0 0-1,-5 10-1,0 0 0,-1 0 0,-1 0 0,0-1 0,0 0 0,-1-1 0,-1 1 0,0-2 0,-3 3 1,7-6-2,-134 126-637,-5-5 0,-97 59 639,198-161-2390,43-26-888</inkml:trace>
  <inkml:trace contextRef="#ctx0" brushRef="#br1" timeOffset="93121.886">7032 5498 28974,'0'0'1128,"0"0"-199,0 152-385,-13-77-80,-4 2-208,3 0-168,6-4-88,8-12-56,0-17-504,33-44-768,8-14 15,1-26-567</inkml:trace>
  <inkml:trace contextRef="#ctx0" brushRef="#br1" timeOffset="93312.736">7482 5305 28966,'0'0'728,"0"0"-320,0 0 113,-149 73-105,103-33-168,6-1-112,14 2-64,15-5-24,11-5-8,15-9-24,25-8-8,14-10-8,41-6-160,-12-18-400,-11-7-1297</inkml:trace>
  <inkml:trace contextRef="#ctx0" brushRef="#br1" timeOffset="93640.148">7802 5009 29374,'0'0'1657,"-20"115"-1169,9-9 104,-7 40 40,1 10-608,-5-4-24,4-32 0,5-39 0,7-24 0,3-17 0,3-11 0,0-9 0,9-16 0,26-34-560,-4-19-856,0-8-2737</inkml:trace>
  <inkml:trace contextRef="#ctx0" brushRef="#br1" timeOffset="93641.148">7898 5327 18940,'0'0'12035,"0"0"-11531,0 0-272,0 0 8,158 57-224,-92-35-16,-5-7-2233</inkml:trace>
  <inkml:trace contextRef="#ctx0" brushRef="#br1" timeOffset="91164.118">4996 4761 30663,'0'0'744,"0"0"-504,0 0 128,167-26-88,-78 2-168,6-3-112,36-17-64,-28 7-512,-17 1-1553</inkml:trace>
  <inkml:trace contextRef="#ctx0" brushRef="#br1" timeOffset="91444.62">5575 4382 24997,'0'0'5586,"0"0"-5026,-147 128 8,77-57-120,4 10-224,2 2-168,10 4-56,-1 13-312,17-21-824,17-26-2593</inkml:trace>
  <inkml:trace contextRef="#ctx0" brushRef="#br1" timeOffset="91649.262">5426 4713 25261,'0'0'3961,"0"0"-3289,0 0 57,0 0-353,92 128-192,-92-78-184,-20 33-280,-17-14-1121,-12-6-4432</inkml:trace>
  <inkml:trace contextRef="#ctx0" brushRef="#br1" timeOffset="91956.7">4807 5323 29774,'169'-48'833,"24"-9"-297,-22 6 24,-17 6 32,-32 9-216,-34 14-280,-33 9-96,-9 7-56,-11 2-744,-11 2-2577</inkml:trace>
  <inkml:trace contextRef="#ctx0" brushRef="#br1" timeOffset="91957.7">5038 5554 28190,'0'0'2889,"0"0"-2609,0 0-192,-60 106-24,49-68-32,7-5-32,4-3-344,11-24-993,18-6-783,1-4-2721</inkml:trace>
  <inkml:trace contextRef="#ctx0" brushRef="#br1" timeOffset="92221.936">5419 5427 27046,'0'0'2088,"0"0"-1344,0 0 105,0 0-241,0 0-208,-26 142-208,-3-94-136,1-3-56,8-5 0,20-23-344,0-11-704,20-6-1521</inkml:trace>
  <inkml:trace contextRef="#ctx0" brushRef="#br1" timeOffset="92222.936">5697 5272 27174,'0'0'2944,"0"0"-2503,0 0 287,18 104-128,-18-37-88,0 12-192,-20 20-272,-6-7-48,-7 3 0,-6-2 0,-5-18 0,-11 0 0,-4-14 0,-3-12 0,-1-11 0,-16-23-440,18-9-992,14-6-9571</inkml:trace>
  <inkml:trace contextRef="#ctx0" brushRef="#br1" timeOffset="95434.084">9652 2883 22221,'0'0'5240,"0"0"-3665,0 0-907,0 0 141,0 0-175,0 0-244,-8 0-134,-119 25 261,113-18-498,0 2 1,0 0 0,1 0 0,0 1 0,1 1 0,0 0 0,1 1 0,0 0 0,1 0-1,0 2 1,1-1 0,1 1 0,0 0 0,0 1 0,2-1 0,0 2 0,0-1 0,2 0-1,0 1 1,0 0 0,2 0 0,0 0 0,0 13-20,2-21 0,-1 0 0,1-1 0,0 1 0,0 0 0,1 0 0,0-1 0,1 1 0,0-1 0,0 1 0,0-1 0,1 1 0,0-1 0,1 0 0,-1-1 0,1 1 0,1 0 0,-1-1 0,1 0 0,0 0 0,0-1 0,1 1 0,0-1 0,0 0 0,3 2 0,0-1 0,-1-1 0,0 0 0,1 0 0,0-1 0,0 0 0,0 0 0,1-1 0,-1 0 0,1-1 0,0 0 0,0 0 0,-1-1 0,1-1 0,0 0 0,0 0 0,0 0 0,0-2 0,0 1 0,0-1 0,-1 0 0,1-1 0,-1 0 0,0-1 0,1 0 0,-2-1 0,1 1 0,0-1 0,-1-1 0,0 0 0,0 0 0,-1-1 0,0 0 0,0 0 0,0 0 0,2-6 0,-2 5 0,0 0 0,-1-1 0,-1 1 0,1-1 0,-2 0 0,1-1 0,-1 1 0,0-1 0,-1 0 0,0 0 0,-1 0 0,0 0 0,-1-1 0,0 1 0,0 0 0,-1-1 0,0 1 0,-1-1 0,-1 1 0,1 0 0,-1 0 0,-1 0 0,0 0 0,-1 0 0,1 0 0,-2 1 0,1 0 0,-2 0 0,1 0 0,-1 0 0,0 1 0,-4-3 0,3 7-83,-1 0-1,0 1 1,1 0-1,-2 0 1,1 1 0,0 0-1,0 1 1,-1 0-1,1 0 1,-1 1-1,1 0 1,-1 0 0,1 1-1,0 0 1,-1 0-1,1 1 1,0 0-1,0 1 1,0-1 0,-8 5 83,-36 14-4013</inkml:trace>
  <inkml:trace contextRef="#ctx0" brushRef="#br1" timeOffset="96228.141">8845 3652 27686,'0'0'1344,"0"0"-496,-19 13-105,-134 105 335,139-105-993,10-10-59,0 0 1,1 0 0,-1 0 0,0 1-1,1 0 1,0-1 0,0 1 0,0 1 0,0-1-1,1 0 1,-1 1 0,1-1 0,0 1 0,1 0-1,-1-1 1,1 1 0,-1 2-27,4-5 6,0 0 0,0 0 0,0 0 0,0 0 0,0-1 0,0 1 0,0 0 1,0-1-1,1 1 0,-1-1 0,1 0 0,-1 0 0,1 0 0,-1 0 0,1 0 0,-1-1 0,1 1 0,0-1 1,0 0-1,-1 1 0,1-1 0,0-1 0,-1 1 0,3 0-6,1 0 19,286 4 139,-291-4-158,2 1 5,0 0 1,0 0-1,0-1 0,0 1 1,0-1-1,0 0 0,0 0 1,0 0-1,0 0 0,0-1 1,1 1-1,-1-1 1,0 0-1,0 0 0,0 0 1,-1 0-1,1 0 0,0 0 1,0-1-1,-1 0 0,1 1 1,-1-1-1,1 0 1,-1 0-1,0-1 0,0 1 1,0 0-1,0-1 0,0 1 1,0-1-1,-1 0 0,1 1 1,-1-1-1,0 0 1,1 0-1,-2 0 0,1 0 1,0-1-6,-2-3-18,0-1 0,-1 0 0,1 1 0,-2-1 1,1 1-1,-1 0 0,0 0 0,-1 0 0,0 0 1,0 0-1,0 1 0,-1 0 0,0 0 0,0 0 1,0 0-1,-1 1 0,0 0 0,0 0 0,0 0 1,0 1-1,-1 0 0,0 1 0,-6-3 18,-9-6-1445</inkml:trace>
  <inkml:trace contextRef="#ctx0" brushRef="#br1" timeOffset="96861.361">8312 6216 20940,'0'0'8106,"0"0"-6096,0 0-1685,-19 14-5,-132 99 93,148-111-405,0 0 0,0 0 0,0 1 1,1-1-1,-1 1 0,1 0 1,0 0-1,0 0 0,0 0 1,0 0-1,0 0 0,1 0 1,-1 1-1,1-1 0,0 0 1,0 1-1,0-1 0,1 1 0,-1 0 1,1-1-1,0 1 0,0-1 1,0 1-1,0 0 0,1-1 1,-1 1-1,1-1 0,0 1 1,0-1-1,0 1 0,1-1 1,-1 0-1,1 1 0,0-1 0,0 0 1,0 0-1,0 0 0,0-1 1,1 1-1,-1 0 0,1-1 1,0 0-1,2 2-8,15 3 24,0-1-1,1 0 1,0-2 0,0-1-1,1 0 1,-1-2-1,1 0 1,-1-1 0,11-3-24,-12 3-1,104-32-77,-121 31 79,0-1 0,0 1 0,0-1 0,-1 0 0,1 0-1,-1 0 1,1 0 0,-1-1 0,0 1 0,0-1 0,0 0 0,0 1 0,0-1 0,-1 0 0,1 0 0,-1 0 0,0 0 0,0 0 0,0 0 0,0 0-1,0-1 1,-1 1 0,1 0 0,-1 0 0,0-1 0,0 1 0,0 0 0,-1-1 0,1 1 0,-1 0 0,0 0 0,0 0 0,0 0 0,0-1 0,0 1-1,-1 0 1,1 1 0,-1-1-1,-11-14-23,0 0 0,-1 1 0,-1 1 0,-1 1 0,0 0 0,-1 1 0,0 1 0,-1 0 0,0 1 0,-11-4 23,-29-16-1093,11 7-2218</inkml:trace>
  <inkml:trace contextRef="#ctx0" brushRef="#br0" timeOffset="189312.989">4853 421 9122,'0'0'17572,"0"0"-16236,0 0-696,0 0-32,0 0-56,0 0-120,-32 33-87,29 5 39,-1 15-80,0 12-16,1 14-48,3 22-104,0 29-72,0 18-64,0-24-360,-2-33-2489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4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2046 26766,'0'0'4297,"0"0"-3689,0 0-328,0 0-192,0 0-8,0 0 56,51 2 200,3-16-160,14 2-176,7 2 0,6 6 0,37 4 0,-21 0-264,-23 0-1376</inkml:trace>
  <inkml:trace contextRef="#ctx0" brushRef="#br0" timeOffset="3393.855">1728 2131 22509,'0'0'5877,"0"0"-4246,0 0-1081,0 0-25,0 0-101,-8 2-151,-10 8-116,65-10-48,-22-1-45,34-4 92,0-2 1,-1-3-1,55-17-156,-26 7 59,391-77 44,-206 93-701,-272 4 563,31 8-726,-27 5-4027,-4-5-9881</inkml:trace>
  <inkml:trace contextRef="#ctx0" brushRef="#br0" timeOffset="3901.54">2056 2545 30455,'0'0'704,"-14"18"-210,-131 218 511,129-197-992,3 1 1,1 1 0,2 0-1,2 0 1,2 1 0,1 0-1,2 0 1,3 30-14,0-59 0,1 1 0,0 0 0,2 0 0,-1-1 0,1 1 0,1-1 0,1 0 0,0 0 0,0 0 0,1-1 0,1 1 0,-5-9 0,1 1 0,0-1 0,0 0 0,0 0 0,1 0 0,-1-1 0,1 1 0,0-1 0,0 1 0,0-1 0,0-1 0,1 1 0,-1 0 0,1-1 0,-1 0 0,1 0 0,0-1 0,0 1 0,0-1 0,0 0 0,0 0 0,0-1 0,0 1 0,0-1 0,0 0 0,1-1 0,-1 1 0,0-1 0,0 0 0,0 0 0,1-1 0,5-4-3,1-1 1,-1 0-1,0-1 0,-1 0 0,0 0 1,0-1-1,-1 0 0,0-1 0,-1 0 1,0-1-1,0 0 0,-1 0 0,0 0 1,-1-1-1,-1 0 0,0 0 0,1-4 3,0 0-40,0-1 0,-1 0-1,-1-1 1,0 1 0,-1-1-1,-1 0 1,-1 1 0,-1-17 40,0 30-1,0 0 0,-1 0 1,0 0-1,0 0 1,0 0-1,-1 0 0,0 0 1,1 0-1,-1 1 0,0-1 1,-1 1-1,1-1 1,-1 1-1,1 0 0,-1-1 1,0 2-1,0-1 1,0 0-1,-1 1 0,1-1 1,-1 1-1,1 0 0,-1 0 1,0 0-1,0 0 1,0 1-1,1 0 0,-2 0 1,1 0-1,0 0 1,0 1-1,0-1 0,-1 1 1,-7-1 4,-1 0-1,1 1 1,0 0-1,0 1 0,0 0 1,-1 1-1,1 1 1,1 0-1,-1 0 1,0 1-1,-2 2-3,4-2 0,0 0 0,1 1 0,0 0 0,0 1-1,1 0 1,-1 0 0,1 1 0,0 0 0,1 0 0,0 1 0,0 0 0,1 0 0,0 0-1,0 1 1,1 0 0,0 0 0,0 1 0,1-1 0,1 1 0,-1 0 0,2 0 0,-1 0-1,1 1 1,1-1 0,0 4 0,2-12-123,0 1 0,0 0-1,1 0 1,-1 0 0,1-1-1,0 1 1,0-1 0,0 1-1,0-1 1,0 0 0,0 0-1,1 0 1,-1 0 0,1 0-1,-1-1 1,1 1 0,0-1-1,0 1 1,0-1 0,-1 0-1,1 0 1,0 0 0,0-1-1,1 1 1,-1-1 0,0 1-1,0-1 1,0 0 0,0 0-1,0-1 1,3 0 123,-1 2-666,33 0-8917</inkml:trace>
  <inkml:trace contextRef="#ctx0" brushRef="#br0" timeOffset="4216.716">2429 2590 29998,'0'0'1119,"0"0"-539,0 0-207,-17 20-16,-51 69-108,65-84-243,-1 0 0,2 0 0,-1 1 0,1-1 0,0 1 0,0-1 0,0 1 0,1 0 0,0 0 0,0 0 0,0-1 0,1 1 0,0 0 0,0 0 0,1 5-6,0 9 1,0-7-1,0 0 0,1 0 0,1 1 0,0-2 0,1 1 0,1 0 0,0-1 0,0 0 0,1 0 0,1 0 0,0-1 0,1 0 0,0 0 0,0-1 0,1 0 0,1 0 0,-1-1 0,1 0 0,1-1 0,0 0 0,0-1 0,1 0 0,-1-1 0,1 0 0,1-1 0,-1 0 0,1-1 0,0 0 0,0-1 0,0-1 0,0 0 0,1-1 0,-1 0 0,4-1 0,-7 0-131,0 0 0,-1 0 0,1-1 0,0-1 0,0 0 0,-1 0 0,1-1 0,-1 0 0,0 0 1,0-1-1,0 0 0,0-1 0,-1 0 0,0 0 0,0-1 0,0 0 0,-1-1 0,1 1 0,-2-1 0,1-1 0,-1 0 131,29-31-2411</inkml:trace>
  <inkml:trace contextRef="#ctx0" brushRef="#br0" timeOffset="4473.27">2725 2515 27302,'0'0'2000,"0"0"-1032,0 0-183,0 0-273,0 0-88,-92 135-72,70-21-104,0 36-104,4 16-112,14-5-32,-3-15-8,7-51-768,0-28-3097</inkml:trace>
  <inkml:trace contextRef="#ctx0" brushRef="#br0" timeOffset="283719.431">1517 819 12395,'0'0'15258,"0"0"-11700,0 0-3085,0 0-14,0 0-26,-19 18-263,-108 98-149,27-32-21,3 6 0,-69 83 0,135-128 0,59-30 0,-22-14 0,127 3 0,0-5 0,0-6 0,37-10 0,-131 13-3,230-43-33,-200 7-2225,-55 20-1744</inkml:trace>
  <inkml:trace contextRef="#ctx0" brushRef="#br0" timeOffset="283998.162">1767 827 30759,'0'0'1088,"0"0"-504,-94 160-248,52-76-336,5 21 0,6 17 0,11-7 0,9-17 0,11-17 0,0-26 0,29-9 0,8-13-824,-2-23-1097</inkml:trace>
  <inkml:trace contextRef="#ctx0" brushRef="#br0" timeOffset="284261.846">2179 801 30903,'0'0'788,"0"0"-255,0 0-163,0 20-218,1 133-131,3-119-21,2-1 0,0 1 0,3-1 0,1-1 0,1 1 0,1-2 0,2 1 0,2-2 0,0 0 0,2-1 0,1-1 0,2-1 0,0 0 0,8 5 0,-3 8 0,-86-17 0,38-17-137,-1-2 0,0 0-1,0-1 1,0-1 0,-1-2 0,1 0 0,0-1-1,0-1 1,-1-2 0,2 0 0,-1-1-1,0-2 1,1 0 0,0-1 0,1-1 0,0-1-1,0-1 1,-8-8 137,-33-34-4235</inkml:trace>
  <inkml:trace contextRef="#ctx0" brushRef="#br0" timeOffset="284445.829">2249 675 29390,'0'0'1585,"0"0"-825,171-36-64,-103 29-360,0 5-336,-2 2 0,19 2 0,-17 13 0,-13-3-856</inkml:trace>
  <inkml:trace contextRef="#ctx0" brushRef="#br0" timeOffset="1.33713E6">1118 1909 15571,'0'0'7889,"0"0"-4577,0 0-2391,0 0-633,-2 6-147,0 0-43,0 0 0,1 0 1,0-1-1,0 1 0,1 0 0,-1 0 1,1 0-1,0 0 0,1 0 0,-1 0 1,1 0-1,0-1 0,1 1 0,0 0 1,1 3-99,5 10 79,1 0 0,0-1 0,1 0 0,1-1 1,1 0-1,1-1 0,0 0 0,1-1 0,0 0 0,1-1 1,1-1-1,0-1 0,1 0 0,0-1 0,1-1 0,0 0 1,1-2-1,0 0 0,11 3-79,37 5 31,1-3 1,1-3-1,-1-2 0,2-4 1,-1-3-1,45-6-31,-64 2 3,-1-3 0,1-2-1,-2-2 1,1-2 0,-1-2 0,-1-3 0,-1-1-1,0-2 1,-1-3 0,-2-1 0,0-2 0,-2-2-1,0-2-2,55-47 7,-3-4 0,-3-4-1,-5-3 1,48-66-7,-70 69 1,-3-3 0,-5-2 1,-3-3-1,-4-1 0,-4-5-1,-23 60-1,-3-1-1,-1-1 1,-2 0-1,-2-2 1,-1 1 0,-3-1-1,-1-1 1,-2 1-1,-2-1 1,-2-27 1,-3 53-1,0 1 0,-1-1 0,-1 1 0,0-1 0,-2 1 0,0 0 0,0 1 0,-2-1 0,0 1 0,-1 0 0,-1 1 0,0 0 0,-1 0 0,0 1 0,-1 0 0,-1 1 0,0 0 0,-1 1 0,-7-4 1,-41-19-88,-1 2 1,-2 3-1,-1 4 0,-1 2 0,-1 2 1,-1 4-1,-1 3 0,0 3 1,-55-2 87,-17-3-188,-1 7 0,-1 6 0,0 6 1,-71 13 187,157-10-26,-1 3 0,1 1 0,1 4 0,0 1 1,1 4-1,0 1 0,2 3 0,0 2 0,2 3 0,0 2 1,3 2-1,0 2 0,2 2 0,2 2 0,1 2 1,2 1-1,2 3 0,1 1 0,3 2 0,2 1 0,1 2 1,-8 21 25,18-18 107,3 2 0,1 0 1,3 1-1,3 0 1,2 1-1,2 0 1,3 1-1,2 0 0,4 30-107,-1-46 3,2 0-1,2-1 1,1 1-1,3 0 0,1-1 1,2-1-1,1 0 1,2 0-1,2-1 0,2-1 1,1-1-1,1-1 1,3 0-1,0-2 0,2 0 1,2-2-1,1-1 1,1-1-1,1-1 0,3-1-2,-6-7-344,0-2 0,2-2 0,0 0 0,0-2 0,1-1 0,27 7 344,32-3-4665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15:5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1948 24525,'0'0'3988,"0"0"-2547,0 0-676,0 0-251,0 0-194,0 0-130,10 4-17,256-4 375,509-13-344,-537 48-1984,-236-35-310</inkml:trace>
  <inkml:trace contextRef="#ctx0" brushRef="#br0" timeOffset="18520.599">1293 1939 21869,'0'0'4087,"0"0"-2717,0 0-893,0 0-59,0 0-2,0 0-88,-5-9 17,-17-28 129,24 25 2547,28 15-3239,-14 0 398,296-11-165,-246 1-87,1 3 0,-1 3 1,1 3-1,0 3 0,42 10 72,-44 1-1720</inkml:trace>
  <inkml:trace contextRef="#ctx0" brushRef="#br0" timeOffset="10941.885">305 751 21469,'0'0'6712,"0"0"-4887,0 0-1298,0 0-99,0-10-98,0 4-287,0 4-36,0 0-1,-1 0 1,1 0 0,0 0-1,0 0 1,0 1-1,0-1 1,1 0-1,-1 0 1,0 0-1,1 0 1,-1 1 0,1-1-1,0 0 1,-1 0-1,1 1 1,0-1-1,0 0 1,0 1 0,1-1-1,-1 1 1,0 0-1,0-1 1,1 1-1,-1 0 1,1 0 0,-1 0-1,1 0 1,-1 0-1,1 0 1,0 0-1,-1 0 1,1 1 0,0-1-1,0 1-6,13-3 13,1 1 0,-1 1 0,1 0-1,-1 1 1,0 1 0,1 0 0,-1 2 0,0-1-1,0 2 1,5 1-13,-15-3 3,0-1-1,-1 1 0,1 0 0,0 1 0,-1-1 1,0 1-1,0 0 0,0 0 0,0 0 0,0 0 1,0 1-1,-1-1 0,1 1 0,-1 0 1,0 0-1,-1 0 0,1 1 0,-1-1 0,1 1 1,-1-1-1,-1 1 0,1 0 0,-1 0 1,0 0-1,0 0 0,0 0 0,0 0 0,-1 0 1,0 0-1,0 0 0,0 0 0,-1 0 0,0 2-2,-4 4 2,0 0 0,-1-1 0,0 1 0,0-1 0,-1 0 0,-1 0-1,1-1 1,-2 0 0,1-1 0,-1 1 0,0-2 0,-1 1 0,0-1-1,0-1 1,-1 0 0,1 0 0,-1-1 0,-8 2-2,5 1-1,1-1 2,0 1 1,-1-2-1,0 0 0,0-1 0,0 0 1,0-1-1,-1 0 0,1-1 1,-1-1-1,-7 0-1,80-14-167,134 8 147,-186 4 21,0 0 0,0 1 1,0 0-1,0 0 0,0 0 0,0 1 0,-1-1 0,1 2 0,-1-1 0,1 0 1,-1 1-1,0 0 0,0 0 0,0 1 0,0-1 0,0 1 0,-1 0 1,0 1-1,0-1 0,0 1 0,0-1 0,-1 1 0,0 0 0,0 0 1,0 1-1,-1-1 0,1 1 0,-1-1 0,-1 1 0,1 0 0,-1 0 1,0-1-1,0 1 0,0 0 0,-1 0 0,0 0 0,-1 0 0,1 0 0,-1 0 1,0 0-1,-1 2-1,-7 5 3,-1-1 0,0 0 0,-1 0 0,0-1 0,-1 0-1,0-1 1,-1 0 0,0-1 0,0-1 0,-1 0 0,0-1 0,0 0 0,-1-1 0,-4 1-3,8-3-11,-77 17-319,79-58-2476,9 6-2026</inkml:trace>
  <inkml:trace contextRef="#ctx0" brushRef="#br0" timeOffset="11460.046">1160 806 28910,'0'0'886,"0"0"-366,1-19-204,19-149 428,-20 49-648,-1 116-97,1-1 0,-1 0 0,0 0 1,0 1-1,-1-1 0,1 1 0,-1-1 1,0 1-1,0-1 0,0 1 0,0 0 1,0 0-1,-1 0 0,1 0 0,-1 0 0,0 1 1,0-1-1,0 1 0,0 0 0,0 0 1,-1 0-1,1 0 0,-1 1 0,1-1 0,-1 1 1,1 0-1,-1 0 0,0 0 0,0 0 1,-7 2 2,-1 1-1,1 0 0,0 0 0,-1 1 0,1 0 1,1 1-1,-1 1 0,1 0 0,-1 0 1,1 1-1,1 0 0,-1 0 0,1 1 0,0 1 1,1-1-1,-1 2 0,2-1 0,-1 1 1,1 0-1,1 0 0,-1 1 0,2 0 1,-1 0-1,-2 8-1,2-9 17,0 1 0,1 0 0,0 0 1,0 0-1,1 0 0,0 1 0,1-1 1,0 1-1,1 0 0,0 0 0,1 0 0,0 8-17,3-15 2,0-1-1,1 1 1,-1-1-1,1 1 1,0-1-1,0 0 0,0 0 1,1-1-1,-1 1 1,1 0-1,-1-1 0,1 0 1,0 0-1,0 0 1,0 0-1,0-1 0,0 0 1,0 0-1,0 0 1,0 0-1,1 0 1,-1-1-1,0 0 0,0 0 1,1 0-1,-1 0 1,0-1-1,1 1 0,-1-1 1,0 0-1,0-1 1,0 1-1,2-2-1,2 3 3,99-17-3,-103 19 6,-1 1 0,1 0 0,0 0 0,-1 0 0,0 0 0,0 1 0,0-1 0,0 1 0,-1 0 0,1 0 0,-1 0 0,0 0 0,0 0 0,-1 0 0,1 1 0,-1-1 0,0 0 0,0 1 0,0-1 0,0 1 0,-1-1 1,0 1-1,0 0 0,0-1 0,-1 1 0,1-1 0,-1 1 0,-1 1-6,3 2 33,-32 549-110,29-491-1801</inkml:trace>
  <inkml:trace contextRef="#ctx0" brushRef="#br0" timeOffset="16958.352">717 759 10042,'0'0'16337,"0"0"-12594,-4-23-3314,0 8-362,2 9-51,0 0-1,0 0 0,0 0 1,1 0-1,0-1 0,0 1 1,1 0-1,0 0 0,0-1 1,0 1-1,1 0 0,0-1 0,0 1 1,1 0-1,-1 0 0,1 0 1,1 0-1,-1 0 0,1 1 1,0-1-1,0 1 0,1 0 1,1-3-16,9-5 37,1 0 1,0 1-1,1 1 0,0 0 1,0 1-1,1 1 1,1 1-1,0 0 1,0 1-1,0 1 0,1 0 1,-1 2-1,1 0 1,1 1-1,-1 1 1,0 1-1,13 1-37,-20 0 9,0 1 0,0 0 0,0 0 0,-1 1 0,1 1 0,-1 0 0,0 1 0,1 0 0,-2 0 0,1 1 0,0 1 0,-1 0 0,0 0 0,0 1-1,-1 0 1,0 1 0,0 0 0,-1 0 0,0 1 0,0 0 0,-1 0 0,0 1 0,-1 0 0,0 0 0,-1 1 0,0-1 0,0 1 0,-1 0 0,0 3-9,0 2 33,-2-1 0,1 0 0,-2 1 0,0-1 0,-1 1 0,-1-1 0,0 1-1,-1-1 1,0 1 0,-2-1 0,1 0 0,-2 0 0,0 0 0,-1-1 0,-1 0 0,0 0 0,0 0 0,-2-1 0,1 0 0,-2-1 0,0 0 0,0 0-33,-8 8 14,-1-1 1,-1 0 0,0-2-1,-1 0 1,-1-2-1,-1 0 1,0-1 0,-1-2-1,0 0 1,-1-2-1,0 0 1,-14 2-15,30-8 0,0-1 0,-1 0 0,1-1 0,-1 0 0,0 0 0,0-1 0,1 0 0,-1-1 0,0 0 0,0 0 0,0-1 0,0-1 0,0 0 0,1 0 0,-1-1 0,1 0 0,0 0 0,-1-1 0,1 0 0,1-1 0,-1 0 0,1-1 0,0 1 0,-4-5 0,2-5 0,0 0 0,1 0 0,1-1 0,1 0 0,0 0 0,1 0 0,1-1 0,1 0 0,0 0 0,1-1 0,1 1 0,0-1 0,2 1 0,0-1 0,-2-19 0,1 0 0,2 0 0,2 0 0,1 0 0,2 0 0,1 1 0,2 0 0,2 0 0,1 1 0,2 1 0,1 0 0,1 1 0,2 0 0,2 2 0,22-29 0,-32 49 0,0 0 0,1 1 0,0 0 0,0 1 0,1 0 0,0 1 0,1 1 0,0 0 0,0 0 0,1 1 0,-1 1 0,12-3 0,-18 6 0,1 0 0,-1 1 0,1-1 0,0 1 0,-1 1 0,1-1 0,0 2 0,0-1 0,-1 1 0,1 0 0,0 0 0,-1 1 0,1 0 0,-1 1 0,0-1 0,0 1 0,0 1 0,0-1 0,0 1 0,0 1 0,-1-1 0,0 1 0,0 0 0,2 2 0,2 8 0,0 1 0,-1-1 0,-1 2 0,0-1 0,-1 1 0,-1 0 0,-1 0 0,0 1 0,-1-1 0,-1 1 0,-1 0 0,-1 0 0,0 18 0,1 8 0,-1 0 0,-3 0 0,-1 1 0,-3-2 0,-1 1 0,-2-1 0,-2 0 0,-2 0 0,-2-2 0,-1 0 0,-3 0 0,-1-2 0,-1 0 0,-13 13 0,28-41 0,-2-1 0,1 0 0,-1 0 0,-1-1 0,0 0 0,0-1 0,-1 0 0,1 0 0,-2-1 0,1 0 0,-1-1 0,0 0 0,-1-1 0,1 0 0,-1 0 0,0-2 0,0 1 0,0-2 0,-1 1 0,1-2 0,-2 0 0,9-1 0,0 0 0,0 0 0,0-1 0,0 0 0,0 0 0,0 0 0,0-1 0,0 0 0,0 0 0,0 0 0,1 0 0,-1-1 0,1 0 0,0 0 0,0 0 0,0 0 0,0 0 0,0-1 0,1 0 0,-1 0 0,1 0 0,0 0 0,0-1 0,1 1 0,-1-1 0,1 1 0,0-1 0,-1-3 0,-28-145 0,27 132 0,0 0 0,2 0 0,1 0 0,0 0 0,2 0 0,0 0 0,2 0 0,0 0 0,1 1 0,1-1 0,1 1 0,1 0 0,1 0 0,0 1 0,2 0 0,0 1 0,8-11 0,-10 18 0,1 1 0,0 0 0,0 0 0,1 1 0,1 0 0,-1 1 0,2 0 0,-1 1 0,1 0 0,0 1 0,0 0 0,1 1 0,-1 0 0,1 1 0,0 1 0,1 0 0,-1 0 0,0 1 0,1 1 0,13 1 0,-21 0 0,0 2 0,0-1 0,1 0 0,-1 1 0,0 0 0,-1 1 0,1 0 0,0-1 0,-1 2 0,0-1 0,1 1 0,-1-1 0,-1 1 0,1 1 0,0-1 0,-1 1 0,0-1 0,0 1 0,-1 1 0,1-1 0,-1 0 0,0 1 0,0 0 0,-1-1 0,0 1 0,0 0 0,0 0 0,-1 1 0,0-1 0,0 0 0,0 0 0,-1 3 0,2 9 0,-1 1 0,-1-1 0,-1 1 0,0-1 0,-1 0 0,-1 0 0,-1 1 0,0-2 0,-2 1 0,-6 14 0,5-13 0,-2 0 0,0-1 0,-1 0 0,-1-1 0,0 0 0,-2-1 0,1-1 0,-2 1 0,0-2 0,-1 0 0,-1-1 0,0 0 0,0-1 0,-1-1 0,-1-1 0,0-1 0,0 0 0,-1-1 0,0-1 0,0 0 0,-1-2 0,-19 3 0,33-7 0,-1 0 0,1-1 0,0 0 0,0 0 0,0 0 0,0-1 0,0 0 0,0 0 0,0-1 0,0 0 0,0 0 0,0 0 0,1-1 0,-1 1 0,1-1 0,0-1 0,0 1 0,0-1 0,0 0 0,0 0 0,1 0 0,0-1 0,0 1 0,0-1 0,0 0 0,1 0 0,0-1 0,-2-4 0,0-4 0,0-1 0,1 0 0,1-1 0,1 1 0,0 0 0,1-1 0,0 1 0,2-1 0,-1 0 0,2 1 0,0 0 0,1-1 0,1 1 0,0 0 0,1 0 0,0 1 0,2-1 0,-1 1 0,2 1 0,0-1 0,0 1 0,1 1 0,1 0 0,0 0 0,1 0 0,9-6 0,-5 3 0,1 0 0,1 2 0,0 0 0,1 1 0,0 1 0,1 0 0,0 2 0,1 0 0,0 1 0,0 1 0,1 1 0,-1 1 0,1 1 0,1 0 0,11 1 0,-28 2 0,0 0 0,0 1 0,0-1 0,0 1 0,1 0 0,-1 1 0,0-1 0,0 1 0,0 0 0,0 0 0,0 1 0,0-1 0,0 1 0,-1 0 0,1 1 0,-1-1 0,1 1 0,-1 0 0,0 0 0,0 0 0,0 0 0,0 1 0,-1 0 0,1 0 0,-1 0 0,0 0 0,0 0 0,-1 0 0,1 1 0,-1 0 0,0-1 0,1 2 0,0 10 0,1 0 0,-2 0 0,0 0 0,-1 0 0,0 0 0,-1 0 0,-1 0 0,-1 0 0,0 0 0,-1-1 0,-1 1 0,0-1 0,-1 1 0,-1-1 0,-1 3 0,-9 16 0,-1 0 0,-2-1 0,-1-1 0,-1-1 0,-24 27 0,37-47 0,-1 0 0,0-1 0,0 0 0,-1 0 0,0-1 0,-1 0 0,0 0 0,0-1 0,-1-1 0,0 0 0,0-1 0,0 0 0,-1-1 0,0 0 0,0-1 0,-1-1 0,1 0 0,-10 1 0,20-4 0,0 0 0,-1 0 0,1 0 0,0-1 0,-1 1 0,1-1 0,0 0 0,0 0 0,0 0 0,0 0 0,0 0 0,0-1 0,0 1 0,0-1 0,0 0 0,0 0 0,1 0 0,-1 0 0,1-1 0,0 1 0,0-1 0,0 1 0,0-1 0,0 0 0,0 0 0,1 0 0,-1 0 0,1 0 0,0 0 0,-1-3 0,-10-105 0,14 93 0,1 0 0,0 0 0,1 1 0,1-1 0,0 1 0,1 0 0,2 1 0,-1-1 0,2 1 0,0 1 0,1 0 0,0 0 0,1 1 0,1 0 0,0 1 0,1 0 0,0 1 0,1 0 0,1 2 0,0-1 0,0 2 0,1 0 0,0 1 0,0 0 0,1 1 0,-14 5 0,0 0 0,0 0 0,0 1 0,0-1 0,0 1 0,0-1 0,1 1 0,-1 0 0,0 0 0,1 1 0,-1-1 0,1 1 0,-1 0 0,1 0 0,-1 0 0,1 0 0,-1 0 0,1 1 0,-1-1 0,0 1 0,1 0 0,-1 0 0,0 0 0,1 1 0,-1-1 0,0 1 0,0 0 0,0 0 0,-1 0 0,1 0 0,0 0 0,-1 1 0,1-1 0,-1 1 0,0 0 0,0-1 0,0 1 0,0 0 0,0 1 0,-3 10 0,-1-1 0,0 1 0,-1 0 0,-1-1 0,0 0 0,0 0 0,-2 0 0,0-1 0,0 1 0,-1-1 0,0-1 0,-1 1 0,0-1 0,-1-1 0,-1 1 0,1-2 0,-2 1 0,1-1 0,-1-1 0,0 0 0,-1 0 0,0-1 0,-1-1 0,10-3 0,0 0 0,-1 0 0,0 0 0,0-1 0,1 1 0,-1-1 0,-1 0 0,1-1 0,0 1 0,0-1 0,-1 1 0,1-1 0,-1 0 0,1-1 0,-1 1 0,1-1 0,-1 0 0,1 0 0,-1-1 0,0 1 0,1-1 0,0 0 0,-1 0 0,1 0 0,-1-1 0,1 0 0,0 0 0,0 0 0,0 0 0,0 0 0,-2-2 0,3-8 0,0 1 0,1-1 0,0 0 0,1 0 0,0 0 0,1 0 0,0 0 0,1 0 0,0 0 0,1 1 0,0-1 0,1 0 0,0 1 0,1-1 0,0 1 0,1 0 0,50-96 0,-52 119 0,-4 15 0,0-17 0,0 0 0,0 0 0,1 0 0,0 0 0,1 0 0,0 0 0,1 0 0,0 0 0,0-1 0,1 1 0,0-1 0,1 1 0,0-1 0,0 0 0,1 0 0,0-1 0,1 0 0,1 2 0,-29-67 0,22 54-4,0 0 0,0 0 1,1 1-1,-1-1 0,1 0 0,0 1 0,-1-1 0,1 0 1,1 1-1,-1-1 0,0 1 0,1-1 0,-1 1 1,1 0-1,-1 0 0,1 0 0,0 0 0,0 0 0,0 0 1,0 0-1,1 1 0,-1-1 0,2 0 4,3-4-67,45-33-920,6 0-1008</inkml:trace>
  <inkml:trace contextRef="#ctx0" brushRef="#br0" timeOffset="592963.194">2179 675 29534,'0'0'764,"0"0"-314,0 0-121,0 0-13,0 0 20,7 6 22,130 86 322,-132-83-680,-1 0 0,0 1 0,-1 0 0,0 0 0,0 0 0,-1 0 0,0 0 0,-1 0 0,0 1 0,-1-1 0,0 0 0,0 1 0,-1-1 0,-1 0 0,0 1 0,0-1 0,-1 0 0,-3 7 0,-6 17 0,-1 0 0,-2-1 0,-1-1 0,-2-1 0,-1 0 0,-1-1 0,-2-1 0,-19 20 0,36-43-2,0 0 0,0-1 0,0 1 0,-1-1 0,0 0 0,0-1 0,0 1 0,-1-1 0,1 0 0,-1-1 0,0 0-1,0 0 1,0 0 0,-1-1 0,1 0 0,0 0 0,-1-1 0,0 0 0,1 0 0,-1-1 0,1 0 0,-1 0 0,0-1 0,1 0 0,-1-1 0,1 1 0,-1-1 0,1-1 0,0 1 0,-1-2 2,3 0-99,1 1-1,1-2 1,-1 1 0,0 0 0,1-1 0,0 0 0,0 0-1,1 0 1,-1 0 0,1 0 0,0 0 0,1-1 0,-1 1 0,1-1-1,0 1 1,0-1 0,0-2 99,0-2-311,-10-62-5797,5-3-13092</inkml:trace>
  <inkml:trace contextRef="#ctx0" brushRef="#br0" timeOffset="593273.399">2126 474 20604,'0'0'9434,"0"0"-8529,0 0-169,165 27-176,-91-17-112,5-2-368,0-2-80,-4-2 0,-5 2 0,9-2 0,-18 2-976,-13-6-2649</inkml:trace>
  <inkml:trace contextRef="#ctx0" brushRef="#br0" timeOffset="593501.859">3152 537 24589,'0'0'4865,"0"0"-3408,0 0-811,0 0-85,0 0-175,-18 8-163,6-3-205,6-3-17,0 0 0,0 0 0,0 1 0,0 0 0,0 0 0,1 0 0,0 1 0,0-1 0,0 1 0,0 0 0,0 1 0,1 0 1,0-1-1,0 1 0,0 0 0,0 1 0,1-1 0,0 1 0,0-1 0,1 1 0,-1 1-1,-2 7 0,1-1 0,1 1 0,0 0 0,1-1 0,0 1 0,1 0 0,1 0 0,0 0 0,1 0 0,1 0 0,0 0 0,0 0 0,2 0 0,-1-1 0,2 1 0,0-1 0,1 0 0,0-1 0,0 0 0,2 0 0,-1 0 0,2 0 0,-1-1 0,10 8 0,-5-8-9,0 0-1,1-1 0,0-1 1,0-1-1,1 0 1,0-1-1,1 0 1,-1-1-1,1-1 1,0 0-1,1-1 1,-1-1-1,1-1 1,-1 0-1,1-1 1,16-2 9,-25 1-172,0 0 0,0-1 0,0 0 0,0-1 0,0 0 0,0 0 0,-1 0 0,1-1 0,-1 0 0,1-1 0,-1 0 0,0 0 0,1-2 172,51-45-7003,-17 4-8419</inkml:trace>
  <inkml:trace contextRef="#ctx0" brushRef="#br0" timeOffset="593772.283">3547 574 30054,'0'0'1353,"-112"91"-625,29-12-112,-18 39-600,-13 50-16,4 6 0,34-36 0,16-32-2993</inkml:trace>
  <inkml:trace contextRef="#ctx0" brushRef="#br0" timeOffset="1.3282E6">3507 253 17556,'0'0'1601,"0"0"4231,0 0-3719,0 0-1641,0 0-107,-4-6 49,-34-53 403,28 49-759,-1 1-1,0 1 0,0-1 0,-1 2 1,0 0-1,-1 0 0,1 1 1,-1 1-1,0 0 0,-1 0 1,-13-1-58,6-1 25,-60-17-1,-1 3 0,-1 4 0,-1 4 0,1 3-1,-2 4 1,-35 4-24,26-1 3,0 3 0,0 5 0,1 3 0,-1 5 0,2 4 0,0 3 0,-86 33-3,141-34 21,0 1-1,1 2 0,1 2 0,1 1 0,2 1 0,0 2 0,2 1 1,1 2-1,-17 23-20,20-21 39,2 0 0,1 2 0,1 1 0,3 0 1,0 2-1,3 0 0,1 1 0,2 0 0,1 1 0,2 1 0,2 0 1,2 0-1,2 0 0,1 18-39,-1 295 247,4-335-236,1 1 1,2-1-1,0 1 1,1-1-1,0 0 1,2 0-1,0-1 1,1 1-1,1-1 1,1-1-1,1 0 1,0 0-1,1-1 1,0 0-1,2-1 1,0 0-1,0-1 1,2 0-1,-1-2 1,2 1-1,0-2 1,0 0-1,1-1 1,7 3-12,49 18 32,1-3 1,2-3-1,0-4 0,2-3 1,0-4-1,1-2 1,0-5-1,0-2 1,65-7-33,-34 0 6,1-6 1,-1-4-1,0-5 1,-2-5-1,0-5 1,-2-4 0,-1-5-1,-1-5 1,-3-3-1,-2-6 1,54-37-7,-118 67 2,-1-3 0,-1 0 0,-1-2 0,-1-2 0,-1-1 0,-2-1 0,0-1 0,-2-1 0,-2-2 0,-1 0 0,17-35-2,-27 43-1,-2 0-1,0-1 0,-2 0 1,-1-1-1,-1 0 0,-1 0 1,-2-1-1,0 1 0,-2-1 1,-1 0-1,-2 0 0,-1-10 2,-1 27-20,0 0 0,-1 1 0,0 0-1,-1-1 1,0 1 0,0 1 0,-1-1-1,0 1 1,-1 0 0,0 0-1,0 1 1,-1 0 0,0 0 0,-1 1-1,0 0 1,0 0 20,-7-7-89,-77-65-871,-6 0-934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2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89 30166,'0'0'1617,"0"0"-1489,11 138-72,-11-15 16,-9 40 160,-15 13-24,2-32-112,9-44-96,9-46-88,4-23-288,0-25-352,15-4-993,-4-2-7137</inkml:trace>
  <inkml:trace contextRef="#ctx0" brushRef="#br0" timeOffset="262.392">134 0 31479,'0'0'677,"18"5"-403,257 57 55,-234-52-325,-5-4-3,-1 1-1,0 2 0,0 2 1,-1 1-1,-1 1 1,0 2-1,-1 2 1,-1 1-1,6 5 0,-30-19 0,0 1 0,0 1 0,-1-1 0,0 1 0,0 0 0,0 0 0,-1 1 0,0 0 0,0 0 0,-1 0 0,0 0 0,0 1 0,0-1 0,-1 1 0,-1 0 0,1 0 0,-1 1 0,0-1 0,-1 0 0,0 1 0,0-1 0,-1 0 0,0 1 0,-1-1 0,0 1 0,0-1 0,-1 2 0,-6 9 0,-1-1 0,-1 1 0,0-1 0,-2-1 0,0 0 0,-1-1 0,0 0 0,-2-1 0,1-1 0,-2 0 0,0-1 0,-1 0 0,-119 101-207,-5-7 0,-4-6 0,-81 40 207,144-100-3108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2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87 27454,'0'0'3545,"0"0"-3193,-20 130 0,7-21 80,0 31-16,0 14-200,-1-10-216,1-32 0,2-39 0,5-25 0,4-17-24,2-17-464,0-6-720,0-8-1433</inkml:trace>
  <inkml:trace contextRef="#ctx0" brushRef="#br0" timeOffset="217.289">84 0 6481,'0'0'20237,"0"0"-15774,25 1-4149,180 19 225,-160-13-476,-1 1 1,0 3-1,0 2 1,-1 1-1,0 3 1,28 16-64,-65-30 1,0 0 0,0 1 0,-1 0 0,0 1 0,0-1 0,0 1 0,0 0 0,-1 0 0,0 0 0,0 1 0,0-1 0,0 1 0,-1 0 0,0 0 0,-1 0 0,1 1 0,-1-1 0,0 0 0,-1 1 0,1 0 0,-1-1 0,-1 1 0,1 0 0,-1 0 0,0-1 0,-1 1 0,0 0 0,0-1 0,0 1 0,-1 0 0,0-1 0,0 1 0,0-1 0,-1 0 0,-2 4-1,-12 18 15,-2-1 0,0 0 1,-2-2-1,0 0 0,-2-1 0,-1-2 1,-1 0-1,-7 3-15,6-2 0,-262 228-34,193-133-849,78-85-806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2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660 1 15091,'0'0'12859,"0"0"-9716,0 0-2747,0 0-109,-19 22 85,3-4-291,-5 5 2,0 0 1,2 2-1,1 0 0,1 2 0,2 0 0,-1 2-83,-70 152 8,8 2 0,8 4 0,8 3-1,9 2 1,2 33-8,46-194-167,5-47-2515,2-25-830</inkml:trace>
  <inkml:trace contextRef="#ctx0" brushRef="#br0" timeOffset="228.354">651 133 29958,'0'0'729,"0"0"-201,90 102-24,-48-13-72,2 28-56,-7 25-136,-13 2-240,-15-26 0,-9-31 0,0-34 0,-15-11-160,-25 3-488,5-8-704,-4-11-945</inkml:trace>
  <inkml:trace contextRef="#ctx0" brushRef="#br0" timeOffset="451.437">0 861 20140,'0'0'9466,"0"0"-8257,0 0-817,0 0-216,152-46 136,10 21 16,26-5-176,8-1-152,-26 5-24,-56 10-648,-30 0-3649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32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773 517 26574,'0'0'1467,"0"0"761,0 0-1330,0 0-454,0-21 29,0-129 175,0 123-641,-1 0-1,-1-1 0,-1 1 0,-2 0 1,0 1-1,-9-22-6,12 40 0,-1 0 0,0 1 0,0-1 0,-1 1-1,0 0 1,-1 0 0,1 0 0,-1 1 0,0-1 0,-1 1 0,0 1 0,0-1-1,0 1 1,0 0 0,-1 0 0,0 1 0,0 0 0,0 0 0,-1 0 0,1 1-1,-1 0 1,0 1 0,0 0 0,-6-1 0,5 2 0,-1 0 0,0 1 0,1 0 0,-1 0 0,1 1 0,-1 1 0,1 0 0,-1 0 0,1 1 0,0 0 0,0 0 0,0 1 0,0 0 0,1 1 0,0 0 0,0 0 0,0 1 0,0 0 0,-4 5 0,-119 151 0,93-103 0,2 2 0,4 1 0,2 1 0,3 2 0,3 1 0,2 1 0,4 1 0,2 0 0,4 1 0,3 1 0,-1 66 0,8-128 0,1-1 0,0 1 0,0 0 0,1 0 0,0 0 0,0 0 0,1 0 0,0 0 0,1 0 0,-1 0 0,1-1 0,1 1 0,0-1 0,0 1 0,0-1 0,1 0 0,0 0 0,0 0 0,1-1 0,0 1 0,0-1 0,0-1 0,1 1 0,0-1 0,0 1 0,0-2 0,1 1 0,0-1 0,3 2 0,2-2 0,1 0 0,0-1 0,0 0 0,0-1 0,0-1 0,0 0 0,0-1 0,0 0 0,0-1 0,0 0 0,1-1 0,-2 0 0,1-2 0,0 1 0,-1-1 0,1-1 0,-1 0 0,0-1 0,-1 0 0,1-1 0,-2 0 0,6-5 0,27-28 0,-2-2 0,-2-2 0,-1-2 0,-3-1 0,-1-1 0,-3-2 0,-2-2 0,-3 0 0,-1-2 0,-3-1 0,13-50 0,-26 95-314,-7 31-1384,-2-19 1400,1 24-3273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34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782 312 17212,'0'0'10090,"0"0"-7319,0 0-2055,0 0-152,0 0-54,0 0-175,-8-14-110,-40-109 96,46 118-317,1-5-3,-1 1 0,0 0 0,0 0 0,-1-1 0,0 2 0,-1-1 0,0 0 0,-1 1 0,1-1 0,-1 1 0,-1 1 0,0-1 0,0 1 0,0 0 0,-1 0 0,0 1 0,0 0 0,-1 0 0,-7-4-1,3 7 0,-1 1 0,0 1 0,1 0 0,-1 1 0,0 0 0,1 1 0,-1 1 0,0 0 0,1 0 0,0 1 0,0 1 0,-1 0 0,2 0 0,-1 2 0,1-1 0,0 1 0,0 1 0,0 0 0,1 1 0,0 0 0,1 0 0,-1 1 0,2 0 0,-1 1 0,1 0 0,-25 23 0,2 1 0,2 2 0,1 0 0,2 2 0,1 1 0,3 1 0,1 1 0,1 0 0,3 2 0,1 0 0,3 1 0,1 1 0,2 0 0,3 0 0,-3 40 0,10-84 0,-2 16 0,-1-1 0,2 0 0,1 1 0,0-1 0,0 1 0,2-1 0,0 1 0,1-1 0,1 0 0,0 0 0,1 0 0,1-1 0,0 0 0,1 0 0,1 0 0,0-1 0,7 8 0,-5-11 0,1 0 0,1-1 0,0-1 0,0 0 0,0 0 0,1-1 0,1-1 0,-1 0 0,1-1 0,0 0 0,1-1 0,-1-1 0,1 0 0,0-1 0,0 0 0,0-2 0,1 1 0,-1-2 0,0 0 0,0-1 0,0-1 0,1 0 0,-1-1 0,-1 0 0,1-2 0,-1 1 0,1-2 0,-1 0 0,12-7 0,17-18 0,-2-1 0,-1-2 0,-1-2 0,-3-2 0,0-1 0,-3-1 0,-2-2 0,19-32 0,-25 35 0,-1 0 0,-2-2 0,-2 0 0,-2-2 0,-1 0 0,-3 0 0,-1-2 0,-3 0 0,2-19 0,-9 33-94,24-78-1530,-19 99-1211</inkml:trace>
  <inkml:trace contextRef="#ctx0" brushRef="#br0" timeOffset="451.93">1980 409 31431,'0'0'656,"0"0"-316,0 0-177,0 0-27,-14-22-98,-48-73-35,15 10-3,43 74 0,0 0 0,-2 1 0,1-1 0,-1 1 0,-1 0 0,0 1 0,0-1 0,-1 1 0,0 1 0,0-1 0,-1 1 0,0 1 0,-1 0 0,0 0 0,0 1 0,0 0 0,-5-1 0,7 3 0,0 2 0,0-1 0,-1 1 0,1 0 0,0 1 0,-1-1 0,1 2 0,-1-1 0,0 1 0,1 1 0,-1 0 0,1 0 0,-1 0 0,1 1 0,0 0 0,0 1 0,0 0 0,0 0 0,0 1 0,0 0 0,1 0 0,0 1 0,0 0 0,0 0 0,0 1 0,1-1 0,-4 6 0,-11 13 0,1 0 0,1 1 0,2 0 0,0 2 0,2 0 0,1 0 0,1 3 0,-8 20 0,4 0 0,1 1 0,2 0 0,3 1 0,2 1 0,3 0 0,1 0 0,4 49 0,0-93 0,1-1 0,0 1 0,0-1 0,1 0 0,0 1 0,0-1 0,1 0 0,0 0 0,1 0 0,0 0 0,0 0 0,0 0 0,1-1 0,0 0 0,1 0 0,0 0 0,0 0 0,0-1 0,1 1 0,0-1 0,0-1 0,0 1 0,1-1 0,0 0 0,0-1 0,0 0 0,1 0 0,-1 0 0,1-1 0,0 0 0,0 0 0,0-1 0,9 1 0,3-4 0,0-2 0,0 0 0,0-1 0,-1-1 0,1-1 0,-1 0 0,-1-2 0,1 0 0,-1-1 0,0-1 0,-1 0 0,-1-2 0,1 0 0,-2 0 0,1-2 0,-2 0 0,0 0 0,-1-2 0,0 0 0,-1 0 0,-1-1 0,-1 0 0,8-17 0,-11 18-1,0 1 1,-1-1-1,-1 0 0,0-1 1,-1 1-1,-1-1 0,-1 0 1,0 1-1,-1-1 1,-1-2-1,2-10-9,4-16-1741,-1 33-1610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36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38 29638,'0'0'1125,"0"0"-748,0 0-270,0 0 46,0 0 50,0 0-22,6 9-70,-3-5-95,0 0-8,0 0 0,0-1 0,0 1 1,-1 0-1,0 1 0,1-1 0,-1 0 0,-1 1 0,1-1 0,-1 1 1,0-1-1,0 1 0,0 0 0,0-1 0,-1 1 0,0 0 0,0 0 0,0-1 1,-1 4-9,0-6 10,-1 0 1,0 0-1,0-1 1,0 1 0,0 0-1,0-1 1,0 1-1,-1-1 1,1 0 0,0 0-1,-1 0 1,1 0-1,-1 0 1,1 0 0,-1-1-1,1 1 1,-1-1-1,0 1 1,1-1 0,-1 0-1,1 0 1,-1-1-1,0 1 1,1 0 0,-1-1-1,1 0 1,-1 1 0,1-1-1,-1 0 1,1 0-1,-1 0 1,1-1 0,0 1-1,0-1 1,0 1-1,0-1 1,0 0 0,0 0-1,0 1 1,0-1-1,1 0 1,-1-1 0,0-1-11,1-1-7,1 0 1,0-1-1,0 1 1,0 0-1,1 0 1,0 0-1,0 0 1,0 0-1,0 0 1,1 0-1,0 0 1,0 0-1,1 1 1,-1-1-1,1 1 1,0-1-1,0 1 1,0 0-1,1 0 1,-1 1-1,1-1 1,0 1-1,0-1 1,0 1-1,0 1 1,1-1-1,-1 0 1,1 1-1,0 0 1,0 0-1,0 1 1,0-1-1,0 1 1,0 0-1,0 0 1,0 1-1,0 0 1,2-1 6,-4 3 2,-1-1 1,0 1-1,1 0 0,-1 0 1,0-1-1,0 1 0,0 1 1,0-1-1,0 0 0,0 0 1,-1 1-1,1-1 0,-1 1 1,1-1-1,-1 1 0,0 0 1,0-1-1,0 1 1,-1 0-1,1 0 0,-1 0 1,1 0-1,-1-1 0,0 1 1,0 0-1,0 0 0,-1 0 1,1 0-1,-1 0 0,1 0 1,-1-1-1,0 1 0,0 0 1,0-1-1,-1 1 0,1 0 1,-1-1-1,1 0 1,-1 1-1,0-1 0,0 0 1,-2 2-3,2 0 20,0-1 1,0 1 0,-1-1 0,1 0 0,-1 0 0,0 0 0,0 0 0,0 0 0,0-1 0,0 1-1,-1-1 1,1 0 0,-1 0 0,0 0 0,1-1 0,-1 1 0,0-1 0,-4 1-21,4-49-275,19 25-584,4 1-1343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3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653 429 28654,'0'0'1099,"0"0"-308,0 0-319,0 0-95,-5-21-38,-26-118 185,30 131-513,0 1 0,-1-1 1,0 1-1,-1 0 0,1 0 0,-1 0 0,-1 0 0,1 0 0,-1 1 0,-1-1 0,1 1 0,-1 0 1,0 0-1,0 1 0,-1-1 0,1 1 0,-1 0 0,0 1 0,-1 0 0,1 0 0,-1 0 0,0 1 1,0-1-1,0 2 0,0-1 0,-1 1 0,1 0 0,0 1 0,-1-1 0,0 1 0,1 1 1,-1 0-1,0 0 0,1 0 0,-1 1 0,1 0 0,-1 1 0,1-1 0,-1 2 0,1-1 0,0 1 1,0 0-1,0 0 0,0 1 0,1 0 0,-3 1-11,-16 19 0,0 1 0,1 1 0,2 1 0,0 1 0,2 0 0,2 2 0,0 0 0,2 1 0,1 1 0,-7 25 0,0-6 0,3 0 0,1 1 0,4 1 0,1 1 0,3 0 0,2 0 0,2 1 0,3 0 0,3 5 0,0-51 0,0 0 0,1 0 0,0 0 0,1 0 0,0 0 0,1 0 0,0 0 0,0 0 0,1-1 0,0 0 0,0 1 0,1-1 0,0-1 0,0 1 0,1-1 0,0 0 0,0 0 0,1-1 0,0 0 0,0 0 0,0 0 0,1-1 0,0 0 0,0-1 0,0 0 0,1 0 0,-1 0 0,1-1 0,0-1 0,0 1 0,0-2 0,0 1 0,0-1 0,0 0 0,0-1 0,1 0 0,-1-1 0,0 0 0,0 0 0,0-1 0,0 0 0,0 0 0,0-1 0,13-9 0,0 0 0,0-2 0,-2 0 0,0-1 0,0-1 0,-1-1 0,-1-1 0,-1-1 0,-1 0 0,-1-1 0,0 0 0,-1-2 0,7-15 0,18-35 0,-3-1 0,-3-2 0,-3-1 0,-4-2 0,4-27 0,-26 90 0,-3 8 0,0 1 0,0 0 0,1-1 0,0 1 0,0 0 0,1 0 0,-1 1 0,1-1 0,1 0 0,-1 1 0,1 0 0,0 0 0,0 0 0,0 0 0,1 1 0,0-1 0,-1 1 0,2 0 0,1-1 0,132-31-2023,-68 25-2651</inkml:trace>
  <inkml:trace contextRef="#ctx0" brushRef="#br0" timeOffset="407.42">1869 581 31247,'0'0'638,"0"0"-295,-8-26-180,-47-170 188,51 170-342,-45-163 9,46 182-18,0 1 0,-1 0 0,1 0 0,-1 0 0,-1 0-1,1 1 1,-1-1 0,0 1 0,0 1 0,-1-1 0,1 1 0,-1-1 0,0 2 0,0-1 0,-1 1 0,1 0 0,-1 0 0,1 1-1,-1-1 1,0 2 0,0-1 0,0 1 0,0 0 0,0 0 0,0 1 0,0 0 0,-5 2 0,1 1 0,-1 0 0,1 1 0,0 0 0,0 1 0,1 0 0,-1 1 0,1 0 0,0 0 0,1 1 0,0 1 0,0-1 0,0 1 0,1 1 0,0 0 0,1 0 0,0 0 0,0 1 0,1 0 0,0 1 0,1-1 0,0 1 0,-1 6 0,-15 25 0,2 1 0,2 0 0,2 2 0,2 0 0,2 0 0,2 1 0,2 0 0,2 1 0,2-1 0,2 1 0,2 0 0,2-1 0,2 1 0,2-1 0,2 0 0,8 20 0,-17-63 0,0 1 0,0 0 0,0-1 0,1 1 0,-1-1 0,1 1 0,0-1 0,0 1 0,0-1 0,1 1 0,-1-1 0,1 0 0,0 0 0,0 0 0,0 0 0,0 0 0,0 0 0,1 0 0,-1-1 0,1 1 0,0-1 0,0 0 0,0 0 0,0 0 0,0 0 0,0 0 0,0-1 0,1 0 0,-1 1 0,1-1 0,-1 0 0,1-1 0,-1 1 0,1 0 0,-1-1 0,1 0 0,0 0 0,-1 0 0,1 0 0,0-1 0,1 0 0,4-4 0,0-1 0,0-1 0,0 0 0,-1 0 0,0 0 0,0-1 0,-1 0 0,0-1 0,-1 1 0,5-9 0,4-3 0,355-518 0,-264 401-1494,-83 116-1365</inkml:trace>
  <inkml:trace contextRef="#ctx0" brushRef="#br0" timeOffset="824.911">2904 490 30647,'0'0'985,"0"-19"-434,1-35-454,-2 0 1,-3 0-1,-2 1 0,-2 0 1,-3 0-1,-5-12-97,15 61 0,0 0 0,-1-1 0,1 1 0,-1 0 0,0 0 0,0 0 0,-1 0 0,1 0 0,-1 1 0,0-1 0,0 1 0,0-1 0,0 1 0,0 0 0,-1 0 0,1 1 0,-1-1 0,0 1 0,0 0 0,0 0 0,0 0 0,0 0 0,0 1 0,-1-1 0,1 1 0,0 0 0,-1 1 0,1-1 0,-1 1 0,1 0 0,-1 0 0,1 0 0,-1 0 0,1 1 0,-1 0 0,1 0 0,-3 1 0,-6 7 0,0 1 0,0 0 0,1 0 0,0 2 0,1-1 0,0 1 0,1 1 0,1 0 0,0 1 0,0-1 0,1 2 0,0 2 0,-28 45 0,3 1 0,3 2 0,2 1 0,4 1 0,2 2 0,4 0 0,-10 71 0,26-127 0,1-1 0,1 1 0,0 0 0,0-1 0,1 1 0,1-1 0,0 1 0,1-1 0,0 1 0,2 0 0,-4-9 0,1 0 0,0 0 0,0 0 0,0-1 0,0 1 0,1-1 0,0 0 0,-1 0 0,1 0 0,0 0 0,0 0 0,1 0 0,-1-1 0,1 0 0,-1 1 0,1-1 0,0-1 0,-1 1 0,1 0 0,0-1 0,0 0 0,0 0 0,1 0 0,-1-1 0,0 1 0,0-1 0,0 0 0,1 0 0,-1 0 0,0-1 0,11-3 0,-1-2 0,0 0 0,-1 0 0,1-1 0,-1-1 0,-1 0 0,0-1 0,0 0 0,0-1 0,-1-1 0,-1 1 0,0-2 0,0 1 0,-1-1 0,-1-1 0,0 0 0,2-4 0,41-64 0,-4-3 0,-3-1 0,21-62 0,-52 118-495,1 1 0,1 0 1,2 2-1,1-1 0,1 2 0,2-1 495,15-12-7377</inkml:trace>
  <inkml:trace contextRef="#ctx0" brushRef="#br0" timeOffset="1299.892">3973 585 26318,'0'0'2129,"-1"-22"-1095,-16-141 636,13 142-1491,-1 2 0,-1-1 1,-1 1-1,0 0 0,-2 0 1,0 1-1,-1 0 0,0 0 1,-7-6-180,12 18 0,1 0 0,-1 0 0,0 1 0,-1-1 0,1 1 0,-1 1 0,0-1 0,0 1 0,-1 0 1,1 0-1,-1 1 0,0 0 0,0 0 0,0 0 0,0 1 0,0 0 0,-1 1 0,1-1 0,-1 1 0,1 1 0,-1 0 1,1 0-1,-1 0 0,1 1 0,0 0 0,-1 0 0,-2 2 0,1 0 0,-1 2 0,1 0 0,0 0 0,1 0 0,-1 1 0,1 1 0,1-1 0,-1 1 0,1 0 0,0 1 0,0 0 0,1 0 0,0 0 0,1 1 0,-1 1 0,-24 39 0,1 1 0,2 2 0,3 0 0,2 2 0,3 0 0,1 1 0,4 1 0,1 1 0,4 0 0,1 0 0,1 50 0,7-101 0,-1 0 0,1 0 0,0-1 0,0 1 0,0 0 0,1-1 0,0 1 0,0 0 0,1-1 0,-1 1 0,1-1 0,0 1 0,1-1 0,-1 0 0,1 0 0,0 0 0,1 0 0,-1-1 0,1 1 0,0-1 0,0 0 0,0 0 0,0 0 0,1-1 0,-1 1 0,1-1 0,0 0 0,0-1 0,0 1 0,1-1 0,-1 0 0,1 0 0,-1-1 0,1 1 0,0-1 0,6 1 0,0-1 0,0 0 0,-1-1 0,1 0 0,0 0 0,0-2 0,0 1 0,-1-2 0,1 1 0,-1-2 0,0 1 0,0-1 0,0-1 0,0 0 0,-1-1 0,0 0 0,0 0 0,7-7 0,12-11 0,-2 0 0,0-2 0,-2-1 0,-1-2 0,8-13 0,-2 2 0,-2-2 0,-3-1 0,-1-1 0,-2-1 0,-2-1 0,-2-1 0,-2-1 0,-2 0 0,6-46 0,-17 81-29,-3 8 8,0 0 1,1 0 0,0 0 0,0 0 0,0 1 0,1-1 0,-1 1-1,1-1 1,0 1 0,0-1 0,1 1 0,-1 0 0,1 0-1,0 0 1,0 0 0,1 1 0,0-2 20,10-1-1508</inkml:trace>
  <inkml:trace contextRef="#ctx0" brushRef="#br0" timeOffset="1715.157">4752 650 28406,'0'0'2641,"0"-23"-1767,6-371-28,-6 388-846,1-1 0,-1 1 0,0 0 0,-1-1 0,0 1 0,0 0 0,0 0 0,-1 0 0,0-1 0,0 2 0,0-1 0,-1 0 0,1 0 0,-2 1 0,1-1 0,-1 1 0,1 0 0,-1 0 0,-1 1 0,1-1 0,-1 1 0,1 0 0,-1 0 0,-1 0 0,1 1 0,0-1 0,-1 1 0,0 1 0,1-1 0,-1 1 0,0 0 0,-3 0 0,-2 2 0,0 0 0,1 1 0,-1 0 0,1 0 0,-1 1 0,1 1 0,0 0 0,0 0 0,0 1 0,0 1 0,0-1 0,1 2 0,0-1 0,0 1 0,1 0 0,-1 1 0,1 0 0,1 1 0,-1-1 0,1 1 0,1 1 0,-1-1 0,2 1 0,-1 1 0,-23 28 0,1 2 0,3 0 0,1 2 0,2 1 0,2 0 0,2 2 0,2 0 0,2 1 0,1 0 0,3 1 0,2 1 0,2-1 0,2 1 0,2 18 0,1-62 0,0 1 0,0-1 0,0 0 0,1 1 0,-1-1 0,1 1 0,0 0 0,0-1 0,1 1 0,-1-1 0,1 1 0,0-1 0,0 0 0,1 1 0,-1-1 0,1 0 0,0 0 0,0 0 0,0 0 0,1 0 0,-1 0 0,1-1 0,0 1 0,0-1 0,0 0 0,1 0 0,-1 0 0,1 0 0,-1-1 0,1 1 0,0-1 0,0 0 0,0 0 0,1 0 0,-1-1 0,0 1 0,0-1 0,5 1 0,8-5 0,0 0 0,0-2 0,0 1 0,-1-2 0,0 0 0,0-1 0,0-1 0,-1 0 0,0-1 0,-1-1 0,0 0 0,-1-1 0,0 0 0,0-1 0,-1-1 0,-1 0 0,0 0 0,-1-1 0,5-9 0,288-360-1126,-256 332-1005</inkml:trace>
  <inkml:trace contextRef="#ctx0" brushRef="#br0" timeOffset="2069.306">5620 488 30519,'0'0'676,"6"-22"-240,37-154 381,-36-13-498,-7 184-319,-1 0 0,0 1 0,0-1 0,-1 0 0,1 1 0,-1-1 0,0 1 0,0-1 0,-1 1 0,1 0 0,-1 0 0,0 0 0,0 0 0,0 1 0,-1-1 0,1 1 0,-1 0 0,0 0 0,0 0 0,0 0 0,0 1 0,0 0 0,0 0 0,-1 0 0,1 0 0,-1 0 0,0 1 0,1 0 0,-1 0 0,0 0 0,0 1 0,-2 0 0,-4-1 0,0 1 0,-1 1 0,1 0 0,0 0 0,0 1 0,-1 1 0,2 0 0,-1 0 0,0 1 0,1 1 0,-1 0 0,1 0 0,-8 6 0,-11 13 0,1 1 0,1 1 0,1 1 0,2 1 0,1 1 0,1 1 0,-15 29 0,11-19 0,2 1 0,1 1 0,3 1 0,2 1 0,1 0 0,2 1 0,3 1 0,1 0 0,2 1 0,3 0 0,0 28 0,5-71 0,0 1 0,1 0 0,0 0 0,0 0 0,1 0 0,-1 0 0,1 0 0,0-1 0,0 1 0,1 0 0,-1-1 0,1 1 0,0-1 0,1 1 0,-1-1 0,1 0 0,-1 0 0,1 0 0,0 0 0,1 0 0,-1-1 0,1 0 0,-1 1 0,1-1 0,0-1 0,0 1 0,1 0 0,-1-1 0,0 0 0,1 0 0,0 0 0,-1-1 0,1 0 0,0 1 0,0-2 0,0 1 0,11-1 0,1-1 0,-1-1 0,0-1 0,0 0 0,0-1 0,0-1 0,0 0 0,-1-1 0,0-1 0,-1 0 0,1-1 0,-1-1 0,-1 0 0,1-1 0,-2 0 0,1-1 0,-2-1 0,1 1 0,-1-2 0,-1 0 0,-1 0 0,3-5 0,7-2-120,-1-1 1,-1 0-1,0-2 0,-2 0 0,-1 0 1,-1-2-1,-1 1 0,0-2 1,-3 1-1,0-1 0,-1-1 0,-2 0 1,3-20 119,-8 1-4229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4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1258 27534,'0'0'2592,"0"0"-1783,0 0-521,0 0 76,0 0 148,-7 1-65,-17-14-242,46-33-189,161-249-16,120-215 0,-291 485 0,-8 16 0,-1 0 0,2 0 0,-1 1 0,1-1 0,0 1 0,1 0 0,0 0 0,0 0 0,0 1 0,1 0 0,0 1 0,1-1 0,6-3 0,-13 9 0,0 1 0,0 0 0,0 0 0,0 0 0,0 0 0,1 0 0,-1 0 0,0 0 0,0 0 0,0 0 0,0 0 0,0 0 0,0 1 0,0-1 0,0 0 0,0 1 0,0-1 0,0 1 0,0-1 0,-1 1 0,1 0 0,0-1 0,0 1 0,0 0 0,-1-1 0,1 1 0,0 0 0,-1 0 0,1 0 0,-1 0 0,1 0 0,-1 0 0,1 0 0,-1 0 0,1 0 0,-1 0 0,0 0 0,0 0 0,0 0 0,1 0 0,-1 0 0,0 0 0,17 174 0,-15 383 0,-2-544 0,0-1 0,1 1 0,1 0 0,0 0 0,1-1 0,1 0 0,0 1 0,0-1 0,1-1 0,1 1 0,0-1 0,1 0 0,3 4 0,-9-14 0,1-1 0,-1 1 0,0 0 0,1 0 0,-1-1 0,1 1 0,0-1 0,-1 1 0,1-1 0,0 0 0,0 0 0,0 0 0,0 0 0,0 0 0,0 0 0,0 0 0,0-1 0,0 1 0,1-1 0,-1 1 0,0-1 0,0 0 0,0 0 0,1 0 0,-1 0 0,0 0 0,0-1 0,0 1 0,1-1 0,-1 1 0,0-1 0,0 0 0,0 0 0,0 0 0,0 0 0,0 0 0,0 0 0,-1-1 0,1 1 0,63-73 0,17-69 0,-6-5 0,-7-2 0,35-117 0,43-93 0,-141 347 0,35-44 0,-28 92 0,-12 103 0,-6 0 0,-6 0 0,-16 64 0,4-30 0,7 1 0,8 10 0,29-234-35,7-18-559,2-5-1722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42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716 443 31215,'0'0'617,"0"0"-173,2-24-64,11-153-269,-12 168-111,1-1 0,-2 1 0,0-1 0,0 1 0,0 0 0,-1-1 0,-1 1 0,1 0 0,-1 0 0,-1 0 0,0 0 0,0 0 0,-1 0 0,0 1 0,-1 0 0,1 0 0,-2 0 0,1 0 0,-1 1 0,0 0 0,0 0 0,-1 0 0,0 1 0,-1 0 0,1 0 0,-1 1 0,-6-3 0,6 5 0,0 0 0,0 1 0,-1 0 0,1 0 0,0 1 0,-1 1 0,1-1 0,-1 1 0,1 0 0,0 1 0,-1 0 0,1 1 0,0-1 0,-1 1 0,1 1 0,0 0 0,1 0 0,-1 0 0,0 1 0,1 0 0,-4 4 0,-11 7 0,1 1 0,1 2 0,1 0 0,0 1 0,2 0 0,-9 13 0,-9 12 0,3 2 0,1 0 0,3 2 0,2 1 0,2 2 0,2 0 0,2 1 0,3 1 0,2 1 0,2 0 0,3 1 0,-3 47 0,11-93 0,-1 1 0,2-1 0,-1 0 0,1 1 0,1-1 0,0 1 0,0 0 0,1-1 0,0 1 0,0-1 0,1 0 0,1 1 0,0-1 0,0 0 0,0 0 0,1-1 0,1 1 0,-1-1 0,1 0 0,1 0 0,-1 0 0,1-1 0,1 0 0,0 0 0,0 0 0,0-1 0,0 0 0,1-1 0,2 2 0,7-3 0,0 0 0,0-1 0,1-1 0,-1 0 0,0-1 0,1-1 0,-1-1 0,1-1 0,-1 0 0,0-1 0,0-1 0,0 0 0,0-1 0,-1-1 0,0-1 0,0 0 0,0-1 0,-1-1 0,-1-1 0,1 0 0,-1 0 0,-1-2 0,13-8 0,-2-1 0,0-1 0,-2-2 0,0 0 0,-2-1 0,-1-1 0,-1-1 0,-1-1 0,-1 0 0,1-6 0,-11 17-206,0 0 0,-1 0 0,-1 0 0,-1 0 0,0-1 0,-1 1 0,-1-1 0,-1 1 0,0-1 0,-3-12 206,-2-22-4509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4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31639,'0'0'816,"0"0"-504,141 158-312,-78-97 0,-4-8 0,-2-7 0,-10-11 0,-12-7 0,-18-11 0,-12-7 0,-5-10-1744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7:49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952 269 29662,'0'0'668,"0"0"-199,-12-22 1,-38-72 68,41 82-501,0 0 0,-1 0 0,-1 1 0,0 0-1,0 1 1,-1 0 0,0 1 0,-1 1 0,0-1 0,0 2 0,-1 0 0,0 1 0,0 0 0,-1 1 0,1 1 0,-1 0 0,0 1 0,0 0-1,0 1 1,-1 1 0,1 1 0,0 0 0,0 1 0,-1 0 0,1 2 0,-4 0-37,3 0 0,1 1 0,-1 0 0,1 1 0,0 1 0,0 0 0,1 1 0,0 1 0,0 0 0,0 1 0,1 0 0,1 1 0,0 0 0,0 1 0,1 1 0,0 0 0,1 0 0,-1 3 0,-21 28 0,2 3 0,2 0 0,3 2 0,-8 19 0,9-13 0,2 0 0,3 1 0,2 1 0,2 1 0,3 1 0,3-1 0,-2 49 0,9-95 0,0 1 0,1-1 0,0 1 0,0 0 0,2-1 0,-1 1 0,2 0 0,-1-1 0,1 0 0,1 1 0,0-1 0,1 0 0,0 0 0,1 0 0,0-1 0,1 0 0,0 0 0,0 0 0,1-1 0,0 1 0,5 3 0,7-1 0,2-1 0,-1-1 0,2-1 0,-1 0 0,1-2 0,0 0 0,1-2 0,0 0 0,0-2 0,0 0 0,0-2 0,0 0 0,0-2 0,6-1 0,-3 2 0,32 1 0,0-3 0,0-3 0,-1-2 0,0-3 0,0-2 0,-1-3 0,-1-2 0,-1-3 0,0-2 0,-1-2 0,6-6 0,-49 24 0,3 0 0,-1-1 0,-1 1 0,1-2 0,-1 0 0,0 0 0,-1-1 0,0 0 0,0-1 0,-1 0 0,0-1 0,0 0 0,54-160-519,-47 83-2075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7:5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778 167 24797,'0'0'4136,"0"0"-2867,-20-18-874,-68-60-23,79 70-309,0 1 1,0 0-1,-1 1 0,0 0 0,0 0 0,0 1 0,-1 0 0,1 1 0,-1 0 1,0 1-1,-1 0 0,1 1 0,0 0 0,-1 1 0,1 0 0,-1 1 0,1 0 1,-3 1-64,-1 3 20,1 1 0,-1 0 0,1 1 0,0 0 0,0 1 0,1 1 1,0 0-1,0 1 0,1 1 0,0-1 0,1 2 0,0 0 0,1 0 1,0 1-1,0 0 0,1 1 0,1 0 0,0 0 0,-1 5-20,-30 45 70,2 3 0,3 0-1,3 2 1,-20 66-70,13 34 0,38-163 0,1 0 0,0 0 0,1-1 0,-1 1 0,1 0 0,0 0 0,0-1 0,0 0 0,1 1 0,-1-1 0,1 0 0,0 0 0,0 0 0,1 0 0,-1-1 0,1 1 0,0-1 0,0 0 0,0 0 0,0-1 0,0 1 0,1-1 0,-1 0 0,1 0 0,-1 0 0,1-1 0,0 1 0,0-1 0,0 0 0,0-1 0,0 1 0,0-1 0,0 0 0,0 0 0,0-1 0,0 1 0,-1-1 0,1 0 0,0 0 0,0-1 0,1 0 0,24-1 0,1-2 0,-1-1 0,0-2 0,0 0 0,-1-2 0,0-2 0,-1 0 0,0-2 0,-1-1 0,0-1 0,-2-1 0,0-1 0,-1-2 0,0 0 0,-2-1 0,12-16 0,-26 27-112,0 0 0,-1-1 0,-1 0 0,1 0 0,-2-1 0,1 0 0,-2 0 0,1 0 0,-2 0 0,0-1 0,0 1 0,-1-1 0,-1 0 0,0 0 0,-1 0 0,0 0 0,-1-5 112,-5-36-5202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7:56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30759,'0'0'752,"29"-1"-268,479-4 288,700 7-772,-694 44 0,-451-42 0,-211-26-265,43 4-1062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05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1172 20916,'0'0'2809,"0"0"-1618,0 0-200,0 0 1552,0 0-1152,-16 4-608,-75 21 795,138-22-1013,-11-7-565,-1 0 0,0-2 0,-1-2 0,1-1 0,-2-2 0,1-1 0,-2-2 0,17-9 0,72-27-40,-111 46-304,20-8 190,-19-2-4912,-10 5-7590</inkml:trace>
  <inkml:trace contextRef="#ctx0" brushRef="#br0" timeOffset="382.229">314 795 22005,'0'0'7961,"0"0"-7392,-2 105-137,2-48-16,0 8 8,2 6-128,7 6-160,2 6-88,-5 2-48,12 11-96,-3-19-448,-6-21-1385</inkml:trace>
  <inkml:trace contextRef="#ctx0" brushRef="#br0" timeOffset="711.349">608 730 29262,'0'0'1193,"0"0"-767,0 0-166,0 0 52,26-2-45,89-6-115,-102 7-141,0 0 0,1 1 0,-1 1-1,0 0 1,0 1 0,0 0 0,0 1 0,0 0-1,0 1 1,6 3-11,-15-5 2,1 1-1,-1 0 0,1 0 1,-1 0-1,0 1 0,0-1 1,0 1-1,-1 0 0,0 0 1,1 0-1,-1 0 0,-1 1 1,1-1-1,-1 1 0,1 0 1,-1 0-1,-1 0 0,1 0 1,-1 0-1,0 0 0,0 0 1,0 0-1,0 5-1,-2 21-17,0 0 1,-2 0 0,-1 0-1,-2 0 1,-1 0 0,-1-1-1,-2-1 1,-1 1 0,-1-2-1,-1 1 1,-12 16 16,-41 103-64,67-147 65,-1 0 0,0 0 0,1 0 0,-1 1 0,0-1 0,1 0 0,-1 0 0,1 0 0,-1 0 0,1 0 0,0 0 0,-1-1 0,1 1 0,0 0 0,0 0 0,0 0 0,0-1 0,0 1 0,0 0 0,0-1 0,0 1 0,0-1 0,0 1 0,0-1 0,0 1 0,0-1 0,0 0 0,0 0 0,0 1 0,0-1 0,1 0 0,-1 0 1,0 0-1,0 0 0,0 0 0,0-1 0,0 1 0,1 0 0,-1-1 0,0 1 0,0 0 0,0-1 0,0 1 0,0-1 0,0 1 0,0-1 0,0 0 0,0 0 0,-1 1 0,1-1 0,0 0 0,0 0 0,0 0 0,-1 0 0,1 0 0,-1 0 0,1 0 0,0 0 0,-1 0 0,1 0-1,244-186 103,-85 58-1363,-96 79-1253</inkml:trace>
  <inkml:trace contextRef="#ctx0" brushRef="#br0" timeOffset="1392.166">1248 379 28662,'0'0'1112,"0"0"-616,0 0-151,-9 109 87,9-46-120,0 12-112,17 25-16,1 32-24,0 20-96,-3-10-32,-6-33-16,-3-42-16,-4-32 0,3-5 0,-5-8-120,4-22-104,1-16-192,-5-18-1601</inkml:trace>
  <inkml:trace contextRef="#ctx0" brushRef="#br0" timeOffset="1766.552">1388 685 28990,'0'0'976,"0"0"-327,0 0-201,118 122-112,-78-84-104,-3-3-136,-2-3-72,-4-7-24,2-15-232,-9-8-552,-9-2-1337</inkml:trace>
  <inkml:trace contextRef="#ctx0" brushRef="#br0" timeOffset="1767.552">1566 606 28542,'0'0'808,"0"0"-272,0 0 113,-40 154-193,25-91-232,-1 8-152,1 4-72,0 16-280,2-18-1137,4-28-4112</inkml:trace>
  <inkml:trace contextRef="#ctx0" brushRef="#br0" timeOffset="2049.368">1747 474 29270,'0'0'1289,"0"0"-729,14 122-168,-14-57 0,4 6-192,0 8-128,5 41-72,-2-19-320,-7-10-1289</inkml:trace>
  <inkml:trace contextRef="#ctx0" brushRef="#br0" timeOffset="2669.863">424 271 25405,'0'0'3721,"0"0"-3273,0 0-328,0 0 160,0 0 120,0 0-207,0 0-137,138-6-56,-105 2-136,-3 4-353,-8 0-623,-7 0-2377</inkml:trace>
  <inkml:trace contextRef="#ctx0" brushRef="#br0" timeOffset="3087.931">588 722 26310,'1'127'777,"6"-1"1,5-1 0,6 0 0,5-1-1,7 4-777,73 176 349,-103-301-326,1 0 1,1 1-1,-1-1 1,0 0-1,1 0 1,0 0-1,0 0 1,0 0-1,0 0 1,0 0-1,0-1 1,1 1-1,-1-1 1,1 1-1,0-1 1,0 0-1,0 0 1,0-1-1,0 1 1,0 0-1,0-1 1,0 0-1,1 0 1,-1 0-1,1 0 1,-1 0-1,0-1 1,1 0 0,-1 1-1,1-1 1,0 0-1,-1-1 1,0 1-1,1-1 1,-1 0-1,1 1 1,-1-1-1,0-1 1,1 1-1,-1 0 1,1-1-24,104-115 476,210-241-3169,-244 271-1300</inkml:trace>
  <inkml:trace contextRef="#ctx0" brushRef="#br0" timeOffset="3366.932">1737 0 27094,'0'0'677,"0"0"-383,0 0-153,19 5 143,62 15 264,-75-18-481,-1 0 0,0 1-1,1 0 1,-1 0 0,0 1 0,-1 0-1,1-1 1,0 1 0,-1 1-1,0-1 1,0 1 0,0 0 0,-1-1-1,0 2 1,0-1 0,0 0 0,0 1-1,-1-1 1,0 1 0,0 0-1,-1-1 1,1 1 0,-1 0 0,0 2-67,4 10 195,29 119 105,-7 2 1,-5 1-1,-2 61-300,-7-21-264,-12 181 264,-5-315-883,-4-9-1148</inkml:trace>
  <inkml:trace contextRef="#ctx0" brushRef="#br0" timeOffset="3750.048">1579 1527 28862,'0'0'2217,"0"0"-2001,0 0-176,0 0 32,0 0 72,166-51-56,-60-10-88,-19 7-336,-12 3-1321</inkml:trace>
  <inkml:trace contextRef="#ctx0" brushRef="#br0" timeOffset="3751.048">2258 819 30342,'0'0'1345,"0"0"-1121,0 0-112,0 0-24,0 0-48,0 0-40,-48 132-336,26-77-984,-6-3-3137</inkml:trace>
  <inkml:trace contextRef="#ctx0" brushRef="#br0" timeOffset="4177.717">1675 1557 29678,'0'0'1037,"0"0"-733,0 0-184,0 0 154,22-16-22,139-100-113,-23-2-322,-137 117 180,-1 1-1,1-1 0,-1 1 0,1 0 0,-1 0 0,1-1 0,-1 1 0,1 0 0,0 0 1,-1 0-1,1 0 0,-1-1 0,1 1 0,0 0 0,-1 0 0,1 0 0,-1 0 1,1 0-1,0 1 0,-1-1 0,1 0 0,-1 0 0,1 0 0,-1 0 0,1 1 0,0-1 1,-1 0-1,1 0 0,-1 1 0,1-1 0,-1 1 0,1-1 0,-1 0 0,0 1 0,1-1 1,-1 1-1,1-1 0,-1 1 0,0-1 0,0 1 0,1-1 0,-1 1 0,0-1 1,0 1-1,1 0 0,-1-1 0,0 1 0,0-1 0,0 1 0,0 0 0,0-1 0,0 1 1,0-1-1,0 1 0,0 0 0,0-1 0,0 1 0,-1-1 0,1 1 0,0-1 0,0 1 1,-1 0-1,1-1 0,0 1 0,0-1 0,-1 1 4,-5 50 10,-92 161-10,86-191 0,-161 265 8,173-286-9,0-1 0,0 1 0,0-1 0,1 1 0,-1-1 0,0 1 0,0 0 0,1-1 0,-1 1 0,0-1 0,1 1 0,-1-1 0,0 1 0,1 0 0,-1-1 0,1 1 1,-1 0-1,0 0 0,1-1 0,-1 1 0,1 0 0,-1 0 0,1 0 0,-1-1 0,1 1 0,-1 0 0,1 0 0,-1 0 0,1 0 0,0 0 0,-1 0 0,1 0 0,-1 0 0,1 0 0,-1 0 0,1 0 0,-1 1 0,1-1 1,-1 0-1,1 0 0,-1 0 0,1 1 0,-1-1 0,0 0 0,1 1 0,-1-1 0,1 0 0,-1 1 0,0-1 0,1 0 0,-1 1 0,0-1 0,1 1 0,-1-1 0,0 1 0,0-1 0,1 1 0,-1-1 0,0 1 1,0-1-1,0 1 0,0-1 0,0 1 1,174-170-1043,-57 54 695,-150 83 737,-45 9 234,66 57-211,13-8-405,0-1-1,2 0 1,1 0-1,0 0 1,2 0-1,1 0 1,1-1-1,1-1 1,8 14-7,-17-36-14,0 0 0,0 0 0,0 1 0,1-1 0,-1 0 0,1 0 0,-1 0 0,1 0 0,-1 0 0,1 0 0,-1 0 1,1 0-1,0 0 0,0 0 0,0 0 0,-1 0 0,1 0 0,0 0 0,0 0 0,0-1 0,0 1 0,1-1 0,-1 1 0,0 0 0,0-1 1,0 0-1,0 1 0,0-1 0,1 0 0,-1 1 0,0-1 0,0 0 0,1 0 0,-1 0 0,0 0 0,0 0 0,0-1 0,1 1 0,-1 0 0,0 0 1,0-1-1,0 1 0,1-1 0,-1 1 0,0-1 0,0 1 0,0-1 14,57-101-2029,-27 39-1025</inkml:trace>
  <inkml:trace contextRef="#ctx0" brushRef="#br0" timeOffset="4465.054">2274 1166 28254,'0'0'1184,"0"0"-394,0 0-282,-14 18-160,-78 121-52,88-130-288,-9 15 2,1 1 0,1 1 0,1 0 1,1 1-1,1-1 0,2 2 0,1-1 0,-2 25-10,8-49-5,1-1 0,0 0-1,-1 1 1,1-1-1,0 0 1,0 0 0,0 0-1,0-1 1,1 1-1,-1 0 1,0-1-1,1 1 1,-1-1 0,1 0-1,0 0 1,-1 0-1,1 0 1,0-1 0,-1 1-1,1-1 1,0 1-1,0-1 1,0 0-1,0 0 1,-1 0 0,1 0-1,0-1 1,0 1-1,0-1 1,-1 0 0,1 0-1,0 0 1,-1 0-1,2-1 6,83-46-2498,-51 17-1316</inkml:trace>
  <inkml:trace contextRef="#ctx0" brushRef="#br0" timeOffset="4714.978">2337 1085 27790,'0'0'2408,"-4"101"-1655,4-28-265,0 16 72,0 17-144,0 24-192,8 22-144,8-12-64,-5-33-16,-5-42-280,-1-37-296,-1-26-504,1-2-777,-3-8-2232</inkml:trace>
  <inkml:trace contextRef="#ctx0" brushRef="#br0" timeOffset="4899.682">2436 1555 17604,'0'0'12162,"0"0"-11281,0 0-177,0 0-328,120 29-200,-71 3-176,-8-2-216,-8-5-2153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16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31479,'0'0'1080,"0"0"-872,0 0-208,-22 130 0,22-43 0,0 37 0,7 30 0,8 6 0,3-28 0,-5-35 0,-7-40 0,-1-12 0,-1 1 0,3-5 0,4-9 0,-2-19-888,-1-13-2833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1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11 30639,'0'0'1002,"0"0"-608,0 0-171,0 0 69,1 4-107,0-2-184,0 1 0,0-1-1,-1 0 1,1 0 0,-1 0 0,1 0 0,-1 1-1,0-1 1,0 0 0,0 0 0,0 1 0,0-1-1,0 0 1,-1 0 0,1 1 0,-1-1 0,1 0-1,-1 0 1,0 0 0,0 0 0,0 0 0,0 0-1,0 0 1,-1 0 0,1 0 0,0 0 0,-1-1-1,0 1 1,1-1 0,-1 1 0,0-1 0,0 0-1,1 1 1,-1-1 0,0 0 0,-1 0 0,1 0-1,0-1 1,0 1 0,0 0-1,0 0 0,1 0 0,-1 0 0,0 0 0,1 0 0,-1-1 0,0 1 0,1 0 0,-1-1 0,0 1 0,0-1 0,0 0 0,0 0 0,1 1 0,-1-1 0,0 0 0,0-1 0,0 1 0,0 0 0,0 0 0,1-1 0,-1 1 0,0-1 0,0 0 0,0 1 0,1-1 0,-1 0 0,1 0 0,-1 0 0,0 0 0,1 0 0,0-1 0,-1 1 0,1 0 0,0-1 0,0 1 0,-1-1 0,1 1 0,0-1 0,1 1 0,-1-1 0,0 0 0,0 0 0,1 1 0,-1-1 0,1 0 0,-1 0 0,1 0 0,0 1 0,0-1 0,0 0 0,0 0 0,0 0 0,0 0 0,0 0 0,1 0 0,1-1 0,-1-1 0,1 1 0,0 1 0,1-1 0,-1 0 0,1 0 0,-1 1 0,1 0 0,0-1 0,0 1 0,0 0 0,0 0 0,0 0 0,0 1 0,0-1 0,1 1 0,-1 0 0,0 0 0,1 0 0,-1 0 0,1 1 0,0-1 0,-1 1 0,1 0 0,-1 0 0,1 0 0,-1 1 0,1-1 0,0 1 0,-1 0 0,1 0 0,-1 0 0,0 0 0,1 1 0,-1-1 0,0 1 0,0 0 0,0 0 0,1 0 0,-2 0 0,0-1 0,0 1 0,0-1 0,-1 1 0,1 0 0,0 0 0,-1 0 0,1 0 0,-1 0 0,1 0 0,-1 0 0,0 0 0,0 0 0,0 1 0,0-1 0,0 0 0,-1 1 0,1-1 0,-1 1 0,0-1 0,1 1 0,-1-1 0,0 1 0,0-1 0,-1 1 0,1-1 0,-1 0 0,1 1 0,-1-1 0,0 1 0,1-1 0,-1 0 0,0 1 0,-1-1 0,1 0 0,0 0 0,-1 0 0,1 0 0,-1 0 0,0 0 0,1-1 0,-1 1 0,0 0 0,0-1 0,0 1 0,0-1 0,0 0 0,-1 0 0,1 0 0,0 0 0,-1 0 0,1 0 0,0-1 0,-1 1 0,1-1 0,-1 1 0,1-1 0,-1 0 0,1 0 0,-1 0 0,1 0 0,-1-1 0,1 1 0,-2-1 0,-1-56 0,6 55 0,1-1 0,0 1 0,0 0 0,0-1 0,0 1 0,0 0 0,1 0 0,-1 0 0,0 1 0,1-1 0,0 1 0,-1-1 0,1 1 0,0 0 0,0 0 0,-1 0 0,1 0 0,0 0 0,0 1 0,0-1 0,0 1 0,0 0 0,0 0 0,0 0 0,0 0 0,0 1 0,0-1 0,0 1 0,0 0 0,0 0 0,0 0 0,0 0 0,-1 0 0,1 0 0,0 1 0,-1-1 0,1 1 0,-1 0 0,0 0 0,0 0 0,1 0 0,-1 0 0,0 1 0,-1-1 0,1 0 0,0 1 0,0 2 0,0-1 0,-1-1 0,0 1 0,0 0 0,-1 0 0,1 1 0,-1-1 0,0 0 0,0 0 0,0 0 0,-1 0 0,1 0 0,-1 0 0,0 0 0,0 0 0,0 0 0,-1 0 0,1-1 0,-1 1 0,0 0 0,0-1 0,-1 1 0,1-1 0,-1 0 0,1 0 0,-1 0 0,0 0 0,0 0 0,0-1 0,-1 1 0,1-1 0,0 0 0,-1 0 0,0 0 0,1 0 0,-1-1 0,0 0 0,0 1 0,0-1 0,0-1 0,0 1 0,0-1 0,0 1 0,0-1 0,-3 0 0,5-3 0,-1 0 0,1 0 0,0 0 0,-1 0 0,1 0 0,1-1 0,-1 1 0,0 0 0,1-1 0,0 1 0,0-1 0,0 0 0,0 1 0,1-1 0,-1 0 0,1 0 0,0 1 0,0-1 0,0 0 0,0 0 0,1 1 0,0-3 0,0-5 0,-1 9 0,-1 1 0,0-1 0,1 0 0,-1 0 0,1 1 0,0-1 0,0 0 0,-1 1 0,1-1 0,0 0 0,1 0 0,-1 1 0,0-1 0,0 0 0,1 0 0,-1 1 0,1-1 0,-1 0 0,1 1 0,0-1 0,0 1 0,0-1 0,-1 1 0,2-1 0,-1 1 0,0 0 0,0-1 0,0 1 0,1 0 0,-1 0 0,0 0 0,1 0 0,-1 0 0,1 0 0,-1 0 0,1 0 0,0 1 0,-1-1 0,1 1 0,0-1 0,-1 1 0,1 0 0,0 0 0,0-1 0,-1 1 0,6 43-1480,-11-23-3073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2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574 274 28462,'0'0'1871,"0"0"-1311,-7-20-409,-44-124 321,49 138-452,0 0 1,-1-1-1,0 1 1,0 0-1,-1 0 1,1 1-1,-1-1 0,-1 1 1,1 0-1,-1 0 1,1 0-1,-2 1 1,1-1-1,0 1 0,-1 0 1,0 1-1,0-1 1,0 1-1,0 1 1,0-1-1,-1 1 0,1 0 1,-1 0-1,1 1 1,-1 0-1,0 0 1,1 0-1,-1 1 0,0 0 1,0 1-1,0-1 1,1 1-1,-1 1 1,0-1-1,1 1 0,-1 0 1,1 1-1,-5 2-20,-7 7 4,0 1-1,2 1 0,-1 0 1,2 1-1,0 1 1,1 0-1,0 1 0,2 1 1,0 0-1,1 1 0,1 0 1,0 1-4,5-12 2,-14 24 4,2 1 0,0 2 1,3-1-1,1 2 0,-6 25-6,16-50 7,0 0 0,1 0 0,1 0 0,0 0-1,0 0 1,1 1 0,0-1 0,1 0 0,1 0 0,0 0 0,0 0 0,1 0 0,0 0 0,1-1 0,0 0-1,1 1 1,0-1 0,0-1 0,1 1 0,1-1 0,1 2-7,3 0 9,1 0 1,0 0-1,1-1 0,0-1 1,1 0-1,0 0 1,0-2-1,1 0 0,0 0 1,0-1-1,0-1 1,1-1-1,0 0 0,0-1 1,0-1-1,0 0 0,0-1 1,0-1-1,1-1 1,-1 0-1,0-1 0,0 0 1,0-2-1,0 0 1,-1 0-1,1-2 0,2-1-9,3-11 1,-1 0-1,-1-1 0,0-2 0,-2 0 0,0 0 0,-1-2 0,-2 0 1,0-1-1,-1 0 0,-2-1 0,0 0 0,-2-1 0,-1 0 1,0 0-1,-2-1 0,1-21 0,1 6-50,-7 32-38,0 0 0,0 0 0,1 1 0,1-1 0,0 1 0,0 0 0,0 0-1,2 0 1,-1 0 0,1 1 0,0-1 0,3-2 88,7-2-2006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2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28974,'0'0'2585,"0"0"-2313,-35 104-152,22-39 312,2 26-48,4 25-384,7-3 0,0-11 0,0-17 0,7-28 0,8-3-120,2-9-408,10-33-480,-5-12-753,-3-4-3848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22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31367,'0'0'784,"0"0"-400,0 0-152,0 104-232,0-45 0,0 26 0,5 0 0,8 8 0,2-1 0,3 3 0,-1-12 0,-10-24-1352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2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468 164 29174,'0'0'827,"0"0"-215,0 0-196,0 0-114,-22-17-77,-116-95 15,134 108-233,-1 0-1,0 1 0,0-1 1,-1 1-1,1 1 1,-1-1-1,1 1 1,-1 0-1,0 0 1,0 0-1,0 1 1,0 0-1,0 0 0,0 1 1,0 0-1,0 0 1,0 0-1,0 1 1,0-1-1,0 2 1,0-1-1,0 0 1,0 1-1,0 0 0,1 1 1,-1-1-1,1 1 1,-1 0-1,1 1 1,0-1-1,-2 3-6,-8 16 20,0 0 0,1 1 0,1 1 0,1 0-1,2 0 1,0 1 0,1 1 0,2 0 0,1 0 0,1 0-1,1 1 1,1 0 0,1-1 0,2 1 0,0 0 0,2 0 0,2 6-20,-4-25 13,0 0 1,1 0-1,0 0 1,0 0-1,1 0 1,0 0-1,1 0 1,-1 0-1,1-1 1,1 1-1,-1-1 1,1 0-1,1 0 1,-1 0-1,1-1 1,1 0-1,-1 0 1,1 0-1,0 0 1,0-1-1,0 0 1,1 0 0,0-1-1,0 0 1,0 0-1,0 0 1,1-1-1,0 0 1,6 1-14,1-2 1,1-2 1,-1 0-1,0 0 1,0-1-1,0-1 1,0-1-1,0 0 1,0-1-1,-1 0 1,1-1 0,-1-1-1,0-1 1,-1 0-1,0 0 1,0-1-1,0-1 1,-1 0-1,0-1 1,-1 0-1,0-1 1,-1 0-1,0 0 1,-1-1-1,0-1 1,0 0-1,-2 0 1,4-8-2,120-262-2236,-111 244-1625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23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30847,'0'0'744,"0"0"-312,-48 161 136,32-78-392,7 6-176,9-2 0,0-6 0,5-8 0,15-10 0,-1-12 0,16-4 0,-2-15-560,-7-14-1609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24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396 236 31103,'0'0'596,"0"0"-350,0 0-116,0-20 57,-3-65-30,4 80-152,-1 0 0,0-1 0,0 1-1,-1 0 1,1 0 0,-1 0 0,-1 0 0,1 0 0,-1 0 0,1 0 0,-1 0-1,-1 1 1,1-1 0,-1 0 0,1 1 0,-1 0 0,-1 0 0,1 0 0,-1 0 0,1 0-1,-1 1 1,0 0 0,0 0 0,0 0 0,-1 0 0,1 0 0,-1 1 0,0 0-1,1 0 1,-1 0 0,0 1 0,0-1 0,0 1 0,0 0 0,-1 1 0,1-1 0,0 1-1,0 0 1,0 0 0,0 1 0,-1 0 0,1 0 0,0 0 0,0 0 0,0 1-1,1-1 1,-3 2-5,-5 7 5,0 0 0,1 0 0,0 1 0,1 0 0,0 1-1,1 0 1,1 0 0,0 1 0,0 0 0,1 1 0,-5 13-5,-6 12 6,1 0 1,2 1-1,1 1 1,3 0-1,1 1 1,2 0-1,2 0 1,1 1-1,3 0 1,2 9-7,2-44 0,1 0 0,0 0 0,0-1 0,0 1 0,1-1 0,1 0 0,-1 0 0,1 0 0,0-1 0,1 1 0,-1-1 0,1 0 0,0-1 0,1 0 0,0 0 0,-1 0 0,1-1 0,1 0 0,-1 0 0,1-1 0,-1 0 0,1 0 0,0 0 0,0-1 0,0-1 0,0 1 0,1-1 0,-1-1 0,0 0 0,1 0 0,-1 0 0,0-1 0,0 0 0,0-1 0,1 0 0,-2 0 0,1-1 0,0 0 0,0 0 0,-1-1 0,0 1 0,1-2 0,0-1 0,11-11-24,0-2 1,-2 0-1,0-2 1,-1 1-1,-2-2 1,0 0-1,-1-1 1,-1 0-1,-1-1 1,-2 0-1,0-1 1,-1 0-1,-2 0 1,0 0-1,-2-1 1,-1-1 23,7-58-1144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1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592 280 27118,'0'0'2116,"0"0"-485,0 0-919,0 0-211,0 0-75,-5-6-200,-47-85-188,48 79-38,-1 0 0,0 1 0,0 0 0,-1 0 0,-1 0 0,0 1 0,0 0 0,-1 0 0,0 1 0,-1 0 0,0 0-1,0 1 1,-1 0 0,0 1 0,0 0 0,-1 1 0,0 0 0,-5-2 0,7 6 0,-1 0 0,0 1 0,0 0 0,0 0 0,0 1 0,0 0 0,0 1 0,0 0 0,0 1 0,0 0 0,0 0 0,1 1 0,-1 0 0,1 1 0,0 0 0,0 0 0,0 1 0,0 1 0,1-1 0,0 1 0,0 0 0,1 1 0,-1 0 0,1 0 0,1 1 0,0 0 0,0 0 0,0 0 0,1 1 0,0 0 0,1 0 0,0 0 0,-1 4 0,-14 31 0,2 1 0,1 0 0,3 1 0,2 1 0,2 0 0,1 1 0,3 0 0,2 0 0,2 0 0,6 44 0,-6-82 0,1-1 0,1 0 0,0 0 0,0 1 0,1-1 0,0 0 0,1 0 0,0 0 0,0-1 0,1 1 0,0-1 0,0 0 0,1 0 0,0 0 0,1 0 0,-1-1 0,1 0 0,1 0 0,0-1 0,-1 1 0,2-2 0,-1 1 0,1-1 0,0 0 0,0 0 0,3 0 0,1 0 0,-1 0 0,1-1 0,0-1 0,0 0 0,1 0 0,-1-1 0,0-1 0,1 0 0,-1-1 0,1 0 0,-1-1 0,1 0 0,-1-1 0,0 0 0,1-1 0,-1-1 0,0 0 0,-1 0 0,1-1 0,-1-1 0,0 0 0,0 0 0,-1-1 0,0 0 0,0-1 0,-1 0 0,4-5 0,20-23-3,-2-2 1,-1-1-1,-2-1 0,-2-1 0,-2-2 1,-2 0-1,-1-2 0,9-33 3,38-73-511,-36 82-1100</inkml:trace>
  <inkml:trace contextRef="#ctx0" brushRef="#br0" timeOffset="317.901">1502 416 30535,'0'0'1129,"0"0"-429,-12-17-356,-73-120-285,84 136-59,-97-134 0,95 132 0,0 0 0,0 0 0,0 0 0,0 0 0,-1 1 0,0 0 0,1-1 0,-1 1 0,0 1 0,0-1 0,0 0 0,0 1 0,0 0 0,-1 0 0,1 0 0,0 1 0,0-1 0,-1 1 0,1 0 0,0 0 0,-1 0 0,1 1 0,0 0 0,0 0 0,-1 0 0,1 0 0,0 0 0,0 1 0,0 0 0,1 0 0,-1 0 0,0 0 0,1 1 0,-1-1 0,1 1 0,0 0 0,-3 3 0,-12 16 0,1 0 0,1 2 0,1 0 0,2 0 0,0 1 0,1 1 0,2 0 0,-6 22 0,-5 10 0,3 1 0,3 0 0,2 1 0,2 0 0,4 1 0,1 6 0,5-64 0,0 1 0,0-1 0,1 1 0,-1-1 0,1 1 0,-1-1 0,1 1 0,0-1 0,1 1 0,-1-1 0,0 1 0,1-1 0,0 1 0,0-1 0,0 1 0,0-1 0,1 0 0,-1 0 0,1 1 0,0-1 0,0 0 0,0-1 0,0 1 0,1 0 0,-1 0 0,1-1 0,-1 0 0,1 1 0,0-1 0,0 0 0,0 0 0,0-1 0,0 1 0,0-1 0,1 1 0,-1-1 0,10 1 0,0 0 0,0 0 0,-1-1 0,1-1 0,0 0 0,0-1 0,0 0 0,0-1 0,0-1 0,-1 0 0,1 0 0,-1-1 0,0-1 0,0 0 0,0-1 0,-1 0 0,3-3 0,173-140 0,-148 107-36,-3-2 0,-1-2 0,-2-1 0,24-49 36,-30 52-243,-3 7-2799,1 5-6500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0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39 172 25213,'0'0'1831,"0"0"-748,0 0-425,0 0 11,0 0-111,0 0-198,-8-1-43,-7 0-190,-1 0 281,34 0 155,162-33 428,-81 9-1002,77-11 11,1 8 0,0 7 0,85 5 0,657 11 0,-390 3 0,278 43 0,-167 4 0,-473-40 0,-1 7 0,64 17 0,-29-1 0,0-8 0,195-7 0,-317-13 0,274 1 0,60 21 0,-102 1 0,1-13 0,112-19 0,-101-1 0,0 15 0,114 24 0,717 27 0,-1009-57 0,1 7 0,0 6 0,-2 7 0,0 6 0,47 18 0,-100-17 0,2-4 0,0-5 0,1-3 0,46-1 0,-73-9 0,-1-2 0,0 3 0,-1 4 0,0 2 0,36 11 0,-81-12-9,-28-5 32,-33-2-241,3-3-802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28462,'0'0'3625,"0"0"-3273,0 0-216,-27 126 56,23-37-192,-1 39 0,1 30 0,4-12 0,0-34 0,0-43 0,0-33 0,0-1 0,11 9 0,0-9 0,-2-15-1704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583 322 28670,'0'0'1711,"0"0"-865,0 0-198,0 0-55,-17-19-331,-56-63-225,20-23-37,52 100 0,0-1 0,0 0 0,-1 0 0,0 1 0,0-1 0,-1 0 0,1 1 0,-1 0 0,0 0 0,-1 0 0,1 0 0,-1 0 0,0 1 0,0 0 0,-1 0 0,1 0 0,-1 0 0,0 0 0,0 1 0,0 0 0,0 0 0,-1 1 0,1-1 0,-1 1 0,-4-1 0,3 2 0,-1 0 0,0 1 0,0 0 0,1 0 0,-1 0 0,0 1 0,1 1 0,-1-1 0,0 1 0,1 0 0,0 1 0,-1 0 0,1 0 0,0 0 0,1 1 0,-1 0 0,0 0 0,1 1 0,0 0 0,0 0 0,1 1 0,-1-1 0,1 1 0,-11 13 0,1 0 0,1 1 0,1 1 0,1 0 0,0 1 0,-6 19 0,4-6 0,1 2 0,2-1 0,1 2 0,2-1 0,2 1 0,2 0 0,1 1 0,2 10 0,0-44 0,0 1 0,1 0 0,0 0 0,0 0 0,1 0 0,-1 0 0,1 0 0,0-1 0,1 1 0,0 0 0,0-1 0,0 1 0,0-1 0,1 0 0,0 0 0,0 0 0,0 0 0,1 0 0,0-1 0,0 1 0,0-1 0,0 0 0,1 0 0,-1-1 0,1 1 0,1-1 0,1 2 0,0 0 0,1-1 0,0-1 0,0 1 0,0-1 0,0 0 0,0-1 0,0 0 0,1 0 0,-1-1 0,1 0 0,0-1 0,-1 0 0,1 0 0,-1 0 0,1-1 0,0-1 0,-1 1 0,0-2 0,1 1 0,-1-1 0,0 0 0,0-1 0,-1 1 0,1-2 0,-1 1 0,1-2 0,23-24 0,-1-1 0,-1-1 0,-2-2 0,-2-1 0,-1-1 0,-2-1 0,-1-1 0,-2-1 0,-2-1 0,3-11 0,-4 15 0,-5 11-130,-8 14 47,1 1-1,0-1 1,0 1 0,1 0-1,1 0 1,0 0 0,0 1 0,0 0-1,1 0 1,1 0 0,0 1-1,0 0 1,0 1 0,1 0-1,0 0 1,0 1 0,1 0-1,8-3 84,13 0-4659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4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15123,'0'0'12452,"0"0"-9223,0 0-2477,0 0-125,0 0-219,-9 29-253,-49 227-134,36-46-21,5 143 0,17-352-1,0 1 0,-1 0 0,1 0 0,0-1 0,0 1-1,0 0 1,0 0 0,1-1 0,-1 1 0,0 0 0,1 0 0,-1-1 0,1 1 0,-1 0 0,1-1-1,0 1 1,0-1 0,0 1 0,0-1 0,0 1 0,0-1 0,0 1 0,1-1 0,-1 0 0,0 0-1,1 0 1,-1 0 0,1 0 0,-1 0 0,1 0 0,-1 0 0,1-1 0,0 1 0,-1 0 0,1-1-1,0 0 1,-1 1 0,1-1 0,0 0 0,0 0 0,0 0 0,-1 0 0,1 0 0,0 0 0,0 0 0,-1-1-1,1 1 1,0-1 0,0 1 0,-1-1 0,2 0 1,40-23-568,0-15-1209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4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30879,'0'0'1080,"0"0"-464,0 152-424,-2-75-192,-5 8 0,-2 3 0,-2 5 0,7 0 0,-3-2 0,7 11 0,0-21 0,0-22-1984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5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382 349 28094,'0'0'1730,"0"0"-1063,-2-21-298,-13-132 312,-38 20-212,50 130-459,1 0 1,-1 0-1,1 0 1,-1 0-1,0 0 1,0 0-1,0 1 0,-1 0 1,1-1-1,-1 1 1,1 0-1,-1 1 0,0-1 1,1 1-1,-1 0 1,0-1-1,0 2 1,0-1-1,0 0 0,0 1 1,0 0-1,0 0 1,0 0-1,0 0 1,0 1-1,0-1 0,0 1 1,0 0-1,0 0 1,0 1-1,0-1 0,1 1 1,-1 0-1,-2 1-10,-9 9 3,1 1 0,1 0 0,0 1 0,0 1-1,2 0 1,0 0 0,0 1 0,1 0 0,2 1 0,-1 0 0,2 1-1,0-1 1,1 2 0,1-1 0,0 3-3,-2 5-1,1 0 0,1 0 0,1 1 1,2-1-1,0 1 0,2 0 0,1 0 0,1 4 1,-1-25 9,0-1 0,0 1 0,0-1 0,1 1 0,0-1-1,0 0 1,0 0 0,1 0 0,-1 0 0,1 0 0,0-1 0,1 1 0,-1-1-1,1 0 1,0 0 0,0 0 0,0-1 0,0 1 0,1-1 0,0 0 0,-1 0-1,1 0 1,0-1 0,0 0 0,1 0 0,-1 0 0,0 0 0,1-1-1,-1 0 1,3 0-9,3 0 8,0 0-1,0-1 0,1 0 0,-1 0 0,0-2 0,1 1 1,-1-1-1,0-1 0,0 0 0,-1-1 0,1 0 1,-1 0-1,1-1 0,5-4-7,18-15 5,-2-2 0,0 0 0,-2-3 0,-1 0 0,1-5-5,135-118-293,-110 116-1585,-5 7-3138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5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30567,'0'0'656,"0"0"-296,0 0 232,-22 145-32,18-77-528,1 8-32,-1 7 0,2 2 0,-3 2 0,1-8 0,4-10 0,0-10 0,7-17-32,10-23-1920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6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469 193 30326,'0'0'1087,"0"0"-593,0 0-155,-4-21 62,-11-71-288,13 88-113,0-1 1,0 0-1,0 1 0,0 0 0,-1-1 0,0 1 0,0 0 1,0 0-1,0 1 0,0-1 0,-1 1 0,0-1 0,0 1 1,0 0-1,0 1 0,0-1 0,0 1 0,-1-1 0,1 1 0,-1 1 1,0-1-1,1 1 0,-1-1 0,0 1 0,0 1 0,0-1 1,0 1-1,0 0 0,0 0 0,0 0 0,0 1 0,0-1 1,1 1-1,-1 1 0,0-1 0,0 1 0,1-1 0,-1 1 1,1 1-1,-1-1 0,1 1 0,-1 0 0,-16 10 0,1 1 0,1 0 0,0 2 0,1 0 0,1 1 0,1 0 0,0 2 0,1 0 0,1 0 0,1 2 0,1-1 0,0 2 0,2-1 0,0 2 0,2-1 0,0 1 0,-1 13 0,4-18 0,1 0 0,1-1 0,0 1 0,2 0 0,0 0 0,1 0 0,1 1 0,0 0 0,0-13 0,-1-1 0,1 0 0,1 1 0,-1-1 0,1 0 0,0 0 0,0 0 0,0 0 0,0 0 0,1-1 0,0 1 0,0-1 0,1 0 0,-1 1 0,1-1 0,0-1 0,0 1 0,0-1 0,0 1 0,0-1 0,1 0 0,0-1 0,-1 1 0,1-1 0,0 0 0,0 0 0,1-1 0,2 2 0,6-2 0,0 0 0,0-1 0,0-1 0,-1 0 0,1-1 0,0 0 0,-1-1 0,0 0 0,1-1 0,-1-1 0,-1 0 0,1-1 0,-1 0 0,0-1 0,0 0 0,-1-1 0,0 0 0,0-1 0,-1 0 0,0-1 0,-1 0 0,0-1 0,0 0 0,-1 0 0,-1-1 0,0 1 0,0-2 0,-1 1 0,-1-1 0,0-1 0,65-117-136,-43 76-544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136 194 30767,'0'0'1024,"0"0"-912,0 0 24,0 0 320,0 0-184,0 0-272,0 0 0,18 17 0,-1-17-512,-6 0-2049</inkml:trace>
  <inkml:trace contextRef="#ctx0" brushRef="#br0" timeOffset="1083.248">110 231 25477,'0'0'1550,"0"0"-434,0 0-170,0 0-181,0 0-152,0 0-139,13 1-167,41 6-100,-53-7-195,0 0 0,0 0 0,0 1 0,0-1 0,0 0 1,0 1-1,0-1 0,0 1 0,0-1 0,0 1 0,0 0 0,0-1 0,0 1 1,-1 0-1,1-1 0,0 1 0,0 0 0,-1 0 0,1 0 0,0 0 1,-1 0-1,1-1 0,-1 1 0,0 0 0,1 0 0,-1 0 0,0 1 0,1-1 1,-1 0-1,0 0 0,0 0 0,0 0 0,0 0 0,0 0 0,0 0 0,0 0 1,0 0-1,0 0 0,-1 0 0,1 0 0,0 0 0,-1 0 0,1 0 1,-1 0-1,1 0 0,-1 0 0,1 0 0,-1 0 0,0 0 0,0 0 0,1-1 1,-1 1-1,0 0 0,0-1 0,0 1 0,0 0 0,1-1 0,-1 1 1,0-1-1,0 1 0,0-1 0,-1 1-12,-3 1 15,0-1 0,0 1 0,-1-1 0,1 1 1,0-2-1,0 1 0,-1 0 0,1-1 0,0 0 0,-1 0 0,1-1 1,0 0-1,-1 0 0,1 0 0,0 0 0,0-1 0,0 0 0,0 0 1,0 0-1,1 0 0,-1-1 0,0 0 0,1 0 0,0 0 0,0-1 0,0 1 1,0-1-1,0 0 0,1 0 0,0 0 0,0-1 0,0 1 0,0-1 1,1 1-1,0-1 0,-1 0 0,2-1-15,-2 0 0,0 0 0,1 0 0,0 0 0,0-1 0,1 1 0,0 0 0,0-1 0,1 0 0,-1 1 0,1-1 0,1 1 0,-1-1 0,1 1 0,0-1 0,1 1 0,0-1 0,0 1 0,0 0 0,0 0 0,1 0 0,0 0 0,1 1 0,-1-1 0,1 1 0,0 0 0,0 0 0,1 0 0,-1 0 0,1 1 0,0-1 0,1 2 0,-1-1 0,0 0 0,1 1 0,0 0 0,0 0 0,0 1 0,0 0 0,1 0 0,4-1 0,-9 3 0,1 0 0,0 0 0,-1 0 0,1 0 0,0 0 0,-1 1 0,1-1 0,-1 1 0,1 0 0,-1 0 0,1 0 0,-1 0 0,1 0 0,-1 0 0,0 1 0,0-1 0,0 1 0,0 0 0,0-1 0,0 1 0,0 0 0,0 0 0,-1 0 0,1 0 0,-1 1 0,1-1 0,-1 0 0,0 1 0,0-1 0,0 1 0,0-1 0,0 1 0,-1 1 0,9 93 0,-9-82 0,0-11 0,1 0 0,-1 0 0,0-1 0,0 1 0,-1 0 0,1 0 0,-1-1 0,1 1 0,-1 0 0,0-1 0,-1 1 0,1 0 0,-1-1 0,1 0 0,-1 1 0,0-1 0,0 0 0,-1 0 0,1 0 0,-1 0 0,1 0 0,-1-1 0,0 1 0,0-1 0,0 0 0,0 0 0,0 0 0,-1 0 0,1 0 0,-1-1 0,1 0 0,-1 1 0,1-1 0,-1-1 0,0 1 0,1 0 0,-4-1 0,5-2 0,-1 0 0,1 0 0,0 0 0,0 0 0,0-1 0,0 1 0,0-1 0,1 1 0,-1-1 0,1 0 0,0 0 0,-1 1 0,1-1 0,1 0 0,-1 0 0,0 0 0,1 0 0,-1 0 0,1-1 0,0 1 0,0 0 0,0 0 0,0 0 0,1 0 0,-1 0 0,1 0 0,1-3 0,-2-7 0,14-37 0,-12 71 0,-3-7-16,1-13 13,-1 0-1,1 0 0,-1 0 0,1 0 0,0 0 0,0 0 0,0 0 0,-1 0 1,1 0-1,0 0 0,0 1 0,0-1 0,0 0 0,1 0 0,-1 0 1,0 0-1,0 0 0,1 0 0,-1 0 0,0 0 0,1 0 0,-1-1 0,1 1 1,-1 0-1,1 0 0,0 0 0,-1 0 0,1-1 0,0 1 0,0 0 1,-1 0-1,1-1 0,0 1 0,0-1 0,0 1 0,0-1 0,0 1 0,0-1 1,0 0-1,0 1 0,0-1 0,0 0 0,0 0 0,0 0 0,0 1 1,0-1-1,0 0 4,29-3-1261,2-8-1410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1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421 317 30350,'0'0'821,"0"0"-365,0 0-159,0 0 110,-12-17-68,-62-96-242,73 109-97,-1-1 0,0 1 0,0 0 0,0 0 0,-1 0 0,1 0 0,-1 0 0,0 0 0,0 1 0,-1 0 0,1-1 0,-1 1 0,1 0 0,-1 1 0,0-1 0,0 1 0,0-1 0,0 1 0,-1 0 0,1 1 0,-1-1 0,1 1 0,-1 0 0,1 0 0,-1 0 0,0 1 0,1 0 0,-1 0 0,0 0 0,0 0 0,1 1 0,-1-1 0,0 1 0,1 0 0,-1 1 0,1-1 0,-1 1 0,1 0 0,0 0 0,0 0 0,0 1 0,-3 2 0,-7 8 0,1 2 0,1 0 0,0 0 0,1 1 0,1 1 0,0 0 0,1 0 0,1 1 0,0 0 0,2 0 0,0 1 0,1-1 0,0 9 0,-5 5 0,2 1 0,1 1 0,2 0 0,1 0 0,2 0 0,1 0 0,3 30 0,0-55 0,0 1 0,0-1 0,1 0 0,0 1 0,1-1 0,0-1 0,0 1 0,1-1 0,0 1 0,1-1 0,0-1 0,0 1 0,0-1 0,1 0 0,0-1 0,0 1 0,1-1 0,0-1 0,0 1 0,0-2 0,1 1 0,-1-1 0,1 0 0,0-1 0,1 0 0,-1 0 0,0-1 0,1 0 0,-1-1 0,1 0 0,0 0 0,-1-1 0,1-1 0,0 1 0,-1-1 0,1-1 0,-1 0 0,1 0 0,-1-1 0,0 0 0,0-1 0,0 0 0,5-4 0,12-12 0,-2-2 0,0-1 0,-1 0 0,-2-2 0,0-1 0,-2 0 0,-1-1 0,-1-1 0,-1-1 0,-1-1 0,-2 0 0,-1 0 0,5-26 0,25-44 0,-35 86-228,0 1 0,1 0 0,0 1 0,1 0 0,1 0 0,0 1 0,0 0 0,1 1 0,1 0 0,11-8 228,17-11-4241</inkml:trace>
  <inkml:trace contextRef="#ctx0" brushRef="#br0" timeOffset="445.359">1434 372 30839,'0'0'654,"0"0"-339,0 0-103,0 0 119,-7-19-56,-21-65-153,14-114-103,14 194-19,0 1 0,-1 0 0,0-1 0,0 1 0,0 0 0,0 0 0,0 0 0,-1 0 0,0 0 0,1 0 0,-1 0 0,0 0 0,0 1 0,0-1 0,-1 1 0,1-1 0,-1 1 0,1 0 0,-1 0 0,0 0 0,0 1 0,0-1 0,0 0 0,0 1 0,0 0 0,0 0 0,0 0 0,0 0 0,-1 0 0,1 1 0,0-1 0,-1 1 0,1 0 0,0 0 0,-1 0 0,1 1 0,0-1 0,-1 1 0,1 0 0,0 0 0,0 0 0,-1 0 0,1 0 0,0 1 0,0-1 0,1 1 0,-1 0 0,0 0 0,0 0 0,1 0 0,-1 1 0,-16 20 0,2 1 0,0 1 0,1 0 0,2 2 0,1-1 0,1 1 0,1 1 0,1 0 0,2 1 0,1 0 0,1 0 0,0 7 0,-2 1 0,2 1 0,1 0 0,1 0 0,3 0 0,1 1 0,2 7 0,1-39 0,-1-1 0,1-1 0,0 1 0,1 0 0,-1-1 0,1 0 0,0 0 0,1 0 0,-1 0 0,1 0 0,0-1 0,0 0 0,0 0 0,1-1 0,-1 1 0,1-1 0,0 0 0,0 0 0,0-1 0,0 0 0,0 0 0,1-1 0,-1 1 0,0-1 0,1-1 0,0 1 0,-1-1 0,1 0 0,-1-1 0,1 1 0,-1-1 0,1-1 0,6 1 0,-1-2 0,0 1 0,0-1 0,0-1 0,0 0 0,0-1 0,-1 0 0,0-1 0,0 0 0,0-1 0,-1 0 0,0-1 0,0 0 0,-1 0 0,0-1 0,5-6 0,113-171 0,34-163-1227,-136 302-1483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30046,'0'0'929,"0"0"-537,0 0-176,0 0 304,0 0-288,0 0-144,-14 121-32,14-96-56,7 11-96,2-9-704,-5-3-3793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37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 31055,'0'0'1232,"0"0"-752,0 0-480,0 0 0,-94 114 0,61-84 0,-55 21 0,9-4 0,-13-5-2929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4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27670,'0'0'1963,"0"0"-1101,0 0-246,0 0-7,0 0-85,-9 1-164,-27 3-217,35-4-143,1 1 1,-1-1-1,1 1 0,0-1 1,-1 1-1,1-1 0,0 1 1,-1-1-1,1 1 1,0 0-1,0-1 0,-1 1 1,1-1-1,0 1 0,0-1 1,0 1-1,0 0 0,0-1 1,0 1-1,0 0 1,0-1-1,0 1 0,0-1 1,0 1-1,0 0 0,0-1 1,1 1-1,-1-1 0,0 1 1,0 0-1,1-1 0,-1 1 1,0-1-1,1 1 1,-1-1-1,1 1 0,-1-1 1,0 0-1,1 1 0,-1-1 1,1 1-1,-1-1 0,1 0 1,0 1-1,-1-1 0,1 0 1,-1 0-1,1 0 1,-1 1-1,1-1 0,0 0 1,-1 0-1,1 0 0,0 0 1,-1 0-1,1 0 0,40 17 0,1-3 0,0-1 0,1-2 0,0-1 0,1-3 0,0-2 0,0-1 0,0-2 0,10-3 0,70 7 0,100 23 0,-223-29 0,0 0 0,0 0 0,0 0 0,1 0 0,-1 0 0,0 0 0,0 0 0,0 0 0,0 0 0,0 0 0,0 1 0,0-1 0,1 0 0,-1 1 0,0-1 0,0 1 0,0-1 0,0 1 0,-1 0 0,1-1 0,0 1 0,0 0 0,0 0 0,0-1 0,-1 1 0,1 0 0,0 0 0,-1 0 0,1 0 0,-1 0 0,1 0 0,-1 0 0,1 0 0,-1 0 0,0 0 0,1 0 0,-1 1 0,0-1 0,0 0 0,0 0 0,0 0 0,0 0 0,0 0 0,0 0 0,0 1 0,-1-1 0,1 0 0,0 0 0,-1 0 0,1 0 0,-1 0 0,1 0 0,-1 1 0,-149 114 0,-266 180 0,416-297-29,0 1 1,0-1-1,0 1 0,0-1 1,-1 1-1,1-1 1,0 1-1,0 0 0,-1-1 1,1 1-1,0-1 0,-1 1 1,1 0-1,0-1 0,-1 1 1,1 0-1,-1-1 0,1 1 1,0 0-1,-1-1 1,1 1-1,-1 0 0,1 0 1,-1 0-1,1-1 0,-1 1 1,1 0-1,-1 0 0,1 0 1,-1 0-1,1 0 0,-1 0 1,1 0-1,-1 0 1,1 0-1,-1 0 0,1 0 1,-1 1-1,1-1 0,-1 0 1,1 0-1,-1 0 0,1 1 1,-1-1 28,16-33-2845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41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30519,'0'0'1425,"0"0"-986,0 0-247,21 5-32,154 19-128,-90-24-32,-42-2 0,0 2 0,-1 2 0,1 2 0,41 10 0,-79-14 0,0 1 0,-1 0 0,1 0 0,0 0 0,0 1 0,-1 0 0,1 0 0,-1 0 0,1 0 0,-1 1 0,0 0 0,0 0 0,0 0 0,-1 0 0,1 1 0,-1-1 0,1 1 0,-1 0 0,0 0 0,-1 0 0,1 0 0,-1 0 0,0 1 0,0-1 0,0 1 0,0 0 0,-1-1 0,0 1 0,0 0 0,0 0 0,-1 0 0,1 0 0,-1 0 0,-2 14 0,-2-1 0,0 1 0,0-1 0,-2 0 0,0-1 0,-1 1 0,-1-1 0,0-1 0,-2 1 0,0-1 0,0-1 0,-2 0 0,0-1 0,-2 2 0,2 1 0,-128 171 0,127-145-779,15-41-1419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4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29062,'0'0'2167,"0"0"-1404,0 0-337,22 1-132,142 12-239,-156-12-55,-1-1 0,1 1 0,-1 1 0,0-1 0,0 1 0,1 0 0,-1 1 0,-1 0 0,1 0 0,0 0 0,-1 1 0,1 0 0,-1 0 0,0 1 0,-1 0 0,1 0 0,-1 0 0,0 0 0,0 1 0,-1 0 0,1 0 0,-1 0 0,0 1 0,-1-1 0,0 1 0,0 0 0,0 0 0,-1 0 0,1 4 0,-5 12 0,-1 1 0,0-1 0,-2 0 0,-1-1 0,0 1 0,-2-1 0,-1 0 0,0-1 0,-2 0 0,0-1 0,-1 0 0,-1 0 0,-12 12 0,-9 22 0,-64 125 0,98-178 0,0 0 0,-1 0 0,1 0 0,0 0 0,0 0 0,0 0 0,-1-1 0,1 1 0,0 0 0,0 0 0,0 0 0,1 0 0,-1 0 0,0 0 0,0 0 0,0 0 0,1 0 0,-1 0 0,1 0 0,-1 0 0,0-1 0,1 1 0,-1 0 0,1 0 0,0 0 0,-1-1 0,1 1 0,0 0 0,-1-1 0,1 1 0,0-1 0,0 1 0,0-1 0,-1 1 0,1-1 0,0 1 0,0-1 0,0 0 0,0 1 0,0-1 0,0 0 0,0 0 0,0 0 0,0 0 0,0 0 0,0 0 0,0 0 0,0 0 0,0 0 0,-1 0 0,1 0 0,0-1 0,0 1 0,0 0 0,0-1 0,0 1 0,0-1 0,0 0 0,23-3 0,1-2 0,-2-1 0,1-1 0,-1-1 0,-1 0 0,1-2 0,-2-1 0,0-1 0,0 0 0,-1-2 0,-1 0 0,0-1 0,-1-1 0,13-16 0,113-167-712,-96 113-2849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5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442 262 28902,'0'0'911,"0"0"-201,0 0-92,0 0-122,0 0-103,0 0-64,0-15-68,-1-104-114,-2 111-147,0 1 0,0 0 0,0-1 0,-1 1 0,-1 1 0,1-1 0,-1 1 0,0-1 0,0 1 0,-1 1 0,0-1 0,0 1 0,0 0 0,0 0 0,-1 1 0,0-1 0,0 2 0,0-1 0,0 1 0,-1 0 0,0 1 0,1-1 0,-1 1 0,0 1 0,0 0 0,-6-1 0,2 5 0,0-1 0,0 2 0,1-1 0,0 2 0,-1-1 0,1 2 0,1-1 0,-1 1 0,1 1 0,0 0 0,1 1 0,0-1 0,0 2 0,0-1 0,1 1 0,1 1 0,-1-1 0,1 1 0,1 1 0,0-1 0,1 1 0,0 0 0,0 0 0,1 1 0,-6 7 0,2 1 0,0 0 0,1 1 0,1-1 0,1 1 0,1 0 0,1 0 0,0 1 0,2-1 0,1 1 0,0-1 0,4 21 0,-1-34 0,0-1 0,1 1 0,0-1 0,0 1 0,1-1 0,0-1 0,0 1 0,1-1 0,-1 1 0,2-2 0,-1 1 0,0-1 0,1 0 0,0 0 0,0-1 0,1 0 0,-1 0 0,1 0 0,0-1 0,0-1 0,0 1 0,0-1 0,0-1 0,1 1 0,-1-1 0,1-1 0,-1 1 0,0-2 0,1 1 0,-1-1 0,1 0 0,-1-1 0,0 0 0,0 0 0,0-1 0,0 0 0,0 0 0,-1-1 0,1 0 0,2-2 0,7-3 0,0 0 0,0-1 0,-1 0 0,0-2 0,-1 0 0,0 0 0,-1-2 0,0 1 0,-1-2 0,-1 0 0,0-1 0,-1 0 0,-1 0 0,-1-1 0,0 0 0,-1-1 0,-1 0 0,0 0 0,-2-1 0,0 0 0,-1 0 0,-1 0 0,0 0 0,-2-8 0,-1 22-14,0 0 1,-1 0-1,0 0 1,0 0-1,0 1 1,0-1-1,-1 0 1,0 1-1,0-1 1,0 1-1,-1-1 1,1 1-1,-1 0 1,0 0-1,0 0 1,0 0-1,-1 1 0,0-1 1,1 1-1,-1 0 1,0 0-1,-4-2 14,-38-22-2644,-8 1-7105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5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61 29326,'0'0'1249,"0"0"-549,0 0-146,0 0-13,5-9-204,21-25-277,-24 35-60,-1-1 0,1 1 0,-1-1 0,1 1 0,-1-1 0,1 1 0,-1 0 0,0 0 0,1 0 0,-1 0 0,0 0 0,0 0 0,1 0 0,-1 0 0,0 0 0,0 1 0,0-1 0,0 0 0,-1 1 0,1-1 0,0 0 0,0 1 0,-1-1 0,1 1 0,-1-1 0,0 1 0,1 0 0,-1-1 0,0 1 0,0-1 0,0 1 0,0 0 0,0-1 0,0 1 0,-1 1 0,2 1 0,-1 1 0,0-1 0,0 1 0,0 0 0,-1-1 0,0 1 0,0-1 0,0 0 0,0 1 0,-1-1 0,1 0 0,-1 0 0,0 0 0,0 0 0,-1 0 0,1 0 0,-1 0 0,0-1 0,0 0 0,0 1 0,0-1 0,-1 0 0,1 0 0,-1-1 0,0 1 0,0-1 0,0 0 0,0 0 0,0 0 0,0 0 0,-2-1 0,3 1 0,0 0 0,-1 0 0,1 0 0,0-1 0,-1 0 0,1 0 0,-1 0 0,0 0 0,1 0 0,-1-1 0,0 1 0,0-1 0,1 0 0,-1 0 0,0-1 0,1 1 0,-1-1 0,0 0 0,1 0 0,-1 0 0,0 0 0,1 0 0,0-1 0,-1 0 0,1 0 0,0 0 0,0 0 0,0 0 0,0 0 0,0-1 0,1 0 0,-1 0 0,2-3 0,1-1 0,0 1 0,0 0 0,1-1 0,0 1 0,0 0 0,0 0 0,1 0 0,0 0 0,0 0 0,1 0 0,0 0 0,0 0 0,0 1 0,0 0 0,1-1 0,0 1 0,0 1 0,1-1 0,-1 0 0,1 1 0,0 0 0,0 0 0,0 1 0,0-1 0,1 1 0,0 0 0,-1 1 0,1-1 0,0 1 0,0 0 0,1 1 0,-1 0 0,0 0 0,0 0 0,1 0 0,-1 1 0,1 0 0,-1 0 0,0 1 0,3 0 0,-7 1 0,0 0 0,0 0 0,0 0 0,0 1 0,0-1 0,0 0 0,-1 1 0,1-1 0,-1 1 0,0 0 0,1-1 0,-1 1 0,0 0 0,-1 0 0,1-1 0,0 1 0,-1 0 0,0 0 0,0 0 0,0 0 0,0 0 0,0 0 0,0 0 0,-1 0 0,1 0 0,-1-1 0,0 1 0,0 0 0,0 0 0,0-1 0,0 1 0,-1 0 0,1-1 0,-2 2 0,0 0 0,-1 0 0,0 0 0,1-1 0,-1 1 0,-1-1 0,1 0 0,0 0 0,-1-1 0,0 1 0,1-1 0,-1 0 0,0 0 0,0 0 0,0-1 0,0 0 0,0 0 0,-1 0 0,1 0 0,0-1 0,-1 0 0,-2-1 0,6 0 0,-1 0 0,1 0 0,0-1 0,0 1 0,0-1 0,0 1 0,0-1 0,0 0 0,0 0 0,0 0 0,1 0 0,-1 0 0,1 0 0,0 0 0,-1-1 0,1 1 0,0 0 0,0-1 0,1 1 0,-1-1 0,0 1 0,1-1 0,-1 0 0,1 1 0,0-1 0,0 1 0,0-1 0,0 0 0,1 1 0,-1-1 0,1 1 0,-1-1 0,1 1 0,0-1 0,0 1 0,0-1 0,0 1 0,0 0 0,1 0 0,-1-1 0,1 1 0,0 0 0,-1 0 0,1 0 0,1 0 0,0 1 0,-1-1 0,1 0 0,0 1 0,0-1 0,0 1 0,0 0 0,1 0 0,-1 0 0,0 1 0,0-1 0,1 1 0,-1-1 0,0 1 0,0 0 0,1 0 0,-1 1 0,0-1 0,1 1 0,-1 0 0,0 0 0,0 0 0,0 0 0,0 0 0,0 0 0,0 1 0,0 0 0,0-1 0,-1 1 0,1 0 0,0 1 0,-1-1 0,0 0 0,0 1 0,1-1 0,-1 1 0,-1 0 0,1-1 0,0 1 0,-1 0 0,1 0 0,-1 0 0,0 0 0,0 1 0,0-1 0,-1 0 0,1 0 0,0 3 0,-4-1 0,-1-1 0,1 0 0,0-1 0,-1 1 0,0-1 0,0 1 0,0-1 0,0-1 0,-1 1 0,1 0 0,-1-1 0,0 0 0,1 0 0,-1 0 0,0-1 0,0 0 0,0 1 0,0-2 0,-1 1 0,1-1 0,0 0 0,0 0 0,0 0 0,0 0 0,0-1 0,0 0 0,-1-1 0,2 2 0,4 1 0,-1-1 0,0 0 0,0 0 0,0 0 0,0 0 0,0 0 0,0 0 0,1 0 0,-1 0 0,0-1 0,0 1 0,0 0 0,0 0 0,1-1 0,-1 1 0,0 0 0,0-1 0,0 1 0,1-1 0,-1 1 0,0-1 0,1 0 0,-1 1 0,0-1 0,1 0 0,-1 1 0,1-1 0,-1 0 0,1 1 0,-1-1 0,1 0 0,0 0 0,-1 0 0,1 1 0,0-1 0,0 0 0,0 0 0,-1 0 0,1 0 0,0 0 0,0 0 0,0 1 0,0-1 0,1 0 0,-1 0 0,0 0 0,0 0 0,0 0 0,1 1 0,-1-1 0,0 0 0,1 0 0,-1 0 0,1 0 0,30-40 0,-25 36 0,1 0 0,1 1 0,-1 0 0,1 0 0,-1 1 0,1-1 0,0 2 0,1-1 0,-1 1 0,0 1 0,0-1 0,1 2 0,2-1 0,-21 30 0,-3-21-1527,13-8-3163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5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26 27598,'0'0'1282,"0"0"-230,0 0-125,0 0-159,0 0-228,0 0-265,-4-4-89,-15-11-68,14 9-97,-6 790-21,11-666 0,8-161 0,54-731 0,-60 721 0,-2 35 0,0 25 0,-36 536 0,31-314 0,5-554 0,-7 359 0,18-1-137,0-26-550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01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442 191 27174,'0'0'1221,"0"0"-687,0 0-181,0 0 74,0 0 116,0 0-62,-7-15 1536,8 8-2017,-1 0 1,0 1-1,0-1 0,-1 0 1,0 0-1,0 0 1,-1 0-1,1 0 1,-2 1-1,1-1 0,-1 1 1,0 0-1,0-1 1,0 1-1,-1 1 1,0-1-1,0 0 0,-1 1 1,1 0-1,-1 0 1,-1 0-1,1 1 1,0 0-1,-1 0 1,0 0-1,0 1 0,0-1 1,0 2-1,-1-1 1,1 1-1,-1-1 1,0 2-1,0-1 0,1 1 1,-1 0-1,0 1 1,0-1-1,0 1 1,0 1-1,-2-1 0,-3 6 0,0 1 0,0-1 0,0 2 0,1 0 0,1 0 0,-1 1 0,1 0 0,1 0 0,0 2 0,0-1 0,1 1 0,0 0 0,1 0 0,-6 12 0,-2 1 0,2 1 0,0 0 0,1 1 0,2 0 0,1 0 0,1 1 0,1 0 0,1 1 0,2 0 0,0-1 0,2 1 0,1 1 0,2-1 0,2 21 0,0-40 0,0 0 0,0-1 0,0 1 0,1 0 0,0-1 0,1 0 0,0 0 0,0-1 0,1 1 0,0-1 0,0 0 0,1-1 0,0 1 0,0-1 0,0-1 0,1 1 0,-1-1 0,2-1 0,-1 1 0,0-2 0,1 1 0,-1-1 0,1 0 0,0 0 0,0-1 0,1-1 0,-1 0 0,0 0 0,0 0 0,1-1 0,-1-1 0,0 1 0,0-2 0,0 1 0,1-1 0,-1-1 0,-1 1 0,1-2 0,0 1 0,-1-1 0,7-4 0,6-2 0,-2-1 0,1-1 0,-2-1 0,0 0 0,0-1 0,-1-1 0,-1-1 0,0 0 0,-2-1 0,0-1 0,0 0 0,-2-1 0,0 0 0,-1-1 0,-2 0 0,0-1 0,0 0 0,-2 0 0,-1-1 0,-1 0 0,0 0 0,-2 0 0,-1-1 0,0-15 0,-1-21 0,7 56-17,54 5-2066,-28 6-2330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02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28814,'0'0'1002,"0"0"-73,0 0-177,0 0-55,0 0-264,-3 8-306,-3 21-125,1 0 0,2 1 0,1 0 0,1 0 0,1-1 0,4 22-2,-1 37 1,-3 143-1,1-229-6,-1-1 0,1 1 0,-1 0 0,1-1 0,-1 1 0,1-1 0,0 1 0,0-1 0,0 1 0,0-1 0,0 1 0,0-1 0,0 0 0,0 0 0,1 0 0,-1 1 0,0-1 0,1 0 0,-1-1 1,1 1-1,-1 0 0,1 0 0,-1-1 0,1 1 0,0-1 0,-1 1 0,1-1 0,0 1 0,-1-1 0,1 0 0,0 0 0,0 0 0,-1 0 0,1 0 0,0-1 0,-1 1 0,1 0 0,0-1 0,-1 1 0,1-1 0,0 0 0,-1 1 0,1-1 0,-1 0 0,1 0 0,-1 0 0,0 0 0,1 0 6,28-16-1433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0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31943,'0'0'655,"-3"20"-494,-13 139-153,19-65-8,4 0 0,4 0 0,20 72 0,-7-47 0,-25-146-37,-4-10-150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0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395 132 29246,'0'0'1330,"0"0"-767,0 0-189,0 0 58,0 0-66,0 0-150,2-6-73,-2 5-133,2-3-7,0 1-1,0 0 1,0 0-1,0-1 1,-1 1-1,0-1 1,1 0-1,-1 1 1,-1-1-1,1 0 1,0 0-1,-1 1 0,0-1 1,0 0-1,0 0 1,-1 0-1,1 1 1,-1-1-1,0 0 1,0 1-1,0-1 1,0 0-1,-1 1 1,1-1-1,-1 1 1,0 0-1,0-1 1,0 1-1,0 0 1,-1 0-1,1 1 1,-1-1-1,0 0 1,0 1-1,-2-2-2,-4 4 0,0-1 0,0 2 0,0-1 0,0 1 0,0 1 0,0-1 0,0 2 0,0-1 0,1 1 0,-1 1 0,1-1 0,0 1 0,0 1 0,0-1 0,1 1 0,0 1 0,0 0 0,0 0 0,-3 3 0,-109 140 0,106-128 0,1 1 0,1 1 0,1 0 0,1 1 0,1-1 0,1 1 0,1 1 0,2 0 0,0-1 0,1 1 0,2 0 0,1 1 0,0 2 0,0-22 0,1-1 0,-1 0 0,1 0 0,0 1 0,0-1 0,1 0 0,-1 0 0,1 0 0,0 0 0,0-1 0,1 1 0,-1 0 0,1-1 0,0 0 0,1 1 0,-1-1 0,1-1 0,-1 1 0,1 0 0,0-1 0,1 0 0,-1 0 0,0 0 0,1 0 0,0-1 0,0 0 0,-1 0 0,1 0 0,0 0 0,1-1 0,-1 0 0,0 0 0,0-1 0,0 1 0,4-1 0,3 0 0,-1-1 0,1 0 0,-1 0 0,0-1 0,0-1 0,0 0 0,0 0 0,0-1 0,0-1 0,-1 1 0,0-2 0,0 0 0,0 0 0,-1 0 0,0-1 0,0-1 0,-1 0 0,1 0 0,4-7 0,4-5 0,0-1 0,-1-1 0,-1 0 0,-1-1 0,-2-1 0,0 0 0,-1 0 0,-1-3 0,20-138 0,-1 103-1608,-14 52-1857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3:55.32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4558 700 29518,'0'0'824,"0"0"-383,0 0 7,-68 126 40,40-53 24,-5 14-120,-4 8-248,2 2-144,-3-1 0,6-7 0,5-8 0,10-14 0,4-16 0,10-13 0,3-17 0,33-21 0,11-17-1360,2-21-3633</inkml:trace>
  <inkml:trace contextRef="#ctx0" brushRef="#br0" timeOffset="306.842">5242 787 29774,'0'0'1841,"0"0"-1225,-77 132-80,42-63-536,-2 4 0,0 6 0,2 2 0,0 0 0,4-6 0,3-6 0,6-10 0,11-14 0,11-11 0,11-16-800,11-16-4153</inkml:trace>
  <inkml:trace contextRef="#ctx0" brushRef="#br0" timeOffset="593.223">6167 1154 31623,'0'0'652,"0"0"-305,-15-18-221,-54-51-107,66 66-19,-1 1 0,0 0 0,0 0 0,1 0 0,-1 1 0,0-1 0,-1 1 0,1 0 0,0 0 0,0 1 0,0-1 0,-1 1 0,1 0 0,0 0 0,0 0 0,-1 0 0,1 1 0,0 0 0,0 0 0,0 0 0,0 0 0,0 1 0,0 0 0,0-1 0,-2 3 0,2-3 0,-22 14 0,0 0 0,1 2 0,1 1 0,0 0 0,1 2 0,1 1 0,2 1 0,0 0 0,1 1 0,-1 4 0,2-8 0,2 0 0,0 1 0,1 0 0,1 1 0,0 1 0,2 0 0,1 1 0,1 0 0,0 1 0,2 0 0,1 0 0,1 1 0,1 0 0,0 11 0,4-32 0,1 0 0,-1 1 0,1-1 0,0 1 0,1-1 0,-1 1 0,1-1 0,0 0 0,0 1 0,0-1 0,1 0 0,0 0 0,-1 0 0,1 0 0,1 0 0,-1 0 0,0 0 0,1-1 0,0 1 0,0-1 0,0 0 0,0 0 0,1 0 0,-1 0 0,1 0 0,0-1 0,-1 0 0,1 0 0,0 0 0,1 0 0,-1 0 0,0-1 0,0 0 0,5 1 0,14-2 0,0 0 0,-1-2 0,1-1 0,0 0 0,-1-2 0,1-1 0,-1 0 0,-1-2 0,1 0 0,-1-1 0,-1-2 0,0 0 0,0-1 0,-1-1 0,-1-1 0,0 0 0,-1-1 0,-1-1 0,0-1 0,-1 0 0,-1-1 0,0-2 0,-1 6 5,-2-2-1,0 1 1,-1-2 0,0 1-1,-1-2 1,-1 1 0,-1-1 0,-1 0-1,3-13-4,-7 25-17,-1 0-1,0 0 0,0 0 1,0 0-1,-1-1 1,0 1-1,-1 0 0,1 0 1,-1 0-1,0 0 1,-1-1-1,1 1 1,-1 1-1,0-1 0,-1 0 1,1 0-1,-1 1 1,0 0-1,-1-1 0,1 1 1,-1 0-1,0 1 1,0-1-1,-1 1 1,1-1-1,-1 1 0,0 1 1,0-1-1,-1 1 1,-3-2 17,-49-21-1627</inkml:trace>
  <inkml:trace contextRef="#ctx0" brushRef="#br1" timeOffset="14444.132">429 1093 24333,'0'0'1637,"0"0"938,0 0-1463,0 0-464,0 0-102,0-14-125,-5-101 385,2 103-665,-44-106 403,46 114-544,-1 1 0,0 0 0,-1 0 0,1 0 1,0 0-1,-1 0 0,0 1 0,1-1 0,-1 1 0,0-1 0,0 1 0,0 0 1,-1 0-1,1 1 0,-1-1 0,1 1 0,-1-1 0,1 1 0,-1 0 1,1 0-1,-1 1 0,0-1 0,0 1 0,1 0 0,-1 0 0,0 0 0,0 0 1,1 1-1,-1 0 0,0-1 0,-1 2 0,-4 2 0,1 1 0,-1 0 0,2 0 0,-1 1 0,0 0 0,1 1 0,0-1 0,1 1 0,0 1 0,0-1 0,0 1 0,-3 6 0,3-5 0,-15 20 0,1 1 0,1 0 0,2 2 0,1 0 0,2 1 0,1 1 0,2 0 0,1 0 0,1 1 0,2 0 0,2 1 0,1-1 0,2 1 0,1 0 0,4 30 0,-2-61 0,0 0 0,0-1 0,0 1 0,0 0 0,1-1 0,0 0 0,0 1 0,0-1 0,0 0 0,1 0 0,0 0 0,0 0 0,0-1 0,0 1 0,0-1 0,1 0 0,-1 0 0,1 0 0,0 0 0,0 0 0,0-1 0,0 0 0,1 0 0,-1 0 0,0 0 0,1-1 0,0 0 0,-1 0 0,1 0 0,0 0 0,-1-1 0,1 0 0,0 0 0,0 0 0,-1 0 0,1-1 0,0 0 0,-1 0 0,1 0 0,0-1 0,-1 1 0,0-1 0,1 0 0,1-1 0,16-11 0,-1 0 0,0-1 0,-1-1 0,-1-1 0,-1-1 0,0-1 0,-1 0 0,-2-1 0,0-1 0,0 0 0,1-8 0,-4 10 0,-2 0 0,0-1 0,-2 0 0,0 0 0,-1-1 0,-1 0 0,-1-1 0,-1 1 0,-1-1 0,-1 0 0,0 0 0,-3-15 0,5-99 0,26 101-389,0 23-2968,-6 9-4900</inkml:trace>
  <inkml:trace contextRef="#ctx0" brushRef="#br1" timeOffset="14895.266">1089 1112 29574,'0'0'1054,"0"0"-562,0 0-145,0 0 50,0-16-97,4-125 106,-5 136-402,0 1-1,0-1 1,0 1 0,-1-1 0,1 1 0,-1-1 0,0 1 0,-1 0-1,1 0 1,-1 0 0,1 0 0,-1 1 0,0-1 0,-1 1 0,1-1 0,-1 1-1,1 0 1,-1 1 0,0-1 0,0 1 0,0-1 0,0 1 0,-1 0 0,1 1-1,0-1 1,-1 1 0,1 0 0,-1 0 0,0 0 0,1 0 0,-1 1 0,0 0-1,1 0 1,-1 0 0,0 1 0,1 0 0,-1-1 0,0 2 0,1-1-1,-1 0 1,1 1 0,0 0 0,-1 0 0,1 0 0,0 1 0,0-1 0,1 1-1,-1 0 1,0 0 0,1 0 0,0 1-4,-14 12 0,1 1 0,0 1 0,2 0 0,0 1 0,1 0 0,1 1 0,1 1 0,0 0 0,2 0 0,1 1 0,0 0 0,2 0 0,0 1 0,2 0 0,0 0 0,2 0 0,0 1 0,2-1 0,1 12 0,0-28 0,1 0 0,0-1 0,1 1 0,-1-1 0,1 1 0,0-1 0,1 0 0,0 0 0,0-1 0,0 1 0,0-1 0,1 0 0,0 0 0,0 0 0,0 0 0,1-1 0,0 0 0,-1 0 0,1-1 0,1 0 0,-1 0 0,0 0 0,1-1 0,-1 0 0,1 0 0,0 0 0,0-1 0,0 0 0,0 0 0,0-1 0,0 0 0,0 0 0,-1-1 0,1 0 0,0 0 0,0-1 0,0 1 0,-1-1 0,1-1 0,-1 0 0,1 1 0,-1-2 0,0 1 0,0-1 0,1-1 0,10-8-77,-2-1 1,0 0-1,0-1 0,-1-1 1,-1 0-1,-1-1 0,0 0 1,-1-1-1,-1 0 0,2-8 77,14-28-1882</inkml:trace>
  <inkml:trace contextRef="#ctx0" brushRef="#br0" timeOffset="135906.879">1398 2022 15315,'0'0'11609,"0"0"-8571,0 0-2495,0 0-188,0 0 118,10 17-66,68 114 149,-67-111-491,7 14-14,1 0 0,1-2 0,2 0-1,2-2 1,0 0 0,2-2-1,1-1 1,7 4-51,-30-27 0,1-1 0,0-1 0,0 1 0,0-1 0,1 1 0,-1-1 0,0-1 0,1 1 0,-1-1 0,1 0 0,0 0 0,-1-1 0,1 0 0,0 0 0,0 0 0,-1-1 0,1 1 0,-1-1 0,1-1 0,-1 1 0,1-1 0,-1 0 0,5-2 0,117-77 0,-82 47 0,20-11 0,2 4 0,1 2 0,51-19 0,-92 46 0,0 2 0,0 1 0,1 1 0,0 1 0,1 2 0,-1 0 0,1 2 0,0 1 0,0 2 0,0 1 0,20 3 0,-37-1 0,1 0 0,-1 1 0,0 1 0,0 0 0,0 1 0,-1 0 0,0 0 0,0 2 0,-1-1 0,1 1 0,-2 1 0,1-1 0,-1 2 0,-1-1 0,6 9 0,100 167 0,-11 16 0,-101-199 0,-1 0 0,0 0 0,1 0 0,-1-1 0,1 1 0,-1-1 0,1 1 0,0-1 0,-1 0 0,1 1 0,0-1 0,0 0 0,0 0 0,0-1 0,0 1 0,0 0 0,1-1 0,-1 1 0,0-1 0,0 1 0,0-1 0,0 0 0,1 0 0,-1 0 0,0 0 0,0-1 0,0 1 0,1-1 0,-1 1 0,0-1 0,0 1 0,0-1 0,0 0 0,0 0 0,0 0 0,1-2 0,66-57 0,-59 50 0,85-96 0,-62 65 0,2 2 0,2 1 0,1 2 0,2 1 0,1 2 0,1 2 0,9-2 0,-35 26 0,1 0 0,0 0 0,0 2 0,0 0 0,1 1 0,0 1 0,-1 1 0,1 0 0,0 1 0,1 1 0,-1 1 0,0 0 0,-1 2 0,1 0 0,11 3 0,31 12 0,0 2 0,-2 3 0,47 25 0,-64-29 0,82 39 0,-62-25 0,2-3 0,1-3 0,2-3 0,0-3 0,1-3 0,15 0 0,-35-11 0,-1-3 0,1-2 0,1-2 0,-1-2 0,-1-2 0,1-3 0,0-1 0,-1-2 0,41-15 0,-24 0 0,-1-2 0,0-3 0,-3-3 0,45-33 0,-93 60-25,-1-1 0,0 0 0,0-1 0,-1 0 1,0 0-1,0-1 0,-1 0 0,0-1 0,0 1 0,-1-2 0,-1 1 0,4-7 25,-1-16-1493</inkml:trace>
  <inkml:trace contextRef="#ctx0" brushRef="#br0" timeOffset="-1927.244">1937 592 19708,'0'0'10482,"0"0"-9921,0 0-233,0 0 152,-57 148 24,31-81-104,-3 14-96,-2 7-304,-2 7 0,1 2 0,-1-1 0,4 1 0,7-6 0,9-8 0,13-12 0,11-26-48,22-19-1512,2-26-3121</inkml:trace>
  <inkml:trace contextRef="#ctx0" brushRef="#br0" timeOffset="-1622.449">3522 1152 27246,'0'0'2043,"0"0"-865,0 0-210,0 0-279,0 0-234,0-19-288,1-64-146,-2 75-21,0 0 0,-1 0 0,1 0 0,-1 1 0,-1-1 0,0 0 0,0 1 0,0-1 0,-1 1 0,0 0 0,0 0 0,-1 1 0,0-1 0,0 1 0,-1 0 0,0 0 0,1 1 0,-2 0 0,1 0 0,-1 0 0,-5-2 0,8 4 0,-1 1 0,0 0 0,0 0 0,1 0 0,-2 0 0,1 1 0,0 0 0,0 0 0,0 0 0,0 1 0,-1-1 0,1 1 0,0 1 0,-1-1 0,1 1 0,0 0 0,0 0 0,0 0 0,0 1 0,0 0 0,0 0 0,0 0 0,0 0 0,1 1 0,-1 0 0,1 0 0,0 0 0,0 0 0,0 1 0,0 0 0,-2 2 0,-6 8 0,0 1 0,0 0 0,2 1 0,0 0 0,1 1 0,0 0 0,1 1 0,-1 4 0,3-6 0,1 0 0,0 1 0,1-1 0,0 1 0,2 0 0,0 0 0,1 0 0,0 0 0,2 0 0,1 9 0,-2-22 0,1 0 0,0 0 0,1-1 0,-1 1 0,1 0 0,-1 0 0,1-1 0,0 1 0,0-1 0,1 0 0,-1 0 0,1 0 0,-1 0 0,1 0 0,0 0 0,0-1 0,1 1 0,-1-1 0,0 0 0,1 0 0,-1 0 0,1 0 0,0-1 0,0 1 0,-1-1 0,1 0 0,0 0 0,0-1 0,0 1 0,2-1 0,5 1 0,0 0 0,0-1 0,0-1 0,1 0 0,-1 0 0,-1-1 0,1-1 0,0 1 0,0-2 0,6-3 0,16-11-30,0-1 0,-2-2 0,0-1 0,-2-2-1,0 0 1,-2-2 0,10-13 30,9-11-1053</inkml:trace>
  <inkml:trace contextRef="#ctx0" brushRef="#br0" timeOffset="135031.605">2561 544 18620,'0'0'7081,"0"0"-5131,0 0-1547,0 0 2,0 0 121,3-15 175,7-45-131,-10 60-554,0 0 1,-1 0-1,1 0 1,0 0-1,0 0 0,-1 0 1,1 0-1,0 0 1,-1 0-1,1 0 1,0 0-1,0 0 0,-1 0 1,1 0-1,0 0 1,-1 0-1,1 0 1,0 0-1,0-1 0,-1 1 1,1 0-1,0 0 1,0 0-1,-1 0 1,1-1-1,0 1 0,0 0 1,0 0-1,-1-1 1,1 1-1,0 0 1,0 0-1,0-1 0,0 1 1,-1 0-1,1 0 1,0-1-1,0 1 1,0 0-1,0-1 0,0 1-16,0 0 43,-81 177 1050,72-152-1003,-173 530 522,122-266-612,18-184-1331,18-76-1291</inkml:trace>
  <inkml:trace contextRef="#ctx0" brushRef="#br0" timeOffset="239944.867">4661 298 23461,'0'0'4240,"0"0"-2763,0 0-953,0 0-81,0 0 44,-4 16 376,15 119-130,-9 193-242,0 29-443,26 133-48,80 326 0,-71-617 0,-72-333 0,17-109-640,17 121-1249</inkml:trace>
  <inkml:trace contextRef="#ctx0" brushRef="#br0" timeOffset="240507.632">4907 53 27246,'0'0'3242,"0"0"-2226,0 0-659,0 0-59,35-6 70,320-35-128,24 36-240,366 41 0,-733-34 0,11-1 0,0 1 0,0 1 0,0 1 0,-1 1 0,0 1 0,0 1 0,0 1 0,4 3 0,-34-8 0,-189-30 0,193 28 0,0 1 0,0 0 0,0 1 0,0-1 0,1 1 0,0-1 0,-1 1 0,1 0 0,0 0 0,0 1 0,0-1 0,1 1 0,-1-1 0,1 1 0,0 0 0,0 0 0,0 0 0,1 0 0,-1 0 0,1 0 0,0 0 0,0 0 0,1 1 0,-1-1 0,1 0 0,0 1 0,0-1 0,0 0 0,1 3 0,-2 0 0,-14 167 0,8 1 0,9 59 0,0-58 0,17 684 0,-14-614 0,-5-244 0,0-1 0,1 0 0,-1 1 0,0-1 0,0 1 0,0-1 0,0 1 0,0-1 0,0 1 0,0-1 0,0 0 0,-1 1 0,1-1 0,-1 1 0,1-1 0,-1 0 0,1 1 0,-1-1 0,0 0 0,1 0 0,-1 1 0,0-1 0,0 0 0,0 0 0,0 0 0,0 0 0,0 0 0,0 0 0,-1 0 0,1-1 0,0 1 0,0 0 0,-1-1 0,1 1 0,0-1 0,-1 1 0,1-1 0,-1 0 0,1 1 0,-1-1 0,1 0 0,0 0 0,-1 0 0,1 0 0,-1 0 0,1 0 0,-1-1 0,1 1 0,-98-22-565,47-2-1847</inkml:trace>
  <inkml:trace contextRef="#ctx0" brushRef="#br0" timeOffset="240817.445">4374 2144 31415,'0'0'736,"0"0"-528,204 0 160,-13 0-328,30-6-40,14 0 0,-5 0 0,-22 2 0,0 4 0,-4 0 0,-11 0 0,-4 6 0,-5 10 0,-48-4 0,-31-4-2641</inkml:trace>
  <inkml:trace contextRef="#ctx0" brushRef="#br0" timeOffset="314100.987">5486 1791 29950,'0'0'913,"0"0"-649,0 0-24,0 0 176,0 0-80,124 107-152,-78-68-72,3 6-56,-3 5-24,-2 1-16,-3-2-16,-4 1 0,23 1-80,-12-12-496,-4-13-1185</inkml:trace>
  <inkml:trace contextRef="#ctx0" brushRef="#br0" timeOffset="314426.677">6244 1915 30631,'0'0'784,"0"0"-312,-129 81-112,56-20-120,-17 32-144,-24 53-96,20-16-216,11-9-1576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19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470 168 28422,'0'0'838,"0"0"-261,0 0-61,-6-19-102,-17-58-133,23 74-265,0 0 1,0 0-1,0 0 0,-1 1 1,1-1-1,-1 0 1,0 0-1,1 0 0,-1 0 1,0 1-1,-1-1 0,1 1 1,0-1-1,-1 0 0,0 1 1,1 0-1,-1 0 1,0-1-1,0 1 0,0 0 1,0 0-1,-1 1 0,1-1 1,0 0-1,-1 1 1,1-1-1,-1 1 0,0 0 1,1 0-1,-1 0 0,0 0 1,0 1-1,0-1 0,0 1 1,0-1-1,1 1 1,-1 0-1,0 0 0,0 0 1,0 1-1,0-1 0,0 1 1,0 0-1,1-1 0,-1 1 1,0 0-1,1 1 1,-1-1-1,0 0 0,1 1 1,0 0-1,-1-1 0,1 1 1,0 0-1,-2 2-16,-28 27 86,2 2-1,1 1 1,2 1-1,1 2 1,1 1 0,-15 34-86,23-44 25,2-1 1,0 2-1,3 0 0,0 0 1,2 1-1,1 1 1,1-1-1,2 2 1,1-1-1,1 0 1,2 1-1,1 19-25,2-45 0,0 0 0,1 0 0,-1-1 0,1 1 0,0-1 0,1 1 0,-1-1 0,1 0 0,0 1 0,0-1 0,1-1 0,0 1 0,-1-1 0,2 1 0,-1-1 0,0 0 0,1 0 0,0-1 0,-1 1 0,2-1 0,-1 0 0,0-1 0,0 1 0,1-1 0,0 0 0,-1-1 0,1 1 0,0-1 0,0 0 0,2 0 0,10 1 0,-1 0 0,1-1 0,0-1 0,0-1 0,-1 0 0,1-2 0,-1 0 0,1 0 0,14-7 0,-10 3 0,0-2 0,-1 0 0,0-2 0,0 0 0,-1-1 0,-1-1 0,0-1 0,0-1 0,-2 0 0,0-2 0,-1 0 0,0 0 0,-2-2 0,0 0 0,-1 0 0,-1-1 0,-1-1 0,3-9 0,-10 19 0,-1-1 0,0 0 0,-1 0 0,0 0 0,-1 0 0,-1 0 0,0 0 0,0-1 0,-1 1 0,-1 0 0,0 0 0,-1 0 0,0 1 0,-1-1 0,0 0 0,0 1 0,-2 0 0,1 0 0,-1 1 0,-1 0 0,0 0 0,0 0 0,-1 1 0,0 0 0,-1 0 0,0 1 0,0 0 0,-1 1 0,0 0 0,0 0 0,-5-2 0,12 7-6,0 1-1,0-1 1,-1 0 0,1 1-1,0-1 1,0 1-1,-1 0 1,1 0 0,-1 1-1,1-1 1,-1 1 0,1-1-1,-1 1 1,1 0-1,-1 0 1,0 1 0,1-1-1,-1 1 1,1 0 0,0 0-1,-1 0 1,1 0-1,0 1 1,-1-1 0,1 1-1,0 0 1,0 0 0,0 0-1,1 0 1,-1 0-1,0 1 1,1-1 0,-1 1-1,1-1 1,0 1 0,0 0-1,0 0 1,0 0-1,1 1 1,-1-1 0,0 2 6,-18 44-2140,2 1-3589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1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0 221 31335,'0'0'760,"0"0"-560,118-7 176,20-5-280,58-6-96,16 0 0,-8 4 0,-53 7 0,-56 5 0,-34 2 0,-19 0 0,-1 23 0,-10 1 0,-14 0-1864</inkml:trace>
  <inkml:trace contextRef="#ctx0" brushRef="#br0" timeOffset="5396.581">143 6 28206,'0'0'3889,"0"0"-3473,0 0-224,153-2-128,18-1-64,24 3 0,2 0 0,-48 2 0,-54 11 0,-30-1 0,-3 6 0,-12-4 0,-15-4-2208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27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18668,'0'0'11314,"0"0"-10633,-13 115-113,13-56-8,0 8-160,0 6-160,0 8-144,2 4-56,5-2-40,8-1-280,5-18-368,-5-27-1121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29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9562,'0'0'17692,"0"0"-16620,0 0-192,0 0 112,0 0-215,0 122-337,0-63-136,0 10-40,0 10-88,0 4-96,-3 0-56,3-8-24,0-10-16,9-20-272,17-37-336,3-8-1129,-3-16-3136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5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26598,'0'0'853,"0"0"18,0 0 883,0 0-943,-8 21-429,-54 127 391,36-87-683,3 0 1,2 2 0,3 0-1,3 1 1,2 0 0,4 1-1,2 0 1,3 7-91,14-104-920,2 0-2017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5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382 273 27870,'0'0'2492,"0"0"-1767,0 0-367,0 0 162,2-21-129,11-143-19,-12 161-371,-1-1 1,0 1-1,0 0 0,0 0 0,-1-1 0,1 1 0,-1 0 0,1 0 0,-1-1 0,0 1 0,-1 0 1,1 0-1,0 0 0,-1 0 0,1 1 0,-1-1 0,0 0 0,0 1 0,0-1 0,-1 1 1,1-1-1,0 1 0,-1 0 0,0 0 0,1 0 0,-1 1 0,0-1 0,0 1 0,0-1 0,0 1 1,0 0-1,0 0 0,0 0 0,-1 0 0,1 1-1,-7-1 0,1 0 0,-1 0 0,1 1 0,-1 1 0,1 0 0,-1 0 0,1 1 0,-1 0 0,1 0 0,0 1 0,0 0 0,0 1 0,1 0 0,-1 1 0,1-1 0,0 1 0,0 1 0,1 0 0,-1 0 0,1 0 0,0 1 0,-8 9 0,1 0 0,0 0 0,1 1 0,1 1 0,1 0 0,0 1 0,1 0 0,-6 19 0,12-30 0,0 0 0,1 0 0,0 0 0,0 1 0,1-1 0,0 1 0,1-1 0,0 1 0,0-1 0,0 1 0,1 0 0,1-1 0,0 1 0,0 0 0,0-1 0,1 1 0,1-1 0,-1 0 0,1 1 0,1-1 0,-1-1 0,1 1 0,1 0 0,-1-1 0,1 0 0,1 0 0,-1 0 0,1-1 0,1 0 0,1 1 0,3-1 0,0 0 0,0-1 0,1 0 0,0-1 0,0-1 0,0 1 0,0-2 0,1 0 0,-1-1 0,0 0 0,1 0 0,0-2 0,-1 1 0,1-2 0,-1 1 0,0-2 0,0 0 0,0 0 0,0-1 0,0-1 0,0 0 0,-1 0 0,0-1 0,0 0 0,-1-1 0,0-1 0,0 1 0,0-2 0,-1 1 0,-1-1 0,1-1 0,-1 1 0,-1-1 0,0-1 0,0 0 0,-1 1 0,-1-2 0,0 1 0,0-1 0,-1 0 0,0 0 0,-1 0 0,0-7 0,-2 11-27,-1 0 0,0 0 0,0 0 0,-1 1 0,0-1 0,-1 0 0,0 0 0,0 1 0,0-1 0,-1 1 0,0 0 1,-1 0-1,1 0 0,-5-5 27,-31-32-1887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53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27174,'0'0'3066,"0"0"-2186,0 0-421,0 0 206,-1 0-221,-10 22-365,-20 111-79,-27 108 0,-23 232 0,71-453 0,1-49 0,3-93-604,2 57-2417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53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 30382,'0'0'617,"0"0"-132,-4 21 166,-51 269-19,-90 378-632,132-642 0,0-56 0,-7-196-1506,16 137-2917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5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99 27070,'0'0'3316,"0"0"-2286,0 0-549,0 0 33,-9-13-210,-31-45-252,36 55-52,1 1 0,-1-1 0,1 0 0,-1 1 0,0 0 0,0 0 0,0 0 0,0 0 0,0 1 0,0 0 0,0-1 0,-1 1 0,1 1 0,0-1 0,-1 1 0,1 0 0,-1 0 0,1 0 0,0 0 0,-1 1 0,1 0 0,0 0 0,-1 0 0,1 0 0,0 1 0,0-1 0,0 1 0,0 0 0,0 1 0,0-1 0,1 1 0,-1-1 0,1 1 0,0 0 0,0 0 0,0 1 0,0-1 0,0 0 0,1 1 0,-1 0 0,1 0 0,0 0 0,0 0 0,0 3 0,-22 26 0,2 1 0,1 2 0,2 0 0,2 1 0,1 0 0,2 2 0,1 0 0,3 0 0,1 1 0,1 0 0,3 0 0,1 1 0,2 11 0,1-40 0,2 1 0,-1-1 0,2 0 0,0 1 0,0-1 0,1 0 0,1 0 0,-1 0 0,2 0 0,0-1 0,2 2 0,-5-9 0,0 0 0,1 0 0,0-1 0,0 1 0,0-1 0,0 1 0,0-1 0,1-1 0,-1 1 0,1 0 0,0-1 0,0 1 0,0-1 0,0 0 0,0-1 0,0 1 0,1-1 0,-1 0 0,1 0 0,-1 0 0,0 0 0,1-1 0,0 0 0,-1 0 0,1 0 0,-1 0 0,1-1 0,-1 0 0,1 0 0,-1 0 0,3-1 0,6-5 0,-1-1 0,1-1 0,-2 1 0,1-2 0,-1 0 0,-1 0 0,0-1 0,0 0 0,-1-1 0,-1 0 0,0 0 0,0-1 0,-1 0 0,-1 0 0,0 0 0,0-5 0,4-3-15,-2 0 0,0 0 0,-1-1 0,-1 0 0,-1 0 0,-1-1 0,-1 1 0,-1-1 0,-1 1 0,-2-1 1,0 0-1,-1 1 0,-1-1 0,0 1 0,-2 0 0,-1 0 0,-1 0 0,-1 1 0,-5-10 15,-23-32-1420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56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314 239 27926,'0'0'1736,"0"0"-1078,0 0-210,0 0 72,0 0-144,0-20-99,0-65-28,1 80-237,0 1 1,0-1-1,0 0 1,-1 1-1,0-1 1,0 1-1,0-1 1,-1 1 0,1-1-1,-1 1 1,0-1-1,-1 1 1,1-1-1,-1 1 1,1 0-1,-1 0 1,-1 0 0,1 0-1,0 0 1,-1 0-1,0 0 1,0 1-1,0 0 1,0-1-1,-1 1 1,1 0 0,-1 1-1,0-1 1,0 1-1,0-1 1,0 1-1,0 0 1,0 1-1,-1-1 1,1 1 0,0 0-1,-1 0 1,1 0-1,-1 1 1,0-1-1,1 1 1,-1 0-1,1 0 1,-1 1-1,1-1 1,-1 1-13,-5 5 0,0 0 0,0 1 0,1-1 0,0 2 0,0-1 0,1 2 0,0-1 0,0 1 0,1 0 0,0 0 0,0 1 0,1 0 0,1 0 0,0 1 0,0-1 0,1 1 0,0 0 0,1 1 0,-2 8 0,-9 33 0,2 0 0,3 1 0,2 0 0,2 0 0,3 1 0,2 13 0,-1-65 0,1-1 0,-1 1 0,1-1 0,0 1 0,-1 0 0,1-1 0,0 1 0,1-1 0,-1 1 0,0-1 0,1 1 0,-1 0 0,1-1 0,0 0 0,0 1 0,0-1 0,0 1 0,1-1 0,-1 0 0,0 0 0,1 0 0,-1 0 0,1 0 0,0 0 0,0 0 0,0-1 0,0 1 0,0 0 0,0-1 0,0 0 0,1 1 0,-1-1 0,0 0 0,1 0 0,-1-1 0,1 1 0,-1 0 0,1-1 0,-1 1 0,1-1 0,0 0 0,-1 0 0,1 0 0,1 0 0,7-4 0,0 0 0,0 0 0,0-1 0,-1 0 0,0-1 0,0-1 0,0 1 0,-1-1 0,0-1 0,-1 0 0,1 0 0,-1 0 0,-1-1 0,0 0 0,0-1 0,0 0 0,1-1 0,14-13 0,-2-2 0,-1 0 0,0-1 0,-2-1 0,-2 0 0,0-2 0,9-27 0,-23 55 0,0 0 0,0 0 0,0 0 0,0 0 0,0 0 0,-1 0 0,1-1 0,0 1 0,-1 0 0,0-1 0,0 1 0,1 0 0,-2-1 0,1 1 0,0 0 0,0-1 0,-1 1 0,1 0 0,-1 0 0,1-1 0,-1 1 0,0 0 0,0 0 0,0 0 0,0 0 0,-1 0 0,1 0 0,-1 0 0,1 0 0,-1 1 0,1-1 0,-1 0 0,0 1 0,0-1 0,0 1 0,0 0 0,0 0 0,0 0 0,0 0 0,0 0 0,0 0 0,0 0 0,-1 1 0,1-1 0,0 1 0,-1 0 0,1-1 0,0 1 0,-1 0 0,-1 1 0,-30-1-692,13 0-2769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5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474 206 28918,'0'0'1198,"0"0"-527,0 0-137,0 0 10,0 0-117,0-19-109,-2-63-181,1 77-137,0 0 1,0 0-1,-1 0 1,1 0-1,-1 0 0,-1 0 1,1 0-1,-1 1 1,1-1-1,-1 1 1,0-1-1,-1 1 0,1 0 1,-1 0-1,0 1 1,0-1-1,0 1 0,0 0 1,-1 0-1,1 0 1,-1 1-1,0-1 1,0 1-1,0 0 0,0 1 1,0-1-1,0 1 1,0 0-1,0 0 0,-1 1 1,1-1-1,0 1 1,-1 1-1,1-1 1,0 1-1,0-1 0,-1 1 1,1 1-1,0-1 1,0 1-1,0 0 0,0 0 1,1 1-1,-1-1 1,0 1-1,1 0 1,0 0-1,-1 1 0,-15 14 0,2 1 0,0 1 0,1 0 0,1 1 0,1 1 0,1 0 0,1 1 0,0 1 0,2 0 0,-3 12 0,-4 4 0,1 1 0,2 1 0,2 0 0,2 1 0,1 0 0,3 1 0,2 0 0,1 0 0,2 12 0,2-51 0,0 1 0,0-1 0,0 0 0,0 0 0,1 1 0,0-1 0,0 0 0,1 0 0,-1 0 0,1 0 0,0 0 0,1-1 0,-1 1 0,1 0 0,0-1 0,0 0 0,0 0 0,0 0 0,1 0 0,0 0 0,0-1 0,0 1 0,0-1 0,0 0 0,1 0 0,3 1 0,1-2 0,-1 0 0,0 0 0,1-1 0,-1 0 0,0-1 0,1 0 0,-1-1 0,1 1 0,-1-1 0,1-1 0,-1 0 0,0 0 0,0 0 0,0-1 0,0-1 0,0 1 0,-1-1 0,0 0 0,1-1 0,-2 0 0,1 0 0,2-3 0,12-10 0,-1-1 0,0-1 0,-2 0 0,-1-2 0,0 0 0,4-9 0,-8 13-45,-1-2 0,0 1 0,-2-1 1,0-1-1,-1 0 0,-1 0 0,-1-1 0,-1 0 0,-1 0 0,0-1 1,-2 0-1,-1 1 0,-1-1 0,-1 0 0,-1 0 0,0 0 0,-2 1 1,-1-1-1,-1 1 0,-1 0 0,0 0 0,-7-13 45,-21-20-2758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01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333 220 22981,'0'0'6176,"0"0"-4564,0 0-1133,0 0 172,0 0-176,0 0-273,-2-18-70,1 6-114,0-3-13,0 1 0,-1-1 0,0 1 1,-2-1-1,1 1 0,-2 0 0,0 0 0,-5-10-5,7 20 0,1 1 0,-1-1 0,0 1 0,0-1 0,0 1 0,0 0 0,-1 0 0,1 0 0,-1 1 0,0-1 0,1 1 0,-1 0 0,0 0 0,-1 0 0,1 1 0,0-1 0,0 1 0,-1 0 0,1 0 0,-1 1 0,1-1 0,-1 1 0,1 0 0,-1 0 0,1 1 0,0-1 0,-1 1 0,1 0 0,-1 0 0,1 0 0,0 1 0,0-1 0,0 1 0,0 0 0,0 0 0,0 1 0,0-1 0,1 1 0,-1 0 0,1 0 0,0 0 0,0 0 0,0 1 0,0-1 0,0 1 0,0 1 0,-13 20 0,1 1 0,1 0 0,1 0 0,1 2 0,2-1 0,0 1 0,2 1 0,2 0 0,0 0 0,2 0 0,1 0 0,1 1 0,2 0 0,1-1 0,3 14 0,-4-38 0,1 1 0,0-1 0,0 1 0,0-1 0,1 1 0,0-1 0,0 0 0,0 0 0,1 0 0,0 0 0,0 0 0,0-1 0,0 1 0,1-1 0,0 0 0,0 0 0,0 0 0,0 0 0,0-1 0,1 0 0,0 0 0,0 0 0,0 0 0,0-1 0,0 0 0,0 0 0,0 0 0,1-1 0,-1 0 0,1 0 0,-1 0 0,1 0 0,-1-1 0,1 0 0,0 0 0,-1-1 0,1 0 0,-1 1 0,1-2 0,-1 1 0,1-1 0,-1 0 0,12-5 0,-1-2 0,0 0 0,-1 0 0,0-2 0,0 0 0,-1 0 0,-1-2 0,0 1 0,-1-2 0,0 0 0,-1 0 0,0-1 0,-1 0 0,-1-1 0,-1 0 0,5-11 0,7-11-46,2 2 1,1 0-1,2 2 0,25-28 46,-1 14-1379,-3 8-2044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0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490 226 25798,'0'0'4931,"0"0"-3554,0 0-973,-4-21-184,-12-73-183,16 89-37,-1 0 0,0 0 0,-1-1 0,1 1 0,-1 0 0,0 0 0,0 0 0,-1 0 0,1 1 0,-1-1 0,0 1 0,0-1 0,-1 1 0,1 0 0,-1 0 0,0 1 0,0-1 0,0 1 0,-1 0 0,1 0 0,-1 0 0,1 0 0,-1 1 0,0 0 0,0 0 0,0 0 0,-1 1 0,1 0 0,0 0 0,0 0 0,-1 0 0,1 1 0,0 0 0,-3 0 0,-4 2 0,0-1 0,0 2 0,0-1 0,1 2 0,-1-1 0,1 2 0,-1 0 0,2 0 0,-1 1 0,0 0 0,1 1 0,0 0 0,-4 4 0,-1 1 0,0 1 0,0 1 0,2 0 0,-1 1 0,2 0 0,0 1 0,1 1 0,1-1 0,0 2 0,2-1 0,0 2 0,0-1 0,2 1 0,0 0 0,1 0 0,2 0 0,-1 1 0,2-1 0,0 18 0,3-32 0,0-1 0,0 0 0,0 0 0,1 0 0,0 0 0,-1 0 0,1 0 0,0-1 0,1 1 0,-1-1 0,1 1 0,0-1 0,-1 0 0,1 0 0,1 0 0,-1 0 0,0 0 0,1-1 0,-1 0 0,1 0 0,0 0 0,0 0 0,0 0 0,0-1 0,0 1 0,0-1 0,3 0 0,120 4 0,-102-12-9,0-1 0,-1-2 1,0 0-1,0-2 0,-1-1 0,-1 0 0,0-2 1,-1 0-1,0-2 0,-2 0 0,7-8 9,-5 7-76,28-24-1387,-6 4-2558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02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19708,'0'0'9794,"0"0"-7464,0 0-1988,0 0 15,-7 18-154,-31 158-170,-59 594-33,90-674-1398,7-103-2613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03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4 30438,'0'0'1075,"0"0"-644,0 0 1,-4 13-41,4-9-391,-1-1 0,1 1 0,-1-1 0,1 1 0,-1-1 0,0 1 0,0-1 0,-1 0 0,1 0 0,-1 0 0,0 0 0,0 0 0,0 0 0,0 0 0,0 0 0,0-1 0,-1 1 0,1-1 0,-1 1 0,0-1 0,0 0 0,0 0 0,0-1 0,0 1 0,0 0 0,0-1 0,-1 0 0,1 0 0,0 0 0,-1 0 0,1-1 0,-1 1 0,1-1 0,-1 0 0,1 0 0,-1 0 0,-3 0 0,6-3 0,-1 1 0,1-1 0,-1 1 0,1-1 0,0 1 0,0-1 0,0 0 0,0 0 0,1 1 0,-1-1 0,1 0 0,-1 0 0,1 0 0,0 0 0,0 1 0,0-1 0,1 0 0,-1 0 0,1 0 0,-1 0 0,1 1 0,1-3 0,1 2 0,1 0 0,0 0 0,-1 0 0,1 1 0,0-1 0,1 1 0,-1 0 0,0 0 0,1 0 0,-1 1 0,1 0 0,0-1 0,-1 2 0,1-1 0,0 0 0,-1 1 0,1 0 0,0 0 0,0 0 0,3 2 0,-7-1 0,1 1 0,-1 0 0,1 0 0,-1-1 0,0 1 0,0 0 0,0 0 0,0 0 0,0 1 0,0-1 0,-1 0 0,1 0 0,-1 0 0,1 1 0,-1-1 0,0 0 0,0 0 0,0 1 0,0-1 0,0 0 0,-1 1 0,1-1 0,-1 0 0,1 0 0,-1 0 0,0 0 0,0 1 0,0-1 0,0 0 0,0 0 0,0-1 0,-1 1 0,1 0 0,-1 0 0,-5 5 0,1-1 0,-2 0 0,1 0 0,0-1 0,-1 0 0,0-1 0,0 1 0,-1-1 0,1-1 0,-1 0 0,0 0 0,0 0 0,0-1 0,0-1 0,0 0 0,0 0 0,-9 0 0,17-2 0,-1 0 0,1-1 0,0 1 0,-1 0 0,1 0 0,0-1 0,0 1 0,-1-1 0,1 1 0,0-1 0,1 0 0,-1 1 0,0-1 0,0 0 0,1 1 0,-1-1 0,1 0 0,-1 0 0,1 0 0,0 1 0,0-1 0,0 0 0,0 0 0,0 0 0,0 0 0,0 0 0,1 1 0,-1-1 0,1 0 0,-1 0 0,1 1 0,0-1 0,-1 0 0,1 1 0,0-1 0,0 0 0,0 1 0,1-1 0,-1 1 0,0 0 0,0-1 0,1 1 0,-1 0 0,1 0 0,-1 0 0,1 0 0,4-4 0,0 0 0,0 0 0,0 1 0,1 0 0,0 0 0,0 1 0,0 0 0,0 0 0,0 1 0,0 0 0,1 0 0,-1 0 0,1 1 0,-1 0 0,1 1 0,-1 0 0,1 0 0,5 1 0,-12 0 0,0 0 0,-1 0 0,1 1 0,0-1 0,-1 0 0,1 1 0,0-1 0,-1 0 0,0 1 0,1-1 0,-1 1 0,0-1 0,0 1 0,1-1 0,-1 0 0,0 1 0,-1-1 0,1 1 0,0-1 0,0 1 0,-1-1 0,1 1 0,0-1 0,-1 0 0,0 1 0,1-1 0,-1 0 0,0 0 0,1 1 0,-1-1 0,0 0 0,0 0 0,-75 40 0,69-40-163,6-1-650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00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247 587 27270,'0'0'1427,"0"0"-400,0 0 54,0 0-373,0 0-221,0 0-160,0-10-103,0-3-160,1 8-58,-1 0 0,1 1 0,-1-1 0,0 0 0,0 1 0,0-1 1,-1 0-1,0 0 0,0 1 0,0-1 0,0 1 0,-1-1 0,0 1 0,0 0 0,0-1 0,0 1 0,-1 0 0,1 0 1,-1 1-1,0-1 0,0 0 0,-1 1 0,1 0 0,-1 0 0,-1-1-6,0 1 0,0 1 0,0 0 0,0 0 0,0 1 0,0 0 0,0-1 0,0 2 0,0-1 0,-1 1 0,1-1 0,0 2 0,0-1 0,-1 0 0,1 1 0,0 0 0,0 0 0,0 1 0,0-1 0,0 1 0,0 0 0,0 1 0,0-1 0,1 1 0,-1 0 0,1 0 0,0 0 0,0 1 0,0-1 0,1 1 0,-1 0 0,1 0 0,0 0 0,0 1 0,0-1 0,0 1 0,1 0 0,-1 1 0,-4 11 0,1 0 0,1 0 0,0 0 0,1 1 0,1 0 0,0 0 0,2 0 0,0 0 0,1 0 0,1 2 0,0-19 0,0 1 0,0-1 0,0 0 0,0 1 0,0-1 0,0 0 0,0 0 0,0 0 0,1 0 0,-1 0 0,0 0 0,1 0 0,-1 0 0,1-1 0,-1 1 0,1 0 0,-1-1 0,1 1 0,-1-1 0,1 0 0,0 1 0,-1-1 0,1 0 0,0 0 0,-1 0 0,1 0 0,0-1 0,-1 1 0,1 0 0,-1-1 0,1 1 0,-1-1 0,1 1 0,-1-1 0,1 0 0,-1 1 0,1-1 0,-1 0 0,0 0 0,1 0 0,-1 0 0,0 0 0,0-1 0,0 1 0,0 0 0,0-1 0,0 1 0,0-1 0,155-135-719,-128 104-2011</inkml:trace>
  <inkml:trace contextRef="#ctx0" brushRef="#br0" timeOffset="3384.244">457 17 2785,'0'0'21811,"0"0"-16666,0 0-4246,0 0-99,0 0-140,0 0-210,-10-4-261,-33-8-161,40 12-28,0-1 0,-1 1 0,1 1 0,0-1 0,0 0 0,-1 1 0,1-1 0,0 1 0,0 0 0,0 0 0,0 1 0,0-1 0,0 1 0,0-1 0,0 1 0,0 0 0,1 0 0,-1 0 0,1 0 0,-1 1 0,1-1 0,0 1 0,-8 5 0,-16 20 0,1 2 0,2 0 0,0 1 0,3 1 0,0 1 0,2 1 0,2 1 0,1 0 0,1 1 0,3 0 0,0 1 0,3 1 0,1-1 0,1 1 0,3 0 0,1 14 0,0-48 0,0 0 0,1 0 0,0 0 0,0 0 0,0 0 0,1 0 0,-1 1 0,1-1 0,0 0 0,0 0 0,1 1 0,-1-1 0,1 0 0,0 0 0,0 0 0,0 0 0,1 0 0,-1 0 0,1 0 0,0 0 0,0 0 0,1-1 0,-1 1 0,1-1 0,-1 1 0,1-1 0,0 0 0,0 0 0,1-1 0,-1 1 0,1-1 0,-1 1 0,1-1 0,0 0 0,0 0 0,0 0 0,16 1 0,0 0 0,0-1 0,1-1 0,-1-1 0,0-1 0,0 0 0,0-2 0,0 0 0,0-2 0,0 0 0,-1-1 0,0 0 0,0-2 0,-1-1 0,0 0 0,0-1 0,-1-1 0,0 0 0,-1-1 0,0-1 0,-1-1 0,-1 0 0,0-1 0,11-15 0,-15 18 0,0 0 0,-1 0 0,-1-1 0,0 0 0,0 0 0,-2-1 0,1 0 0,-2 0 0,0-1 0,-1 0 0,0 0 0,-1 0 0,-1 0 0,0 0 0,-1 0 0,0-6 0,0 6 0,-1 0 0,0 1 0,-1-1 0,-1 0 0,0 1 0,-1-1 0,0 1 0,-1 0 0,-1 0 0,0 0 0,-1 1 0,-1 0 0,0 0 0,0 0 0,-2 1 0,1 0 0,-1 0 0,-1 1 0,0 1 0,-1-1 0,0 2 0,1 4 0,-1 0 0,0 1 0,0 1 0,0 0 0,-1 0 0,1 1 0,-1 1 0,1 0 0,-1 0 0,0 1 0,1 1 0,-1 0 0,1 1 0,-1 0 0,1 0 0,-1 1 0,1 1 0,0 0 0,1 0 0,-1 1 0,1 1 0,0-1 0,0 2 0,0 0 0,-13 8 0,0 0 0,2 2 0,0 0 0,0 2 0,2 0 0,1 1 0,0 1 0,1 0 0,2 2 0,0 0 0,-3 8 0,16-28 0,0 1 0,0 0 0,0 1 0,0-1 0,1 0 0,-1 0 0,1 1 0,0-1 0,1 1 0,-1-1 0,1 1 0,0-1 0,0 1 0,0-1 0,1 1 0,-1-1 0,1 1 0,0-1 0,1 0 0,-1 1 0,1-1 0,-1 0 0,1 0 0,1 0 0,-1 0 0,0 0 0,1-1 0,2 3 0,47 18-464,-30-18-1857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27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1215 18620,'0'0'10962,"0"0"-10242,0 0-455,145 4 287,-29-57-64,0-6-160,-6 0-192,-16 0-80,-31 11-16,1-3-40,-1-20-272,-21 14-808,-20 9-1313</inkml:trace>
  <inkml:trace contextRef="#ctx0" brushRef="#br0" timeOffset="510.155">849 304 30270,'0'0'897,"0"0"-657,0 103 24,0-42 176,5 28-96,-1 29-152,-4 32-120,0 14-32,0-9-32,0-32-8,0-44 0,4-28-112,3-22-344,8-13-264,-4-10-929,0-6-4008</inkml:trace>
  <inkml:trace contextRef="#ctx0" brushRef="#br0" timeOffset="759.697">711 213 26574,'0'0'3320,"0"0"-2695,0 0-241,0 0 0,0 0-72,0 0 0,0 0-104,136-77-96,-83 48-48,-1-1-48,-10 5-16,-3 5-184,-10 14-528,-9 6-1249,-14 0-9649</inkml:trace>
  <inkml:trace contextRef="#ctx0" brushRef="#br0" timeOffset="1115.923">768 918 28542,'0'0'952,"-11"153"-448,11-66-23,0-22 39,13 2-216,11-5-152,7-21-48,2-19 88,2-16 32,2-6-48,-2-12-56,0-20-120,0-13 0,7-38-440,-7 8-1305,-11 2-15754</inkml:trace>
  <inkml:trace contextRef="#ctx0" brushRef="#br0" timeOffset="1380.856">1057 562 15347,'0'0'14715,"0"0"-14106,0 0-137,55 115-72,-15-78-136,-1-3-144,1-3-72,-1-5-48,-6-6-32,-5-10-296,1-10-472,-9-16-1225,-5-12-6265</inkml:trace>
  <inkml:trace contextRef="#ctx0" brushRef="#br0" timeOffset="1381.856">1371 397 25261,'0'0'3889,"0"0"-3073,-42 146-71,20-75-129,-2 2-248,0 2-248,0-4-120,11 2-88,4-20-640,9-21-1761</inkml:trace>
  <inkml:trace contextRef="#ctx0" brushRef="#br0" timeOffset="2241.974">1511 314 28462,'0'0'1985,"0"0"-1457,13 138-8,-4-73 16,-2 6-224,-3 0-208,0 0-80,-4-4-24,0-6 0,0-13-336,3-25-208,1-13-1057,0-10-3304</inkml:trace>
  <inkml:trace contextRef="#ctx0" brushRef="#br0" timeOffset="2509.008">1575 48 29966,'0'0'961,"0"0"-745,0 0 136,0 0 24,85 106-144,-59-55-88,-1 13-56,-6 11-48,-8 21-8,-11 24-32,0 21 0,-8-15-80,-14-12-376,4-41-688,3-35-1593</inkml:trace>
  <inkml:trace contextRef="#ctx0" brushRef="#br0" timeOffset="2693.477">1562 1099 29390,'0'0'1313,"0"0"-961,0 0 216,0 0-104,0 0-272,111-26-144,-76 11-48,9-23-456,-4 3-992,-12-7-3586</inkml:trace>
  <inkml:trace contextRef="#ctx0" brushRef="#br0" timeOffset="3314.865">1952 527 29726,'0'0'1130,"0"0"-713,0 0-123,0 0-73,0 20-149,0 64-203,-1-73-376,0 1-1,-1 0 0,0 0 0,-1-1 0,0 1 0,-1-1 1,0 0-1,-1 0 0,0 0 0,0-1 0,-1 0 0,-1 0 1,0 0-1,0-1 0,-8 8 508,-1 3-1264,-18 24 1129,-70 91 7630,237-289-6792,-99 131-642,-29 54 232,-7-2-235,0 0 0,-1 0 0,-2 0 0,-1-1 0,-2 0 0,-2 4-58,-57 218 26,68-250-26,-1 0 0,0-1 0,1 1 0,-1 0 0,0 0 0,1 0 0,-1 0 0,1 0 0,-1-1 0,0 1 0,1 0 0,-1 0 0,1 0 0,-1 0 0,1 0 0,-1 0 0,0 0 0,1 1 0,-1-1 0,1 0 0,-1 0 0,0 0-1,1 0 1,-1 0 0,1 1 0,-1-1 0,0 0 0,1 0 0,-1 1 0,0-1 0,0 0 0,1 0 0,-1 1 0,0-1 0,1 0 0,-1 1 0,0-1 0,0 1 0,0-1 0,1 0 0,-1 1 0,0-1 0,0 0 0,0 1 0,0-1 0,0 1 0,0-1 0,0 1 0,0-1 0,0 0 0,0 1 0,0-1 0,0 1 0,0-1 0,0 0 0,0 1 0,0-1 0,-1 1 0,1-1 0,0 0 0,0 1 0,0-1 0,-1 0 0,1 1 0,0-1 0,26-29-25,-20 22 3,169-177-1615,-174 183 1919,-1 1 54,0 22 1023,0-22-1069,5-35-276,42-301-3087,-40 434 5746,-7-77-2563,17 150 159,-17-170-304,0 0 1,1 0 0,-1 0 0,0 0 0,0 0 0,1-1 0,-1 1 0,0 0 0,1 0 0,-1 0 0,1-1 0,-1 1-1,1 0 1,0 0 0,-1-1 0,1 1 0,0-1 0,-1 1 0,1 0 0,0-1 0,0 1 0,-1-1 0,1 0 0,0 1 0,0-1-1,0 0 1,0 1 0,-1-1 0,1 0 0,0 0 0,0 0 0,0 0 0,0 0 0,0 0 0,0 0 0,0 0 0,0 0-1,-1 0 1,1 0 0,0-1 0,0 1 0,0 0 0,0-1 0,0 1 0,-1 0 0,1-1 0,0 1 0,0-1 0,-1 1-1,1-1 1,0 0 0,-1 1 0,1-1 0,0 0 34,12-16-2023</inkml:trace>
  <inkml:trace contextRef="#ctx0" brushRef="#br0" timeOffset="3583.863">2302 480 28862,'0'0'1793,"0"102"-1177,0-39 8,0 12-16,0 0-344,0 4-264,0 0 0,0 0 0,0-4 0,0-12 0,0-14 0,3-23-424,5-14-736,-1-12-1729</inkml:trace>
  <inkml:trace contextRef="#ctx0" brushRef="#br0" timeOffset="3759.89">2432 858 27166,'0'0'3184,"0"0"-2567,0 0-217,0 0-200,46 103-200,-40-66-32,-3-1-2353</inkml:trace>
  <inkml:trace contextRef="#ctx0" brushRef="#br0" timeOffset="12489.193">4332 610 30022,'0'0'869,"0"0"-277,0 0-80,0 0-35,-6-18-223,-31-104-213,37 117-41,0 0 0,0-1 0,-1 1 0,0 0 0,0 0 0,0 1 0,-1-1 0,0 0 0,0 0 0,0 1 0,0-1 0,-1 1 0,1-1 0,-1 1 0,-1 0 0,1 0 0,0 0 0,-1 1 0,0-1 0,0 1 0,0 0 0,0 0 0,0 0 0,-1 1 0,1 0 0,-1-1 0,1 1 0,-1 1 0,0-1 0,0 1 0,0 0 0,0 0 0,0 0 0,0 1 0,0 0 0,0 0 0,0 0 0,-1 0 0,1 1 0,0 0 0,0 0 0,0 0 0,1 1 0,-1 0 0,-4 2 0,-3 5 0,1 1 0,0 0 0,1 1 0,0 0 0,1 1 0,0 0 0,1 0 0,-6 13 0,-5 6 0,1 2 0,1 0 0,3 1 0,0 0 0,2 2 0,2-1 0,1 1 0,2 0 0,1 1 0,2 0 0,2 0 0,2 34 0,0-66 0,0 0 0,0 0 0,0 1 0,1-1 0,0 0 0,0 0 0,0 0 0,1 0 0,-1 0 0,1 0 0,1 0 0,-1-1 0,1 1 0,-1-1 0,1 1 0,0-1 0,1 0 0,-1 0 0,1 0 0,0-1 0,0 1 0,0-1 0,0 0 0,1 0 0,-1-1 0,1 1 0,0-1 0,-1 0 0,1 0 0,0 0 0,0-1 0,1 0 0,-1 0 0,0 0 0,0-1 0,0 1 0,1-1 0,-1-1 0,0 1 0,0-1 0,4 0 0,6-6 0,1-1 0,-1 0 0,0-2 0,-1 1 0,0-2 0,-1 1 0,0-2 0,0 0 0,-2-1 0,1 0 0,-2 0 0,1-1 0,-2-1 0,0 0 0,-1 0 0,0 0 0,4-16 0,115-250-17,-79 220-1737,-27 40-1460</inkml:trace>
  <inkml:trace contextRef="#ctx0" brushRef="#br0" timeOffset="12919.518">5163 661 30286,'0'0'717,"0"0"-281,0 0 112,4-20-100,15-156-116,-21 172-332,1 0 0,0 0 0,-1 0 0,1 0 0,-1 0 0,0 1 0,-1-1 0,1 0 0,-1 1 0,1 0 0,-1 0 0,0 0 0,0 0 0,0 0 0,-1 0 0,1 1 0,-1 0 0,1-1 0,-1 1 0,0 1 0,0-1 0,0 1 0,0-1 0,0 1 0,0 0 0,0 0 0,0 1 0,0-1 0,-1 1 0,1 0 0,0 0 0,0 1 0,0-1 0,-1 1 0,1 0 0,0 0 0,0 0 0,0 0 0,0 1 0,0 0 0,1 0 0,-1 0 0,0 0 0,1 0 0,-1 1 0,1-1 0,0 1 0,-2 3 0,-12 10 0,1 1 0,1 1 0,0 0 0,2 1 0,0 0 0,1 1 0,1 1 0,1 0 0,0 0 0,2 1 0,1 0 0,0 0 0,2 1 0,0 0 0,2 0 0,1 0 0,0 0 0,2 1 0,1-1 0,1 7 0,-1-25 0,0-1 0,0 1 0,0-1 0,0 0 0,1 1 0,0-1 0,0 0 0,0 0 0,0 0 0,1 0 0,0-1 0,-1 1 0,1-1 0,1 1 0,-1-1 0,0 0 0,1 0 0,0-1 0,-1 1 0,1-1 0,0 1 0,0-1 0,1-1 0,-1 1 0,0 0 0,1-1 0,-1 0 0,0 0 0,1 0 0,0-1 0,1 0 0,4 1 0,0-1 0,0 0 0,-1 0 0,1-1 0,0-1 0,-1 0 0,1 0 0,-1-1 0,0 0 0,1 0 0,-1-1 0,-1-1 0,1 1 0,3-4 0,26-24-48,-1-2 0,-1-2 0,-3-2 0,0-1 1,-3-1-1,26-44 48,9-9-2063,-40 59-2004</inkml:trace>
  <inkml:trace contextRef="#ctx0" brushRef="#br0" timeOffset="13308.561">6173 626 29278,'0'0'714,"0"0"-167,0 0 118,7-21-120,20-68-179,-17-50 263,-10 135-628,0-1-1,0 1 1,-1-1-1,1 1 1,-1 0-1,0-1 1,-1 1-1,1 0 0,-1 0 1,0 0-1,0-1 1,0 2-1,0-1 1,-1 0-1,1 0 1,-1 1-1,0 0 1,0-1-1,0 1 1,-1 0-1,1 1 1,-1-1-1,0 0 0,0 1 1,1 0-1,-1 0 1,-1 0-1,1 1 1,0-1-1,0 1 1,-1 0-1,1 0 1,-1 0-1,1 1 1,0 0-1,-1 0 0,1 0 1,-1 0-1,1 1 1,-1-1-1,1 1 1,-1 0-1,1 0 1,0 1-1,0 0 1,0-1-1,0 1 1,0 1-1,-1 0 0,-16 12 0,1 1 0,1 0 0,0 2 0,2 1 0,0 0 0,1 1 0,1 0 0,0 1 0,2 1 0,1 1 0,0 0 0,0 4 0,2-8 0,1 0 0,1 1 0,1 0 0,0 0 0,2 1 0,0 0 0,1 0 0,2 0 0,0 1 0,1-1 0,1 1 0,1-1 0,1 8 0,1-24 0,0 1 0,0-1 0,0 1 0,1-1 0,-1 0 0,1 0 0,0-1 0,1 1 0,-1-1 0,1 0 0,0 0 0,0 0 0,0-1 0,1 1 0,-1-1 0,1-1 0,-1 1 0,1-1 0,0 0 0,0 0 0,0-1 0,0 1 0,1-2 0,-1 1 0,0 0 0,0-1 0,1-1 0,-1 1 0,0-1 0,0 0 0,0 0 0,0 0 0,0-1 0,0 0 0,0-1 0,0 1 0,0-1 0,-1 0 0,0 0 0,5-4 0,5-6 7,-1-1 0,0-1 0,-1-1 1,-1 1-1,0-2 0,-1 0 0,-1 0 0,0-1 0,-2 0 0,0 0 0,4-16-7,54-100-1101,-54 117-1613</inkml:trace>
  <inkml:trace contextRef="#ctx0" brushRef="#br0" timeOffset="14324.003">7114 845 16388,'0'0'11222,"0"0"-8564,0 0-2238,0 0 64,0 0-132,0 0-141,1 13-29,7 43-4,-9-53-160,0-1-1,1 1 1,-1 0 0,0-1 0,-1 1-1,1 0 1,0-1 0,-1 0 0,1 1-1,-1-1 1,0 0 0,0 0 0,0 0-1,0 0 1,0 0 0,0 0 0,-1-1-1,1 1 1,0-1 0,-1 1 0,0-1 0,1 0-1,-1 0 1,0 0 0,1 0 0,-1-1-1,0 1 1,0-1 0,1 0 0,-1 1-1,0-1 1,0-1 0,0 1 0,0 0-1,1-1 1,-1 1 0,0-1 0,0 0-18,-2 1-3,1 0 3,1 1 0,-1-1 0,1 0 0,-1 0 0,1 0 0,-1-1 0,1 0 0,-1 1 0,1-1 0,0 0 0,-1 0 0,1-1 0,0 1 0,0-1 0,0 1 0,0-1 0,0 0 0,0 0 0,1-1 0,-1 1 0,1 0 0,-1-1 0,1 0 0,0 1 0,0-1 0,0 0 0,0 0 0,1 0 0,-1 0 0,1 0 0,0-1 0,-1 1 0,2 0 0,-1-1 0,0 1 0,1-1 0,-1 1 0,1-1 0,0 1 0,1-4 0,-1 4 0,0 0 0,0 0 0,1 0 0,0 0 0,-1 0 0,1 0 0,0 1 0,1-1 0,-1 0 0,0 1 0,1-1 0,0 0 0,-1 1 0,1 0 0,0-1 0,0 1 0,0 0 0,1 0 0,-1 0 0,0 0 0,1 1 0,-1-1 0,1 1 0,0-1 0,-1 1 0,1 0 0,0 0 0,0 0 0,0 0 0,0 1 0,0-1 0,0 1 0,0 0 0,0-1 0,0 2 0,0-1 0,0 0 0,0 0 0,0 1 0,0 0 0,2 0 0,-3 0 0,0 0 0,0 0 0,0 1 0,0-1 0,0 0 0,0 1 0,0-1 0,-1 1 0,1 0 0,-1-1 0,1 1 0,-1 0 0,0 0 0,1 0 0,-1 0 0,0 0 0,0 0 0,0 0 0,-1 1 0,1-1 0,-1 0 0,1 0 0,-1 1 0,0-1 0,1 0 0,-1 1 0,-1-1 0,1 0 0,0 1 0,0-1 0,-1 0 0,1 0 0,-1 1 0,0 0 0,-7 1-181,7-4-726</inkml:trace>
  <inkml:trace contextRef="#ctx0" brushRef="#br0" timeOffset="14968.8">8828 146 27742,'0'0'1956,"0"0"-937,0 0-331,0 0-77,0 0-225,-2 4-212,-114 310 17,107-290-191,-7 15 0,2 1 0,2 1 0,2 0 0,-5 36 0,14-75-32,1 0 0,-1 0 0,1 0 1,0 0-1,-1 1 0,1-1 0,0 0 0,0 0 0,0 0 0,1 0 1,-1 1-1,0-1 0,1 0 0,0 0 0,-1 0 0,1 0 1,0 0-1,0 0 0,0 0 0,0 0 0,0-1 0,1 1 0,-1 0 1,1-1-1,-1 1 0,1-1 0,-1 1 0,1-1 0,0 1 0,0-1 1,-1 0-1,1 0 0,0 0 0,0 0 0,0-1 0,0 1 0,0 0 1,1-1-1,-1 1 0,0-1 0,0 0 0,0 0 0,2 0 32,31 1-3295</inkml:trace>
  <inkml:trace contextRef="#ctx0" brushRef="#br0" timeOffset="15380.826">10185 466 30062,'0'0'1367,"0"0"-956,0 0-263,0 0 202,-7-22-60,-23-68-174,28 83-115,0 0-1,0 1 1,-1-1-1,0 1 1,0 0-1,-1 0 1,0 0-1,0 0 1,0 1-1,-1-1 1,1 1-1,-1 0 1,-1 1-1,1-1 1,-1 1-1,0 0 1,1 0-1,-2 1 0,1 0 1,0 0-1,-1 0 1,1 1-1,-1 0 1,0 0-1,0 1 1,0-1-1,0 2 1,0-1-1,0 1 1,0 0-1,0 0 1,0 1-1,0 0 1,0 0-1,1 1 1,-1 0-1,0 0 1,1 0-1,-1 1 1,1 0-1,0 1 1,0-1-1,0 1 1,0 0-1,1 0 1,-1 1-1,-3 4 0,-3 4 0,0 0 0,0 1 0,1 1 0,1 0 0,1 1 0,0 0 0,1 0 0,0 0 0,2 1 0,0 1 0,0-1 0,2 1 0,0-1 0,2 1 0,-1 0 0,2 3 0,1-18 0,-1-1 0,1 1 0,0 0 0,0 0 0,0 0 0,0 0 0,0 0 0,1-1 0,-1 1 0,1 0 0,0 0 0,-1-1 0,2 1 0,-1 0 0,0-1 0,0 1 0,1-1 0,-1 1 0,1-1 0,0 0 0,0 0 0,0 0 0,0 0 0,0 0 0,0 0 0,0 0 0,1-1 0,-1 1 0,1-1 0,-1 0 0,1 1 0,0-1 0,-1 0 0,1-1 0,0 1 0,0 0 0,0-1 0,-1 0 0,1 1 0,0-1 0,0 0 0,0-1 0,0 1 0,-1 0 0,1-1 0,15-1-1,1-1 0,-1-1 0,-1-1 0,1-1-1,-1 0 1,0-1 0,0-1 0,-1 0 0,0-1 0,-1-1 0,0 0 0,3-4 1,27-15-54,19-11-504,-10 4-969</inkml:trace>
  <inkml:trace contextRef="#ctx0" brushRef="#br0" timeOffset="15698">11116 117 31039,'0'0'1256,"0"0"-1032,0 0 24,0 0-248,-52 144 0,43-89 0,-2 10 0,0 10 0,0 10 0,-7 29 0,3-21-48,2-16-5017</inkml:trace>
  <inkml:trace contextRef="#ctx0" brushRef="#br0" timeOffset="16423.373">12547 0 29254,'0'0'896,"0"0"-591,0 0 95,0 0 88,-72 130-112,59-70-80,0 11-88,2 10-72,-2 1-64,0 5-40,4-4-32,4-8-32,5 0-336,9-20-344,11-19-1889</inkml:trace>
  <inkml:trace contextRef="#ctx0" brushRef="#br0" timeOffset="16796.7">13595 488 30607,'0'0'657,"0"0"-329,-2-21-12,1 10-269,1-3-2,-1 0-1,0 0 1,-2 0-1,1 0 1,-2 1 0,0-1-1,0 1 1,-1 0-1,-1 0 1,0 1-1,-1-1 1,-1 1-45,3 6 2,-1 1 1,0-1-1,-1 1 1,1 0-1,-1 0 1,0 1-1,0 0 1,0 0-1,-1 1 1,0 0-1,1 0 1,-1 0-1,0 1 1,0 1-1,0-1 1,-1 1-1,1 1 1,0-1-1,0 1 1,-1 1-1,1 0 1,0 0-1,0 0 1,0 1-1,0 0 1,0 1-1,0 0 1,1 0-1,-1 1 1,1 0-1,0 0 1,0 0-1,0 1 1,1 0-1,0 1 1,0-1-1,0 1 1,0 0-1,1 1 1,-1 1-3,-2 3 0,0-1 0,1 1 1,0 0-1,1 0 0,1 1 1,-1 0-1,2 0 0,0 0 1,0 0-1,1 1 0,1 2 0,1-10 2,0 0-1,0 0 0,1 1 0,-1-1 0,2 0 0,-1 0 0,0 1 1,1-1-1,0 0 0,0 0 0,1 0 0,-1 0 0,1 0 0,0 0 1,1 0-1,-1 0 0,1-1 0,0 1 0,0-1 0,0 0 0,1 0 1,-1 0-1,1 0 0,0-1 0,0 1 0,0-1 0,5 2-1,6 2 9,1-1 0,1 0 0,-1-1 0,1-1 0,0-1 0,0 0 0,0-1 0,1-1 0,-1-1-1,0 0 1,1-2 0,-1 1 0,0-2 0,0-1 0,-1 0 0,4-2-9,5-4-171,0-1 1,-1-2-1,-1 0 1,0-1-1,0-2 0,-2 0 1,10-10 170,1 0-949,35-29-3253</inkml:trace>
  <inkml:trace contextRef="#ctx0" brushRef="#br0" timeOffset="17072.356">14404 10 31183,'0'0'1048,"0"0"-752,0 0-56,0 150-240,0-81 0,0 26 0,0 29 0,-2 28 0,-11 2 0,2-30 0,-2-27 0,8-44 0,-1-25-728</inkml:trace>
  <inkml:trace contextRef="#ctx0" brushRef="#br0" timeOffset="18375.374">2747 1689 11939,'0'0'6401,"0"0"-4137,0 0-1207,0 0-273,0 0-336,0 0-448,-15 6-1712,15-6-16860</inkml:trace>
  <inkml:trace contextRef="#ctx0" brushRef="#br0" timeOffset="18855.744">3050 1813 20788,'0'0'2337,"0"0"-1553,0 0 80,0 0-248,0 0-616,0 0-280,0 0-2504</inkml:trace>
  <inkml:trace contextRef="#ctx0" brushRef="#br0" timeOffset="20586.11">3050 1813 28102,'-18'113'1470,"45"-108"-637,11-4-736,0-1 0,-1-2-1,1-2 1,-1-1 0,0-2-1,5-3-96,224-53 187,192-16-187,-167 34 532,-79 11-160,156-4-372,534-9 351,-410 21-294,200 13 210,18-19-251,-427 14-16,136 14 0,145-7 0,355-13 0,61 33 0,-686-6 0,88 2 0,51 21 0,-283-11 0,1039 77 0,773-31 0,-938-51 0,-218-57 0,490 24 0,416-59 0,580 35 0,-247 52 0,-1957-6 0,-77-31-950,-11 2-2165</inkml:trace>
  <inkml:trace contextRef="#ctx0" brushRef="#br0" timeOffset="31346.593">9840 1215 27318,'0'0'2184,"0"0"-1408,0 0 1,0 0-201,0 0-208,0 0-216,0 0-88,-11 71 40,11-35-40,0 5-24,0 9-40,0 35-64,-6-12-944,-7-6-19501</inkml:trace>
  <inkml:trace contextRef="#ctx0" brushRef="#br0" timeOffset="33037.832">8552 1176 29686,'0'0'1289,"0"0"-833,0 0 32,0 0-112,0 0-224,-44 116-112,33-66-40,2 29-120,-2-14-504,7-6-1777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3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421 200 7746,'0'0'6025,"0"0"6034,0 0-8475,0 0-2934,0 0-2,-11-5 1366,11-3-2006,1 2-7,0-1 1,0 0-1,0 1 0,-1-1 0,0 0 1,-1 0-1,1 1 0,-1-1 0,0 0 0,-1 1 1,0-1-1,0 1 0,0 0 0,-1-1 0,0 1 1,0 0-1,0 1 0,-1-1 0,0 1 1,0-1-1,-1 1 0,1 0 0,-1 1 0,0-1 1,0 1-1,-1 0 0,-4-3-1,3 4 0,1 0 0,-1 0 0,0 1 0,0-1 0,0 2 0,0-1 0,0 1 0,0 0 0,0 1 0,0-1 0,-1 1 0,1 1 0,0 0 0,0 0 0,0 0 0,0 1 0,0 0 0,0 0 0,0 0 0,1 1 0,-1 0 0,1 1 0,0-1 0,0 1 0,0 0 0,0 1 0,1 0 0,-1 0 0,1 0 0,1 0 0,-1 1 0,-2 3 0,-7 11 0,0 0 0,2 1 0,0 0 0,1 1 0,2 0 0,0 1 0,1 0 0,1 0 0,1 6 0,-2 5 0,3 0 0,1 1 0,1-1 0,2 1 0,1 0 0,2-1 0,2 1 0,3 12 0,-6-39 0,0 0 0,1 0 0,0 0 0,0 0 0,1 0 0,0-1 0,0 1 0,1-1 0,0 0 0,0 0 0,1 0 0,0 0 0,0-1 0,0 0 0,1 0 0,0 0 0,0-1 0,1 0 0,-1 0 0,1-1 0,0 1 0,1-1 0,-1-1 0,1 0 0,-1 0 0,1 0 0,0-1 0,0 0 0,0 0 0,0-1 0,0 0 0,0-1 0,1 0 0,-1 0 0,0-1 0,0 0 0,0 0 0,0-1 0,0 0 0,0 0 0,0-1 0,5-2 0,4-10 0,-1 0 0,0-1 0,-1-1 0,-1 0 0,-1-1 0,-1-1 0,0 0 0,-1 0 0,-1-1 0,-1 0 0,-1-1 0,-1 0 0,0-1 0,-2 1 0,0-1 0,0-14 0,6-203 0,-11 237-49,1 0 0,-1 1 0,0-1 0,0 1 1,0-1-1,1 0 0,-1 1 0,1-1 0,0 1 0,-1-1 0,1 1 0,0-1 0,0 1 0,0-1 1,0 1-1,0 0 0,0 0 0,0-1 0,0 1 0,0 0 0,1 0 0,-1 0 0,0 0 0,1 1 1,-1-1-1,1 0 0,-1 0 0,1 1 0,-1-1 0,1 1 0,0 0 0,-1-1 0,2 1 49,15-5-3299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32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502 286 25926,'0'0'4654,"0"0"-3385,0 0-971,-11-18 83,-67-106-142,69 110-239,-1 0 0,0 1 0,-1 0 0,-1 1 0,0 0 0,0 1 0,-1 0 0,-13-7 0,21 15 0,0 0 0,0 0 0,0 0 0,0 1 0,-1-1 0,1 1 0,-1 1 0,0-1 0,1 1 0,-1 0 0,0 0 0,0 1 0,0 0 0,1 0 0,-1 0 0,0 0 0,0 1 0,0 0 0,1 1 0,-1-1 0,0 1 0,1 0 0,0 0 0,-1 1 0,1 0 0,0-1 0,-1 3 0,-6 6 0,0 2 0,2-1 0,-1 2 0,2-1 0,0 1 0,0 1 0,2-1 0,0 2 0,0-1 0,1 1 0,1-1 0,1 2 0,0-1 0,1 0 0,0 17 0,-17 243 0,18-265 0,0 0 0,2 0 0,-1 0 0,1 0 0,1 0 0,0 1 0,1-1 0,0 0 0,0-1 0,1 1 0,1 0 0,0-1 0,0 1 0,1-1 0,0-1 0,1 1 0,0-1 0,1 0 0,0 0 0,0 0 0,1-1 0,0 0 0,0-1 0,4 3 0,-3-4 0,0-1 0,0 0 0,1 0 0,0-1 0,0 0 0,0 0 0,0-1 0,0-1 0,1 0 0,-1 0 0,1-1 0,0 0 0,-1-1 0,1 0 0,0-1 0,-1 0 0,1-1 0,-1 0 0,1 0 0,-1-1 0,0-1 0,0 0 0,0 0 0,-1-1 0,1 0 0,-1 0 0,4-4 0,2-4 3,-1-2 0,-1 1-1,0-1 1,-1-1 0,-1 0 0,0-1-1,-1 0 1,-1-1 0,-1 0 0,0 0-1,-1-1 1,-2 0 0,1 0 0,-2 0-1,-1-1 1,0 0 0,-1-4-3,-21-125-2749,-3 96-5671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413 196 27846,'0'0'1754,"0"0"-879,0 0-189,0 0-80,0 0-202,0-8-161,1-1-193,-1 1-28,1 0 0,-1 0-1,-1 0 1,0 0-1,0 0 1,0 0 0,-1 0-1,0 0 1,0 0 0,-1 1-1,0-1 1,-1 1-1,1 0 1,-3-3-22,0 4 0,0 1 0,0-1 0,-1 1 0,0 0 0,0 1 0,0 0 0,0 0 0,-1 0 0,1 1 0,-1 0 0,0 0 0,0 1 0,0 0 0,-1 1 0,1 0 0,0 0 0,0 1 0,-1-1 0,1 2 0,0-1 0,-1 2 0,1-1 0,0 1 0,0 0 0,0 0 0,0 1 0,0 0 0,1 1 0,-1-1 0,1 2 0,0-1 0,0 1 0,0 0 0,1 0 0,-4 5 0,-4 7 0,2 1 0,0 1 0,1 0 0,0 1 0,2 0 0,1 1 0,0-1 0,1 2 0,2-1 0,0 1 0,1-1 0,1 1 0,1 0 0,1 1 0,1-1 0,2 7 0,-3-21 0,1 0 0,-1 0 0,2 0 0,-1 0 0,1 0 0,1 0 0,-1-1 0,1 1 0,1 0 0,-1-1 0,1 0 0,0 1 0,1-1 0,0 0 0,0-1 0,1 1 0,-1-1 0,1 0 0,1 0 0,-1 0 0,1-1 0,0 0 0,0 0 0,1 0 0,-1-1 0,1 0 0,0 0 0,0-1 0,0 1 0,1-2 0,-1 1 0,1-1 0,0 0 0,2 0 0,2-2 0,0 0 0,-1-1 0,1 0 0,-1-1 0,1 0 0,-1 0 0,1-2 0,-1 1 0,0-1 0,-1-1 0,1 0 0,-1 0 0,0-1 0,0-1 0,0 0 0,-1 0 0,0 0 0,-1-1 0,0-1 0,7-8 0,15-19 0,-2-2 0,-1-1 0,-2-1 0,10-24 0,-3 1-36,7-13-168,-9 29-5489,-23 36-8594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36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350 225 7746,'0'0'17162,"0"0"-12764,0 0-3492,0 0-46,0 0-89,0 0-230,5-13-242,23-104-215,-28 113-84,0 1 0,0-1 0,0 0 0,0 1 0,-1-1 0,0 0 0,1 1 0,-1-1 0,-1 1 0,1-1 0,0 1 0,-1-1 0,0 1 0,1 0 0,-1 0 0,-1 0 0,1 0 0,0 0 0,-1 0 0,1 1 0,-1-1 0,0 1 0,0 0 0,0 0 0,0 0 0,0 0 0,-1 0 0,1 1 0,0-1 0,-1 1 0,1 0 0,-1 0 0,1 0 0,-1 1 0,0-1 0,1 1 0,-3 0 0,-4-1 0,1 0 0,-1 1 0,0 1 0,1 0 0,-1 0 0,0 0 0,1 2 0,0-1 0,-1 1 0,1 0 0,0 1 0,0 0 0,1 0 0,-1 1 0,1 0 0,0 1 0,1 0 0,-1 0 0,1 1 0,0-1 0,1 2 0,-1-1 0,1 1 0,1 0 0,-5 7 0,-1 2 0,1 1 0,1 0 0,0 0 0,1 1 0,1 0 0,1 0 0,1 1 0,0 0 0,2 0 0,0 0 0,1 0 0,1 0 0,1 0 0,1 1 0,2 12 0,0-26 0,0 0 0,0-1 0,0 1 0,1-1 0,0 0 0,0 0 0,0 0 0,1-1 0,0 1 0,0-1 0,0 0 0,1-1 0,0 1 0,0-1 0,0 0 0,0-1 0,1 1 0,-1-1 0,1-1 0,0 1 0,0-1 0,0 0 0,0-1 0,0 0 0,0 0 0,0 0 0,1-1 0,-1 0 0,0 0 0,0-1 0,1 0 0,-1 0 0,0-1 0,0 0 0,0 0 0,-1 0 0,1-1 0,0 0 0,-1-1 0,0 1 0,4-4 0,195-136 0,-89 52-1,-20 22-3015,-57 41-5145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36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23189,'0'0'6771,"0"0"-4872,0 0-1322,-13 20-291,0-1-260,7-12-25,0 1 0,1 0 1,0 1-1,0-1 1,1 1-1,0 0 0,0 0 1,1 0-1,0 1 0,1-1 1,0 1-1,0 0 1,1-1-1,0 11-1,16 424 0,0-313 0,-27-126-679,-8-13-2715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37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29758,'0'0'891,"0"0"-183,0 0-107,0 0-265,0 0-196,0 0-56,5 9-14,-2-4-63,0 0 0,0 0 1,0 0-1,-1 0 0,1 1 0,-1-1 0,-1 1 0,1-1 0,-1 1 0,0 0 0,0 0 0,-1-1 1,1 1-1,-1 0 0,-1 0 0,1 0 0,-1-1 0,0 1 0,0 0 0,-1-1 0,1 1 0,-1-1 0,-1 1 1,1-1-1,-3 5-7,1-6 0,0-1 0,0 1 0,0-1 0,0 0 0,-1 0 0,1 0 0,-1 0 0,1-1 0,-1 0 0,0 0 1,0 0-1,0-1 0,-1 1 0,1-1 0,0 0 0,0-1 0,-6 1 0,9-4 0,-1 1 0,0 0 0,1-1 0,0 0 0,-1 0 0,1 0 0,0 0 0,1 0 0,-1 0 0,0 0 0,1-1 0,0 1 0,0 0 0,0-1 0,0 1 0,0-1 0,1 1 0,-1-1 0,1 0 0,0 1 0,0-1 0,1 1 0,-1-1 0,1 1 0,0-1 0,-1 1 0,2-1 0,-1 1 0,0-1 0,1 1 0,-1 0 0,1 0 0,0 0 0,2-3 0,1 0 0,0 0 0,0 0 0,0 1 0,1-1 0,0 1 0,0 1 0,0-1 0,1 1 0,-1 0 0,1 0 0,0 1 0,0 0 0,1 0 0,-1 1 0,1 0 0,-1 0 0,1 1 0,-1 0 0,1 0 0,4 1 0,-11 2 0,1 0 0,0 0 0,-1 0 0,0 0 0,1 1 0,-1-1 0,0 0 0,0 1 0,0-1 0,-1 1 0,1-1 0,-1 1 0,1 0 0,-1-1 0,0 1 0,0 0 0,0-1 0,0 1 0,0-1 0,-1 1 0,1 0 0,-1-1 0,1 1 0,-1-1 0,0 1 0,0-1 0,-1 0 0,0 2 0,-1 3 0,-1-1 0,0 1 0,-1-1 0,1-1 0,-1 1 0,0 0 0,-1-1 0,1 0 0,-1-1 0,0 1 0,0-1 0,0 0 0,-1 0 0,1-1 0,-1 0 0,0 0 0,0-1 0,0 0 0,0 0 0,-1 0 0,1-1 0,-5 0 0,9-3 0,1-1 0,-1 1 0,1-1 0,0 1 0,0-1 0,0 0 0,0 0 0,1 0 0,-1 0 0,1 0 0,0 0 0,0-1 0,0 1 0,0 0 0,0-1 0,1 1 0,0 0 0,0-1 0,0 1 0,0-1 0,0 1 0,0 0 0,1-1 0,0 1 0,-1 0 0,1-1 0,1 1 0,-1 0 0,2-2 0,0 1 0,0 0 0,1 0 0,0 0 0,0 0 0,0 0 0,0 1 0,0 0 0,0 0 0,1 0 0,0 0 0,0 1 0,-1-1 0,1 1 0,1 1 0,-1-1 0,0 1 0,0 0 0,0 0 0,1 0 0,-1 1 0,1 0 0,-1 0 0,0 0 0,1 0 0,-1 1 0,0 0 0,2 1 0,-5 0 0,-1 1 0,1-1 0,0 1 0,-1 0 0,0 0 0,1-1 0,-1 1 0,0 0 0,0 0 0,-1 0 0,1 0 0,-1 1 0,1-1 0,-1 0 0,0 0 0,0 0 0,-1 0 0,1 0 0,-1 0 0,1 0 0,-1 0 0,0 0 0,0 0 0,0 0 0,0 0 0,-1 0 0,1-1 0,-1 1 0,-1 2 0,-2-1 0,1 0 0,-1 0 0,0 0 0,0 0 0,0-1 0,0 0 0,0 0 0,-1 0 0,0-1 0,1 0 0,-1 0 0,0 0 0,0-1 0,0 0 0,0 0 0,0 0 0,-1-1 0,1 0 0,0 0 0,0 0 0,0-1 0,-2 0 0,5-2 0,0 0 0,0 0 0,1-1 0,-1 1 0,1 0 0,0-1 0,0 0 0,0 1 0,0-1 0,1 0 0,-1 0 0,1 0 0,0 0 0,0 0 0,1 0 0,-1-1 0,1 1 0,0 0 0,0 0 0,0 0 0,1 0 0,-1 0 0,1-1 0,0 1 0,0 0 0,1 0 0,-1 1 0,1-1 0,0-1 0,1 1 0,0 1 0,0-1 0,0 1 0,1 0 0,-1 0 0,1 0 0,-1 0 0,1 1 0,0-1 0,0 1 0,0 0 0,1 0 0,-1 1 0,0-1 0,1 1 0,-1 0 0,1 0 0,-1 0 0,1 1 0,-1 0 0,1 0 0,0 0 0,-1 0 0,1 1 0,-1-1 0,1 1 0,-1 0 0,1 1 0,-1-1 0,0 1 0,1 0 0,-1 0 0,0 0 0,0 1 0,-1-1 0,1 1 0,0 0 0,-1 0 0,3 3 0,-4-4 0,0 0 0,-1 1 0,1-1 0,0 1 0,-1-1 0,0 1 0,0 0 0,0-1 0,0 1 0,0 0 0,0 0 0,-1 0 0,1 0 0,-1 0 0,0 0 0,0 0 0,0 0 0,0 0 0,0 0 0,-1-1 0,1 1 0,-1 0 0,0 0 0,0 0 0,0 0 0,0-1 0,-1 1 0,1-1 0,-1 1 0,1-1 0,-1 1 0,0-1 0,0 0 0,0 0 0,0 0 0,0 0 0,-1 0 0,1 0 0,-1 0 0,1-1 0,-1 0 0,1 1 0,-1-1 0,0 0 0,0 0 0,0 0 0,1-1 0,-1 1 0,0-1 0,0 1 0,0-1 0,0 0 0,0 0 0,-1-1 0,-3-8 0,7-55-109,1 28-438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39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382 219 28510,'0'0'1420,"0"0"-739,0 0-53,0 0-123,0 0-205,0 0-106,-6-21-2,-20-66-32,24 81-157,0 0 0,0 0 1,0 0-1,-1 1 1,0-1-1,0 1 1,-1-1-1,1 1 0,-1 0 1,0 0-1,0 0 1,-1 1-1,0 0 0,1 0 1,-1 0-1,-1 0 1,1 1-1,-1-1 0,1 1 1,-1 1-1,0-1 1,0 1-1,0 0 0,0 1 1,0-1-1,0 1 1,-1 0-1,1 1 1,0-1-1,-1 1 0,1 1 1,0-1-1,-1 1 1,1 0-1,0 1 0,0-1 1,0 1-1,0 0 1,0 1-1,0-1 0,0 1 1,1 0-1,0 1 1,-1 0-1,1-1 0,0 1 1,1 1-1,-1-1 1,1 1-1,0 0 1,0 0-1,-2 4-3,-5 6 0,1 1 0,1 0 0,0 0 0,1 1 0,1 1 0,0-1 0,2 1 0,0 0 0,0 0 0,2 1 0,1-1 0,0 1 0,1-1 0,1 1 0,1 0 0,1 5 0,-3-16 0,1 1 0,0 0 0,1-1 0,0 1 0,1-1 0,-1 1 0,1-1 0,1 0 0,0 1 0,0-1 0,0-1 0,1 1 0,1 0 0,-1-1 0,1 0 0,0 0 0,1 0 0,-1-1 0,1 0 0,1 0 0,-1 0 0,1-1 0,0 0 0,0 0 0,1-1 0,-1 0 0,1 0 0,0 0 0,0-1 0,0-1 0,0 1 0,1-1 0,-1-1 0,1 1 0,-1-2 0,1 1 0,0-1 0,-1 0 0,1-1 0,-1 0 0,1 0 0,5-2 0,6-9 0,1 0 0,-2-1 0,0 0 0,0-2 0,-1 0 0,-1-2 0,-1 0 0,0 0 0,-2-1 0,4-6 0,-12 16 0,220-264-1867,-195 242-2163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39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520 290 24669,'0'0'3788,"0"0"-2131,-23-12-1188,-75-41 13,-153-152 1220,249 203-1702,0 0 0,-1 0 0,1 0 0,0 1 0,-1-1 0,0 1 0,1-1 0,-1 1 0,0 0 0,0 0 0,1 1 0,-1-1 0,0 0 0,0 1 0,0 0 0,0 0 0,0 0 0,0 0 0,0 0 0,0 0 0,0 1 0,0 0 0,1-1 0,-1 1 0,0 0 0,0 0 0,1 1 0,-1-1 0,0 0 0,1 1 0,0 0 0,-1-1 0,1 1 0,0 0 0,0 0 0,0 1 0,0-1 0,0 0 0,0 1 0,1-1 0,-1 1 0,1-1 0,0 1 0,-1 0 0,1-1 0,0 2 0,-8 26 0,1 1 0,2-1 0,1 1 0,1 1 0,2-1 0,1 1 0,1-1 0,3 17 0,-3-41 0,0 0 0,1-1 0,0 1 0,0 0 0,0 0 0,1-1 0,0 1 0,0-1 0,0 1 0,1-1 0,0 0 0,0 0 0,1 0 0,0 0 0,0-1 0,0 0 0,1 0 0,-1 0 0,1 0 0,0 0 0,1-1 0,-1 0 0,1 0 0,0-1 0,0 0 0,0 0 0,0 0 0,1 0 0,-1-1 0,1 0 0,-1-1 0,1 1 0,4-1 0,8-2-95,1-2 1,-1 0-1,0-1 0,0-1 1,0 0-1,-1-2 0,1 0 1,-1-1-1,-1-1 0,0 0 0,0-2 1,-1 0-1,0 0 0,-1-2 1,0 0-1,-1 0 0,-1-2 1,0 1-1,-1-2 0,0 0 1,5-11 94,-3 9-3757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40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514 218 30382,'0'0'1103,"0"0"-720,0 0-67,0 0 90,-18-20-248,-57-64-139,68 75-19,0 0 0,-1 0 0,-1 0 0,1 1 0,-1 1 0,0-1 0,-1 1 0,0 1 0,0 0 0,0 0 0,-1 1 0,0 0 0,0 1 0,0 0 0,0 1 0,-1 0 0,1 1 0,-1 0 0,0 1 0,1 0 0,-1 1 0,0 1 0,0-1 0,-8 3 0,12-1 0,1 1 0,0 0 0,0 0 0,0 0 0,1 1 0,-1 0 0,1 0 0,0 1 0,0 0 0,0 0 0,0 0 0,1 1 0,0-1 0,0 1 0,1 1 0,0-1 0,0 1 0,0-1 0,1 1 0,0 0 0,0 0 0,1 1 0,-31 167 0,33-157 0,0 1 0,2 0 0,0-1 0,1 1 0,1-1 0,0 0 0,1 0 0,7 14 0,-10-27 0,0 0 0,1 0 0,0 0 0,0 0 0,0 0 0,0-1 0,1 1 0,-1-1 0,1 0 0,0 0 0,1 0 0,-1-1 0,1 1 0,-1-1 0,1 0 0,0-1 0,0 1 0,0-1 0,1 0 0,-1 0 0,1-1 0,-1 1 0,1-1 0,-1 0 0,1-1 0,-1 1 0,1-1 0,0 0 0,-1-1 0,6 0 0,8-6 0,-1 0 0,0-1 0,0 0 0,-1-2 0,0 0 0,-1-1 0,0-1 0,-1 0 0,0-1 0,-1 0 0,0-2 0,-1 1 0,2-6 0,-8 13 0,8-8 0,-4 4 0,0 0 0,-1-1 0,0 0 0,0 0 0,-2-1 0,1 0 0,-2 0 0,0-1 0,3-7 0,-25-26-625,-2 29-2503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42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482 271 15507,'0'0'3578,"0"0"4272,0 0-5169,0 0-1789,0 0-95,0 0-140,-1-10-213,-3-30-179,4 31-260,0 0-1,0-1 0,-1 1 1,0 0-1,0 0 0,-1-1 1,-1 1-1,1 0 0,-1 1 1,-1-1-1,0 0 0,0 1 1,-1 0-1,1 0 1,-2 0-1,1 1 0,-1-1 1,0 1-1,-1 1 0,0-1 1,0 1-1,-1 0-4,-1 1 0,0 1 0,0-1 0,0 2 0,-1-1 0,1 1 0,-1 1 0,0 0 0,0 0 0,0 1 0,0 0 0,0 1 0,0 0 0,-1 0 0,1 1 0,0 1 0,0 0 0,1 0 0,-1 1 0,0 0 0,1 0 0,-1 1 0,1 1 0,0 0 0,1 0 0,-1 0 0,1 1 0,0 0 0,0 1 0,1 0 0,0 0 0,0 1 0,-1 2 0,-6 16 0,1 0 0,1 1 0,2 1 0,1-1 0,1 2 0,1-1 0,1 1 0,2 0 0,1 0 0,1 1 0,2-1 0,2 16 0,-3-36 0,0 0 0,1 1 0,0-1 0,1 0 0,0 0 0,0 0 0,1 0 0,0 0 0,1 0 0,0 0 0,0 0 0,1-1 0,0 0 0,1 0 0,0 0 0,0 0 0,0-1 0,1 0 0,0 0 0,1 0 0,-1-1 0,1 0 0,1 0 0,-1 0 0,1-1 0,0-1 0,0 1 0,0-1 0,1-1 0,7 4 0,-4-6 0,0 0 0,-1 0 0,1-1 0,-1-1 0,1 0 0,-1 0 0,1-1 0,-1-1 0,0 0 0,1 0 0,-1-1 0,-1 0 0,1-1 0,-1-1 0,0 1 0,0-2 0,0 1 0,-1-1 0,0-1 0,-1 0 0,1 0 0,-2 0 0,1-1 0,1-4 0,17-21 0,-2-2 0,-1 0 0,-2-2 0,-1 0 0,13-41 0,46-49-311,-54 95-1242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42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28134,'0'0'2793,"0"0"-2449,0 0 304,0 0 96,-53 123-640,42-72-104,2 8 0,-2 6 0,0 4 0,0-2 0,3-4 0,-1-5 0,2-9 0,3-10 0,4-9 0,0-26 0,20-4-632,-1-6-1641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4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30198,'0'0'1782,"0"0"-1170,-1 18-460,-9 125-129,-19 263-23,24-424-461,-5-5-1847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4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29870,'0'0'873,"0"0"-465,0 0 352,-18 146-200,5-73-264,-2 8-296,-5 1 0,-4-1 0,2-2 0,-2-6 0,4-4 0,7-8 0,6-5 0,7-11 0,3-13-736,10-21-2313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44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590 403 26462,'0'0'4113,"0"0"-2972,0 0-770,0 0 152,6-20-374,21-133-141,-26 144-8,1 1 0,-2 0 0,1-1 0,-1 1 0,-1-1 0,1 1 0,-1-1 0,-1 1 0,0 0 0,0 0 0,0 0 0,-1 0 0,0 0 0,-1 0 0,0 1 0,0-1 0,0 1 0,-1 0 0,0 0 0,-1 1 0,1 0 0,-1 0 0,0 0 0,-1 0 0,0 1 0,0 0 0,0 1 0,-5-3 0,2 3 0,-1 0 0,0 1 0,-1 1 0,1 0 0,0 0 0,-1 1 0,1 0 0,-1 1 0,1 1 0,-1 0 0,1 0 0,0 1 0,-1 0 0,1 1 0,0 0 0,0 1 0,1 1 0,-1-1 0,1 2 0,0-1 0,0 1 0,1 1 0,-3 2 0,-10 8 0,0 2 0,2 0 0,0 1 0,2 1 0,0 1 0,1 0 0,1 1 0,1 1 0,2 1 0,0 0 0,2 0 0,0 1 0,2 1 0,1 0 0,1 0 0,1 1 0,2-1 0,-2 27 0,5-50 0,1 1 0,-1-1 0,1 0 0,0 1 0,0-1 0,0 1 0,1-1 0,-1 0 0,1 1 0,0-1 0,0 0 0,1 1 0,-1-1 0,1 0 0,0 0 0,0 0 0,1 0 0,-1-1 0,1 1 0,-1-1 0,1 1 0,0-1 0,1 0 0,-1 0 0,0 0 0,1-1 0,0 1 0,-1-1 0,1 0 0,0 0 0,0 0 0,0 0 0,2-1 0,13 1 0,1-1 0,-1 0 0,1-2 0,-1 0 0,0-2 0,1 0 0,-1-1 0,-1-1 0,1 0 0,-1-2 0,0 0 0,0-1 0,0-1 0,-2 0 0,1-2 0,-1 0 0,0 0 0,-1-2 0,-1 0 0,0 0 0,-1-1 0,0-2 0,-8 13-29,0 0-1,0-1 1,0 0 0,-1 0 0,0-1-1,0 1 1,0-1 0,0 0-1,-1 0 1,0 0 0,0 0-1,0-1 1,0 1 0,-1-1 0,0 0-1,0 1 1,-1-1 0,0 0-1,0 0 1,0 0 0,-1 0-1,1 0 1,-1 0 0,-1 0 0,1 0-1,-1 0 1,0 0 0,-1 0-1,1 0 1,-1 0 0,-1-2 29,-27-13-3805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8:47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586 179 23253,'0'0'1571,"0"0"-260,0 0 381,0 0-756,0 0-458,0 0-46,4 15 136,13 45 23,0-38 1102,-14-51-1451,-2 19-242,0 6 0,0-1 0,-1 0 0,1 1 0,-1-1 0,0 0 0,0 1 0,0-1 0,-1 1 0,1-1 0,-1 0 0,0 1 0,-1-1 0,1 1 0,-1 0 0,0-1 0,0 1 0,0 0 0,0 0 0,-1 0 0,0 0 0,1 1 0,-2-1 0,1 1 0,0 0 0,-1 0 0,1 0 0,-1 0 0,0 0 0,0 1 0,0 0 0,-2-2 0,-1 3 0,1-1 0,0 1 0,0 1 0,-1-1 0,1 1 0,-1 0 0,1 0 0,0 1 0,-1 0 0,1 0 0,0 0 0,0 1 0,0 0 0,0 0 0,0 1 0,0 0 0,1 0 0,-1 0 0,1 0 0,0 1 0,0 0 0,0 0 0,0 0 0,1 1 0,-1 0 0,1 0 0,0 0 0,-84 151 0,76-126 0,1 0 0,1 1 0,2 0 0,2 1 0,1 0 0,1 0 0,1 0 0,2 0 0,1 0 0,4 19 0,-3-40 0,1 0 0,1 0 0,0 0 0,0-1 0,1 1 0,1-1 0,0 0 0,0 0 0,1 0 0,0-1 0,0 0 0,1 0 0,1 0 0,-1-1 0,1 0 0,1-1 0,-1 0 0,1 0 0,1 0 0,-1-2 0,1 1 0,0-1 0,0 0 0,1-1 0,-1 0 0,1-1 0,0 0 0,0-1 0,0 0 0,0-1 0,0 0 0,0-1 0,1 0 0,-1 0 0,0-1 0,0-1 0,0 0 0,0-1 0,0 0 0,0 0 0,0-1 0,11-10 0,-1-1 0,0 0 0,-1-2 0,0 0 0,-2-1 0,0-1 0,-1-1 0,-1 0 0,-1-1 0,0-1 0,-2 0 0,-1-1 0,0-1 0,-2 0 0,-1 0 0,-1-1 0,-1 0 0,2-15 0,3-18 0,-2-1 0,-3 1 0,-2-1 0,-4-1 0,-2-8 0,1 67-16,0 0 0,0 0-1,0-1 1,0 1 0,0 0-1,0-1 1,0 1 0,0 0 0,0-1-1,0 1 1,1 0 0,-1 0 0,1-1-1,-1 1 1,1 0 0,-1 0 0,1 0-1,0 0 1,-1 0 0,1 0 0,0 0-1,0 0 1,0 0 0,0 0 0,0 0-1,0 0 1,0 0 0,0 1 0,0-1-1,0 0 1,0 1 0,1-1 0,-1 1-1,0-1 1,0 1 0,1 0 0,-1 0-1,0-1 1,1 1 0,-1 0 0,0 0-1,0 0 1,2 1 16,23-2-2150</inkml:trace>
  <inkml:trace contextRef="#ctx0" brushRef="#br0" timeOffset="393.057">1905 297 31351,'0'0'620,"0"0"-315,-4-19-22,1 4-273,1-1 1,-2 1-1,0 0 1,-1 0-1,-1 0 0,0 0 1,0 1-1,-2 0 1,0 0-1,0 1 0,-2 0 1,1 1-1,-2 0 1,1 0-1,-2 1 0,1 1 1,-1 0-1,-1 0 1,0 1-1,-4-2-10,10 10 0,0-1 0,1 1 0,-1 0 0,0 0 0,0 1 0,0 0 0,0 0 0,1 1 0,-1-1 0,0 2 0,0-1 0,1 1 0,-1 0 0,0 0 0,1 1 0,0 0 0,0 0 0,0 0 0,0 1 0,0 0 0,1 0 0,-1 0 0,1 1 0,0 0 0,1 0 0,-1 0 0,1 0 0,0 1 0,0 0 0,1 0 0,0 0 0,0 0 0,-1 3 0,-10 23 0,1 0 0,2 0 0,1 1 0,1 0 0,2 1 0,2-1 0,1 2 0,1-1 0,2 18 0,-1-42 0,1 1 0,0 0 0,0 0 0,1 0 0,1-1 0,0 1 0,0 0 0,1 0 0,1-1 0,-1 1 0,2-1 0,-1 0 0,2 0 0,-1 0 0,1 0 0,1-1 0,0 0 0,0 0 0,0 0 0,1-1 0,1 0 0,6 6 0,-6-8 0,-1 0 0,1 0 0,-1-1 0,2 0 0,-1-1 0,0 1 0,1-2 0,0 1 0,0-1 0,0-1 0,0 1 0,1-2 0,-1 1 0,0-1 0,1-1 0,-1 0 0,1 0 0,-1 0 0,1-1 0,-1-1 0,0 0 0,0 0 0,0-1 0,0 0 0,0 0 0,0-1 0,4-3 0,5-8 0,-1 0 0,-1-2 0,0 0 0,-1 0 0,-1-2 0,0 0 0,-2 0 0,0-1 0,-1-1 0,-2 1 0,0-2 0,-1 0 0,-1 0 0,0 0 0,-2 0 0,-1-1 0,-1 0 0,-1 0 0,-1-14 0,-2 15-175,-4 11-698</inkml:trace>
  <inkml:trace contextRef="#ctx0" brushRef="#br0" timeOffset="2036.944">2990 258 29030,'0'0'1287,"0"0"-657,0 0-190,0 0 45,0 0-98,-9-18-142,-50-98 6,56 111-251,0 0 1,0 0-1,0 0 0,0 1 1,-1-1-1,0 1 0,0 0 0,0 0 1,0 0-1,0 1 0,-1-1 1,0 1-1,0 0 0,0 1 1,0-1-1,0 1 0,0 0 0,-1 0 1,1 1-1,-1-1 0,1 1 1,-1 0-1,0 1 0,1-1 1,-1 1-1,0 1 0,1-1 0,-1 1 1,0-1-1,1 2 0,-1-1 1,1 1-1,-1 0 0,1 0 1,0 0-1,0 0 0,0 1 0,0 0 1,0 0-1,0 1 0,-11 14 0,1-1 0,1 2 0,0 0 0,1 0 0,2 1 0,0 1 0,1 0 0,1 0 0,0 1 0,2 0 0,1 0 0,1 1 0,1 0 0,0 0 0,1 11 0,1-10 0,0 0 0,1 1 0,2-1 0,0 0 0,2 0 0,5 22 0,-7-39 0,1 0 0,0-1 0,0 1 0,1 0 0,0-1 0,0 0 0,0 0 0,1 0 0,0 0 0,0 0 0,0-1 0,1 1 0,0-1 0,0 0 0,0-1 0,1 1 0,-1-1 0,1 0 0,0-1 0,0 1 0,1-1 0,-1 0 0,1-1 0,-1 0 0,6 2 0,-1-3 0,0 1 0,0-2 0,0 1 0,0-1 0,-1-1 0,1 0 0,0-1 0,0 0 0,0-1 0,-1 0 0,1 0 0,-1-1 0,0 0 0,0-1 0,0 0 0,-1-1 0,0 0 0,0-1 0,0 1 0,-1-2 0,4-3 0,12-13 0,-2 0 0,0-2 0,-2 0 0,0-2 0,-2 0 0,7-17 0,-14 26 0,-2 0 0,0 0 0,-1-1 0,-1-1 0,-1 1 0,-1-1 0,-1 0 0,0 0 0,-2 0 0,-1-1 0,0-2 0,-12 4-944,-2 19-1185</inkml:trace>
  <inkml:trace contextRef="#ctx0" brushRef="#br0" timeOffset="7389.789">2317 686 25445,'0'0'3057,"0"0"-2313,0 0 40,0 0-47,0 0-209,0 0-192,-52 104-120,39-74-104,-11 11-112,2-5-240,-5-7-1337</inkml:trace>
  <inkml:trace contextRef="#ctx0" brushRef="#br0" timeOffset="136620.007">1 1187 7746,'0'0'18472,"0"0"-14171,0 0-3841,0 0-156,0 0 78,6-10-16,-4 7-351,-1-1 0,1 1 0,1 0 0,-1 0 0,0 0 0,1 0 0,0 0 0,-1 1 0,1-1 0,0 1 0,0-1 0,1 1 0,-1 0 0,0 1 0,1-1 0,-1 0 0,1 1 0,0 0 0,-1 0 0,1 0 0,0 0 0,0 1 0,-1-1 0,1 1 0,3 0-15,896-77 361,-315 73-361,-80 34 0,52-28 0,-424-13 0,-133 10 0,-17-6 0,-8 0-643,-7 0-2571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06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30615,'0'0'616,"0"0"-328,0 0 32,20 0 95,136 0 69,-51-3-456,-64 0-28,1 2 0,0 2 0,0 1 1,-1 2-1,1 3 0,2 1 0,11 3 0,0-3 0,1-3 0,-1-1 0,1-4 0,0-1 0,-1-3 0,1-3 0,-1-2 0,6-4 0,1 3 0,52-8 0,169-26 0,2 12 0,26 11 0,-156 20 0,-235 32-1752,53-22-7010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11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1192,'0'0'21737,"0"0"-16619,0 0-4747,0 0-224,0 0 133,6 2 49,242 38 663,-79-26-802,1-7-1,30-8-189,-71 0 48,203-2 43,48-1 128,28 19-219,235 37 1123,-497-34-889,-146-18-234,-1 0-1,1 0 1,0 0-1,0-1 1,-1 1-1,1 0 1,0 0-1,0-1 1,0 1-1,0 0 1,-1 0-1,1-1 1,0 1-1,0 0 1,0 0-1,0-1 1,0 1-1,0 0 1,0-1-1,0 1 1,0 0-1,0-1 1,0 1-1,0 0 1,0-1-1,0 1 1,0 0-1,0 0 1,0-1-1,0 1 0,0 0 1,0-1-1,0 1 1,1 0-1,-1 0 1,0-1-1,0 1 1,0 0-1,0 0 1,1-1-1,-1 1 1,0 0-1,1 0 1,-3-1-11,-30-19-453,-10-2-868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29:0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114 916 21869,'0'0'8634,"0"0"-7962,0 0-32,0 0-8,0 0-312,0 0-320,0 0 0,-15 73 0,8-21 0,-1 5 0,-3 8 0,-7 4 0,1 4 0,-3-2 0,5-8 0,12-4 0,3-19-416,0-22-6362</inkml:trace>
  <inkml:trace contextRef="#ctx0" brushRef="#br0" timeOffset="448.509">1498 1226 30895,'0'0'637,"0"0"-316,-4-20 1,-11-64 61,15 76-379,-2 1 0,1-1 0,-1 0 0,0 1 0,0-1 0,-1 1 0,0 0 0,0 0 1,-1 0-1,0 0 0,0 1 0,0 0 0,-1 0 0,0 0 0,0 0 0,-1 0 0,1 1 1,-1 0-1,-1 1 0,1-1 0,-1 1 0,1 0 0,-1 1 0,0-1 0,0 1 0,-1 1 0,1 0 1,-1 0-1,1 0 0,-1 1 0,1 0 0,-1 0 0,0 1 0,0 0 0,1 0 0,-1 1 1,0 0-1,1 0 0,-1 1 0,0 0 0,1 0 0,0 1 0,0 0 0,0 0 0,0 1 0,0 0 1,1 0-1,-1 1 0,1-1 0,0 1 0,0 1-4,-7 8 0,0 0 0,2 1 0,0 0 0,0 1 0,1 0 0,1 1 0,1 0 0,1 0 0,0 1 0,1 0 0,1 0 0,0 0 0,2 1 0,0 0 0,1-1 0,1 1 0,1 13 0,-1-26 0,1-1 0,0 1 0,0-1 0,0 1 0,1-1 0,0 1 0,0-1 0,0 0 0,1 1 0,0-1 0,0 0 0,0 0 0,0 0 0,1 0 0,0-1 0,0 1 0,0-1 0,1 1 0,0-1 0,-1 0 0,1-1 0,1 1 0,-1-1 0,0 1 0,1-1 0,0 0 0,0-1 0,0 1 0,0-1 0,0 0 0,0-1 0,0 1 0,1-1 0,-1 0 0,1 0 0,3 0 0,7-1 0,1 0 0,-1-1 0,1 0 0,-1-1 0,0-1 0,0-1 0,0 0 0,0-1 0,-1-1 0,1-1 0,-2 0 0,1 0 0,-1-2 0,0 0 0,-1 0 0,0-1 0,0-1 0,-1 0 0,0-1 0,-1 0 0,-1-1 0,0 0 0,-1-1 0,0 0 0,2-5 0,-8 14-87,0 0 1,0 0-1,-1 0 1,1-1-1,-1 1 0,0-1 1,-1 0-1,1 1 0,-1-1 1,0 0-1,-1 0 1,0 0-1,1 1 0,-2-1 1,1 0-1,-1 0 0,0 0 1,0 0-1,0 1 1,-1-1-1,-2-3 87,-19-20-3710</inkml:trace>
  <inkml:trace contextRef="#ctx0" brushRef="#br0" timeOffset="2501.246">2416 609 25958,'0'0'4561,"0"0"-4177,0 0-232,0 0 176,0 0-64,0 116-160,0-84-72,0 17-32,0-10-520,0-5-2929</inkml:trace>
  <inkml:trace contextRef="#ctx0" brushRef="#br0" timeOffset="2812.514">2436 1453 30631,'0'0'1232,"0"0"-848,0 0 96,0 0-440,0 0-40,-127 112 0,80-82 0,-31 23 0,10-5 0,-3-7-1544</inkml:trace>
  <inkml:trace contextRef="#ctx0" brushRef="#br0" timeOffset="6741.503">42 2167 26926,'0'0'963,"0"0"-561,0 0-79,0 0 124,21-3-138,277-31 118,223 51-838,-94-12-702,-10-70 1714,-66 5-119,-64 44 498,274 19-980,-173 4 14,206-24 10,-233 0-458,225 22 434,9 38-56,470-76 176,-676 23 254,-125 43 771,-262-33-1162,0-1 0,0 1 0,0-1 0,0 1 0,0-1 0,0 0 0,0 0 0,0 0 0,0 0 0,0 0 0,-1 0 1,1 0-1,0-1 0,-1 1 0,1 0 0,-1-1 0,1 0 0,-1 1 0,0-1 0,0 0 0,0 0 0,0 0 0,0 1 0,0-1 0,0 0 0,-1 0 1,1 0-1,-1-1 0,1 1 0,-1 0 0,0 0 0,0 0 0,0-1 17,2-22-1758</inkml:trace>
  <inkml:trace contextRef="#ctx0" brushRef="#br0" timeOffset="9540.195">5114 847 26654,'0'0'2274,"0"0"-1262,0 0-289,0 0-127,0 0-202,0 0-40,-7 26 21,-37 174 3,24-68-371,-21 260-7,41-391-2,0 0 1,0 0-1,0 0 1,0 0-1,0 0 0,0 0 1,0 0-1,0 0 1,0 1-1,0-1 0,1 0 1,-1 0-1,0 0 1,1 0-1,-1 0 0,1 0 1,-1 0-1,1 0 1,0-1-1,-1 1 0,1 0 1,0 0-1,-1 0 1,1-1-1,0 1 0,0 0 1,0-1-1,0 1 1,0 0-1,0-1 0,0 1 1,0-1-1,0 0 1,0 1-1,0-1 0,0 0 1,0 0-1,0 0 1,0 1-1,0-1 0,0 0 1,0 0-1,0-1 1,1 1-1,-1 0 0,0 0 1,0 0-1,0-1 1,0 1-1,0-1 0,0 1 1,0-1-1,0 1 1,0-1 0,58-35-1452,-14-3-1296</inkml:trace>
  <inkml:trace contextRef="#ctx0" brushRef="#br0" timeOffset="9805.855">5756 861 31023,'0'0'1099,"0"0"-733,-1 18-138,-30 305-177,-2 57-51,31-364 0,13-7-176,2-9-704</inkml:trace>
  <inkml:trace contextRef="#ctx0" brushRef="#br0" timeOffset="10285.71">6762 1191 15923,'0'0'11559,"0"0"-8852,0 0-2303,0 0 88,0 0-72,0-21-185,-5-67-115,5 83-102,-2 0 0,1 0 1,0 0-1,-1-1 0,0 1 0,0 1 0,-1-1 0,1 0 1,-1 0-1,0 1 0,0 0 0,-1-1 0,1 1 0,-1 0 0,0 1 1,0-1-1,0 1 0,0 0 0,-1 0 0,1 0 0,-1 0 1,0 1-1,0 0 0,0 0 0,0 0 0,0 1 0,0-1 0,-1 1 1,1 1-1,0-1 0,-1 1 0,1 0 0,0 0 0,-1 0 1,1 1-1,0-1 0,-1 2 0,1-1 0,0 0 0,0 1 0,0 0 1,0 0-1,0 1 0,0-1 0,1 1 0,-1 0 0,1 0 1,0 1-1,-2 1-18,-6 4 0,-1 1 1,2 1 0,-1 0 0,1 1 0,1 0-1,0 1 1,1 0 0,1 1 0,0-1 0,0 1-1,2 1 1,-1 0 0,2 0 0,0 0 0,1 0-1,0 1 1,2-1 0,0 1 0,0 0-1,1 0 1,1 0 0,2 7-1,-3-18 0,1 0 0,1-1 0,-1 1 0,1-1 0,0 1 0,0-1 0,0 1 0,0-1 0,1 0 0,0 1 0,0-1 0,0 0 0,0 0 0,1 0 0,-1-1 0,1 1 0,0-1 0,0 1 0,1-1 0,-1 0 0,0 0 0,1 0 0,0-1 0,0 1 0,0-1 0,0 0 0,0 0 0,0 0 0,1-1 0,-1 1 0,1-1 0,-1 0 0,1 0 0,-1-1 0,1 1 0,-1-1 0,5-1 0,11-2-1,0-2 0,-1 0 0,1-1 0,-1-1 0,0-1 0,-1-1 0,0 0 0,-1-1 0,1-1 0,-2-1-1,0-1 1,0 0 0,-1-1 0,-1 0 0,0-1 0,-1-1 0,-1 0 0,-1-1 0,0 0 1,39-40-56,-1 3-641,-4 7-1347</inkml:trace>
  <inkml:trace contextRef="#ctx0" brushRef="#br0" timeOffset="10595.736">7446 794 27502,'0'0'4649,"0"0"-4201,0 0-280,0 132-168,0-69 0,0 8 0,0 6 0,0 2 0,0-2 0,-2-6 0,-4-6 0,1-9 0,-4-9 0,1-6 0,-14-9 0,4-12 0,3-14-2577</inkml:trace>
  <inkml:trace contextRef="#ctx0" brushRef="#br0" timeOffset="8432.53">3600 1143 25950,'0'0'3339,"0"0"-2288,0 0-540,0 0 43,0 0-74,0 0-226,-3-2-119,-52-93 358,53 92-493,0-1 0,0 1 0,-1-1 0,0 1 0,1 0 0,-1 0 0,0 0 0,-1 1 0,1-1 0,0 1 0,-1-1 0,1 1 0,-1 0 0,0 1 0,0-1 0,1 1 0,-1-1 0,0 1 0,0 0 0,-1 1 0,1-1 0,0 1 0,0-1 0,0 1 0,0 0 0,0 1 0,-1-1 0,1 1 0,0 0 0,0 0 0,0 0 0,0 1 0,1-1 0,-1 1 0,0 0 0,-1 1 0,-13 9 0,1 2 0,1 0 0,0 0 0,0 2 0,2 0 0,0 1 0,1 0 0,1 1 0,0 0 0,2 1 0,0 0 0,1 1 0,1 0 0,0 0 0,-2 15 0,5-13 0,0 0 0,2 0 0,0 0 0,2 1 0,0-1 0,1 0 0,2 1 0,3 18 0,-4-33 0,0-1 0,0 0 0,1 0 0,0 0 0,1-1 0,-1 1 0,1 0 0,1-1 0,-1 0 0,1 0 0,0 0 0,1 0 0,-1 0 0,1-1 0,0 0 0,0 0 0,1 0 0,-1-1 0,1 0 0,0 0 0,0 0 0,1-1 0,-1 0 0,1 0 0,0-1 0,0 1 0,-1-1 0,1-1 0,2 1 0,1-1 0,-1-1 0,0 0 0,1 0 0,-1-1 0,0 0 0,0-1 0,1 0 0,-1-1 0,0 1 0,-1-2 0,1 1 0,-1-1 0,1 0 0,-1-1 0,0 0 0,-1-1 0,1 1 0,-1-1 0,0-1 0,0 1 0,-1-2 0,116-164 0,-31-23 0,-88 189-55,0 0 0,0 0 0,1 1 0,-1-1 0,1 1 0,1 0 0,-1 0 0,1 0 0,-1 1 1,1 0-1,1 0 0,-1 0 0,1 0 0,-1 1 0,6-3 55,16-7-1785</inkml:trace>
  <inkml:trace contextRef="#ctx0" brushRef="#br0" timeOffset="8896.524">4332 1408 30014,'0'0'1081,"0"0"-461,0 0 13,18-23-273,55-73-301,-69 91-59,-1-1 0,1 1 0,-1-1 0,0 0 0,0 0 0,-1 0 0,0 0 0,0-1 0,0 1 0,-1-1 0,0 1 0,0-1 0,-1 1 0,0-1 0,0 0 0,-1-5 0,0-11 0,0 18 0,0 0 0,0 0 0,-1 0 0,0 0 0,0 0 0,0 1 0,0-1 0,-1 0 0,0 1 0,0 0 0,0-1 0,0 1 0,-1 1 0,0-1 0,0 0 0,0 1 0,0 0 0,0 0 0,-1 0 0,1 0 0,-1 1 0,0 0 0,1 0 0,-1 0 0,0 0 0,0 1 0,-1 0 0,1 0 0,0 0 0,0 1 0,0 0 0,-1 0 0,1 0 0,0 0 0,0 1 0,-1 0 0,1 0 0,0 0 0,0 1 0,0 0 0,0 0 0,1 0 0,-1 1 0,-2 1 0,-10 6 0,1 1 0,0 0 0,1 2 0,0-1 0,1 2 0,1 0 0,0 0 0,1 2 0,0-1 0,1 1 0,1 1 0,1 0 0,0 1 0,1-1 0,1 2 0,1-1 0,0 1 0,1 5 0,-7 123 0,12-143 0,1 0 0,-1 0 0,1 1 0,0-1 0,0 0 0,1 0 0,-1 0 0,1 0 0,0 0 0,0-1 0,0 1 0,1-1 0,-1 1 0,1-1 0,0 0 0,0 0 0,0 0 0,0 0 0,0 0 0,1-1 0,-1 1 0,1-1 0,0 0 0,-1 0 0,1-1 0,0 1 0,0-1 0,0 1 0,1-1 0,-1-1 0,0 1 0,2 0 0,3-1 0,0-1 0,0 1 0,0-1 0,0-1 0,-1 0 0,1 0 0,0-1 0,-1 0 0,1 0 0,-1-1 0,0 0 0,0 0 0,0-1 0,-1 0 0,1-1 0,-1 1 0,-1-1 0,1-1 0,-1 1 0,2-4 0,106-154 0,-68 87-555,-29 47-1771</inkml:trace>
  <inkml:trace contextRef="#ctx0" brushRef="#br0" timeOffset="17675.816">6173 313 20788,'0'0'7793,"0"0"-5787,0 0-1632,0 0-4,-8 20 0,0-2-294,2-5-34,1 1 0,0-1 0,1 1-1,0 0 1,1 0 0,1 0 0,0 0 0,1 0 0,1 8-42,10 230 618,36 194-618,-38-385-5,36 273 5,34 90 0,-72-394 0,-26-68-489,-8-101-3638,17 68-4780</inkml:trace>
  <inkml:trace contextRef="#ctx0" brushRef="#br0" timeOffset="18283.853">6357 102 29582,'0'0'1645,"0"0"-967,0 0-311,0 0-31,39-10-196,336-55-121,-86 45-19,140 13 0,-375 10 0,-1 2 0,0 2 0,0 3 0,-1 2 0,0 2 0,-1 3 0,-1 1 0,13 9 0,-16 0 0,-68-36 0,1-8 0,16 13 0,-1 0 0,1 0 0,0 0 0,-1 0 0,0 1 0,0-1 0,0 1 0,0 1 0,-1-1 0,1 1 0,-1 0 0,0 0 0,1 0 0,-1 1 0,-3 0 0,-19 61 0,25-49 0,-19 107 0,6 1 0,4 1 0,6 0 0,5 2 0,0-83 0,-2 246 0,11 1 0,19 50 0,-16-198 0,-11-137 0,-1 0 0,0 0 0,0 0 0,1 0 0,-1 0 0,0-1 0,0 1 0,0 0 0,0 0 0,0-1 0,0 1 0,0-1 0,-1 1 0,1-1 0,0 1 0,0-1 0,0 1 0,0-1 0,-1 0 0,1 0 0,0 0 0,0 0 0,-1 0 0,1 0 0,0 0 0,0 0 0,0 0 0,-1-1 0,1 1 0,0 0 0,0-1 0,0 1 0,0-1 0,0 1 0,0-1 0,-1 0 0,1 1 0,1-1 0,-1 0 0,0 0 0,0 0 0,0 1 0,0-1 0,0 0 0,1 0 0,-1 0 0,-77-63-1048,51 40-2242,-26-21-13537</inkml:trace>
  <inkml:trace contextRef="#ctx0" brushRef="#br0" timeOffset="18591.079">6309 1913 29766,'0'0'2553,"0"0"-2281,112 0-160,15-8-48,55-2-64,21 0 0,-3 4 0,-16 4 0,-31 2 0,-25 0 0,-32 0 0,-30 0 0,-18 6 0,0 6 0,-10 0 0,-17-4-2641</inkml:trace>
  <inkml:trace contextRef="#ctx0" brushRef="#br0" timeOffset="137919.542">6870 1650 17660,'0'0'11466,"0"0"-9761,0 0-1281,0 0 152,0 0 0,0 107-216,20-72-360,6 7 0,9 3 0,4 10 0,3 5 0,-2 5 0,-5-2 0,-3-6 0,-3-12 0,2-19-104,-5-14-1176,-8-12-2089</inkml:trace>
  <inkml:trace contextRef="#ctx0" brushRef="#br0" timeOffset="138235.436">7172 1735 31311,'0'0'1000,"-125"128"-696,49-47-184,-14 14-120,-22 17-96,35-35-944,1-12-2449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58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1050 2590 18684,'0'0'7676,"0"0"-5567,0 0-1702,0 0-217,0 0-28,0 0 83,-5 4 10,-2 12-5,49-42 43,-20 12-179,176-111 55,5 9 0,5 9 0,4 9 0,5 10 0,3 9 0,93-15-169,170-35 413,-446 119 499,-37 4-869,38-115-43,-17 74 0,-3 3 0,-2-2 0,-2 0 0,-2-1 0,-2 0 0,-2 0 0,-2-1 0,-2 0 0,-3 0 0,-1 0 0,-7-45 0,-5 49 0,-3 0 0,-1 1 0,-2 1 0,-2 1 0,-1 1 0,-2 0 0,-2 2 0,-2 1 0,-21-22 0,16 12 0,-2 2 0,-1 2 0,-3 1 0,-2 1 0,-1 3 0,-2 1 0,-1 2 0,-2 3 0,-1 1 0,-2 2 0,-1 2 0,-23-7 0,-7 12 0,-2 4 0,1 3 0,-2 4 0,0 3 0,0 4 0,0 4 0,-31 5 0,27 3 0,0 4 0,0 3 0,2 4 0,0 4 0,1 3 0,-11 9 0,37-14 0,1 2 0,0 2 0,2 3 0,1 3 0,2 1 0,1 3 0,1 2 0,3 2 0,1 3 0,-34 38 0,3 11 0,4 3 0,5 4 0,3 2 0,5 3 0,5 2 0,-35 94 0,55-93 0,5 2 0,5 1 0,5 1 0,4 0 0,5 2 0,5-1 0,8 110 0,-1-167 0,1-1 0,3 1 0,2-1 0,2 0 0,3 0 0,2-1 0,2-1 0,19 42 0,-22-75 0,0-1 0,1 0 0,1-1 0,0 0 0,1-1 0,1-1 0,0 0 0,1-2 0,1 0 0,0-1 0,0-1 0,1 0 0,0-2 0,1 0 0,0-1 0,0-1 0,0-2 0,1 0 0,9 0 0,75 17 0,1-6 0,1-4 0,0-4 0,0-6 0,0-4 0,88-15 0,-94 5 0,-1-5 0,0-4 0,-2-5 0,-1-4 0,-1-4 0,-2-5 0,-2-3 0,-2-5 0,-1-3 0,-4-4 0,-1-4 0,-4-4 0,-2-3 0,-3-4 0,32-40 0,-82 82 0,-1 0 0,-1-2 0,-2-1 0,-1-1 0,-1 0 0,-2-1 0,-1-2 0,-2 1 0,-1-2 0,-2 0 0,6-31 0,-11-91-243,-11 94-970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5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317 924 31279,'0'0'995,"0"0"-737,0 0-204,0 0 51,27-2-40,194-24-54,87 1-11,-304 24 0,-1 0 0,0 1 0,0-1 0,0 1 0,1 0 0,-1 0 0,0 0 0,0 1 0,1-1 0,-1 1 0,0 0 0,0 0 0,0 0 0,0 0 0,0 0 0,0 1 0,0-1 0,0 1 0,-1 0 0,1 0 0,0 0 0,-1 0 0,0 0 0,1 0 0,-1 1 0,0-1 0,0 1 0,-1 0 0,1 0 0,0-1 0,-1 1 0,0 0 0,1 0 0,-1 0 0,-1 1 0,1-1 0,0 0 0,-1 0 0,1 0 0,-1 1 0,0-1 0,0 0 0,0 0 0,-1 0 0,1 1 0,-1-1 0,0 0 0,-5 20 0,-1 1 0,-1-2 0,-1 1 0,-1-1 0,-1-1 0,-1 0 0,-1 0 0,-1-1 0,0-1 0,-6 4 0,-13 23 0,8-11-142,-109 166-2706,128-194-2100</inkml:trace>
  <inkml:trace contextRef="#ctx0" brushRef="#br0" timeOffset="314.953">1194 782 30663,'0'0'1296,"0"0"-1296,0 0 0,0 0 144,167 4 48,-106-4-112,1 0-56,-10 2 0,-10 8-24,-14 9 0,-17 11 0,-11 13 0,-6 13 0,-25 11-120,-11 23-200,5-17-784,9-19-1865</inkml:trace>
  <inkml:trace contextRef="#ctx0" brushRef="#br0" timeOffset="613.873">1950 648 30575,'0'0'1073,"0"0"-746,0 0-214,22 14 121,72 48 16,-85-58-247,-1 0-1,0 0 1,-1 1-1,1 0 1,-1 1-1,0 0 1,0 0-1,0 0 1,-1 1-1,0 0 1,-1 0-1,1 0 1,-1 1-1,-1 0 1,1 0 0,-1 0-1,-1 0 1,1 1-1,-2-1 1,1 1-1,-1 0 1,0 0-1,-1 0 1,0 0-1,-1 0 1,0 7-3,-1 7-76,-1-1 1,-2 0 0,0 1-1,-1-2 1,-2 1 0,0-1-1,-1 0 1,-11 20 75,-18 53-41,36-90 46,0-3-2,0 0 1,0 0-1,1 0 1,-1 1-1,0-1 1,1 0-1,-1 0 1,1 1-1,-1-1 1,1 0-1,-1 0 1,1 1-1,0-1 1,0 1-1,0-1 1,0 0-1,0 1 1,0-1-1,0 0 1,0 1-1,0-1 1,1 0-1,-1 1 1,0-1-1,1 0 1,-1 1 0,1-1-1,0 0 1,-1 0-1,1 0 1,0 1-1,0-1 1,0 0-1,0 0 1,0 0-1,0-1 1,0 1-1,0 1-3,12-5-1,0-1 0,-1 1 0,0-2 0,1 0 0,-2 0 0,1-1-1,-1-1 1,0 0 0,0 0 0,-1-1 0,0-1 0,0 1 0,-1-2 0,0 1 0,-1-1-1,0-1 1,0 1 0,1-4 1,6-8-252,0-1 0,-2-1 0,0 0 0,-2-1 0,-1 0 0,0-1 0,-1-4 252,9-29-1814</inkml:trace>
  <inkml:trace contextRef="#ctx0" brushRef="#br0" timeOffset="1112.778">526 1 29086,'0'0'1513,"-23"16"-1067,-4 4-365,1 1-1,1 1 0,1 1 1,1 1-1,1 2 1,1 0-1,-8 14-80,-15 33 87,3 3 0,3 1 0,4 1 0,3 2 1,3 2-1,4 0 0,4 2 0,4 0 0,3 0 0,4 2 0,3-1 0,5 1 0,8 82-87,0-112 4,1-1-1,3 0 0,3-1 1,1 0-1,4-2 0,1 0 1,3-1-1,21 35-3,-35-69 0,0-1 0,2 0 0,0-1 0,0 0 0,2-1 0,0 0 0,0-1 0,1 0 0,1-2 0,0 1 0,1-2 0,0 0 0,0 0 0,1-2 0,0 0 0,1-1 0,-1-1 0,2 0 0,11 1 0,29 4 0,1-3 0,0-2 0,1-3 0,-1-3 0,1-2 0,-1-3 0,0-2 0,0-3 0,-1-3 0,-1-2 0,0-3 0,-1-2 0,8-7 0,66-28 0,-4-5 0,-2-6 0,-3-6 0,-3-4 0,-4-6 0,-3-5 0,-4-4 0,-5-5 0,1-9 0,-76 76 0,-1 0 0,-2-2 0,0 0 0,-3-2 0,0-1 0,-2 0 0,-2-2 0,-1 0 0,-2-1 0,-1 0 0,-3-1 0,7-32 0,-19 57 0,0 0 0,-1 1 0,0-1 0,-1 1 0,-1 0 0,0 0 0,0 0 0,-1 0 0,-1 0 0,0 1 0,0 0 0,-1 0 0,-1 1 0,1 0 0,-2 0 0,0 1 0,0 0 0,0 1 0,-1 0 0,0 0 0,-1 1 0,-4-2 0,2-3 0,-14-11 0,-1 1 0,-1 1 0,0 1 0,-2 2 0,0 1 0,-1 1 0,-1 2 0,0 1 0,-1 2 0,0 1 0,0 2 0,-1 1 0,-26-1 0,56 7-33,0 1 0,0-1 0,0 1 0,0 0 0,-1 0 1,1 0-1,0 0 0,0 1 0,0 0 0,0 0 0,1 1 0,-1-1 0,0 1 0,0 0 0,1 1 0,-1-1 1,1 1-1,0-1 0,0 1 0,0 1 0,0-1 0,0 0 0,1 1 0,-1 0 0,1 0 0,0 0 0,0 0 1,1 1-1,-1-1 0,1 1 0,0-1 0,0 1 0,0 0 0,1 0 33,-5 44-2490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00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33 217 30366,'0'0'2193,"0"0"-1985,0 0-208,0 0 0,0 0 0,0 0 0,0 0 0,18 18 0,-12-18 0,-4 0 0,3 0 0,-5 0 0,0 0 0,0 0 0,-5 4 0,-12-4 0</inkml:trace>
  <inkml:trace contextRef="#ctx0" brushRef="#br0" timeOffset="947.465">132 30 29670,'0'0'1317,"0"0"-583,0 0-245,0 0-139,-12 4-143,-36 66-207,-15-32 0,62-40 0,0 0 0,0 0 0,0 0 0,0-1 0,0 1 0,0 0 0,1-1 0,-1 1 0,1-1 0,-1 1 0,1 0 0,0-1 0,0 1 0,0-1 0,0 1 0,1-1 0,-1 1 0,1-1 0,-1 1 0,1 0 0,0-1 0,0 1 0,0 0 0,0 0 0,0 0 0,1 0 0,-1-1 0,3-3 0,0 1 0,1-1 0,-1 1 0,1-1 0,0 1 0,1 1 0,-1-1 0,1 1 0,0 0 0,0 0 0,0 0 0,0 1 0,1 0 0,-1 1 0,1-1 0,0 1 0,0 0 0,0 1 0,0 0 0,0 0 0,0 0 0,7 1 0,-12 2 0,1 0 0,-1 0 0,0 1 0,1-1 0,-1 1 0,0-1 0,-1 1 0,1 0 0,0-1 0,-1 1 0,0 0 0,1 0 0,-1 0 0,0 0 0,-1 0 0,1 1 0,-1-1 0,1 0 0,-1 0 0,0 0 0,0 1 0,0-1 0,0 0 0,-1 0 0,1 0 0,-1 0 0,0 1 0,0-1 0,0 0 0,0 0 0,-2 2 0,1 0 0,-1 0 0,0 0 0,0 0 0,0 0 0,-1-1 0,1 0 0,-1 1 0,0-1 0,-1 0 0,1-1 0,0 1 0,-1-1 0,0 0 0,0 0 0,0 0 0,0-1 0,0 0 0,-1 0 0,1 0 0,-1 0 0,-4 0 0,8-4 0,0-1 0,0 1 0,0 0 0,1 0 0,-1-1 0,1 1 0,0-1 0,-1 0 0,1 1 0,0-1 0,1 0 0,-1 0 0,0 1 0,1-1 0,0 0 0,-1 0 0,1 0 0,0 0 0,0 0 0,1 0 0,-1 1 0,1-1 0,-1 0 0,1 0 0,0 0 0,1-2 0,0 1 0,-1 0 0,1-1 0,0 1 0,0 0 0,1 0 0,-1 0 0,1 0 0,0 1 0,0-1 0,0 1 0,0 0 0,1-1 0,-1 1 0,1 1 0,0-1 0,0 1 0,0-1 0,0 1 0,0 0 0,1 1 0,-1-1 0,1 1 0,-1 0 0,1 0 0,-1 0 0,1 0 0,0 1 0,2 0 0,-3 1 0,-1 1 0,0 0 0,0 0 0,0 1 0,0-1 0,0 1 0,0-1 0,0 1 0,-1 0 0,0 0 0,1 0 0,-1 0 0,0 0 0,0 1 0,-1-1 0,1 1 0,-1-1 0,0 1 0,0 0 0,0-1 0,0 1 0,0 0 0,-1 0 0,0-1 0,0 1 0,0 0 0,0 0 0,0 0 0,-1-1 0,0 1 0,0 0 0,0-1 0,0 1 0,1 10 0,0-9 0,0 0 0,0-1 0,-1 1 0,0-1 0,1 1 0,-2-1 0,1 1 0,0-1 0,-1 1 0,0-1 0,0 0 0,0 0 0,0 0 0,-1 0 0,0 0 0,1-1 0,-2 1 0,1-1 0,-1 1 0,-5-48 0,26-73-2453,-12 87-6480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0:5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490 258 28038,'0'0'1196,"0"0"-357,0 0-180,0 0-74,0 0-63,0 0-87,0 0-107,0-11-163,3-156-165,-5 162 0,-1 0 0,1 0 0,-1 0 0,-1 0 0,1 1 0,-1-1 0,0 1 0,0 0 0,0 0 0,0 0 0,-1 1 0,0-1 0,0 1 0,0 0 0,0 1 0,0-1 0,0 1 0,-1 0 0,1 0 0,-1 0 0,1 1 0,-1 0 0,0 0 0,1 1 0,-1-1 0,0 1 0,0 1 0,0-1 0,1 1 0,-1 0 0,0 0 0,1 0 0,-1 1 0,1 0 0,-4 2 0,-6 3 0,0 0 0,1 2 0,0 0 0,1 0 0,0 1 0,0 1 0,1 0 0,1 1 0,0 0 0,0 1 0,1 0 0,1 1 0,0-1 0,1 2 0,-14 28 0,1 1 0,2 1 0,3 1 0,1 0 0,3 1 0,1 0 0,3 1 0,1 0 0,3 1 0,2-1 0,2 1 0,4 21 0,-5-62 0,0 1 0,1-1 0,1 1 0,-1 0 0,1-1 0,1 1 0,0-1 0,0 0 0,0 1 0,1-1 0,0 0 0,1-1 0,0 1 0,0 0 0,1-1 0,-1 0 0,2 0 0,-1-1 0,1 1 0,0-1 0,0 0 0,1-1 0,0 1 0,0-1 0,0-1 0,0 1 0,1-1 0,-1-1 0,1 1 0,0-1 0,1-1 0,-1 1 0,0-1 0,2-1 0,-1 0 0,0-2 0,0 1 0,-1-1 0,1-1 0,0 1 0,0-2 0,-1 1 0,1-1 0,-1 0 0,0-1 0,0 0 0,0 0 0,0-1 0,-1 0 0,1 0 0,-2-1 0,1 0 0,0 0 0,-1-1 0,1-1 0,102-153 0,-64 62 0,-4-2 0,-5-2 0,9-46 0,-36 120 0,-8 23-81,1 0 0,0 0 0,0 0 0,0 1 1,1-1-1,0 1 0,0 0 0,0 0 0,1 0 0,0 0 0,0 0 0,0 1 1,0-1-1,1 1 0,0 1 0,-1-1 0,5-1 81,14-7-2522</inkml:trace>
  <inkml:trace contextRef="#ctx0" brushRef="#br0" timeOffset="375.631">1455 506 30663,'0'0'761,"0"0"-70,0 0-236,-4-18-282,-2-16-157,2-2-15,-3-1 0,0 1 0,-3 1 0,-1 0 1,-1 0-1,-2 1 0,-5-6-1,13 31 0,1 1 0,-1 0 0,0 1 0,-1-1 0,0 1 0,0 0 0,-1 1 0,0-1 0,0 2 0,0-1 0,-1 1 0,1 0 0,-1 1 0,0 0 0,-1 1 0,1-1 0,-1 2 0,1-1 0,-1 2 0,0-1 0,0 1 0,0 1 0,-4 0 0,5 0 0,0 2 0,0 0 0,0 0 0,0 0 0,1 1 0,-1 0 0,1 1 0,0 0 0,0 0 0,0 1 0,0 0 0,1 1 0,-1-1 0,2 1 0,-1 1 0,0-1 0,1 1 0,1 0 0,-1 1 0,1-1 0,-1 3 0,-81 181 0,74-150 0,3 0 0,1 1 0,3-1 0,1 1 0,2 1 0,1-1 0,4 27 0,-1-61 0,0 0 0,0 1 0,1-1 0,0 0 0,1 0 0,-1 0 0,1 0 0,1-1 0,0 1 0,0-1 0,0 0 0,1 0 0,0 0 0,0-1 0,1 0 0,0 0 0,0 0 0,0 0 0,1-1 0,0 0 0,0-1 0,0 0 0,0 0 0,1 0 0,0-1 0,-1 0 0,1 0 0,3 0 0,1 0 0,-1-1 0,1 0 0,0 0 0,0-1 0,1-1 0,-1 0 0,0 0 0,0-1 0,0-1 0,0 0 0,0-1 0,-1 0 0,1-1 0,-1 0 0,0-1 0,0 0 0,0 0 0,9-7 0,23-25-5,-2-2 0,-1-2 0,-2-1 0,-1-2 1,8-18 4,13-11-161,0 0-901,-9 7-844</inkml:trace>
  <inkml:trace contextRef="#ctx0" brushRef="#br0" timeOffset="773.793">2178 329 30607,'0'0'529,"0"0"-213,0 0 137,0 0 145,-1-16-362,1 1-233,-2 0 0,1 0-1,-2 0 1,0 1 0,-1-1 0,0 1 0,-1 0-1,-1 0 1,0 0 0,-6-8-3,8 16 0,0-1 0,-1 1 0,1 1 0,-1-1 0,-1 1 0,1-1 0,-1 2 0,0-1 0,0 0 0,0 1 0,0 1 0,-1-1 0,1 1 0,-1 0 0,0 0 0,0 1 0,-1 0 0,1 0 0,0 0 0,-1 1 0,1 1 0,0-1 0,-1 1 0,1 0 0,-1 1 0,1 0 0,-1 0 0,1 0 0,0 1 0,0 0 0,0 1 0,0-1 0,0 1 0,-3 2 0,-5 7 0,1 0 0,0 0 0,0 2 0,1-1 0,1 2 0,1-1 0,0 2 0,1-1 0,0 2 0,-5 13 0,-8 16 0,2 1 0,3 0 0,1 1 0,3 1 0,2 1 0,2 0 0,2 0 0,2 0 0,2 44 0,3-86 0,1 0 0,1 0 0,-1-1 0,1 1 0,1 0 0,-1 0 0,1-1 0,1 1 0,-1-1 0,1 0 0,1 0 0,-1 0 0,1 0 0,0 0 0,1-1 0,0 0 0,0 0 0,0 0 0,1 0 0,-1-1 0,1 0 0,0 0 0,1-1 0,-1 0 0,1 0 0,0 0 0,6 2 0,-4-3 0,1 1 0,0-1 0,0-1 0,0 0 0,0 0 0,0-1 0,0 0 0,0-1 0,1 0 0,-1-1 0,0 0 0,0-1 0,0 0 0,0 0 0,0-1 0,0 0 0,-1-1 0,1 0 0,-1 0 0,0-1 0,0 0 0,-1-1 0,3-2 0,13-10 0,0-2 0,-2 0 0,0-2 0,-2 0 0,0-1 0,-1-1 0,4-10 0,1-1 0,-2-1 0,-2 0 0,-2-2 0,-1 0 0,-1-1 0,0-11 0,-9 40-95,-6 33-910,-1-16 247,0 24-3569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08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461 227 29318,'0'0'1242,"0"0"-422,0 0-161,0 0-146,0-9-322,0-5-179,1 4-11,0 1 0,-1 0-1,0 0 1,-1 0 0,0-1 0,0 1-1,-1 0 1,0 0 0,-1 0 0,0 1-1,0-1 1,-1 1 0,0-1 0,-1 1-1,0 0 1,-1-2-1,0 5 0,1 0 0,-1 0 0,0 1 0,-1-1 0,1 1 0,-1 1 0,1-1 0,-1 1 0,0 0 0,-1 1 0,1-1 0,0 2 0,-1-1 0,1 1 0,-1 0 0,1 0 0,-1 1 0,1 0 0,-1 1 0,0-1 0,1 1 0,-1 1 0,1-1 0,0 1 0,0 1 0,-1 0 0,1-1 0,1 2 0,-1-1 0,0 1 0,1 0 0,0 1 0,0-1 0,0 1 0,1 1 0,-1-1 0,1 1 0,0 0 0,1 0 0,-3 4 0,-13 21 0,1 1 0,1 0 0,2 2 0,1 0 0,2 0 0,2 2 0,1-1 0,1 1 0,2 1 0,2-1 0,1 1 0,2 28 0,2-52 0,0-1 0,1 0 0,1 0 0,0 0 0,0 0 0,1 0 0,1 0 0,0-1 0,0 0 0,2 1 0,5 9 0,-8-17 0,0 0 0,0 0 0,0 0 0,1 0 0,0 0 0,0-1 0,0 1 0,0-1 0,0 0 0,1 0 0,-1-1 0,1 1 0,0-1 0,0 0 0,0-1 0,0 1 0,0-1 0,0 0 0,0 0 0,0 0 0,1-1 0,-1 0 0,0 0 0,0 0 0,1 0 0,-1-1 0,0 0 0,0 0 0,13-7 0,-1 0 0,-1 0 0,0-2 0,0 0 0,-1-1 0,0 0 0,-1-1 0,0-1 0,-1 0 0,0-1 0,-1 0 0,-1-1 0,-1 0 0,7-13 0,-16 27 0,33-49 0,-2-1 0,-2-2 0,-2-1 0,-3-1 0,4-18 0,-29 72-8,1-1 0,-1 1 1,1 0-1,-1-1 0,1 1 0,0 0 0,0 0 1,0 0-1,-1 0 0,1 0 0,0 0 0,0 0 1,1 0-1,-1 0 0,0 0 0,0 0 0,0 1 1,0-1-1,1 0 0,-1 1 0,0-1 0,1 1 1,-1 0-1,0-1 0,1 1 0,-1 0 0,1 0 1,-1 0-1,0 0 0,1 0 0,-1 0 0,1 0 1,0 0 7,1 1-90,9-1-1643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08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17156,'0'0'14355,"0"0"-13627,0 0-272,-19 125-384,16-74-72,3 6 0,0 2 0,0 4 0,0 4 0,0 0 0,0 3 0,0-5 0,0-2 0,0-16 0,3-15-1192,5-21-4658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09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485 211 31007,'0'0'729,"0"0"-207,-2-17-100,1 7-384,0-4-32,-1 1-1,0-1 1,-1 1-1,0-1 0,-2 1 1,1 0-1,-1 0 1,-1 1-1,-3-5-5,6 13 0,-1 0 0,1 0 0,-1 0 0,0 1 0,0 0 0,0-1 0,0 1 0,-1 1 0,1-1 0,-1 1 0,0 0 0,0 0 0,0 0 0,0 0 0,0 1 0,0 0 0,0 0 0,0 1 0,-1-1 0,1 1 0,0 0 0,0 0 0,0 1 0,-1 0 0,1 0 0,0 0 0,0 0 0,0 1 0,0 0 0,0 0 0,1 0 0,-1 1 0,1-1 0,-1 1 0,1 0 0,0 1 0,0-1 0,0 1 0,-23 25 0,1 1 0,2 0 0,1 2 0,1 1 0,2 1 0,2 1 0,1 0 0,1 2 0,2-1 0,2 2 0,-4 21 0,-10 124 0,27-175 0,0 0 0,1 1 0,0-1 0,1 0 0,0 0 0,0 0 0,1 0 0,0-1 0,0 1 0,1-1 0,-1 0 0,2 0 0,-1-1 0,1 0 0,0 0 0,0 0 0,1 0 0,-1-1 0,1 0 0,1-1 0,-1 1 0,1-1 0,-1-1 0,1 0 0,0 0 0,0 0 0,1-1 0,-1 0 0,0-1 0,1 1 0,-1-2 0,1 1 0,-1-1 0,1-1 0,-1 1 0,1-2 0,-1 1 0,0-1 0,1 0 0,-1-1 0,0 0 0,0 0 0,-1 0 0,1-1 0,-1-1 0,1 1 0,4-6 0,16-10 0,-2-1 0,0-1 0,-2-1 0,0-2 0,-2 0 0,-1-1 0,0-2 0,-3 0 0,14-26 0,-20 33-84,-2-1 0,-1 0 0,0-1-1,-2 0 1,0 0 0,-2-1 0,0 1 0,-2-1 0,0-22 84,-1-19-2636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1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641 334 8250,'0'0'18449,"0"0"-14175,0 0-3642,0 0-162,0 0-103,-18-22-130,-53-75-158,37-2-70,31 92-9,0 0 0,0 1 0,0-1 0,0 1 0,-1 0 0,0 0 0,-1 0 0,1 0 0,-1 1 0,0 0 0,-1 0 0,1 0 0,-1 0 0,0 1 0,0 0 0,0 0 0,0 1 0,-1 0 0,0 0 0,1 0 0,-1 1 0,0 0 0,0 0 0,-1 1 0,1 0 0,0 0 0,0 1 0,-1 0 0,1 0 0,0 1 0,0 0 0,-1 0 0,1 0 0,0 1 0,0 0 0,0 0 0,1 1 0,-7 3 0,-7 6 0,1 1 0,0 0 0,1 2 0,0 0 0,1 1 0,1 0 0,0 1 0,2 1 0,0 1 0,0 0 0,2 1 0,1 0 0,0 1 0,2 0 0,0 1 0,1-1 0,2 2 0,-1 3 0,0 0 0,2-1 0,0 1 0,2 0 0,1 0 0,1 0 0,1 0 0,2 7 0,-2-24 0,1 0 0,1 0 0,-1 0 0,1 0 0,1 0 0,-1 0 0,2 0 0,-1-1 0,1 0 0,0 1 0,1-2 0,0 1 0,0 0 0,1-1 0,0 0 0,0 0 0,1-1 0,0 0 0,0 0 0,0 0 0,7 3 0,-7-5 0,1-1 0,-1 0 0,1-1 0,-1 0 0,1 0 0,0 0 0,0-1 0,0 0 0,0-1 0,0 0 0,-1 0 0,1-1 0,0 0 0,0 0 0,0 0 0,0-1 0,-1-1 0,1 1 0,-1-1 0,0 0 0,0-1 0,0 0 0,0 0 0,2-2 0,11-8 0,-1-1 0,-1-1 0,0 0 0,-1-2 0,0 0 0,-2-1 0,5-7 0,131-240 0,-137 241-208,1 0-1,1 1 1,1 1-1,1 0 1,2 2-1,5-6 209,16-14-2734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1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674 400 9122,'0'0'18289,"0"0"-14012,0 0-3690,-9-23-175,-61-140-332,66 152-80,-1 0 0,0 0 0,0 1 0,-1-1 0,-1 1 0,0 0 0,0 1 0,-1 0 0,0 0 0,0 0 0,-1 1 0,0 0 0,-1 1 0,0 0 0,0 1 0,0 0 0,-1 0 0,0 1 0,0 1 0,0-1 0,0 2 0,-2 0 0,1 2 0,1 0 0,-1 1 0,1 1 0,-1 0 0,1 1 0,0 0 0,-1 0 0,1 1 0,0 1 0,0 0 0,1 0 0,-1 1 0,1 1 0,0 0 0,1 0 0,-1 1 0,1 0 0,0 0 0,1 1 0,0 0 0,0 1 0,1 0 0,0 0 0,0 1 0,1-1 0,-1 4 0,-11 15 0,0 1 0,2 0 0,1 1 0,2 1 0,1 0 0,1 1 0,1 0 0,2 1 0,2 0 0,-3 32 0,8-58 0,1-1 0,-1 0 0,1 0 0,1 1 0,-1-1 0,1 0 0,0 0 0,0 0 0,1 0 0,-1 0 0,2 0 0,-1 0 0,1 0 0,-1-1 0,1 1 0,1-1 0,-1 0 0,1 0 0,0 0 0,0 0 0,1-1 0,-1 1 0,1-1 0,0 0 0,0-1 0,0 1 0,1-1 0,-1 0 0,1-1 0,-1 1 0,1-1 0,0 0 0,1 0 0,7 0 0,0-1 0,0 0 0,0-1 0,0 0 0,1-1 0,-1-1 0,0-1 0,0 1 0,-1-2 0,1 0 0,-1-1 0,1 0 0,-1-1 0,-1-1 0,7-3 0,171-135 0,-176 133 0,199-182-1082,-158 142-1189</inkml:trace>
  <inkml:trace contextRef="#ctx0" brushRef="#br0" timeOffset="370.619">1538 305 29414,'0'0'1573,"0"0"-725,0 0-257,-1-18-297,1 2-290,-1 0 0,0 0-1,-1 1 1,-1-1-1,-1 1 1,0-1-1,-1 1 1,0 0 0,-2 1-1,1 0 1,-2 0-1,0 0 1,-2-2-4,5 10 0,-1-1 0,0 1 0,0 1 0,0-1 0,-1 1 0,0 0 0,0 0 0,0 1 0,0 0 0,-1 0 0,0 1 0,1 0 0,-1 0 0,-1 1 0,1 0 0,0 0 0,0 1 0,-1 0 0,1 0 0,-1 1 0,1 0 0,0 1 0,-1 0 0,1 0 0,0 1 0,-1 0 0,1 0 0,0 1 0,1 0 0,-3 1 0,-4 7 0,1 1 0,-1 0 0,2 0 0,0 1 0,0 1 0,2 0 0,-1 1 0,2 0 0,0 0 0,-6 15 0,-7 16 0,2 1 0,1 1 0,3 1 0,2 0 0,3 1 0,1 1 0,3-1 0,2 2 0,1 38 0,3-82 0,1 0 0,1 0 0,-1 1 0,1-1 0,1 0 0,-1 0 0,1 0 0,1 0 0,-1 0 0,1-1 0,1 1 0,0-1 0,0 0 0,0 0 0,1 0 0,0 0 0,0-1 0,0 0 0,1 0 0,0 0 0,0-1 0,1 0 0,-1 0 0,1-1 0,0 1 0,1-2 0,5 4 0,-3-3 0,0 0 0,1-1 0,0 0 0,-1-1 0,1 0 0,0-1 0,0 0 0,0 0 0,0-1 0,0-1 0,0 0 0,0 0 0,0-1 0,0 0 0,0-1 0,-1-1 0,1 1 0,-1-2 0,0 1 0,0-1 0,-1-1 0,1 0 0,-1 0 0,6-6 0,6-6 0,-1 0 0,0-1 0,-2-1 0,0-1 0,-1-1 0,-1 0 0,-1-2 0,-1 1 0,5-15 0,-8 16 0,-2-2 0,0 1 0,-2-1 0,0 0 0,-2-1 0,-1 0 0,0 0 0,-2 0 0,-1 0 0,-1-9 0,-1 30-16,1 0-1,-1-1 1,0 1 0,0 0 0,0 0-1,0-1 1,-1 1 0,1 0-1,-1 0 1,0 1 0,0-1-1,-1 0 1,1 1 0,-1-1 0,0 1-1,0 0 1,0 0 0,0 0-1,-1 0 1,1 0 0,-1 1 0,1 0-1,-1-1 1,0 1 0,0 1-1,0-1 1,0 1 0,0-1-1,-1 1 1,1 0 0,0 1 0,-1-1 16,-42-5-2512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17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35 264,'0'0'23394,"0"0"-19510,0 0-2405,0 0-779,0 0-155,0 0-66,-5-7-95,-18-21-46,23 28-313,-1 0 1,0 0-1,0 0 0,0 0 1,0 1-1,0-1 1,0 0-1,0 0 0,1 0 1,-1 1-1,0-1 1,0 1-1,0-1 0,1 0 1,-1 1-1,0-1 1,0 1-1,1 0 1,-1-1-1,0 1 0,1-1 1,-1 1-1,1 0 1,-1 0-1,1-1 0,-1 1 1,1 0-1,0 0 1,-1 0-1,1-1 0,0 1 1,-1 0-1,1 0 1,0 0-1,0 0 0,0 0 1,0 0-1,0 0 1,0-1-1,0 1 1,0 0-1,0 0 0,1 0 1,-1 0-1,0 0 1,0-1-1,1 2-25,-1 1 106,-114 622-106,55-331 0,75-302 0,62-91-2585,-38 42-5408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18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30014,'0'0'727,"0"0"-109,0 0-66,0 0-71,0 0-179,-3 15-233,-49 268-65,-45 203-4,94-436 0,4-49-43,0 0 0,0-1 0,0 1 0,0-1 0,1 1 0,-1-1 0,0 1 0,0-1 0,1 0 0,-1 0 0,0 0 0,1 1 0,-1-1 0,0 0 0,1-1 0,-1 1 1,0 0-1,0 0 0,1-1 0,-1 1 0,0 0 0,0-1 0,1 1 0,-1-1 0,0 0 0,0 1 0,0-1 0,0 0 0,0 0 0,0 0 0,0 1 0,0-1 0,0 0 0,0 0 0,-1 0 0,1-1 0,0 1 0,-1 0 0,1 0 0,-1 0 0,1-1 43,22-28-4455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1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2697,'0'0'21211,"0"0"-15462,0 0-4737,0 0-394,0 0-92,0 0-72,-4 15-70,-56 243-277,-4 102-107,53-293 9,2 20-172,12-87-1021,4-3-1646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1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452 248 12051,'0'0'14496,"0"0"-10276,0 0-3495,0 0-229,0 0-38,-6-21-185,-20-71-225,25 85-48,0 0 0,-1 1 0,0-1 0,0 1 0,0 0 0,-1-1 0,0 1 0,0 1 0,-1-1 0,0 0 0,0 1 0,0 0 0,0-1 0,-1 2 0,0-1 0,0 1 0,0-1 0,0 1 0,-1 1 0,0-1 0,0 1 0,0 0 0,0 0 0,0 1 0,-1 0 0,1 0 0,-1 0 0,1 1 0,-1 0 0,1 0 0,-1 1 0,0 0 0,0 0 0,1 0 0,-1 1 0,0 0 0,1 0 0,-1 1 0,1 0 0,-1 0 0,1 0 0,0 1 0,0 0 0,0 0 0,0 1 0,1-1 0,-1 1 0,1 1 0,0-1 0,-2 3 0,-10 12 0,1 0 0,1 1 0,1 0 0,1 1 0,1 1 0,0 0 0,2 0 0,1 1 0,1 1 0,0-1 0,2 1 0,1 0 0,1 1 0,1-1 0,1 1 0,1 0 0,1 0 0,1-1 0,2 8 0,-2-24 0,0 1 0,1 0 0,-1-1 0,2 1 0,-1-1 0,1 0 0,0 1 0,1-1 0,0-1 0,0 1 0,1 0 0,0-1 0,0 0 0,1 0 0,0-1 0,0 0 0,0 0 0,1 0 0,0-1 0,0 1 0,0-2 0,1 1 0,-1-1 0,1 0 0,0-1 0,1 0 0,-1 0 0,0-1 0,1 0 0,0 0 0,-1-1 0,1 0 0,0-1 0,0 1 0,-1-2 0,1 1 0,0-2 0,-1 1 0,2-1 0,7-6 0,0-1 0,-1 0 0,0-1 0,0-1 0,-1-1 0,0 0 0,-1-1 0,-1 0 0,0-1 0,-1-1 0,0 0 0,-1-1 0,-1 0 0,6-11 0,-7 12 0,0-1 0,-1 1 0,0-1 0,-2 0 0,0-1 0,0 0 0,-2 0 0,0 0 0,-1 0 0,0-4 0,-3 19-12,0-1 1,0 0-1,0 1 1,0-1-1,-1 0 1,1 0-1,-1 1 1,0-1-1,0 1 1,0-1-1,0 1 1,0-1-1,0 1 0,0-1 1,-1 1-1,0 0 1,1 0-1,-1 0 1,0 0-1,0 0 1,0 0-1,0 0 1,0 1-1,0-1 1,-1 1-1,1-1 1,-1 1-1,1 0 0,-1 0 1,1 0-1,-1 0 1,1 1-1,-1-1 1,0 1-1,1-1 1,-1 1-1,0 0 1,0 0-1,1 0 1,-1 1-1,0-1 0,1 1 1,-1-1 11,-43-1-1424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2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27726,'0'0'2216,"0"0"-1607,0 0-105,0 0 8,0 0 0,0 0-88,0 0-160,15 103-264,-15-66 0,0 4 0,0 23 0,-11-11-1248,-2-10-4778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2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0 30615,'0'0'1136,"0"0"-624,0 0-8,-88 125-504,40-76 0,-9 8 0,-42 32 0,14-12-120,-1-10-3137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26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29590,'0'0'1913,"0"0"-1697,0 0 336,-25 100-56,12-36-496,-2 24 0,0 29 0,4 29 0,0 8 0,4-24 0,3-37 0,4-40 0,0-24 0,0-7 0,28-22 0,3-12-1344,0-25-2289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27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31799,'0'0'744,"0"0"-520,31 120-224,-13-29 0,-1 45 0,-6 44 0,-9 13 0,-2-6 0,0-33 0,0-61 0,2-30-80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2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37 30511,'0'0'778,"0"0"-291,0 0-121,0 0-12,32 1-124,271-9-189,-257 4-41,158-13 0,0 8 0,75 12 0,-244 0 0,0 2 0,-1 1 0,1 2 0,-1 2 0,-1 0 0,1 3 0,3 3 0,-32-6 0,-31-10 0,21 0 0,-1039-46 0,1012 45 0,5-2 0,0 2 0,0 1 0,0 1 0,1 1 0,-1 1 0,0 2 0,1 0 0,0 2 0,-23 9 0,49-16 0,-1 0 0,0 0 0,1 0 0,-1 1 0,1-1 0,-1 0 0,0 0 0,1 0 0,-1 1 0,0-1 0,1 0 0,-1 1 0,1-1 0,-1 1 0,1-1 0,-1 0 0,1 1 0,-1-1 0,1 1 0,-1 0 0,1-1 0,0 1 0,-1-1 0,1 1 0,0-1 0,0 1 0,-1 0 0,1-1 0,0 1 0,0 0 0,0-1 0,0 1 0,0 0 0,0-1 0,0 1 0,0 0 0,0-1 0,0 1 0,0 0 0,0-1 0,0 1 0,0 0 0,1-1 0,-1 1 0,0-1 0,1 1 0,-1 0 0,0-1 0,1 1 0,0 0 0,148 9 0,698-51 0,-472 39 0,-371-3 0,-24 0 0,-298-7 0,202 14 0,-723 10 0,843-4 0,156 6 0,175-18 0,96-24 0,-132 20 0,-299 8 0,0 0 0,0 1 0,-1-1 0,1 0 0,0 1 0,0-1 0,0 0 0,0 1 0,0-1 0,0 0 0,0 1 0,0-1 0,0 0 0,0 1 0,0-1 0,0 0 0,0 1 0,0-1 0,0 0 0,0 1 0,0-1 0,1 0 0,-1 1 0,0-1 0,0 0 0,0 1 0,0-1 0,1 0 0,-1 0 0,0 1 0,0-1 0,1 0 0,-1 0 0,0 1 0,0-1 0,1 0 0,-1 0 0,0 0 0,1 0 0,-1 0 0,0 1 0,1-1 0,-1 0 0,0 0 0,-30 14 0,-7-2-371,1-3-1482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29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587 287 29534,'0'0'1453,"0"0"-879,0 0-93,0 0-31,-6-17-214,-22-55-197,24 66-39,0-1 0,0 1 0,0 0 0,0 1 0,-1-1 0,0 1 0,-1 0 0,1 0 0,-1 1 0,0-1 0,0 1 0,0 0 0,-1 1 0,1 0 0,-1 0 0,0 0 0,1 1 0,-2 0 0,1 0 0,0 1 0,0-1 0,0 2 0,-1-1 0,1 1 0,0 0 0,0 1 0,-1-1 0,1 2 0,0-1 0,0 1 0,0 0 0,0 0 0,0 1 0,0 0 0,1 0 0,-1 0 0,1 1 0,0 0 0,0 1 0,0-1 0,0 1 0,-20 19 0,0 2 0,1 0 0,2 1 0,0 2 0,2 0 0,2 1 0,0 1 0,2 1 0,2 0 0,0 2 0,3-1 0,0 2 0,3-1 0,0 1 0,3 1 0,-3 35 0,8-63 0,0 0 0,0 0 0,1-1 0,0 1 0,0 0 0,0 0 0,1 0 0,1 0 0,-1-1 0,1 1 0,1-1 0,-1 1 0,1-1 0,1 0 0,-1 0 0,1 0 0,0 0 0,1-1 0,0 0 0,0 0 0,0 0 0,1 0 0,-1-1 0,1 0 0,1 0 0,-1-1 0,1 1 0,4 1 0,0-1 0,0 0 0,0-1 0,0 0 0,1-1 0,0 0 0,-1-1 0,1 0 0,0-1 0,0 0 0,0-1 0,0 0 0,0-1 0,-1 0 0,1-1 0,0-1 0,-1 0 0,1 0 0,-1-1 0,0 0 0,0-1 0,0-1 0,-1 1 0,0-2 0,2-1 0,14-10 0,-1-1 0,-1-1 0,-1-2 0,-1 0 0,-1-1 0,0-1 0,-2-1 0,11-19 0,-14 16 0,0 0 0,-2 0 0,-2-1 0,0-1 0,-2 0 0,-1 0 0,-1-1 0,-2-1 0,-1 1 0,-2-1 0,-1 1 0,-1-1 0,-2 0 0,-2-8 0,3 32-7,0-1 1,-1 0-1,-1 0 0,1 1 1,-1-1-1,-1 1 0,1 0 1,-2-1-1,1 1 0,-1 0 1,0 1-1,-1-1 0,1 1 1,-2 0-1,1 0 0,-1 0 1,0 1-1,0 0 0,-1 0 1,1 1-1,-2-1 0,1 1 1,0 1-1,-1 0 0,0 0 1,-4-1 6,-57-14-1697,3 17-3491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2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536 250 22917,'0'0'6236,"0"0"-4460,0 0-1288,0 0 48,0 0-38,-2-7-227,-4-40-236,7 39-35,-1 0 1,1 0-1,-2 0 0,1 1 1,-1-1-1,0 0 0,-1 0 1,1 1-1,-2-1 0,1 1 1,-1-1-1,0 1 0,0 0 1,-1 0-1,0 0 0,-1 1 1,1 0-1,-1-1 0,0 2 1,-1-1-1,1 0 0,-1 1 1,0 0-1,-1 1 0,1-1 1,-1 1-1,0 0 0,0 1 1,0 0-1,-1-1 0,-3 3 0,-1 1 0,1 0 0,-1 0 0,1 1 0,0 1 0,-1 0 0,1 0 0,0 1 0,0 0 0,0 1 0,1 1 0,-1-1 0,1 2 0,0-1 0,0 1 0,1 1 0,0 0 0,0 0 0,1 1 0,0 0 0,0 0 0,0 1 0,1 0 0,-4 9 0,-9 10 0,2 2 0,1 0 0,2 1 0,1 0 0,1 1 0,2 1 0,-5 23 0,5-10 0,3-1 0,1 1 0,2 1 0,2-1 0,3 1 0,1-1 0,3 11 0,-3-50 0,1 1 0,-1-1 0,2 0 0,-1 0 0,1 0 0,0 0 0,0 0 0,0-1 0,1 1 0,0-1 0,1 0 0,-1 0 0,1-1 0,0 1 0,1-1 0,-1 0 0,1 0 0,0-1 0,0 0 0,1 0 0,-1 0 0,1-1 0,0 0 0,0 0 0,0-1 0,0 1 0,0-2 0,1 1 0,-1-1 0,0 0 0,1-1 0,3 1 0,-4-2 0,0 1 0,-1-1 0,1 0 0,0 0 0,0 0 0,-1-1 0,1 0 0,-1-1 0,0 0 0,1 0 0,-1 0 0,-1 0 0,1-1 0,0 0 0,-1 0 0,0-1 0,0 1 0,0-1 0,0 0 0,-1-1 0,0 1 0,0-1 0,79-139 0,-80 140 0,42-99 0,-4-2 0,-5-1 0,4-36 0,29 0-1155,-44 109-1227</inkml:trace>
  <inkml:trace contextRef="#ctx0" brushRef="#br0" timeOffset="359.513">1312 469 31399,'0'0'705,"0"0"-221,-3-21-324,-30-135-141,31 147-19,0 0 0,-1 0 0,-1 1 0,1 0 0,-1-1 0,0 1 0,-1 1 0,0-1 0,0 1 0,-1 0 0,0 0 0,0 0 0,-1 1 0,1 0 0,-2 0 0,1 1 0,0 0 0,-1 0 0,0 0 0,0 1 0,0 1 0,-1-1 0,1 1 0,-1 1 0,0-1 0,0 2 0,0-1 0,0 1 0,0 0 0,0 1 0,0 0 0,0 1 0,0 0 0,0 0 0,-2 1 0,-2 5 0,1 1 0,0 0 0,1 1 0,0 0 0,0 0 0,1 1 0,0 1 0,1 0 0,0 0 0,1 1 0,0 0 0,1 0 0,0 1 0,1 0 0,0 0 0,1 0 0,1 1 0,0 0 0,1 0 0,-11 33 0,1 1 0,3 0 0,3 1 0,1-1 0,2 1 0,3 19 0,0-64 0,0 1 0,1-1 0,-1 1 0,1-1 0,0 1 0,1-1 0,-1 1 0,1-1 0,0 1 0,0-1 0,0 1 0,1-1 0,0 0 0,0 1 0,0-1 0,0 0 0,0-1 0,1 1 0,0 0 0,-1-1 0,2 1 0,-1-1 0,0 0 0,1 0 0,-1 0 0,1 0 0,0-1 0,0 1 0,0-1 0,0 0 0,0 0 0,0-1 0,1 1 0,-1-1 0,0 0 0,1 0 0,0-1 0,3 1 0,4 0 0,0-1 0,1 0 0,-1-1 0,0 0 0,0-1 0,0 0 0,0-1 0,-1 0 0,1-1 0,-1-1 0,0 0 0,0 0 0,0-1 0,-1 0 0,0-1 0,0 0 0,8-8 0,145-163 0,-88 77-192,-25 29-2830,-6 1-8503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3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5 25653,'0'0'3271,"0"0"-2225,-22-2-795,-73 0 1,84 3-203,2 0 0,-1 1 0,0 0-1,0 1 1,0 0 0,1 0 0,0 1 0,0 1-1,0-1 1,0 1 0,0 1 0,1 0 0,0 0-1,1 0 1,-1 1 0,-2 4-49,0-2 34,-5 2 14,0 2 1,1 0-1,1 0 0,0 1 0,1 1 1,1 0-1,0 0 0,1 1 0,0 1 1,2 0-1,0 0 0,1 0 0,0 1 1,2 0-1,0 1 0,1-1 0,1 1 1,0 0-1,2 0 0,0-1 0,1 1 1,1 5-49,3-16 9,1-1 1,0 0 0,0 0 0,0-1 0,1 1 0,0-1 0,0 0-1,1-1 1,-1 0 0,1 0 0,0 0 0,1-1 0,-1 0 0,1 0-1,0-1 1,0 0 0,0 0 0,0-1 0,0 0 0,1 0 0,-1-1-1,1 0 1,-1-1 0,1 0 0,-1 0 0,1-1 0,-1 0 0,2 0-10,9 0-62,1-1 0,-1-1 1,0 0-1,0-1 1,-1-2-1,1 1 1,-1-2-1,0-1 0,-1 0 1,1-1-1,-1-1 62,44-27-1421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3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1170 15347,'0'0'12291,"0"0"-10211,0 0-1400,0 0-79,0 0-137,0 0-112,0 0-136,-4 12-120,39-12-8,13 0 16,7 0-72,4 0-16,0-4-16,1-8-56,3-11-368,-17 3-424,-9-2-1313</inkml:trace>
  <inkml:trace contextRef="#ctx0" brushRef="#br0" timeOffset="266.32">266 888 28278,'0'0'1032,"0"0"-456,0 156-200,0-79-79,13 2-169,3 2-128,10 17-152,-4-21-1193,-7-20-16547</inkml:trace>
  <inkml:trace contextRef="#ctx0" brushRef="#br0" timeOffset="1009.341">540 419 27742,'0'0'1888,"0"0"-1600,0 0-136,0 0 128,0 0 209,0 0-129,0 0-168,158-50-32,-108 36-40,3 5-32,-7 5-24,-9 4-32,1 0-32,-8 0-112,-10 15-392,-9 1-993,-9-4-7112</inkml:trace>
  <inkml:trace contextRef="#ctx0" brushRef="#br0" timeOffset="1313.29">742 387 28510,'0'0'798,"-1"17"-392,5 231 596,72 288-727,-75-529-277,0 10 17,0-1-1,2 0 1,-1 0-1,2 0 1,0 0-1,1-1 1,1 0-1,0 0 1,1 0-1,0 0 1,1-1-1,1-1 1,0 1-1,1-1 1,1-1-1,0 0 1,7 6-15,-15-16 3,0-1 0,0 0 0,0 1 0,1-1 0,-1-1 1,0 1-1,1 0 0,-1-1 0,0 0 0,1 1 0,-1-1 0,1-1 0,-1 1 0,0 0 0,1-1 0,-1 0 0,0 0 1,1 0-1,-1 0 0,0 0 0,0-1 0,0 1 0,0-1 0,0 0 0,0 0 0,-1 0 0,1 0 0,-1 0 0,1-1 1,-1 1-1,0-1 0,1 0-3,53-96-375,-53 92 294,23-57-2192,-9 6-4744</inkml:trace>
  <inkml:trace contextRef="#ctx0" brushRef="#br0" timeOffset="1541.647">985 825 29606,'0'0'1425,"0"0"-1289,0 0 0,0 0 72,0 0-96,149-43-80,-98 23-32,6-10-336,-11 5-1257,-14 1-6128</inkml:trace>
  <inkml:trace contextRef="#ctx0" brushRef="#br0" timeOffset="1803.042">1406 365 29430,'0'0'984,"0"0"-631,0 0 15,-9 121 8,9-62-80,0 14-88,9 6-56,4 6-64,-4-1-64,2-3-16,-5-12-8,3-13-96,2-15-280,0-29-224,0-12-993,-4-2-2832</inkml:trace>
  <inkml:trace contextRef="#ctx0" brushRef="#br0" timeOffset="2125.051">1540 492 29550,'0'0'945,"0"0"-473,0 0-104,81 128 0,-46-85-144,9 1-128,-5-1-64,-4-4-32,-4-3-120,2-12-264,-11-9-408,-7-13-1249</inkml:trace>
  <inkml:trace contextRef="#ctx0" brushRef="#br0" timeOffset="2358.826">1779 415 9962,'0'0'19364,"0"0"-18492,-38 136-375,25-71-81,4 4-232,5-2-136,4 12-48,0-18-576,0-16-1449</inkml:trace>
  <inkml:trace contextRef="#ctx0" brushRef="#br0" timeOffset="2573.615">1875 330 28910,'0'0'1344,"0"0"-759,18 140-41,-7-67 24,0 8-192,-1 4-208,1-3-104,-2-5-64,0-10-96,-2-15-312,-1-19-344,-2-33-601,-1 0 321,1-25-5681</inkml:trace>
  <inkml:trace contextRef="#ctx0" brushRef="#br0" timeOffset="2805.174">2011 0 29950,'0'0'827,"5"18"-233,72 184 561,-52-151-1121,-1 0 1,-3 2-1,-3 0 1,-1 1-1,-3 1 1,-3 1-1,2 28-34,-8-32-111,-3 1 0,-2-1 0,-2 1 0,-7 42 111,8-87-196,0-1 0,0 0 1,-1 0-1,0 0 0,0 0 0,-1 0 0,0-1 1,0 1-1,0-1 0,-1 1 0,0-1 1,0 0-1,-1-1 0,1 1 0,-4 2 196,-7-2-2364</inkml:trace>
  <inkml:trace contextRef="#ctx0" brushRef="#br0" timeOffset="2806.174">2103 1026 25477,'0'0'3449,"0"0"-2761,0 0-72,0 0-15,0 0-297,0 0-200,0 0-104,112-4-800,-86-12-4714</inkml:trace>
  <inkml:trace contextRef="#ctx0" brushRef="#br0" timeOffset="3147.139">2511 454 15643,'0'0'13118,"0"0"-10166,0 0-2782,3 19-118,20 140-575,-22-151 371,-1-1 1,0 0-1,0 0 0,0 1 1,-1-1-1,0 0 0,0 0 1,-1 0-1,0 0 0,0 0 1,-1 0-1,0 0 0,0-1 1,0 1-1,-1-1 0,0 0 1,0 0-1,-5 5 152,-44 39 1130,53-50-950,12-3-18,86-33-46,-89 79-45,-71 111 173,-76 169-140,131-301-408,13-40-1890,6-13-1768</inkml:trace>
  <inkml:trace contextRef="#ctx0" brushRef="#br0" timeOffset="3487.453">2509 1115 27214,'0'0'1509,"0"24"-387,6 156 333,10-43-988,-16-136-482,1 0 0,-1 0 0,1 0 0,-1 0 0,1 0 0,0 0 0,-1 0 0,1 0 0,0-1 0,0 1 0,0 0 0,0 0 1,0-1-1,0 1 0,0 0 0,0-1 0,0 1 0,0-1 0,0 1 0,0-1 0,0 0 0,0 1 0,0-1 0,0 0 0,1 0 0,-1 0 0,0 0 0,0 0 0,0 0 0,0 0 0,1 0 1,-1 0-1,0-1 0,0 1 0,0 0 0,0-1 0,0 1 0,0-1 0,0 1 0,0-1 0,0 0 0,0 1 0,0-1 0,0 0 0,0 0 0,0 1 0,-1-1 0,1 0 0,0 0 1,0 0-1,-1 0 0,1 0 0,-1 0 0,1 0 0,-1 0 0,1 0 0,-1-1 0,0 1 0,0 0 0,1 0 0,-1 0 0,0 0 0,0-1 0,0 1 0,0 0 0,0 0 0,-1 0 1,1-1 14,19-33-652,-1 0 0,-2-1 1,-1-1-1,-2 0 1,-2-1-1,-1-1 1,-2 1-1,-2-1 1,0-11 651,-6 49 62,0 1 1,1-1 0,-1 1 0,0-1-1,0 1 1,1-1 0,-1 1-1,0-1 1,0 0 0,0 1 0,0-1-1,0 1 1,0-1 0,0 0-1,0 1 1,0-1 0,0 1 0,0-1-1,0 0 1,0 1 0,0-1-1,0 1 1,-1-1 0,1 1 0,0-1-1,0 1 1,-1-1 0,1 1-1,0-1 1,-1 1 0,1-1 0,0 1-1,-1-1 1,1 1 0,-1 0 0,1-1-1,-1 1 1,1 0 0,-1-1-1,1 1 1,-1 0 0,1-1 0,-1 1-1,0 0 1,1 0 0,-1 0-1,1 0 1,-1 0 0,0 0 0,1 0-1,-1 0 1,1 0 0,-1 0-1,0 0 1,1 0 0,-1 0 0,1 0-1,-1 0 1,1 1 0,-1-1-1,1 0 1,-1 0 0,0 1 0,1-1-63,-25 30 548,23-26-510,0-1-1,-1 1 1,1-1-1,0 1 1,1 0-1,-1 0 1,1 0-1,-1 0 1,1 0-1,1 0 1,-1 0-1,0 1 1,1-1 0,0 0-1,0 0 1,0 0-1,1 1 1,-1-1-1,1 0 1,0 0-1,0 0 1,0 0-1,1 0 1,0 0 0,-1 0-1,1 0 1,1-1-1,-1 1 1,0-1-1,1 0 1,0 1-1,0-1 1,0 0-1,0 0 1,0-1 0,0 1-1,1-1 1,-1 0-1,1 0 1,0 0-1,0 0 1,0 0-1,0-1 1,0 0-1,0 0 1,0 0-38,-1-1-89,1 1 0,0-1 0,-1-1 0,1 1 0,-1 0 0,1-1 1,-1 0-1,0 0 0,1 0 0,-1 0 0,0-1 0,1 1 0,-1-1 0,0 0 0,0 1 0,0-2 0,-1 1 0,1 0 0,0 0 1,-1-1-1,1 0 0,-1 1 0,0-1 0,0 0 0,0 0 0,0 0 0,-1 0 0,1 0 0,-1-1 0,0 1 0,0 0 1,0-1-1,0 1 0,0-3 89,9-27-5732</inkml:trace>
  <inkml:trace contextRef="#ctx0" brushRef="#br0" timeOffset="3775.258">2780 498 28790,'0'0'1641,"0"0"-969,16 199 32,1-55-72,3 16-304,-5 1-328,-6-9 0,-5-18 0,1-27 0,-3-26 0,0-24 0,-2-20 0,0-3 0,0-14 0,0-26-464,0-26-864,0-17-1913</inkml:trace>
  <inkml:trace contextRef="#ctx0" brushRef="#br0" timeOffset="4121.929">2916 963 30663,'0'0'1304,"0"0"-568,0 0-672,0 0-64,116 67 0,-76-29 0,-5-5 0,-9-3-1912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49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24333,'0'0'3549,"0"0"-1933,0 0-977,0 0-259,0 0-109,0 0-43,0 9 67,-9 157 190,-8 0 1,-7-1-1,-14 31-485,23-41-5,15-153-28,0 0 0,0 0 0,-1 0 1,1-1-1,0 1 0,0 0 0,1 0 1,-1 0-1,0-1 0,0 1 0,1 0 0,-1 0 1,1-1-1,0 1 0,0 0 0,-1-1 1,1 1-1,0-1 0,0 1 0,0-1 1,1 0-1,-1 1 0,0-1 0,0 0 0,1 0 1,-1 1-1,1-1 0,-1 0 0,1-1 1,-1 1-1,1 0 0,0 0 0,-1-1 1,1 1-1,0-1 0,0 1 0,-1-1 0,1 0 1,0 0-1,0 1 0,0-1 0,0-1 33,22 2-1771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5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27382,'0'0'2415,"0"0"-1396,0 0-544,0 0-119,0 0-1,-2 17-51,-42 237 157,18-131-461,-35 229 0,69-325-74,19-54-1090,-1-9-895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50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29654,'0'0'1389,"0"0"-801,-4 19-125,-16 130 187,19-110-642,1 72-4,-5 0 0,-5-1-1,-5 0 1,-7 12-4,22-122-48,0 0 1,0 0-1,-1 0 1,1 0-1,0 0 1,0 0-1,0 0 1,-1 0-1,1 0 1,0 0-1,0 0 0,0 0 1,-1 0-1,1 0 1,0 0-1,0 0 1,0 0-1,-1 0 1,1 0-1,0 0 1,0 1 47,0-2-149,0-20-3793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51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144 101 30438,'0'0'1245,"0"0"-641,0 0-265,12 8-198,-18-2-141,1-1 0,0 0 0,-1 0 0,0 0 0,0 0 0,-1-1 0,1 0 0,-1-1 0,0 1 0,0-1 0,0-1 0,-1 1 0,1-1 0,0 0 0,-1-1 0,0 0 0,1 0 0,-1-1 0,-7 0 0,14 0 0,1-1 0,-1 0 0,0 1 0,0-1 0,0 0 0,0 0 0,1 0 0,-1 0 0,0 0 0,1 0 0,-1 0 0,0 0 0,1 0 0,-1 0 0,1 0 0,0 0 0,-1 0 0,1 0 0,0 0 0,0 0 0,0-1 0,0 1 0,0 0 0,0 0 0,0 0 0,0 0 0,0-1 0,0 1 0,1 0 0,-1 0 0,0 0 0,1 0 0,-1 0 0,1 0 0,0 0 0,-1 0 0,1 0 0,0 0 0,-1 0 0,1 0 0,0 0 0,0 1 0,0-1 0,0 0 0,-1 1 0,1-1 0,0 0 0,0 1 0,1-1 0,-1 1 0,0 0 0,0-1 0,0 1 0,0 0 0,1-1 0,4-2 0,-1 0 0,1 0 0,0 0 0,0 1 0,1 0 0,-1 0 0,0 1 0,1-1 0,-1 2 0,1-1 0,-1 0 0,1 1 0,-1 1 0,1-1 0,-1 1 0,1 0 0,-4 1 0,-1-1 0,0 1 0,0 0 0,0 0 0,0 0 0,0 0 0,0 1 0,-1-1 0,1 0 0,-1 1 0,1-1 0,-1 1 0,0 0 0,0-1 0,0 1 0,0 0 0,-1-1 0,1 1 0,-1 0 0,0 0 0,0 0 0,0 0 0,0-1 0,0 1 0,0 0 0,-1 0 0,1 0 0,-2 1 0,2 8 0,0-9 0,0 0 0,-1 0 0,1 0 0,-1-1 0,0 1 0,0 0 0,0-1 0,0 1 0,0-1 0,0 1 0,-1-1 0,1 1 0,-1-1 0,1 0 0,-1 0 0,0 0 0,0 0 0,0 0 0,0 0 0,-1 0 0,1-1 0,0 1 0,-1-1 0,1 0 0,-1 0 0,1 1 0,-1-2 0,0 1 0,0 0 0,1 0 0,-1-1 0,0 0 0,0 1 0,1-1 0,-1 0 0,0 0 0,0-1 0,0 1 0,1-1 0,-2 1 0,1-4 0,0 0 0,0 0 0,0 0 0,1 0 0,-1 0 0,1-1 0,0 1 0,0 0 0,1-1 0,-1 0 0,1 1 0,0-1 0,0 0 0,1 0 0,-1 0 0,1 0 0,0 1 0,1-1 0,-1 0 0,1 0 0,0 0 0,1-4 0,-1 3 0,0 1 0,1-1 0,0 1 0,0-1 0,0 1 0,0-1 0,1 1 0,0 0 0,0 0 0,1 1 0,-1-1 0,1 1 0,0-1 0,0 1 0,0 0 0,1 1 0,-1-1 0,1 1 0,0 0 0,0 0 0,0 0 0,1 1 0,-1-1 0,1 1 0,-1 1 0,1-1 0,-1 1 0,1 0 0,0 0 0,0 1 0,0 0 0,-1 0 0,1 0 0,0 0 0,4 2 0,-7 2 0,0-1 0,0 1 0,0 0 0,0 0 0,-1 1 0,1-1 0,-1 0 0,0 1 0,-1-1 0,1 1 0,-1 0 0,0 0 0,0 0 0,0-1 0,-1 1 0,1 0 0,-1 0 0,-1 0 0,1 0 0,-1 0 0,1 0 0,-1-1 0,-1 1 0,0 2 0,1-2 0,0 1 0,0 0 0,-1-1 0,0 1 0,0-1 0,0 0 0,-1 0 0,1 0 0,-1 0 0,-1 0 0,1 0 0,-1-1 0,0 0 0,0 1 0,0-1 0,0-1 0,-1 1 0,1-1 0,-1 0 0,0 0 0,0 0 0,0 0 0,-1-1 0,1 0 0,0 0 0,-1-1 0,1 1 0,-1-1 0,0 0 0,0-1 0,1 1 0,-2-1 0,3-4 0,1 1 0,0-1 0,0 0 0,0 0 0,0-1 0,1 1 0,0 0 0,0-1 0,0 1 0,0-1 0,1 0 0,0 0 0,-1 1 0,2-1 0,-1 0 0,1 0 0,-1 0 0,2 0 0,-1 0 0,0 0 0,1 0 0,0-1 0,-1-4 0,0 7 0,-1-1 0,1 1 0,0-1 0,0 1 0,0-1 0,0 1 0,1-1 0,-1 1 0,1-1 0,0 1 0,0-1 0,0 1 0,1 0 0,-1 0 0,1 0 0,0 0 0,0 0 0,0 0 0,0 0 0,0 0 0,0 1 0,1-1 0,-1 1 0,1 0 0,0-1 0,0 1 0,0 0 0,0 1 0,0-1 0,0 1 0,0-1 0,1 1 0,-1 0 0,0 0 0,1 0 0,-1 1 0,1-1 0,-1 1 0,1 0 0,-1 0 0,1 0 0,-1 0 0,1 1 0,-1-1 0,1 1 0,-1 1 0,1-1 0,-1 1 0,0 0 0,0 0 0,0 0 0,0 1 0,0-1 0,0 1 0,-1-1 0,1 1 0,-1 0 0,0 0 0,0 0 0,0 0 0,0 1 0,-1-1 0,1 0 0,-1 1 0,0-1 0,0 1 0,0 0 0,0-1 0,0 1 0,-1 0 0,0-1 0,0 1 0,0 0 0,0-1 0,0 1 0,-1 0 0,0-1 0,0 1 0,0 0 0,0-1 0,0 0 0,-1 1 0,1-1 0,-1 0 0,0 1 0,0-1 0,0 0 0,-1 0 0,1-1 0,-1 1 0,1 0 0,-4 1 0,4-2 0,-1-1 0,1 1 0,-1-1 0,1 0 0,-1 0 0,0 0 0,0 0 0,0 0 0,1 0 0,-1-1 0,0 0 0,0 1 0,0-1 0,0 0 0,0 0 0,0-1 0,0 1 0,0 0 0,1-1 0,-1 0 0,0 0 0,0 0 0,0 0 0,1 0 0,-1-1 0,1 1 0,-1-1 0,1 1 0,-1-1 0,1 0 0,0 0 0,0 0 0,0 0 0,0-1 0,0 1 0,1 0 0,-1-1 0,1 1 0,-1-1 0,1 0 0,0 1 0,0-1 0,0 0 0,0 0 0,0-1 0,-6-128-244,13 113-976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5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425 217 28470,'0'0'922,"0"0"-8,0 0-183,0 0-133,0 0-110,6-5-99,-3 2-378,-1 0 0,1 0-1,-1 0 1,1 0-1,-1 0 1,0-1 0,0 1-1,0-1 1,-1 0-1,1 0 1,-1 1 0,0-1-1,0 0 1,0 0-1,-1 0 1,1 0 0,-1 0-1,0 0 1,0 0 0,-1 0-1,1 0 1,-1 0-1,0 0 1,-1-4-11,-2 0 0,0 1 0,0-1 0,-1 1 0,0 0 0,-1 0 0,1 1 0,-1-1 0,-1 1 0,1 1 0,-1-1 0,0 1 0,0 0 0,-1 1 0,1-1 0,-1 1 0,0 1 0,0 0 0,0 0 0,-1 0 0,1 1 0,-1 1 0,1-1 0,-1 1 0,0 1 0,1 0 0,-9 0 0,8 3 0,0 0 0,0 0 0,0 1 0,0 1 0,1-1 0,0 1 0,0 0 0,0 1 0,0 0 0,1 1 0,0-1 0,1 1 0,-1 0 0,1 1 0,0 0 0,1 0 0,0 0 0,0 0 0,1 1 0,0 0 0,-2 9 0,2-11 0,-12 21 0,2 0 0,1 0 0,2 1 0,0 1 0,2 0 0,1 0 0,2 1 0,1 0 0,1 0 0,2 0 0,1 0 0,2 8 0,-2-33 0,2-1 0,-1 1 0,1-1 0,0 1 0,0-1 0,0 0 0,1 0 0,0 1 0,0-1 0,0 0 0,1 0 0,0-1 0,-1 1 0,2 0 0,-1-1 0,0 0 0,1 0 0,0 0 0,0 0 0,0-1 0,1 1 0,-1-1 0,1 0 0,0 0 0,-1-1 0,1 1 0,0-1 0,1 0 0,-1-1 0,0 1 0,1-1 0,-1 0 0,0 0 0,1-1 0,2 0 0,14-2 0,0-1 0,0-1 0,-1-1 0,1-1 0,-1-1 0,0-1 0,-1 0 0,0-2 0,0 0 0,-1-2 0,0 0 0,-1-1 0,-1 0 0,0-2 0,-1 0 0,0-1 0,-1-1 0,32-24-231,-1-3-1,-3-1 1,-1-3-1,-2-1 1,-3-2 0,1-5 231,-19 17-2557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5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27206,'0'0'4073,"0"0"-3561,0 0-320,0 0-96,0 0 224,0 0 24,9 152-320,-5-83-24,-4 10 0,0 3 0,0 1 0,0-2 0,0-10 0,0-12 0,0-17-208,9-19-1080,4-17-2777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1:59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42 31815,'0'0'800,"0"0"-648,0 0-152,-5 162 0,5-72 0,0 33 0,2 27 0,7-8 0,0-28 0,-5-37 0,1-28 0,-5-3 0,0-3 0,0-5 0,-13-30 0,-12-8 0,-3-8-4369</inkml:trace>
  <inkml:trace contextRef="#ctx0" brushRef="#br0" timeOffset="795.474">292 164 28758,'0'0'956,"0"0"-231,0 0-171,0 0-115,0 0-56,0 0-56,-1-18-81,-4-56-36,5 71-207,0 1 0,1-1 0,-1 0 0,0 1-1,0-1 1,0 1 0,0-1 0,-1 1 0,1-1 0,-1 1 0,0-1 0,1 1 0,-1 0 0,0-1 0,0 1 0,-1 0 0,1 0 0,0-1 0,-1 1 0,1 0 0,-1 0 0,0 1 0,0-1 0,1 0 0,-1 0 0,0 1 0,-1 0 0,1-1 0,0 1 0,0 0 0,-1 0 0,1 0 0,0 0 0,-1 0 0,1 1 0,-1-1 0,1 1 0,-1-1-1,1 1 1,-1 0 0,1 0 0,-1 0 0,1 1 0,-1-1 0,1 0 0,-1 1 0,1 0 0,-1-1 0,1 1 0,0 0 0,-1 0 0,1 1 0,0-1 0,0 0 0,0 1 0,0-1 0,-1 2-3,-48 106 0,20-22 0,4 2 0,4 1 0,3 0 0,5 2 0,4 0 0,4 0 0,4 1 0,4 0 0,-2-85 0,1-1 0,0 1 0,0-1 0,1 1 0,0 0 0,0-1 0,1 0 0,0 1 0,1-1 0,-1 0 0,1 0 0,0 0 0,1 0 0,0-1 0,0 0 0,0 1 0,1-1 0,0-1 0,0 1 0,1-1 0,-1 0 0,1 0 0,0 0 0,0-1 0,1 0 0,-1 0 0,1-1 0,0 0 0,0 0 0,0 0 0,0-1 0,1 0 0,-1-1 0,1 1 0,-1-1 0,1-1 0,-1 0 0,7 0 0,3-7 0,-1-1 0,1-1 0,-1 0 0,-1-1 0,0-1 0,0 0 0,-1-1 0,-1-1 0,0 0 0,0-1 0,-2 0 0,0-1 0,0 0 0,-1-1 0,-1 0 0,-1 0 0,0-1 0,-1 0 0,1-8 0,7-16 0,-2 0 0,-2 0 0,-2-1 0,-2 0 0,-1-1 0,-2 1 0,-2-1 0,-4-43 0,2 71 0,-1 0 0,-1 0 0,0 0 0,-1 0 0,-1 0 0,0 1 0,-1 0 0,0-1 0,-1 2 0,-1-1 0,0 1 0,-1 0 0,-8-10 0,16 22-5,-1-1-1,0 1 1,0 0-1,0 0 1,0-1-1,0 1 1,0 0-1,0 0 1,0 0-1,-1 0 1,1 0-1,0 1 1,0-1-1,-1 0 1,1 1-1,-1-1 1,1 1-1,-1-1 1,1 1-1,-1-1 1,1 1 0,-1 0-1,1 0 1,-1 0-1,1 0 1,-1 0-1,1 0 1,-1 0-1,1 1 1,-1-1-1,1 1 1,-1-1-1,1 1 1,0-1-1,-1 1 1,1 0-1,0-1 1,-1 1-1,1 0 1,0 0-1,0 0 1,0 0 0,-1 0-1,1 0 1,1 1-1,-1-1 1,-1 1 5,-13 25-1287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05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318 384 27206,'0'0'2863,"0"0"-1808,0 0-726,0 0-17,0 0 102,2-16-111,11-126-27,-12 132-276,0 1 0,-1-1 1,-1 1-1,0-1 1,0 1-1,-1 0 0,0-1 1,0 1-1,-1 0 1,0 0-1,-1 1 0,0-1 1,0 1-1,-1-1 0,0 1 1,0 1-1,-1-1 1,0 1-1,-1 0 0,1 0 1,-1 1-1,0-1 1,-1 2-1,-6-5 0,10 8 0,-1-1 0,1 1 0,0 0 0,-1 1 0,1-1 0,-1 1 0,1 0 0,-1 0 0,0 0 0,0 1 0,1-1 0,-1 1 0,0 0 0,0 1 0,1-1 0,-1 1 0,0 0 0,1 0 0,-1 0 0,1 1 0,-1 0 0,1 0 0,0 0 0,0 0 0,-1 1 0,2-1 0,-1 1 0,0 0 0,0 0 0,1 1 0,0-1 0,-2 2 0,-8 19 0,1 0 0,0 0 0,2 1 0,1 1 0,1 0 0,1 0 0,2 1 0,0-1 0,2 1 0,0 0 0,2 0 0,2 0 0,0 0 0,2 0 0,0 2 0,-1-16 0,-1 0 0,1 0 0,1 0 0,0 0 0,1 0 0,1-1 0,0 1 0,0-1 0,1-1 0,1 1 0,3 3 0,-8-11 0,2 0 0,-1 0 0,0 0 0,1-1 0,-1 1 0,1-1 0,0 0 0,0 0 0,0 0 0,1-1 0,-1 1 0,1-1 0,-1 0 0,1 0 0,0-1 0,0 0 0,0 1 0,0-2 0,-1 1 0,1 0 0,1-1 0,-1 0 0,0 0 0,0-1 0,0 1 0,-1-1 0,1 0 0,0-1 0,0 1 0,0-1 0,1 0 0,11-8 0,0 0 0,-1-1 0,0-1 0,-1-1 0,0 0 0,-1 0 0,-1-2 0,0 1 0,1-5 0,-9 13 0,184-246 98,-105 132-3597,-58 85-5751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0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29310,'0'0'2745,"0"0"-2313,0 0-152,0 0-280,-42 121 0,42-70 0,0 4 0,0 4 0,0 1 0,9-5 0,6-8 0,0-15-464,-1-17-1336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0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31543,'0'0'1224,"0"0"-1224,0 134 0,0-40 0,0 35 0,0 25 0,0 3 0,0-26 0,0-39 0,0-33 0,-6 9 0,2-13 0,-10-12-752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08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0 426 26886,'0'0'1236,"0"0"-284,0 0-140,0 0-139,25-5-177,157-34 169,201-58 357,16 15-1022,457-70 25,-699 129-25,2 7 0,0 6 0,0 8 0,0 7 0,129 21 0,41 18 0,401 39 0,-635-78 0,0-4 0,0-4 0,0-4 0,34-10 0,-108 13 0,158-28 0,1 7 0,178 0 0,-121 24 0,700 22 0,-581 22 0,115 6 0,-329-45 0,199 7 0,89 24 0,-109-1 0,170-9 0,438 16 0,177 52 0,-674-61 0,196-19 0,2027-13 0,-2310 14 0,105 26 0,260 12 0,-643-50 0,148 2 0,-1 9 0,35 14 0,529 79 0,-500-88 0,190-16 0,-232-4 0,24-6 0,-1-12 0,-1-11 0,171-46 0,-51-9 0,272-48 0,-257 84 0,7 17 0,-393 32 2,-26 1-36,7 0-85,-24 0-634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0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26662,'0'0'1172,"0"0"-484,0 0-30,0 0 861,0 0-639,4 5-305,-2-2-546,0 1 0,0-1 0,0 1 0,0 0 1,-1 0-1,1 0 0,-1 0 0,0 0 0,0 0 1,-1 0-1,1 0 0,-1 0 0,0 0 1,0 0-1,0 0 0,0 0 0,-1 1 0,0-1 1,0 0-1,0 0 0,-1 2-29,-43 208 0,-10 167 0,41-95 0,13-282-8,1-1-1,-1 1 1,1-1-1,0 1 1,0-1-1,0 1 1,0-1 0,0 1-1,1-1 1,0 1-1,0-1 1,0 0 0,0 1-1,0-1 1,0 0-1,1 0 1,0 0-1,0 0 1,0 0 0,0 0-1,0 0 1,0-1-1,1 1 1,-1-1 0,1 1-1,0-1 1,-1 0-1,1 0 1,0 0-1,0-1 1,1 1 0,-1-1 8,22 2-1347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1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31319,'0'0'840,"0"0"-328,-33 110-416,16-55-96,-1 1 0,3 1 0,2-2 0,-3-2 0,3 1 0,2-7 0,2-4 0,7-7 0,6-5 0,18-11-528,3-10-1969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10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31063,'0'0'808,"0"0"-456,-10 100-48,-4-40-64,-1 11-240,-5 21 0,5-1 0,2 2 0,2 0 0,11 1 0,0-11 0,0-20-1632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10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557 239 30254,'0'0'1230,"0"0"-687,0 0-182,-10-21-46,-33-68-251,39 80-64,0 1 0,0 0 0,-1 0 0,0 1 0,-1-1 0,1 1 0,-1 0 0,-1 1 0,1 0 0,-1 0 0,0 0 0,-1 1 0,1-1 0,-1 2 0,0-1 0,-1 1 0,1 1 0,0-1 0,-1 2 0,0-1 0,0 1 0,0 0 0,0 1 0,0 0 0,0 0 0,0 1 0,0 0 0,0 1 0,0 0 0,0 0 0,0 1 0,0 0 0,0 1 0,0 0 0,1 0 0,-1 1 0,1 0 0,0 1 0,0-1 0,1 1 0,-4 4 0,-8 13 0,1 1 0,1 1 0,1 1 0,1 0 0,1 1 0,2 1 0,0 0 0,2 0 0,1 1 0,1 0 0,2 1 0,1 0 0,1 0 0,1 0 0,1 8 0,1-26 0,-1-4 0,1 1 0,-1-1 0,1 0 0,0 1 0,1-1 0,0 0 0,0 1 0,1-1 0,0 1 0,0-1 0,0 0 0,1 0 0,0 0 0,1 0 0,-1 0 0,1 0 0,1 0 0,-1-1 0,1 1 0,0-1 0,1 0 0,-1-1 0,1 1 0,6 4 0,1-5 0,1 0 0,-1-1 0,1 0 0,0-1 0,0-1 0,0 0 0,1-1 0,-1 0 0,0-1 0,1 0 0,-1-1 0,0-1 0,0 0 0,1-1 0,-2 0 0,1-1 0,0-1 0,-1 0 0,0 0 0,0-1 0,0-1 0,-1 0 0,0-1 0,0 0 0,4-4 0,3-2 0,-1-1 0,-1 0 0,0-1 0,-1 0 0,-1-2 0,0 1 0,-1-2 0,-1 0 0,-1 0 0,-1-1 0,-1 0 0,0-1 0,-2 0 0,0-1 0,-1 1 0,-1-1 0,0-12 0,-5-17-124,-4 15-496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1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614 379 25477,'0'0'4596,"0"0"-3366,0 0-1037,0 0-90,-4-18 41,-28-113 32,29 119-151,0 0 0,-1 0 0,0 0 0,-1 1 0,0-1 0,-1 1-1,-1 1 1,1-1 0,-2 1 0,1 0 0,-1 0 0,-1 1 0,0 0 0,0 1 0,-1 0 0,0 0 0,0 1 0,-1 1 0,0-1 0,0 2 0,0 0 0,-1 0 0,0 1 0,0 0-1,0 1 1,0 0 0,0 1 0,-1 0 0,1 1 0,-1 1 0,1 0 0,-1 1 0,1 0 0,-4 1-25,2 6 0,0 1 0,0 0 0,1 1 0,0 0 0,1 1 0,0 0 0,0 1 0,2 1 0,-1 0 0,2 0 0,0 1 0,0 0 0,1 1 0,1-1 0,0 2 0,1-1 0,1 1 0,1-1 0,-1 4 0,-9 31 0,1 1 0,3 0 0,2 1 0,3 1 0,1-1 0,4 52 0,0-94 0,0 1 0,1 0 0,0-1 0,1 1 0,0-1 0,1 0 0,0 0 0,0 0 0,1 0 0,0 0 0,6 8 0,-7-14 0,-1 0 0,1-1 0,0 1 0,1-1 0,-1 0 0,0 0 0,1 0 0,0-1 0,-1 1 0,1-1 0,0 0 0,1 0 0,-1 0 0,0 0 0,0-1 0,1 0 0,-1 0 0,1 0 0,-1 0 0,1-1 0,-1 0 0,1 0 0,-1 0 0,1 0 0,-1-1 0,1 1 0,-1-1 0,1-1 0,-1 1 0,20-9 0,-1-1 0,0-1 0,-1-1 0,-1-1 0,0-1 0,-1-1 0,0-1 0,-2 0 0,0-2 0,-1 0 0,8-12 0,-14 19 0,188-226 21,-123 131-3004,-61 84-2561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17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30983,'0'0'1552,"0"0"-1360,0 114-152,0-51-40,0 8 0,0 8 0,0 2 0,0 2 0,-2-2 0,-1-4 0,3-4 0,0-6 0,0-6 0,7-16 0,11-17-992,-3-22-3697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1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27398,'0'0'4825,"0"0"-4281,9 148-544,-4-51 0,3 25 0,1-7 0,0-13 0,-5-15 0,1-24 0,-5 22 0,0-14 0,-3-18-568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20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27382,'0'0'2439,"0"0"-1456,0 0-412,0 0-77,0 0-153,-6 13-85,-38 155 45,27-48-301,-20 150 0,11 2 0,12 41 0,14-298 0,4-10 0,46-56-421,-21 9-982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2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561 330 30671,'0'0'629,"0"0"-292,0 0-11,0 0 119,-11-23-141,-73-134-249,78 146-55,-1 1 0,0 0 0,-1 0 0,0 0 0,0 1 0,-1 0 0,-1 0 0,1 1 0,-1 0 0,0 1 0,-1 0 0,0 1 0,0 0 0,0 1 0,-1 0 0,0 1 0,0 0 0,0 1 0,0 0 0,0 1 0,-1 0 0,1 1 0,-9 0 0,14 2 0,0 0 0,0 0 0,0 1 0,0 0 0,1 0 0,-1 1 0,0-1 0,1 2 0,0-1 0,0 1 0,0-1 0,0 2 0,1-1 0,-1 1 0,1-1 0,0 1 0,0 1 0,1-1 0,0 1 0,0 0 0,0 0 0,0 1 0,-58 151 0,56-130 0,1 0 0,1 0 0,2 1 0,1-1 0,1 1 0,3 21 0,-2-44 0,0 1 0,1-1 0,0 0 0,0 0 0,0-1 0,0 1 0,1 0 0,0-1 0,0 0 0,1 1 0,-1-1 0,1 0 0,0-1 0,1 1 0,-1-1 0,1 0 0,0 0 0,0 0 0,0-1 0,0 0 0,1 0 0,-1 0 0,1 0 0,0-1 0,0 0 0,0 0 0,5 0 0,0 1 0,0-1 0,0-1 0,0 0 0,0-1 0,0 0 0,0 0 0,1-1 0,-1 0 0,0-1 0,0-1 0,0 0 0,-1 0 0,1-1 0,-1 0 0,3-2 0,17-16-11,-2 0-1,-1-2 1,0-1-1,-2-1 1,-1-2 0,-1 0-1,-1-1 1,-2-1-1,1-5 12,-2 8-92,30-46-1220,-4 7-1670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21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394 161 30262,'0'0'862,"0"0"-135,0 0-103,-4-12-367,3 4-255,-1 0-1,0 0 1,-1 0-1,0 1 1,0-1-1,0 1 0,-1 0 1,0 0-1,0 0 1,-1 0-1,0 1 1,0 0-1,-1 0 1,0 0-1,0 1 0,0 0 1,0 0-1,-1 0 1,0 1-1,0 0 1,0 0-1,0 1 1,-1 0-1,-3-1-1,4 3 0,-1 1 0,1 1 0,0-1 0,0 1 0,0 0 0,0 1 0,0-1 0,0 2 0,0-1 0,0 1 0,0 0 0,1 0 0,0 1 0,0-1 0,0 1 0,0 1 0,0-1 0,1 1 0,0 0 0,0 1 0,0-1 0,1 1 0,-1 0 0,-1 4 0,-73 163 0,72-142 0,0 0 0,2 0 0,2 0 0,0 1 0,3 26 0,-1-54 0,1 0 0,0 0 0,0-1 0,0 1 0,0 0 0,1 0 0,-1-1 0,1 1 0,0 0 0,0-1 0,1 1 0,-1-1 0,1 1 0,0-1 0,-1 1 0,1-1 0,1 0 0,-1 0 0,0 0 0,1 0 0,0-1 0,-1 1 0,1-1 0,0 1 0,0-1 0,1 0 0,-1 0 0,0-1 0,1 1 0,-1-1 0,1 1 0,-1-1 0,1 0 0,0 0 0,0-1 0,-1 1 0,1-1 0,0 0 0,0 0 0,-1 0 0,1 0 0,0-1 0,14-2 0,-1-2 0,0 0 0,0-1 0,0 0 0,-1-2 0,0 0 0,0-1 0,-1 0 0,0-1 0,-1-1 0,0 0 0,-1-1 0,0 0 0,-1-1 0,0-1 0,7-11 0,-7 11-35,0 0 0,-1-1-1,-1 0 1,0-1 0,-1-1 0,-1 1 0,-1-1 0,2-4 35,-4 0-1407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25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29150,'0'0'963,"0"0"-276,0 0-198,0 0-99,0 0-89,-1 18-65,-21 289 315,0-125-551,-18 265 0,39-445-8,0 0 0,1-1 1,-1 1-1,1 0 0,0-1 0,-1 1 1,1 0-1,0-1 0,0 1 0,0 0 0,0 0 1,0-1-1,1 1 0,-1 0 0,0-1 1,1 1-1,0 0 0,-1-1 0,1 1 1,0 0-1,0-1 0,-1 1 0,1-1 0,0 0 1,1 1-1,-1-1 0,0 0 0,0 0 1,1 1-1,-1-1 0,0 0 0,1 0 0,-1 0 1,1-1-1,-1 1 0,1 0 0,0-1 1,-1 1-1,1-1 0,0 1 0,-1-1 0,1 0 1,0 1-1,-1-1 0,1 0 0,0 0 1,0 0-1,-1-1 0,1 1 0,0 0 0,-1-1 1,1 1-1,0-1 8,32-22-4434,-4-14-12189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2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30559,'0'0'848,"0"0"-288,0 0-72,0 0-176,-5 112-312,-3-68 0,-1 5 0,-4 8 0,-1 5 0,-1 7 0,4 0 0,2 2 0,3-4 0,6-6 0,0-2 0,2-16-56,9-15-1784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2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30270,'0'0'709,"0"0"-352,0 0-12,0 0 30,0 0-123,0 0-82,12 11-53,38 37-30,-48-46-85,0 1 1,-1-1 0,1 0-1,-1 1 1,0-1 0,0 1-1,1-1 1,-2 1 0,1 0-1,0-1 1,0 1 0,-1 0-1,0 0 1,1-1 0,-1 1-1,0 0 1,-1 0 0,1 0-1,0-1 1,-1 1 0,1 0-1,-1 0 1,0-1 0,0 1-1,0 0 1,0-1 0,-1 1-1,1-1 1,-1 0 0,1 1-1,-1-1 1,-1 1-3,1-1 0,-1 0 0,1 1 0,-1-2 0,0 1 0,0 0 0,0 0 0,0-1 0,0 0 0,0 1 0,0-1 0,-1 0 0,1-1 0,0 1 0,-1 0 0,1-1 0,0 0 0,-1 0 0,1 0 0,0 0 0,-1-1 0,1 1 0,0-1 0,-1 0 0,1 0 0,0 0 0,0 0 0,0 0 0,0-1 0,0 0 0,0 1 0,0-1 0,0 0 0,1 0 0,-1-1 0,1 1 0,-1 0 0,1-1 0,0 0 0,0 1 0,0-2 0,2-1 0,0 1 0,1 0 0,-1 0 0,1-1 0,0 1 0,0 0 0,1 0 0,-1 0 0,1 0 0,0 0 0,0 0 0,0 1 0,0-1 0,1 0 0,0 1 0,-1 0 0,1 0 0,1 0 0,-1 0 0,0 0 0,1 0 0,-1 1 0,1 0 0,0 0 0,0 0 0,0 0 0,0 0 0,0 1 0,0 0 0,0 0 0,0 0 0,0 0 0,1 1 0,-1-1 0,0 1 0,1 0 0,-1 1 0,0-1 0,1 1 0,-1 0 0,0 0 0,1 0 0,-4 1 0,0 0 0,0 1 0,0-1 0,0 0 0,0 0 0,-1 1 0,1-1 0,-1 0 0,1 1 0,-1-1 0,0 1 0,0-1 0,0 0 0,0 1 0,-1-1 0,1 1 0,-1-1 0,1 0 0,-1 0 0,0 1 0,0-1 0,0 0 0,0 0 0,0 0 0,-1 2 0,-51 41 0,50-55 0,6 6 0,-1 0 0,1 1 0,0-1 0,0 1 0,1 0 0,-1 0 0,0 0 0,1 0 0,0 0 0,0 1 0,0-1 0,0 1 0,0 0 0,0 1 0,0-1 0,1 1 0,-1-1 0,1 1 0,-1 1 0,1-1 0,-1 1 0,4-1 0,-6 3 0,-1-1 0,1 0 0,-1 1 0,0-1 0,1 1 0,-1 0 0,0-1 0,0 1 0,0 0 0,0-1 0,-1 1 0,1 0 0,0 0 0,-1 0 0,1 0 0,-1 0 0,0 0 0,0 0 0,0 0 0,1 0 0,-2-1 0,1 1 0,0 0 0,0 0 0,-1 0 0,1 0 0,-1 0 0,1 0 0,-1 8 0,2-8 0,-1 1 0,1-1 0,-1 1 0,0 0 0,0-1 0,0 1 0,-1 0 0,1-1 0,0 1 0,-1 0 0,0-1 0,0 1 0,1-1 0,-1 1 0,-1-1 0,1 0 0,0 1 0,-1-1 0,1 0 0,-1 0 0,0 0 0,1 0 0,-1 0 0,0 0 0,0-1 0,0 1 0,-1 0 0,1-1 0,0 0 0,0 0 0,-1 1 0,1-1 0,-1-1 0,1 1 0,-1 0 0,0-1 0,1 1 0,-1-1 0,1 0 0,-1 1 0,0-1 0,1-1 0,-3 1 0,3-2 0,0 0 0,1 0 0,-1 0 0,0 0 0,1-1 0,-1 1 0,1 0 0,0-1 0,-1 1 0,1-1 0,1 1 0,-1-1 0,0 0 0,1 1 0,-1-1 0,1 0 0,0 0 0,0 1 0,0-1 0,0 0 0,0 0 0,0 1 0,1-1 0,0 0 0,-1 1 0,1-10 0,22-66-371,-18 56-1482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2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32 30334,'0'0'1681,"0"0"-1441,-11 116 88,0-53-144,2 8-184,0 4 0,1 0 0,6-2 0,2-6 0,0 2 0,0-20-352,0-13-2569</inkml:trace>
  <inkml:trace contextRef="#ctx0" brushRef="#br0" timeOffset="1576.898">55 0 28502,'0'0'1694,"0"0"-938,0 0-220,-2 18 11,-7 231 185,-23 83-732,20-189 0,18-132-157,-1-10-630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30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55 26062,'0'0'1641,"0"0"-583,0 0-290,0 0 27,0 0-163,0 0-267,-11 22-182,-80 140-52,-76 87-317,166-247 236,1-2-117,1 0-1,-1 1 1,0-1 0,1 0 0,-1 0-1,0 1 1,1-1 0,-1 0 0,0 1-1,0-1 1,0 0 0,1 1-1,-1-1 1,0 0 0,0 1 0,0-1-1,0 0 1,0 1 0,0-1 0,1 1-1,-1-1 1,0 0 0,0 1 0,0-1-1,0 1 1,0-1 0,-1 0-1,1 1 1,0-1 0,0 1 67,198-192-6332,-80 72 3837,-36 45 3603,-78 71-1002,9-11 536,2 2 1,0 0-1,0 1 0,1 0 0,0 1 0,1 1 0,0 1 1,0 0-1,1 1 0,16-4-642,-32 11 47,-1 0 1,1 0-1,-1 0 0,1 0 0,0 0 1,-1 0-1,1 0 0,-1 0 1,1 1-1,-1-1 0,1 1 0,-1-1 1,1 1-1,-1 0 0,0 0 1,1-1-1,-1 1 0,0 0 0,1 0 1,-1 0-1,0 0 0,0 0 0,0 1 1,0-1-1,0 0 0,0 1 1,0-1-1,-1 0 0,1 1 0,0-1 1,-1 1-1,1-1 0,-1 1 1,0-1-1,1 1 0,-1-1 0,0 1 1,0-1-1,0 1 0,0 0 1,0 0-49,-6 72 532,6-73-526,-10 35-79,-2-1 1,-2-1-1,-1 0 0,-1 0 1,-2-2-1,-1 0 0,-11 11 74,28-40-39,-49 74-2360,2-15-3942</inkml:trace>
  <inkml:trace contextRef="#ctx0" brushRef="#br0" timeOffset="359.926">224 848 27814,'-1'19'836,"-29"372"1067,30-391-1920,0 1-1,-1 0 1,1 0-1,0 0 1,0-1-1,0 1 1,-1 0-1,1 0 0,0 0 1,0 0-1,0 0 1,0-1-1,1 1 1,-1 0-1,0 0 1,0 0-1,0 0 1,1-1-1,-1 1 1,0 0-1,1 0 1,-1 0-1,1-1 1,-1 1-1,1 0 1,-1-1-1,1 1 1,-1 0-1,1-1 1,0 1-1,-1-1 0,1 1 1,0-1-1,-1 1 1,1-1-1,0 0 1,0 1-1,0-1 1,-1 0-1,1 0 1,0 1-1,0-1 1,0 0-1,0 0 1,0 0-1,-1 0 1,1 0-1,1 0 18,30-33-703,80-242-1148,-99 244 1995,1 0 1,2 2 0,1 0-1,1 0 1,2 2 0,0 0-1,2 1 1,1 2 0,1 0-1,1 1 1,0 2 0,2 0-1,1 2 1,0 1 0,1 2-1,1 0 1,14-4-145,-40 19 53,-2 0-6,0-1 1,0 1 0,0 0 0,1-1-1,-1 1 1,0 0 0,0 1 0,1-1 0,-1 0-1,0 1 1,1-1 0,-1 1 0,1 0 0,-1 0-1,0 0 1,1 0 0,-1 0 0,1 0-1,-1 1 1,0-1 0,1 1 0,-1 0 0,0-1-1,1 1 1,-1 0 0,0 0 0,0 1 0,0-1-1,0 0 1,0 1 0,0-1 0,0 1-48,-3 22 12,-1 1 1,-1-1-1,0 0 1,-2 0-1,-1-1 1,-2 1-1,0-1 1,-1-1-1,-1 1 1,-1-2-1,-1 1 1,0-2-1,-5 4-12,15-19-267,-1 0 0,-1 0-1,1 0 1,-1 0-1,1 0 1,-1-1-1,-1 0 1,1 0 0,0 0-1,-1 0 1,0-1-1,0 1 1,0-1-1,0-1 1,-1 1-1,1-1 1,-6 2 267,-11-2-6091</inkml:trace>
  <inkml:trace contextRef="#ctx0" brushRef="#br0" timeOffset="629.797">610 830 27382,'0'0'968,"0"111"-168,-18-23-264,-4 5-112,3 2-248,-5-6-176,4-5-112,0-11-744,5-25-1416</inkml:trace>
  <inkml:trace contextRef="#ctx0" brushRef="#br0" timeOffset="931.746">689 1132 19932,'0'0'9738,"0"0"-8761,160 38-297,-86-3-208,1 10-144,-7 3-184,-7 1-144,0 4-40,-15-11-800,-21-15-6810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43.99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2 235 22293,'0'0'2928,"0"0"-815,0 0-1229,0 0-296,0 0-54,-1 3-109,4 0-377,0 1-1,0-1 1,0 0-1,1 0 1,-1 0 0,1 0-1,0-1 1,0 1-1,0-1 1,0 0-1,0 0 1,1-1 0,-1 1-1,1-1 1,-1 0-1,1 0 1,-1-1 0,1 1-1,4-1-47,8 5 87,52 13 33,0-2 0,0-4 0,2-2 0,68 0-120,542-25 109,-352 0-20,0 15 0,8 15-89,198 14 117,354-62 120,15 1-52,607-27-88,-938 28-82,593-17 19,-1124 48-33,1510-39 29,-159-11-14,-355 11 7,-691 20-23,701 11 0,-321 10 1,869-9-1,-512 8 0,-456 33 5,711-35-42,-1109 11-43,0 11 0,62 19 80,-240-28-1753,-75-12-183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2:44.32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1001 26798,'0'0'871,"0"0"-327,20-4-206,134-25 417,-18 17-248,0 7 0,48 7-507,-35-1 140,43 0 69,269-2 190,140-30-399,1823-192 345,-835 118-275,-1414 100-32,1269-63 90,1651-231-100,-2451 232-10,665-27-7,-632 53-6,-458 26-1,-1 10 0,1 9 0,83 18-4,-60 2 43,0-10 0,1-10 0,173-23-43,113-6 288,131 26-288,-295 12 90,201 40-90,75 7 222,185 22-28,13-29-81,-741-47-106,-97-6-8,0 0 0,0 0 0,-1 0 0,1 0 0,0 0 0,0 0 0,0 0 0,0 0 0,0-1 0,-1 1 1,1 0-1,0-1 0,0 1 0,0 0 0,-1-1 0,1 1 0,0-1 0,-1 1 0,1-1 0,0 0 0,-1 1 0,1-1 0,0 0 1,-1 1-1,1-1 0,-1 0 0,0 0 0,1 1 0,-1-1 0,0 0 0,1 0 0,-1 0 0,0 1 0,0-1 0,0 0 0,1 0 1,-1 0-1,0 0 0,0 0 0,0 0 0,-1 1 0,1-1 0,0 0 0,0 0 0,0 0 0,-1 0 0,1 0 0,0 1 0,-1-1 1,1 0-1,-1 0 0,1 1 0,-1-1 0,1 0 0,-1 1 0,1-1 0,-1 0 1,-33-52-953,32 51 820,-44-58-3424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3:57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42 31935,'0'0'613,"-2"1"-414,-7 6-197,0-2 0,-1 1-1,0-1 1,0-1 0,0 0 0,-1 0 0,0-1 0,1 0-1,-1-1 1,0 0 0,-10 0-2,-53 0 0,73-3 0,0 0 0,0 0 0,0 0 0,0-1 0,0 1 0,0 0 0,1-1 0,-1 1 0,1 0 0,-1-1 0,1 1 0,-1-1 0,1 1 0,0 0 0,0-1 0,-1 1 0,1-1 0,0 1 0,1-1 0,-1 1 0,0-1 0,0 1 0,0-1 0,1 1 0,-1-1 0,1 1 0,-1 0 0,1-1 0,0 1 0,-1 0 0,1 0 0,0-1 0,0 1 0,0 0 0,0 0 0,0 0 0,0 0 0,0 0 0,0 0 0,1 0 0,0 0 0,4-3 0,1-1 0,0 1 0,0 1 0,0-1 0,1 1 0,-1 1 0,1-1 0,0 1 0,0 1 0,0 0 0,0 0 0,0 0 0,0 1 0,7 0 0,-13 1 0,0 0 0,0 1 0,0-1 0,0 0 0,0 1 0,0-1 0,0 1 0,-1 0 0,1 0 0,0-1 0,-1 1 0,0 0 0,1 0 0,-1 1 0,0-1 0,0 0 0,0 0 0,-1 0 0,1 1 0,0-1 0,-1 0 0,0 1 0,1-1 0,-1 0 0,0 1 0,0-1 0,0 1 0,-1-1 0,1 0 0,0 1 0,-1-1 0,0 0 0,1 1 0,-1-1 0,0 0 0,0 0 0,0 0 0,-1 0 0,1 0 0,0 0 0,-1 0 0,1 0 0,-1 0 0,0-1 0,0 1 0,1-1 0,-1 1 0,0-1 0,0 0 0,0 0 0,-1 1 0,1 0 0,0 0 0,0-1 0,0 1 0,0 0 0,0-1 0,0 0 0,-1 1 0,1-1 0,0 0 0,-1 0 0,1 0 0,-1 0 0,1-1 0,-1 1 0,1-1 0,-1 0 0,0 1 0,1-1 0,-1 0 0,0 0 0,1-1 0,-1 1 0,1-1 0,-1 1 0,1-1 0,-1 0 0,1 0 0,-1 0 0,1 0 0,0 0 0,-1 0 0,1-1 0,0 1 0,-1-2 0,3-1 0,0 0 0,0-1 0,0 1 0,0 0 0,1 0 0,0-1 0,0 1 0,0 0 0,0 0 0,1 0 0,-1 0 0,1 0 0,0 0 0,1 0 0,-1 1 0,0-1 0,1 1 0,0-1 0,0 1 0,0 0 0,0 0 0,1 1 0,-1-1 0,1 0 0,-1 1 0,1 0 0,0 0 0,0 0 0,0 1 0,0-1 0,0 1 0,0 0 0,1 0 0,-1 0 0,0 1 0,0-1 0,1 1 0,-1 0 0,0 1 0,1-1 0,3 1 0,-7 23 0,-44 25 0,35-41-359,19-14-1434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3:5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29390,'0'0'1309,"0"0"-656,0 0-142,0 0 21,-5 20-215,-32 133-262,7 20-55,7 0 0,8 2 0,7 74 0,13-247 0,56-98-1143,-26 38-827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3:58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31399,'0'0'927,"-4"24"-539,-22 160-335,-26 553-53,50-628 0,3-97 0,-1-61 0,0-8-260,0-3-1040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01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414 320 30719,'0'0'632,"0"0"-210,0 0 16,0 0-14,-1-20-301,-1-151-114,2 165-9,-1 1 0,1 0 0,-1-1 0,1 1 0,-2 0 0,1-1 0,0 1 0,-1 0 0,0 0 0,0 0 0,-1 0 0,0 1 0,1-1 0,-2 0 0,1 1 0,0 0 0,-1 0 0,0 0 0,0 0 0,0 1 0,0-1 0,0 1 0,-1 0 0,1 1 0,-1-1 0,0 1 0,0 0 0,0 0 0,0 0 0,-1 0 0,1 1 0,0 0 0,-1 0 0,1 1 0,0 0 0,-1 0 0,1 0 0,-1 0 0,1 1 0,0 0 0,-1 0 0,1 0 0,0 1 0,0 0 0,0 0 0,-2 1 0,-11 11 0,0 2 0,1 0 0,1 1 0,1 0 0,0 2 0,2-1 0,0 2 0,0 0 0,2 0 0,1 1 0,1 0 0,-5 15 0,5-14 0,1 1 0,0 0 0,2 0 0,0 0 0,2 1 0,1 0 0,0 0 0,2 0 0,1 0 0,1 0 0,1 7 0,-1-27 0,0 0 0,0 0 0,1-1 0,-1 1 0,1-1 0,0 1 0,0-1 0,0 1 0,0-1 0,0 0 0,1 0 0,0 0 0,-1 0 0,1-1 0,0 1 0,0-1 0,1 0 0,-1 0 0,0 0 0,1 0 0,-1 0 0,1-1 0,0 1 0,-1-1 0,1 0 0,0 0 0,0-1 0,0 1 0,0-1 0,-1 0 0,1 0 0,3 0 0,124-29 0,-74-5-32,-2-3 0,-1-2 0,-2-3 0,28-30 32,-9 10-497,0 2-1663,-12 11-2633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02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463 142 30983,'0'0'933,"0"0"-375,-20-13-306,-108-76-211,123 84-41,-2 1 0,1 0 0,-1 0 0,1 0 0,-1 1 0,0 0 0,0 0 0,0 1 0,-1 0 0,1 0 0,0 1 0,-1 0 0,0 0 0,1 0 0,-1 1 0,1 0 0,-1 1 0,1 0 0,-1 0 0,1 1 0,-1-1 0,1 2 0,0-1 0,0 1 0,0 0 0,-4 3 0,-2 8 0,1 1 0,0 0 0,2 1 0,-1 0 0,2 1 0,1 0 0,0 0 0,1 1 0,0 0 0,2 0 0,0 1 0,1-1 0,1 1 0,1 0 0,0 0 0,2 0 0,0 0 0,2 16 0,-2-28 0,0 0 0,0 0 0,1 0 0,0 0 0,0 0 0,0 0 0,1 0 0,0 0 0,0 0 0,1-1 0,0 1 0,0-1 0,0 0 0,1 0 0,0 0 0,0 0 0,1-1 0,-1 0 0,1 0 0,0 0 0,1 0 0,-1-1 0,1 0 0,0 0 0,0 0 0,0-1 0,1 0 0,-1 0 0,1-1 0,-1 1 0,1-1 0,0-1 0,0 0 0,1 1 0,3-2 3,0 0-1,0 0 1,0-1 0,0-1 0,0 0-1,-1 0 1,1-1 0,-1 0 0,1-1-1,-1 0 1,0-1 0,0 0 0,-1-1-1,1 0 1,-1 0 0,0-1 0,-1 0-1,0 0 1,0-1 0,-1 0 0,0-1-1,0 0-2,10-13-95,-1-1 0,-1 0 0,-1-1-1,-2 0 1,0-2 0,-1 1 0,-2-1 0,1-8 95,6-32-2708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07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22085,'0'0'1945,"0"0"-528,27-5-497,172-31 106,-142 28-864,1 2 1,0 3-1,0 2 1,-1 3-1,1 2 1,0 3-1,47 13-162,49 1 572,0-6 0,1-7 0,111-10-572,103 5-1177,-308-1-534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08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7834,'0'0'16811,"0"0"-13198,0 0-3474,21 0-57,133-7 441,165-39 448,503 38-800,-757 8-182,124 0 88,172 22-77,-217 5 311,-173-25-2002,-3-10-4038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617 135 29870,'0'0'1091,"0"0"-452,0 0-77,0 0-149,-14-5-245,-44-19-144,-9-34-24,60 53 0,0-1 0,0 1 0,-1 1 0,0 0 0,0 0 0,0 0 0,0 1 0,0 0 0,-1 0 0,0 1 0,1 1 0,-1-1 0,0 1 0,0 1 0,0-1 0,0 2 0,1-1 0,-1 1 0,0 0 0,0 1 0,1 0 0,-1 1 0,1 0 0,-1 0 0,1 0 0,0 1 0,1 1 0,-1-1 0,1 1 0,-5 4 0,-10 12 0,1 1 0,1 1 0,2 1 0,0 0 0,1 1 0,2 1 0,1 1 0,0 0 0,2 1 0,2 0 0,0 1 0,2 0 0,1 0 0,1 1 0,-1 26 0,7-47 0,1 1 0,0 0 0,1-1 0,-1 1 0,2-1 0,-1 0 0,1 1 0,1-1 0,0-1 0,0 1 0,1 0 0,0-1 0,0 0 0,1 0 0,0-1 0,0 1 0,1-1 0,0-1 0,0 1 0,1-1 0,-1-1 0,2 1 0,-1-1 0,0 0 0,1-1 0,0 0 0,0-1 0,0 0 0,0 0 0,1-1 0,-1 0 0,1 0 0,-1-1 0,1-1 0,0 1 0,-1-2 0,1 1 0,0-1 0,-1-1 0,1 1 0,-1-2 0,0 1 0,0-2 0,7-2 0,5-4 0,0-2 0,0-1 0,-1 0 0,0-2 0,-1 0 0,-1-1 0,-1-1 0,0 0 0,-1-1 0,-1-1 0,-1-1 0,0 0 0,-2-1 0,0 0 0,-1-1 0,-1-2 0,-2 6 0,-2-1 0,0 1 0,-1-1 0,-1 0 0,0 0 0,-2 0 0,0-1 0,-1 1 0,-2-8 0,1 25-45,0 0 1,0 0-1,0 0 1,0 1-1,0-1 1,0 0-1,-1 0 1,1 1-1,-1-1 1,0 0-1,1 0 1,-1 1-1,0-1 1,0 1-1,0-1 0,0 1 1,0-1-1,0 1 1,0-1-1,-1 1 1,1 0-1,0 0 1,-1 0-1,1 0 1,-1 0-1,1 0 1,-1 0-1,0 0 0,1 0 1,-1 1-1,0-1 1,0 1-1,1-1 1,-1 1-1,0 0 1,0 0-1,0 0 1,0 0 44,-18-1-4685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1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 25021,'0'0'4347,"0"0"-2794,0 0-886,0 0-128,0 0-106,-14 22-251,-42 78-157,23 37-25,-82 512 0,114-642-6,-1-5 4,1-1 1,0 1-1,0-1 1,0 1-1,1-1 0,-1 1 1,0 0-1,1 0 0,-1-1 1,1 1-1,-1 0 0,1 0 1,0 0-1,0 0 0,0-1 1,0 1-1,0 0 0,0 0 1,1 0-1,-1 0 1,0-1-1,1 1 0,-1 0 1,1 0-1,0-1 0,0 1 1,0 0-1,0-1 0,0 1 1,0-1-1,0 1 0,0-1 1,0 0-1,1 1 1,-1-1-1,1 0 0,-1 0 1,1 0-1,-1 0 0,1 0 1,1 0 1,29-26-591,7-16-969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1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31999,'-7'18'640,"-36"125"-512,-32 400-128,74-523 22,2-37-375,-1-12-1300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4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27206,'0'0'2511,"0"0"-1472,0 0-486,0 0-85,0 0 9,0 0-111,0 5-235,-4 37-128,-1-1 0,-2 0 0,-2 0 0,-2 0 0,-5 8-3,-13 56 1,12-37-1,4 1 0,2 1 0,3 0 0,2 30 0,6-99-1,-1 0 0,1 0 1,0 0-1,0 0 0,0 0 0,0 0 0,0 0 0,0 0 1,0 0-1,0 0 0,0 0 0,0 0 0,1 0 1,-1 0-1,0 0 0,1 0 0,-1 0 0,1 0 0,-1 0 1,1-1-1,-1 1 0,1 0 0,0 0 0,-1 0 1,1-1-1,0 1 0,0 0 0,0-1 0,-1 1 0,1-1 1,0 1-1,0-1 0,0 1 0,0-1 0,0 1 1,0-1-1,0 0 0,0 0 0,0 1 0,0-1 0,0 0 1,0 0-1,0 0 0,0 0 0,0 0 0,0 0 1,0-1-1,0 1 0,0 0 0,0 0 0,1-1 1,50-28-986,-11-5-1275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30439,'0'0'1904,"0"0"-1504,0 0-376,-44 112-24,29-58 0,-1 7 0,3 4 0,2 4 0,-2 2 0,0-2 0,2-6 0,-2-10 0,4-7 0,0-15 0,3-9 0,6-22 0,0 0 0,0-22-1192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30062,'0'0'913,"0"0"-153,0 0-168,0 0-208,0 0-328,0 0-56,-57 148 0,33-83 0,-2 6 0,0 2 0,-1-3 0,8-3 0,3-6 0,10-8 0,6-8 0,11-19 0,17-14 0,3-12-2769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486 223 31071,'0'0'1035,"0"-17"-469,-1-57-471,1 69-95,0-1 0,-1 1 0,1-1 0,-1 1 0,0-1 0,-1 1 0,1 0 0,-1-1 0,0 1 0,-1 0 0,1 0 0,-1 0 0,0 1 0,0-1 0,0 1 0,-1-1 0,1 1 0,-1 0 0,0 1 0,0-1 0,-1 1 0,1-1 0,-1 1 0,0 1 0,0-1 0,0 1 0,0-1 0,0 2 0,0-1 0,0 0 0,-1 1 0,1 0 0,-4 0 0,-2 0 0,0 0 0,0 1 0,0 0 0,1 1 0,-1 0 0,0 1 0,1 0 0,-1 1 0,1 0 0,0 1 0,-1 0 0,2 0 0,-1 1 0,1 0 0,-8 6 0,0 2 0,1 1 0,0 0 0,1 2 0,1-1 0,0 2 0,1 0 0,1 1 0,1 0 0,0 0 0,2 2 0,0-1 0,1 1 0,1 0 0,0 0 0,2 1 0,1 0 0,-2 16 0,5-33 0,0 0 0,1 1 0,0-1 0,-1 1 0,2-1 0,-1 1 0,0-1 0,1 1 0,0-1 0,0 0 0,0 1 0,0-1 0,1 0 0,0 0 0,0 0 0,0 0 0,0 0 0,1 0 0,-1-1 0,1 1 0,0-1 0,0 1 0,0-1 0,0 0 0,1 0 0,-1-1 0,1 1 0,0-1 0,0 0 0,0 0 0,0 0 0,1 0 0,7 2 0,-1-1 0,1 0 0,0-1 0,-1-1 0,1 0 0,0 0 0,0-1 0,0-1 0,0 0 0,0 0 0,-1-1 0,1-1 0,-1 0 0,1-1 0,-1 0 0,0 0 0,0-1 0,-1-1 0,1 0 0,-1 0 0,-1-1 0,3-2 0,114-150 0,-86 124-400,-1 5-1601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6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30182,'0'0'2217,"0"0"-1865,0 0-336,0 0-16,0 0 0,0 110 0,0-76 0,-7 3 0,-10 21 0,-1-9-1264,1-6-10947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0 29758,'0'0'1905,"0"0"-1193,0 0-320,-35 123-392,7-74 0,-12 4 0,-10 6 0,-14 5 0,-6-1 0,-22-4 0,18-18 0,12-21-1400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49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53 27798,'0'0'2231,"0"0"-1355,0 0-373,0 0-72,0 0-59,-4 0-67,75-17-54,9 2-251,1 5 0,0 3 0,35 3 0,-114 5 0,0-1 0,0 1 0,-1 0 0,1 0 0,0 0 0,-1 0 0,1 0 0,0 0 0,-1 1 0,0-1 0,1 0 0,-1 1 0,0-1 0,0 1 0,0-1 0,0 1 0,0 0 0,0-1 0,0 1 0,0 0 0,-1 0 0,1 0 0,-1 0 0,1-1 0,-1 1 0,0 0 0,0 0 0,1 0 0,-2 0 0,1 0 0,0 0 0,0 0 0,0 0 0,-1 0 0,1-1 0,-1 1 0,0 0 0,0 0 0,1 0 0,-1-1 0,0 1 0,0 0 0,0-1 0,-1 1 0,1-1 0,0 1 0,-1-1 0,0 1 0,-142 181 18,16-29-221,116-135-874,7-16-1022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49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30094,'0'0'641,"0"0"-205,28 1 18,179 2 227,-12-10-467,-193 6-209,1 0 0,-1 1-1,1-1 1,0 1 0,0 0 0,-1 0-1,1 0 1,0 0 0,-1 1 0,1-1-1,0 1 1,-1-1 0,1 1-1,0 0 1,-1 0 0,1 0 0,-1 1-1,0-1 1,1 0 0,-1 1-1,0 0 1,0-1 0,0 1 0,0 0-1,0 0 1,0 0 0,-1 0 0,1 0-1,-1 1 1,1-1 0,-1 1-1,0-1 1,0 0 0,0 1 0,0 0-1,0-1 1,-1 1 0,1 0-1,-1-1 1,0 1 0,1 0 0,-1-1-1,-1 1 1,1 0 0,0 0 0,-1-1-1,1 1 1,-1 1-5,-3 8 2,0 0-1,0-1 1,-1 1 0,-1-1-1,0 0 1,0-1 0,-1 0-1,-1 0 1,1 0 0,-2-1-1,-4 5-1,-6 8 2,-134 125-1277,114-122-1059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5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22021,'0'0'6274,"0"0"-4331,0 0-1377,0 0-57,22-11-2,73-33-96,-7 30 44,-68 16-405,-17-2-49,-1 1 0,1-1 0,-1 1 0,1-1 0,-1 1 0,0 0 0,1 0 0,-1 0 0,0 0 0,0 0 0,0 1 0,0-1 0,0 1 0,0-1 0,0 1 0,0 0 0,0-1 0,-1 1 0,1 0 0,-1 0 0,0 0 0,1 1 0,-1-1 0,0 0 0,0 0 0,0 1 0,0-1 0,-1 0 0,1 1 0,-1-1 0,0 1 0,1-1 0,-1 1 0,0 0-1,-10 91-3,-91 106 3,86-152 0,50-39 0,-6-14-7,-1-1 0,0-2 1,0-1-1,-1-1 0,-1-1 0,1-1 0,-2-2 0,0 0 1,0-2-1,-1-1 0,-2 0 0,10-10 7,29-18-213,15-8-1064,-19 9-1552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5:03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928 1 28814,'0'0'759,"-19"17"-318,-24 25-301,1 1-1,3 3 1,2 0-1,-1 7-139,-61 90 153,5 4 0,7 5 0,7 3 0,7 3 0,7 3 0,7 4 0,7 1 0,-9 69-153,45-134 95,4-1 0,5 2 0,3-1 0,6 1 0,3-1 0,12 53-95,-9-107 14,2-1 1,2 0 0,2 0 0,2-1-1,1-1 1,3-1 0,2-1 0,1 0-1,3-1-14,-13-21 4,1-1 0,1 0 0,1-1 0,1-1 0,0 0 0,1-1 0,1-1 0,0-1 0,1-1 0,1 0 0,0-2 0,0 0 0,1-2 0,0 0 0,1-1 0,0-2 0,0 0 0,18 2-4,-2-6 12,0-1 0,-1-1 0,1-3 0,-1-1 1,1-1-1,-1-3 0,-1-1 0,1-1 0,-2-3 1,0 0-1,0-3 0,23-14-12,25-17 13,-3-3 0,-2-4-1,-2-3 1,38-41-13,-21 14 0,-3-5 0,-5-3 0,-4-4 0,-4-4 0,-4-2 0,-5-4 0,2-14 0,-50 85 0,-1-2 0,-1 0 0,-2-1 0,-2 0 0,-2-1 0,-1-1 0,-2 0 0,-1-1 0,-3 0 0,-1 0 0,-2 0 0,-2-1 0,-2 1 0,-2-1 0,-1 1 0,-2 0 0,-2 0 0,-2 1 0,-1 0 0,-11-23 0,-5 9 0,-2 2 0,-2 1 0,-3 1 0,-1 2 0,-3 2 0,-2 1 0,-1 2 0,-3 2 0,-1 2 0,-2 2 0,-1 2 0,-2 2 0,-1 2 0,-2 2 0,-1 3 0,-1 2 0,-1 3 0,0 2 0,-2 3 0,0 2 0,-22-1 0,47 11 0,0 2-1,-1 1 1,1 2 0,0 1-1,0 2 1,1 1-1,-1 2 1,1 1 0,0 1-1,1 2 1,-4 2 0,-13 12-154,0 3 0,2 1 0,1 2 0,1 2 0,2 3 0,-13 15 154,-71 76-1961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3:54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68 26942,'0'0'2452,"0"0"-1481,0 0-585,-7 21-22,-34 137 527,-61 517-130,96-507-761,7-169-27,-1 0 1,0 0-1,1 0 0,-1 0 0,0 0 1,1 0-1,-1 0 0,1 1 0,-1-1 1,1 0-1,0 0 0,-1 1 0,1-1 1,0 0-1,0 0 0,-1 1 1,1-1-1,0 1 0,0-1 0,0 1 1,0-1-1,0 1 0,0 0 0,0-1 1,-1 1-1,1 0 0,0 0 1,0-1-1,0 1 0,0 0 0,0 0 1,0 0-1,0 0 0,0 1 0,0-1 1,0 0-1,0 0 0,0 1 0,0-1 1,0 0-1,0 1 0,0-1 1,0 1-1,0-1 0,0 1 0,-1-1 1,1 1-1,0 0 0,0-1 0,-1 1 1,1 0-1,0 0 0,-1 0 0,1-1 1,-1 1-1,1 0 0,-1 0 1,0 0-1,1 0 0,-1 0 0,0 0 1,1 0-1,-1 0 0,0 0 0,0 0 1,0 0-1,0 0 27,22-37-2931,0-6-4814</inkml:trace>
  <inkml:trace contextRef="#ctx0" brushRef="#br0" timeOffset="406.059">1332 18 31031,'0'0'1239,"-1"18"-794,-30 270-393,19-193-52,-17 141 0,-42 159 0,62-373 0,3-49 0,5-65-699,1 45-2795</inkml:trace>
  <inkml:trace contextRef="#ctx0" brushRef="#br0" timeOffset="2217.453">2538 17 25061,'0'0'3604,"0"0"-1794,0 0-1101,0 0-181,0 0 39,-3-5-156,-12-6-334,-108 845-77,119-663 0,20-196-195,6-3-1288,1-1-2232</inkml:trace>
  <inkml:trace contextRef="#ctx0" brushRef="#br0" timeOffset="72083.661">10 1415 25421,'0'0'1395,"0"0"442,0 0-912,0 0-274,0 0-83,-2-9-101,0 4-384,1 4-67,1 0-1,-1 0 1,0-1-1,1 1 0,-1 0 1,1 0-1,0-1 1,-1 1-1,1 0 1,0-1-1,0 1 0,0 0 1,0-1-1,0 1 1,0 0-1,0-1 0,0 1 1,0 0-1,1-1 1,-1 1-1,0 0 1,1-1-1,-1 1 0,1 0 1,0 0-1,-1 0 1,1 0-1,0-1 1,0 1-1,0 0 0,-1 0 1,1 0-1,0 1 1,1-1-1,-1 0 0,0 0 1,0 0-1,0 1 1,0-1-1,1 0-15,183-14 784,487-74-765,-357 53-19,2 13 0,0 15 0,59 15 0,-120 18-428,-181-16-880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17.58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810 338 29742,'0'0'1206,"0"0"-469,0 0-90,0-3-275,1-5-370,1 1 0,-1-1 0,-1 1 0,0-1 0,0 1 0,0-1 0,-1 1 0,0-1 0,0 1 0,-1 0 0,0-1 0,0 1 0,-1 0 0,0 0 0,0 0 0,-1 1 0,1-1 0,-2 1 0,1 0-1,-1 0 1,0 0 0,0 1 0,0 0 0,-1 0 0,1 0 0,-1 0 0,-1 1 0,1 0 0,-1 0 0,1 1 0,-1 0 0,-3-1-2,1 2 0,1 1 0,-1-1 0,1 2 0,-1 0 0,0 0 0,1 0 0,-1 1 0,1 0 0,-1 1 0,1 0 0,0 0 0,-1 1 0,1 0 0,0 0 0,1 1 0,-1 0 0,1 0 0,-1 1 0,1 0 0,1 0 0,-1 1 0,1-1 0,0 2 0,0-1 0,-4 7 0,-5 6 0,2 2 0,0-1 0,1 2 0,1-1 0,1 2 0,1-1 0,1 1 0,-3 18 0,3-1 0,1 0 0,2 1 0,2-1 0,2 1 0,2 5 0,-2-40 0,0 1 0,1-1 0,0 1 0,0-1 0,0 1 0,1-1 0,0 1 0,1-1 0,-1 0 0,1 1 0,0-1 0,1 0 0,-1 0 0,1 0 0,1-1 0,-1 1 0,1-1 0,0 0 0,0 0 0,0 0 0,1 0 0,-1-1 0,1 1 0,0-1 0,1-1 0,-1 1 0,1-1 0,0 0 0,5-2 0,0-1 0,0-1 0,-1 0 0,1-1 0,0 0 0,0 0 0,-1-1 0,1-1 0,-1 1 0,0-2 0,0 1 0,-1-2 0,1 1 0,-1-1 0,0-1 0,0 1 0,-1-2 0,0 1 0,-1-1 0,1 0 0,-1-1 0,-1 1 0,0-1 0,0-1 0,4-7 0,9-7 0,0-1 0,-1 0 0,-2-1 0,-1-1 0,-1-1 0,-1 0 0,-1-1 0,-2 0 0,-1 0 0,-1-1 0,-1-1 0,-2 1 0,-1-1 0,-2-4 0,-2 27-50,0 6 17,-1 1-1,1 0 0,0-1 0,-1 1 0,1 0 1,0-1-1,0 1 0,0 0 0,0-1 0,0 1 0,0-1 1,0 1-1,0 0 0,1-1 0,-1 1 0,1 0 1,-1-1-1,1 1 0,-1 0 0,1 0 0,0-1 0,-1 1 1,1 0-1,0 0 0,0 0 0,0 0 0,0 0 1,0 0-1,0 0 0,0 0 0,0 1 0,1-1 0,-1 0 1,0 0-1,0 1 0,1-1 0,-1 1 0,0 0 0,1-1 1,-1 1-1,0 0 0,1 0 0,-1-1 0,1 1 34,23 0-3687</inkml:trace>
  <inkml:trace contextRef="#ctx0" brushRef="#br0" timeOffset="370.109">1728 435 28758,'0'0'2994,"0"-22"-2066,-4-141-841,5 127-87,-9-98 0,7 130 0,0 0 0,0 0 0,0 0 0,-1 0 0,1 0 0,-1 0 0,0 1 0,0-1 0,0 1 0,-1-1 0,1 1 0,-1 0 0,0 0 0,0 0 0,0 0 0,0 0 0,0 1 0,0 0 0,-1-1 0,0 1 0,1 0 0,-1 1 0,0-1 0,0 1 0,0-1 0,0 1 0,0 1 0,0-1 0,0 0 0,-5 2 0,1 0 0,0 0 0,-1 1 0,1 0 0,0 0 0,0 1 0,0 0 0,1 0 0,-1 1 0,1 0 0,-1 0 0,1 1 0,1 0 0,-1 0 0,1 0 0,0 1 0,0 0 0,0 1 0,1-1 0,0 1 0,0 0 0,1 0 0,0 1 0,-1 2 0,-23 36 0,3 2 0,1 1 0,3 0 0,2 2 0,2 0 0,2 2 0,3-1 0,2 1 0,2 1 0,3 0 0,1 34 0,3-82 0,0 0 0,1 0 0,-1 0 0,1-1 0,1 1 0,-1 0 0,1 0 0,0 0 0,0-1 0,0 1 0,1 0 0,0-1 0,0 1 0,1-1 0,-1 0 0,1 0 0,0 0 0,1 0 0,-1 0 0,1-1 0,0 1 0,0-1 0,0 0 0,1 0 0,-1-1 0,1 1 0,0-1 0,0 0 0,0-1 0,0 1 0,1-1 0,2 1 0,-2-2 0,0 0 0,0-1 0,0 0 0,0 0 0,0-1 0,1 0 0,-1 0 0,0 0 0,-1 0 0,1-1 0,0 0 0,0-1 0,-1 1 0,1-1 0,-1 0 0,0 0 0,0-1 0,0 1 0,0-1 0,-1 0 0,0-1 0,2-1 0,81-111 0,-86 116 0,14-24-23,-2 0 1,0-1-1,-2-1 1,0 1-1,-2-2 1,-2 1-1,0-1 1,2-25 22,-7 12-900</inkml:trace>
  <inkml:trace contextRef="#ctx0" brushRef="#br0" timeOffset="2087.436">216 1214 30847,'0'0'746,"0"0"-121,0 0-225,29 7-267,205 46-117,-83-31-16,1-6 0,0-7 0,0-6 0,1-7 0,33 2 0,31 7 0,-217-5 0,-1 1 0,1-1 0,-1 1 0,1-1 0,-1 1 0,1 0 0,-1-1 0,1 1 0,0 0 0,0-1 0,-1 1 0,1 0 0,0-1 0,0 1 0,0 0 0,0-1 0,0 1 0,-1 0 0,2 0 0,-1-1 0,0 1 0,0 0 0,0 0 0,0-1 0,0 1 0,0 0 0,1-1 0,-1 1 0,0 0 0,1-1 0,-1 1 0,0 0 0,1-1 0,-1 1 0,1-1 0,-1 1 0,1-1 0,-1 1 0,1-1 0,0 1 0,-1-1 0,1 1 0,-1-1 0,1 0 0,0 1 0,-1-1 0,1 0 0,0 0 0,0 1 0,-1-1 0,1 0 0,0 0 0,-1 0 0,1 0 0,0 0 0,0 0 0,-1 0 0,1 0 0,0 0 0,0-1 0,-1 1 0,1 0 0,-119 24-680,49-16-2721</inkml:trace>
  <inkml:trace contextRef="#ctx0" brushRef="#br1" timeOffset="5399.808">1240 1164 21901,'0'0'6520,"0"0"-4502,0 0-1441,0 0-137,0 0-17,-10 6-46,-72 63 101,-165 176-442,174-180-37,3 2 0,3 4 0,-25 39 1,60-47 0,67-52 0,-28-12 0,199-48 0,-69 18 0,2 6 0,1 7 0,0 5 0,83 6 0,-222 7 0,30-3 0,-39-15 0,-289-160 0,263 150 0,1-1 0,1-1 0,1-2 0,2-2 0,1 0 0,23 27-10,-1-1 0,1 0 0,0 1 0,1-1 0,0-1 0,0 1 1,1-1-1,0 1 0,0-1 0,1 0 0,0 0 0,1 0 0,0 0 0,0 0 0,1 0 0,0-1 0,1 1 0,1-4 10,5-24-893</inkml:trace>
  <inkml:trace contextRef="#ctx0" brushRef="#br0" timeOffset="53680.092">34 1208 20460,'0'0'3768,"0"0"234,0 0-2476,0 0-950,0 0-68,-7-1-57,-19-2-26,100 1 626,28-4-1051,0-4 0,-1-5 0,12-7 0,52-7 0,34 1 0,1 9 0,114 6 0,-16 21 0,-420-7 0,-945 6 0,1063-7 0,2-1 0,-1 0 0,0 1 0,1-1 0,-1 1 0,0 0 0,0 0 0,1 0 0,-1 0 0,0 1 0,0-1 0,1 1 0,-1-1 0,0 1 0,1 0 0,-1 0 0,1 0 0,-1 0 0,1 1 0,0-1 0,-1 1 0,1-1 0,0 1 0,0 0 0,0 0 0,0 0 0,0 0 0,1 0 0,-1 0 0,0 1 0,41 14 0,81-14 0,1-4 0,-1-7 0,41-10 0,-63 8 0,119-10 0,1 9 0,93 11 0,-272 4 0,0 1 0,-1 2 0,0 2 0,0 1 0,-1 2 0,1 2 0,-156-117-25,90 69-102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24.267"/>
    </inkml:context>
    <inkml:brush xml:id="br0">
      <inkml:brushProperty name="width" value="0.1" units="cm"/>
      <inkml:brushProperty name="height" value="0.1" units="cm"/>
      <inkml:brushProperty name="color" value="#CC0066"/>
    </inkml:brush>
    <inkml:brush xml:id="br1">
      <inkml:brushProperty name="width" value="0.05" units="cm"/>
      <inkml:brushProperty name="height" value="0.05" units="cm"/>
    </inkml:brush>
  </inkml:definitions>
  <inkml:trace contextRef="#ctx0" brushRef="#br0">752 766 29502,'0'0'1998,"0"0"-1122,0 1-541,-39 178-279,10-63-56,4 1 0,6 2 0,5-1 0,2 74 0,9-155 0,-3-42 0,6-35-349,0 19-1398</inkml:trace>
  <inkml:trace contextRef="#ctx0" brushRef="#br0" timeOffset="764.056">504 2174 26870,'0'0'2624,"0"0"-1489,0 0-323,0 0-53,2-8-279,8-26-393,-18 46-87,0 0 0,0-1 0,-2 0 0,1 0 0,-1-1 0,-1 0 0,0-1 0,0 0 0,0 0 0,-4 0 0,-9 9 0,-300 193 0,323-210 0,0 0 0,0 0 0,0 1 0,0-1 0,1 1 0,-1-1 0,0 1 0,1-1 0,-1 1 0,1 0 0,-1-1 0,1 1 0,0 0 0,0-1 0,0 1 0,0 0 0,0-1 0,0 1 0,0 0 0,0-1 0,1 1 0,-1 0 0,1-1 0,-1 1 0,1-1 0,0 1 0,-1-1 0,1 1 0,0-1 0,0 1 0,0-1 0,0 0 0,0 0 0,0 1 0,1-1 0,-1 0 0,0 0 0,1 0 0,-1 0 0,0 0 0,1-1 0,-1 1 0,1 0 0,0-1 0,-1 1 0,1-1 0,-1 1 0,1-1 0,0 0 0,-1 0 0,1 0 0,0 0 0,-1 0 0,3 0 0,33 8 0,0-1 0,1-2 0,-1-1 0,1-2 0,0-2 0,18-3 0,18 2 0,376-7 0,-449 9 0,0-1 0,1 0 0,-1 1 0,0-1 0,1 0 0,-1 0 0,0 0 0,1 0 0,-1 0 0,0 0 0,1 0 0,-1 0 0,0 0 0,1-1 0,-1 1 0,0-1 0,0 1 0,1-1 0,-1 1 0,0-1 0,0 0 0,0 1 0,0-1 0,0 0 0,0 0 0,0 0 0,0 0 0,0 0 0,0 0 0,0 0 0,0 0 0,-1 0 0,1-1 0,0 1 0,-1 0 0,1 0 0,-1-1 0,0 1 0,1 0 0,-1-1 0,0 1 0,0 0 0,0-1 0,0 1 0,0 0 0,0-1 0,0 1 0,0 0 0,0-1 0,-1 1 0,1 0 0,-1 0 0,1-1 0,-1 0 0,-84-92 0,66 78 0,-64-49-28,57 47-13,1 0 0,1-1-1,1-2 1,0 0 0,2-2 0,0 0 0,2-1-1,1-1 1,1-1 0,0-1 41,9 9-2201</inkml:trace>
  <inkml:trace contextRef="#ctx0" brushRef="#br1" timeOffset="50108.975">486 296 19340,'0'0'7722,"0"0"-5559,0 0-1479,0 0-73,0 0-103,-12 0-180,4-1-284,6 1-38,0-1 1,-1 1 0,1 0-1,0-1 1,0 1 0,0 0-1,0 0 1,-1 1 0,1-1 0,0 0-1,0 1 1,0-1 0,0 1-1,0 0 1,0-1 0,0 1-1,0 0 1,0 0 0,0 1-1,0-1 1,1 0 0,-1 1-1,0-1 1,1 1 0,-1-1-1,1 1 1,0 0 0,-1-1-1,1 1 1,0 0 0,0 0-1,0 0 1,0 0 0,0 0-1,1 0 1,-1 0 0,1 0-1,-1 1-6,-60 384 475,-62 383 27,119-735-490,-3 4-4,3 1 1,1 0-1,2 0 0,4 40-8,22-22-376,-15-62-35,17-82-3827,-15 26-7969</inkml:trace>
  <inkml:trace contextRef="#ctx0" brushRef="#br1" timeOffset="50458.9">734 405 28582,'0'0'703,"31"0"-87,222 8 331,-226-5-846,87 5 75,-1 6 1,0 5 0,91 27-177,-201-45 1,1-1 0,-1 0 0,1 1 0,-1 0 1,1 0-1,-1 0 0,0 0 0,1 1 0,-1-1 1,0 1-1,0 0 0,0-1 0,0 1 0,0 1 1,-1-1-1,1 0 0,-1 1 0,1-1 0,-1 1 0,0 0 1,0 0-1,0 0 0,0 0 0,-1 0 0,1 0 1,-1 1-1,0-1 0,0 0 0,0 1 0,0-1 0,-1 1 1,1-1-1,-1 1 0,0-1 0,0 1 0,0 1-1,-61 175 790,-21 265-446,-35 108-260,115-545-319,0 1 1,0-1-1,-1 1 1,0-1-1,-1 0 1,0 0-1,0 0 1,0-1-1,-1 1 1,0-1-1,-1 0 1,0-1-1,-6 6 235,-9-1-6069</inkml:trace>
  <inkml:trace contextRef="#ctx0" brushRef="#br1" timeOffset="50722.801">348 2015 30326,'0'0'897,"0"0"-673,0 0 176,226 9 144,-70-1-168,10-2-376,-28 0 0,-37-2 0,-44 0 0,-11 2 0,0 12 0,-9-1-1096,-13 1-4345</inkml:trace>
  <inkml:trace contextRef="#ctx0" brushRef="#br1" timeOffset="60800.087">151 0 264,'0'0'20903,"0"0"-15744,0 0-3755,0 0-513,0 0-195,5 26-60,4 18-427,-3 1 0,-1 0 0,-2 1 1,-3-1-1,-1 2-209,-101 842 1088,67-316-632,13-437-307,9-120-135,8-47-202,37-120-1753,-4 65-134</inkml:trace>
  <inkml:trace contextRef="#ctx0" brushRef="#br1" timeOffset="61258.019">337 275 26110,'0'0'2344,"22"-10"-1469,20-6-610,0 2-1,1 2 1,1 1 0,32-3-265,323-19 1157,360 18-1157,-752 15 2,-12-17 561,2 17-556,0 0 0,0 1 0,0 0 0,0-1 0,1 1 0,-1 0 0,0 0 0,0 0 0,1 1 0,-1-1 0,1 1 0,-1-1 0,1 1-1,0 0 1,-1 0 0,1 0 0,0 0 0,0 0 0,0 0 0,1 1 0,-1-1 0,1 1 0,-1-1 0,1 1 0,0 0 0,0-1 0,0 1 0,0 0 0,0 0 0,1 0 0,-1 0 0,1 0 0,0-1 0,0 1 0,0 0 0,0 0 0,1 3-7,-3 3 23,-64 435 295,46-273-271,-70 516-36,89-674-64,-1 0-1,0-1 1,-1 1 0,-1 0-1,0-1 1,0 0 0,-1 0-1,-1 0 1,0-1 0,-1 0-1,0 0 1,0-1 0,-1 1-1,-1-1 1,1-1-1,-2 0 1,0 1 53,-14-1-1942</inkml:trace>
  <inkml:trace contextRef="#ctx0" brushRef="#br1" timeOffset="61536.127">458 1823 29998,'0'0'801,"0"0"-433,204-2 56,-55-25 24,-9-3-200,-26 6-176,-22 12-72,-44 12-592,-15-1-1625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5:49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14 24789,'0'0'2021,"0"0"711,0 0-1798,0 0-606,0 0 64,-9 0 29,-28 0-73,431-14-676,-356 22-1335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0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21869,'0'0'7229,"0"0"-5318,0 0-1496,-5 21 78,-38 143 302,13-60-784,4 2 0,5 1 0,5 1 0,5 0 0,3 20-11,8-125-78,-1 0-1,1 0 1,-1 0 0,1 1-1,0-1 1,0 0 0,0 0 0,1 0-1,-1 0 1,1 1 0,0-1-1,0 0 1,0 0 0,0 0-1,0 0 1,1-1 0,-1 1-1,1 0 1,0 0 0,-1-1 0,1 1-1,1-1 1,-1 0 0,0 0-1,0 0 1,1 0 0,0 0-1,-1 0 1,1 0 0,0-1-1,0 1 1,1-1 78,26 2-4351</inkml:trace>
  <inkml:trace contextRef="#ctx0" brushRef="#br0" timeOffset="119926.676">182 1005 12395,'0'0'18132,"0"0"-17420,0 0-328,0 0-112,0 0-40,0 0-216,-26 10-16,26 27-432,4 1-897,-4 3-16962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4:30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1239 27918,'0'0'3209,"0"0"-2817,0 0-256,0 0 288,0 0 176,167-51-512,-84 19-88,9-1 0,0-1 0,-4 2 0,-7 5 0,-11 5 0,-13 8 0,-11 6 0,-15-1-416,-14 1-968,-15 0-1393</inkml:trace>
  <inkml:trace contextRef="#ctx0" brushRef="#br0" timeOffset="264.808">303 546 26478,'0'0'4681,"0"0"-4273,-9 156-8,9-69 16,0 4-32,13 6-384,7-3 0,13 32 0,-7-25-136,-2-16-1640</inkml:trace>
  <inkml:trace contextRef="#ctx0" brushRef="#br0" timeOffset="716.297">1109 258 27574,'0'0'1952,"0"0"-1544,0 0 177,0 0-129,0 0-120,129-47-152,-91 39-96,-1 2-80,13-4-8,-8 5-416,-11-1-1377</inkml:trace>
  <inkml:trace contextRef="#ctx0" brushRef="#br0" timeOffset="976.909">1285 341 25197,'-4'18'3290,"-26"200"-1849,10 1-1,7 84-1440,13 33 197,-1-331-176,1 1 0,0-1 0,0 0 0,0 1 0,0-1-1,1 0 1,0 1 0,0-1 0,1 0 0,-1 0 0,1 0-1,0 0 1,0 0 0,1 0 0,-1-1 0,1 1 0,0-1-1,1 0 1,-1 0 0,1 0 0,-1 0 0,1 0-1,0-1 1,1 0 0,-1 0 0,1 0 0,-1 0 0,1-1-1,0 1 1,0-1 0,0-1 0,0 1 0,0-1 0,0 0-1,0 0 1,1 0 0,-1 0 0,0-1 0,1 0 0,-1 0-1,0-1 1,5 0-21,4-7 19,-1 0-1,0-1 0,-1-1 0,0 0 1,0 0-1,-1-1 0,0-1 1,-1 1-1,8-13-18,-18 24-1,85-124-638,-38 37-2841,-16 25-6297</inkml:trace>
  <inkml:trace contextRef="#ctx0" brushRef="#br0" timeOffset="1305.799">1725 493 28278,'0'0'1912,"0"0"-1439,0 0 39,-24 125-16,24-70-88,0 12-136,0 6-80,0 10-80,0 5-48,0-1-48,2-6-16,3-14-160,1-21-360,7-44-184,-2-2-945,2-28-1919</inkml:trace>
  <inkml:trace contextRef="#ctx0" brushRef="#br0" timeOffset="1614.582">1806 629 29134,'0'0'1817,"0"0"-1513,0 0 184,0 0 56,162 109-136,-105-64-336,0 3-72,-2-1 0,-9-4 0,5-11-208,-19-14-608,-12-14-1385</inkml:trace>
  <inkml:trace contextRef="#ctx0" brushRef="#br0" timeOffset="1883.664">2043 574 29502,'0'0'1313,"0"0"-793,-81 130-120,48-55-32,9 6-200,6 6-168,16 18-64,2-25-600,0-24-2313</inkml:trace>
  <inkml:trace contextRef="#ctx0" brushRef="#br0" timeOffset="2177.842">2306 284 29774,'0'0'1285,"0"0"-901,0 0-260,0 0 118,0 0-61,21 3-100,108 18-41,-124-18-25,-1 0 1,1-1-1,-1 1 1,0 1-1,0-1 1,-1 1-1,1-1 1,-1 1-1,1 0 1,-1 0-1,0 1 1,-1-1-1,1 0 1,-1 1-1,0 0 1,0 0-1,0-1 1,-1 1-1,0 0 1,0 0-1,0 0 1,0 1-1,-1-1 1,0 0-1,0 0 1,0 0-1,-1 0 1,0 0-1,0 0 1,-1 5-16,2 22 124,25 605-136,-29-579-2950,-9-36-3703</inkml:trace>
  <inkml:trace contextRef="#ctx0" brushRef="#br0" timeOffset="2178.842">2153 1241 30959,'0'0'1240,"0"0"-1056,0 0 0,0 0 16,0 0-200,166-16 0,-91-13 0,23-31 0,-17 9-1312,-17-2-3769</inkml:trace>
  <inkml:trace contextRef="#ctx0" brushRef="#br0" timeOffset="2419.151">2867 541 30991,'0'0'1296,"0"0"-936,0 0-240,0 0-120,0 0 0,0 0 0,0 0 0,9 92-328,-24-27-784,-18-5-849,-2-5-1720</inkml:trace>
  <inkml:trace contextRef="#ctx0" brushRef="#br0" timeOffset="2713.909">2538 1036 25021,'0'0'3464,"0"0"-1953,0 0-902,0 0-387,0 0-92,20-17-20,135-111-45,-37 54-28,-118 74-34,1-1-1,0 1 1,0 0-1,0 0 1,0 0-1,0 0 1,0 0-1,0 0 1,0 1-1,0-1 1,0 0-1,0 0 1,0 1-1,-1-1 1,1 0-1,0 1 1,0-1-1,0 1 1,0-1-1,-1 1 0,1 0 1,0-1-1,-1 1 1,1 0-1,0-1 1,-1 1-1,1 0 1,-1 0-1,1 0 1,-1-1-1,0 1 1,1 0-1,-1 0 1,0 0-1,1 0 1,-1 0-1,0 0 1,0 0-1,0 0 1,0 0-1,0-1 1,0 1-1,0 0 1,0 0-1,0 0 1,0 0-1,-1 0 1,1 0-1,0 0 1,-1 0-1,1 0 1,0-1-1,-1 1 0,0 0-1,1 4 12,-5 25 14,-2 0-1,-1 0 1,-1-1-1,-2-1 1,-1 1-1,-1-2 1,-1 1-1,-11 14-26,7-9 6,-87 133-458,103-186-3396,46-49-2780,-21 53 8031,2 12 3531,-21 6-4789,-1 0 0,0 0-1,0 0 1,0 0-1,0 1 1,0-1-1,0 1 1,-1 0-1,1 0 1,-1 0-1,0 0 1,0 0-1,0 0 1,0 1 0,0-1-1,-1 0 1,1 1-1,-1 0 1,0-1-1,0 1 1,-1 0-1,1 0 1,-1 0-145,3 7 238,57 362 600,-60-373-855,1 1-1,0-1 0,-1 0 0,1 0 0,0 0 0,0 0 1,-1 0-1,1 0 0,0 0 0,0 0 0,-1 0 0,1 0 1,0-1-1,-1 1 0,1 0 0,0 0 0,-1-1 0,1 1 1,0 0-1,-1-1 0,1 1 0,-1-1 0,1 1 0,0 0 1,-1-1-1,1 0 0,-1 1 0,0-1 0,1 1 0,-1-1 1,1 1-1,-1-1 0,0 0 0,1 1 0,-1-1 0,0 0 1,0 0-1,0 1 0,1-1 0,-1 0 0,0 1 0,0-1 1,0 0-1,0 0 0,0 1 0,0-1 0,-1 0 0,1 1 1,0-1-1,0 0 0,0 0 0,-1 1 0,1-1 0,0 0 1,-1 1-1,1-1 0,0 1 0,-1-1 0,1 0 0,-1 1 1,1-1-1,-1 1 18,27-142-3437,-11 69-2738</inkml:trace>
  <inkml:trace contextRef="#ctx0" brushRef="#br0" timeOffset="2914.336">3001 982 10282,'0'0'13540,"0"0"-9747,0 0-2825,0 0-398,0 0-327,0 0-147,-16 12-48,3-4-24,5-3 10,0 0 1,0 1-1,0 0 0,0 0 1,1 1-1,0 0 0,0 0 1,1 1-1,0 0 0,1 0 0,-1 1 1,-1 4-35,0 0 136,0 1 0,1-1 0,1 1 0,0 1 0,1-1 1,1 1-1,0-1 0,1 1 0,0 0 0,2 0 0,-1 0 0,2 0 0,1 12-136,1-22-18,1-1-1,-1 1 1,1 0-1,0-1 1,0 0 0,0 0-1,1 0 1,0 0-1,-1-1 1,1 1-1,0-1 1,1-1-1,-1 1 1,0-1-1,1 0 1,-1 0-1,1 0 1,0-1-1,0 0 1,0 0-1,-1 0 1,1-1-1,0 0 1,0 0-1,0-1 1,0 1-1,0-1 1,-1-1-1,1 1 1,0-1-1,-1 0 1,1 0-1,-1 0 1,0-1-1,1 0 1,-1 0-1,2-2 19,32-28-1693,-7-4-1805</inkml:trace>
  <inkml:trace contextRef="#ctx0" brushRef="#br0" timeOffset="3173.912">3141 487 29438,'0'0'1710,"0"20"-1074,14 285 347,24 16-983,-8 159 0,-27-338-532,-14-257-2916,3 35-6</inkml:trace>
  <inkml:trace contextRef="#ctx0" brushRef="#br0" timeOffset="3432.44">3216 1083 22085,'0'0'7457,"0"0"-6504,0 0-329,0 0-344,0 0-176,0 0-104,111 65-152,-104-57-1041,-7-4-4880</inkml:trace>
  <inkml:trace contextRef="#ctx0" brushRef="#br0" timeOffset="3743.88">2356 339 29518,'0'0'1377,"0"0"-961,0 0 120,-11 178-72,9-50-152,2 38-168,24 11-144,0-39-456,-4-39-2609</inkml:trace>
  <inkml:trace contextRef="#ctx0" brushRef="#br0" timeOffset="70208.872">9703 781 30286,'0'0'1039,"0"0"-661,0-17-174,-2-156 471,1 168-674,-1-1 1,-1 1-1,1 0 1,-1 0 0,0 1-1,0-1 1,0 0-1,0 1 1,-1 0 0,0 0-1,0 0 1,0 0-1,0 1 1,-1 0 0,1-1-1,-1 1 1,0 1-1,0-1 1,0 1 0,0 0-1,-1 0 1,1 1-1,0-1 1,-1 1-1,1 0 1,-1 1 0,1-1-1,-1 1 1,0 0-1,1 1 1,-1-1 0,1 1-1,-1 0 1,1 0-1,0 1 1,-1 0 0,1 0-1,0 0 1,0 0-1,0 1 1,0 0 0,1 0-1,-1 0 1,1 1-1,0-1 1,-3 4-2,-7 5 0,1 0 1,0 1-1,1 0 0,1 1 0,0 0 1,1 1-1,0 0 0,2 0 1,-1 1-1,2 0 0,0 1 1,1 0-1,1 0 0,0 0 0,2 1 1,0-1-1,0 1 0,1 15 0,2-29 0,-1-1 0,1 1 0,0-1 0,0 1 0,0 0-1,0-1 1,1 1 0,-1-1 0,1 1 0,0-1 0,0 1-1,0-1 1,0 1 0,1-1 0,0 0 0,-1 0 0,1 0 0,0 0-1,1 0 1,-1 0 0,0 0 0,1-1 0,-1 1 0,1-1 0,0 0-1,0 1 1,0-1 0,0-1 0,0 1 0,1 0 0,-1-1-1,0 0 1,1 0 0,-1 0 0,1 0 0,8 1 0,-1 0-1,1-2 1,-1 1 0,1-1 0,0-1-1,-1 0 1,1-1 0,-1 0-1,1 0 1,-1-1 0,0-1 0,0 0-1,-1-1 1,1 0 0,-1 0-1,0-1 1,5-4 0,156-137-133,-141 117 76,86-83-3577,-76 70-6156</inkml:trace>
  <inkml:trace contextRef="#ctx0" brushRef="#br0" timeOffset="70516.771">10552 324 30951,'0'0'1112,"0"0"-552,-7 136-416,-8-65-144,-5 6 0,0 7 0,0 3 0,5 34 0,4-25 0,2-15-1032</inkml:trace>
  <inkml:trace contextRef="#ctx0" brushRef="#br0" timeOffset="70900.713">12095 205 30823,'0'0'720,"-35"105"-264,15-30-24,-4 27-96,6 21-336,5-9 0,4-13 0,7-15 0,2-7 0,0-14-960,0-11-945</inkml:trace>
  <inkml:trace contextRef="#ctx0" brushRef="#br0" timeOffset="71242.702">13074 554 31479,'0'0'629,"1"-18"-354,-1-213 109,0 228-388,-1-1 1,1 0-1,-1 1 1,0-1-1,0 1 1,0-1-1,0 1 1,-1-1-1,1 1 1,-1 0-1,0 0 0,0-1 1,0 1-1,-1 1 1,1-1-1,0 0 1,-1 1-1,0-1 1,0 1-1,0 0 1,0 0-1,0 0 0,0 0 1,0 0-1,-1 1 1,1-1-1,-1 1 1,1 0-1,-1 0 1,1 1-1,-1-1 1,0 1-1,1-1 0,-1 1 1,0 0-1,1 0 1,-1 1-1,1-1 1,-1 1-1,0 0 1,1 0-1,-1 0 0,1 0 1,0 1-1,-1-1 1,1 1-1,0 0 1,0 0-1,0 0 1,-1 1 3,-7 8-3,-1 0 0,2 1 0,0 0 0,0 0 0,1 1 1,0 1-1,1 0 0,-5 12 3,0-1 2,0 1-1,2 1 1,1 0 0,1 0 0,1 1-1,1 0 1,2 1 0,1-1 0,1 1-1,1 14-1,1-40 5,0 1 1,1 0-1,-1 0 0,1-1 0,0 1 0,0 0 1,1 0-1,-1 0 0,1-1 0,0 1 0,-1 0 0,2 0 1,-1-1-1,0 1 0,1-1 0,0 1 0,0-1 1,0 0-1,0 0 0,0 0 0,0 0 0,1 0 0,0 0 1,0-1-1,-1 1 0,1-1 0,1 0 0,-1 0 1,0 0-1,0 0 0,1 0 0,-1-1 0,1 1 0,0-1 1,2 0-6,13-2 0,1-1 0,-1-1 0,0-1 0,0-1 0,0 0 0,-1-1 0,1-1 0,-1-1 0,-1-1 0,0-1 0,0 0 1,-1-1-1,0 0 0,-1-1 0,0-1 0,-1-1 0,11-13 0,-15 18 0,207-198-1731,-164 152-1579</inkml:trace>
  <inkml:trace contextRef="#ctx0" brushRef="#br0" timeOffset="71537.085">14466 0 30799,'0'0'1264,"0"0"-840,-24 142-144,-4-20-280,-3 52 0,0 21 0,7-3 0,9-42 0,11-58 0,4-19 0,0-33 0,0-13-2048</inkml:trace>
  <inkml:trace contextRef="#ctx0" brushRef="#br0" timeOffset="67527.206">5144 1073 24597,'0'0'3505,"-4"-17"-2002,-38-203-55,41 211-1400,-2-22 62,0-1 0,-2 1 1,-1 0-1,-2 0 0,-1 1 1,-1 0-1,-1 1 1,-2 0-1,-1 1 0,-4-5-110,15 29 11,0 0 1,1 1-1,-1-1 0,0 1 0,-1-1 0,1 1 0,0 0 1,-1 0-1,0 1 0,0-1 0,0 1 0,0-1 0,0 1 1,0 1-1,-1-1 0,1 0 0,-1 1 0,1 0 0,-1 0 1,1 1-1,-1-1 0,1 1 0,-1 0 0,0 0 0,1 0 1,-1 1-1,0 0 0,1 0 0,-1 0 0,1 0 0,0 1 1,-1-1-1,1 1 0,0 0 0,0 1 0,0-1 1,0 1-1,0-1 0,1 1 0,-3 2-11,-10 18 5,1 0 0,2 0 0,0 2 0,1 0 1,1 0-1,2 1 0,0 0 0,2 1 0,1-1 0,1 1 0,1 1 0,1 2-5,-6 16 11,3 2 0,1-1 0,3 0 0,1 1 0,6 40-11,-3-81 0,0-1 0,1 0 0,0 1 0,1-1 0,0 0 0,-1-1 0,2 1 0,-1-1 0,1 0 0,0 0 0,0 0 0,0 0 0,0-1 0,1 0 0,0 0 0,0-1 0,0 1 0,0-1 0,1-1 0,-1 1 0,1-1 0,-1 0 0,1-1 0,0 1 0,0-1 0,0-1 0,0 1 0,0-1 0,0 0 0,0-1 0,0 0 0,-1 0 0,1 0 0,0-1 0,0 0 0,-1 0 0,1-1 0,-1 0 0,0 0 0,0 0 0,0-1 0,3-3 0,19-16-1,-1-2-1,-2-1 1,-1-1 0,-1-1-1,-1-1 1,-1 0 0,-2-2 0,-1-1-1,-1 0 1,8-26 1,28-43-79,36-49-2718,-55 98-2388</inkml:trace>
  <inkml:trace contextRef="#ctx0" brushRef="#br0" timeOffset="67819.957">6038 762 30302,'0'0'790,"0"0"2,0 0-160,-3-18-408,-5-22-220,-1 0-1,-2 1 0,-2 0 1,-1 0-1,-2 1 0,-2 1 1,-1 1-1,-19-26-3,35 58 0,-1 0 0,1 0 0,-1 0 0,1 1 0,-1 0 0,0-1 0,0 1 0,-1 1 0,1-1 0,-1 1 0,1 0 0,-1 0 0,0 0 0,0 0 0,1 1 0,-1 0 0,0 0 0,0 0 0,-1 1 0,1 0 0,0 0 0,0 0 0,0 0 0,0 1 0,0 0 0,0 0 0,0 0 0,0 1 0,0-1 0,-5 8 0,1 0 0,-1 1 0,1 0 0,1 0 0,0 1 0,1 0 0,0 0 0,0 1 0,1 0 0,1 0 0,0 0 0,0 1 0,-1 9 0,-11 35 0,1 1 0,4 1 0,2 0 0,3 0 0,2 1 0,3 0 0,2 0 0,4 5 0,-2-57 0,0-1 0,1 1 0,0 0 0,0-1 0,1 0 0,0 0 0,0 0 0,1 0 0,0-1 0,0 1 0,0-1 0,1-1 0,0 1 0,0-1 0,0 0 0,1 0 0,0-1 0,0 0 0,0 0 0,0 0 0,1-1 0,-1 0 0,1-1 0,0 0 0,0 0 0,0 0 0,0-1 0,0 0 0,0-1 0,0 0 0,0 0 0,0-1 0,0 0 0,0 0 0,0-1 0,0 0 0,5-2 0,4-2-6,1-1 0,-1-1 0,-1-1 0,0 0 0,0-1 0,0-1-1,-1 0 1,0-2 6,8-4-62,65-52-699,-8 2-944</inkml:trace>
  <inkml:trace contextRef="#ctx0" brushRef="#br0" timeOffset="68159.569">6784 588 28438,'0'0'1599,"0"0"-949,0 0 46,0 0 291,-11-16-627,-38-52-323,45 62-37,-1 0 0,1 0 0,-2 1 0,1-1 0,0 1 0,-1 0 0,0 1 0,0-1 0,0 1 0,-1 0 0,0 1 0,1 0 0,-1 0 0,0 0 0,-1 1 0,1 0 0,0 0 0,-1 1 0,1 0 0,-1 0 0,1 1 0,-1-1 0,-1 2 0,3 0 0,-1-1 0,0 2 0,0-1 0,1 1 0,-1 0 0,1 1 0,-1 0 0,1 0 0,0 0 0,0 0 0,0 1 0,0 0 0,1 0 0,0 1 0,0 0 0,0 0 0,0 0 0,1 0 0,0 1 0,0-1 0,0 1 0,-1 3 0,-62 147 0,55-114 0,1 1 0,2 0 0,2 0 0,2 0 0,2 1 0,2-1 0,3 18 0,-3-57 0,2 1 0,-1-1 0,0 0 0,1 0 0,0 0 0,0 1 0,0-1 0,0 0 0,1 0 0,0 0 0,-1-1 0,1 1 0,1 0 0,-1-1 0,1 1 0,-1-1 0,1 0 0,0 0 0,0 0 0,0 0 0,1 0 0,-1-1 0,0 1 0,1-1 0,0 0 0,0 0 0,0-1 0,-1 1 0,2-1 0,-1 1 0,0-1 0,0-1 0,0 1 0,2 0 0,13 1 0,-1-1 0,0-1 0,1 0 0,-1-2 0,1 0 0,-1-1 0,0 0 0,0-2 0,0 0 0,-1-1 0,0-1 0,0 0 0,0-2 0,-1 0 0,0 0 0,-1-2 0,0 0 0,-1 0 0,0-2 0,0 1 0,-2-2 0,0 0 0,0 0 0,-1-1 0,-1-1 0,-1 1 0,0-2 0,-1 1 0,0-1 0,0-5 0,35-99-1610,-36 101-461</inkml:trace>
  <inkml:trace contextRef="#ctx0" brushRef="#br0" timeOffset="68484.252">7323 943 28958,'0'0'1633,"0"0"-769,0 0-64,-18 130-288,-10-90-512,-5 3 0,-28 12 0,8-7-960,5-13-16924</inkml:trace>
  <inkml:trace contextRef="#ctx0" brushRef="#br0" timeOffset="69404.942">7443 986 27542,'0'0'1188,"0"0"-253,0 0-235,0 0-84,0 0-164,-3-5-174,1 4-257,3 1-15,-1 0 0,1-1 0,-1 1 0,1 0 0,-1 0 0,1 0 0,-1 0 0,1-1 0,-1 1 0,0 0 1,1 0-1,-1-1 0,1 1 0,-1 0 0,0-1 0,1 1 0,-1 0 0,0-1 0,0 1 0,1-1 0,-1 1 0,0 0 0,0-1 0,1 1 0,-1-1 0,0 1 0,0-1 0,0 1 0,0-1 0,0 1 0,0-1 1,0 1-1,0-1 0,0 1 0,0-1 0,0 1 0,0 0 0,0-1 0,0 1 0,0-1 0,0 1 0,0-1 0,-1 1 0,1-1 0,0 1 0,0-1 0,-1 1 0,1 0 0,0-1 0,-1 1 0,1 0 0,0-1 0,-1 1 1,1 0-1,0-1 0,-1 1 0,1 0 0,-1 0 0,1-1 0,-1 1-6,4 3 7,0 1 0,-1-1 1,1 1-1,-1-1 0,0 1 1,0 0-1,-1-1 0,1 1 0,-1 0 1,1 0-1,-1 1 0,-1-1 0,1 0 1,-1 0-1,1 0 0,-1 1 1,0-1-1,0 0 0,-1 0 0,0 0 1,1 1-1,-1-1 0,-1 0 1,1 1-8,-3 8 3,0-1 1,-1 1-1,0-1 1,-1 0-1,-1 0 1,1-1 0,-2 0-1,0 0 1,0-1-1,-1 1 1,0-2 0,0 0-1,-1 0 1,-1 0-1,1-1 1,-2-1-4,11-5 2,-1 0 0,1-1 0,-1 1 0,0-1 0,0 0-1,0 1 1,1-1 0,-1 0 0,0 0 0,0 0 0,-1 0 0,1 0 0,0-1 0,0 1 0,0-1 0,0 1 0,-1-1 0,1 0-1,0 0 1,0 0 0,-1 0 0,1 0 0,0-1 0,0 1 0,-1-1 0,1 1 0,0-1 0,0 0 0,0 0 0,0 1 0,0-2-1,0 1 1,0 0 0,0 0 0,0-1 0,1 1 0,-1-1 0,0 1 0,1-1 0,0 0 0,-1 0 0,1 1 0,0-1 0,0 0-1,0 0 1,0 0 0,0 0 0,0-1 0,0 1 0,1 0 0,-1 0 0,1-2-2,-2-5 0,1 1 0,0-1 1,1 0-1,-1 0 0,2 0 0,-1 1 0,1-1 1,1 0-1,0 1 0,0-1 0,0 1 1,1-1-1,0 1 0,1 0 0,0 0 0,0 0 1,1 1-1,0 0 0,0 0 0,1 0 0,0 0 1,0 1-1,0 0 0,1 0 0,0 1 1,0 0-1,0 0 0,1 0 0,0 1 0,0 0 1,0 1-1,0 0 0,0 0 0,1 0 1,-1 1-1,1 1 0,1-1 0,-6 3 7,-1-1 1,0 1-1,0 0 0,0 0 1,0 0-1,0 0 0,0 1 1,0-1-1,0 1 0,0 0 1,-1-1-1,1 1 0,-1 0 1,1 1-1,-1-1 1,0 0-1,0 1 0,0-1 1,0 1-1,0 0 0,-1 0 1,1-1-1,-1 1 0,0 0 1,0 0-1,0 0 0,0 1 1,0-1-1,-1 0 0,1 0 1,-1 0-1,0 1 1,0-1-1,0 0 0,0 0 1,-1 1-1,1-1 0,-1 0 1,0 0-1,0 0 0,0 0 1,0 0-1,-1 1-7,0 7 1,-1 0 0,1-1 0,-2 1 0,0-1 0,0 0 0,-1 0 0,0 0 0,0-1 0,-1 0 0,0 0 0,-1 0 0,0-1 0,-1 1 0,0-2 0,0 1 0,-1-1-1,9-6 0,-1 0 0,1 0 0,-1 0 0,0 0 0,1-1 0,-1 1 0,0 0 0,1 0 0,-1-1 0,0 1 0,0 0 0,0-1 0,0 1 0,1-1 0,-1 1 0,0-1 0,0 0 0,0 1 0,0-1 0,0 0 0,0 0 0,0 1 0,0-1 0,0 0 0,0 0 0,0 0 0,0 0 0,0 0 0,0-1 0,0 1 0,0 0 0,0 0 0,0-1 0,0 1 0,0 0 0,0-1 0,0 1 0,0-1 0,0 0 0,0 1 0,1-1 0,-1 1 0,0-1 0,0 0 0,1 0 0,-1 0 0,1 1 0,-1-1 0,0 0 0,1 0 0,0 0 0,-1 0 0,1 0 0,-1 0 0,0-5 0,-1 0 0,0-1 0,1 1 0,0 0 0,1-1 0,-1 1 0,1-1 0,1 1 0,-1 0 0,1-1 0,0 1 0,0 0 0,1-1 0,0 1 0,0 0 0,0 0 0,1 0 0,0 1 0,0-1 0,1 1 0,-1-1 0,1 1 0,0 0 0,1 0 0,-1 1 0,1-1 0,0 1 0,2-1 0,70-14-882,-39 10-1157</inkml:trace>
  <inkml:trace contextRef="#ctx0" brushRef="#br0" timeOffset="69922.98">8877 326 29662,'0'0'873,"0"0"-417,0 0 16,-44 132 72,24-45-168,-8 29-112,-3 30-144,-2 6-120,9-24 0,13-33 0,11-38 0,5 4-192,19-12-864,-2-15-2321</inkml:trace>
  <inkml:trace contextRef="#ctx0" brushRef="#br0" timeOffset="80112.306">8421 1411 29662,'0'0'1321,"0"0"-1145,0 0-128,171 0-16,-57 0-32,-15 0-240,-12 0-2897</inkml:trace>
  <inkml:trace contextRef="#ctx0" brushRef="#br0" timeOffset="83254.689">1440 2188 23005,'0'0'1243,"0"0"-454,-23-3 846,-155-10-213,172 13-1355,6-1-31,-1 1-1,0-1 0,1 1 1,-1-1-1,1 1 0,-1-1 0,0 1 1,0-1-1,1 1 0,-1 0 1,0 0-1,0-1 0,1 1 1,-1 0-1,0 0 0,0 0 0,0 0 1,1 0-1,-1 0 0,0 0 1,0 0-1,1 0 0,-1 0 0,0 0 1,0 0-1,0 1 0,1-1 1,-1 0-1,0 1 0,1-1 1,-1 0-1,0 1 0,1-1 0,-1 1 1,0-1-1,1 1 0,-1-1 1,1 1-1,-1 0 0,1-1 1,-1 1-1,1 0 0,-1-1 0,1 1 1,0 0-1,-1 0 0,1-1 1,0 1-1,0 0 0,0 0 0,-1-1 1,1 1-1,0 0 0,0 0 1,0 0-1,0-1 0,0 1 1,0 0-1,1 0-35,94 34 1132,-37-27-990,0-2 0,0-3 1,0-3-1,0-2 0,39-7-142,453-87 193,509-1-151,271-33 186,-300 37-163,-357 65-60,-262 18 57,-40-11 17,2-1-76,0 15 0,24 18-3,1846 143 0,-1714-123 0,659 24 0,580-44 0,-837 11 0,-779-20 0,0 7 0,0 6 0,107 27 0,-170-16 0,-152-48-308,20 6-1232</inkml:trace>
  <inkml:trace contextRef="#ctx0" brushRef="#br0" timeOffset="85058.798">15845 2154 25725,'0'0'618,"0"0"517,0 0-496,0 0-178,0 0 305,0 0-1,-2-5-282,-9-23-175,-11 25-2023,25-4 1850,1 1 0,-1 0-1,1 1 1,0-1 0,1 1 0,-1-1 0,1 1 0,0 1-1,1-1 1,-1 1 0,1 0 0,0 0 0,0 0 0,0 1-1,0 0 1,1 0 0,-1 1 0,1-1 0,0 1-1,6 0-134,45-15 147,2 3-1,0 3 0,0 2 0,1 3 0,0 3 0,16 3-146,72-7 9,181-20-9,399-14 0,-267 52 0,201 41 0,324 46 0,882 6 0,-298 60 0,-1490-154 0,61 15 0,-142-25 0,-1-1 0,0 1 0,1 0 0,-1 0 0,0 0 0,1 0 0,-1 0 0,0 0 0,1 0 0,-1 0 0,0 0 0,1 0 0,-1 1 0,0-1 0,1 0 0,-1 0 0,0 1 0,1-1 0,-1 0 0,1 1 0,-1-1 0,1 0 0,-1 1 0,1-1 0,-1 1 0,1-1 0,-1 1 0,1-1 0,-1 1 0,1-1 0,0 1 0,-1 0 0,1-1 0,0 1 0,0 0 0,-1-1 0,1 1 0,0-1 0,0 1 0,0 0 0,0-1 0,0 1 0,0 0 0,0 0 0,0-1 0,0 1 0,0 0 0,0-1 0,0 1 0,1-1 0,-1 1 0,0 0 0,0-1 0,1 1 0,-1 0 0,0-1 0,1 1 0,-1-1 0,1 1 0,-1-1 0,1 1 0,-188 28-972,78-19-2097</inkml:trace>
  <inkml:trace contextRef="#ctx0" brushRef="#br0" timeOffset="91428.505">10790 882 31391,'0'0'712,"0"0"-520,0 0-192,0 0-144,0 0-1216</inkml:trace>
  <inkml:trace contextRef="#ctx0" brushRef="#br0" timeOffset="92944.71">9721 1637 29942,'0'0'873,"0"0"-329,0 0-32,0 0-136,0 0-216,0 0-112,-112 113-32,95-64-16,-10 54-312,3-13-792,2-1-2225</inkml:trace>
  <inkml:trace contextRef="#ctx0" brushRef="#br0" timeOffset="93911.746">8502 1785 27630,'0'0'1712,"0"0"-776,0 0-199,0 0-225,0 0-120,0 0-232,0 0-88,-57 77-8,40-35-48,-10 41-16,5-12-288,-2-2-1313</inkml:trace>
  <inkml:trace contextRef="#ctx0" brushRef="#br0" timeOffset="94872.847">6744 1426 29310,'0'0'1489,"0"0"-945,0 0-64,0 0-104,0 0-112,0 0-112,-46 97-72,35-44-40,-4 12-40,-5 38-64,5-14-728,-3-14-3073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6:1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28958,'0'0'816,"0"0"-176,0 0-255,0 0-81,0 0-64,0 0-16,0 0-8,162-49-72,-92 21-40,-4 1-32,-3 3-64,-6 12-8,-17 12-328,-27 45-776,-11 15-377,-2 3-11001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9:37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 0 31183,'0'0'832,"-48"126"-512,15 5 112,-11 70-432,2 26 0,3 4 0,6-16 0,9-44 0,4-37 0,9-37 0,5-14 0,1-34 0,-1-13-672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9:36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555 1 28846,'0'0'2241,"0"0"-1833,0 0-264,-130 132 16,49 22 272,-4 33-32,8 16-264,14-9-136,14-27 0,14-13 0,11-18 0,13-27 0,11-26 0,0-24 0,22-12-544,7-9-1128,-1-21-14084</inkml:trace>
  <inkml:trace contextRef="#ctx0" brushRef="#br0" timeOffset="298.416">1594 1092 30246,'0'0'587,"-2"-25"-257,1 5-310,-2-52 302,-4 1 0,-2 0-1,-17-60-321,23 122 9,1 0 0,-1-1-1,-1 1 1,1 0 0,-2 0 0,1 1 0,-1-1-1,0 1 1,-1 0 0,0 1 0,0-1-1,-1 1 1,0 0 0,0 1 0,0-1-1,-1 2 1,0-1 0,0 1 0,-1 0-1,1 1 1,-1 0 0,0 0 0,0 1-1,-1 0 1,1 0 0,-1 1 0,1 1-1,-1-1 1,0 2 0,-1-1-9,-9 5 7,1 2 0,0 0 1,0 0-1,0 2 0,1 0 1,0 2-1,1 0 0,0 0 0,1 2 1,0 0-1,0 1 0,1 0 0,1 2 1,1-1-1,0 2 0,0-1 0,2 2 1,0 0-1,1 0 0,-3 8-7,-11 10 9,1 1 0,2 1-1,2 0 1,1 2 0,2 0-1,2 1 1,1 1 0,3 0-1,1 0 1,1 1 0,3 0-1,1 18-8,3-56 2,1 1-1,0-1 1,0 1-1,1-1 1,-1 1-1,1-1 1,0 0-1,0 1 1,0-1-1,1 0 1,-1 0 0,1 0-1,0 0 1,1 0-1,-1 0 1,0 0-1,1-1 1,0 1-1,0-1 1,0 0-1,0 1 1,1-2-1,-1 1 1,1 0-1,0-1 1,0 1-1,0-1 1,0 0-1,1 0-1,6 3 3,1-1 0,-1 0 0,1-1 0,0 0 0,-1-1 0,1 0 0,1-1 0,-1 0 0,0-1 0,0 0 0,0-1 0,0-1 0,0 0 0,0 0 0,0-1 0,-1-1 0,1 0 0,-1 0 0,0-1 0,0 0 0,3-4-3,250-188-97,-228 167 14,75-63-697,-14 8-1021</inkml:trace>
  <inkml:trace contextRef="#ctx0" brushRef="#br0" timeOffset="628.016">2251 920 30406,'0'0'771,"0"0"-231,0 0 215,0-23-485,-3-75-245,2 91-25,0 0 0,0 0 0,-1 0 0,0 0 0,0 1 0,-1-1 0,1 1 0,-1 0 0,-1-1 0,1 1 0,-1 1 0,0-1 0,-1 1 0,1-1 0,-1 1 0,0 0 0,-1 1 0,1-1 0,-1 1 0,1 0 0,-1 1 0,-1-1 0,1 1 0,0 0 0,-1 1 0,1 0 0,-1 0 0,-2 0 0,-2-1 0,-1 1 0,1 0 0,-1 1 0,1 0 0,-1 1 0,0 1 0,1 0 0,-1 0 0,1 1 0,-1 0 0,1 1 0,0 1 0,0-1 0,0 2 0,-8 4 0,-1 7 0,1 1 0,1 1 0,1 1 0,0 0 0,2 1 0,0 1 0,1 0 0,1 1 0,1 0 0,1 1 0,1 1 0,1-1 0,1 1 0,2 1 0,0 0 0,1 0 0,2 0 0,0 0 0,2 22 0,-1-40 0,0 0 0,0 0 0,1 0 0,0 0 0,1 0 0,-1 0 0,1 0 0,1 0 0,-1 0 0,1 0 0,1 0 0,-1 0 0,1 0 0,0-1 0,1 1 0,-1-1 0,1 1 0,1-1 0,-1 0 0,1 0 0,0 0 0,0-1 0,1 1 0,0-1 0,0 0 0,0 0 0,0-1 0,1 0 0,3 2 0,10 1 0,1-1 0,1-1 0,-1-1 0,1-1 0,-1-1 0,1-1 0,0-1 0,0 0 0,-1-2 0,1 0 0,0-1 0,-1-1 0,0-2 0,0 1 0,0-2 0,-1-1 0,0 0 0,6-5 0,18-12-61,-1-2-1,-2-2 1,-1-2-1,-2-1 1,-1-2-1,-1-1 1,-2-2-1,-1-1 1,-3-1-1,3-8 62,3-9-1633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9:41.7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246 90 24293,'0'0'7114,"0"0"-6474,-68 144 24,35-73-608,2 0-56,5-2 0,4 0 0,5-6 0,-1-2 0,5-4 0,2-7 0,4-11 0,7-19 0,0-10-1328,13-10-1905</inkml:trace>
  <inkml:trace contextRef="#ctx0" brushRef="#br0" timeOffset="247.867">853 1 30879,'0'0'776,"0"0"-216,-20 132-8,-2-63-552,-4 10 0,-5 4 0,-6 4 0,-2-1 0,-3 3 0,-8 22 0,10-21 0,9-20-2481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9:41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721 332 30431,'0'0'736,"0"0"-326,-14-18 37,-2-2-292,-53-99 400,58 87-532,10 25-22,0-1-1,-1 1 1,0 0-1,0 0 0,0 0 1,-1 0-1,0 0 1,-1 0-1,0 1 0,0 0 1,0 0-1,-1 0 1,1 0-1,-1 0 0,-1 1 1,1 0-1,-1 0 1,0 1-1,0-1 0,0 1 1,-1 1-1,1-1 1,-1 1-1,-2-1 0,-1 4 0,0-1 0,0 2 0,1-1 0,-1 1 0,0 1 0,1 0 0,-1 0 0,1 1 0,-1 0 0,1 0 0,0 1 0,0 1 0,1-1 0,-1 1 0,1 1 0,0 0 0,0 0 0,-2 3 0,-122 136 0,110-119 0,1 1 0,1 1 0,1 1 0,2 0 0,1 1 0,2 1 0,0 0 0,2 1 0,2 1 0,1 0 0,1 0 0,2 0 0,0 14 0,6-42 0,1 0 0,0 0 0,0 0 0,0 0 0,0 0 0,1 0 0,0-1 0,0 1 0,0 0 0,0-1 0,1 0 0,0 0 0,0 0 0,0 0 0,0 0 0,0 0 0,1-1 0,0 1 0,0-1 0,0 0 0,0 0 0,0-1 0,1 1 0,-1-1 0,1 0 0,-1 0 0,1-1 0,2 1 0,143 19 0,-115-22 0,0-2 0,0-1 0,0-1 0,0-2 0,-1-2 0,0-1 0,-1-1 0,0-2 0,-1-1 0,-1-2 0,0-1 0,-1-1 0,-1-2 0,0-1 0,-2-1 0,-1-1 0,0-2 0,4-7 0,-3 2-22,-1-1 0,-2-2 0,-1 0 1,-1-2-1,-2 0 0,9-24 22,15-67-3079,-29 64-5169</inkml:trace>
  <inkml:trace contextRef="#ctx0" brushRef="#br0" timeOffset="311.639">1488 70 30439,'0'0'1264,"0"0"-904,-57 128 200,28-65-416,1 3-144,-1 1 0,1 6 0,1 0 0,3-2 0,5-6 0,8-10 0,6-14 0,5-13 0,27-26 0,12-2-936,3-14-1281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39:44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1 17292,'0'0'10875,"0"0"-8265,0 0-2332,0 0 27,-10 17 62,-113 215 485,108-201-791,-20 35-40,4 1 0,2 1 1,4 2-1,2 1 0,4 0 0,0 18-21,18-82 12,0-6-31,0-1 0,0 1 1,0 0-1,1 0 0,-1 0 0,0 0 0,1 0 1,-1 0-1,1 0 0,-1 0 0,1 1 0,0-1 1,-1 0-1,1 0 0,0 0 0,0 0 0,0 1 1,0-1-1,0 0 0,0 0 0,0 0 0,0 0 1,0 1-1,1-1 0,-1 0 0,0 0 0,1 0 1,-1 0-1,1 0 0,-1 0 0,1 0 0,0 0 1,-1 0-1,1 0 0,0 0 0,0 0 0,-1 0 0,1 0 1,0-1-1,0 1 0,0 0 0,0-1 0,0 1 1,0-1-1,0 1 0,0-1 0,0 1 0,1-1 1,-1 0-1,0 1 0,0-1 0,0 0 0,0 0 1,1 0-1,-1 0 0,0 0 0,0 0 0,0 0 1,1-1-1,-1 1 0,0 0 19,32-23-1858,2-12-2078</inkml:trace>
  <inkml:trace contextRef="#ctx0" brushRef="#br0" timeOffset="294.77">750 74 29598,'0'0'961,"-48"116"-361,15-41-24,-2 12-32,4-2-208,5-2-208,4-8-104,3-8-24,5-10 0,3-16 0,7-13 0,4-24-320,15-4-432,7-10-1201</inkml:trace>
  <inkml:trace contextRef="#ctx0" brushRef="#br0" timeOffset="617.621">1018 163 29686,'0'0'833,"0"0"-137,-22 128-16,4-65-224,1 4-184,1 2-136,3-4-128,2-6-8,7-11 0,4-21-320,17-13-488,5-14-2497</inkml:trace>
  <inkml:trace contextRef="#ctx0" brushRef="#br0" timeOffset="897.545">1568 413 30983,'0'0'625,"0"0"-241,0 0 51,14-21-171,46-70-195,-55 85-68,0 0-1,-1-1 0,0 1 1,-1-1-1,1 0 1,-1 0-1,-1 0 0,1 0 1,-1-1-1,-1 1 0,1-1 1,-1 1-1,0-1 1,-1 0-1,0 1 0,0-1 1,-1 0-1,0 0 0,-1 3 0,-1 0 0,0 1 0,0-1 0,0 1 0,0 0 0,-1 0 0,0 0 0,1 1 0,-2-1 0,1 1 0,0 0 0,0 0-1,-1 0 1,0 1 0,1 0 0,-1 0 0,0 0 0,0 0 0,0 1 0,-1 0 0,1 0 0,0 0 0,0 0 0,-1 1 0,1 0 0,0 0 0,0 1 0,-1-1 0,1 1 0,0 0 0,0 1 0,0-1 0,-5 3 0,-5 2-1,1 1 1,0 1 0,0 0-1,0 1 1,1 1-1,1 0 1,-1 0 0,2 1-1,-1 1 1,2 0-1,-1 1 1,2 0 0,0 0-1,-7 15 1,1-8 1,2 2-1,1 0 1,1 0-1,0 1 1,2 0-1,1 1 1,1 0-1,0 0 1,2 1-1,1 0 1,1-1-1,1 1 1,2 5-1,-1-24 0,1 0 0,0 0 0,0 0 0,0-1 0,1 1 0,0 0 0,0 0 0,1-1 0,-1 1 0,1 0 0,0-1 0,1 0 0,0 1 0,-1-1 0,1 0 0,1 0 0,-1-1 0,1 1 0,0-1 0,0 0 0,0 0 0,1 0 0,-1 0 0,1-1 0,0 0 0,0 0 0,0 0 0,3 1 0,8-1 0,1 0 0,1-1 0,-1-1 0,0 0 0,0-1 0,1-1 0,-1-1 0,0 0 0,0-1 0,0-1 0,-1-1 0,1 0 0,-1-1 0,0-1 0,-1 0 0,1-2 0,-1 1 0,-1-2 0,0 0 0,4-4 0,-1 2-187,0 0-1,-2-1 1,1 0-1,-2-1 1,0-1-1,0 0 1,-2-1 0,0 0-1,-1-1 1,0-1-1,0-3 188,9-31-5316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40:0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1 25982,'0'0'2483,"0"0"-1504,0 0-326,0 0-125,-19 1-166,5-2-298,7 1-43,0-1 0,1 1 0,-1 0 0,1 1 0,-1 0 0,0 0 0,1 0 0,0 1 0,-1 0 0,1 0-1,0 0 1,0 1 0,0 0 0,0 0 0,0 1 0,1-1 0,0 1 0,-1 1-21,-33 36 124,2 1-1,2 2 0,2 1 1,2 1-1,3 2 1,1 1-1,-14 39-123,13-35 46,2 2-1,3 1 1,2 1-1,3 0 1,2 2-1,3 0 1,-5 54-46,17-106 0,1-1 1,0 1-1,0-1 1,1 1-1,0-1 0,0 1 1,0-1-1,1 0 1,0 1-1,0-1 0,0 0 1,1 0-1,0-1 1,0 1-1,1 0 0,-1-1 1,1 0-1,0 0 1,1 0-1,-1 0 0,1-1 1,0 0-1,0 0 1,0 0-1,1-1 0,-1 1 1,1-1-1,0 0 1,0-1-1,4 2 0,7-2-15,1 0 1,0 0 0,0-2-1,0 0 1,0-2-1,0 1 1,-1-2-1,1-1 1,0 0-1,-1-1 1,0-1-1,-1 0 1,1-1-1,-1-1 1,0-1-1,-1 0 1,0-1-1,0 0 1,-1-2-1,-1 1 1,0-2-1,-1 0 1,0 0-1,0-1 1,-2-1-1,0 0 1,0 0-1,-2-1 1,0 0-1,0-2 15,-3 10 3,-1 1 1,-1-1-1,1 0 0,-1 0 0,-1-1 0,1 1 0,-1 0 1,-1-1-1,0 1 0,0-1 0,-1 0 0,0 1 1,0-1-1,-1 1 0,0-1 0,0 0 0,-1 1 0,0 0 1,-1-1-1,0 1 0,0 0 0,-1 0 0,0 1 0,0-1 1,0 1-1,-1 0 0,-1 0 0,1 0 0,-1 1 1,0 0-1,0 0 0,-1 0 0,0 1 0,-4-3-3,-9 0 14,1 1 0,-1 0 0,0 1 0,0 2 0,-1 0 0,1 1-1,-1 1 1,0 1 0,0 0 0,0 2 0,1 0 0,-6 3-14,23-5-29,0 1 1,0 0-1,-1 1 0,1-1 1,0 0-1,0 1 0,0 0 1,-1 0-1,1 0 0,0 0 1,0 0-1,0 0 0,1 1 1,-1 0-1,0-1 0,0 1 1,1 0-1,-1 0 1,1 1-1,0-1 0,0 0 1,0 1-1,0 0 0,0-1 1,0 1-1,1 0 0,-1 0 1,1 0-1,0 0 0,0 0 1,0 0-1,0 0 0,0 2 29,0 15-1783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40:0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0 30118,'0'0'530,"0"0"-281,0 0-49,6 18 23,21 56-92,-26-61-127,1 0-1,-2 0 1,0 0 0,0 0 0,-1 0-1,-1 0 1,0 0 0,-1 0 0,0 0 0,-1-1-1,0 1 1,-1-1 0,-1 0 0,0 0 0,0-1-1,-1 0 1,-1 0 0,0-1 0,0 0-1,-1 0 1,0 0 0,-2-1-4,-6 12 1,-5 6-1,13-17 1,0 0 0,0 0 0,1 1 0,0 0 0,1 1 0,1-1 0,0 1 0,0 1 0,-2 8-1,9-19 2,0 1-1,0-1 1,0 0-1,0 1 1,1-1-1,-1 0 1,0 0 0,1 0-1,0 0 1,-1 0-1,1-1 1,0 1-1,0 0 1,0-1-1,0 0 1,0 1 0,1-1-1,-1 0 1,0 0-1,1 0 1,-1 0-1,0-1 1,1 1-1,-1 0 1,1-1 0,-1 0-1,1 0 1,-1 0-1,1 0 1,-1 0-1,1 0 1,-1 0 0,1-1-1,-1 0 1,1 1-1,-1-1 1,0 0-1,1 0 1,1-1-2,11 1 14,19-3-88,1-2 0,-1-2 1,0 0-1,-1-3 0,0 0 0,-1-3 1,19-10 73,-8 4-1721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40:02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1 506 30110,'0'0'937,"0"0"-697,0 0 96,160 25 72,-66-25-160,9 0-136,2 0-80,-24-2-16,-2-4-16,-11 0-288,-22 2-528,-22-1-1689</inkml:trace>
  <inkml:trace contextRef="#ctx0" brushRef="#br0" timeOffset="318.875">468 1 30166,'0'0'817,"-29"112"-281,7 0 72,-6 48-88,-1 8-400,5-8-120,13-22 0,9-40 0,2-27-368,0-23-2057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40:2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31215,'0'0'684,"36"-5"-415,340-35 169,513 19-276,-398 15-163,-158-2 1,903-15 0,396 74 0,-1477-33 0,-153-17-6,0-1 0,-1 1 0,1-1 0,-1 1 0,1-1 0,-1 1 0,1 0 0,-1 0 0,1 0 0,-1 0 0,0 0 0,0 0 0,1 0 0,-1 0 0,0 0 0,0 1 0,0-1 1,0 0-1,0 1 0,0-1 0,-1 1 0,1-1 0,0 1 0,-1-1 0,1 1 0,-1-1 0,0 1 0,1 0 0,-1-1 0,0 1 0,0 0 0,0-1 0,0 1 0,0 0 0,-1-1 0,1 1 0,0 0 0,-1-1 0,1 1 0,-1-1 0,1 1 0,-1-1 0,0 1 0,0-1 0,0 1 0,0-1 6,-25 23-1373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40:1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157 240 29742,'0'0'1223,"0"0"-847,0 0-208,26 6 123,145 35 23,-169-42-313,0 1 1,0-1 0,1 1 0,-1-1-1,0 1 1,0 0 0,0 0 0,1 0-1,-1 0 1,0 1 0,0-1 0,1 1-1,-1-1 1,0 1 0,0 0 0,0-1-1,0 1 1,0 0 0,0 0 0,0 1-1,0-1 1,0 0 0,-1 1 0,1-1-1,0 1 1,-1-1 0,1 1 0,-1 0-1,0 0 1,0 0 0,1 0 0,-1 0-1,0 0 1,-1 0 0,1 0 0,0 0-1,0 0 1,-1 0 0,0 1 0,1-1-1,-1 0 1,0 0 0,0 0 0,0 1-1,0-1 1,0 0 0,-1 0 0,1 1-1,-1-1 1,0 0 0,1 0 0,-1 0-1,0 0 1,0 0 0,0 0 0,0 0-1,-1 1 0,-154 104 47,112-81-35,-144 88 74,187-114-86,0 0 0,0 0 1,0 0-1,0 1 0,0-1 1,0 0-1,0 1 0,0-1 1,0 0-1,0 1 0,0 0 1,0-1-1,0 1 0,0-1 1,1 1-1,-1 0 0,0 0 1,0-1-1,1 1 0,-1 0 1,1 0-1,-1 0 0,1 0 1,-1 0-1,1 0 0,-1 0 1,1 0-1,0 0 0,-1 0 1,1 0-1,0 0 0,0 0 1,0 0-1,0 0 0,0 0 1,0 0-1,0 0 0,0 0 1,0 0-1,1 0 0,-1 0 1,0 0-1,1 0 0,-1 0 1,1 0-1,-1 0 0,1 0 1,-1 0-1,1 0 0,0 0 1,-1-1-1,1 1 0,0 0 1,0 0-1,-1-1 0,1 1 1,0-1-1,0 1 0,0-1 1,1 1-2,67 10 0,10-12 11,-58-1-7,-1 1 0,0 1 0,1 0-1,-1 2 1,0 0 0,1 1 0,-1 2-1,-1 0 1,1 1 0,1 1-4,-18-6 4,0 1-1,0 0 1,0 0 0,0 0 0,-1 0-1,1 1 1,0-1 0,-1 1-1,0-1 1,1 1 0,-1 0 0,0 0-1,-1 0 1,1 0 0,0 0-1,-1 1 1,0-1 0,1 0 0,-2 1-1,1-1 1,0 1 0,-1-1-1,1 1 1,-1-1 0,0 1 0,0-1-1,0 1 1,-1-1 0,1 1-1,-1-1 1,0 1 0,0-1 0,0 0-1,-1 3-3,-65 103 129,-160 99-139,164-174-742,54-39-859,8-18-2140</inkml:trace>
  <inkml:trace contextRef="#ctx0" brushRef="#br0" timeOffset="360.25">661 64 30358,'0'0'1203,"0"0"-792,0 0-68,23-2 30,143-9-294,30 8-79,-194 33 0,-62 120 0,-308 811 0,363-915-112,30-63-694,7-17-1093</inkml:trace>
  <inkml:trace contextRef="#ctx0" brushRef="#br0" timeOffset="632.688">1253 303 30254,'0'0'1249,"0"0"-793,44 163-40,-20-90-24,2-2-392,1-4 0,-5-5 0,-5-11 0,1-10 0,-3-9-24,7-30-792,-2-2-897,-5-10-3152</inkml:trace>
  <inkml:trace contextRef="#ctx0" brushRef="#br0" timeOffset="860.804">1678 153 26270,'0'0'4425,"0"0"-3913,0 0 136,-111 134 32,34-28-448,-17 31-232,-3 10 0,14-2 0,28-31 0,27-37 0,19-20-192,9-27-1496,0-17-7506</inkml:trace>
  <inkml:trace contextRef="#ctx0" brushRef="#br0" timeOffset="1117.603">2145 1 30567,'0'0'1009,"-17"22"-634,-142 217 350,88-106-702,5 4 0,7 2-1,5 3 1,-30 132-23,66-127 0,20-145 0,-1 0 0,0 0 0,1 0 0,-1-1 0,1 1 0,-1-1 0,1 1 0,0-1 0,-1 1 0,1-1 0,0 0 0,0 0 0,0 0 0,0 0 0,0 0 0,0-1 0,0 1 0,1 0 0,-1-1 0,0 0 0,0 1 0,0-1 0,1 0 0,-1 0 0,0 0 0,0-1 0,0 1 0,0 0 0,1-1 0,-1 0 0,0 1 0,0-1 0,0 0 0,0 0 0,0 0 0,0 0 0,0-1 0,-1 1 0,1 0 0,0-1 0,-1 1 0,1-1 0,-1 1 0,1-1 0,0-1 0,21-20 0,0-1 0,-2-2 0,-1 0 0,0-1 0,-2-1 0,-2 0 0,0-1 0,-1-5 0,-6 19 0,-1-1 0,0 1 0,-1-2 0,-1 1 0,-1-1 0,0 0 0,-2 0 0,2-11 0,-5 26 0,0 0 0,0 0 0,0 0 0,-1 1 0,1-1 0,0 0 0,-1 0 0,1 0 0,-1 1 0,0-1 0,0 0 0,1 1 0,-1-1 0,0 1 0,-1-1 0,1 1 0,0-1 0,0 1 0,0 0 0,-1 0 0,1-1 0,-1 1 0,1 0 0,-1 0 0,1 1 0,-1-1 0,0 0 0,1 0 0,-1 1 0,0-1 0,0 1 0,1-1 0,-1 1 0,0 0 0,0 0 0,0 0 0,0 0 0,1 0 0,-80 6 0,62-1 0,0 1 0,1 0 0,0 2 0,0 0 0,0 1 0,1 1 0,0 1 0,1 0 0,1 1 0,-1 1 0,2 0 0,-4 4 0,17-16-35,-1 0 0,1 0 1,-1 0-1,1 0 0,0 0 0,-1 0 0,1 0 0,0 0 1,0 1-1,0-1 0,0 1 0,0-1 0,0 0 1,0 1-1,0-1 0,1 1 0,-1 0 0,0-1 0,1 1 1,-1 0-1,1-1 0,0 1 0,0 0 0,0 0 1,-1-1-1,2 1 0,-1 0 0,0-1 0,0 1 0,0 0 1,1-1-1,-1 1 0,1 0 0,-1-1 0,1 1 1,0 0-1,0-1 0,0 1 0,0-1 0,0 0 0,0 1 1,0-1-1,0 0 0,0 0 0,1 1 0,-1-1 1,0 0-1,1 0 0,-1 0 0,1-1 0,-1 1 1,1 0-1,-1 0 0,1-1 0,0 1 0,1-1 35,39 3-2579</inkml:trace>
  <inkml:trace contextRef="#ctx0" brushRef="#br0" timeOffset="1299.074">2432 100 29638,'0'0'648,"0"0"-511,0 0-137,0 0-1921</inkml:trace>
  <inkml:trace contextRef="#ctx0" brushRef="#br0" timeOffset="1682.992">2597 109 30575,'0'0'773,"0"0"-208,0 0-92,-25 22-152,10-8-296,-2 0-21,1 1-1,0 0 1,1 1-1,1 1 1,0 0-1,1 1 1,1 1-1,1 0 1,0 1-1,-1 6-3,-9 26 0,2 1 0,2 0 0,2 2 0,3 0 0,3 0 0,-2 43 0,10-88 0,0 0 0,1 1 0,0-1 0,1 0 0,0 0 0,0 0 0,1 0 0,1-1 0,0 1 0,0 0 0,1-1 0,0 0 0,0 0 0,1 0 0,0 0 0,1-1 0,0 0 0,0 0 0,1 0 0,0-1 0,0 0 0,1 0 0,0-1 0,0 0 0,0-1 0,1 1 0,0-2 0,0 1 0,0-1 0,6 2 0,-3-4-2,-1 1 0,1-2 0,0 1 0,0-2-1,-1 1 1,1-2 0,0 0 0,0 0 0,-1-1 0,1 0 0,-1-1 0,1 0-1,-1-1 1,0 0 0,-1-1 0,1 0 0,7-5 2,153-129-1698,-105 70-801</inkml:trace>
  <inkml:trace contextRef="#ctx0" brushRef="#br0" timeOffset="1935.818">2847 244 24429,'0'0'5969,"-112"165"-5136,20-15-257,-13 36-48,-1 13-232,12-2-296,9-21-96,21-48-1120,14-39-6218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03:41:17.828"/>
    </inkml:context>
    <inkml:brush xml:id="br0">
      <inkml:brushProperty name="width" value="0.1" units="cm"/>
      <inkml:brushProperty name="height" value="0.1" units="cm"/>
      <inkml:brushProperty name="color" value="#CC0066"/>
    </inkml:brush>
    <inkml:brush xml:id="br1">
      <inkml:brushProperty name="width" value="0.05" units="cm"/>
      <inkml:brushProperty name="height" value="0.05" units="cm"/>
    </inkml:brush>
    <inkml:brush xml:id="br2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422 948 29606,'0'0'704,"0"0"-319,0 0-55,0 0 120,0 0 44,0 0-135,3-17-167,16-53-93,-17 67-94,1 1-1,-1-1 1,0 1 0,1 0 0,-1 0-1,1 0 1,-1 0 0,1 0 0,0 0-1,0 1 1,0 0 0,0-1-1,0 1 1,0 0 0,0 0 0,1 1-1,-1-1 1,0 1 0,0-1 0,1 1-1,-1 0 1,0 0 0,1 1-5,12-2 15,198-20 9,167 8-24,-375 13 0,7-2 0,-1 1 0,0 0 0,1 1 0,-1 1 0,1 0 0,-1 1 0,0 0 0,0 0 0,0 2 0,0-1 0,0 2 0,-1-1 0,1 1 0,-1 1 0,-1 0 0,1 1 0,-1 0 0,1 2 0,-9-7 0,0 1 0,0 1 0,0-1 0,-1 0 0,1 0 0,-1 0 0,0 1 0,0-1 0,0 1 0,-1-1 0,1 1 0,-1-1 0,0 1 0,0-1 0,0 1 0,0 0 0,-1-1 0,1 1 0,-1-1 0,0 0 0,0 1 0,0-1 0,0 1 0,-1-1 0,1 0 0,-1 0 0,0 0 0,-1 1 0,-69 81 0,70-83 0,-175 158-7,-173 117 7,223-179-30,80-62-190,32-34-1426,26-28-1492</inkml:trace>
  <inkml:trace contextRef="#ctx0" brushRef="#br1" timeOffset="-321996.846">19323 695 27254,'0'0'1112,"0"0"-288,0 0-128,0 0-127,0 0 23,0 0 16,-44 193-128,-2-60-104,-2-7-120,8-22-256,16-31 0,13-19 0,5 5 0,3 4 0,3 0 0,38-12 0,5-17-1048,1-22-1713</inkml:trace>
  <inkml:trace contextRef="#ctx0" brushRef="#br1" timeOffset="-321761.803">20465 723 30439,'0'0'1232,"0"0"-1088,-11 112 248,-7-29 160,-1 31-544,1-5-8,3-6 0,1-13 0,4-21 0,-1 6 0,0 2 0,2-14 0,4-17 0,5-23-224,9-15-1000,11-8-1209</inkml:trace>
  <inkml:trace contextRef="#ctx0" brushRef="#br1" timeOffset="-321513.786">21611 717 30975,'0'0'1032,"0"0"-568,-68 175-168,29-60-296,4-7 0,6-7 0,12-16 0,6-26 0,2 2 0,2-4 0,7-13 0,0-21-16,5-11-1592,8-12-5018</inkml:trace>
  <inkml:trace contextRef="#ctx0" brushRef="#br1" timeOffset="-320999.625">22777 671 23493,'0'0'7170,"0"0"-6714,0 0-32,0 0 256,-98 160-136,62-71-544,-3 27 0,2-5 0,6-14 0,7-19 0,13-28 0,4-5 0,5-5 0,2-23 0,33-21-800,7-21-648,3-15-18005</inkml:trace>
  <inkml:trace contextRef="#ctx0" brushRef="#br1" timeOffset="-320721.187">23507 671 28054,'0'0'3145,"0"0"-2673,0 0 80,-6 144-8,-10-82-544,-8 20 0,-11 29 0,0-6 0,0-7 0,2-13 0,7-22 0,-1 4 0,12 2 0,8-21-672,7-23-1697</inkml:trace>
  <inkml:trace contextRef="#ctx0" brushRef="#br1" timeOffset="-320355.712">24686 1107 5665,'0'0'21354,"0"0"-16658,0-20-4417,0-69-33,-2 82-238,1 0 0,-1 0-1,0 1 1,-1-1 0,1 1 0,-1-1-1,-1 1 1,1 0 0,-1 0-1,0 0 1,0 1 0,-1 0 0,0-1-1,0 1 1,0 1 0,0-1 0,-1 1-1,0 0 1,1 0 0,-2 1-1,1 0 1,0 0 0,-1 0 0,1 1-1,-1 0 1,0 0 0,0 0-1,0 1 1,0 0 0,0 1 0,0-1-1,0 1 1,0 1 0,0-1 0,1 1-1,-1 1 1,0-1 0,0 1-1,0 0 1,1 1 0,-1-1 0,1 1-1,-1 1-7,-14 5-2,1 0 0,0 2 0,0 0 0,1 2 0,1 0-1,0 1 1,0 0 0,2 2 0,0 0 0,-1 2 2,-8 8 14,2 2 1,1 0-1,0 1 0,3 1 1,0 1-1,2 1 0,1 0 0,2 1 1,1 1-1,2 0 0,1 0 1,2 1-1,1 1 0,2-1 1,1 4-15,3-33 0,0 0 0,0 0 0,0 1 0,1-1 0,0 0 0,0 1 0,1-1 0,0 0 0,0 1 0,0-1 0,1 0 0,0 0 0,0 0 0,1 0 0,-1-1 0,1 1 0,0 0 0,1-1 0,-1 0 0,1 0 1,0 0-1,1 0 0,-1-1 0,1 0 0,0 0 0,0 0 0,0 0 0,0-1 0,1 0 0,0 0 0,-1 0 0,5 1 0,1-1 0,1 1 0,0-2 0,0 1 0,0-2 0,0 0 0,0 0 0,0-1 0,0 0 0,0-1 0,0-1 0,0 0 0,0 0 0,0-2 0,0 1 0,-1-1 0,0-1 0,0 0 0,0 0 0,0-1 0,-1-1 0,5-3 0,4-5 0,0 0 0,-1-2 0,-1 0 0,-1 0 0,0-2 0,-1 0 0,-1-1 0,-1 0 0,-1-1 0,4-10 0,-8 10-98,0-1 1,-2 0-1,0 0 0,-2-1 0,0 1 1,-2-1-1,0 0 0,-1 0 1,-2 0-1,0 0 0,-2-4 98,-6-52-1598</inkml:trace>
  <inkml:trace contextRef="#ctx0" brushRef="#br1" timeOffset="-319312.917">15031 439 29086,'0'0'1056,"0"0"-511,0 0-121,0 0 56,-96 128-32,60-47-96,-7 33-56,-6 28-216,3 10-80,11-26 0,18-31 0,12-36 0,5-9 0,0 5 0,18 6 0,10-10-976,1-23-1913</inkml:trace>
  <inkml:trace contextRef="#ctx0" brushRef="#br1" timeOffset="-318988.813">15945 979 31671,'0'0'663,"-6"-19"-293,-37-127-307,42 139-63,1 1 0,-1 0 0,-1 0 0,1 0 0,-1 0 0,0 1 0,-1-1 0,1 0 0,-1 1 0,0-1 0,-1 1 0,1 0 0,-1 0 0,0 1 0,0-1 0,0 1 0,-1-1 0,0 2 0,0-1 0,0 0 0,0 1 0,0 0 0,-1 0 0,1 0 0,-1 1 0,0 0 0,0 0 0,0 1 0,0-1 0,0 1 0,0 0 0,0 1 0,0 0 0,0 0 0,-1 0 0,-1 1 0,-6 4 0,-1 1 0,1 1 0,0 0 0,0 1 0,1 1 0,0 0 0,0 1 0,1 0 0,0 1 0,1 0 0,1 1 0,-1 0 0,2 1 0,0 0 0,0 0 0,-2 8 0,9-18 0,-14 17 0,1 1 0,1 0 0,1 0 0,1 2 0,0-1 0,2 2 0,1-1 0,1 1 0,1 1 0,1 0 0,1-1 0,1 2 0,1 4 0,3-27 0,0 1 0,0-1 0,0 1 0,0-1 0,0 1 0,1-1 0,0 1 0,0-1 0,0 1 0,0-1 0,0 0 0,1 1 0,-1-1 0,1 0 0,0 0 0,0 0 0,0 0 0,0 0 0,0-1 0,1 1 0,-1-1 0,1 1 0,0-1 0,0 0 0,0 0 0,0 0 0,0-1 0,0 1 0,0-1 0,1 1 0,-1-1 0,1 0 0,-1 0 0,1-1 0,-1 1 0,1-1 0,-1 0 0,1 0 0,-1 0 0,20-2-3,-1-2-1,0 0 1,-1-1-1,1-2 1,-1 0-1,0-1 1,-1-1-1,0-1 1,-1-1-1,1-1 1,-2 0 0,0-1-1,-1-2 1,4-3 3,15-9-69,68-48-754,-16 6-1062</inkml:trace>
  <inkml:trace contextRef="#ctx0" brushRef="#br1" timeOffset="-318696.668">16767 543 27470,'0'0'4289,"0"0"-3721,-7 115-128,-10-46-440,-9 31 0,-7 34 0,-5 24 0,6-12 0,5-33 0,12-40 0,4-30 0,2 2 0,-2 1 0,2-9-336,1-23-3297</inkml:trace>
  <inkml:trace contextRef="#ctx0" brushRef="#br1" timeOffset="-315304.158">12982 829 30727,'0'0'1271,"0"0"-639,-7-18-503,-19-60-121,18-5-8,9 78 0,0 0 0,-1 0 0,0 0 0,0 0 0,0 0 0,-1 1 0,0-1 0,0 0 0,0 0 0,0 0 0,-1 0 0,1 1 0,-1-1 0,-1 1 0,1-1 0,0 1 0,-1 0 0,0 0 0,0 0 0,-2-2 0,-1 4 0,1 0 0,0 0 0,-1 1 0,0 0 0,1 0 0,-1 0 0,0 0 0,1 1 0,-1 0 0,0 0 0,0 1 0,1-1 0,-1 1 0,0 1 0,1-1 0,-1 1 0,1 0 0,0 0 0,-1 1 0,1-1 0,0 1 0,1 0 0,-1 0 0,0 1 0,1 0 0,0-1 0,0 2 0,0-1 0,0 0 0,1 1 0,-1-1 0,-23 30 0,2 0 0,1 2 0,1 0 0,2 2 0,2 0 0,2 1 0,1 1 0,2 0 0,2 1 0,1 1 0,3 0 0,1 0 0,2 1 0,2 4 0,1-36 0,1 0 0,0-1 0,0 1 0,1 0 0,1 0 0,0 0 0,0-1 0,1 1 0,0 0 0,1-1 0,0 0 0,1 1 0,0-2 0,1 1 0,0 0 0,0-1 0,1 0 0,0 0 0,1 0 0,6 6 0,-5-7 0,1-1 0,0 1 0,0-2 0,0 1 0,1-1 0,0-1 0,0 0 0,1 0 0,-1-1 0,1 0 0,0-1 0,0 0 0,0-1 0,0 0 0,1-1 0,-1 0 0,1-1 0,-1 0 0,0 0 0,1-2 0,-1 1 0,0-1 0,0-1 0,0 0 0,0-1 0,0 0 0,-1 0 0,1-1 0,-1-1 0,-1 0 0,1 0 0,-1-1 0,0 0 0,5-5 0,8-11 0,0-1 0,-2-1 0,-1-1 0,-1-1 0,-1 0 0,-2-1 0,0-1 0,-2 0 0,-1-1 0,-2 0 0,0-1 0,-3 0 0,0-1 0,-2 1 0,0-21 0,-7 21-23,-1-1 0,-2 1 0,-1 1 0,-1-1 0,-2 1 0,-1 1 0,-1-1 0,-2 2 0,-1 0 0,-1 0 0,-1 1-1,-1 1 1,-2 1 0,0 1 0,-2 0 0,-1 1 0,0 2 0,-15-11 23,-22-21-2074</inkml:trace>
  <inkml:trace contextRef="#ctx0" brushRef="#br1" timeOffset="-314343.188">11671 1078 28102,'0'0'2243,"0"0"-1445,0 0-273,0 0 93,2-20-210,9-157-335,-12 172-73,0 1 0,-1-1 0,1 0 0,-1 1 0,0-1 0,-1 1 0,1-1 0,-1 1 0,0 0 0,0 0 0,0 0 0,0 1 0,-1-1 0,1 1 0,-1 0 0,0 0 0,0 0 0,0 0 0,-1 1 0,1-1 0,0 1 0,-1 0 0,0 1 0,1-1 0,-1 1 0,0 0 0,0 0 0,0 0 0,-3 1 0,-5-2 0,1 1 0,0 0 0,-1 2 0,1-1 0,-1 1 0,1 1 0,0 0 0,0 1 0,0 0 0,0 1 0,-7 4 0,-1 4 0,1 2 0,0 0 0,1 2 0,1 0 0,1 1 0,0 0 0,1 1 0,1 1 0,1 0 0,0 1 0,2 1 0,0 0 0,1 0 0,1 1 0,2 0 0,0 0 0,1 1 0,1 0 0,1 0 0,1 1 0,1-1 0,2 0 0,0 1 0,2 6 0,-3-23 0,1-1 0,0 1 0,0 0 0,1-1 0,0 1 0,0-1 0,1 1 0,0-1 0,0 1 0,0-1 0,1 0 0,0 0 0,0 0 0,0 0 0,1-1 0,0 1 0,0-1 0,0 0 0,1 0 0,-1-1 0,1 1 0,1-1 0,-1 0 0,0 0 0,1-1 0,0 0 0,0 0 0,0 0 0,5 1 0,-2-2 0,0-1 0,0 0 0,0-1 0,1 0 0,-1-1 0,0 0 0,0 0 0,0-1 0,0 0 0,0 0 0,0-1 0,-1-1 0,1 1 0,-1-1 0,0-1 0,0 1 0,-1-1 0,1-1 0,-1 1 0,4-5 0,8-9 0,0 0 0,-2-2 0,0 0 0,-1-1 0,-1 0 0,5-13 0,4-8 6,-3-1 0,-1 0-1,-2-2 1,-3 0 0,-1-1 0,-2 0 0,4-46-6,-3-96-2759,-13 117-6157</inkml:trace>
  <inkml:trace contextRef="#ctx0" brushRef="#br1" timeOffset="-313441.923">10275 999 27846,'0'0'1768,"0"0"-1120,0 0 169,0 0-89,0 0-144,-18 132-208,-4-67-376,-4 10 0,-3 2 0,3 2 0,2-4 0,0-2 0,11-4 0,-1 6 0,6-16-816,-1-19-2009</inkml:trace>
  <inkml:trace contextRef="#ctx0" brushRef="#br1" timeOffset="-311413.514">7493 926 28742,'0'0'1091,"0"0"-280,0 0-230,0 0-183,-12-18-180,-90-127-48,99 142-157,0 0-1,0 0 1,0 0 0,0 0 0,-1 1 0,1-1-1,-1 1 1,0 0 0,0 0 0,0 0 0,0 1-1,0-1 1,0 1 0,0 0 0,0 0-1,0 0 1,-1 1 0,1-1 0,0 1 0,-1 0-1,1 1 1,0-1 0,-1 1 0,1-1 0,0 1-1,0 1 1,0-1 0,0 0 0,0 1 0,0 0-1,0 0 1,0 0 0,1 1 0,-1-1-1,1 1 1,0 0 0,0 0 0,0 0 0,-2 3-13,-20 24 12,2 2 1,2 0 0,1 2 0,1 0 0,2 1 0,1 1-1,2 1 1,-2 15-13,1-15 12,2 1-1,2 1 1,2 0-1,1 0 0,3 1 1,0 0-1,3 8-11,2-43 3,0-1-1,1 1 0,0-1 1,0 1-1,0-1 1,0 0-1,1 1 0,-1-1 1,1 0-1,0 0 1,1 0-1,-1 0 0,1-1 1,-1 1-1,1-1 0,0 1 1,1-1-1,-1 0 1,0 0-1,1 0 0,0-1 1,0 1-1,-1-1 1,1 0-1,1 0 0,-1 0 1,0-1-1,1 1-2,124 15 8,-112-20-8,-1 0 0,0-1 0,0-1 0,-1 0 0,1-1 0,-1-1 0,0 0 0,-1-1 0,0-1 0,0 0 0,-1-1 0,0 0 0,-1-1 0,0-1 0,3-3 0,11-14 0,-1-2 0,-1 0 0,-2-1 0,-1-1 0,15-34 0,95-251-1315,-117 284-1163</inkml:trace>
  <inkml:trace contextRef="#ctx0" brushRef="#br1" timeOffset="-311045.917">8642 1163 30182,'0'0'1754,"0"0"-1123,-4-18-458,-4-17-169,-1 0 0,-2 0 0,-1 1 0,-2 1-1,-1 0 1,-1 1 0,-17-24-4,27 48 0,0 1 0,-1 0 0,0 1 0,0-1 0,0 1 0,-1 0 0,1 1 0,-1 0 0,-1 0 0,1 1 0,-1 0 0,0 0 0,0 1 0,0 0 0,0 1 0,0 0 0,0 0 0,-1 1 0,1 1 0,-1-1 0,1 1 0,-1 1 0,1 0 0,-1 0 0,1 1 0,0 0 0,0 0 0,0 1 0,0 0 0,0 1 0,-7 4 0,-4 7 0,1 2 0,1 0 0,0 1 0,1 0 0,1 2 0,0 0 0,2 1 0,1 0 0,0 1 0,2 0 0,0 1 0,1 1 0,2-1 0,0 2 0,2-1 0,0 6 0,-13 137 0,21-159 0,1 0 0,1 0 0,-1 0 0,1 0 0,0 0 0,1 0 0,0-1 0,0 0 0,1 0 0,0-1 0,0 1 0,0-1 0,1-1 0,0 1 0,0-1 0,1 0 0,-1-1 0,1 0 0,0 0 0,0 0 0,0-1 0,1 0 0,-1-1 0,1 0 0,-1 0 0,1-1 0,0 0 0,0-1 0,0 0 0,-1 0 0,1-1 0,0 0 0,0 0 0,-1-1 0,1 0 0,-1-1 0,0 0 0,3-1 0,11-7 0,-1-1 0,-1-1 0,0 0 0,0-2 0,-2 0 0,0-1 0,0-1 0,-2-1 0,0-1 0,-1 0 0,-1 0 0,-1-2 0,-1 1 0,2-7 0,27-47-20,57-74-1079,-82 133-1423</inkml:trace>
  <inkml:trace contextRef="#ctx0" brushRef="#br1" timeOffset="-309964.802">6384 1113 26398,'0'0'2476,"0"0"-1669,0 0-334,0 0 152,0 0-139,2-21-186,5-70-50,-6 85-225,0 0 0,-1-1 0,0 1 0,0-1 0,0 1 1,-1-1-1,0 1 0,0 0 0,0 0 0,-1-1 0,0 1 0,-1 0 0,1 0 1,-1 1-1,0-1 0,0 0 0,-1 1 0,0 0 0,0 0 0,0 0 0,0 0 0,-1 1 1,0 0-1,0 0 0,0 0 0,0 0 0,-1 1 0,1 0 0,-1 0 0,0 0 1,0 1-1,0 0 0,0 0 0,0 0 0,-1 1-25,-6-1 5,0 0 0,0 1 0,0 1 0,0 0-1,0 0 1,0 2 0,0-1 0,0 2 0,0 0 0,1 0 0,-1 1-1,1 1 1,0 0 0,0 1 0,-9 5-5,4 1 0,1 1 0,0 0 0,1 1 0,1 1 0,0 0 0,1 1 0,0 1 0,2-1 0,0 2 0,1 0 0,0 0 0,2 1 0,0 0 0,1 0 0,-3 15 0,0 10 0,2-1 0,1 1 0,3 0 0,1 0 0,2 1 0,5 34 0,-5-69 0,1 0 0,0 0 0,1 0 0,0 0 0,0 0 0,1 0 0,0 0 0,1-1 0,0 1 0,1-1 0,0 0 0,0 0 0,1 0 0,0 0 0,1-1 0,0 0 0,0 0 0,0 0 0,1-1 0,1 0 0,-1 0 0,1-1 0,0 0 0,0-1 0,1 1 0,-1-2 0,1 1 0,1-1 0,-1 0 0,0-1 0,1 0 0,0-1 0,-1 0 0,1 0 0,5-1 0,2-5 0,0-1 0,0-1 0,-1-1 0,0 0 0,0-1 0,0-1 0,-1 0 0,-1-1 0,1-1 0,-2 0 0,1-1 0,-2 0 0,0-1 0,0-1 0,4-6 0,-12 15 0,49-56 0,-3-2 0,-2-2 0,19-38 0,104-117-664,-115 159-1025</inkml:trace>
  <inkml:trace contextRef="#ctx0" brushRef="#br1" timeOffset="-309435.324">9229 1439 31703,'0'0'976,"0"0"-888,0 0-88,0 0 0,-61 114 0,15-51 0,-38 50 0,8-15 0,3-7-1760</inkml:trace>
  <inkml:trace contextRef="#ctx0" brushRef="#br1" timeOffset="-307501.89">5279 2200 28422,'0'0'1035,"0"0"-620,0 0-214,0 0 108,0 0 125,0 0 7,15 8-97,112 41 167,16-31-308,1-5 0,0-7-1,50-8-202,-74 1 47,151-11-47,0-11 0,10-14 0,-113 18 0,0 8 0,8 7 0,241 3 0,-353-5 0,-1-2 0,0-3 0,-1-3 0,0-3 0,13-7 0,-3 1 0,2 4 0,0 2 0,39-1 0,511-63 0,-349 51 0,2 11 0,164 15 0,121-20 0,343 8 0,-532 5 0,258 30 0,230 2 0,-367-18 0,-284 5 0,-32 0 0,0-8 0,11-8 0,176-11 0,28 16 0,159-5 0,-276 4 0,-1 12 0,53 18 0,634 1 0,-953-27 0,347 14 0,128 30 0,64 5 0,127-20 0,-439-31 0,350 12 0,-405 0 0,1-8 0,133-17 0,-100 7 0,1 10 0,30 11 0,-188-9 0,636 4 0,87 6 0,-551 18 0,-227-32-14,0 0 1,0 1-1,-1-1 0,1 1 1,0 0-1,-1-1 0,1 1 1,-1 1-1,1-1 0,-1 0 1,1 0-1,-1 1 0,0-1 1,0 1-1,1 0 0,-1 0 1,0 0-1,-1 0 1,1 0-1,0 0 0,-1 0 1,1 1-1,-1-1 0,0 1 1,1-1-1,-1 1 0,0-1 1,-1 1-1,1 1 14,0 8-1981</inkml:trace>
  <inkml:trace contextRef="#ctx0" brushRef="#br1" timeOffset="-302663.99">2134 3299 28790,'0'0'928,"-16"156"-400,-1-16 105,4 22-177,0 1-112,4-5-152,4-14-128,5-6-48,0-29-16,0-36-192,14-32-328,7-31-817,1-8-607,-4-2-7858</inkml:trace>
  <inkml:trace contextRef="#ctx0" brushRef="#br1" timeOffset="-303130.924">2156 3899 26734,'0'0'2986,"0"0"-2030,11-24-571,0 0-268,-7 11-50,2 1-1,0-1 1,0 1-1,1 0 1,1 1-1,-1 0 0,2 0 1,0 1-1,0 0 1,11-8-67,-12 9 21,1 1 0,0 1 0,1-1 0,0 2 1,0-1-1,1 1 0,-1 1 0,1 0 0,0 1 1,1 0-1,-1 0 0,1 1 0,0 1 0,-1 0 0,1 0 1,0 1-1,0 1 0,0 0 0,0 1 0,0 0 0,0 1 1,0 0-1,0 1 0,-1 0 0,1 1 0,-1 0 0,0 1 1,0 0-1,-1 1 0,0 0 0,1 0 0,2 4-21,9 17 27,-1 0 0,-2 2-1,0 0 1,-2 1 0,-2 1-1,0 0 1,-2 1 0,-2 0-1,6 27-26,-13-47 0,89 318 7,-89-317-13,0 0 0,1 0-1,0 0 1,1-1 0,0 0 0,1 0-1,0-1 1,1 1 0,4 3 6,-11-15-22,0 1 1,0-1-1,0 0 1,0 1-1,0-1 0,0 0 1,0 0-1,0 0 1,0 0-1,0 0 0,0 0 1,0 0-1,0 0 1,0 0-1,0-1 0,0 1 1,0 0-1,0-1 1,0 1-1,0-1 0,0 1 1,0-1-1,0 1 1,-1-1-1,1 1 0,0-1 1,0 0-1,-1 0 1,1 1-1,0-1 0,-1 0 1,1 0-1,-1 0 1,1 0-1,-1 0 0,1 0 1,-1 1-1,0-1 1,1 0-1,-1 0 0,0 0 1,0 0-1,0 0 1,0-1-1,0 1 0,0 0 1,0 0-1,0 0 1,0 0-1,0 0 0,0 0 1,-1 0-1,1 0 1,0 0-1,-1 1 0,1-1 1,-1 0-1,1 0 1,-1 0-1,0 0 22,2-7-198,3-50-2937,-4-7-5567</inkml:trace>
  <inkml:trace contextRef="#ctx0" brushRef="#br1" timeOffset="-302849.743">2971 3563 27950,'0'0'2000,"-59"101"-1471,17-24 39,-10 27-80,-1 19-160,9-11-160,9-15-112,11-20-56,6-28-104,1-7-344,-9-17-312,1-15-833,4-10-8649</inkml:trace>
  <inkml:trace contextRef="#ctx0" brushRef="#br1" timeOffset="-302431.906">3192 3293 20276,'0'0'10195,"0"0"-9659,16 164-40,-3-64 80,0 27-112,7 21-240,-7 6-224,2-10 0,-8-34 0,-7-37 0,0-22 0,0-15 0,0-7-344,0-7-304,0-6-769,0-16-2471</inkml:trace>
  <inkml:trace contextRef="#ctx0" brushRef="#br1" timeOffset="-299676.075">1342 3244 28846,'-12'28'796,"-91"263"517,80-180-1078,5 1 1,5 1-1,6 0 1,4 0-1,9 86-235,-3-169 38,1-1 0,1 1 0,2-1 0,1 0 0,1 0 0,1-1 0,2 0 0,1-1 0,0-1-1,3 0 1,0-1 0,1 0 0,1-1 0,2-1 0,0-1 0,14 10-38,-17-19 1,0-1 1,2-1-1,-1-1 0,1 0 1,1-2-1,0 0 0,0-1 1,0-1-1,1-1 0,0 0 1,0-2-1,0-1 0,0 0 1,1-1-1,-1-2 0,0 0 1,0-1-1,0-1 0,0-2 1,0 1-1,16-8-1,536-177-151,-230 77-2280,-221 72-1988</inkml:trace>
  <inkml:trace contextRef="#ctx0" brushRef="#br1" timeOffset="-302138.425">3594 3731 30503,'0'0'1384,"0"0"-1224,0 0 72,59 111 144,-33-70-264,0 0-112,-2 1 0,-2-9-128,-4-9-448,-3-22-520,-6-2-689,-2-10-12794</inkml:trace>
  <inkml:trace contextRef="#ctx0" brushRef="#br1" timeOffset="-302137.425">3848 3678 27454,'0'0'2912,"0"0"-2407,0 0-57,-127 134 56,85-75-296,0 8-192,-1 40-16,10-17-512,6-15-1609</inkml:trace>
  <inkml:trace contextRef="#ctx0" brushRef="#br1" timeOffset="-301765.034">4122 3467 28510,'0'0'1937,"0"0"-1745,0 0 0,-33 132 328,26-35-40,-1 37-128,-1 37-40,-2 11-96,-4-16-160,8-46-56,0-51 0,3-30-8,4-19-384,0-20-136,11 0-544,0-4-1049</inkml:trace>
  <inkml:trace contextRef="#ctx0" brushRef="#br1" timeOffset="-301059.782">4326 3889 30487,'0'0'584,"0"0"-323,0 0-74,22-17 30,70-56-112,-72 58-84,59-25 12,-77 40-32,-1 1-1,1-1 1,-1 1 0,1 0 0,-1 0 0,0 0 0,1 0-1,-1 0 1,0 0 0,0 0 0,0 0 0,0 0 0,0 1-1,0-1 1,0 0 0,0 1 0,0-1 0,-1 1 0,1-1-1,-1 1 1,1-1 0,-1 1 0,1-1 0,-1 1 0,0 0-1,0-1 1,0 1 0,0-1 0,0 1 0,0 0 0,0-1-1,0 1 1,-1-1 0,1 1 0,-1 0 0,1-1 0,-1 2-1,0 8 15,-20 341 527,22-350-539,1 0 0,-1 0 1,0 0-1,0 0 0,1 0 0,-1-1 1,1 1-1,0 0 0,0-1 1,-1 1-1,1-1 0,0 0 0,0 0 1,0 0-1,0 0 0,0 0 0,1 0 1,-1 0-1,0-1 0,0 1 0,1-1 1,-1 1-1,0-1 0,0 0 0,1 0 1,-1 0-1,0 0 0,1-1 0,-1 1 1,0 0-1,0-1 0,1 0 0,-1 1 1,0-1-1,0 0 0,0 0 0,0 0 1,0-1-1,0 1 0,0 0 1,0-1-1,-1 1 0,1-1 0,-1 0 1,1 0-1,-1 1 0,1-1 0,-1 0 1,0 0-1,0 0 0,0 0 0,1-2-3,25-34-11,-1-1-1,-2-1 0,-2-1 1,-2-1-1,-1-1 0,-3 0 1,-1-1-1,3-23 12,8-102 24,-13 245 151,6 233-166,-14 92-9,-5-372 0,2 5 0,-2 0 0,-1 0 0,-2 0 0,-1 0 0,-1-1 0,-3 1 0,0-1 0,-2-1 0,-1 0 0,-2 0 0,-1-1 0,-1-1 0,-3 2 0,16-29 0,0 1 0,0-1 0,0 0 0,-1 0 0,1 0 0,-1 0 0,1 0 0,-1 0 0,0-1 0,0 1 0,0-1 0,0 0 0,-1 0 0,1 0 0,-1-1 0,1 1 0,-1-1 0,0 1 0,1-1 0,-1 0 0,0-1 0,0 1 0,0-1 0,1 0 0,-1 0 0,0 0 0,0 0 0,0 0 0,0-1 0,0 0 0,1 0 0,-1 0 0,0 0 0,1-1 0,-1 1 0,1-1 0,-1 0 0,1 0 0,0 0 0,0 0 0,0-1 0,0 1 0,0-1 0,0 0 0,1 0 0,-1 0 0,1 0 0,0 0 0,0-1 0,0 1 0,0-1 0,1 1 0,0-1 0,-1 1 0,1-2 0,0-22 0,1 1 0,1-1 0,2 1 0,0 0 0,2-1 0,1 2 0,1-1 0,1 1 0,1 0 0,2 0 0,0 1 0,1 1 0,2 0 0,0 0 0,1 2 0,16-17 0,-5-3 0,98-144-733,-74 108-822</inkml:trace>
  <inkml:trace contextRef="#ctx0" brushRef="#br1" timeOffset="-300766.176">5395 3443 27502,'0'0'3001,"0"0"-2705,0 0 32,-30 111 320,23-25-24,3 37-256,4 31-368,-3 11 0,1-13 0,-2-34 0,0-43 0,-1-23 0,5-15 0,0-3 0,0-9 0,9-7-1016,4-16-673</inkml:trace>
  <inkml:trace contextRef="#ctx0" brushRef="#br1" timeOffset="-299249.341">5582 2999 29942,'0'0'1321,"0"0"-980,23-1-312,144 3 6,38 37-6,-203-37-9,1 0-1,-1 0 0,1 1 1,-1-1-1,0 1 1,1 0-1,-1-1 0,-1 1 1,1 0-1,0 0 0,-1 0 1,1 1-1,-1-1 0,0 0 1,0 0-1,-1 1 0,1-1 1,0 1-1,-1-1 0,0 0 1,0 1-1,0-1 1,0 1-1,-1 0-19,2 6 68,60 708 469,-41-150-537,-20-562-72,0-1-1,-1 0 1,0 0 0,0 1-1,0-1 1,-1 0 0,0 0-1,0 0 1,0 0 0,0-1-1,-1 1 1,0 0-1,1-1 1,-2 0 0,1 0-1,-1 0 1,1 0 0,-1 0-1,0-1 1,-3 3 72,-25 20-2386</inkml:trace>
  <inkml:trace contextRef="#ctx0" brushRef="#br1" timeOffset="-298954.343">5444 4702 31119,'0'0'1248,"0"0"-1112,0 0 128,151-14-264,-68-4 0,7-4 0,2-1 0,0 3 0,13 4 0,-24 4-936,-15 8-4673</inkml:trace>
  <inkml:trace contextRef="#ctx0" brushRef="#br1" timeOffset="-296358.973">6888 3678 30134,'0'0'697,"0"0"-273,0 0 48,0 0-24,0 0-272,0 0-120,0 0-16,33 45-32,-22-17-8,-5 5 0,-6 30-328,-2-7-496,-15-3-1449</inkml:trace>
  <inkml:trace contextRef="#ctx0" brushRef="#br1" timeOffset="-296009.471">6355 4402 26710,'0'0'3794,"0"0"-2779,0 0-737,20-13 245,308-192-76,-300 189-447,-7 2 0,1 1 0,0 1 0,0 1 0,1 1 0,1 1 0,0 1 0,0 2 0,19-4 0,-41 10 0,-1 0 0,0 0 0,1 0 0,-1 0 0,1 1 0,-1-1 0,0 1 0,1-1 0,-1 0 0,0 1 0,0 0 0,1-1 0,-1 1 0,0 0 0,0 0 0,0 0 0,0-1 0,0 1 0,0 0 0,0 1 0,0-1 0,0 0 0,-1 0 0,1 0 0,0 0 0,-1 1 0,1-1 0,-1 0 0,1 0 0,-1 1 0,1-1 0,-1 1 0,0-1 0,0 0 0,0 1 0,0-1 0,0 0 0,0 1 0,0-1 0,0 1 0,0-1 0,-1 0 0,1 1 0,-1-1 0,1 0 0,-1 0 0,1 1 0,-24 73 0,-16 2 0,-4-2 0,-4-2 0,-38 45 0,60-82 0,-300 388 0,265-378-39,56-52-313,35-84-2896,0 33-571</inkml:trace>
  <inkml:trace contextRef="#ctx0" brushRef="#br1" timeOffset="-295734.903">6752 4579 29302,'0'0'776,"0"0"-151,-4 160 23,-9-65 88,-5 23-264,0 22-264,3-10-208,9-31 0,3-34 0,3-31 0,0-13-176,0-13-296,7-8 72,21-61-96,-1-10-1353,-3-6-7121</inkml:trace>
  <inkml:trace contextRef="#ctx0" brushRef="#br1" timeOffset="-295546.357">7055 4516 29222,'0'0'711,"0"0"-311,0 0-17,0 0 4,-15 21-139,-45 68-99,55-81-126,0 0 0,1 0 0,0 0 0,0 1 0,1 0 0,0-1 0,0 1 0,1 0 0,0 1 0,1-1 0,0 0 0,0 0 0,1 1 0,0-1 0,2 4-23,-2-9 9,1 1-1,0-1 1,0 1-1,0-1 0,1 0 1,-1 0-1,1 0 1,0 0-1,0 0 0,1 0 1,-1 0-1,1-1 1,0 1-1,0-1 0,0 0 1,0 0-1,1 0 1,-1 0-1,1-1 0,0 1 1,0-1-1,-1 0 0,2 0 1,-1 0-1,0 0 1,0-1-1,0 0 0,1 0 1,2 0-9,135 12 22,-136-13-23,5 0-157,1-1 0,0 0 0,-1-1 0,1 0 0,-1-1 0,0 0 0,0 0 0,0-2 0,0 1 0,0-1 0,-1-1 1,0 0-1,0 0 0,-1-1 0,1-1 0,-2 1 0,9-9 158,21-25-3379</inkml:trace>
  <inkml:trace contextRef="#ctx0" brushRef="#br1" timeOffset="-295288.349">7484 3984 29438,'0'0'1150,"0"0"-533,-3 24-225,-14 203 188,9 1-1,11 4-579,-2-41 11,-2 203-11,-2-361-18,0-42-476,1-54-1924,2 3-1445</inkml:trace>
  <inkml:trace contextRef="#ctx0" brushRef="#br1" timeOffset="-294917.363">7539 4489 30166,'0'0'1609,"0"0"-1217,0 0 192,0 0-568,134 6-16,-97 11 0,0 5 0,20 10 0,-11-5 0,-2-7-1512</inkml:trace>
  <inkml:trace contextRef="#ctx0" brushRef="#br1" timeOffset="-294916.363">8734 4025 31463,'0'0'600,"0"0"-424,0 0 24,120-20-8,-87 20-192,-9 16-64,-6 12-688,-16-1-1601</inkml:trace>
  <inkml:trace contextRef="#ctx0" brushRef="#br1" timeOffset="-294623.904">8663 4396 32175,'0'0'592,"0"0"-592,123-36 0,-64 9 0,3 1 0,-7 6 0,-5 20 0,-8 0-16,-20 0-2473</inkml:trace>
  <inkml:trace contextRef="#ctx0" brushRef="#br1" timeOffset="-293099.804">11292 4254 25485,'0'0'1912,"0"0"-942,0 0-267,0 0-96,0 0-267,0 0-164,-14-3 2398,-44-227-2574,54 220 0,0 1 0,-1-1 0,0 1 0,-1 0 0,0 1 0,0-1 0,-1 1 0,0 0 0,-1 1 0,1 0 0,-1 0 0,-1 0 0,1 1 0,-1 1 0,0-1 0,-1 1 0,1 1 0,-1 0 0,0 0 0,0 1 0,0 0 0,0 1 0,-1 0 0,1 1 0,-1 0 0,1 0 0,-1 1 0,1 1 0,-1 0 0,1 0 0,-1 1 0,-1 0 0,-7 8 0,1 1 0,0 1 0,1 0 0,1 1 0,0 1 0,0 0 0,2 1 0,0 1 0,0 0 0,2 1 0,0 0 0,1 1 0,0 1 0,2-1 0,0 2 0,1-1 0,1 1 0,-3 16 0,-5 10 0,1 1 0,3 0 0,1 1 0,3 0 0,2 1 0,1-1 0,3 1 0,3 9 0,0-51 0,1 1 0,0-1 0,0 0 0,0 0 0,1 0 0,0 0 0,0-1 0,1 0 0,0 1 0,0-2 0,0 1 0,1-1 0,0 1 0,0-2 0,0 1 0,1-1 0,0 0 0,-1 0 0,1 0 0,1-1 0,-1 0 0,0-1 0,1 0 0,-1 0 0,1 0 0,0-1 0,-1 0 0,1-1 0,0 0 0,0 0 0,-1-1 0,1 1 0,0-2 0,0 1 0,-1-1 0,1 0 0,5-3 0,10-6 0,0-2 0,-1 0 0,-1-1 0,0-1 0,-1-1 0,0-1 0,-1-1 0,-1 0 0,-1-1 0,-1-1 0,-1-1 0,9-15 0,-1 3 0,-2 0 0,-1-2 0,-1 0 0,-3-1 0,0-1 0,-3 0 0,-1-1 0,-1 0 0,-3-1 0,-1 0 0,-1 0 0,-3-1 0,-1-3 0,-2-13 0,0 55-49,1 0 0,0 0-1,-1 1 1,1-1 0,-1 0 0,1 0 0,0 0 0,0 1-1,-1-1 1,1 0 0,0 1 0,0-1 0,0 1 0,0-1-1,0 1 1,0-1 0,0 1 0,0 0 0,0-1-1,0 1 1,0 0 0,0 0 0,0 0 0,0 0 0,0 0-1,0 0 1,0 0 0,0 0 0,0 0 0,0 0-1,1 0 1,-1 1 0,0-1 0,0 1 0,-1-1 0,1 0-1,0 1 1,0 0 0,0-1 0,1 1 49,24 11-2858</inkml:trace>
  <inkml:trace contextRef="#ctx0" brushRef="#br1" timeOffset="-292732.79">12129 4260 30799,'0'0'740,"0"0"-237,0-23-6,-3-139-269,3 155-228,-1 1 0,1 0 0,-1 0 0,0-1 0,0 1 0,-1 0 0,0 0 0,0 0 0,-1 0 0,1 1 0,-1-1 0,0 1 0,-1-1 0,1 1 0,-1 0 0,0 0 0,0 1 0,-1-1 0,1 1 0,-1 0 0,0 0 0,0 1 0,-1-1 0,1 1 0,-1 0 0,1 0 0,-1 1 0,0 0 0,0 0 0,0 0 0,0 1 0,0 0 0,-1 0 0,-1 0 0,-3 1 0,0 1 0,0 0 0,-1 1 0,1 0 0,0 0 0,1 1 0,-1 1 0,0 0 0,1 0 0,0 1 0,0 0 0,0 1 0,1 0 0,0 1 0,0 0 0,0 0 0,1 1 0,0 0 0,1 0 0,-1 1 0,2 0 0,-5 7 0,-8 14 0,1 1 0,1 0 0,2 1 0,1 0 0,2 1 0,-5 25 0,-8 118 0,26-167 0,-1-1 0,1 0 0,1 1 0,0-1 0,0 0 0,0 0 0,1 0 0,0 0 0,1-1 0,-1 1 0,2-1 0,-1 0 0,1 0 0,0 0 0,0-1 0,1 1 0,0-1 0,0-1 0,0 1 0,1-1 0,0 0 0,0-1 0,0 1 0,0-1 0,1-1 0,0 1 0,0-2 0,0 1 0,0-1 0,0 0 0,0 0 0,1-1 0,-1 0 0,0-1 0,1 0 0,-1 0 0,0-1 0,1 0 0,-1 0 0,0-1 0,0 0 0,1-1 0,-2 1 0,1-1 0,0-1 0,6-3 0,13-13-3,0-1 1,-1-2-1,-1 0 1,-2-1-1,0-2 1,-2 0-1,0-1 1,-2-1-1,-1-1 1,-2-1-1,8-19 3,42-63-304,-23 48-1024,-7 12-1525</inkml:trace>
  <inkml:trace contextRef="#ctx0" brushRef="#br1" timeOffset="-292364.749">12979 4364 30447,'0'0'1004,"0"0"-570,0 0 111,-2-20-252,-1-17-268,-30-171-3,31 199-22,0 0-1,-1 1 1,0-1 0,0 0 0,-1 1 0,-1 0 0,1 0 0,-1 0 0,0 0-1,-1 1 1,0 0 0,0 0 0,-1 1 0,1-1 0,-1 1 0,-1 1-1,1 0 1,-1 0 0,0 0 0,0 1 0,-8-4 0,7 6 0,0 0 0,0 1 0,0 0 0,0 0 0,0 1 0,0 0 0,0 0 0,0 1 0,0 1 0,0-1 0,0 1 0,1 1 0,-1-1 0,1 2 0,-1-1 0,1 1 0,0 0 0,0 1 0,1 0 0,-1 0 0,1 1 0,0 0 0,1 0 0,-1 0 0,1 1 0,1 0 0,-1 0 0,1 1 0,0-1 0,1 1 0,-3 6 0,-12 19 0,1 2 0,2-1 0,1 2 0,2 0 0,1 1 0,2 0 0,2 0 0,1 1 0,2 0 0,1 16 0,2-47 0,1 0 0,1 1 0,-1-1 0,1 1 0,0-1 0,1 1 0,0-1 0,0 0 0,1 1 0,0-1 0,0 0 0,0 0 0,1 0 0,0 0 0,1-1 0,-1 1 0,1-1 0,1 0 0,-1 0 0,1 0 0,0-1 0,0 1 0,0-1 0,1-1 0,0 1 0,0-1 0,0 0 0,1 0 0,-1 0 0,1-1 0,3-1 0,0-1 0,-1 0 0,1 0 0,0-1 0,0 0 0,0-1 0,-1 0 0,1-1 0,0 0 0,-1 0 0,1-1 0,-1 0 0,0-1 0,0 0 0,0 0 0,0-1 0,-1 0 0,5-4 0,130-121 0,-114 96 8,-2 0 0,-1-1 0,-2-2 0,-2-1 0,13-28-8,9-51-2356,-44 116-2634</inkml:trace>
  <inkml:trace contextRef="#ctx0" brushRef="#br1" timeOffset="-291877.585">13473 4729 27662,'0'0'3219,"0"0"-2380,0 0-634,0 0 132,0 0-115,0 0-146,-6 2-52,-155 7 30,160-10-54,0 0 0,0 1 0,0-1 0,0 0 0,1 0 0,-1 0 0,0 0 0,0 0 0,1 0 0,-1 0 0,1 0 0,-1 0 0,1 0 0,0 0 0,-1 0 0,1 0 0,0 0 0,0 0 0,-1-1 0,1 1 0,0 0 0,0 0 0,0 0 0,1 0 0,-1 0 0,0-1 0,0 1 0,1 0 0,-1 0 0,0 0 0,1 0 0,-1 0 0,1 0 0,0 0 0,-1 0 0,1 0 1,0 0-1,-1 0 0,1 1 0,0-1 0,0 0 0,0 0 0,0 1 0,0-1 0,0 0 0,0 1 0,0-1 0,0 1 0,0-1 0,0 1 0,0 0 0,0-1 0,0 1 0,0 0 0,1 0 0,-1 0 0,0 0 0,0 0 0,1 0 0,6-3 4,-1 0 1,1 0-1,-1 0 1,1 1-1,0 1 1,0-1-1,0 1 1,0 0-1,0 1 0,1 0 1,-1 0-1,6 2-4,-12 34 75,-5-32-75,-1 0 0,1 0 0,-1 0 0,0 0 0,0-1 0,-1 0 0,1 0 0,0 0 0,-1 0 0,0-1 0,0 1 0,0-1 0,0 0 0,0-1 0,0 0 0,0 1 0,0-1 0,-1-1 0,1 1 0,-6-1 0,14-38 0,38-10 0,-49 42-439,-13 9-1338</inkml:trace>
  <inkml:trace contextRef="#ctx0" brushRef="#br1" timeOffset="-258262.89">15493 2589 27934,'0'0'873,"0"0"-238,0 0-116,0 0 19,0 0-166,0 0-212,-4 5-92,5 7-842,2-1-1081</inkml:trace>
  <inkml:trace contextRef="#ctx0" brushRef="#br1" timeOffset="-257834.268">14601 2534 28526,'0'0'784,"0"0"-368,0 0-16,0 0 65,0 0-193,0 0-168,0 0-56,0-14-24,0 14-24,0 0 0,0 0-8,0 14-520,-4 1-1417</inkml:trace>
  <inkml:trace contextRef="#ctx0" brushRef="#br1" timeOffset="-260293.905">18222 2879 29086,'0'0'856,"0"0"-456,0 0 153,0 0-121,0 0-256,0 0-128,0 0-24,-4-4 0,4 4-24,0 0 16,0 0-16,9 0-120,-3 0-616,-3-4-1921</inkml:trace>
  <inkml:trace contextRef="#ctx0" brushRef="#br1" timeOffset="-259802.93">17707 2928 27342,'0'0'2016,"0"0"-1568,0 0 144,0 0 113,0 0-305,0 0-248,0 0-96,0-2-56,0 2-40,0 0-472,0 0-1977</inkml:trace>
  <inkml:trace contextRef="#ctx0" brushRef="#br1" timeOffset="-259458.611">16977 2828 24461,'0'0'3697,"0"0"-3129,0 0-208,0 0 240,0 0-144,0 0-312,0 0-144,31-12-240,-16 8-1336</inkml:trace>
  <inkml:trace contextRef="#ctx0" brushRef="#br1" timeOffset="-258858.698">16234 2843 27166,'0'0'1112,"0"0"-376,0 0 80,0 0-39,0 0-345,0 0-216,0 0-136,0 0-80,0 6-24,0 0-592,3 0-1401</inkml:trace>
  <inkml:trace contextRef="#ctx0" brushRef="#br1" timeOffset="-288129.57">19833 3741 29014,'0'0'920,"0"0"-600,0 0 225,0 0 63,0 0-232,-26 114-56,15-58 8,-4 7-64,-3 6-192,-1 6-72,-1 4 0,0 0 0,0-4 0,5-10 0,8-12 0,7-24-232,14-17-776,10-12-985</inkml:trace>
  <inkml:trace contextRef="#ctx0" brushRef="#br1" timeOffset="-287837.289">20596 3776 30927,'0'0'640,"0"0"-224,0 0 216,5 135-480,-5-82-152,0 6 0,0 2 0,-7 2 0,-2-5 0,3-5 0,1-10 0,5-9 0,3-18-8,16-13-1120,1-3-889</inkml:trace>
  <inkml:trace contextRef="#ctx0" brushRef="#br1" timeOffset="-287558.85">21269 3763 29414,'0'0'1913,"0"0"-1713,0 0 336,0 0 32,0 130-432,-11-79-136,-6 8 0,-3 12 0,-2 4 0,0 4 0,2-2 0,5-6 0,13-4 0,2-19-1336,0-19-2385</inkml:trace>
  <inkml:trace contextRef="#ctx0" brushRef="#br1" timeOffset="-287068.815">22155 3778 29662,'0'0'993,"0"0"-553,0 0 104,0 0 152,0 0-264,-35 135-432,19-70 0,-3 12 0,-3 7 0,-2 1 0,4-4 0,4-12 0,8-16 0,3-15 0,5-14 0,0-17 0,13-5-1032,7-2-881</inkml:trace>
  <inkml:trace contextRef="#ctx0" brushRef="#br1" timeOffset="-286768.968">22709 3873 29358,'0'0'1849,"0"0"-1633,0 0 400,2 105 112,-2-50-728,-6 12 0,-9 10 0,-5 4 0,2-2 0,1-12 0,6-12 0,4-14 0,7-11 0,0-12-416,5-10-1841</inkml:trace>
  <inkml:trace contextRef="#ctx0" brushRef="#br1" timeOffset="-286355.796">23564 4051 30663,'0'0'597,"0"0"-266,0 0 37,0 0-71,-10-19-181,-35-57-81,44 75-34,0-1-1,0 0 1,-1 0 0,1 1 0,0-1 0,-1 1-1,1 0 1,-1-1 0,0 1 0,1 0 0,-1 0-1,0 0 1,0 0 0,1 0 0,-1 0-1,0 0 1,0 1 0,0-1 0,0 1 0,0 0-1,0-1 1,0 1 0,0 0 0,0 0-1,0 0 1,0 0 0,0 1 0,-1-1 0,1 0-1,1 1 1,-3 0-1,-3 1 0,-8 4 8,0 0-1,1 1 1,0 1 0,1 1-1,0 0 1,0 0 0,0 1-1,1 1 1,1 0 0,0 1-1,1 0 1,0 1 0,1 0-1,0 0 1,1 1 0,-1 2-8,-4 5 15,1 1 0,1 1 0,1 0 1,1 0-1,1 1 0,1 0 0,1 1 1,1 0-1,1-1 0,1 1 0,2 1 1,0-1-1,2 0 0,2 16-15,-3-37 0,1 0 0,-1-1 0,1 1 0,0 0 0,0 0 0,1-1 0,-1 1 0,1-1 0,0 1 0,0-1 0,0 0 0,0 0 0,0 0 0,1 0 0,-1 0 0,1 0 0,0 0 0,0-1 0,0 0 0,0 1 0,0-1 0,1 0 0,-1-1 0,1 1 0,-1 0 0,1-1 0,-1 0 0,1 0 0,0 0 0,0 0 0,0-1 0,-1 0 0,1 1 0,0-1 0,0-1 0,0 1 0,0 0 0,2-2 0,7 0 0,1 0 0,-1-2 0,0 0 0,0 0 0,0-1 0,-1-1 0,1 0 0,-2 0 0,1-2 0,4-3 0,1 0-4,-1-1 0,-1-1 0,0 0 0,-1-1-1,0-1 1,-2 0 0,1-1 0,-2 0 0,0-1 0,-1 0 0,-1-1 0,0 0 0,-1 0-1,-1-1 1,-1 0 0,-1 0 0,-1-1 0,0 1 0,-1-1 0,-1 0 0,-1 0 0,-1 0-1,-1 0 1,-3-17 4,-23-14-748,-13 12-1118</inkml:trace>
  <inkml:trace contextRef="#ctx0" brushRef="#br1" timeOffset="-291223.96">14676 3711 29198,'0'0'920,"0"0"-463,0 0 55,0 0-96,0 0-152,0 0 128,-33 166-56,13-71-64,-8 25-272,-1-5 0,1-11 0,6-13 0,7-20 0,4 4 0,11 12 0,8-24-88,14-28-2088</inkml:trace>
  <inkml:trace contextRef="#ctx0" brushRef="#br1" timeOffset="-290109.188">17030 3670 28022,'0'0'1576,"0"0"-399,0 0-369,0 0-128,0 0-336,0 0-184,-26 101-160,6-17 0,-4 33 0,-9 29 0,2 6 0,3-26 0,8-33 0,11-38 0,5-10 0,4 10 0,13-11-16,7-15-1864</inkml:trace>
  <inkml:trace contextRef="#ctx0" brushRef="#br1" timeOffset="-289726.766">17709 4149 30663,'0'0'589,"0"0"-177,2-21 116,4-69-196,-5 84-327,0 0 0,0 1 0,-1-1 0,0 0 0,0 0 0,0 0 0,-1 0 0,0 1 0,0-1 0,0 0 0,-1 0-1,0 1 1,0-1 0,0 1 0,-1 0 0,0 0 0,0 0 0,0 0 0,0 0 0,-1 0 0,0 1 0,0 0 0,0 0 0,0 0 0,-1 0 0,0 1-1,1-1 1,-1 1 0,0 1 0,-1-1 0,1 1 0,-1-1 0,1 1 0,-1 1 0,1-1 0,-1 1 0,0 0 0,0 1 0,1-1 0,-4 1-5,0 0 0,1 0 0,-1 1 0,0 0 0,1 1 0,-1 0 0,1 0 0,-1 1 0,1 0 0,0 0 0,0 1 0,0 0 0,1 0 0,-1 1 0,1 0 0,0 0 0,0 0 0,1 1 0,0 1 0,0-1 0,0 1 0,1 0 0,0 0 0,0 0 0,-1 4 0,-5 7 4,2 1-1,0 0 0,0 0 1,2 1-1,1 0 0,0 0 1,1 1-1,1-1 0,0 16-3,2-30 1,0 0-1,1-1 1,0 1-1,0 0 0,0 0 1,1 0-1,-1 0 1,1 0-1,1 0 1,-1 0-1,1 0 1,0 0-1,1-1 0,-1 1 1,1 0-1,0-1 1,1 1-1,-1-1 1,1 1-1,0-1 0,0 0 1,1 0-1,-1-1 1,1 1-1,0-1 1,1 0-1,-1 0 0,1 0 1,0 0-1,-1-1 1,2 0-1,-1 0 1,0 0-1,1-1 0,13-2-4,0-2 0,0 0 0,0-1 0,0-1 0,-1-1 0,1-1 0,-1 0 0,0-2 0,-1 0 0,0 0 0,0-2 0,-1 0-1,0-1 1,0 0 0,-2-2 0,1 0 0,-2 0 0,1-1 0,4-8 4,11-5-82,40-35-978,-10 6-1226</inkml:trace>
  <inkml:trace contextRef="#ctx0" brushRef="#br1" timeOffset="-289444.825">18247 3648 30615,'0'0'1320,"0"0"-936,-22 103 64,17-42-448,-1 26 0,-3 27 0,-4 26 0,-5-12 0,3-27 0,-3-34 0,5-25 0,-2 1 0,-7 10 0,4-7 0,1-19-2705</inkml:trace>
  <inkml:trace contextRef="#ctx0" brushRef="#br1" timeOffset="-290871.79">15566 4256 30815,'0'0'670,"0"-19"-165,2-21-183,1 21-295,0 0 0,-2-1-1,0 1 1,-1-1 0,-1 1 0,-1-1-1,0 1 1,-2 0 0,0 0 0,-1 0-1,-1 0 1,-1 1 0,0 0 0,-2 0-1,0 1 1,-1 0 0,-6-8-27,12 22 0,-1-1 0,1 0 0,-1 1 0,0 0 0,0 0 0,0 1 0,0-1 0,0 1 0,-1 0 0,1 1 0,-1-1 0,1 1 0,-1 0 0,0 1 0,0-1 0,1 1 0,-1 0 0,0 0 0,1 1 0,-1 0 0,0 0 0,1 0 0,-1 1 0,1-1 0,-1 1 0,1 1 0,0-1 0,0 1 0,0 0 0,0 0 0,0 0 0,1 1 0,-10 7 0,1 0 0,1 1 0,0 1 0,0 0 0,1 1 0,1 0 0,0 0 0,1 1 0,1 0 0,-1 3 0,-7 19 0,1-1 0,1 2 0,3 0 0,1 1 0,2 0 0,1 0 0,2 0 0,2 1 0,2 4 0,2-37-29,1 1 0,0-1-1,0 0 1,1 0 0,-1 0-1,2 0 1,-1-1 0,1 1 0,0-1-1,0 0 1,1 0 0,0 0 0,0-1-1,0 0 1,1 0 0,0 0 0,0 0-1,0-1 1,0 0 0,1 0 0,-1-1-1,1 0 1,0 0 0,0-1 0,0 1-1,0-2 1,1 1 0,-1-1 0,0 0-1,1 0 1,-1-1 0,1 0 0,-1 0-1,1-1 1,-1 0 0,1 0 0,-1-1-1,0 0 1,0 0 0,0-1 0,0 0-1,0 0 1,-1-1 0,1 1 0,2-4 29,132-84-2147,-86 45 329</inkml:trace>
  <inkml:trace contextRef="#ctx0" brushRef="#br1" timeOffset="-290514.929">16346 4246 31199,'0'0'1060,"0"0"-699,-6-18-237,-35-114-101,40 126-23,-1-1 0,1 1 0,-2 0 0,1 0 0,-1 0 0,1 1 0,-2-1 0,1 1 0,-1-1 0,0 1 0,0 0 0,0 0 0,0 1 0,-1-1 0,0 1 0,0 0 0,0 0 0,-1 1 0,1 0 0,-1 0 0,0 0 0,0 0 0,0 1 0,0 0 0,0 0 0,0 1 0,0 0 0,-1 0 0,1 0 0,-1 1 0,1 0 0,-1 0 0,1 0 0,0 1 0,-1 0 0,1 0 0,0 1 0,0 0 0,0 0 0,-5 3 0,-1 2 0,1 1 0,0 1 0,1-1 0,-1 2 0,2 0 0,0 0 0,0 1 0,0 0 0,2 0 0,-7 12 0,-1-1 0,1 0 0,2 1 0,0 1 0,2 0 0,0 0 0,2 1 0,0 0 0,2 0 0,1 1 0,1 0 0,1 0 0,0 18 0,2-39 0,1 0 0,-1-1 0,1 1 0,0 0 0,0-1 0,0 1 0,0 0 0,1-1 0,0 1 0,0 0 0,0-1 0,1 1 0,-1-1 0,1 1 0,0-1 0,1 0 0,-1 0 0,1 0 0,-1 0 0,1 0 0,0-1 0,1 1 0,-1-1 0,0 0 0,1 0 0,0 0 0,0 0 0,0-1 0,0 0 0,0 1 0,0-1 0,5 1 0,2-1 4,0-1-1,0 0 1,0-1-1,0 0 1,0-1 0,-1 0-1,1 0 1,0-1 0,0-1-1,-1 1 1,1-2-1,-1 0 1,0 0 0,0-1-1,0 0 1,-1 0-1,0-1 1,0-1 0,0 1-1,-1-2 1,0 1-1,0-1 1,0-1-4,24-27-206,-2-2 0,-2-1 0,-1 0 0,14-32 206,-25 45-355,13-24-1862</inkml:trace>
  <inkml:trace contextRef="#ctx0" brushRef="#br1" timeOffset="-263759.763">14336 4715 24997,'0'0'1635,"0"0"355,0 0-956,0 0-500,0 0-117,4-2-33,21-7-161,0 0 1,1 2-1,0 0 1,0 2-1,0 1 1,27-1-224,-11 1 108,35-5-42,1 5-1,-1 2 0,1 4 1,14 5-66,242 28 25,-233-31-20,0 5 1,-1 4-1,18 8-5,-79-15 3,0-2 0,1-1 0,-1-2 0,1-2 0,-1-1 0,0-3 0,0-1 0,17-5-3,156-7 0,-210 18-5,0 0-1,-1 0 1,1 0-1,0 1 1,-1-1-1,1 1 1,0-1 0,-1 1-1,1 0 1,-1-1-1,1 1 1,-1 0-1,1 0 1,-1 0 0,0 0-1,1 0 1,-1 0-1,0 1 1,0-1-1,0 0 1,0 1 0,0-1-1,0 1 1,0-1-1,0 1 1,-1-1-1,1 1 1,-1-1 0,1 1-1,-1 0 1,1-1-1,-1 1 1,0 0-1,0-1 1,0 1 0,0 0-1,0 0 1,0-1-1,0 1 1,-1 0-1,1-1 1,-1 1 0,1 0-1,-1-1 1,1 1-1,-1-1 1,0 1-1,0-1 1,0 1 0,0-1-1,0 0 1,0 1-1,0-1 1,-1 0-1,1 0 1,0 0 0,-1 1 5,-21 10-1547</inkml:trace>
  <inkml:trace contextRef="#ctx0" brushRef="#br1" timeOffset="-256343.968">15031 4871 9082,'0'0'7834,"0"0"-7834,0 0-11387</inkml:trace>
  <inkml:trace contextRef="#ctx0" brushRef="#br2" timeOffset="-90252.306">14384 4834 16948,'0'0'10762,"0"0"-8072,0 0-2155,0 0-10,0 0-37,-5 0-161,-17 1-115,16 0-37,11-1-70,40-3-105,-1-2 0,-1-2 0,1-2 0,-1-2 0,10-5 0,84-20 0,116-5 0,1 11 0,35 9 0,-140 10 0,1053-52 0,-940 62 0,-258 2-335,-20-1-1338</inkml:trace>
  <inkml:trace contextRef="#ctx0" brushRef="#br2" timeOffset="-89208.803">17271 4968 27382,'0'0'1064,"0"0"-122,0 0 12,0 0 17,0 0-352,0 0-245,-8-3 52,250-16-391,524-85-35,131-34 0,-708 107 0,2 9 0,1 9 0,0 7 0,47 12 0,-69 14 0,97 2 0,-106-69 0,-122 30-143,-38 12-570</inkml:trace>
  <inkml:trace contextRef="#ctx0" brushRef="#br2" timeOffset="-88381.19">20958 5071 26046,'0'0'1513,"0"0"-659,0 0-133,0 0 51,0 0 13,0 0-189,-12 0-164,-25 0-109,64 0 327,631-25-569,17-30-81,595-23-6,-954 78 6,-358-3 0,-80-19-699,61 9-2795</inkml:trace>
  <inkml:trace contextRef="#ctx0" brushRef="#br1" timeOffset="-78890.486">19233 3262 22765,'0'0'4546,"0"0"-2544,0 0-1550,0 0-171,0 0 192,1 13-15,57 320 816,-9 138-758,-12 350-516,-33-683 0,-4-137-24,0 0-1,0 0 1,0 0-1,0 0 1,0 0-1,0 0 1,0 0-1,0 0 1,0 0-1,1 0 1,-1 0-1,0 0 1,1 0-1,-1 0 1,0 0-1,1 0 1,0 0-1,-1 0 1,1 0-1,-1 0 1,1-1-1,0 1 1,0 0-1,-1 0 1,1-1-1,0 1 1,0 0-1,0-1 1,0 1-1,0-1 1,0 0 0,0 1-1,0-1 1,0 0-1,0 1 1,0-1-1,0 0 1,0 0-1,0 0 1,0 0-1,0 0 1,0 0-1,0 0 1,0 0-1,0 0 1,0-1-1,0 1 1,0 0-1,0-1 1,0 1-1,0 0 1,0-1-1,1 0 25,15-15-1511</inkml:trace>
  <inkml:trace contextRef="#ctx0" brushRef="#br1" timeOffset="-78404.493">20373 3052 15251,'0'0'11405,"0"0"-8632,23 0-2289,155 4 331,120 18-431,1-12 1,-1-14-1,204-31-384,272-6 19,-682 39-21,-11-1-22,1 3 0,-1 4 0,-1 4-1,55 12 25,266 88-602,-169-90-2758,-198-18 630</inkml:trace>
  <inkml:trace contextRef="#ctx0" brushRef="#br1" timeOffset="-78102.875">24178 3234 29038,'0'0'928,"0"0"-672,0 0-55,-16 170 335,16-60-56,0 42-176,-2 22-80,0 5 8,2-7 64,0-20-80,0-8-160,0-14-56,0-24 0,0-25 0,-9-24 0,-6 9-64,0-13-1096,-3-10-1161</inkml:trace>
  <inkml:trace contextRef="#ctx0" brushRef="#br1" timeOffset="-77541.019">19645 5232 29174,'0'0'1159,"0"0"-845,24 4-237,341 28 528,-336-31-590,1297 41 944,512-83-495,-1400 33-464,-520-10-935,41 8-2939</inkml:trace>
  <inkml:trace contextRef="#ctx0" brushRef="#br1" timeOffset="-74122.172">13926 3212 27974,'0'0'1518,"0"0"-1057,5 27-193,17 185 491,-68 1183 309,49-1105-1134,-3-287-6,-1-1 1,1 0-1,-1 1 1,1-1-1,0 0 1,0 1-1,0-1 1,0 0 0,0 1-1,1-1 1,-1 0-1,1 1 1,0-1-1,-1 0 1,1 0-1,0 0 1,0 1 0,0-1-1,1 0 1,-1 0-1,0-1 1,1 1-1,0 0 1,-1 0-1,1-1 1,0 1 0,0-1-1,-1 1 1,1-1-1,0 0 1,1 0-1,-1 0 1,0 0-1,0 0 1,0 0 0,1-1-1,-1 1 1,0-1-1,1 1 1,-1-1-1,0 0 1,1 0-1,-1 0 1,0 0 0,1 0-1,-1-1 1,0 1-1,1-1 1,0 0 71,16-27-5564</inkml:trace>
  <inkml:trace contextRef="#ctx0" brushRef="#br1" timeOffset="-73757.141">14281 3220 29302,'0'0'703,"0"0"-368,24-7 14,192-41 410,786-17-364,-370 32-335,137 31-60,-633 8-21,0 7 0,-2 5 0,0 6 0,2 7 21,-36-1-123,-69-19 103,1-1 1,0-2-1,0-1 0,1-1 0,-1-2 0,12-1 20,75-5-3664,-116-4 739,-3 4-6940</inkml:trace>
  <inkml:trace contextRef="#ctx0" brushRef="#br1" timeOffset="-73215.659">18551 2995 27510,'0'0'1582,"0"0"-1029,0 0-182,0 0 153,0 0-188,0 0-197,15 0-75,-3-1-58,-1 0-2,0 0 0,0 1-1,-1-1 1,1 2 0,0 0-1,0 0 1,-1 1 0,1 0-1,-1 1 1,0 0-1,1 1 1,-1 0 0,-1 1-1,1-1 1,0 2-4,-9-4 4,-1 0 0,1 0 0,-1 0 0,1 0 0,-1 1 0,0-1 0,1 0 0,-1 0 1,0 0-1,-1 0 0,1 0 0,0 0 0,-1 1 0,1-1 0,-1 0 0,1 0 0,-1 0 0,0 0 0,0 0 0,0-1 0,0 1 0,0 0 0,0 0 0,-1-1 0,1 1 0,-1 0 1,1-1-1,-1 1 0,1-1 0,-1 0 0,0 0 0,0 0 0,0 0 0,0 0 0,0 0 0,1 0 0,-3 0-4,-8 10 25,0 5 29,2 1 0,0 1 0,1 0 0,0 0 0,2 1 0,0 0 0,1 0 1,2 1-1,-1-1 0,2 1 0,1 0 0,0 0 0,2 0 0,0 8-54,-5 565 548,18-382-498,28 128-50,-16-157-1306,-20-133-1348</inkml:trace>
  <inkml:trace contextRef="#ctx0" brushRef="#br1" timeOffset="-72599.838">14229 5213 24573,'0'0'4192,"0"0"-3065,0 0-945,0 0 77,0 0 287,0 0-116,25 0-166,255-12 207,421-21 221,33 31-692,433 62 30,-737-31-29,173 11-1,-579-43-18,-54-9-565,15 7 86,-36-12-2142</inkml:trace>
  <inkml:trace contextRef="#ctx0" brushRef="#br1" timeOffset="-70531.086">18236 2508 21589,'0'0'3583,"0"0"-1329,0 0-3,0 0-1224,0 0-456,-4-4-125,-12-33 584,5 75-1014,5 328-16,5-315 0,3 0 0,2-1 0,3 1 0,1-1 0,3 0 0,16 44 0,-83-172-260,20 47-1040</inkml:trace>
  <inkml:trace contextRef="#ctx0" brushRef="#br1" timeOffset="-69319.615">16789 2259 28286,'0'0'1107,"0"0"-260,0 0-36,0 0-173,0 0-237,0 0-151,-12 8-80,-82 73 79,63-41-247,1 2-1,2 1 1,2 1-1,3 1 1,-16 40-2,24 11 0,16-92 0,0 0 0,1 0 0,0 0 0,0 0 0,0 0 0,0-1 0,0 1 0,1-1 0,0 1 0,0-1 0,0 0 0,0 0 0,0 0 0,0 0 0,1-1 0,-1 1 0,1-1 0,0 0 0,0 0 0,0 0 0,0-1 0,0 1 0,0-1 0,0 0 0,1 0 0,-1-1 0,0 1 0,0-1 0,1 0 0,-1 0 0,0 0 0,1-1 0,-1 1 0,0-1 0,0 0 0,1-1 0,-1 1 0,4 1 0,47-6 0,0-2 0,-1-2 0,0-2 0,-1-3 0,0-3 0,-1-1 0,-2-3 0,0-2 0,24-17 0,-73 41-4,0 1-1,0-1 1,0 0 0,0 0-1,0 0 1,1 0 0,-1 0-1,0 0 1,0-1-1,0 1 1,0 0 0,0 0-1,0-1 1,0 1 0,0-1-1,0 1 1,0-1 0,0 1-1,0-1 1,-1 0 0,1 1-1,0-1 1,0 0 0,0 0-1,-1 1 1,1-1 0,-1 0-1,1 0 1,0 0-1,-1 0 1,1 0 0,-1 0-1,0 0 1,1 0 0,-1 0-1,0 0 1,0 0 0,0 0-1,1 0 1,-1 0 0,0 0-1,0-1 1,-1 1 0,1 0-1,0 0 1,0 0-1,0 0 1,-1 0 0,1 0-1,-1 0 1,1 0 0,-1 0-1,1 0 1,-1 0 0,1 0-1,-1 1 1,0-1 0,1 0-1,-1 0 1,0 0 0,0 0 4,-81-37-3404,58 23 800</inkml:trace>
  <inkml:trace contextRef="#ctx0" brushRef="#br1" timeOffset="-69056.851">17026 2313 27326,'0'0'2008,"0"0"-1384,0 0 161,0 0 247,-29 110-520,18-47-32,0 12-480,0 4 0,2 6 0,3-4 0,-1-8 0,3-8 0,2-14 0,2-5 0,0-15 0,0-13-1184</inkml:trace>
  <inkml:trace contextRef="#ctx0" brushRef="#br1" timeOffset="-68224.894">16166 3337 28526,'0'0'2137,"0"0"-1641,0 0 104,0 0 0,0 0-352,0 0-176,0 0-72,24 0-312,-13 0-944,-6 3-4498</inkml:trace>
  <inkml:trace contextRef="#ctx0" brushRef="#br1" timeOffset="-67808.868">16101 3344 29582,'0'0'832,"0"0"-535,0 0 63,0 0-304,0 0-56,0 0-1121,0 0-6528</inkml:trace>
  <inkml:trace contextRef="#ctx0" brushRef="#br1" timeOffset="-67338.033">15219 3281 28654,'0'0'1752,"0"0"-1263,0 0-57,0 0-40,0 0-304,0 0-88,0 0-168,-4 4-904,6 2-9051</inkml:trace>
  <inkml:trace contextRef="#ctx0" brushRef="#br1" timeOffset="-66119.093">13843 2352 28558,'0'0'1076,"0"0"-316,0 0-167,0 0-227,0 0-190,0 0-26,23 0-5,174-4 242,-195 3-377,0 1-1,0-1 1,0 0 0,0 1 0,0-1 0,0 1 0,0 0-1,0-1 1,0 1 0,0 0 0,0 0 0,0 1-1,0-1 1,0 0 0,1 1 0,-1-1 0,0 1-1,0-1 1,-1 1 0,1 0 0,0 0 0,0 0-1,0 0 1,0 0 0,-1 1 0,1-1 0,-1 1-1,1-1 1,-1 1 0,1-1 0,-1 1 0,0 0-1,0-1 1,0 1 0,0 0 0,0 0 0,0 0 0,0 0-1,-1 0 1,1 0 0,-1 0 0,1 0 0,-1 0-1,0 0 1,0 0 0,0 0 0,0 0 0,0 0-1,0 0 1,-1 1 0,0 0-10,-3 8 5,-2 0-1,1-1 1,-1 1 0,-1-1 0,0-1-1,-1 1 1,1-1 0,-2-1 0,1 1-1,-1-1 1,-5 3-5,-13 14 4,-222 212-4,239-209 0,48-25 0,-22-3 0,266-17 0,-280 18 0,0 1 0,0-1 0,0 1 0,0 0 0,-1-1 0,1 1 0,0 0 0,-1 0 0,0 0 0,1 0 0,-1 0 0,0 1 0,0-1 0,0 0 0,0 0 0,-1 1 0,1-1 0,-1 0 0,1 1 0,-1-1 0,0 1 0,0-1 0,0 1 0,0-1 0,0 1 0,-1-1 0,1 0 0,-1 1 0,1-1 0,-1 0 0,0 1 0,0-1 0,0 0 0,0 0 0,0 0 0,-1 0 0,1 0 0,-1 0 0,1 0 0,-3 1 0,-136 136 0,90-98 0,-8 9-459,106-94-2365,-13 8-1271</inkml:trace>
  <inkml:trace contextRef="#ctx0" brushRef="#br1" timeOffset="-65574.09">14465 2433 27654,'0'0'1399,"0"0"-370,0 0-314,0 0-312,0 0-194,0 0 39,11 3 22,15 4-124,111 45 407,-134-48-548,-1 0 0,0 0 0,0 1 1,0-1-1,-1 1 0,1 0 0,-1-1 1,0 1-1,0 0 0,-1-1 0,0 1 0,1 0 1,-2 0-1,1 0 0,0-1 0,-1 1 1,0 0-1,0-1 0,-1 1 0,1 0 1,-1-1-1,0 0 0,0 1 0,0-1 1,-1 0-1,1 0 0,-2 1-5,-158 206 0,69-100 0,71-67 0,55-37 0,-9-9 15,-1-2 0,1 0 0,-1-2 0,0 0 0,-1-1 0,0-2 0,0 0 0,0-2 0,3-3-15,-1 2-259,1 0-1,0 1 1,1 2-1,0 0 1,0 2-1,27-4 260,-28 10-3779</inkml:trace>
  <inkml:trace contextRef="#ctx0" brushRef="#br0" timeOffset="343.598">1864 409 30647,'0'0'742,"0"0"-471,0 0-186,0 0 18,0 0 88,29 2-48,202 6-6,109-26 75,-336 18-212,0 0 0,0 0 0,0 0 1,0 1-1,0-1 0,-1 1 0,1 0 0,0 0 0,0 0 0,-1 1 0,1 0 1,-1-1-1,1 1 0,-1 0 0,1 1 0,-1-1 0,0 1 0,0-1 1,-1 1-1,1 0 0,0 0 0,-1 0 0,0 0 0,1 0 0,-1 1 1,-1-1-1,1 1 0,0 0 0,-1-1 0,0 1 0,0 0 0,0 0 0,0-1 1,0 1-1,-1 0 0,0 0 0,0 0 0,0 0 0,-1 3 0,0 8 0,-1 1 1,-1-1-1,-1 1 0,0-1 0,-1 0 0,0 0 0,-1-1 0,-1 0 0,-1 0 0,0 0 1,0-1-1,-6 5 0,-51 76-211,-3-2 0,-5-4-1,-4-4 1,-41 34 211,51-64-1852,43-47-983</inkml:trace>
  <inkml:trace contextRef="#ctx0" brushRef="#br0" timeOffset="562.166">3258 216 27006,'0'0'3044,"0"0"-2257,0 0-696,8 23-20,23 80 158,-29-91-190,0 1 0,0-1-1,-2 1 1,1 0 0,-1-1 0,-1 1-1,0-1 1,-1 1 0,-1-1 0,0 1 0,0-1-1,-4 8-38,-5 20 35,1 3-14,-5 14-19,2 0-1,3 1 1,3 0 0,-1 38-2,9-94 0,-1 0 0,1 1-1,0-1 1,0 1 0,0-1-1,0 0 1,0 1 0,1-1-1,-1 1 1,1-1 0,-1 0-1,1 1 1,0-1 0,0 0 0,0 0-1,0 0 1,0 1 0,0-1-1,1 0 1,-1-1 0,1 1-1,0 0 1,-1 0 0,1-1 0,0 1-1,0-1 1,0 1 0,0-1-1,0 0 1,0 0 0,0 0-1,1 0 1,-1 0 0,0 0 0,1-1-1,-1 1 1,0-1 0,1 1-1,-1-1 1,1 0 0,-1 0-1,0 0 1,1-1 0,0 1 0,32-3 4,-1-1 1,1-2 0,-1-2-1,0-1 1,0-1 0,-1-2-1,-1-2 1,0 0 0,0-3-1,9-7-4,11-2 4,273-148-57,-242 102-1039,-60 34-3293,-7 3-10396</inkml:trace>
  <inkml:trace contextRef="#ctx0" brushRef="#br0" timeOffset="1165.692">3181 176 25189,'0'0'4441,"0"0"-4089,154-6 48,-82 2 273,1 2-177,-10 2-184,-12 0-168,-8 6-88,-16 16-56,-25 18-88,-2-5-544,-9-5-1833</inkml:trace>
  <inkml:trace contextRef="#ctx0" brushRef="#br0" timeOffset="1611.589">1 259 29430,'0'0'692,"24"5"-446,283 68 238,-47-10-39,1061 292 889,-1099-284-1256,595 172-12,-651-204-69,2-7 1,1-8-1,166 3 3,-261-24 0,1-3 0,-1-4 0,1-3 0,-2-2 0,16-8 0,-88 17-63,1 0 0,0 0-1,-1-1 1,1 1 0,-1 0 0,1-1-1,-1 0 1,1 1 0,-1-1 0,1 0-1,-1 0 1,0 0 0,1 0 0,-1 0 0,0 0-1,0 0 1,1 0 0,-1 0 0,0-1-1,0 1 1,-1 0 0,1-1 0,0 1-1,0-1 1,-1 1 0,1-1 0,-1 1 0,1-1-1,-1 1 1,1-1 0,-1 0 0,0 1-1,0-1 1,0 1 0,0-1 0,0 0-1,0 1 1,-1-1 0,1 1 0,0-1 0,-1 0-1,1 1 1,-1-1 0,0 1 0,1-1-1,-1 1 64,-10-26-6565</inkml:trace>
  <inkml:trace contextRef="#ctx0" brushRef="#br0" timeOffset="1893.958">3935 1 30951,'-208'132'672,"-68"49"-496,-29 32-152,-32 32 8,-27 25-8,-6 12-24,3 12 0,26-8-40,36-13-128,94-74-256,60-53-1073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DD1EA-13D5-431C-BECD-C6D1A3847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A875D-31F9-413C-8A21-85F4E64BA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A7433F-DB01-49CC-B754-4D86E8E75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C225E-45E4-4635-9574-6C07D329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E9DC42-B249-43A2-9D24-FC620C92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176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D6C2F-97F4-4F3B-A926-FD10899C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3C5A41-DECB-44E8-AE30-5B1F6DF5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CE21EE-9663-4D01-B337-3D43999F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15CA27-52D8-4CFE-966E-FE2580F6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31FDB6-519A-435C-8F3B-C1D9B44E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6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98697-DB98-4C1F-AB66-46A50450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03063E-146F-41D8-8ADA-45653C414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AE6746-DC93-44EB-9B8E-C548F17A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C6B716-A395-4E74-AC77-6DC410794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8B6C4-27AC-4BFB-B204-1EA5F945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98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31F3F-A406-4480-AA58-7E347E30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9D4D4C-AFF3-4172-AC54-E55A5A774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99C344-9091-472E-84B8-8108AA171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6E0F6B-BE3C-4C92-A18D-ED8DE2C7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2E6125-83A3-4F88-9F34-926571C2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6F7CA1-1AA1-45C7-974F-7FE1C160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3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2E146-E012-4DBB-B96E-670DA2DF7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137B1C-96F9-4FE6-A763-EB09E9EB8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8B7BD1-F24C-4256-962E-E51422446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7E997C-AAB2-4144-ACBF-96DCB84F4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4E11048-7527-409B-B22B-25FA4C13B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8695CD-5E57-4998-AF4D-007BECDF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3B055E-E712-4B4C-9AA4-C66947847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A1469A-A2A4-47B5-BDC2-74DEC6F4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03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24E59-0252-492B-B84A-A6760AB3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2C73B0-62C2-489E-BA12-8EF368A60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B6AFD0-8126-45B9-AD0F-85CC88E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B37EC9-937A-47B4-91A1-7D4F554B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20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D3E3F2-A297-4478-9106-CA49A2FC5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9050FB-79C6-46DB-973B-BAF33B35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01B4A0-8016-4794-A292-A3126ED19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93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F22D2-3288-4108-8A19-E285435E8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25FE45-ED7E-4803-8EEE-4D0C046C5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89FE8F-0B4D-44AF-8837-A49B46267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FF633E-1F25-412D-A0E4-5CF076476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040581-F6CA-4E9A-871B-A19D759E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3C4737-0E5B-4FF5-9A71-58B175D9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777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00F857-1DEB-452C-B559-CEA0179B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FFF724-2AC9-489C-8AB7-9CD7FCE3B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87798E-AF26-4167-86E3-651F79BA0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34023D-A350-4B4F-A1D0-00D77542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20C741-1039-456D-A797-3F1969C08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5A7FD7-E675-4E19-B373-87BEDB22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07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113E0-B09F-4B93-819A-4E28644A8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1EC1CD-9BF8-429A-A462-D8D8CAD92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183D6A-102D-491E-9ED9-165C49B78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BC2E78-E70C-42EA-8BFD-01DF75CBC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667900-0736-42C8-91C2-1CCFF009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8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D1853E-6472-4A11-AA67-0B5C86604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175632-5800-49E6-BA18-E5EB7936C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77BAB-F5CE-4147-900B-08568544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BE677A-3AD8-4C38-AEE1-02A498F4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25E919-172D-46D5-ADB8-91125F45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350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F6CD65-1E81-4A00-8B78-85B0A271A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C3DE54-5A4C-48FA-9004-3019490AD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265EB-58B9-4DD0-A67E-A282B6B93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88E2C-40FA-420A-ABA1-0BF416EC4473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6AAB22-D4B7-4C7B-B101-401CC875B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EDC7E7-05A0-44DD-BB60-17055F7E9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4993-1476-4651-BD81-C8C6CFC07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08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.xml"/><Relationship Id="rId21" Type="http://schemas.openxmlformats.org/officeDocument/2006/relationships/image" Target="../media/image12.png"/><Relationship Id="rId42" Type="http://schemas.openxmlformats.org/officeDocument/2006/relationships/customXml" Target="../ink/ink23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customXml" Target="../ink/ink36.xml"/><Relationship Id="rId7" Type="http://schemas.openxmlformats.org/officeDocument/2006/relationships/image" Target="../media/image5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29" Type="http://schemas.openxmlformats.org/officeDocument/2006/relationships/image" Target="../media/image16.png"/><Relationship Id="rId11" Type="http://schemas.openxmlformats.org/officeDocument/2006/relationships/image" Target="../media/image7.png"/><Relationship Id="rId24" Type="http://schemas.openxmlformats.org/officeDocument/2006/relationships/customXml" Target="../ink/ink14.xml"/><Relationship Id="rId32" Type="http://schemas.openxmlformats.org/officeDocument/2006/relationships/customXml" Target="../ink/ink18.xml"/><Relationship Id="rId37" Type="http://schemas.openxmlformats.org/officeDocument/2006/relationships/image" Target="../media/image20.png"/><Relationship Id="rId40" Type="http://schemas.openxmlformats.org/officeDocument/2006/relationships/customXml" Target="../ink/ink22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31.xml"/><Relationship Id="rId66" Type="http://schemas.openxmlformats.org/officeDocument/2006/relationships/customXml" Target="../ink/ink35.xml"/><Relationship Id="rId5" Type="http://schemas.openxmlformats.org/officeDocument/2006/relationships/image" Target="../media/image4.png"/><Relationship Id="rId61" Type="http://schemas.openxmlformats.org/officeDocument/2006/relationships/image" Target="../media/image32.png"/><Relationship Id="rId19" Type="http://schemas.openxmlformats.org/officeDocument/2006/relationships/image" Target="../media/image11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15.png"/><Relationship Id="rId30" Type="http://schemas.openxmlformats.org/officeDocument/2006/relationships/customXml" Target="../ink/ink17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6.xml"/><Relationship Id="rId56" Type="http://schemas.openxmlformats.org/officeDocument/2006/relationships/customXml" Target="../ink/ink30.xml"/><Relationship Id="rId64" Type="http://schemas.openxmlformats.org/officeDocument/2006/relationships/customXml" Target="../ink/ink34.xml"/><Relationship Id="rId69" Type="http://schemas.openxmlformats.org/officeDocument/2006/relationships/image" Target="../media/image36.png"/><Relationship Id="rId8" Type="http://schemas.openxmlformats.org/officeDocument/2006/relationships/customXml" Target="../ink/ink6.xml"/><Relationship Id="rId51" Type="http://schemas.openxmlformats.org/officeDocument/2006/relationships/image" Target="../media/image27.png"/><Relationship Id="rId3" Type="http://schemas.openxmlformats.org/officeDocument/2006/relationships/image" Target="../media/image3.png"/><Relationship Id="rId12" Type="http://schemas.openxmlformats.org/officeDocument/2006/relationships/customXml" Target="../ink/ink8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21.xml"/><Relationship Id="rId46" Type="http://schemas.openxmlformats.org/officeDocument/2006/relationships/customXml" Target="../ink/ink25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12.xml"/><Relationship Id="rId41" Type="http://schemas.openxmlformats.org/officeDocument/2006/relationships/image" Target="../media/image22.png"/><Relationship Id="rId54" Type="http://schemas.openxmlformats.org/officeDocument/2006/relationships/customXml" Target="../ink/ink29.xml"/><Relationship Id="rId62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6.xml"/><Relationship Id="rId36" Type="http://schemas.openxmlformats.org/officeDocument/2006/relationships/customXml" Target="../ink/ink20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7.xml"/><Relationship Id="rId31" Type="http://schemas.openxmlformats.org/officeDocument/2006/relationships/image" Target="../media/image17.png"/><Relationship Id="rId44" Type="http://schemas.openxmlformats.org/officeDocument/2006/relationships/customXml" Target="../ink/ink24.xml"/><Relationship Id="rId52" Type="http://schemas.openxmlformats.org/officeDocument/2006/relationships/customXml" Target="../ink/ink28.xml"/><Relationship Id="rId60" Type="http://schemas.openxmlformats.org/officeDocument/2006/relationships/customXml" Target="../ink/ink32.xml"/><Relationship Id="rId65" Type="http://schemas.openxmlformats.org/officeDocument/2006/relationships/image" Target="../media/image34.png"/><Relationship Id="rId4" Type="http://schemas.openxmlformats.org/officeDocument/2006/relationships/customXml" Target="../ink/ink4.xml"/><Relationship Id="rId9" Type="http://schemas.openxmlformats.org/officeDocument/2006/relationships/image" Target="../media/image6.png"/><Relationship Id="rId13" Type="http://schemas.openxmlformats.org/officeDocument/2006/relationships/image" Target="../media/image8.png"/><Relationship Id="rId18" Type="http://schemas.openxmlformats.org/officeDocument/2006/relationships/customXml" Target="../ink/ink11.xml"/><Relationship Id="rId39" Type="http://schemas.openxmlformats.org/officeDocument/2006/relationships/image" Target="../media/image21.png"/><Relationship Id="rId34" Type="http://schemas.openxmlformats.org/officeDocument/2006/relationships/customXml" Target="../ink/ink19.xml"/><Relationship Id="rId50" Type="http://schemas.openxmlformats.org/officeDocument/2006/relationships/customXml" Target="../ink/ink27.xml"/><Relationship Id="rId55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customXml" Target="../ink/ink45.xml"/><Relationship Id="rId26" Type="http://schemas.openxmlformats.org/officeDocument/2006/relationships/customXml" Target="../ink/ink49.xml"/><Relationship Id="rId39" Type="http://schemas.openxmlformats.org/officeDocument/2006/relationships/image" Target="../media/image55.png"/><Relationship Id="rId21" Type="http://schemas.openxmlformats.org/officeDocument/2006/relationships/image" Target="../media/image46.png"/><Relationship Id="rId34" Type="http://schemas.openxmlformats.org/officeDocument/2006/relationships/customXml" Target="../ink/ink53.xml"/><Relationship Id="rId42" Type="http://schemas.openxmlformats.org/officeDocument/2006/relationships/customXml" Target="../ink/ink57.xml"/><Relationship Id="rId47" Type="http://schemas.openxmlformats.org/officeDocument/2006/relationships/image" Target="../media/image59.png"/><Relationship Id="rId50" Type="http://schemas.openxmlformats.org/officeDocument/2006/relationships/customXml" Target="../ink/ink61.xml"/><Relationship Id="rId55" Type="http://schemas.openxmlformats.org/officeDocument/2006/relationships/image" Target="../media/image63.png"/><Relationship Id="rId7" Type="http://schemas.openxmlformats.org/officeDocument/2006/relationships/image" Target="../media/image39.png"/><Relationship Id="rId2" Type="http://schemas.openxmlformats.org/officeDocument/2006/relationships/customXml" Target="../ink/ink37.xml"/><Relationship Id="rId16" Type="http://schemas.openxmlformats.org/officeDocument/2006/relationships/customXml" Target="../ink/ink44.xml"/><Relationship Id="rId29" Type="http://schemas.openxmlformats.org/officeDocument/2006/relationships/image" Target="../media/image50.png"/><Relationship Id="rId11" Type="http://schemas.openxmlformats.org/officeDocument/2006/relationships/image" Target="../media/image41.png"/><Relationship Id="rId24" Type="http://schemas.openxmlformats.org/officeDocument/2006/relationships/customXml" Target="../ink/ink48.xml"/><Relationship Id="rId32" Type="http://schemas.openxmlformats.org/officeDocument/2006/relationships/customXml" Target="../ink/ink52.xml"/><Relationship Id="rId37" Type="http://schemas.openxmlformats.org/officeDocument/2006/relationships/image" Target="../media/image54.png"/><Relationship Id="rId40" Type="http://schemas.openxmlformats.org/officeDocument/2006/relationships/customXml" Target="../ink/ink56.xml"/><Relationship Id="rId45" Type="http://schemas.openxmlformats.org/officeDocument/2006/relationships/image" Target="../media/image58.png"/><Relationship Id="rId53" Type="http://schemas.openxmlformats.org/officeDocument/2006/relationships/image" Target="../media/image62.png"/><Relationship Id="rId58" Type="http://schemas.openxmlformats.org/officeDocument/2006/relationships/customXml" Target="../ink/ink65.xml"/><Relationship Id="rId5" Type="http://schemas.openxmlformats.org/officeDocument/2006/relationships/image" Target="../media/image38.png"/><Relationship Id="rId19" Type="http://schemas.openxmlformats.org/officeDocument/2006/relationships/image" Target="../media/image45.png"/><Relationship Id="rId4" Type="http://schemas.openxmlformats.org/officeDocument/2006/relationships/customXml" Target="../ink/ink38.xml"/><Relationship Id="rId9" Type="http://schemas.openxmlformats.org/officeDocument/2006/relationships/image" Target="../media/image40.png"/><Relationship Id="rId14" Type="http://schemas.openxmlformats.org/officeDocument/2006/relationships/customXml" Target="../ink/ink43.xml"/><Relationship Id="rId22" Type="http://schemas.openxmlformats.org/officeDocument/2006/relationships/customXml" Target="../ink/ink47.xml"/><Relationship Id="rId27" Type="http://schemas.openxmlformats.org/officeDocument/2006/relationships/image" Target="../media/image49.png"/><Relationship Id="rId30" Type="http://schemas.openxmlformats.org/officeDocument/2006/relationships/customXml" Target="../ink/ink51.xml"/><Relationship Id="rId35" Type="http://schemas.openxmlformats.org/officeDocument/2006/relationships/image" Target="../media/image53.png"/><Relationship Id="rId43" Type="http://schemas.openxmlformats.org/officeDocument/2006/relationships/image" Target="../media/image57.png"/><Relationship Id="rId48" Type="http://schemas.openxmlformats.org/officeDocument/2006/relationships/customXml" Target="../ink/ink60.xml"/><Relationship Id="rId56" Type="http://schemas.openxmlformats.org/officeDocument/2006/relationships/customXml" Target="../ink/ink64.xml"/><Relationship Id="rId8" Type="http://schemas.openxmlformats.org/officeDocument/2006/relationships/customXml" Target="../ink/ink40.xml"/><Relationship Id="rId51" Type="http://schemas.openxmlformats.org/officeDocument/2006/relationships/image" Target="../media/image61.png"/><Relationship Id="rId3" Type="http://schemas.openxmlformats.org/officeDocument/2006/relationships/image" Target="../media/image37.png"/><Relationship Id="rId12" Type="http://schemas.openxmlformats.org/officeDocument/2006/relationships/customXml" Target="../ink/ink42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33" Type="http://schemas.openxmlformats.org/officeDocument/2006/relationships/image" Target="../media/image52.png"/><Relationship Id="rId38" Type="http://schemas.openxmlformats.org/officeDocument/2006/relationships/customXml" Target="../ink/ink55.xml"/><Relationship Id="rId46" Type="http://schemas.openxmlformats.org/officeDocument/2006/relationships/customXml" Target="../ink/ink59.xml"/><Relationship Id="rId59" Type="http://schemas.openxmlformats.org/officeDocument/2006/relationships/image" Target="../media/image65.png"/><Relationship Id="rId20" Type="http://schemas.openxmlformats.org/officeDocument/2006/relationships/customXml" Target="../ink/ink46.xml"/><Relationship Id="rId41" Type="http://schemas.openxmlformats.org/officeDocument/2006/relationships/image" Target="../media/image56.png"/><Relationship Id="rId54" Type="http://schemas.openxmlformats.org/officeDocument/2006/relationships/customXml" Target="../ink/ink6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28" Type="http://schemas.openxmlformats.org/officeDocument/2006/relationships/customXml" Target="../ink/ink50.xml"/><Relationship Id="rId36" Type="http://schemas.openxmlformats.org/officeDocument/2006/relationships/customXml" Target="../ink/ink54.xml"/><Relationship Id="rId49" Type="http://schemas.openxmlformats.org/officeDocument/2006/relationships/image" Target="../media/image60.png"/><Relationship Id="rId57" Type="http://schemas.openxmlformats.org/officeDocument/2006/relationships/image" Target="../media/image64.png"/><Relationship Id="rId10" Type="http://schemas.openxmlformats.org/officeDocument/2006/relationships/customXml" Target="../ink/ink41.xml"/><Relationship Id="rId31" Type="http://schemas.openxmlformats.org/officeDocument/2006/relationships/image" Target="../media/image51.png"/><Relationship Id="rId44" Type="http://schemas.openxmlformats.org/officeDocument/2006/relationships/customXml" Target="../ink/ink58.xml"/><Relationship Id="rId52" Type="http://schemas.openxmlformats.org/officeDocument/2006/relationships/customXml" Target="../ink/ink6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18" Type="http://schemas.openxmlformats.org/officeDocument/2006/relationships/customXml" Target="../ink/ink74.xml"/><Relationship Id="rId26" Type="http://schemas.openxmlformats.org/officeDocument/2006/relationships/customXml" Target="../ink/ink78.xml"/><Relationship Id="rId21" Type="http://schemas.openxmlformats.org/officeDocument/2006/relationships/image" Target="../media/image75.png"/><Relationship Id="rId34" Type="http://schemas.openxmlformats.org/officeDocument/2006/relationships/customXml" Target="../ink/ink82.xml"/><Relationship Id="rId7" Type="http://schemas.openxmlformats.org/officeDocument/2006/relationships/image" Target="../media/image68.png"/><Relationship Id="rId12" Type="http://schemas.openxmlformats.org/officeDocument/2006/relationships/customXml" Target="../ink/ink71.xml"/><Relationship Id="rId17" Type="http://schemas.openxmlformats.org/officeDocument/2006/relationships/image" Target="../media/image73.png"/><Relationship Id="rId25" Type="http://schemas.openxmlformats.org/officeDocument/2006/relationships/image" Target="../media/image77.png"/><Relationship Id="rId33" Type="http://schemas.openxmlformats.org/officeDocument/2006/relationships/image" Target="../media/image81.png"/><Relationship Id="rId38" Type="http://schemas.openxmlformats.org/officeDocument/2006/relationships/image" Target="../media/image83.png"/><Relationship Id="rId2" Type="http://schemas.openxmlformats.org/officeDocument/2006/relationships/customXml" Target="../ink/ink66.xml"/><Relationship Id="rId16" Type="http://schemas.openxmlformats.org/officeDocument/2006/relationships/customXml" Target="../ink/ink73.xml"/><Relationship Id="rId20" Type="http://schemas.openxmlformats.org/officeDocument/2006/relationships/customXml" Target="../ink/ink75.xml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8.xml"/><Relationship Id="rId11" Type="http://schemas.openxmlformats.org/officeDocument/2006/relationships/image" Target="../media/image70.png"/><Relationship Id="rId24" Type="http://schemas.openxmlformats.org/officeDocument/2006/relationships/customXml" Target="../ink/ink77.xml"/><Relationship Id="rId32" Type="http://schemas.openxmlformats.org/officeDocument/2006/relationships/customXml" Target="../ink/ink81.xml"/><Relationship Id="rId37" Type="http://schemas.openxmlformats.org/officeDocument/2006/relationships/customXml" Target="../ink/ink84.xml"/><Relationship Id="rId5" Type="http://schemas.openxmlformats.org/officeDocument/2006/relationships/image" Target="../media/image67.png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28" Type="http://schemas.openxmlformats.org/officeDocument/2006/relationships/customXml" Target="../ink/ink79.xml"/><Relationship Id="rId36" Type="http://schemas.openxmlformats.org/officeDocument/2006/relationships/customXml" Target="../ink/ink83.xml"/><Relationship Id="rId10" Type="http://schemas.openxmlformats.org/officeDocument/2006/relationships/customXml" Target="../ink/ink70.xml"/><Relationship Id="rId19" Type="http://schemas.openxmlformats.org/officeDocument/2006/relationships/image" Target="../media/image74.png"/><Relationship Id="rId31" Type="http://schemas.openxmlformats.org/officeDocument/2006/relationships/image" Target="../media/image80.png"/><Relationship Id="rId4" Type="http://schemas.openxmlformats.org/officeDocument/2006/relationships/customXml" Target="../ink/ink67.xml"/><Relationship Id="rId9" Type="http://schemas.openxmlformats.org/officeDocument/2006/relationships/image" Target="../media/image69.png"/><Relationship Id="rId14" Type="http://schemas.openxmlformats.org/officeDocument/2006/relationships/customXml" Target="../ink/ink72.xml"/><Relationship Id="rId22" Type="http://schemas.openxmlformats.org/officeDocument/2006/relationships/customXml" Target="../ink/ink76.xml"/><Relationship Id="rId27" Type="http://schemas.openxmlformats.org/officeDocument/2006/relationships/image" Target="../media/image78.png"/><Relationship Id="rId30" Type="http://schemas.openxmlformats.org/officeDocument/2006/relationships/customXml" Target="../ink/ink80.xml"/><Relationship Id="rId35" Type="http://schemas.openxmlformats.org/officeDocument/2006/relationships/image" Target="../media/image82.png"/><Relationship Id="rId8" Type="http://schemas.openxmlformats.org/officeDocument/2006/relationships/customXml" Target="../ink/ink69.xml"/><Relationship Id="rId3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customXml" Target="../ink/ink8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customXml" Target="../ink/ink8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customXml" Target="../ink/ink8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customXml" Target="../ink/ink8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customXml" Target="../ink/ink8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customXml" Target="../ink/ink9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94.xml"/><Relationship Id="rId13" Type="http://schemas.openxmlformats.org/officeDocument/2006/relationships/image" Target="../media/image95.png"/><Relationship Id="rId18" Type="http://schemas.openxmlformats.org/officeDocument/2006/relationships/customXml" Target="../ink/ink99.xml"/><Relationship Id="rId3" Type="http://schemas.openxmlformats.org/officeDocument/2006/relationships/image" Target="../media/image90.png"/><Relationship Id="rId21" Type="http://schemas.openxmlformats.org/officeDocument/2006/relationships/image" Target="../media/image99.png"/><Relationship Id="rId7" Type="http://schemas.openxmlformats.org/officeDocument/2006/relationships/image" Target="../media/image92.png"/><Relationship Id="rId12" Type="http://schemas.openxmlformats.org/officeDocument/2006/relationships/customXml" Target="../ink/ink96.xml"/><Relationship Id="rId17" Type="http://schemas.openxmlformats.org/officeDocument/2006/relationships/image" Target="../media/image97.png"/><Relationship Id="rId2" Type="http://schemas.openxmlformats.org/officeDocument/2006/relationships/customXml" Target="../ink/ink91.xml"/><Relationship Id="rId16" Type="http://schemas.openxmlformats.org/officeDocument/2006/relationships/customXml" Target="../ink/ink98.xml"/><Relationship Id="rId20" Type="http://schemas.openxmlformats.org/officeDocument/2006/relationships/customXml" Target="../ink/ink10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3.xml"/><Relationship Id="rId11" Type="http://schemas.openxmlformats.org/officeDocument/2006/relationships/image" Target="../media/image94.png"/><Relationship Id="rId5" Type="http://schemas.openxmlformats.org/officeDocument/2006/relationships/image" Target="../media/image91.png"/><Relationship Id="rId15" Type="http://schemas.openxmlformats.org/officeDocument/2006/relationships/image" Target="../media/image96.png"/><Relationship Id="rId23" Type="http://schemas.openxmlformats.org/officeDocument/2006/relationships/image" Target="../media/image100.png"/><Relationship Id="rId10" Type="http://schemas.openxmlformats.org/officeDocument/2006/relationships/customXml" Target="../ink/ink95.xml"/><Relationship Id="rId19" Type="http://schemas.openxmlformats.org/officeDocument/2006/relationships/image" Target="../media/image98.png"/><Relationship Id="rId4" Type="http://schemas.openxmlformats.org/officeDocument/2006/relationships/customXml" Target="../ink/ink92.xml"/><Relationship Id="rId9" Type="http://schemas.openxmlformats.org/officeDocument/2006/relationships/image" Target="../media/image93.png"/><Relationship Id="rId14" Type="http://schemas.openxmlformats.org/officeDocument/2006/relationships/customXml" Target="../ink/ink97.xml"/><Relationship Id="rId22" Type="http://schemas.openxmlformats.org/officeDocument/2006/relationships/customXml" Target="../ink/ink101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7.png"/><Relationship Id="rId21" Type="http://schemas.openxmlformats.org/officeDocument/2006/relationships/image" Target="../media/image110.png"/><Relationship Id="rId42" Type="http://schemas.openxmlformats.org/officeDocument/2006/relationships/customXml" Target="../ink/ink122.xml"/><Relationship Id="rId63" Type="http://schemas.openxmlformats.org/officeDocument/2006/relationships/image" Target="../media/image131.png"/><Relationship Id="rId84" Type="http://schemas.openxmlformats.org/officeDocument/2006/relationships/customXml" Target="../ink/ink143.xml"/><Relationship Id="rId138" Type="http://schemas.openxmlformats.org/officeDocument/2006/relationships/customXml" Target="../ink/ink170.xml"/><Relationship Id="rId159" Type="http://schemas.openxmlformats.org/officeDocument/2006/relationships/image" Target="../media/image178.png"/><Relationship Id="rId170" Type="http://schemas.openxmlformats.org/officeDocument/2006/relationships/customXml" Target="../ink/ink186.xml"/><Relationship Id="rId107" Type="http://schemas.openxmlformats.org/officeDocument/2006/relationships/image" Target="../media/image152.png"/><Relationship Id="rId11" Type="http://schemas.openxmlformats.org/officeDocument/2006/relationships/image" Target="../media/image105.png"/><Relationship Id="rId32" Type="http://schemas.openxmlformats.org/officeDocument/2006/relationships/customXml" Target="../ink/ink117.xml"/><Relationship Id="rId53" Type="http://schemas.openxmlformats.org/officeDocument/2006/relationships/image" Target="../media/image126.png"/><Relationship Id="rId74" Type="http://schemas.openxmlformats.org/officeDocument/2006/relationships/customXml" Target="../ink/ink138.xml"/><Relationship Id="rId128" Type="http://schemas.openxmlformats.org/officeDocument/2006/relationships/customXml" Target="../ink/ink165.xml"/><Relationship Id="rId149" Type="http://schemas.openxmlformats.org/officeDocument/2006/relationships/image" Target="../media/image173.png"/><Relationship Id="rId5" Type="http://schemas.openxmlformats.org/officeDocument/2006/relationships/image" Target="../media/image102.png"/><Relationship Id="rId95" Type="http://schemas.openxmlformats.org/officeDocument/2006/relationships/image" Target="../media/image146.png"/><Relationship Id="rId160" Type="http://schemas.openxmlformats.org/officeDocument/2006/relationships/customXml" Target="../ink/ink181.xml"/><Relationship Id="rId181" Type="http://schemas.openxmlformats.org/officeDocument/2006/relationships/image" Target="../media/image189.png"/><Relationship Id="rId22" Type="http://schemas.openxmlformats.org/officeDocument/2006/relationships/customXml" Target="../ink/ink112.xml"/><Relationship Id="rId43" Type="http://schemas.openxmlformats.org/officeDocument/2006/relationships/image" Target="../media/image121.png"/><Relationship Id="rId64" Type="http://schemas.openxmlformats.org/officeDocument/2006/relationships/customXml" Target="../ink/ink133.xml"/><Relationship Id="rId118" Type="http://schemas.openxmlformats.org/officeDocument/2006/relationships/customXml" Target="../ink/ink160.xml"/><Relationship Id="rId139" Type="http://schemas.openxmlformats.org/officeDocument/2006/relationships/image" Target="../media/image168.png"/><Relationship Id="rId85" Type="http://schemas.openxmlformats.org/officeDocument/2006/relationships/image" Target="../media/image141.png"/><Relationship Id="rId150" Type="http://schemas.openxmlformats.org/officeDocument/2006/relationships/customXml" Target="../ink/ink176.xml"/><Relationship Id="rId171" Type="http://schemas.openxmlformats.org/officeDocument/2006/relationships/image" Target="../media/image184.png"/><Relationship Id="rId12" Type="http://schemas.openxmlformats.org/officeDocument/2006/relationships/customXml" Target="../ink/ink107.xml"/><Relationship Id="rId33" Type="http://schemas.openxmlformats.org/officeDocument/2006/relationships/image" Target="../media/image116.png"/><Relationship Id="rId108" Type="http://schemas.openxmlformats.org/officeDocument/2006/relationships/customXml" Target="../ink/ink155.xml"/><Relationship Id="rId129" Type="http://schemas.openxmlformats.org/officeDocument/2006/relationships/image" Target="../media/image163.png"/><Relationship Id="rId54" Type="http://schemas.openxmlformats.org/officeDocument/2006/relationships/customXml" Target="../ink/ink128.xml"/><Relationship Id="rId75" Type="http://schemas.openxmlformats.org/officeDocument/2006/relationships/image" Target="../media/image77.png"/><Relationship Id="rId96" Type="http://schemas.openxmlformats.org/officeDocument/2006/relationships/customXml" Target="../ink/ink149.xml"/><Relationship Id="rId140" Type="http://schemas.openxmlformats.org/officeDocument/2006/relationships/customXml" Target="../ink/ink171.xml"/><Relationship Id="rId161" Type="http://schemas.openxmlformats.org/officeDocument/2006/relationships/image" Target="../media/image179.png"/><Relationship Id="rId6" Type="http://schemas.openxmlformats.org/officeDocument/2006/relationships/customXml" Target="../ink/ink104.xml"/><Relationship Id="rId23" Type="http://schemas.openxmlformats.org/officeDocument/2006/relationships/image" Target="../media/image111.png"/><Relationship Id="rId119" Type="http://schemas.openxmlformats.org/officeDocument/2006/relationships/image" Target="../media/image158.png"/><Relationship Id="rId44" Type="http://schemas.openxmlformats.org/officeDocument/2006/relationships/customXml" Target="../ink/ink123.xml"/><Relationship Id="rId60" Type="http://schemas.openxmlformats.org/officeDocument/2006/relationships/customXml" Target="../ink/ink131.xml"/><Relationship Id="rId65" Type="http://schemas.openxmlformats.org/officeDocument/2006/relationships/image" Target="../media/image132.png"/><Relationship Id="rId81" Type="http://schemas.openxmlformats.org/officeDocument/2006/relationships/image" Target="../media/image139.png"/><Relationship Id="rId86" Type="http://schemas.openxmlformats.org/officeDocument/2006/relationships/customXml" Target="../ink/ink144.xml"/><Relationship Id="rId130" Type="http://schemas.openxmlformats.org/officeDocument/2006/relationships/customXml" Target="../ink/ink166.xml"/><Relationship Id="rId135" Type="http://schemas.openxmlformats.org/officeDocument/2006/relationships/image" Target="../media/image166.png"/><Relationship Id="rId151" Type="http://schemas.openxmlformats.org/officeDocument/2006/relationships/image" Target="../media/image174.png"/><Relationship Id="rId156" Type="http://schemas.openxmlformats.org/officeDocument/2006/relationships/customXml" Target="../ink/ink179.xml"/><Relationship Id="rId177" Type="http://schemas.openxmlformats.org/officeDocument/2006/relationships/image" Target="../media/image187.png"/><Relationship Id="rId172" Type="http://schemas.openxmlformats.org/officeDocument/2006/relationships/customXml" Target="../ink/ink187.xml"/><Relationship Id="rId13" Type="http://schemas.openxmlformats.org/officeDocument/2006/relationships/image" Target="../media/image106.png"/><Relationship Id="rId18" Type="http://schemas.openxmlformats.org/officeDocument/2006/relationships/customXml" Target="../ink/ink110.xml"/><Relationship Id="rId39" Type="http://schemas.openxmlformats.org/officeDocument/2006/relationships/image" Target="../media/image119.png"/><Relationship Id="rId109" Type="http://schemas.openxmlformats.org/officeDocument/2006/relationships/image" Target="../media/image153.png"/><Relationship Id="rId34" Type="http://schemas.openxmlformats.org/officeDocument/2006/relationships/customXml" Target="../ink/ink118.xml"/><Relationship Id="rId50" Type="http://schemas.openxmlformats.org/officeDocument/2006/relationships/customXml" Target="../ink/ink126.xml"/><Relationship Id="rId55" Type="http://schemas.openxmlformats.org/officeDocument/2006/relationships/image" Target="../media/image127.png"/><Relationship Id="rId76" Type="http://schemas.openxmlformats.org/officeDocument/2006/relationships/customXml" Target="../ink/ink139.xml"/><Relationship Id="rId97" Type="http://schemas.openxmlformats.org/officeDocument/2006/relationships/image" Target="../media/image147.png"/><Relationship Id="rId104" Type="http://schemas.openxmlformats.org/officeDocument/2006/relationships/customXml" Target="../ink/ink153.xml"/><Relationship Id="rId120" Type="http://schemas.openxmlformats.org/officeDocument/2006/relationships/customXml" Target="../ink/ink161.xml"/><Relationship Id="rId125" Type="http://schemas.openxmlformats.org/officeDocument/2006/relationships/image" Target="../media/image161.png"/><Relationship Id="rId141" Type="http://schemas.openxmlformats.org/officeDocument/2006/relationships/image" Target="../media/image169.png"/><Relationship Id="rId146" Type="http://schemas.openxmlformats.org/officeDocument/2006/relationships/customXml" Target="../ink/ink174.xml"/><Relationship Id="rId167" Type="http://schemas.openxmlformats.org/officeDocument/2006/relationships/image" Target="../media/image182.png"/><Relationship Id="rId7" Type="http://schemas.openxmlformats.org/officeDocument/2006/relationships/image" Target="../media/image103.png"/><Relationship Id="rId71" Type="http://schemas.openxmlformats.org/officeDocument/2006/relationships/image" Target="../media/image135.png"/><Relationship Id="rId92" Type="http://schemas.openxmlformats.org/officeDocument/2006/relationships/customXml" Target="../ink/ink147.xml"/><Relationship Id="rId162" Type="http://schemas.openxmlformats.org/officeDocument/2006/relationships/customXml" Target="../ink/ink182.xml"/><Relationship Id="rId2" Type="http://schemas.openxmlformats.org/officeDocument/2006/relationships/customXml" Target="../ink/ink102.xml"/><Relationship Id="rId29" Type="http://schemas.openxmlformats.org/officeDocument/2006/relationships/image" Target="../media/image114.png"/><Relationship Id="rId24" Type="http://schemas.openxmlformats.org/officeDocument/2006/relationships/customXml" Target="../ink/ink113.xml"/><Relationship Id="rId40" Type="http://schemas.openxmlformats.org/officeDocument/2006/relationships/customXml" Target="../ink/ink121.xml"/><Relationship Id="rId45" Type="http://schemas.openxmlformats.org/officeDocument/2006/relationships/image" Target="../media/image122.png"/><Relationship Id="rId66" Type="http://schemas.openxmlformats.org/officeDocument/2006/relationships/customXml" Target="../ink/ink134.xml"/><Relationship Id="rId87" Type="http://schemas.openxmlformats.org/officeDocument/2006/relationships/image" Target="../media/image142.png"/><Relationship Id="rId110" Type="http://schemas.openxmlformats.org/officeDocument/2006/relationships/customXml" Target="../ink/ink156.xml"/><Relationship Id="rId115" Type="http://schemas.openxmlformats.org/officeDocument/2006/relationships/image" Target="../media/image156.png"/><Relationship Id="rId131" Type="http://schemas.openxmlformats.org/officeDocument/2006/relationships/image" Target="../media/image164.png"/><Relationship Id="rId136" Type="http://schemas.openxmlformats.org/officeDocument/2006/relationships/customXml" Target="../ink/ink169.xml"/><Relationship Id="rId157" Type="http://schemas.openxmlformats.org/officeDocument/2006/relationships/image" Target="../media/image177.png"/><Relationship Id="rId178" Type="http://schemas.openxmlformats.org/officeDocument/2006/relationships/customXml" Target="../ink/ink190.xml"/><Relationship Id="rId61" Type="http://schemas.openxmlformats.org/officeDocument/2006/relationships/image" Target="../media/image130.png"/><Relationship Id="rId82" Type="http://schemas.openxmlformats.org/officeDocument/2006/relationships/customXml" Target="../ink/ink142.xml"/><Relationship Id="rId152" Type="http://schemas.openxmlformats.org/officeDocument/2006/relationships/customXml" Target="../ink/ink177.xml"/><Relationship Id="rId173" Type="http://schemas.openxmlformats.org/officeDocument/2006/relationships/image" Target="../media/image185.png"/><Relationship Id="rId19" Type="http://schemas.openxmlformats.org/officeDocument/2006/relationships/image" Target="../media/image109.png"/><Relationship Id="rId14" Type="http://schemas.openxmlformats.org/officeDocument/2006/relationships/customXml" Target="../ink/ink108.xml"/><Relationship Id="rId30" Type="http://schemas.openxmlformats.org/officeDocument/2006/relationships/customXml" Target="../ink/ink116.xml"/><Relationship Id="rId35" Type="http://schemas.openxmlformats.org/officeDocument/2006/relationships/image" Target="../media/image117.png"/><Relationship Id="rId56" Type="http://schemas.openxmlformats.org/officeDocument/2006/relationships/customXml" Target="../ink/ink129.xml"/><Relationship Id="rId77" Type="http://schemas.openxmlformats.org/officeDocument/2006/relationships/image" Target="../media/image137.png"/><Relationship Id="rId100" Type="http://schemas.openxmlformats.org/officeDocument/2006/relationships/customXml" Target="../ink/ink151.xml"/><Relationship Id="rId105" Type="http://schemas.openxmlformats.org/officeDocument/2006/relationships/image" Target="../media/image151.png"/><Relationship Id="rId126" Type="http://schemas.openxmlformats.org/officeDocument/2006/relationships/customXml" Target="../ink/ink164.xml"/><Relationship Id="rId147" Type="http://schemas.openxmlformats.org/officeDocument/2006/relationships/image" Target="../media/image172.png"/><Relationship Id="rId168" Type="http://schemas.openxmlformats.org/officeDocument/2006/relationships/customXml" Target="../ink/ink185.xml"/><Relationship Id="rId8" Type="http://schemas.openxmlformats.org/officeDocument/2006/relationships/customXml" Target="../ink/ink105.xml"/><Relationship Id="rId51" Type="http://schemas.openxmlformats.org/officeDocument/2006/relationships/image" Target="../media/image125.png"/><Relationship Id="rId72" Type="http://schemas.openxmlformats.org/officeDocument/2006/relationships/customXml" Target="../ink/ink137.xml"/><Relationship Id="rId93" Type="http://schemas.openxmlformats.org/officeDocument/2006/relationships/image" Target="../media/image145.png"/><Relationship Id="rId98" Type="http://schemas.openxmlformats.org/officeDocument/2006/relationships/customXml" Target="../ink/ink150.xml"/><Relationship Id="rId121" Type="http://schemas.openxmlformats.org/officeDocument/2006/relationships/image" Target="../media/image159.png"/><Relationship Id="rId142" Type="http://schemas.openxmlformats.org/officeDocument/2006/relationships/customXml" Target="../ink/ink172.xml"/><Relationship Id="rId163" Type="http://schemas.openxmlformats.org/officeDocument/2006/relationships/image" Target="../media/image180.png"/><Relationship Id="rId3" Type="http://schemas.openxmlformats.org/officeDocument/2006/relationships/image" Target="../media/image101.png"/><Relationship Id="rId25" Type="http://schemas.openxmlformats.org/officeDocument/2006/relationships/image" Target="../media/image112.png"/><Relationship Id="rId46" Type="http://schemas.openxmlformats.org/officeDocument/2006/relationships/customXml" Target="../ink/ink124.xml"/><Relationship Id="rId67" Type="http://schemas.openxmlformats.org/officeDocument/2006/relationships/image" Target="../media/image133.png"/><Relationship Id="rId116" Type="http://schemas.openxmlformats.org/officeDocument/2006/relationships/customXml" Target="../ink/ink159.xml"/><Relationship Id="rId137" Type="http://schemas.openxmlformats.org/officeDocument/2006/relationships/image" Target="../media/image167.png"/><Relationship Id="rId158" Type="http://schemas.openxmlformats.org/officeDocument/2006/relationships/customXml" Target="../ink/ink180.xml"/><Relationship Id="rId20" Type="http://schemas.openxmlformats.org/officeDocument/2006/relationships/customXml" Target="../ink/ink111.xml"/><Relationship Id="rId41" Type="http://schemas.openxmlformats.org/officeDocument/2006/relationships/image" Target="../media/image120.png"/><Relationship Id="rId62" Type="http://schemas.openxmlformats.org/officeDocument/2006/relationships/customXml" Target="../ink/ink132.xml"/><Relationship Id="rId83" Type="http://schemas.openxmlformats.org/officeDocument/2006/relationships/image" Target="../media/image140.png"/><Relationship Id="rId88" Type="http://schemas.openxmlformats.org/officeDocument/2006/relationships/customXml" Target="../ink/ink145.xml"/><Relationship Id="rId111" Type="http://schemas.openxmlformats.org/officeDocument/2006/relationships/image" Target="../media/image154.png"/><Relationship Id="rId132" Type="http://schemas.openxmlformats.org/officeDocument/2006/relationships/customXml" Target="../ink/ink167.xml"/><Relationship Id="rId153" Type="http://schemas.openxmlformats.org/officeDocument/2006/relationships/image" Target="../media/image175.png"/><Relationship Id="rId174" Type="http://schemas.openxmlformats.org/officeDocument/2006/relationships/customXml" Target="../ink/ink188.xml"/><Relationship Id="rId179" Type="http://schemas.openxmlformats.org/officeDocument/2006/relationships/image" Target="../media/image188.png"/><Relationship Id="rId15" Type="http://schemas.openxmlformats.org/officeDocument/2006/relationships/image" Target="../media/image107.png"/><Relationship Id="rId36" Type="http://schemas.openxmlformats.org/officeDocument/2006/relationships/customXml" Target="../ink/ink119.xml"/><Relationship Id="rId57" Type="http://schemas.openxmlformats.org/officeDocument/2006/relationships/image" Target="../media/image128.png"/><Relationship Id="rId106" Type="http://schemas.openxmlformats.org/officeDocument/2006/relationships/customXml" Target="../ink/ink154.xml"/><Relationship Id="rId127" Type="http://schemas.openxmlformats.org/officeDocument/2006/relationships/image" Target="../media/image162.png"/><Relationship Id="rId10" Type="http://schemas.openxmlformats.org/officeDocument/2006/relationships/customXml" Target="../ink/ink106.xml"/><Relationship Id="rId31" Type="http://schemas.openxmlformats.org/officeDocument/2006/relationships/image" Target="../media/image115.png"/><Relationship Id="rId52" Type="http://schemas.openxmlformats.org/officeDocument/2006/relationships/customXml" Target="../ink/ink127.xml"/><Relationship Id="rId73" Type="http://schemas.openxmlformats.org/officeDocument/2006/relationships/image" Target="../media/image136.png"/><Relationship Id="rId78" Type="http://schemas.openxmlformats.org/officeDocument/2006/relationships/customXml" Target="../ink/ink140.xml"/><Relationship Id="rId94" Type="http://schemas.openxmlformats.org/officeDocument/2006/relationships/customXml" Target="../ink/ink148.xml"/><Relationship Id="rId99" Type="http://schemas.openxmlformats.org/officeDocument/2006/relationships/image" Target="../media/image148.png"/><Relationship Id="rId101" Type="http://schemas.openxmlformats.org/officeDocument/2006/relationships/image" Target="../media/image149.png"/><Relationship Id="rId122" Type="http://schemas.openxmlformats.org/officeDocument/2006/relationships/customXml" Target="../ink/ink162.xml"/><Relationship Id="rId143" Type="http://schemas.openxmlformats.org/officeDocument/2006/relationships/image" Target="../media/image170.png"/><Relationship Id="rId148" Type="http://schemas.openxmlformats.org/officeDocument/2006/relationships/customXml" Target="../ink/ink175.xml"/><Relationship Id="rId164" Type="http://schemas.openxmlformats.org/officeDocument/2006/relationships/customXml" Target="../ink/ink183.xml"/><Relationship Id="rId169" Type="http://schemas.openxmlformats.org/officeDocument/2006/relationships/image" Target="../media/image183.png"/><Relationship Id="rId4" Type="http://schemas.openxmlformats.org/officeDocument/2006/relationships/customXml" Target="../ink/ink103.xml"/><Relationship Id="rId9" Type="http://schemas.openxmlformats.org/officeDocument/2006/relationships/image" Target="../media/image104.png"/><Relationship Id="rId180" Type="http://schemas.openxmlformats.org/officeDocument/2006/relationships/customXml" Target="../ink/ink191.xml"/><Relationship Id="rId26" Type="http://schemas.openxmlformats.org/officeDocument/2006/relationships/customXml" Target="../ink/ink114.xml"/><Relationship Id="rId47" Type="http://schemas.openxmlformats.org/officeDocument/2006/relationships/image" Target="../media/image123.png"/><Relationship Id="rId68" Type="http://schemas.openxmlformats.org/officeDocument/2006/relationships/customXml" Target="../ink/ink135.xml"/><Relationship Id="rId89" Type="http://schemas.openxmlformats.org/officeDocument/2006/relationships/image" Target="../media/image143.png"/><Relationship Id="rId112" Type="http://schemas.openxmlformats.org/officeDocument/2006/relationships/customXml" Target="../ink/ink157.xml"/><Relationship Id="rId133" Type="http://schemas.openxmlformats.org/officeDocument/2006/relationships/image" Target="../media/image165.png"/><Relationship Id="rId154" Type="http://schemas.openxmlformats.org/officeDocument/2006/relationships/customXml" Target="../ink/ink178.xml"/><Relationship Id="rId175" Type="http://schemas.openxmlformats.org/officeDocument/2006/relationships/image" Target="../media/image186.png"/><Relationship Id="rId16" Type="http://schemas.openxmlformats.org/officeDocument/2006/relationships/customXml" Target="../ink/ink109.xml"/><Relationship Id="rId37" Type="http://schemas.openxmlformats.org/officeDocument/2006/relationships/image" Target="../media/image118.png"/><Relationship Id="rId58" Type="http://schemas.openxmlformats.org/officeDocument/2006/relationships/customXml" Target="../ink/ink130.xml"/><Relationship Id="rId79" Type="http://schemas.openxmlformats.org/officeDocument/2006/relationships/image" Target="../media/image138.png"/><Relationship Id="rId102" Type="http://schemas.openxmlformats.org/officeDocument/2006/relationships/customXml" Target="../ink/ink152.xml"/><Relationship Id="rId123" Type="http://schemas.openxmlformats.org/officeDocument/2006/relationships/image" Target="../media/image160.png"/><Relationship Id="rId144" Type="http://schemas.openxmlformats.org/officeDocument/2006/relationships/customXml" Target="../ink/ink173.xml"/><Relationship Id="rId90" Type="http://schemas.openxmlformats.org/officeDocument/2006/relationships/customXml" Target="../ink/ink146.xml"/><Relationship Id="rId165" Type="http://schemas.openxmlformats.org/officeDocument/2006/relationships/image" Target="../media/image181.png"/><Relationship Id="rId27" Type="http://schemas.openxmlformats.org/officeDocument/2006/relationships/image" Target="../media/image113.png"/><Relationship Id="rId48" Type="http://schemas.openxmlformats.org/officeDocument/2006/relationships/customXml" Target="../ink/ink125.xml"/><Relationship Id="rId69" Type="http://schemas.openxmlformats.org/officeDocument/2006/relationships/image" Target="../media/image134.png"/><Relationship Id="rId113" Type="http://schemas.openxmlformats.org/officeDocument/2006/relationships/image" Target="../media/image155.png"/><Relationship Id="rId134" Type="http://schemas.openxmlformats.org/officeDocument/2006/relationships/customXml" Target="../ink/ink168.xml"/><Relationship Id="rId80" Type="http://schemas.openxmlformats.org/officeDocument/2006/relationships/customXml" Target="../ink/ink141.xml"/><Relationship Id="rId155" Type="http://schemas.openxmlformats.org/officeDocument/2006/relationships/image" Target="../media/image176.png"/><Relationship Id="rId176" Type="http://schemas.openxmlformats.org/officeDocument/2006/relationships/customXml" Target="../ink/ink189.xml"/><Relationship Id="rId17" Type="http://schemas.openxmlformats.org/officeDocument/2006/relationships/image" Target="../media/image108.png"/><Relationship Id="rId38" Type="http://schemas.openxmlformats.org/officeDocument/2006/relationships/customXml" Target="../ink/ink120.xml"/><Relationship Id="rId59" Type="http://schemas.openxmlformats.org/officeDocument/2006/relationships/image" Target="../media/image129.png"/><Relationship Id="rId103" Type="http://schemas.openxmlformats.org/officeDocument/2006/relationships/image" Target="../media/image150.png"/><Relationship Id="rId124" Type="http://schemas.openxmlformats.org/officeDocument/2006/relationships/customXml" Target="../ink/ink163.xml"/><Relationship Id="rId70" Type="http://schemas.openxmlformats.org/officeDocument/2006/relationships/customXml" Target="../ink/ink136.xml"/><Relationship Id="rId91" Type="http://schemas.openxmlformats.org/officeDocument/2006/relationships/image" Target="../media/image144.png"/><Relationship Id="rId145" Type="http://schemas.openxmlformats.org/officeDocument/2006/relationships/image" Target="../media/image171.png"/><Relationship Id="rId166" Type="http://schemas.openxmlformats.org/officeDocument/2006/relationships/customXml" Target="../ink/ink184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15.xml"/><Relationship Id="rId49" Type="http://schemas.openxmlformats.org/officeDocument/2006/relationships/image" Target="../media/image124.png"/><Relationship Id="rId114" Type="http://schemas.openxmlformats.org/officeDocument/2006/relationships/customXml" Target="../ink/ink158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0.png"/><Relationship Id="rId117" Type="http://schemas.openxmlformats.org/officeDocument/2006/relationships/customXml" Target="../ink/ink250.xml"/><Relationship Id="rId21" Type="http://schemas.openxmlformats.org/officeDocument/2006/relationships/image" Target="../media/image198.png"/><Relationship Id="rId42" Type="http://schemas.openxmlformats.org/officeDocument/2006/relationships/image" Target="../media/image208.png"/><Relationship Id="rId47" Type="http://schemas.openxmlformats.org/officeDocument/2006/relationships/customXml" Target="../ink/ink215.xml"/><Relationship Id="rId63" Type="http://schemas.openxmlformats.org/officeDocument/2006/relationships/customXml" Target="../ink/ink223.xml"/><Relationship Id="rId68" Type="http://schemas.openxmlformats.org/officeDocument/2006/relationships/image" Target="../media/image221.png"/><Relationship Id="rId84" Type="http://schemas.openxmlformats.org/officeDocument/2006/relationships/image" Target="../media/image229.png"/><Relationship Id="rId89" Type="http://schemas.openxmlformats.org/officeDocument/2006/relationships/customXml" Target="../ink/ink236.xml"/><Relationship Id="rId112" Type="http://schemas.openxmlformats.org/officeDocument/2006/relationships/image" Target="../media/image243.png"/><Relationship Id="rId16" Type="http://schemas.openxmlformats.org/officeDocument/2006/relationships/customXml" Target="../ink/ink199.xml"/><Relationship Id="rId107" Type="http://schemas.openxmlformats.org/officeDocument/2006/relationships/customXml" Target="../ink/ink245.xml"/><Relationship Id="rId11" Type="http://schemas.openxmlformats.org/officeDocument/2006/relationships/image" Target="../media/image194.png"/><Relationship Id="rId32" Type="http://schemas.openxmlformats.org/officeDocument/2006/relationships/image" Target="../media/image203.png"/><Relationship Id="rId37" Type="http://schemas.openxmlformats.org/officeDocument/2006/relationships/customXml" Target="../ink/ink210.xml"/><Relationship Id="rId53" Type="http://schemas.openxmlformats.org/officeDocument/2006/relationships/customXml" Target="../ink/ink218.xml"/><Relationship Id="rId58" Type="http://schemas.openxmlformats.org/officeDocument/2006/relationships/image" Target="../media/image216.png"/><Relationship Id="rId74" Type="http://schemas.openxmlformats.org/officeDocument/2006/relationships/image" Target="../media/image224.png"/><Relationship Id="rId79" Type="http://schemas.openxmlformats.org/officeDocument/2006/relationships/customXml" Target="../ink/ink231.xml"/><Relationship Id="rId102" Type="http://schemas.openxmlformats.org/officeDocument/2006/relationships/image" Target="../media/image238.png"/><Relationship Id="rId123" Type="http://schemas.openxmlformats.org/officeDocument/2006/relationships/customXml" Target="../ink/ink253.xml"/><Relationship Id="rId128" Type="http://schemas.openxmlformats.org/officeDocument/2006/relationships/image" Target="../media/image251.png"/><Relationship Id="rId5" Type="http://schemas.openxmlformats.org/officeDocument/2006/relationships/image" Target="../media/image191.png"/><Relationship Id="rId90" Type="http://schemas.openxmlformats.org/officeDocument/2006/relationships/image" Target="../media/image232.png"/><Relationship Id="rId95" Type="http://schemas.openxmlformats.org/officeDocument/2006/relationships/customXml" Target="../ink/ink239.xml"/><Relationship Id="rId22" Type="http://schemas.openxmlformats.org/officeDocument/2006/relationships/customXml" Target="../ink/ink202.xml"/><Relationship Id="rId27" Type="http://schemas.openxmlformats.org/officeDocument/2006/relationships/customXml" Target="../ink/ink205.xml"/><Relationship Id="rId43" Type="http://schemas.openxmlformats.org/officeDocument/2006/relationships/customXml" Target="../ink/ink213.xml"/><Relationship Id="rId48" Type="http://schemas.openxmlformats.org/officeDocument/2006/relationships/image" Target="../media/image211.png"/><Relationship Id="rId64" Type="http://schemas.openxmlformats.org/officeDocument/2006/relationships/image" Target="../media/image219.png"/><Relationship Id="rId69" Type="http://schemas.openxmlformats.org/officeDocument/2006/relationships/customXml" Target="../ink/ink226.xml"/><Relationship Id="rId113" Type="http://schemas.openxmlformats.org/officeDocument/2006/relationships/customXml" Target="../ink/ink248.xml"/><Relationship Id="rId118" Type="http://schemas.openxmlformats.org/officeDocument/2006/relationships/image" Target="../media/image246.png"/><Relationship Id="rId80" Type="http://schemas.openxmlformats.org/officeDocument/2006/relationships/image" Target="../media/image227.png"/><Relationship Id="rId85" Type="http://schemas.openxmlformats.org/officeDocument/2006/relationships/customXml" Target="../ink/ink234.xml"/><Relationship Id="rId12" Type="http://schemas.openxmlformats.org/officeDocument/2006/relationships/customXml" Target="../ink/ink197.xml"/><Relationship Id="rId17" Type="http://schemas.openxmlformats.org/officeDocument/2006/relationships/image" Target="../media/image196.png"/><Relationship Id="rId33" Type="http://schemas.openxmlformats.org/officeDocument/2006/relationships/customXml" Target="../ink/ink208.xml"/><Relationship Id="rId38" Type="http://schemas.openxmlformats.org/officeDocument/2006/relationships/image" Target="../media/image206.png"/><Relationship Id="rId59" Type="http://schemas.openxmlformats.org/officeDocument/2006/relationships/customXml" Target="../ink/ink221.xml"/><Relationship Id="rId103" Type="http://schemas.openxmlformats.org/officeDocument/2006/relationships/customXml" Target="../ink/ink243.xml"/><Relationship Id="rId108" Type="http://schemas.openxmlformats.org/officeDocument/2006/relationships/image" Target="../media/image241.png"/><Relationship Id="rId124" Type="http://schemas.openxmlformats.org/officeDocument/2006/relationships/image" Target="../media/image249.png"/><Relationship Id="rId54" Type="http://schemas.openxmlformats.org/officeDocument/2006/relationships/image" Target="../media/image214.png"/><Relationship Id="rId70" Type="http://schemas.openxmlformats.org/officeDocument/2006/relationships/image" Target="../media/image222.png"/><Relationship Id="rId75" Type="http://schemas.openxmlformats.org/officeDocument/2006/relationships/customXml" Target="../ink/ink229.xml"/><Relationship Id="rId91" Type="http://schemas.openxmlformats.org/officeDocument/2006/relationships/customXml" Target="../ink/ink237.xml"/><Relationship Id="rId96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4.xml"/><Relationship Id="rId23" Type="http://schemas.openxmlformats.org/officeDocument/2006/relationships/image" Target="../media/image199.png"/><Relationship Id="rId28" Type="http://schemas.openxmlformats.org/officeDocument/2006/relationships/image" Target="../media/image201.png"/><Relationship Id="rId49" Type="http://schemas.openxmlformats.org/officeDocument/2006/relationships/customXml" Target="../ink/ink216.xml"/><Relationship Id="rId114" Type="http://schemas.openxmlformats.org/officeDocument/2006/relationships/image" Target="../media/image244.png"/><Relationship Id="rId119" Type="http://schemas.openxmlformats.org/officeDocument/2006/relationships/customXml" Target="../ink/ink251.xml"/><Relationship Id="rId44" Type="http://schemas.openxmlformats.org/officeDocument/2006/relationships/image" Target="../media/image209.png"/><Relationship Id="rId60" Type="http://schemas.openxmlformats.org/officeDocument/2006/relationships/image" Target="../media/image217.png"/><Relationship Id="rId65" Type="http://schemas.openxmlformats.org/officeDocument/2006/relationships/customXml" Target="../ink/ink224.xml"/><Relationship Id="rId81" Type="http://schemas.openxmlformats.org/officeDocument/2006/relationships/customXml" Target="../ink/ink232.xml"/><Relationship Id="rId86" Type="http://schemas.openxmlformats.org/officeDocument/2006/relationships/image" Target="../media/image230.png"/><Relationship Id="rId13" Type="http://schemas.openxmlformats.org/officeDocument/2006/relationships/image" Target="../media/image77.png"/><Relationship Id="rId18" Type="http://schemas.openxmlformats.org/officeDocument/2006/relationships/customXml" Target="../ink/ink200.xml"/><Relationship Id="rId39" Type="http://schemas.openxmlformats.org/officeDocument/2006/relationships/customXml" Target="../ink/ink211.xml"/><Relationship Id="rId109" Type="http://schemas.openxmlformats.org/officeDocument/2006/relationships/customXml" Target="../ink/ink246.xml"/><Relationship Id="rId34" Type="http://schemas.openxmlformats.org/officeDocument/2006/relationships/image" Target="../media/image204.png"/><Relationship Id="rId50" Type="http://schemas.openxmlformats.org/officeDocument/2006/relationships/image" Target="../media/image212.png"/><Relationship Id="rId55" Type="http://schemas.openxmlformats.org/officeDocument/2006/relationships/customXml" Target="../ink/ink219.xml"/><Relationship Id="rId76" Type="http://schemas.openxmlformats.org/officeDocument/2006/relationships/image" Target="../media/image225.png"/><Relationship Id="rId97" Type="http://schemas.openxmlformats.org/officeDocument/2006/relationships/customXml" Target="../ink/ink240.xml"/><Relationship Id="rId104" Type="http://schemas.openxmlformats.org/officeDocument/2006/relationships/image" Target="../media/image239.png"/><Relationship Id="rId120" Type="http://schemas.openxmlformats.org/officeDocument/2006/relationships/image" Target="../media/image247.png"/><Relationship Id="rId125" Type="http://schemas.openxmlformats.org/officeDocument/2006/relationships/customXml" Target="../ink/ink254.xml"/><Relationship Id="rId7" Type="http://schemas.openxmlformats.org/officeDocument/2006/relationships/image" Target="../media/image192.png"/><Relationship Id="rId71" Type="http://schemas.openxmlformats.org/officeDocument/2006/relationships/customXml" Target="../ink/ink227.xml"/><Relationship Id="rId92" Type="http://schemas.openxmlformats.org/officeDocument/2006/relationships/image" Target="../media/image233.png"/><Relationship Id="rId2" Type="http://schemas.openxmlformats.org/officeDocument/2006/relationships/customXml" Target="../ink/ink192.xml"/><Relationship Id="rId29" Type="http://schemas.openxmlformats.org/officeDocument/2006/relationships/customXml" Target="../ink/ink206.xml"/><Relationship Id="rId24" Type="http://schemas.openxmlformats.org/officeDocument/2006/relationships/customXml" Target="../ink/ink203.xml"/><Relationship Id="rId40" Type="http://schemas.openxmlformats.org/officeDocument/2006/relationships/image" Target="../media/image207.png"/><Relationship Id="rId45" Type="http://schemas.openxmlformats.org/officeDocument/2006/relationships/customXml" Target="../ink/ink214.xml"/><Relationship Id="rId66" Type="http://schemas.openxmlformats.org/officeDocument/2006/relationships/image" Target="../media/image220.png"/><Relationship Id="rId87" Type="http://schemas.openxmlformats.org/officeDocument/2006/relationships/customXml" Target="../ink/ink235.xml"/><Relationship Id="rId110" Type="http://schemas.openxmlformats.org/officeDocument/2006/relationships/image" Target="../media/image242.png"/><Relationship Id="rId115" Type="http://schemas.openxmlformats.org/officeDocument/2006/relationships/customXml" Target="../ink/ink249.xml"/><Relationship Id="rId61" Type="http://schemas.openxmlformats.org/officeDocument/2006/relationships/customXml" Target="../ink/ink222.xml"/><Relationship Id="rId82" Type="http://schemas.openxmlformats.org/officeDocument/2006/relationships/image" Target="../media/image228.png"/><Relationship Id="rId19" Type="http://schemas.openxmlformats.org/officeDocument/2006/relationships/image" Target="../media/image197.png"/><Relationship Id="rId14" Type="http://schemas.openxmlformats.org/officeDocument/2006/relationships/customXml" Target="../ink/ink198.xml"/><Relationship Id="rId30" Type="http://schemas.openxmlformats.org/officeDocument/2006/relationships/image" Target="../media/image202.png"/><Relationship Id="rId35" Type="http://schemas.openxmlformats.org/officeDocument/2006/relationships/customXml" Target="../ink/ink209.xml"/><Relationship Id="rId56" Type="http://schemas.openxmlformats.org/officeDocument/2006/relationships/image" Target="../media/image215.png"/><Relationship Id="rId77" Type="http://schemas.openxmlformats.org/officeDocument/2006/relationships/customXml" Target="../ink/ink230.xml"/><Relationship Id="rId100" Type="http://schemas.openxmlformats.org/officeDocument/2006/relationships/image" Target="../media/image237.png"/><Relationship Id="rId105" Type="http://schemas.openxmlformats.org/officeDocument/2006/relationships/customXml" Target="../ink/ink244.xml"/><Relationship Id="rId126" Type="http://schemas.openxmlformats.org/officeDocument/2006/relationships/image" Target="../media/image250.png"/><Relationship Id="rId8" Type="http://schemas.openxmlformats.org/officeDocument/2006/relationships/customXml" Target="../ink/ink195.xml"/><Relationship Id="rId51" Type="http://schemas.openxmlformats.org/officeDocument/2006/relationships/customXml" Target="../ink/ink217.xml"/><Relationship Id="rId72" Type="http://schemas.openxmlformats.org/officeDocument/2006/relationships/image" Target="../media/image223.png"/><Relationship Id="rId93" Type="http://schemas.openxmlformats.org/officeDocument/2006/relationships/customXml" Target="../ink/ink238.xml"/><Relationship Id="rId98" Type="http://schemas.openxmlformats.org/officeDocument/2006/relationships/image" Target="../media/image236.png"/><Relationship Id="rId121" Type="http://schemas.openxmlformats.org/officeDocument/2006/relationships/customXml" Target="../ink/ink252.xml"/><Relationship Id="rId3" Type="http://schemas.openxmlformats.org/officeDocument/2006/relationships/image" Target="../media/image190.png"/><Relationship Id="rId25" Type="http://schemas.openxmlformats.org/officeDocument/2006/relationships/customXml" Target="../ink/ink204.xml"/><Relationship Id="rId46" Type="http://schemas.openxmlformats.org/officeDocument/2006/relationships/image" Target="../media/image210.png"/><Relationship Id="rId67" Type="http://schemas.openxmlformats.org/officeDocument/2006/relationships/customXml" Target="../ink/ink225.xml"/><Relationship Id="rId116" Type="http://schemas.openxmlformats.org/officeDocument/2006/relationships/image" Target="../media/image245.png"/><Relationship Id="rId20" Type="http://schemas.openxmlformats.org/officeDocument/2006/relationships/customXml" Target="../ink/ink201.xml"/><Relationship Id="rId41" Type="http://schemas.openxmlformats.org/officeDocument/2006/relationships/customXml" Target="../ink/ink212.xml"/><Relationship Id="rId62" Type="http://schemas.openxmlformats.org/officeDocument/2006/relationships/image" Target="../media/image218.png"/><Relationship Id="rId83" Type="http://schemas.openxmlformats.org/officeDocument/2006/relationships/customXml" Target="../ink/ink233.xml"/><Relationship Id="rId88" Type="http://schemas.openxmlformats.org/officeDocument/2006/relationships/image" Target="../media/image231.png"/><Relationship Id="rId111" Type="http://schemas.openxmlformats.org/officeDocument/2006/relationships/customXml" Target="../ink/ink247.xml"/><Relationship Id="rId15" Type="http://schemas.openxmlformats.org/officeDocument/2006/relationships/image" Target="../media/image195.png"/><Relationship Id="rId36" Type="http://schemas.openxmlformats.org/officeDocument/2006/relationships/image" Target="../media/image205.png"/><Relationship Id="rId57" Type="http://schemas.openxmlformats.org/officeDocument/2006/relationships/customXml" Target="../ink/ink220.xml"/><Relationship Id="rId106" Type="http://schemas.openxmlformats.org/officeDocument/2006/relationships/image" Target="../media/image240.png"/><Relationship Id="rId127" Type="http://schemas.openxmlformats.org/officeDocument/2006/relationships/customXml" Target="../ink/ink255.xml"/><Relationship Id="rId10" Type="http://schemas.openxmlformats.org/officeDocument/2006/relationships/customXml" Target="../ink/ink196.xml"/><Relationship Id="rId31" Type="http://schemas.openxmlformats.org/officeDocument/2006/relationships/customXml" Target="../ink/ink207.xml"/><Relationship Id="rId52" Type="http://schemas.openxmlformats.org/officeDocument/2006/relationships/image" Target="../media/image213.png"/><Relationship Id="rId73" Type="http://schemas.openxmlformats.org/officeDocument/2006/relationships/customXml" Target="../ink/ink228.xml"/><Relationship Id="rId78" Type="http://schemas.openxmlformats.org/officeDocument/2006/relationships/image" Target="../media/image226.png"/><Relationship Id="rId94" Type="http://schemas.openxmlformats.org/officeDocument/2006/relationships/image" Target="../media/image234.png"/><Relationship Id="rId99" Type="http://schemas.openxmlformats.org/officeDocument/2006/relationships/customXml" Target="../ink/ink241.xml"/><Relationship Id="rId101" Type="http://schemas.openxmlformats.org/officeDocument/2006/relationships/customXml" Target="../ink/ink242.xml"/><Relationship Id="rId122" Type="http://schemas.openxmlformats.org/officeDocument/2006/relationships/image" Target="../media/image248.png"/><Relationship Id="rId4" Type="http://schemas.openxmlformats.org/officeDocument/2006/relationships/customXml" Target="../ink/ink193.xml"/><Relationship Id="rId9" Type="http://schemas.openxmlformats.org/officeDocument/2006/relationships/image" Target="../media/image193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8.xml"/><Relationship Id="rId21" Type="http://schemas.openxmlformats.org/officeDocument/2006/relationships/image" Target="../media/image261.png"/><Relationship Id="rId42" Type="http://schemas.openxmlformats.org/officeDocument/2006/relationships/customXml" Target="../ink/ink276.xml"/><Relationship Id="rId47" Type="http://schemas.openxmlformats.org/officeDocument/2006/relationships/image" Target="../media/image274.png"/><Relationship Id="rId63" Type="http://schemas.openxmlformats.org/officeDocument/2006/relationships/image" Target="../media/image282.png"/><Relationship Id="rId68" Type="http://schemas.openxmlformats.org/officeDocument/2006/relationships/customXml" Target="../ink/ink289.xml"/><Relationship Id="rId84" Type="http://schemas.openxmlformats.org/officeDocument/2006/relationships/customXml" Target="../ink/ink297.xml"/><Relationship Id="rId89" Type="http://schemas.openxmlformats.org/officeDocument/2006/relationships/image" Target="../media/image295.png"/><Relationship Id="rId16" Type="http://schemas.openxmlformats.org/officeDocument/2006/relationships/customXml" Target="../ink/ink263.xml"/><Relationship Id="rId11" Type="http://schemas.openxmlformats.org/officeDocument/2006/relationships/image" Target="../media/image256.png"/><Relationship Id="rId32" Type="http://schemas.openxmlformats.org/officeDocument/2006/relationships/customXml" Target="../ink/ink271.xml"/><Relationship Id="rId37" Type="http://schemas.openxmlformats.org/officeDocument/2006/relationships/image" Target="../media/image269.png"/><Relationship Id="rId53" Type="http://schemas.openxmlformats.org/officeDocument/2006/relationships/image" Target="../media/image277.png"/><Relationship Id="rId58" Type="http://schemas.openxmlformats.org/officeDocument/2006/relationships/customXml" Target="../ink/ink284.xml"/><Relationship Id="rId74" Type="http://schemas.openxmlformats.org/officeDocument/2006/relationships/customXml" Target="../ink/ink292.xml"/><Relationship Id="rId79" Type="http://schemas.openxmlformats.org/officeDocument/2006/relationships/image" Target="../media/image290.png"/><Relationship Id="rId5" Type="http://schemas.openxmlformats.org/officeDocument/2006/relationships/image" Target="../media/image253.png"/><Relationship Id="rId14" Type="http://schemas.openxmlformats.org/officeDocument/2006/relationships/customXml" Target="../ink/ink262.xml"/><Relationship Id="rId22" Type="http://schemas.openxmlformats.org/officeDocument/2006/relationships/customXml" Target="../ink/ink266.xml"/><Relationship Id="rId27" Type="http://schemas.openxmlformats.org/officeDocument/2006/relationships/image" Target="../media/image264.png"/><Relationship Id="rId30" Type="http://schemas.openxmlformats.org/officeDocument/2006/relationships/customXml" Target="../ink/ink270.xml"/><Relationship Id="rId35" Type="http://schemas.openxmlformats.org/officeDocument/2006/relationships/image" Target="../media/image268.png"/><Relationship Id="rId43" Type="http://schemas.openxmlformats.org/officeDocument/2006/relationships/image" Target="../media/image272.png"/><Relationship Id="rId48" Type="http://schemas.openxmlformats.org/officeDocument/2006/relationships/customXml" Target="../ink/ink279.xml"/><Relationship Id="rId56" Type="http://schemas.openxmlformats.org/officeDocument/2006/relationships/customXml" Target="../ink/ink283.xml"/><Relationship Id="rId64" Type="http://schemas.openxmlformats.org/officeDocument/2006/relationships/customXml" Target="../ink/ink287.xml"/><Relationship Id="rId69" Type="http://schemas.openxmlformats.org/officeDocument/2006/relationships/image" Target="../media/image285.png"/><Relationship Id="rId77" Type="http://schemas.openxmlformats.org/officeDocument/2006/relationships/image" Target="../media/image289.png"/><Relationship Id="rId8" Type="http://schemas.openxmlformats.org/officeDocument/2006/relationships/customXml" Target="../ink/ink259.xml"/><Relationship Id="rId51" Type="http://schemas.openxmlformats.org/officeDocument/2006/relationships/image" Target="../media/image276.png"/><Relationship Id="rId72" Type="http://schemas.openxmlformats.org/officeDocument/2006/relationships/customXml" Target="../ink/ink291.xml"/><Relationship Id="rId80" Type="http://schemas.openxmlformats.org/officeDocument/2006/relationships/customXml" Target="../ink/ink295.xml"/><Relationship Id="rId85" Type="http://schemas.openxmlformats.org/officeDocument/2006/relationships/image" Target="../media/image293.png"/><Relationship Id="rId3" Type="http://schemas.openxmlformats.org/officeDocument/2006/relationships/image" Target="../media/image252.png"/><Relationship Id="rId12" Type="http://schemas.openxmlformats.org/officeDocument/2006/relationships/customXml" Target="../ink/ink261.xml"/><Relationship Id="rId17" Type="http://schemas.openxmlformats.org/officeDocument/2006/relationships/image" Target="../media/image259.png"/><Relationship Id="rId25" Type="http://schemas.openxmlformats.org/officeDocument/2006/relationships/image" Target="../media/image263.png"/><Relationship Id="rId33" Type="http://schemas.openxmlformats.org/officeDocument/2006/relationships/image" Target="../media/image267.png"/><Relationship Id="rId38" Type="http://schemas.openxmlformats.org/officeDocument/2006/relationships/customXml" Target="../ink/ink274.xml"/><Relationship Id="rId46" Type="http://schemas.openxmlformats.org/officeDocument/2006/relationships/customXml" Target="../ink/ink278.xml"/><Relationship Id="rId59" Type="http://schemas.openxmlformats.org/officeDocument/2006/relationships/image" Target="../media/image280.png"/><Relationship Id="rId67" Type="http://schemas.openxmlformats.org/officeDocument/2006/relationships/image" Target="../media/image284.png"/><Relationship Id="rId20" Type="http://schemas.openxmlformats.org/officeDocument/2006/relationships/customXml" Target="../ink/ink265.xml"/><Relationship Id="rId41" Type="http://schemas.openxmlformats.org/officeDocument/2006/relationships/image" Target="../media/image271.png"/><Relationship Id="rId54" Type="http://schemas.openxmlformats.org/officeDocument/2006/relationships/customXml" Target="../ink/ink282.xml"/><Relationship Id="rId62" Type="http://schemas.openxmlformats.org/officeDocument/2006/relationships/customXml" Target="../ink/ink286.xml"/><Relationship Id="rId70" Type="http://schemas.openxmlformats.org/officeDocument/2006/relationships/customXml" Target="../ink/ink290.xml"/><Relationship Id="rId75" Type="http://schemas.openxmlformats.org/officeDocument/2006/relationships/image" Target="../media/image288.png"/><Relationship Id="rId83" Type="http://schemas.openxmlformats.org/officeDocument/2006/relationships/image" Target="../media/image292.png"/><Relationship Id="rId88" Type="http://schemas.openxmlformats.org/officeDocument/2006/relationships/customXml" Target="../ink/ink29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8.xml"/><Relationship Id="rId15" Type="http://schemas.openxmlformats.org/officeDocument/2006/relationships/image" Target="../media/image258.png"/><Relationship Id="rId23" Type="http://schemas.openxmlformats.org/officeDocument/2006/relationships/image" Target="../media/image262.png"/><Relationship Id="rId28" Type="http://schemas.openxmlformats.org/officeDocument/2006/relationships/customXml" Target="../ink/ink269.xml"/><Relationship Id="rId36" Type="http://schemas.openxmlformats.org/officeDocument/2006/relationships/customXml" Target="../ink/ink273.xml"/><Relationship Id="rId49" Type="http://schemas.openxmlformats.org/officeDocument/2006/relationships/image" Target="../media/image275.png"/><Relationship Id="rId57" Type="http://schemas.openxmlformats.org/officeDocument/2006/relationships/image" Target="../media/image279.png"/><Relationship Id="rId10" Type="http://schemas.openxmlformats.org/officeDocument/2006/relationships/customXml" Target="../ink/ink260.xml"/><Relationship Id="rId31" Type="http://schemas.openxmlformats.org/officeDocument/2006/relationships/image" Target="../media/image266.png"/><Relationship Id="rId44" Type="http://schemas.openxmlformats.org/officeDocument/2006/relationships/customXml" Target="../ink/ink277.xml"/><Relationship Id="rId52" Type="http://schemas.openxmlformats.org/officeDocument/2006/relationships/customXml" Target="../ink/ink281.xml"/><Relationship Id="rId60" Type="http://schemas.openxmlformats.org/officeDocument/2006/relationships/customXml" Target="../ink/ink285.xml"/><Relationship Id="rId65" Type="http://schemas.openxmlformats.org/officeDocument/2006/relationships/image" Target="../media/image283.png"/><Relationship Id="rId73" Type="http://schemas.openxmlformats.org/officeDocument/2006/relationships/image" Target="../media/image287.png"/><Relationship Id="rId78" Type="http://schemas.openxmlformats.org/officeDocument/2006/relationships/customXml" Target="../ink/ink294.xml"/><Relationship Id="rId81" Type="http://schemas.openxmlformats.org/officeDocument/2006/relationships/image" Target="../media/image291.png"/><Relationship Id="rId86" Type="http://schemas.openxmlformats.org/officeDocument/2006/relationships/customXml" Target="../ink/ink298.xml"/><Relationship Id="rId4" Type="http://schemas.openxmlformats.org/officeDocument/2006/relationships/customXml" Target="../ink/ink257.xml"/><Relationship Id="rId9" Type="http://schemas.openxmlformats.org/officeDocument/2006/relationships/image" Target="../media/image255.png"/><Relationship Id="rId13" Type="http://schemas.openxmlformats.org/officeDocument/2006/relationships/image" Target="../media/image257.png"/><Relationship Id="rId18" Type="http://schemas.openxmlformats.org/officeDocument/2006/relationships/customXml" Target="../ink/ink264.xml"/><Relationship Id="rId39" Type="http://schemas.openxmlformats.org/officeDocument/2006/relationships/image" Target="../media/image270.png"/><Relationship Id="rId34" Type="http://schemas.openxmlformats.org/officeDocument/2006/relationships/customXml" Target="../ink/ink272.xml"/><Relationship Id="rId50" Type="http://schemas.openxmlformats.org/officeDocument/2006/relationships/customXml" Target="../ink/ink280.xml"/><Relationship Id="rId55" Type="http://schemas.openxmlformats.org/officeDocument/2006/relationships/image" Target="../media/image278.png"/><Relationship Id="rId76" Type="http://schemas.openxmlformats.org/officeDocument/2006/relationships/customXml" Target="../ink/ink293.xml"/><Relationship Id="rId7" Type="http://schemas.openxmlformats.org/officeDocument/2006/relationships/image" Target="../media/image254.png"/><Relationship Id="rId71" Type="http://schemas.openxmlformats.org/officeDocument/2006/relationships/image" Target="../media/image286.png"/><Relationship Id="rId2" Type="http://schemas.openxmlformats.org/officeDocument/2006/relationships/customXml" Target="../ink/ink256.xml"/><Relationship Id="rId29" Type="http://schemas.openxmlformats.org/officeDocument/2006/relationships/image" Target="../media/image265.png"/><Relationship Id="rId24" Type="http://schemas.openxmlformats.org/officeDocument/2006/relationships/customXml" Target="../ink/ink267.xml"/><Relationship Id="rId40" Type="http://schemas.openxmlformats.org/officeDocument/2006/relationships/customXml" Target="../ink/ink275.xml"/><Relationship Id="rId45" Type="http://schemas.openxmlformats.org/officeDocument/2006/relationships/image" Target="../media/image273.png"/><Relationship Id="rId66" Type="http://schemas.openxmlformats.org/officeDocument/2006/relationships/customXml" Target="../ink/ink288.xml"/><Relationship Id="rId87" Type="http://schemas.openxmlformats.org/officeDocument/2006/relationships/image" Target="../media/image294.png"/><Relationship Id="rId61" Type="http://schemas.openxmlformats.org/officeDocument/2006/relationships/image" Target="../media/image281.png"/><Relationship Id="rId82" Type="http://schemas.openxmlformats.org/officeDocument/2006/relationships/customXml" Target="../ink/ink296.xml"/><Relationship Id="rId19" Type="http://schemas.openxmlformats.org/officeDocument/2006/relationships/image" Target="../media/image2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2" Type="http://schemas.openxmlformats.org/officeDocument/2006/relationships/customXml" Target="../ink/ink30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3.xml"/><Relationship Id="rId21" Type="http://schemas.openxmlformats.org/officeDocument/2006/relationships/image" Target="../media/image306.png"/><Relationship Id="rId42" Type="http://schemas.openxmlformats.org/officeDocument/2006/relationships/customXml" Target="../ink/ink321.xml"/><Relationship Id="rId47" Type="http://schemas.openxmlformats.org/officeDocument/2006/relationships/image" Target="../media/image319.png"/><Relationship Id="rId63" Type="http://schemas.openxmlformats.org/officeDocument/2006/relationships/image" Target="../media/image327.png"/><Relationship Id="rId68" Type="http://schemas.openxmlformats.org/officeDocument/2006/relationships/customXml" Target="../ink/ink334.xml"/><Relationship Id="rId84" Type="http://schemas.openxmlformats.org/officeDocument/2006/relationships/customXml" Target="../ink/ink342.xml"/><Relationship Id="rId16" Type="http://schemas.openxmlformats.org/officeDocument/2006/relationships/customXml" Target="../ink/ink308.xml"/><Relationship Id="rId11" Type="http://schemas.openxmlformats.org/officeDocument/2006/relationships/image" Target="../media/image301.png"/><Relationship Id="rId32" Type="http://schemas.openxmlformats.org/officeDocument/2006/relationships/customXml" Target="../ink/ink316.xml"/><Relationship Id="rId37" Type="http://schemas.openxmlformats.org/officeDocument/2006/relationships/image" Target="../media/image314.png"/><Relationship Id="rId53" Type="http://schemas.openxmlformats.org/officeDocument/2006/relationships/image" Target="../media/image322.png"/><Relationship Id="rId58" Type="http://schemas.openxmlformats.org/officeDocument/2006/relationships/customXml" Target="../ink/ink329.xml"/><Relationship Id="rId74" Type="http://schemas.openxmlformats.org/officeDocument/2006/relationships/customXml" Target="../ink/ink337.xml"/><Relationship Id="rId79" Type="http://schemas.openxmlformats.org/officeDocument/2006/relationships/image" Target="../media/image335.png"/><Relationship Id="rId5" Type="http://schemas.openxmlformats.org/officeDocument/2006/relationships/image" Target="../media/image298.png"/><Relationship Id="rId19" Type="http://schemas.openxmlformats.org/officeDocument/2006/relationships/image" Target="../media/image305.png"/><Relationship Id="rId14" Type="http://schemas.openxmlformats.org/officeDocument/2006/relationships/customXml" Target="../ink/ink307.xml"/><Relationship Id="rId22" Type="http://schemas.openxmlformats.org/officeDocument/2006/relationships/customXml" Target="../ink/ink311.xml"/><Relationship Id="rId27" Type="http://schemas.openxmlformats.org/officeDocument/2006/relationships/image" Target="../media/image309.png"/><Relationship Id="rId30" Type="http://schemas.openxmlformats.org/officeDocument/2006/relationships/customXml" Target="../ink/ink315.xml"/><Relationship Id="rId35" Type="http://schemas.openxmlformats.org/officeDocument/2006/relationships/image" Target="../media/image313.png"/><Relationship Id="rId43" Type="http://schemas.openxmlformats.org/officeDocument/2006/relationships/image" Target="../media/image317.png"/><Relationship Id="rId48" Type="http://schemas.openxmlformats.org/officeDocument/2006/relationships/customXml" Target="../ink/ink324.xml"/><Relationship Id="rId56" Type="http://schemas.openxmlformats.org/officeDocument/2006/relationships/customXml" Target="../ink/ink328.xml"/><Relationship Id="rId64" Type="http://schemas.openxmlformats.org/officeDocument/2006/relationships/customXml" Target="../ink/ink332.xml"/><Relationship Id="rId69" Type="http://schemas.openxmlformats.org/officeDocument/2006/relationships/image" Target="../media/image330.png"/><Relationship Id="rId77" Type="http://schemas.openxmlformats.org/officeDocument/2006/relationships/image" Target="../media/image334.png"/><Relationship Id="rId8" Type="http://schemas.openxmlformats.org/officeDocument/2006/relationships/customXml" Target="../ink/ink304.xml"/><Relationship Id="rId51" Type="http://schemas.openxmlformats.org/officeDocument/2006/relationships/image" Target="../media/image321.png"/><Relationship Id="rId72" Type="http://schemas.openxmlformats.org/officeDocument/2006/relationships/customXml" Target="../ink/ink336.xml"/><Relationship Id="rId80" Type="http://schemas.openxmlformats.org/officeDocument/2006/relationships/customXml" Target="../ink/ink340.xml"/><Relationship Id="rId85" Type="http://schemas.openxmlformats.org/officeDocument/2006/relationships/image" Target="../media/image338.png"/><Relationship Id="rId3" Type="http://schemas.openxmlformats.org/officeDocument/2006/relationships/image" Target="../media/image297.png"/><Relationship Id="rId12" Type="http://schemas.openxmlformats.org/officeDocument/2006/relationships/customXml" Target="../ink/ink306.xml"/><Relationship Id="rId17" Type="http://schemas.openxmlformats.org/officeDocument/2006/relationships/image" Target="../media/image304.png"/><Relationship Id="rId25" Type="http://schemas.openxmlformats.org/officeDocument/2006/relationships/image" Target="../media/image308.png"/><Relationship Id="rId33" Type="http://schemas.openxmlformats.org/officeDocument/2006/relationships/image" Target="../media/image312.png"/><Relationship Id="rId38" Type="http://schemas.openxmlformats.org/officeDocument/2006/relationships/customXml" Target="../ink/ink319.xml"/><Relationship Id="rId46" Type="http://schemas.openxmlformats.org/officeDocument/2006/relationships/customXml" Target="../ink/ink323.xml"/><Relationship Id="rId59" Type="http://schemas.openxmlformats.org/officeDocument/2006/relationships/image" Target="../media/image325.png"/><Relationship Id="rId67" Type="http://schemas.openxmlformats.org/officeDocument/2006/relationships/image" Target="../media/image329.png"/><Relationship Id="rId20" Type="http://schemas.openxmlformats.org/officeDocument/2006/relationships/customXml" Target="../ink/ink310.xml"/><Relationship Id="rId41" Type="http://schemas.openxmlformats.org/officeDocument/2006/relationships/image" Target="../media/image316.png"/><Relationship Id="rId54" Type="http://schemas.openxmlformats.org/officeDocument/2006/relationships/customXml" Target="../ink/ink327.xml"/><Relationship Id="rId62" Type="http://schemas.openxmlformats.org/officeDocument/2006/relationships/customXml" Target="../ink/ink331.xml"/><Relationship Id="rId70" Type="http://schemas.openxmlformats.org/officeDocument/2006/relationships/customXml" Target="../ink/ink335.xml"/><Relationship Id="rId75" Type="http://schemas.openxmlformats.org/officeDocument/2006/relationships/image" Target="../media/image333.png"/><Relationship Id="rId83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3.xml"/><Relationship Id="rId15" Type="http://schemas.openxmlformats.org/officeDocument/2006/relationships/image" Target="../media/image303.png"/><Relationship Id="rId23" Type="http://schemas.openxmlformats.org/officeDocument/2006/relationships/image" Target="../media/image307.png"/><Relationship Id="rId28" Type="http://schemas.openxmlformats.org/officeDocument/2006/relationships/customXml" Target="../ink/ink314.xml"/><Relationship Id="rId36" Type="http://schemas.openxmlformats.org/officeDocument/2006/relationships/customXml" Target="../ink/ink318.xml"/><Relationship Id="rId49" Type="http://schemas.openxmlformats.org/officeDocument/2006/relationships/image" Target="../media/image320.png"/><Relationship Id="rId57" Type="http://schemas.openxmlformats.org/officeDocument/2006/relationships/image" Target="../media/image324.png"/><Relationship Id="rId10" Type="http://schemas.openxmlformats.org/officeDocument/2006/relationships/customXml" Target="../ink/ink305.xml"/><Relationship Id="rId31" Type="http://schemas.openxmlformats.org/officeDocument/2006/relationships/image" Target="../media/image311.png"/><Relationship Id="rId44" Type="http://schemas.openxmlformats.org/officeDocument/2006/relationships/customXml" Target="../ink/ink322.xml"/><Relationship Id="rId52" Type="http://schemas.openxmlformats.org/officeDocument/2006/relationships/customXml" Target="../ink/ink326.xml"/><Relationship Id="rId60" Type="http://schemas.openxmlformats.org/officeDocument/2006/relationships/customXml" Target="../ink/ink330.xml"/><Relationship Id="rId65" Type="http://schemas.openxmlformats.org/officeDocument/2006/relationships/image" Target="../media/image328.png"/><Relationship Id="rId73" Type="http://schemas.openxmlformats.org/officeDocument/2006/relationships/image" Target="../media/image332.png"/><Relationship Id="rId78" Type="http://schemas.openxmlformats.org/officeDocument/2006/relationships/customXml" Target="../ink/ink339.xml"/><Relationship Id="rId81" Type="http://schemas.openxmlformats.org/officeDocument/2006/relationships/image" Target="../media/image336.png"/><Relationship Id="rId86" Type="http://schemas.openxmlformats.org/officeDocument/2006/relationships/customXml" Target="../ink/ink343.xml"/><Relationship Id="rId4" Type="http://schemas.openxmlformats.org/officeDocument/2006/relationships/customXml" Target="../ink/ink302.xml"/><Relationship Id="rId9" Type="http://schemas.openxmlformats.org/officeDocument/2006/relationships/image" Target="../media/image300.png"/><Relationship Id="rId13" Type="http://schemas.openxmlformats.org/officeDocument/2006/relationships/image" Target="../media/image302.png"/><Relationship Id="rId18" Type="http://schemas.openxmlformats.org/officeDocument/2006/relationships/customXml" Target="../ink/ink309.xml"/><Relationship Id="rId39" Type="http://schemas.openxmlformats.org/officeDocument/2006/relationships/image" Target="../media/image315.png"/><Relationship Id="rId34" Type="http://schemas.openxmlformats.org/officeDocument/2006/relationships/customXml" Target="../ink/ink317.xml"/><Relationship Id="rId50" Type="http://schemas.openxmlformats.org/officeDocument/2006/relationships/customXml" Target="../ink/ink325.xml"/><Relationship Id="rId55" Type="http://schemas.openxmlformats.org/officeDocument/2006/relationships/image" Target="../media/image323.png"/><Relationship Id="rId76" Type="http://schemas.openxmlformats.org/officeDocument/2006/relationships/customXml" Target="../ink/ink338.xml"/><Relationship Id="rId7" Type="http://schemas.openxmlformats.org/officeDocument/2006/relationships/image" Target="../media/image299.png"/><Relationship Id="rId71" Type="http://schemas.openxmlformats.org/officeDocument/2006/relationships/image" Target="../media/image331.png"/><Relationship Id="rId2" Type="http://schemas.openxmlformats.org/officeDocument/2006/relationships/customXml" Target="../ink/ink301.xml"/><Relationship Id="rId29" Type="http://schemas.openxmlformats.org/officeDocument/2006/relationships/image" Target="../media/image310.png"/><Relationship Id="rId24" Type="http://schemas.openxmlformats.org/officeDocument/2006/relationships/customXml" Target="../ink/ink312.xml"/><Relationship Id="rId40" Type="http://schemas.openxmlformats.org/officeDocument/2006/relationships/customXml" Target="../ink/ink320.xml"/><Relationship Id="rId45" Type="http://schemas.openxmlformats.org/officeDocument/2006/relationships/image" Target="../media/image318.png"/><Relationship Id="rId66" Type="http://schemas.openxmlformats.org/officeDocument/2006/relationships/customXml" Target="../ink/ink333.xml"/><Relationship Id="rId87" Type="http://schemas.openxmlformats.org/officeDocument/2006/relationships/image" Target="../media/image339.png"/><Relationship Id="rId61" Type="http://schemas.openxmlformats.org/officeDocument/2006/relationships/image" Target="../media/image326.png"/><Relationship Id="rId82" Type="http://schemas.openxmlformats.org/officeDocument/2006/relationships/customXml" Target="../ink/ink341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7.png"/><Relationship Id="rId21" Type="http://schemas.openxmlformats.org/officeDocument/2006/relationships/image" Target="../media/image349.png"/><Relationship Id="rId42" Type="http://schemas.openxmlformats.org/officeDocument/2006/relationships/customXml" Target="../ink/ink364.xml"/><Relationship Id="rId63" Type="http://schemas.openxmlformats.org/officeDocument/2006/relationships/image" Target="../media/image370.png"/><Relationship Id="rId84" Type="http://schemas.openxmlformats.org/officeDocument/2006/relationships/customXml" Target="../ink/ink385.xml"/><Relationship Id="rId138" Type="http://schemas.openxmlformats.org/officeDocument/2006/relationships/customXml" Target="../ink/ink412.xml"/><Relationship Id="rId159" Type="http://schemas.openxmlformats.org/officeDocument/2006/relationships/image" Target="../media/image418.png"/><Relationship Id="rId107" Type="http://schemas.openxmlformats.org/officeDocument/2006/relationships/image" Target="../media/image392.png"/><Relationship Id="rId11" Type="http://schemas.openxmlformats.org/officeDocument/2006/relationships/image" Target="../media/image344.png"/><Relationship Id="rId32" Type="http://schemas.openxmlformats.org/officeDocument/2006/relationships/customXml" Target="../ink/ink359.xml"/><Relationship Id="rId53" Type="http://schemas.openxmlformats.org/officeDocument/2006/relationships/image" Target="../media/image365.png"/><Relationship Id="rId74" Type="http://schemas.openxmlformats.org/officeDocument/2006/relationships/customXml" Target="../ink/ink380.xml"/><Relationship Id="rId128" Type="http://schemas.openxmlformats.org/officeDocument/2006/relationships/customXml" Target="../ink/ink407.xml"/><Relationship Id="rId149" Type="http://schemas.openxmlformats.org/officeDocument/2006/relationships/image" Target="../media/image413.png"/><Relationship Id="rId5" Type="http://schemas.openxmlformats.org/officeDocument/2006/relationships/image" Target="../media/image341.png"/><Relationship Id="rId95" Type="http://schemas.openxmlformats.org/officeDocument/2006/relationships/image" Target="../media/image386.png"/><Relationship Id="rId160" Type="http://schemas.openxmlformats.org/officeDocument/2006/relationships/customXml" Target="../ink/ink423.xml"/><Relationship Id="rId22" Type="http://schemas.openxmlformats.org/officeDocument/2006/relationships/customXml" Target="../ink/ink354.xml"/><Relationship Id="rId43" Type="http://schemas.openxmlformats.org/officeDocument/2006/relationships/image" Target="../media/image360.png"/><Relationship Id="rId64" Type="http://schemas.openxmlformats.org/officeDocument/2006/relationships/customXml" Target="../ink/ink375.xml"/><Relationship Id="rId118" Type="http://schemas.openxmlformats.org/officeDocument/2006/relationships/customXml" Target="../ink/ink402.xml"/><Relationship Id="rId139" Type="http://schemas.openxmlformats.org/officeDocument/2006/relationships/image" Target="../media/image408.png"/><Relationship Id="rId85" Type="http://schemas.openxmlformats.org/officeDocument/2006/relationships/image" Target="../media/image381.png"/><Relationship Id="rId150" Type="http://schemas.openxmlformats.org/officeDocument/2006/relationships/customXml" Target="../ink/ink418.xml"/><Relationship Id="rId12" Type="http://schemas.openxmlformats.org/officeDocument/2006/relationships/customXml" Target="../ink/ink349.xml"/><Relationship Id="rId17" Type="http://schemas.openxmlformats.org/officeDocument/2006/relationships/image" Target="../media/image347.png"/><Relationship Id="rId33" Type="http://schemas.openxmlformats.org/officeDocument/2006/relationships/image" Target="../media/image355.png"/><Relationship Id="rId38" Type="http://schemas.openxmlformats.org/officeDocument/2006/relationships/customXml" Target="../ink/ink362.xml"/><Relationship Id="rId59" Type="http://schemas.openxmlformats.org/officeDocument/2006/relationships/image" Target="../media/image368.png"/><Relationship Id="rId103" Type="http://schemas.openxmlformats.org/officeDocument/2006/relationships/image" Target="../media/image390.png"/><Relationship Id="rId108" Type="http://schemas.openxmlformats.org/officeDocument/2006/relationships/customXml" Target="../ink/ink397.xml"/><Relationship Id="rId124" Type="http://schemas.openxmlformats.org/officeDocument/2006/relationships/customXml" Target="../ink/ink405.xml"/><Relationship Id="rId129" Type="http://schemas.openxmlformats.org/officeDocument/2006/relationships/image" Target="../media/image403.png"/><Relationship Id="rId54" Type="http://schemas.openxmlformats.org/officeDocument/2006/relationships/customXml" Target="../ink/ink370.xml"/><Relationship Id="rId70" Type="http://schemas.openxmlformats.org/officeDocument/2006/relationships/customXml" Target="../ink/ink378.xml"/><Relationship Id="rId75" Type="http://schemas.openxmlformats.org/officeDocument/2006/relationships/image" Target="../media/image376.png"/><Relationship Id="rId91" Type="http://schemas.openxmlformats.org/officeDocument/2006/relationships/image" Target="../media/image384.png"/><Relationship Id="rId96" Type="http://schemas.openxmlformats.org/officeDocument/2006/relationships/customXml" Target="../ink/ink391.xml"/><Relationship Id="rId140" Type="http://schemas.openxmlformats.org/officeDocument/2006/relationships/customXml" Target="../ink/ink413.xml"/><Relationship Id="rId145" Type="http://schemas.openxmlformats.org/officeDocument/2006/relationships/image" Target="../media/image411.png"/><Relationship Id="rId161" Type="http://schemas.openxmlformats.org/officeDocument/2006/relationships/image" Target="../media/image4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6.xml"/><Relationship Id="rId23" Type="http://schemas.openxmlformats.org/officeDocument/2006/relationships/image" Target="../media/image350.png"/><Relationship Id="rId28" Type="http://schemas.openxmlformats.org/officeDocument/2006/relationships/customXml" Target="../ink/ink357.xml"/><Relationship Id="rId49" Type="http://schemas.openxmlformats.org/officeDocument/2006/relationships/image" Target="../media/image363.png"/><Relationship Id="rId114" Type="http://schemas.openxmlformats.org/officeDocument/2006/relationships/customXml" Target="../ink/ink400.xml"/><Relationship Id="rId119" Type="http://schemas.openxmlformats.org/officeDocument/2006/relationships/image" Target="../media/image398.png"/><Relationship Id="rId44" Type="http://schemas.openxmlformats.org/officeDocument/2006/relationships/customXml" Target="../ink/ink365.xml"/><Relationship Id="rId60" Type="http://schemas.openxmlformats.org/officeDocument/2006/relationships/customXml" Target="../ink/ink373.xml"/><Relationship Id="rId65" Type="http://schemas.openxmlformats.org/officeDocument/2006/relationships/image" Target="../media/image371.png"/><Relationship Id="rId81" Type="http://schemas.openxmlformats.org/officeDocument/2006/relationships/image" Target="../media/image379.png"/><Relationship Id="rId86" Type="http://schemas.openxmlformats.org/officeDocument/2006/relationships/customXml" Target="../ink/ink386.xml"/><Relationship Id="rId130" Type="http://schemas.openxmlformats.org/officeDocument/2006/relationships/customXml" Target="../ink/ink408.xml"/><Relationship Id="rId135" Type="http://schemas.openxmlformats.org/officeDocument/2006/relationships/image" Target="../media/image406.png"/><Relationship Id="rId151" Type="http://schemas.openxmlformats.org/officeDocument/2006/relationships/image" Target="../media/image414.png"/><Relationship Id="rId156" Type="http://schemas.openxmlformats.org/officeDocument/2006/relationships/customXml" Target="../ink/ink421.xml"/><Relationship Id="rId13" Type="http://schemas.openxmlformats.org/officeDocument/2006/relationships/image" Target="../media/image345.png"/><Relationship Id="rId18" Type="http://schemas.openxmlformats.org/officeDocument/2006/relationships/customXml" Target="../ink/ink352.xml"/><Relationship Id="rId39" Type="http://schemas.openxmlformats.org/officeDocument/2006/relationships/image" Target="../media/image358.png"/><Relationship Id="rId109" Type="http://schemas.openxmlformats.org/officeDocument/2006/relationships/image" Target="../media/image393.png"/><Relationship Id="rId34" Type="http://schemas.openxmlformats.org/officeDocument/2006/relationships/customXml" Target="../ink/ink360.xml"/><Relationship Id="rId50" Type="http://schemas.openxmlformats.org/officeDocument/2006/relationships/customXml" Target="../ink/ink368.xml"/><Relationship Id="rId55" Type="http://schemas.openxmlformats.org/officeDocument/2006/relationships/image" Target="../media/image366.png"/><Relationship Id="rId76" Type="http://schemas.openxmlformats.org/officeDocument/2006/relationships/customXml" Target="../ink/ink381.xml"/><Relationship Id="rId97" Type="http://schemas.openxmlformats.org/officeDocument/2006/relationships/image" Target="../media/image387.png"/><Relationship Id="rId104" Type="http://schemas.openxmlformats.org/officeDocument/2006/relationships/customXml" Target="../ink/ink395.xml"/><Relationship Id="rId120" Type="http://schemas.openxmlformats.org/officeDocument/2006/relationships/customXml" Target="../ink/ink403.xml"/><Relationship Id="rId125" Type="http://schemas.openxmlformats.org/officeDocument/2006/relationships/image" Target="../media/image401.png"/><Relationship Id="rId141" Type="http://schemas.openxmlformats.org/officeDocument/2006/relationships/image" Target="../media/image409.png"/><Relationship Id="rId146" Type="http://schemas.openxmlformats.org/officeDocument/2006/relationships/customXml" Target="../ink/ink416.xml"/><Relationship Id="rId7" Type="http://schemas.openxmlformats.org/officeDocument/2006/relationships/image" Target="../media/image342.png"/><Relationship Id="rId71" Type="http://schemas.openxmlformats.org/officeDocument/2006/relationships/image" Target="../media/image374.png"/><Relationship Id="rId92" Type="http://schemas.openxmlformats.org/officeDocument/2006/relationships/customXml" Target="../ink/ink389.xml"/><Relationship Id="rId162" Type="http://schemas.openxmlformats.org/officeDocument/2006/relationships/customXml" Target="../ink/ink424.xml"/><Relationship Id="rId2" Type="http://schemas.openxmlformats.org/officeDocument/2006/relationships/customXml" Target="../ink/ink344.xml"/><Relationship Id="rId29" Type="http://schemas.openxmlformats.org/officeDocument/2006/relationships/image" Target="../media/image353.png"/><Relationship Id="rId24" Type="http://schemas.openxmlformats.org/officeDocument/2006/relationships/customXml" Target="../ink/ink355.xml"/><Relationship Id="rId40" Type="http://schemas.openxmlformats.org/officeDocument/2006/relationships/customXml" Target="../ink/ink363.xml"/><Relationship Id="rId45" Type="http://schemas.openxmlformats.org/officeDocument/2006/relationships/image" Target="../media/image361.png"/><Relationship Id="rId66" Type="http://schemas.openxmlformats.org/officeDocument/2006/relationships/customXml" Target="../ink/ink376.xml"/><Relationship Id="rId87" Type="http://schemas.openxmlformats.org/officeDocument/2006/relationships/image" Target="../media/image382.png"/><Relationship Id="rId110" Type="http://schemas.openxmlformats.org/officeDocument/2006/relationships/customXml" Target="../ink/ink398.xml"/><Relationship Id="rId115" Type="http://schemas.openxmlformats.org/officeDocument/2006/relationships/image" Target="../media/image396.png"/><Relationship Id="rId131" Type="http://schemas.openxmlformats.org/officeDocument/2006/relationships/image" Target="../media/image404.png"/><Relationship Id="rId136" Type="http://schemas.openxmlformats.org/officeDocument/2006/relationships/customXml" Target="../ink/ink411.xml"/><Relationship Id="rId157" Type="http://schemas.openxmlformats.org/officeDocument/2006/relationships/image" Target="../media/image417.png"/><Relationship Id="rId61" Type="http://schemas.openxmlformats.org/officeDocument/2006/relationships/image" Target="../media/image369.png"/><Relationship Id="rId82" Type="http://schemas.openxmlformats.org/officeDocument/2006/relationships/customXml" Target="../ink/ink384.xml"/><Relationship Id="rId152" Type="http://schemas.openxmlformats.org/officeDocument/2006/relationships/customXml" Target="../ink/ink419.xml"/><Relationship Id="rId19" Type="http://schemas.openxmlformats.org/officeDocument/2006/relationships/image" Target="../media/image348.png"/><Relationship Id="rId14" Type="http://schemas.openxmlformats.org/officeDocument/2006/relationships/customXml" Target="../ink/ink350.xml"/><Relationship Id="rId30" Type="http://schemas.openxmlformats.org/officeDocument/2006/relationships/customXml" Target="../ink/ink358.xml"/><Relationship Id="rId35" Type="http://schemas.openxmlformats.org/officeDocument/2006/relationships/image" Target="../media/image356.png"/><Relationship Id="rId56" Type="http://schemas.openxmlformats.org/officeDocument/2006/relationships/customXml" Target="../ink/ink371.xml"/><Relationship Id="rId77" Type="http://schemas.openxmlformats.org/officeDocument/2006/relationships/image" Target="../media/image377.png"/><Relationship Id="rId100" Type="http://schemas.openxmlformats.org/officeDocument/2006/relationships/customXml" Target="../ink/ink393.xml"/><Relationship Id="rId105" Type="http://schemas.openxmlformats.org/officeDocument/2006/relationships/image" Target="../media/image391.png"/><Relationship Id="rId126" Type="http://schemas.openxmlformats.org/officeDocument/2006/relationships/customXml" Target="../ink/ink406.xml"/><Relationship Id="rId147" Type="http://schemas.openxmlformats.org/officeDocument/2006/relationships/image" Target="../media/image412.png"/><Relationship Id="rId8" Type="http://schemas.openxmlformats.org/officeDocument/2006/relationships/customXml" Target="../ink/ink347.xml"/><Relationship Id="rId51" Type="http://schemas.openxmlformats.org/officeDocument/2006/relationships/image" Target="../media/image364.png"/><Relationship Id="rId72" Type="http://schemas.openxmlformats.org/officeDocument/2006/relationships/customXml" Target="../ink/ink379.xml"/><Relationship Id="rId93" Type="http://schemas.openxmlformats.org/officeDocument/2006/relationships/image" Target="../media/image385.png"/><Relationship Id="rId98" Type="http://schemas.openxmlformats.org/officeDocument/2006/relationships/customXml" Target="../ink/ink392.xml"/><Relationship Id="rId121" Type="http://schemas.openxmlformats.org/officeDocument/2006/relationships/image" Target="../media/image399.png"/><Relationship Id="rId142" Type="http://schemas.openxmlformats.org/officeDocument/2006/relationships/customXml" Target="../ink/ink414.xml"/><Relationship Id="rId163" Type="http://schemas.openxmlformats.org/officeDocument/2006/relationships/image" Target="../media/image420.png"/><Relationship Id="rId3" Type="http://schemas.openxmlformats.org/officeDocument/2006/relationships/image" Target="../media/image340.png"/><Relationship Id="rId25" Type="http://schemas.openxmlformats.org/officeDocument/2006/relationships/image" Target="../media/image351.png"/><Relationship Id="rId46" Type="http://schemas.openxmlformats.org/officeDocument/2006/relationships/customXml" Target="../ink/ink366.xml"/><Relationship Id="rId67" Type="http://schemas.openxmlformats.org/officeDocument/2006/relationships/image" Target="../media/image372.png"/><Relationship Id="rId116" Type="http://schemas.openxmlformats.org/officeDocument/2006/relationships/customXml" Target="../ink/ink401.xml"/><Relationship Id="rId137" Type="http://schemas.openxmlformats.org/officeDocument/2006/relationships/image" Target="../media/image407.png"/><Relationship Id="rId158" Type="http://schemas.openxmlformats.org/officeDocument/2006/relationships/customXml" Target="../ink/ink422.xml"/><Relationship Id="rId20" Type="http://schemas.openxmlformats.org/officeDocument/2006/relationships/customXml" Target="../ink/ink353.xml"/><Relationship Id="rId41" Type="http://schemas.openxmlformats.org/officeDocument/2006/relationships/image" Target="../media/image359.png"/><Relationship Id="rId62" Type="http://schemas.openxmlformats.org/officeDocument/2006/relationships/customXml" Target="../ink/ink374.xml"/><Relationship Id="rId83" Type="http://schemas.openxmlformats.org/officeDocument/2006/relationships/image" Target="../media/image380.png"/><Relationship Id="rId88" Type="http://schemas.openxmlformats.org/officeDocument/2006/relationships/customXml" Target="../ink/ink387.xml"/><Relationship Id="rId111" Type="http://schemas.openxmlformats.org/officeDocument/2006/relationships/image" Target="../media/image394.png"/><Relationship Id="rId132" Type="http://schemas.openxmlformats.org/officeDocument/2006/relationships/customXml" Target="../ink/ink409.xml"/><Relationship Id="rId153" Type="http://schemas.openxmlformats.org/officeDocument/2006/relationships/image" Target="../media/image415.png"/><Relationship Id="rId15" Type="http://schemas.openxmlformats.org/officeDocument/2006/relationships/image" Target="../media/image346.png"/><Relationship Id="rId36" Type="http://schemas.openxmlformats.org/officeDocument/2006/relationships/customXml" Target="../ink/ink361.xml"/><Relationship Id="rId57" Type="http://schemas.openxmlformats.org/officeDocument/2006/relationships/image" Target="../media/image367.png"/><Relationship Id="rId106" Type="http://schemas.openxmlformats.org/officeDocument/2006/relationships/customXml" Target="../ink/ink396.xml"/><Relationship Id="rId127" Type="http://schemas.openxmlformats.org/officeDocument/2006/relationships/image" Target="../media/image402.png"/><Relationship Id="rId10" Type="http://schemas.openxmlformats.org/officeDocument/2006/relationships/customXml" Target="../ink/ink348.xml"/><Relationship Id="rId31" Type="http://schemas.openxmlformats.org/officeDocument/2006/relationships/image" Target="../media/image354.png"/><Relationship Id="rId52" Type="http://schemas.openxmlformats.org/officeDocument/2006/relationships/customXml" Target="../ink/ink369.xml"/><Relationship Id="rId73" Type="http://schemas.openxmlformats.org/officeDocument/2006/relationships/image" Target="../media/image375.png"/><Relationship Id="rId78" Type="http://schemas.openxmlformats.org/officeDocument/2006/relationships/customXml" Target="../ink/ink382.xml"/><Relationship Id="rId94" Type="http://schemas.openxmlformats.org/officeDocument/2006/relationships/customXml" Target="../ink/ink390.xml"/><Relationship Id="rId99" Type="http://schemas.openxmlformats.org/officeDocument/2006/relationships/image" Target="../media/image388.png"/><Relationship Id="rId101" Type="http://schemas.openxmlformats.org/officeDocument/2006/relationships/image" Target="../media/image389.png"/><Relationship Id="rId122" Type="http://schemas.openxmlformats.org/officeDocument/2006/relationships/customXml" Target="../ink/ink404.xml"/><Relationship Id="rId143" Type="http://schemas.openxmlformats.org/officeDocument/2006/relationships/image" Target="../media/image410.png"/><Relationship Id="rId148" Type="http://schemas.openxmlformats.org/officeDocument/2006/relationships/customXml" Target="../ink/ink417.xml"/><Relationship Id="rId164" Type="http://schemas.openxmlformats.org/officeDocument/2006/relationships/customXml" Target="../ink/ink425.xml"/><Relationship Id="rId4" Type="http://schemas.openxmlformats.org/officeDocument/2006/relationships/customXml" Target="../ink/ink345.xml"/><Relationship Id="rId9" Type="http://schemas.openxmlformats.org/officeDocument/2006/relationships/image" Target="../media/image343.png"/><Relationship Id="rId26" Type="http://schemas.openxmlformats.org/officeDocument/2006/relationships/customXml" Target="../ink/ink356.xml"/><Relationship Id="rId47" Type="http://schemas.openxmlformats.org/officeDocument/2006/relationships/image" Target="../media/image362.png"/><Relationship Id="rId68" Type="http://schemas.openxmlformats.org/officeDocument/2006/relationships/customXml" Target="../ink/ink377.xml"/><Relationship Id="rId89" Type="http://schemas.openxmlformats.org/officeDocument/2006/relationships/image" Target="../media/image383.png"/><Relationship Id="rId112" Type="http://schemas.openxmlformats.org/officeDocument/2006/relationships/customXml" Target="../ink/ink399.xml"/><Relationship Id="rId133" Type="http://schemas.openxmlformats.org/officeDocument/2006/relationships/image" Target="../media/image405.png"/><Relationship Id="rId154" Type="http://schemas.openxmlformats.org/officeDocument/2006/relationships/customXml" Target="../ink/ink420.xml"/><Relationship Id="rId16" Type="http://schemas.openxmlformats.org/officeDocument/2006/relationships/customXml" Target="../ink/ink351.xml"/><Relationship Id="rId37" Type="http://schemas.openxmlformats.org/officeDocument/2006/relationships/image" Target="../media/image357.png"/><Relationship Id="rId58" Type="http://schemas.openxmlformats.org/officeDocument/2006/relationships/customXml" Target="../ink/ink372.xml"/><Relationship Id="rId79" Type="http://schemas.openxmlformats.org/officeDocument/2006/relationships/image" Target="../media/image378.png"/><Relationship Id="rId102" Type="http://schemas.openxmlformats.org/officeDocument/2006/relationships/customXml" Target="../ink/ink394.xml"/><Relationship Id="rId123" Type="http://schemas.openxmlformats.org/officeDocument/2006/relationships/image" Target="../media/image400.png"/><Relationship Id="rId144" Type="http://schemas.openxmlformats.org/officeDocument/2006/relationships/customXml" Target="../ink/ink415.xml"/><Relationship Id="rId90" Type="http://schemas.openxmlformats.org/officeDocument/2006/relationships/customXml" Target="../ink/ink388.xml"/><Relationship Id="rId165" Type="http://schemas.openxmlformats.org/officeDocument/2006/relationships/image" Target="../media/image421.png"/><Relationship Id="rId27" Type="http://schemas.openxmlformats.org/officeDocument/2006/relationships/image" Target="../media/image352.png"/><Relationship Id="rId48" Type="http://schemas.openxmlformats.org/officeDocument/2006/relationships/customXml" Target="../ink/ink367.xml"/><Relationship Id="rId69" Type="http://schemas.openxmlformats.org/officeDocument/2006/relationships/image" Target="../media/image373.png"/><Relationship Id="rId113" Type="http://schemas.openxmlformats.org/officeDocument/2006/relationships/image" Target="../media/image395.png"/><Relationship Id="rId134" Type="http://schemas.openxmlformats.org/officeDocument/2006/relationships/customXml" Target="../ink/ink410.xml"/><Relationship Id="rId80" Type="http://schemas.openxmlformats.org/officeDocument/2006/relationships/customXml" Target="../ink/ink383.xml"/><Relationship Id="rId155" Type="http://schemas.openxmlformats.org/officeDocument/2006/relationships/image" Target="../media/image41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7.png"/><Relationship Id="rId18" Type="http://schemas.openxmlformats.org/officeDocument/2006/relationships/customXml" Target="../ink/ink434.xml"/><Relationship Id="rId26" Type="http://schemas.openxmlformats.org/officeDocument/2006/relationships/customXml" Target="../ink/ink438.xml"/><Relationship Id="rId39" Type="http://schemas.openxmlformats.org/officeDocument/2006/relationships/image" Target="../media/image440.png"/><Relationship Id="rId21" Type="http://schemas.openxmlformats.org/officeDocument/2006/relationships/image" Target="../media/image431.png"/><Relationship Id="rId34" Type="http://schemas.openxmlformats.org/officeDocument/2006/relationships/customXml" Target="../ink/ink442.xml"/><Relationship Id="rId7" Type="http://schemas.openxmlformats.org/officeDocument/2006/relationships/image" Target="../media/image424.png"/><Relationship Id="rId2" Type="http://schemas.openxmlformats.org/officeDocument/2006/relationships/customXml" Target="../ink/ink426.xml"/><Relationship Id="rId16" Type="http://schemas.openxmlformats.org/officeDocument/2006/relationships/customXml" Target="../ink/ink433.xml"/><Relationship Id="rId20" Type="http://schemas.openxmlformats.org/officeDocument/2006/relationships/customXml" Target="../ink/ink435.xml"/><Relationship Id="rId29" Type="http://schemas.openxmlformats.org/officeDocument/2006/relationships/image" Target="../media/image435.png"/><Relationship Id="rId41" Type="http://schemas.openxmlformats.org/officeDocument/2006/relationships/image" Target="../media/image4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8.xml"/><Relationship Id="rId11" Type="http://schemas.openxmlformats.org/officeDocument/2006/relationships/image" Target="../media/image426.png"/><Relationship Id="rId24" Type="http://schemas.openxmlformats.org/officeDocument/2006/relationships/customXml" Target="../ink/ink437.xml"/><Relationship Id="rId32" Type="http://schemas.openxmlformats.org/officeDocument/2006/relationships/customXml" Target="../ink/ink441.xml"/><Relationship Id="rId37" Type="http://schemas.openxmlformats.org/officeDocument/2006/relationships/image" Target="../media/image439.png"/><Relationship Id="rId40" Type="http://schemas.openxmlformats.org/officeDocument/2006/relationships/customXml" Target="../ink/ink445.xml"/><Relationship Id="rId5" Type="http://schemas.openxmlformats.org/officeDocument/2006/relationships/image" Target="../media/image423.png"/><Relationship Id="rId15" Type="http://schemas.openxmlformats.org/officeDocument/2006/relationships/image" Target="../media/image428.png"/><Relationship Id="rId23" Type="http://schemas.openxmlformats.org/officeDocument/2006/relationships/image" Target="../media/image432.png"/><Relationship Id="rId28" Type="http://schemas.openxmlformats.org/officeDocument/2006/relationships/customXml" Target="../ink/ink439.xml"/><Relationship Id="rId36" Type="http://schemas.openxmlformats.org/officeDocument/2006/relationships/customXml" Target="../ink/ink443.xml"/><Relationship Id="rId10" Type="http://schemas.openxmlformats.org/officeDocument/2006/relationships/customXml" Target="../ink/ink430.xml"/><Relationship Id="rId19" Type="http://schemas.openxmlformats.org/officeDocument/2006/relationships/image" Target="../media/image430.png"/><Relationship Id="rId31" Type="http://schemas.openxmlformats.org/officeDocument/2006/relationships/image" Target="../media/image436.png"/><Relationship Id="rId4" Type="http://schemas.openxmlformats.org/officeDocument/2006/relationships/customXml" Target="../ink/ink427.xml"/><Relationship Id="rId9" Type="http://schemas.openxmlformats.org/officeDocument/2006/relationships/image" Target="../media/image425.png"/><Relationship Id="rId14" Type="http://schemas.openxmlformats.org/officeDocument/2006/relationships/customXml" Target="../ink/ink432.xml"/><Relationship Id="rId22" Type="http://schemas.openxmlformats.org/officeDocument/2006/relationships/customXml" Target="../ink/ink436.xml"/><Relationship Id="rId27" Type="http://schemas.openxmlformats.org/officeDocument/2006/relationships/image" Target="../media/image434.png"/><Relationship Id="rId30" Type="http://schemas.openxmlformats.org/officeDocument/2006/relationships/customXml" Target="../ink/ink440.xml"/><Relationship Id="rId35" Type="http://schemas.openxmlformats.org/officeDocument/2006/relationships/image" Target="../media/image438.png"/><Relationship Id="rId8" Type="http://schemas.openxmlformats.org/officeDocument/2006/relationships/customXml" Target="../ink/ink429.xml"/><Relationship Id="rId3" Type="http://schemas.openxmlformats.org/officeDocument/2006/relationships/image" Target="../media/image422.png"/><Relationship Id="rId12" Type="http://schemas.openxmlformats.org/officeDocument/2006/relationships/customXml" Target="../ink/ink431.xml"/><Relationship Id="rId17" Type="http://schemas.openxmlformats.org/officeDocument/2006/relationships/image" Target="../media/image429.png"/><Relationship Id="rId25" Type="http://schemas.openxmlformats.org/officeDocument/2006/relationships/image" Target="../media/image433.png"/><Relationship Id="rId33" Type="http://schemas.openxmlformats.org/officeDocument/2006/relationships/image" Target="../media/image437.png"/><Relationship Id="rId38" Type="http://schemas.openxmlformats.org/officeDocument/2006/relationships/customXml" Target="../ink/ink444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8.xml"/><Relationship Id="rId21" Type="http://schemas.openxmlformats.org/officeDocument/2006/relationships/image" Target="../media/image451.png"/><Relationship Id="rId42" Type="http://schemas.openxmlformats.org/officeDocument/2006/relationships/customXml" Target="../ink/ink466.xml"/><Relationship Id="rId47" Type="http://schemas.openxmlformats.org/officeDocument/2006/relationships/image" Target="../media/image464.png"/><Relationship Id="rId63" Type="http://schemas.openxmlformats.org/officeDocument/2006/relationships/image" Target="../media/image472.png"/><Relationship Id="rId68" Type="http://schemas.openxmlformats.org/officeDocument/2006/relationships/customXml" Target="../ink/ink479.xml"/><Relationship Id="rId84" Type="http://schemas.openxmlformats.org/officeDocument/2006/relationships/customXml" Target="../ink/ink487.xml"/><Relationship Id="rId89" Type="http://schemas.openxmlformats.org/officeDocument/2006/relationships/image" Target="../media/image485.png"/><Relationship Id="rId112" Type="http://schemas.openxmlformats.org/officeDocument/2006/relationships/customXml" Target="../ink/ink501.xml"/><Relationship Id="rId16" Type="http://schemas.openxmlformats.org/officeDocument/2006/relationships/customXml" Target="../ink/ink453.xml"/><Relationship Id="rId107" Type="http://schemas.openxmlformats.org/officeDocument/2006/relationships/image" Target="../media/image494.png"/><Relationship Id="rId11" Type="http://schemas.openxmlformats.org/officeDocument/2006/relationships/image" Target="../media/image446.png"/><Relationship Id="rId32" Type="http://schemas.openxmlformats.org/officeDocument/2006/relationships/customXml" Target="../ink/ink461.xml"/><Relationship Id="rId37" Type="http://schemas.openxmlformats.org/officeDocument/2006/relationships/image" Target="../media/image459.png"/><Relationship Id="rId53" Type="http://schemas.openxmlformats.org/officeDocument/2006/relationships/image" Target="../media/image467.png"/><Relationship Id="rId58" Type="http://schemas.openxmlformats.org/officeDocument/2006/relationships/customXml" Target="../ink/ink474.xml"/><Relationship Id="rId74" Type="http://schemas.openxmlformats.org/officeDocument/2006/relationships/customXml" Target="../ink/ink482.xml"/><Relationship Id="rId79" Type="http://schemas.openxmlformats.org/officeDocument/2006/relationships/image" Target="../media/image480.png"/><Relationship Id="rId102" Type="http://schemas.openxmlformats.org/officeDocument/2006/relationships/customXml" Target="../ink/ink496.xml"/><Relationship Id="rId5" Type="http://schemas.openxmlformats.org/officeDocument/2006/relationships/image" Target="../media/image443.png"/><Relationship Id="rId90" Type="http://schemas.openxmlformats.org/officeDocument/2006/relationships/customXml" Target="../ink/ink490.xml"/><Relationship Id="rId95" Type="http://schemas.openxmlformats.org/officeDocument/2006/relationships/image" Target="../media/image488.png"/><Relationship Id="rId22" Type="http://schemas.openxmlformats.org/officeDocument/2006/relationships/customXml" Target="../ink/ink456.xml"/><Relationship Id="rId27" Type="http://schemas.openxmlformats.org/officeDocument/2006/relationships/image" Target="../media/image454.png"/><Relationship Id="rId43" Type="http://schemas.openxmlformats.org/officeDocument/2006/relationships/image" Target="../media/image462.png"/><Relationship Id="rId48" Type="http://schemas.openxmlformats.org/officeDocument/2006/relationships/customXml" Target="../ink/ink469.xml"/><Relationship Id="rId64" Type="http://schemas.openxmlformats.org/officeDocument/2006/relationships/customXml" Target="../ink/ink477.xml"/><Relationship Id="rId69" Type="http://schemas.openxmlformats.org/officeDocument/2006/relationships/image" Target="../media/image475.png"/><Relationship Id="rId113" Type="http://schemas.openxmlformats.org/officeDocument/2006/relationships/image" Target="../media/image497.png"/><Relationship Id="rId80" Type="http://schemas.openxmlformats.org/officeDocument/2006/relationships/customXml" Target="../ink/ink485.xml"/><Relationship Id="rId85" Type="http://schemas.openxmlformats.org/officeDocument/2006/relationships/image" Target="../media/image483.png"/><Relationship Id="rId12" Type="http://schemas.openxmlformats.org/officeDocument/2006/relationships/customXml" Target="../ink/ink451.xml"/><Relationship Id="rId17" Type="http://schemas.openxmlformats.org/officeDocument/2006/relationships/image" Target="../media/image449.png"/><Relationship Id="rId33" Type="http://schemas.openxmlformats.org/officeDocument/2006/relationships/image" Target="../media/image457.png"/><Relationship Id="rId38" Type="http://schemas.openxmlformats.org/officeDocument/2006/relationships/customXml" Target="../ink/ink464.xml"/><Relationship Id="rId59" Type="http://schemas.openxmlformats.org/officeDocument/2006/relationships/image" Target="../media/image470.png"/><Relationship Id="rId103" Type="http://schemas.openxmlformats.org/officeDocument/2006/relationships/image" Target="../media/image492.png"/><Relationship Id="rId108" Type="http://schemas.openxmlformats.org/officeDocument/2006/relationships/customXml" Target="../ink/ink499.xml"/><Relationship Id="rId54" Type="http://schemas.openxmlformats.org/officeDocument/2006/relationships/customXml" Target="../ink/ink472.xml"/><Relationship Id="rId70" Type="http://schemas.openxmlformats.org/officeDocument/2006/relationships/customXml" Target="../ink/ink480.xml"/><Relationship Id="rId75" Type="http://schemas.openxmlformats.org/officeDocument/2006/relationships/image" Target="../media/image478.png"/><Relationship Id="rId91" Type="http://schemas.openxmlformats.org/officeDocument/2006/relationships/image" Target="../media/image486.png"/><Relationship Id="rId96" Type="http://schemas.openxmlformats.org/officeDocument/2006/relationships/customXml" Target="../ink/ink49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8.xml"/><Relationship Id="rId15" Type="http://schemas.openxmlformats.org/officeDocument/2006/relationships/image" Target="../media/image448.png"/><Relationship Id="rId23" Type="http://schemas.openxmlformats.org/officeDocument/2006/relationships/image" Target="../media/image452.png"/><Relationship Id="rId28" Type="http://schemas.openxmlformats.org/officeDocument/2006/relationships/customXml" Target="../ink/ink459.xml"/><Relationship Id="rId36" Type="http://schemas.openxmlformats.org/officeDocument/2006/relationships/customXml" Target="../ink/ink463.xml"/><Relationship Id="rId49" Type="http://schemas.openxmlformats.org/officeDocument/2006/relationships/image" Target="../media/image465.png"/><Relationship Id="rId57" Type="http://schemas.openxmlformats.org/officeDocument/2006/relationships/image" Target="../media/image469.png"/><Relationship Id="rId106" Type="http://schemas.openxmlformats.org/officeDocument/2006/relationships/customXml" Target="../ink/ink498.xml"/><Relationship Id="rId10" Type="http://schemas.openxmlformats.org/officeDocument/2006/relationships/customXml" Target="../ink/ink450.xml"/><Relationship Id="rId31" Type="http://schemas.openxmlformats.org/officeDocument/2006/relationships/image" Target="../media/image456.png"/><Relationship Id="rId44" Type="http://schemas.openxmlformats.org/officeDocument/2006/relationships/customXml" Target="../ink/ink467.xml"/><Relationship Id="rId52" Type="http://schemas.openxmlformats.org/officeDocument/2006/relationships/customXml" Target="../ink/ink471.xml"/><Relationship Id="rId60" Type="http://schemas.openxmlformats.org/officeDocument/2006/relationships/customXml" Target="../ink/ink475.xml"/><Relationship Id="rId65" Type="http://schemas.openxmlformats.org/officeDocument/2006/relationships/image" Target="../media/image473.png"/><Relationship Id="rId73" Type="http://schemas.openxmlformats.org/officeDocument/2006/relationships/image" Target="../media/image477.png"/><Relationship Id="rId78" Type="http://schemas.openxmlformats.org/officeDocument/2006/relationships/customXml" Target="../ink/ink484.xml"/><Relationship Id="rId81" Type="http://schemas.openxmlformats.org/officeDocument/2006/relationships/image" Target="../media/image481.png"/><Relationship Id="rId86" Type="http://schemas.openxmlformats.org/officeDocument/2006/relationships/customXml" Target="../ink/ink488.xml"/><Relationship Id="rId94" Type="http://schemas.openxmlformats.org/officeDocument/2006/relationships/customXml" Target="../ink/ink492.xml"/><Relationship Id="rId99" Type="http://schemas.openxmlformats.org/officeDocument/2006/relationships/image" Target="../media/image490.png"/><Relationship Id="rId101" Type="http://schemas.openxmlformats.org/officeDocument/2006/relationships/image" Target="../media/image491.png"/><Relationship Id="rId4" Type="http://schemas.openxmlformats.org/officeDocument/2006/relationships/customXml" Target="../ink/ink447.xml"/><Relationship Id="rId9" Type="http://schemas.openxmlformats.org/officeDocument/2006/relationships/image" Target="../media/image445.png"/><Relationship Id="rId13" Type="http://schemas.openxmlformats.org/officeDocument/2006/relationships/image" Target="../media/image447.png"/><Relationship Id="rId18" Type="http://schemas.openxmlformats.org/officeDocument/2006/relationships/customXml" Target="../ink/ink454.xml"/><Relationship Id="rId39" Type="http://schemas.openxmlformats.org/officeDocument/2006/relationships/image" Target="../media/image460.png"/><Relationship Id="rId109" Type="http://schemas.openxmlformats.org/officeDocument/2006/relationships/image" Target="../media/image495.png"/><Relationship Id="rId34" Type="http://schemas.openxmlformats.org/officeDocument/2006/relationships/customXml" Target="../ink/ink462.xml"/><Relationship Id="rId50" Type="http://schemas.openxmlformats.org/officeDocument/2006/relationships/customXml" Target="../ink/ink470.xml"/><Relationship Id="rId55" Type="http://schemas.openxmlformats.org/officeDocument/2006/relationships/image" Target="../media/image468.png"/><Relationship Id="rId76" Type="http://schemas.openxmlformats.org/officeDocument/2006/relationships/customXml" Target="../ink/ink483.xml"/><Relationship Id="rId97" Type="http://schemas.openxmlformats.org/officeDocument/2006/relationships/image" Target="../media/image489.png"/><Relationship Id="rId104" Type="http://schemas.openxmlformats.org/officeDocument/2006/relationships/customXml" Target="../ink/ink497.xml"/><Relationship Id="rId7" Type="http://schemas.openxmlformats.org/officeDocument/2006/relationships/image" Target="../media/image444.png"/><Relationship Id="rId71" Type="http://schemas.openxmlformats.org/officeDocument/2006/relationships/image" Target="../media/image476.png"/><Relationship Id="rId92" Type="http://schemas.openxmlformats.org/officeDocument/2006/relationships/customXml" Target="../ink/ink491.xml"/><Relationship Id="rId2" Type="http://schemas.openxmlformats.org/officeDocument/2006/relationships/customXml" Target="../ink/ink446.xml"/><Relationship Id="rId29" Type="http://schemas.openxmlformats.org/officeDocument/2006/relationships/image" Target="../media/image455.png"/><Relationship Id="rId24" Type="http://schemas.openxmlformats.org/officeDocument/2006/relationships/customXml" Target="../ink/ink457.xml"/><Relationship Id="rId40" Type="http://schemas.openxmlformats.org/officeDocument/2006/relationships/customXml" Target="../ink/ink465.xml"/><Relationship Id="rId45" Type="http://schemas.openxmlformats.org/officeDocument/2006/relationships/image" Target="../media/image463.png"/><Relationship Id="rId66" Type="http://schemas.openxmlformats.org/officeDocument/2006/relationships/customXml" Target="../ink/ink478.xml"/><Relationship Id="rId87" Type="http://schemas.openxmlformats.org/officeDocument/2006/relationships/image" Target="../media/image484.png"/><Relationship Id="rId110" Type="http://schemas.openxmlformats.org/officeDocument/2006/relationships/customXml" Target="../ink/ink500.xml"/><Relationship Id="rId61" Type="http://schemas.openxmlformats.org/officeDocument/2006/relationships/image" Target="../media/image471.png"/><Relationship Id="rId82" Type="http://schemas.openxmlformats.org/officeDocument/2006/relationships/customXml" Target="../ink/ink486.xml"/><Relationship Id="rId19" Type="http://schemas.openxmlformats.org/officeDocument/2006/relationships/image" Target="../media/image450.png"/><Relationship Id="rId14" Type="http://schemas.openxmlformats.org/officeDocument/2006/relationships/customXml" Target="../ink/ink452.xml"/><Relationship Id="rId30" Type="http://schemas.openxmlformats.org/officeDocument/2006/relationships/customXml" Target="../ink/ink460.xml"/><Relationship Id="rId35" Type="http://schemas.openxmlformats.org/officeDocument/2006/relationships/image" Target="../media/image458.png"/><Relationship Id="rId56" Type="http://schemas.openxmlformats.org/officeDocument/2006/relationships/customXml" Target="../ink/ink473.xml"/><Relationship Id="rId77" Type="http://schemas.openxmlformats.org/officeDocument/2006/relationships/image" Target="../media/image479.png"/><Relationship Id="rId100" Type="http://schemas.openxmlformats.org/officeDocument/2006/relationships/customXml" Target="../ink/ink495.xml"/><Relationship Id="rId105" Type="http://schemas.openxmlformats.org/officeDocument/2006/relationships/image" Target="../media/image493.png"/><Relationship Id="rId8" Type="http://schemas.openxmlformats.org/officeDocument/2006/relationships/customXml" Target="../ink/ink449.xml"/><Relationship Id="rId51" Type="http://schemas.openxmlformats.org/officeDocument/2006/relationships/image" Target="../media/image466.png"/><Relationship Id="rId72" Type="http://schemas.openxmlformats.org/officeDocument/2006/relationships/customXml" Target="../ink/ink481.xml"/><Relationship Id="rId93" Type="http://schemas.openxmlformats.org/officeDocument/2006/relationships/image" Target="../media/image487.png"/><Relationship Id="rId98" Type="http://schemas.openxmlformats.org/officeDocument/2006/relationships/customXml" Target="../ink/ink494.xml"/><Relationship Id="rId3" Type="http://schemas.openxmlformats.org/officeDocument/2006/relationships/image" Target="../media/image442.png"/><Relationship Id="rId25" Type="http://schemas.openxmlformats.org/officeDocument/2006/relationships/image" Target="../media/image453.png"/><Relationship Id="rId46" Type="http://schemas.openxmlformats.org/officeDocument/2006/relationships/customXml" Target="../ink/ink468.xml"/><Relationship Id="rId67" Type="http://schemas.openxmlformats.org/officeDocument/2006/relationships/image" Target="../media/image474.png"/><Relationship Id="rId20" Type="http://schemas.openxmlformats.org/officeDocument/2006/relationships/customXml" Target="../ink/ink455.xml"/><Relationship Id="rId41" Type="http://schemas.openxmlformats.org/officeDocument/2006/relationships/image" Target="../media/image461.png"/><Relationship Id="rId62" Type="http://schemas.openxmlformats.org/officeDocument/2006/relationships/customXml" Target="../ink/ink476.xml"/><Relationship Id="rId83" Type="http://schemas.openxmlformats.org/officeDocument/2006/relationships/image" Target="../media/image482.png"/><Relationship Id="rId88" Type="http://schemas.openxmlformats.org/officeDocument/2006/relationships/customXml" Target="../ink/ink489.xml"/><Relationship Id="rId111" Type="http://schemas.openxmlformats.org/officeDocument/2006/relationships/image" Target="../media/image496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4.png"/><Relationship Id="rId21" Type="http://schemas.openxmlformats.org/officeDocument/2006/relationships/image" Target="../media/image507.png"/><Relationship Id="rId42" Type="http://schemas.openxmlformats.org/officeDocument/2006/relationships/customXml" Target="../ink/ink522.xml"/><Relationship Id="rId63" Type="http://schemas.openxmlformats.org/officeDocument/2006/relationships/image" Target="../media/image528.png"/><Relationship Id="rId84" Type="http://schemas.openxmlformats.org/officeDocument/2006/relationships/customXml" Target="../ink/ink543.xml"/><Relationship Id="rId138" Type="http://schemas.openxmlformats.org/officeDocument/2006/relationships/customXml" Target="../ink/ink570.xml"/><Relationship Id="rId107" Type="http://schemas.openxmlformats.org/officeDocument/2006/relationships/image" Target="../media/image549.png"/><Relationship Id="rId11" Type="http://schemas.openxmlformats.org/officeDocument/2006/relationships/image" Target="../media/image502.png"/><Relationship Id="rId32" Type="http://schemas.openxmlformats.org/officeDocument/2006/relationships/customXml" Target="../ink/ink517.xml"/><Relationship Id="rId53" Type="http://schemas.openxmlformats.org/officeDocument/2006/relationships/image" Target="../media/image523.png"/><Relationship Id="rId74" Type="http://schemas.openxmlformats.org/officeDocument/2006/relationships/customXml" Target="../ink/ink538.xml"/><Relationship Id="rId128" Type="http://schemas.openxmlformats.org/officeDocument/2006/relationships/customXml" Target="../ink/ink565.xml"/><Relationship Id="rId5" Type="http://schemas.openxmlformats.org/officeDocument/2006/relationships/image" Target="../media/image499.png"/><Relationship Id="rId90" Type="http://schemas.openxmlformats.org/officeDocument/2006/relationships/customXml" Target="../ink/ink546.xml"/><Relationship Id="rId95" Type="http://schemas.openxmlformats.org/officeDocument/2006/relationships/image" Target="../media/image367.png"/><Relationship Id="rId22" Type="http://schemas.openxmlformats.org/officeDocument/2006/relationships/customXml" Target="../ink/ink512.xml"/><Relationship Id="rId27" Type="http://schemas.openxmlformats.org/officeDocument/2006/relationships/image" Target="../media/image510.png"/><Relationship Id="rId43" Type="http://schemas.openxmlformats.org/officeDocument/2006/relationships/image" Target="../media/image518.png"/><Relationship Id="rId48" Type="http://schemas.openxmlformats.org/officeDocument/2006/relationships/customXml" Target="../ink/ink525.xml"/><Relationship Id="rId64" Type="http://schemas.openxmlformats.org/officeDocument/2006/relationships/customXml" Target="../ink/ink533.xml"/><Relationship Id="rId69" Type="http://schemas.openxmlformats.org/officeDocument/2006/relationships/image" Target="../media/image531.png"/><Relationship Id="rId113" Type="http://schemas.openxmlformats.org/officeDocument/2006/relationships/image" Target="../media/image552.png"/><Relationship Id="rId118" Type="http://schemas.openxmlformats.org/officeDocument/2006/relationships/customXml" Target="../ink/ink560.xml"/><Relationship Id="rId134" Type="http://schemas.openxmlformats.org/officeDocument/2006/relationships/customXml" Target="../ink/ink568.xml"/><Relationship Id="rId139" Type="http://schemas.openxmlformats.org/officeDocument/2006/relationships/image" Target="../media/image565.png"/><Relationship Id="rId80" Type="http://schemas.openxmlformats.org/officeDocument/2006/relationships/customXml" Target="../ink/ink541.xml"/><Relationship Id="rId85" Type="http://schemas.openxmlformats.org/officeDocument/2006/relationships/image" Target="../media/image539.png"/><Relationship Id="rId12" Type="http://schemas.openxmlformats.org/officeDocument/2006/relationships/customXml" Target="../ink/ink507.xml"/><Relationship Id="rId17" Type="http://schemas.openxmlformats.org/officeDocument/2006/relationships/image" Target="../media/image505.png"/><Relationship Id="rId33" Type="http://schemas.openxmlformats.org/officeDocument/2006/relationships/image" Target="../media/image513.png"/><Relationship Id="rId38" Type="http://schemas.openxmlformats.org/officeDocument/2006/relationships/customXml" Target="../ink/ink520.xml"/><Relationship Id="rId59" Type="http://schemas.openxmlformats.org/officeDocument/2006/relationships/image" Target="../media/image526.png"/><Relationship Id="rId103" Type="http://schemas.openxmlformats.org/officeDocument/2006/relationships/image" Target="../media/image547.png"/><Relationship Id="rId108" Type="http://schemas.openxmlformats.org/officeDocument/2006/relationships/customXml" Target="../ink/ink555.xml"/><Relationship Id="rId124" Type="http://schemas.openxmlformats.org/officeDocument/2006/relationships/customXml" Target="../ink/ink563.xml"/><Relationship Id="rId129" Type="http://schemas.openxmlformats.org/officeDocument/2006/relationships/image" Target="../media/image560.png"/><Relationship Id="rId54" Type="http://schemas.openxmlformats.org/officeDocument/2006/relationships/customXml" Target="../ink/ink528.xml"/><Relationship Id="rId70" Type="http://schemas.openxmlformats.org/officeDocument/2006/relationships/customXml" Target="../ink/ink536.xml"/><Relationship Id="rId75" Type="http://schemas.openxmlformats.org/officeDocument/2006/relationships/image" Target="../media/image534.png"/><Relationship Id="rId91" Type="http://schemas.openxmlformats.org/officeDocument/2006/relationships/image" Target="../media/image542.png"/><Relationship Id="rId96" Type="http://schemas.openxmlformats.org/officeDocument/2006/relationships/customXml" Target="../ink/ink549.xml"/><Relationship Id="rId140" Type="http://schemas.openxmlformats.org/officeDocument/2006/relationships/customXml" Target="../ink/ink571.xml"/><Relationship Id="rId145" Type="http://schemas.openxmlformats.org/officeDocument/2006/relationships/image" Target="../media/image56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4.xml"/><Relationship Id="rId23" Type="http://schemas.openxmlformats.org/officeDocument/2006/relationships/image" Target="../media/image508.png"/><Relationship Id="rId28" Type="http://schemas.openxmlformats.org/officeDocument/2006/relationships/customXml" Target="../ink/ink515.xml"/><Relationship Id="rId49" Type="http://schemas.openxmlformats.org/officeDocument/2006/relationships/image" Target="../media/image521.png"/><Relationship Id="rId114" Type="http://schemas.openxmlformats.org/officeDocument/2006/relationships/customXml" Target="../ink/ink558.xml"/><Relationship Id="rId119" Type="http://schemas.openxmlformats.org/officeDocument/2006/relationships/image" Target="../media/image555.png"/><Relationship Id="rId44" Type="http://schemas.openxmlformats.org/officeDocument/2006/relationships/customXml" Target="../ink/ink523.xml"/><Relationship Id="rId60" Type="http://schemas.openxmlformats.org/officeDocument/2006/relationships/customXml" Target="../ink/ink531.xml"/><Relationship Id="rId65" Type="http://schemas.openxmlformats.org/officeDocument/2006/relationships/image" Target="../media/image529.png"/><Relationship Id="rId81" Type="http://schemas.openxmlformats.org/officeDocument/2006/relationships/image" Target="../media/image537.png"/><Relationship Id="rId86" Type="http://schemas.openxmlformats.org/officeDocument/2006/relationships/customXml" Target="../ink/ink544.xml"/><Relationship Id="rId130" Type="http://schemas.openxmlformats.org/officeDocument/2006/relationships/customXml" Target="../ink/ink566.xml"/><Relationship Id="rId135" Type="http://schemas.openxmlformats.org/officeDocument/2006/relationships/image" Target="../media/image563.png"/><Relationship Id="rId13" Type="http://schemas.openxmlformats.org/officeDocument/2006/relationships/image" Target="../media/image503.png"/><Relationship Id="rId18" Type="http://schemas.openxmlformats.org/officeDocument/2006/relationships/customXml" Target="../ink/ink510.xml"/><Relationship Id="rId39" Type="http://schemas.openxmlformats.org/officeDocument/2006/relationships/image" Target="../media/image516.png"/><Relationship Id="rId109" Type="http://schemas.openxmlformats.org/officeDocument/2006/relationships/image" Target="../media/image550.png"/><Relationship Id="rId34" Type="http://schemas.openxmlformats.org/officeDocument/2006/relationships/customXml" Target="../ink/ink518.xml"/><Relationship Id="rId50" Type="http://schemas.openxmlformats.org/officeDocument/2006/relationships/customXml" Target="../ink/ink526.xml"/><Relationship Id="rId55" Type="http://schemas.openxmlformats.org/officeDocument/2006/relationships/image" Target="../media/image524.png"/><Relationship Id="rId76" Type="http://schemas.openxmlformats.org/officeDocument/2006/relationships/customXml" Target="../ink/ink539.xml"/><Relationship Id="rId97" Type="http://schemas.openxmlformats.org/officeDocument/2006/relationships/image" Target="../media/image544.png"/><Relationship Id="rId104" Type="http://schemas.openxmlformats.org/officeDocument/2006/relationships/customXml" Target="../ink/ink553.xml"/><Relationship Id="rId120" Type="http://schemas.openxmlformats.org/officeDocument/2006/relationships/customXml" Target="../ink/ink561.xml"/><Relationship Id="rId125" Type="http://schemas.openxmlformats.org/officeDocument/2006/relationships/image" Target="../media/image558.png"/><Relationship Id="rId141" Type="http://schemas.openxmlformats.org/officeDocument/2006/relationships/image" Target="../media/image566.png"/><Relationship Id="rId146" Type="http://schemas.openxmlformats.org/officeDocument/2006/relationships/customXml" Target="../ink/ink574.xml"/><Relationship Id="rId7" Type="http://schemas.openxmlformats.org/officeDocument/2006/relationships/image" Target="../media/image500.png"/><Relationship Id="rId71" Type="http://schemas.openxmlformats.org/officeDocument/2006/relationships/image" Target="../media/image532.png"/><Relationship Id="rId92" Type="http://schemas.openxmlformats.org/officeDocument/2006/relationships/customXml" Target="../ink/ink547.xml"/><Relationship Id="rId2" Type="http://schemas.openxmlformats.org/officeDocument/2006/relationships/customXml" Target="../ink/ink502.xml"/><Relationship Id="rId29" Type="http://schemas.openxmlformats.org/officeDocument/2006/relationships/image" Target="../media/image511.png"/><Relationship Id="rId24" Type="http://schemas.openxmlformats.org/officeDocument/2006/relationships/customXml" Target="../ink/ink513.xml"/><Relationship Id="rId40" Type="http://schemas.openxmlformats.org/officeDocument/2006/relationships/customXml" Target="../ink/ink521.xml"/><Relationship Id="rId45" Type="http://schemas.openxmlformats.org/officeDocument/2006/relationships/image" Target="../media/image519.png"/><Relationship Id="rId66" Type="http://schemas.openxmlformats.org/officeDocument/2006/relationships/customXml" Target="../ink/ink534.xml"/><Relationship Id="rId87" Type="http://schemas.openxmlformats.org/officeDocument/2006/relationships/image" Target="../media/image540.png"/><Relationship Id="rId110" Type="http://schemas.openxmlformats.org/officeDocument/2006/relationships/customXml" Target="../ink/ink556.xml"/><Relationship Id="rId115" Type="http://schemas.openxmlformats.org/officeDocument/2006/relationships/image" Target="../media/image553.png"/><Relationship Id="rId131" Type="http://schemas.openxmlformats.org/officeDocument/2006/relationships/image" Target="../media/image561.png"/><Relationship Id="rId136" Type="http://schemas.openxmlformats.org/officeDocument/2006/relationships/customXml" Target="../ink/ink569.xml"/><Relationship Id="rId61" Type="http://schemas.openxmlformats.org/officeDocument/2006/relationships/image" Target="../media/image527.png"/><Relationship Id="rId82" Type="http://schemas.openxmlformats.org/officeDocument/2006/relationships/customXml" Target="../ink/ink542.xml"/><Relationship Id="rId19" Type="http://schemas.openxmlformats.org/officeDocument/2006/relationships/image" Target="../media/image506.png"/><Relationship Id="rId14" Type="http://schemas.openxmlformats.org/officeDocument/2006/relationships/customXml" Target="../ink/ink508.xml"/><Relationship Id="rId30" Type="http://schemas.openxmlformats.org/officeDocument/2006/relationships/customXml" Target="../ink/ink516.xml"/><Relationship Id="rId35" Type="http://schemas.openxmlformats.org/officeDocument/2006/relationships/image" Target="../media/image514.png"/><Relationship Id="rId56" Type="http://schemas.openxmlformats.org/officeDocument/2006/relationships/customXml" Target="../ink/ink529.xml"/><Relationship Id="rId77" Type="http://schemas.openxmlformats.org/officeDocument/2006/relationships/image" Target="../media/image535.png"/><Relationship Id="rId100" Type="http://schemas.openxmlformats.org/officeDocument/2006/relationships/customXml" Target="../ink/ink551.xml"/><Relationship Id="rId105" Type="http://schemas.openxmlformats.org/officeDocument/2006/relationships/image" Target="../media/image548.png"/><Relationship Id="rId126" Type="http://schemas.openxmlformats.org/officeDocument/2006/relationships/customXml" Target="../ink/ink564.xml"/><Relationship Id="rId147" Type="http://schemas.openxmlformats.org/officeDocument/2006/relationships/image" Target="../media/image569.png"/><Relationship Id="rId8" Type="http://schemas.openxmlformats.org/officeDocument/2006/relationships/customXml" Target="../ink/ink505.xml"/><Relationship Id="rId51" Type="http://schemas.openxmlformats.org/officeDocument/2006/relationships/image" Target="../media/image522.png"/><Relationship Id="rId72" Type="http://schemas.openxmlformats.org/officeDocument/2006/relationships/customXml" Target="../ink/ink537.xml"/><Relationship Id="rId93" Type="http://schemas.openxmlformats.org/officeDocument/2006/relationships/image" Target="../media/image543.png"/><Relationship Id="rId98" Type="http://schemas.openxmlformats.org/officeDocument/2006/relationships/customXml" Target="../ink/ink550.xml"/><Relationship Id="rId121" Type="http://schemas.openxmlformats.org/officeDocument/2006/relationships/image" Target="../media/image556.png"/><Relationship Id="rId142" Type="http://schemas.openxmlformats.org/officeDocument/2006/relationships/customXml" Target="../ink/ink572.xml"/><Relationship Id="rId3" Type="http://schemas.openxmlformats.org/officeDocument/2006/relationships/image" Target="../media/image498.png"/><Relationship Id="rId25" Type="http://schemas.openxmlformats.org/officeDocument/2006/relationships/image" Target="../media/image509.png"/><Relationship Id="rId46" Type="http://schemas.openxmlformats.org/officeDocument/2006/relationships/customXml" Target="../ink/ink524.xml"/><Relationship Id="rId67" Type="http://schemas.openxmlformats.org/officeDocument/2006/relationships/image" Target="../media/image530.png"/><Relationship Id="rId116" Type="http://schemas.openxmlformats.org/officeDocument/2006/relationships/customXml" Target="../ink/ink559.xml"/><Relationship Id="rId137" Type="http://schemas.openxmlformats.org/officeDocument/2006/relationships/image" Target="../media/image564.png"/><Relationship Id="rId20" Type="http://schemas.openxmlformats.org/officeDocument/2006/relationships/customXml" Target="../ink/ink511.xml"/><Relationship Id="rId41" Type="http://schemas.openxmlformats.org/officeDocument/2006/relationships/image" Target="../media/image517.png"/><Relationship Id="rId62" Type="http://schemas.openxmlformats.org/officeDocument/2006/relationships/customXml" Target="../ink/ink532.xml"/><Relationship Id="rId83" Type="http://schemas.openxmlformats.org/officeDocument/2006/relationships/image" Target="../media/image538.png"/><Relationship Id="rId88" Type="http://schemas.openxmlformats.org/officeDocument/2006/relationships/customXml" Target="../ink/ink545.xml"/><Relationship Id="rId111" Type="http://schemas.openxmlformats.org/officeDocument/2006/relationships/image" Target="../media/image551.png"/><Relationship Id="rId132" Type="http://schemas.openxmlformats.org/officeDocument/2006/relationships/customXml" Target="../ink/ink567.xml"/><Relationship Id="rId15" Type="http://schemas.openxmlformats.org/officeDocument/2006/relationships/image" Target="../media/image504.png"/><Relationship Id="rId36" Type="http://schemas.openxmlformats.org/officeDocument/2006/relationships/customXml" Target="../ink/ink519.xml"/><Relationship Id="rId57" Type="http://schemas.openxmlformats.org/officeDocument/2006/relationships/image" Target="../media/image525.png"/><Relationship Id="rId106" Type="http://schemas.openxmlformats.org/officeDocument/2006/relationships/customXml" Target="../ink/ink554.xml"/><Relationship Id="rId127" Type="http://schemas.openxmlformats.org/officeDocument/2006/relationships/image" Target="../media/image559.png"/><Relationship Id="rId10" Type="http://schemas.openxmlformats.org/officeDocument/2006/relationships/customXml" Target="../ink/ink506.xml"/><Relationship Id="rId31" Type="http://schemas.openxmlformats.org/officeDocument/2006/relationships/image" Target="../media/image512.png"/><Relationship Id="rId52" Type="http://schemas.openxmlformats.org/officeDocument/2006/relationships/customXml" Target="../ink/ink527.xml"/><Relationship Id="rId73" Type="http://schemas.openxmlformats.org/officeDocument/2006/relationships/image" Target="../media/image533.png"/><Relationship Id="rId78" Type="http://schemas.openxmlformats.org/officeDocument/2006/relationships/customXml" Target="../ink/ink540.xml"/><Relationship Id="rId94" Type="http://schemas.openxmlformats.org/officeDocument/2006/relationships/customXml" Target="../ink/ink548.xml"/><Relationship Id="rId99" Type="http://schemas.openxmlformats.org/officeDocument/2006/relationships/image" Target="../media/image545.png"/><Relationship Id="rId101" Type="http://schemas.openxmlformats.org/officeDocument/2006/relationships/image" Target="../media/image546.png"/><Relationship Id="rId122" Type="http://schemas.openxmlformats.org/officeDocument/2006/relationships/customXml" Target="../ink/ink562.xml"/><Relationship Id="rId143" Type="http://schemas.openxmlformats.org/officeDocument/2006/relationships/image" Target="../media/image567.png"/><Relationship Id="rId4" Type="http://schemas.openxmlformats.org/officeDocument/2006/relationships/customXml" Target="../ink/ink503.xml"/><Relationship Id="rId9" Type="http://schemas.openxmlformats.org/officeDocument/2006/relationships/image" Target="../media/image501.png"/><Relationship Id="rId26" Type="http://schemas.openxmlformats.org/officeDocument/2006/relationships/customXml" Target="../ink/ink514.xml"/><Relationship Id="rId47" Type="http://schemas.openxmlformats.org/officeDocument/2006/relationships/image" Target="../media/image520.png"/><Relationship Id="rId68" Type="http://schemas.openxmlformats.org/officeDocument/2006/relationships/customXml" Target="../ink/ink535.xml"/><Relationship Id="rId89" Type="http://schemas.openxmlformats.org/officeDocument/2006/relationships/image" Target="../media/image541.png"/><Relationship Id="rId112" Type="http://schemas.openxmlformats.org/officeDocument/2006/relationships/customXml" Target="../ink/ink557.xml"/><Relationship Id="rId133" Type="http://schemas.openxmlformats.org/officeDocument/2006/relationships/image" Target="../media/image562.png"/><Relationship Id="rId16" Type="http://schemas.openxmlformats.org/officeDocument/2006/relationships/customXml" Target="../ink/ink509.xml"/><Relationship Id="rId37" Type="http://schemas.openxmlformats.org/officeDocument/2006/relationships/image" Target="../media/image515.png"/><Relationship Id="rId58" Type="http://schemas.openxmlformats.org/officeDocument/2006/relationships/customXml" Target="../ink/ink530.xml"/><Relationship Id="rId79" Type="http://schemas.openxmlformats.org/officeDocument/2006/relationships/image" Target="../media/image536.png"/><Relationship Id="rId102" Type="http://schemas.openxmlformats.org/officeDocument/2006/relationships/customXml" Target="../ink/ink552.xml"/><Relationship Id="rId123" Type="http://schemas.openxmlformats.org/officeDocument/2006/relationships/image" Target="../media/image557.png"/><Relationship Id="rId144" Type="http://schemas.openxmlformats.org/officeDocument/2006/relationships/customXml" Target="../ink/ink573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7.png"/><Relationship Id="rId21" Type="http://schemas.openxmlformats.org/officeDocument/2006/relationships/image" Target="../media/image579.png"/><Relationship Id="rId42" Type="http://schemas.openxmlformats.org/officeDocument/2006/relationships/customXml" Target="../ink/ink595.xml"/><Relationship Id="rId63" Type="http://schemas.openxmlformats.org/officeDocument/2006/relationships/image" Target="../media/image600.png"/><Relationship Id="rId84" Type="http://schemas.openxmlformats.org/officeDocument/2006/relationships/customXml" Target="../ink/ink616.xml"/><Relationship Id="rId16" Type="http://schemas.openxmlformats.org/officeDocument/2006/relationships/customXml" Target="../ink/ink582.xml"/><Relationship Id="rId107" Type="http://schemas.openxmlformats.org/officeDocument/2006/relationships/image" Target="../media/image622.png"/><Relationship Id="rId11" Type="http://schemas.openxmlformats.org/officeDocument/2006/relationships/image" Target="../media/image574.png"/><Relationship Id="rId32" Type="http://schemas.openxmlformats.org/officeDocument/2006/relationships/customXml" Target="../ink/ink590.xml"/><Relationship Id="rId37" Type="http://schemas.openxmlformats.org/officeDocument/2006/relationships/image" Target="../media/image587.png"/><Relationship Id="rId53" Type="http://schemas.openxmlformats.org/officeDocument/2006/relationships/image" Target="../media/image595.png"/><Relationship Id="rId58" Type="http://schemas.openxmlformats.org/officeDocument/2006/relationships/customXml" Target="../ink/ink603.xml"/><Relationship Id="rId74" Type="http://schemas.openxmlformats.org/officeDocument/2006/relationships/customXml" Target="../ink/ink611.xml"/><Relationship Id="rId79" Type="http://schemas.openxmlformats.org/officeDocument/2006/relationships/image" Target="../media/image608.png"/><Relationship Id="rId102" Type="http://schemas.openxmlformats.org/officeDocument/2006/relationships/customXml" Target="../ink/ink625.xml"/><Relationship Id="rId123" Type="http://schemas.openxmlformats.org/officeDocument/2006/relationships/image" Target="../media/image630.png"/><Relationship Id="rId128" Type="http://schemas.openxmlformats.org/officeDocument/2006/relationships/customXml" Target="../ink/ink638.xml"/><Relationship Id="rId5" Type="http://schemas.openxmlformats.org/officeDocument/2006/relationships/image" Target="../media/image571.png"/><Relationship Id="rId90" Type="http://schemas.openxmlformats.org/officeDocument/2006/relationships/customXml" Target="../ink/ink619.xml"/><Relationship Id="rId95" Type="http://schemas.openxmlformats.org/officeDocument/2006/relationships/image" Target="../media/image616.png"/><Relationship Id="rId22" Type="http://schemas.openxmlformats.org/officeDocument/2006/relationships/customXml" Target="../ink/ink585.xml"/><Relationship Id="rId27" Type="http://schemas.openxmlformats.org/officeDocument/2006/relationships/image" Target="../media/image582.png"/><Relationship Id="rId43" Type="http://schemas.openxmlformats.org/officeDocument/2006/relationships/image" Target="../media/image590.png"/><Relationship Id="rId48" Type="http://schemas.openxmlformats.org/officeDocument/2006/relationships/customXml" Target="../ink/ink598.xml"/><Relationship Id="rId64" Type="http://schemas.openxmlformats.org/officeDocument/2006/relationships/customXml" Target="../ink/ink606.xml"/><Relationship Id="rId69" Type="http://schemas.openxmlformats.org/officeDocument/2006/relationships/image" Target="../media/image603.png"/><Relationship Id="rId113" Type="http://schemas.openxmlformats.org/officeDocument/2006/relationships/image" Target="../media/image625.png"/><Relationship Id="rId118" Type="http://schemas.openxmlformats.org/officeDocument/2006/relationships/customXml" Target="../ink/ink633.xml"/><Relationship Id="rId80" Type="http://schemas.openxmlformats.org/officeDocument/2006/relationships/customXml" Target="../ink/ink614.xml"/><Relationship Id="rId85" Type="http://schemas.openxmlformats.org/officeDocument/2006/relationships/image" Target="../media/image611.png"/><Relationship Id="rId12" Type="http://schemas.openxmlformats.org/officeDocument/2006/relationships/customXml" Target="../ink/ink580.xml"/><Relationship Id="rId17" Type="http://schemas.openxmlformats.org/officeDocument/2006/relationships/image" Target="../media/image577.png"/><Relationship Id="rId33" Type="http://schemas.openxmlformats.org/officeDocument/2006/relationships/image" Target="../media/image585.png"/><Relationship Id="rId38" Type="http://schemas.openxmlformats.org/officeDocument/2006/relationships/customXml" Target="../ink/ink593.xml"/><Relationship Id="rId59" Type="http://schemas.openxmlformats.org/officeDocument/2006/relationships/image" Target="../media/image598.png"/><Relationship Id="rId103" Type="http://schemas.openxmlformats.org/officeDocument/2006/relationships/image" Target="../media/image620.png"/><Relationship Id="rId108" Type="http://schemas.openxmlformats.org/officeDocument/2006/relationships/customXml" Target="../ink/ink628.xml"/><Relationship Id="rId124" Type="http://schemas.openxmlformats.org/officeDocument/2006/relationships/customXml" Target="../ink/ink636.xml"/><Relationship Id="rId129" Type="http://schemas.openxmlformats.org/officeDocument/2006/relationships/image" Target="../media/image633.png"/><Relationship Id="rId54" Type="http://schemas.openxmlformats.org/officeDocument/2006/relationships/customXml" Target="../ink/ink601.xml"/><Relationship Id="rId70" Type="http://schemas.openxmlformats.org/officeDocument/2006/relationships/customXml" Target="../ink/ink609.xml"/><Relationship Id="rId75" Type="http://schemas.openxmlformats.org/officeDocument/2006/relationships/image" Target="../media/image606.png"/><Relationship Id="rId91" Type="http://schemas.openxmlformats.org/officeDocument/2006/relationships/image" Target="../media/image614.png"/><Relationship Id="rId96" Type="http://schemas.openxmlformats.org/officeDocument/2006/relationships/customXml" Target="../ink/ink6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77.xml"/><Relationship Id="rId23" Type="http://schemas.openxmlformats.org/officeDocument/2006/relationships/image" Target="../media/image580.png"/><Relationship Id="rId28" Type="http://schemas.openxmlformats.org/officeDocument/2006/relationships/customXml" Target="../ink/ink588.xml"/><Relationship Id="rId49" Type="http://schemas.openxmlformats.org/officeDocument/2006/relationships/image" Target="../media/image593.png"/><Relationship Id="rId114" Type="http://schemas.openxmlformats.org/officeDocument/2006/relationships/customXml" Target="../ink/ink631.xml"/><Relationship Id="rId119" Type="http://schemas.openxmlformats.org/officeDocument/2006/relationships/image" Target="../media/image628.png"/><Relationship Id="rId44" Type="http://schemas.openxmlformats.org/officeDocument/2006/relationships/customXml" Target="../ink/ink596.xml"/><Relationship Id="rId60" Type="http://schemas.openxmlformats.org/officeDocument/2006/relationships/customXml" Target="../ink/ink604.xml"/><Relationship Id="rId65" Type="http://schemas.openxmlformats.org/officeDocument/2006/relationships/image" Target="../media/image601.png"/><Relationship Id="rId81" Type="http://schemas.openxmlformats.org/officeDocument/2006/relationships/image" Target="../media/image609.png"/><Relationship Id="rId86" Type="http://schemas.openxmlformats.org/officeDocument/2006/relationships/customXml" Target="../ink/ink617.xml"/><Relationship Id="rId130" Type="http://schemas.openxmlformats.org/officeDocument/2006/relationships/customXml" Target="../ink/ink639.xml"/><Relationship Id="rId13" Type="http://schemas.openxmlformats.org/officeDocument/2006/relationships/image" Target="../media/image575.png"/><Relationship Id="rId18" Type="http://schemas.openxmlformats.org/officeDocument/2006/relationships/customXml" Target="../ink/ink583.xml"/><Relationship Id="rId39" Type="http://schemas.openxmlformats.org/officeDocument/2006/relationships/image" Target="../media/image588.png"/><Relationship Id="rId109" Type="http://schemas.openxmlformats.org/officeDocument/2006/relationships/image" Target="../media/image623.png"/><Relationship Id="rId34" Type="http://schemas.openxmlformats.org/officeDocument/2006/relationships/customXml" Target="../ink/ink591.xml"/><Relationship Id="rId50" Type="http://schemas.openxmlformats.org/officeDocument/2006/relationships/customXml" Target="../ink/ink599.xml"/><Relationship Id="rId55" Type="http://schemas.openxmlformats.org/officeDocument/2006/relationships/image" Target="../media/image596.png"/><Relationship Id="rId76" Type="http://schemas.openxmlformats.org/officeDocument/2006/relationships/customXml" Target="../ink/ink612.xml"/><Relationship Id="rId97" Type="http://schemas.openxmlformats.org/officeDocument/2006/relationships/image" Target="../media/image617.png"/><Relationship Id="rId104" Type="http://schemas.openxmlformats.org/officeDocument/2006/relationships/customXml" Target="../ink/ink626.xml"/><Relationship Id="rId120" Type="http://schemas.openxmlformats.org/officeDocument/2006/relationships/customXml" Target="../ink/ink634.xml"/><Relationship Id="rId125" Type="http://schemas.openxmlformats.org/officeDocument/2006/relationships/image" Target="../media/image631.png"/><Relationship Id="rId7" Type="http://schemas.openxmlformats.org/officeDocument/2006/relationships/image" Target="../media/image572.png"/><Relationship Id="rId71" Type="http://schemas.openxmlformats.org/officeDocument/2006/relationships/image" Target="../media/image604.png"/><Relationship Id="rId92" Type="http://schemas.openxmlformats.org/officeDocument/2006/relationships/customXml" Target="../ink/ink620.xml"/><Relationship Id="rId2" Type="http://schemas.openxmlformats.org/officeDocument/2006/relationships/customXml" Target="../ink/ink575.xml"/><Relationship Id="rId29" Type="http://schemas.openxmlformats.org/officeDocument/2006/relationships/image" Target="../media/image583.png"/><Relationship Id="rId24" Type="http://schemas.openxmlformats.org/officeDocument/2006/relationships/customXml" Target="../ink/ink586.xml"/><Relationship Id="rId40" Type="http://schemas.openxmlformats.org/officeDocument/2006/relationships/customXml" Target="../ink/ink594.xml"/><Relationship Id="rId45" Type="http://schemas.openxmlformats.org/officeDocument/2006/relationships/image" Target="../media/image591.png"/><Relationship Id="rId66" Type="http://schemas.openxmlformats.org/officeDocument/2006/relationships/customXml" Target="../ink/ink607.xml"/><Relationship Id="rId87" Type="http://schemas.openxmlformats.org/officeDocument/2006/relationships/image" Target="../media/image612.png"/><Relationship Id="rId110" Type="http://schemas.openxmlformats.org/officeDocument/2006/relationships/customXml" Target="../ink/ink629.xml"/><Relationship Id="rId115" Type="http://schemas.openxmlformats.org/officeDocument/2006/relationships/image" Target="../media/image626.png"/><Relationship Id="rId131" Type="http://schemas.openxmlformats.org/officeDocument/2006/relationships/image" Target="../media/image634.png"/><Relationship Id="rId61" Type="http://schemas.openxmlformats.org/officeDocument/2006/relationships/image" Target="../media/image599.png"/><Relationship Id="rId82" Type="http://schemas.openxmlformats.org/officeDocument/2006/relationships/customXml" Target="../ink/ink615.xml"/><Relationship Id="rId19" Type="http://schemas.openxmlformats.org/officeDocument/2006/relationships/image" Target="../media/image578.png"/><Relationship Id="rId14" Type="http://schemas.openxmlformats.org/officeDocument/2006/relationships/customXml" Target="../ink/ink581.xml"/><Relationship Id="rId30" Type="http://schemas.openxmlformats.org/officeDocument/2006/relationships/customXml" Target="../ink/ink589.xml"/><Relationship Id="rId35" Type="http://schemas.openxmlformats.org/officeDocument/2006/relationships/image" Target="../media/image586.png"/><Relationship Id="rId56" Type="http://schemas.openxmlformats.org/officeDocument/2006/relationships/customXml" Target="../ink/ink602.xml"/><Relationship Id="rId77" Type="http://schemas.openxmlformats.org/officeDocument/2006/relationships/image" Target="../media/image607.png"/><Relationship Id="rId100" Type="http://schemas.openxmlformats.org/officeDocument/2006/relationships/customXml" Target="../ink/ink624.xml"/><Relationship Id="rId105" Type="http://schemas.openxmlformats.org/officeDocument/2006/relationships/image" Target="../media/image621.png"/><Relationship Id="rId126" Type="http://schemas.openxmlformats.org/officeDocument/2006/relationships/customXml" Target="../ink/ink637.xml"/><Relationship Id="rId8" Type="http://schemas.openxmlformats.org/officeDocument/2006/relationships/customXml" Target="../ink/ink578.xml"/><Relationship Id="rId51" Type="http://schemas.openxmlformats.org/officeDocument/2006/relationships/image" Target="../media/image594.png"/><Relationship Id="rId72" Type="http://schemas.openxmlformats.org/officeDocument/2006/relationships/customXml" Target="../ink/ink610.xml"/><Relationship Id="rId93" Type="http://schemas.openxmlformats.org/officeDocument/2006/relationships/image" Target="../media/image615.png"/><Relationship Id="rId98" Type="http://schemas.openxmlformats.org/officeDocument/2006/relationships/customXml" Target="../ink/ink623.xml"/><Relationship Id="rId121" Type="http://schemas.openxmlformats.org/officeDocument/2006/relationships/image" Target="../media/image629.png"/><Relationship Id="rId3" Type="http://schemas.openxmlformats.org/officeDocument/2006/relationships/image" Target="../media/image570.png"/><Relationship Id="rId25" Type="http://schemas.openxmlformats.org/officeDocument/2006/relationships/image" Target="../media/image581.png"/><Relationship Id="rId46" Type="http://schemas.openxmlformats.org/officeDocument/2006/relationships/customXml" Target="../ink/ink597.xml"/><Relationship Id="rId67" Type="http://schemas.openxmlformats.org/officeDocument/2006/relationships/image" Target="../media/image602.png"/><Relationship Id="rId116" Type="http://schemas.openxmlformats.org/officeDocument/2006/relationships/customXml" Target="../ink/ink632.xml"/><Relationship Id="rId20" Type="http://schemas.openxmlformats.org/officeDocument/2006/relationships/customXml" Target="../ink/ink584.xml"/><Relationship Id="rId41" Type="http://schemas.openxmlformats.org/officeDocument/2006/relationships/image" Target="../media/image589.png"/><Relationship Id="rId62" Type="http://schemas.openxmlformats.org/officeDocument/2006/relationships/customXml" Target="../ink/ink605.xml"/><Relationship Id="rId83" Type="http://schemas.openxmlformats.org/officeDocument/2006/relationships/image" Target="../media/image610.png"/><Relationship Id="rId88" Type="http://schemas.openxmlformats.org/officeDocument/2006/relationships/customXml" Target="../ink/ink618.xml"/><Relationship Id="rId111" Type="http://schemas.openxmlformats.org/officeDocument/2006/relationships/image" Target="../media/image624.png"/><Relationship Id="rId132" Type="http://schemas.openxmlformats.org/officeDocument/2006/relationships/customXml" Target="../ink/ink640.xml"/><Relationship Id="rId15" Type="http://schemas.openxmlformats.org/officeDocument/2006/relationships/image" Target="../media/image576.png"/><Relationship Id="rId36" Type="http://schemas.openxmlformats.org/officeDocument/2006/relationships/customXml" Target="../ink/ink592.xml"/><Relationship Id="rId57" Type="http://schemas.openxmlformats.org/officeDocument/2006/relationships/image" Target="../media/image597.png"/><Relationship Id="rId106" Type="http://schemas.openxmlformats.org/officeDocument/2006/relationships/customXml" Target="../ink/ink627.xml"/><Relationship Id="rId127" Type="http://schemas.openxmlformats.org/officeDocument/2006/relationships/image" Target="../media/image632.png"/><Relationship Id="rId10" Type="http://schemas.openxmlformats.org/officeDocument/2006/relationships/customXml" Target="../ink/ink579.xml"/><Relationship Id="rId31" Type="http://schemas.openxmlformats.org/officeDocument/2006/relationships/image" Target="../media/image584.png"/><Relationship Id="rId52" Type="http://schemas.openxmlformats.org/officeDocument/2006/relationships/customXml" Target="../ink/ink600.xml"/><Relationship Id="rId73" Type="http://schemas.openxmlformats.org/officeDocument/2006/relationships/image" Target="../media/image605.png"/><Relationship Id="rId78" Type="http://schemas.openxmlformats.org/officeDocument/2006/relationships/customXml" Target="../ink/ink613.xml"/><Relationship Id="rId94" Type="http://schemas.openxmlformats.org/officeDocument/2006/relationships/customXml" Target="../ink/ink621.xml"/><Relationship Id="rId99" Type="http://schemas.openxmlformats.org/officeDocument/2006/relationships/image" Target="../media/image618.png"/><Relationship Id="rId101" Type="http://schemas.openxmlformats.org/officeDocument/2006/relationships/image" Target="../media/image619.png"/><Relationship Id="rId122" Type="http://schemas.openxmlformats.org/officeDocument/2006/relationships/customXml" Target="../ink/ink635.xml"/><Relationship Id="rId4" Type="http://schemas.openxmlformats.org/officeDocument/2006/relationships/customXml" Target="../ink/ink576.xml"/><Relationship Id="rId9" Type="http://schemas.openxmlformats.org/officeDocument/2006/relationships/image" Target="../media/image573.png"/><Relationship Id="rId26" Type="http://schemas.openxmlformats.org/officeDocument/2006/relationships/customXml" Target="../ink/ink587.xml"/><Relationship Id="rId47" Type="http://schemas.openxmlformats.org/officeDocument/2006/relationships/image" Target="../media/image592.png"/><Relationship Id="rId68" Type="http://schemas.openxmlformats.org/officeDocument/2006/relationships/customXml" Target="../ink/ink608.xml"/><Relationship Id="rId89" Type="http://schemas.openxmlformats.org/officeDocument/2006/relationships/image" Target="../media/image613.png"/><Relationship Id="rId112" Type="http://schemas.openxmlformats.org/officeDocument/2006/relationships/customXml" Target="../ink/ink630.xml"/><Relationship Id="rId133" Type="http://schemas.openxmlformats.org/officeDocument/2006/relationships/image" Target="../media/image635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3.png"/><Relationship Id="rId21" Type="http://schemas.openxmlformats.org/officeDocument/2006/relationships/image" Target="../media/image645.png"/><Relationship Id="rId42" Type="http://schemas.openxmlformats.org/officeDocument/2006/relationships/customXml" Target="../ink/ink661.xml"/><Relationship Id="rId63" Type="http://schemas.openxmlformats.org/officeDocument/2006/relationships/image" Target="../media/image666.png"/><Relationship Id="rId84" Type="http://schemas.openxmlformats.org/officeDocument/2006/relationships/customXml" Target="../ink/ink682.xml"/><Relationship Id="rId138" Type="http://schemas.openxmlformats.org/officeDocument/2006/relationships/customXml" Target="../ink/ink709.xml"/><Relationship Id="rId159" Type="http://schemas.openxmlformats.org/officeDocument/2006/relationships/image" Target="../media/image714.png"/><Relationship Id="rId107" Type="http://schemas.openxmlformats.org/officeDocument/2006/relationships/image" Target="../media/image688.png"/><Relationship Id="rId11" Type="http://schemas.openxmlformats.org/officeDocument/2006/relationships/image" Target="../media/image640.png"/><Relationship Id="rId32" Type="http://schemas.openxmlformats.org/officeDocument/2006/relationships/customXml" Target="../ink/ink656.xml"/><Relationship Id="rId53" Type="http://schemas.openxmlformats.org/officeDocument/2006/relationships/image" Target="../media/image661.png"/><Relationship Id="rId74" Type="http://schemas.openxmlformats.org/officeDocument/2006/relationships/customXml" Target="../ink/ink677.xml"/><Relationship Id="rId128" Type="http://schemas.openxmlformats.org/officeDocument/2006/relationships/customXml" Target="../ink/ink704.xml"/><Relationship Id="rId149" Type="http://schemas.openxmlformats.org/officeDocument/2006/relationships/image" Target="../media/image709.png"/><Relationship Id="rId5" Type="http://schemas.openxmlformats.org/officeDocument/2006/relationships/image" Target="../media/image637.png"/><Relationship Id="rId95" Type="http://schemas.openxmlformats.org/officeDocument/2006/relationships/image" Target="../media/image682.png"/><Relationship Id="rId160" Type="http://schemas.openxmlformats.org/officeDocument/2006/relationships/customXml" Target="../ink/ink720.xml"/><Relationship Id="rId22" Type="http://schemas.openxmlformats.org/officeDocument/2006/relationships/customXml" Target="../ink/ink651.xml"/><Relationship Id="rId43" Type="http://schemas.openxmlformats.org/officeDocument/2006/relationships/image" Target="../media/image656.png"/><Relationship Id="rId64" Type="http://schemas.openxmlformats.org/officeDocument/2006/relationships/customXml" Target="../ink/ink672.xml"/><Relationship Id="rId118" Type="http://schemas.openxmlformats.org/officeDocument/2006/relationships/customXml" Target="../ink/ink699.xml"/><Relationship Id="rId139" Type="http://schemas.openxmlformats.org/officeDocument/2006/relationships/image" Target="../media/image704.png"/><Relationship Id="rId85" Type="http://schemas.openxmlformats.org/officeDocument/2006/relationships/image" Target="../media/image677.png"/><Relationship Id="rId150" Type="http://schemas.openxmlformats.org/officeDocument/2006/relationships/customXml" Target="../ink/ink715.xml"/><Relationship Id="rId12" Type="http://schemas.openxmlformats.org/officeDocument/2006/relationships/customXml" Target="../ink/ink646.xml"/><Relationship Id="rId17" Type="http://schemas.openxmlformats.org/officeDocument/2006/relationships/image" Target="../media/image643.png"/><Relationship Id="rId33" Type="http://schemas.openxmlformats.org/officeDocument/2006/relationships/image" Target="../media/image651.png"/><Relationship Id="rId38" Type="http://schemas.openxmlformats.org/officeDocument/2006/relationships/customXml" Target="../ink/ink659.xml"/><Relationship Id="rId59" Type="http://schemas.openxmlformats.org/officeDocument/2006/relationships/image" Target="../media/image664.png"/><Relationship Id="rId103" Type="http://schemas.openxmlformats.org/officeDocument/2006/relationships/image" Target="../media/image686.png"/><Relationship Id="rId108" Type="http://schemas.openxmlformats.org/officeDocument/2006/relationships/customXml" Target="../ink/ink694.xml"/><Relationship Id="rId124" Type="http://schemas.openxmlformats.org/officeDocument/2006/relationships/customXml" Target="../ink/ink702.xml"/><Relationship Id="rId129" Type="http://schemas.openxmlformats.org/officeDocument/2006/relationships/image" Target="../media/image699.png"/><Relationship Id="rId54" Type="http://schemas.openxmlformats.org/officeDocument/2006/relationships/customXml" Target="../ink/ink667.xml"/><Relationship Id="rId70" Type="http://schemas.openxmlformats.org/officeDocument/2006/relationships/customXml" Target="../ink/ink675.xml"/><Relationship Id="rId75" Type="http://schemas.openxmlformats.org/officeDocument/2006/relationships/image" Target="../media/image672.png"/><Relationship Id="rId91" Type="http://schemas.openxmlformats.org/officeDocument/2006/relationships/image" Target="../media/image680.png"/><Relationship Id="rId96" Type="http://schemas.openxmlformats.org/officeDocument/2006/relationships/customXml" Target="../ink/ink688.xml"/><Relationship Id="rId140" Type="http://schemas.openxmlformats.org/officeDocument/2006/relationships/customXml" Target="../ink/ink710.xml"/><Relationship Id="rId145" Type="http://schemas.openxmlformats.org/officeDocument/2006/relationships/image" Target="../media/image707.png"/><Relationship Id="rId161" Type="http://schemas.openxmlformats.org/officeDocument/2006/relationships/image" Target="../media/image715.png"/><Relationship Id="rId166" Type="http://schemas.openxmlformats.org/officeDocument/2006/relationships/customXml" Target="../ink/ink7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43.xml"/><Relationship Id="rId23" Type="http://schemas.openxmlformats.org/officeDocument/2006/relationships/image" Target="../media/image646.png"/><Relationship Id="rId28" Type="http://schemas.openxmlformats.org/officeDocument/2006/relationships/customXml" Target="../ink/ink654.xml"/><Relationship Id="rId49" Type="http://schemas.openxmlformats.org/officeDocument/2006/relationships/image" Target="../media/image659.png"/><Relationship Id="rId114" Type="http://schemas.openxmlformats.org/officeDocument/2006/relationships/customXml" Target="../ink/ink697.xml"/><Relationship Id="rId119" Type="http://schemas.openxmlformats.org/officeDocument/2006/relationships/image" Target="../media/image694.png"/><Relationship Id="rId44" Type="http://schemas.openxmlformats.org/officeDocument/2006/relationships/customXml" Target="../ink/ink662.xml"/><Relationship Id="rId60" Type="http://schemas.openxmlformats.org/officeDocument/2006/relationships/customXml" Target="../ink/ink670.xml"/><Relationship Id="rId65" Type="http://schemas.openxmlformats.org/officeDocument/2006/relationships/image" Target="../media/image667.png"/><Relationship Id="rId81" Type="http://schemas.openxmlformats.org/officeDocument/2006/relationships/image" Target="../media/image675.png"/><Relationship Id="rId86" Type="http://schemas.openxmlformats.org/officeDocument/2006/relationships/customXml" Target="../ink/ink683.xml"/><Relationship Id="rId130" Type="http://schemas.openxmlformats.org/officeDocument/2006/relationships/customXml" Target="../ink/ink705.xml"/><Relationship Id="rId135" Type="http://schemas.openxmlformats.org/officeDocument/2006/relationships/image" Target="../media/image702.png"/><Relationship Id="rId151" Type="http://schemas.openxmlformats.org/officeDocument/2006/relationships/image" Target="../media/image710.png"/><Relationship Id="rId156" Type="http://schemas.openxmlformats.org/officeDocument/2006/relationships/customXml" Target="../ink/ink718.xml"/><Relationship Id="rId13" Type="http://schemas.openxmlformats.org/officeDocument/2006/relationships/image" Target="../media/image641.png"/><Relationship Id="rId18" Type="http://schemas.openxmlformats.org/officeDocument/2006/relationships/customXml" Target="../ink/ink649.xml"/><Relationship Id="rId39" Type="http://schemas.openxmlformats.org/officeDocument/2006/relationships/image" Target="../media/image654.png"/><Relationship Id="rId109" Type="http://schemas.openxmlformats.org/officeDocument/2006/relationships/image" Target="../media/image689.png"/><Relationship Id="rId34" Type="http://schemas.openxmlformats.org/officeDocument/2006/relationships/customXml" Target="../ink/ink657.xml"/><Relationship Id="rId50" Type="http://schemas.openxmlformats.org/officeDocument/2006/relationships/customXml" Target="../ink/ink665.xml"/><Relationship Id="rId55" Type="http://schemas.openxmlformats.org/officeDocument/2006/relationships/image" Target="../media/image662.png"/><Relationship Id="rId76" Type="http://schemas.openxmlformats.org/officeDocument/2006/relationships/customXml" Target="../ink/ink678.xml"/><Relationship Id="rId97" Type="http://schemas.openxmlformats.org/officeDocument/2006/relationships/image" Target="../media/image683.png"/><Relationship Id="rId104" Type="http://schemas.openxmlformats.org/officeDocument/2006/relationships/customXml" Target="../ink/ink692.xml"/><Relationship Id="rId120" Type="http://schemas.openxmlformats.org/officeDocument/2006/relationships/customXml" Target="../ink/ink700.xml"/><Relationship Id="rId125" Type="http://schemas.openxmlformats.org/officeDocument/2006/relationships/image" Target="../media/image697.png"/><Relationship Id="rId141" Type="http://schemas.openxmlformats.org/officeDocument/2006/relationships/image" Target="../media/image705.png"/><Relationship Id="rId146" Type="http://schemas.openxmlformats.org/officeDocument/2006/relationships/customXml" Target="../ink/ink713.xml"/><Relationship Id="rId167" Type="http://schemas.openxmlformats.org/officeDocument/2006/relationships/image" Target="../media/image718.png"/><Relationship Id="rId7" Type="http://schemas.openxmlformats.org/officeDocument/2006/relationships/image" Target="../media/image638.png"/><Relationship Id="rId71" Type="http://schemas.openxmlformats.org/officeDocument/2006/relationships/image" Target="../media/image670.png"/><Relationship Id="rId92" Type="http://schemas.openxmlformats.org/officeDocument/2006/relationships/customXml" Target="../ink/ink686.xml"/><Relationship Id="rId162" Type="http://schemas.openxmlformats.org/officeDocument/2006/relationships/customXml" Target="../ink/ink721.xml"/><Relationship Id="rId2" Type="http://schemas.openxmlformats.org/officeDocument/2006/relationships/customXml" Target="../ink/ink641.xml"/><Relationship Id="rId29" Type="http://schemas.openxmlformats.org/officeDocument/2006/relationships/image" Target="../media/image649.png"/><Relationship Id="rId24" Type="http://schemas.openxmlformats.org/officeDocument/2006/relationships/customXml" Target="../ink/ink652.xml"/><Relationship Id="rId40" Type="http://schemas.openxmlformats.org/officeDocument/2006/relationships/customXml" Target="../ink/ink660.xml"/><Relationship Id="rId45" Type="http://schemas.openxmlformats.org/officeDocument/2006/relationships/image" Target="../media/image657.png"/><Relationship Id="rId66" Type="http://schemas.openxmlformats.org/officeDocument/2006/relationships/customXml" Target="../ink/ink673.xml"/><Relationship Id="rId87" Type="http://schemas.openxmlformats.org/officeDocument/2006/relationships/image" Target="../media/image678.png"/><Relationship Id="rId110" Type="http://schemas.openxmlformats.org/officeDocument/2006/relationships/customXml" Target="../ink/ink695.xml"/><Relationship Id="rId115" Type="http://schemas.openxmlformats.org/officeDocument/2006/relationships/image" Target="../media/image692.png"/><Relationship Id="rId131" Type="http://schemas.openxmlformats.org/officeDocument/2006/relationships/image" Target="../media/image700.png"/><Relationship Id="rId136" Type="http://schemas.openxmlformats.org/officeDocument/2006/relationships/customXml" Target="../ink/ink708.xml"/><Relationship Id="rId157" Type="http://schemas.openxmlformats.org/officeDocument/2006/relationships/image" Target="../media/image713.png"/><Relationship Id="rId61" Type="http://schemas.openxmlformats.org/officeDocument/2006/relationships/image" Target="../media/image665.png"/><Relationship Id="rId82" Type="http://schemas.openxmlformats.org/officeDocument/2006/relationships/customXml" Target="../ink/ink681.xml"/><Relationship Id="rId152" Type="http://schemas.openxmlformats.org/officeDocument/2006/relationships/customXml" Target="../ink/ink716.xml"/><Relationship Id="rId19" Type="http://schemas.openxmlformats.org/officeDocument/2006/relationships/image" Target="../media/image644.png"/><Relationship Id="rId14" Type="http://schemas.openxmlformats.org/officeDocument/2006/relationships/customXml" Target="../ink/ink647.xml"/><Relationship Id="rId30" Type="http://schemas.openxmlformats.org/officeDocument/2006/relationships/customXml" Target="../ink/ink655.xml"/><Relationship Id="rId35" Type="http://schemas.openxmlformats.org/officeDocument/2006/relationships/image" Target="../media/image652.png"/><Relationship Id="rId56" Type="http://schemas.openxmlformats.org/officeDocument/2006/relationships/customXml" Target="../ink/ink668.xml"/><Relationship Id="rId77" Type="http://schemas.openxmlformats.org/officeDocument/2006/relationships/image" Target="../media/image673.png"/><Relationship Id="rId100" Type="http://schemas.openxmlformats.org/officeDocument/2006/relationships/customXml" Target="../ink/ink690.xml"/><Relationship Id="rId105" Type="http://schemas.openxmlformats.org/officeDocument/2006/relationships/image" Target="../media/image687.png"/><Relationship Id="rId126" Type="http://schemas.openxmlformats.org/officeDocument/2006/relationships/customXml" Target="../ink/ink703.xml"/><Relationship Id="rId147" Type="http://schemas.openxmlformats.org/officeDocument/2006/relationships/image" Target="../media/image708.png"/><Relationship Id="rId8" Type="http://schemas.openxmlformats.org/officeDocument/2006/relationships/customXml" Target="../ink/ink644.xml"/><Relationship Id="rId51" Type="http://schemas.openxmlformats.org/officeDocument/2006/relationships/image" Target="../media/image660.png"/><Relationship Id="rId72" Type="http://schemas.openxmlformats.org/officeDocument/2006/relationships/customXml" Target="../ink/ink676.xml"/><Relationship Id="rId93" Type="http://schemas.openxmlformats.org/officeDocument/2006/relationships/image" Target="../media/image681.png"/><Relationship Id="rId98" Type="http://schemas.openxmlformats.org/officeDocument/2006/relationships/customXml" Target="../ink/ink689.xml"/><Relationship Id="rId121" Type="http://schemas.openxmlformats.org/officeDocument/2006/relationships/image" Target="../media/image695.png"/><Relationship Id="rId142" Type="http://schemas.openxmlformats.org/officeDocument/2006/relationships/customXml" Target="../ink/ink711.xml"/><Relationship Id="rId163" Type="http://schemas.openxmlformats.org/officeDocument/2006/relationships/image" Target="../media/image716.png"/><Relationship Id="rId3" Type="http://schemas.openxmlformats.org/officeDocument/2006/relationships/image" Target="../media/image636.png"/><Relationship Id="rId25" Type="http://schemas.openxmlformats.org/officeDocument/2006/relationships/image" Target="../media/image647.png"/><Relationship Id="rId46" Type="http://schemas.openxmlformats.org/officeDocument/2006/relationships/customXml" Target="../ink/ink663.xml"/><Relationship Id="rId67" Type="http://schemas.openxmlformats.org/officeDocument/2006/relationships/image" Target="../media/image668.png"/><Relationship Id="rId116" Type="http://schemas.openxmlformats.org/officeDocument/2006/relationships/customXml" Target="../ink/ink698.xml"/><Relationship Id="rId137" Type="http://schemas.openxmlformats.org/officeDocument/2006/relationships/image" Target="../media/image703.png"/><Relationship Id="rId158" Type="http://schemas.openxmlformats.org/officeDocument/2006/relationships/customXml" Target="../ink/ink719.xml"/><Relationship Id="rId20" Type="http://schemas.openxmlformats.org/officeDocument/2006/relationships/customXml" Target="../ink/ink650.xml"/><Relationship Id="rId41" Type="http://schemas.openxmlformats.org/officeDocument/2006/relationships/image" Target="../media/image655.png"/><Relationship Id="rId62" Type="http://schemas.openxmlformats.org/officeDocument/2006/relationships/customXml" Target="../ink/ink671.xml"/><Relationship Id="rId83" Type="http://schemas.openxmlformats.org/officeDocument/2006/relationships/image" Target="../media/image676.png"/><Relationship Id="rId88" Type="http://schemas.openxmlformats.org/officeDocument/2006/relationships/customXml" Target="../ink/ink684.xml"/><Relationship Id="rId111" Type="http://schemas.openxmlformats.org/officeDocument/2006/relationships/image" Target="../media/image690.png"/><Relationship Id="rId132" Type="http://schemas.openxmlformats.org/officeDocument/2006/relationships/customXml" Target="../ink/ink706.xml"/><Relationship Id="rId153" Type="http://schemas.openxmlformats.org/officeDocument/2006/relationships/image" Target="../media/image711.png"/><Relationship Id="rId15" Type="http://schemas.openxmlformats.org/officeDocument/2006/relationships/image" Target="../media/image642.png"/><Relationship Id="rId36" Type="http://schemas.openxmlformats.org/officeDocument/2006/relationships/customXml" Target="../ink/ink658.xml"/><Relationship Id="rId57" Type="http://schemas.openxmlformats.org/officeDocument/2006/relationships/image" Target="../media/image663.png"/><Relationship Id="rId106" Type="http://schemas.openxmlformats.org/officeDocument/2006/relationships/customXml" Target="../ink/ink693.xml"/><Relationship Id="rId127" Type="http://schemas.openxmlformats.org/officeDocument/2006/relationships/image" Target="../media/image698.png"/><Relationship Id="rId10" Type="http://schemas.openxmlformats.org/officeDocument/2006/relationships/customXml" Target="../ink/ink645.xml"/><Relationship Id="rId31" Type="http://schemas.openxmlformats.org/officeDocument/2006/relationships/image" Target="../media/image650.png"/><Relationship Id="rId52" Type="http://schemas.openxmlformats.org/officeDocument/2006/relationships/customXml" Target="../ink/ink666.xml"/><Relationship Id="rId73" Type="http://schemas.openxmlformats.org/officeDocument/2006/relationships/image" Target="../media/image671.png"/><Relationship Id="rId78" Type="http://schemas.openxmlformats.org/officeDocument/2006/relationships/customXml" Target="../ink/ink679.xml"/><Relationship Id="rId94" Type="http://schemas.openxmlformats.org/officeDocument/2006/relationships/customXml" Target="../ink/ink687.xml"/><Relationship Id="rId99" Type="http://schemas.openxmlformats.org/officeDocument/2006/relationships/image" Target="../media/image684.png"/><Relationship Id="rId101" Type="http://schemas.openxmlformats.org/officeDocument/2006/relationships/image" Target="../media/image685.png"/><Relationship Id="rId122" Type="http://schemas.openxmlformats.org/officeDocument/2006/relationships/customXml" Target="../ink/ink701.xml"/><Relationship Id="rId143" Type="http://schemas.openxmlformats.org/officeDocument/2006/relationships/image" Target="../media/image706.png"/><Relationship Id="rId148" Type="http://schemas.openxmlformats.org/officeDocument/2006/relationships/customXml" Target="../ink/ink714.xml"/><Relationship Id="rId164" Type="http://schemas.openxmlformats.org/officeDocument/2006/relationships/customXml" Target="../ink/ink722.xml"/><Relationship Id="rId4" Type="http://schemas.openxmlformats.org/officeDocument/2006/relationships/customXml" Target="../ink/ink642.xml"/><Relationship Id="rId9" Type="http://schemas.openxmlformats.org/officeDocument/2006/relationships/image" Target="../media/image639.png"/><Relationship Id="rId26" Type="http://schemas.openxmlformats.org/officeDocument/2006/relationships/customXml" Target="../ink/ink653.xml"/><Relationship Id="rId47" Type="http://schemas.openxmlformats.org/officeDocument/2006/relationships/image" Target="../media/image658.png"/><Relationship Id="rId68" Type="http://schemas.openxmlformats.org/officeDocument/2006/relationships/customXml" Target="../ink/ink674.xml"/><Relationship Id="rId89" Type="http://schemas.openxmlformats.org/officeDocument/2006/relationships/image" Target="../media/image679.png"/><Relationship Id="rId112" Type="http://schemas.openxmlformats.org/officeDocument/2006/relationships/customXml" Target="../ink/ink696.xml"/><Relationship Id="rId133" Type="http://schemas.openxmlformats.org/officeDocument/2006/relationships/image" Target="../media/image701.png"/><Relationship Id="rId154" Type="http://schemas.openxmlformats.org/officeDocument/2006/relationships/customXml" Target="../ink/ink717.xml"/><Relationship Id="rId16" Type="http://schemas.openxmlformats.org/officeDocument/2006/relationships/customXml" Target="../ink/ink648.xml"/><Relationship Id="rId37" Type="http://schemas.openxmlformats.org/officeDocument/2006/relationships/image" Target="../media/image653.png"/><Relationship Id="rId58" Type="http://schemas.openxmlformats.org/officeDocument/2006/relationships/customXml" Target="../ink/ink669.xml"/><Relationship Id="rId79" Type="http://schemas.openxmlformats.org/officeDocument/2006/relationships/image" Target="../media/image674.png"/><Relationship Id="rId102" Type="http://schemas.openxmlformats.org/officeDocument/2006/relationships/customXml" Target="../ink/ink691.xml"/><Relationship Id="rId123" Type="http://schemas.openxmlformats.org/officeDocument/2006/relationships/image" Target="../media/image696.png"/><Relationship Id="rId144" Type="http://schemas.openxmlformats.org/officeDocument/2006/relationships/customXml" Target="../ink/ink712.xml"/><Relationship Id="rId90" Type="http://schemas.openxmlformats.org/officeDocument/2006/relationships/customXml" Target="../ink/ink685.xml"/><Relationship Id="rId165" Type="http://schemas.openxmlformats.org/officeDocument/2006/relationships/image" Target="../media/image717.png"/><Relationship Id="rId27" Type="http://schemas.openxmlformats.org/officeDocument/2006/relationships/image" Target="../media/image648.png"/><Relationship Id="rId48" Type="http://schemas.openxmlformats.org/officeDocument/2006/relationships/customXml" Target="../ink/ink664.xml"/><Relationship Id="rId69" Type="http://schemas.openxmlformats.org/officeDocument/2006/relationships/image" Target="../media/image669.png"/><Relationship Id="rId113" Type="http://schemas.openxmlformats.org/officeDocument/2006/relationships/image" Target="../media/image691.png"/><Relationship Id="rId134" Type="http://schemas.openxmlformats.org/officeDocument/2006/relationships/customXml" Target="../ink/ink707.xml"/><Relationship Id="rId80" Type="http://schemas.openxmlformats.org/officeDocument/2006/relationships/customXml" Target="../ink/ink680.xml"/><Relationship Id="rId155" Type="http://schemas.openxmlformats.org/officeDocument/2006/relationships/image" Target="../media/image712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6.png"/><Relationship Id="rId21" Type="http://schemas.openxmlformats.org/officeDocument/2006/relationships/image" Target="../media/image728.png"/><Relationship Id="rId42" Type="http://schemas.openxmlformats.org/officeDocument/2006/relationships/customXml" Target="../ink/ink744.xml"/><Relationship Id="rId63" Type="http://schemas.openxmlformats.org/officeDocument/2006/relationships/image" Target="../media/image749.png"/><Relationship Id="rId84" Type="http://schemas.openxmlformats.org/officeDocument/2006/relationships/customXml" Target="../ink/ink765.xml"/><Relationship Id="rId138" Type="http://schemas.openxmlformats.org/officeDocument/2006/relationships/customXml" Target="../ink/ink792.xml"/><Relationship Id="rId159" Type="http://schemas.openxmlformats.org/officeDocument/2006/relationships/image" Target="../media/image797.png"/><Relationship Id="rId170" Type="http://schemas.openxmlformats.org/officeDocument/2006/relationships/customXml" Target="../ink/ink808.xml"/><Relationship Id="rId107" Type="http://schemas.openxmlformats.org/officeDocument/2006/relationships/image" Target="../media/image771.png"/><Relationship Id="rId11" Type="http://schemas.openxmlformats.org/officeDocument/2006/relationships/image" Target="../media/image723.png"/><Relationship Id="rId32" Type="http://schemas.openxmlformats.org/officeDocument/2006/relationships/customXml" Target="../ink/ink739.xml"/><Relationship Id="rId53" Type="http://schemas.openxmlformats.org/officeDocument/2006/relationships/image" Target="../media/image744.png"/><Relationship Id="rId74" Type="http://schemas.openxmlformats.org/officeDocument/2006/relationships/customXml" Target="../ink/ink760.xml"/><Relationship Id="rId128" Type="http://schemas.openxmlformats.org/officeDocument/2006/relationships/customXml" Target="../ink/ink787.xml"/><Relationship Id="rId149" Type="http://schemas.openxmlformats.org/officeDocument/2006/relationships/image" Target="../media/image792.png"/><Relationship Id="rId5" Type="http://schemas.openxmlformats.org/officeDocument/2006/relationships/image" Target="../media/image720.png"/><Relationship Id="rId95" Type="http://schemas.openxmlformats.org/officeDocument/2006/relationships/image" Target="../media/image765.png"/><Relationship Id="rId160" Type="http://schemas.openxmlformats.org/officeDocument/2006/relationships/customXml" Target="../ink/ink803.xml"/><Relationship Id="rId22" Type="http://schemas.openxmlformats.org/officeDocument/2006/relationships/customXml" Target="../ink/ink734.xml"/><Relationship Id="rId43" Type="http://schemas.openxmlformats.org/officeDocument/2006/relationships/image" Target="../media/image739.png"/><Relationship Id="rId64" Type="http://schemas.openxmlformats.org/officeDocument/2006/relationships/customXml" Target="../ink/ink755.xml"/><Relationship Id="rId118" Type="http://schemas.openxmlformats.org/officeDocument/2006/relationships/customXml" Target="../ink/ink782.xml"/><Relationship Id="rId139" Type="http://schemas.openxmlformats.org/officeDocument/2006/relationships/image" Target="../media/image787.png"/><Relationship Id="rId85" Type="http://schemas.openxmlformats.org/officeDocument/2006/relationships/image" Target="../media/image760.png"/><Relationship Id="rId150" Type="http://schemas.openxmlformats.org/officeDocument/2006/relationships/customXml" Target="../ink/ink798.xml"/><Relationship Id="rId171" Type="http://schemas.openxmlformats.org/officeDocument/2006/relationships/image" Target="../media/image803.png"/><Relationship Id="rId12" Type="http://schemas.openxmlformats.org/officeDocument/2006/relationships/customXml" Target="../ink/ink729.xml"/><Relationship Id="rId33" Type="http://schemas.openxmlformats.org/officeDocument/2006/relationships/image" Target="../media/image734.png"/><Relationship Id="rId108" Type="http://schemas.openxmlformats.org/officeDocument/2006/relationships/customXml" Target="../ink/ink777.xml"/><Relationship Id="rId129" Type="http://schemas.openxmlformats.org/officeDocument/2006/relationships/image" Target="../media/image782.png"/><Relationship Id="rId54" Type="http://schemas.openxmlformats.org/officeDocument/2006/relationships/customXml" Target="../ink/ink750.xml"/><Relationship Id="rId75" Type="http://schemas.openxmlformats.org/officeDocument/2006/relationships/image" Target="../media/image755.png"/><Relationship Id="rId96" Type="http://schemas.openxmlformats.org/officeDocument/2006/relationships/customXml" Target="../ink/ink771.xml"/><Relationship Id="rId140" Type="http://schemas.openxmlformats.org/officeDocument/2006/relationships/customXml" Target="../ink/ink793.xml"/><Relationship Id="rId161" Type="http://schemas.openxmlformats.org/officeDocument/2006/relationships/image" Target="../media/image79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26.xml"/><Relationship Id="rId23" Type="http://schemas.openxmlformats.org/officeDocument/2006/relationships/image" Target="../media/image729.png"/><Relationship Id="rId28" Type="http://schemas.openxmlformats.org/officeDocument/2006/relationships/customXml" Target="../ink/ink737.xml"/><Relationship Id="rId49" Type="http://schemas.openxmlformats.org/officeDocument/2006/relationships/image" Target="../media/image742.png"/><Relationship Id="rId114" Type="http://schemas.openxmlformats.org/officeDocument/2006/relationships/customXml" Target="../ink/ink780.xml"/><Relationship Id="rId119" Type="http://schemas.openxmlformats.org/officeDocument/2006/relationships/image" Target="../media/image777.png"/><Relationship Id="rId44" Type="http://schemas.openxmlformats.org/officeDocument/2006/relationships/customXml" Target="../ink/ink745.xml"/><Relationship Id="rId60" Type="http://schemas.openxmlformats.org/officeDocument/2006/relationships/customXml" Target="../ink/ink753.xml"/><Relationship Id="rId65" Type="http://schemas.openxmlformats.org/officeDocument/2006/relationships/image" Target="../media/image750.png"/><Relationship Id="rId81" Type="http://schemas.openxmlformats.org/officeDocument/2006/relationships/image" Target="../media/image758.png"/><Relationship Id="rId86" Type="http://schemas.openxmlformats.org/officeDocument/2006/relationships/customXml" Target="../ink/ink766.xml"/><Relationship Id="rId130" Type="http://schemas.openxmlformats.org/officeDocument/2006/relationships/customXml" Target="../ink/ink788.xml"/><Relationship Id="rId135" Type="http://schemas.openxmlformats.org/officeDocument/2006/relationships/image" Target="../media/image785.png"/><Relationship Id="rId151" Type="http://schemas.openxmlformats.org/officeDocument/2006/relationships/image" Target="../media/image793.png"/><Relationship Id="rId156" Type="http://schemas.openxmlformats.org/officeDocument/2006/relationships/customXml" Target="../ink/ink801.xml"/><Relationship Id="rId172" Type="http://schemas.openxmlformats.org/officeDocument/2006/relationships/customXml" Target="../ink/ink809.xml"/><Relationship Id="rId13" Type="http://schemas.openxmlformats.org/officeDocument/2006/relationships/image" Target="../media/image724.png"/><Relationship Id="rId18" Type="http://schemas.openxmlformats.org/officeDocument/2006/relationships/customXml" Target="../ink/ink732.xml"/><Relationship Id="rId39" Type="http://schemas.openxmlformats.org/officeDocument/2006/relationships/image" Target="../media/image737.png"/><Relationship Id="rId109" Type="http://schemas.openxmlformats.org/officeDocument/2006/relationships/image" Target="../media/image772.png"/><Relationship Id="rId34" Type="http://schemas.openxmlformats.org/officeDocument/2006/relationships/customXml" Target="../ink/ink740.xml"/><Relationship Id="rId50" Type="http://schemas.openxmlformats.org/officeDocument/2006/relationships/customXml" Target="../ink/ink748.xml"/><Relationship Id="rId55" Type="http://schemas.openxmlformats.org/officeDocument/2006/relationships/image" Target="../media/image745.png"/><Relationship Id="rId76" Type="http://schemas.openxmlformats.org/officeDocument/2006/relationships/customXml" Target="../ink/ink761.xml"/><Relationship Id="rId97" Type="http://schemas.openxmlformats.org/officeDocument/2006/relationships/image" Target="../media/image766.png"/><Relationship Id="rId104" Type="http://schemas.openxmlformats.org/officeDocument/2006/relationships/customXml" Target="../ink/ink775.xml"/><Relationship Id="rId120" Type="http://schemas.openxmlformats.org/officeDocument/2006/relationships/customXml" Target="../ink/ink783.xml"/><Relationship Id="rId125" Type="http://schemas.openxmlformats.org/officeDocument/2006/relationships/image" Target="../media/image780.png"/><Relationship Id="rId141" Type="http://schemas.openxmlformats.org/officeDocument/2006/relationships/image" Target="../media/image788.png"/><Relationship Id="rId146" Type="http://schemas.openxmlformats.org/officeDocument/2006/relationships/customXml" Target="../ink/ink796.xml"/><Relationship Id="rId167" Type="http://schemas.openxmlformats.org/officeDocument/2006/relationships/image" Target="../media/image801.png"/><Relationship Id="rId7" Type="http://schemas.openxmlformats.org/officeDocument/2006/relationships/image" Target="../media/image721.png"/><Relationship Id="rId71" Type="http://schemas.openxmlformats.org/officeDocument/2006/relationships/image" Target="../media/image753.png"/><Relationship Id="rId92" Type="http://schemas.openxmlformats.org/officeDocument/2006/relationships/customXml" Target="../ink/ink769.xml"/><Relationship Id="rId162" Type="http://schemas.openxmlformats.org/officeDocument/2006/relationships/customXml" Target="../ink/ink804.xml"/><Relationship Id="rId2" Type="http://schemas.openxmlformats.org/officeDocument/2006/relationships/customXml" Target="../ink/ink724.xml"/><Relationship Id="rId29" Type="http://schemas.openxmlformats.org/officeDocument/2006/relationships/image" Target="../media/image732.png"/><Relationship Id="rId24" Type="http://schemas.openxmlformats.org/officeDocument/2006/relationships/customXml" Target="../ink/ink735.xml"/><Relationship Id="rId40" Type="http://schemas.openxmlformats.org/officeDocument/2006/relationships/customXml" Target="../ink/ink743.xml"/><Relationship Id="rId45" Type="http://schemas.openxmlformats.org/officeDocument/2006/relationships/image" Target="../media/image740.png"/><Relationship Id="rId66" Type="http://schemas.openxmlformats.org/officeDocument/2006/relationships/customXml" Target="../ink/ink756.xml"/><Relationship Id="rId87" Type="http://schemas.openxmlformats.org/officeDocument/2006/relationships/image" Target="../media/image761.png"/><Relationship Id="rId110" Type="http://schemas.openxmlformats.org/officeDocument/2006/relationships/customXml" Target="../ink/ink778.xml"/><Relationship Id="rId115" Type="http://schemas.openxmlformats.org/officeDocument/2006/relationships/image" Target="../media/image775.png"/><Relationship Id="rId131" Type="http://schemas.openxmlformats.org/officeDocument/2006/relationships/image" Target="../media/image783.png"/><Relationship Id="rId136" Type="http://schemas.openxmlformats.org/officeDocument/2006/relationships/customXml" Target="../ink/ink791.xml"/><Relationship Id="rId157" Type="http://schemas.openxmlformats.org/officeDocument/2006/relationships/image" Target="../media/image796.png"/><Relationship Id="rId61" Type="http://schemas.openxmlformats.org/officeDocument/2006/relationships/image" Target="../media/image748.png"/><Relationship Id="rId82" Type="http://schemas.openxmlformats.org/officeDocument/2006/relationships/customXml" Target="../ink/ink764.xml"/><Relationship Id="rId152" Type="http://schemas.openxmlformats.org/officeDocument/2006/relationships/customXml" Target="../ink/ink799.xml"/><Relationship Id="rId173" Type="http://schemas.openxmlformats.org/officeDocument/2006/relationships/image" Target="../media/image804.png"/><Relationship Id="rId19" Type="http://schemas.openxmlformats.org/officeDocument/2006/relationships/image" Target="../media/image727.png"/><Relationship Id="rId14" Type="http://schemas.openxmlformats.org/officeDocument/2006/relationships/customXml" Target="../ink/ink730.xml"/><Relationship Id="rId30" Type="http://schemas.openxmlformats.org/officeDocument/2006/relationships/customXml" Target="../ink/ink738.xml"/><Relationship Id="rId35" Type="http://schemas.openxmlformats.org/officeDocument/2006/relationships/image" Target="../media/image735.png"/><Relationship Id="rId56" Type="http://schemas.openxmlformats.org/officeDocument/2006/relationships/customXml" Target="../ink/ink751.xml"/><Relationship Id="rId77" Type="http://schemas.openxmlformats.org/officeDocument/2006/relationships/image" Target="../media/image756.png"/><Relationship Id="rId100" Type="http://schemas.openxmlformats.org/officeDocument/2006/relationships/customXml" Target="../ink/ink773.xml"/><Relationship Id="rId105" Type="http://schemas.openxmlformats.org/officeDocument/2006/relationships/image" Target="../media/image770.png"/><Relationship Id="rId126" Type="http://schemas.openxmlformats.org/officeDocument/2006/relationships/customXml" Target="../ink/ink786.xml"/><Relationship Id="rId147" Type="http://schemas.openxmlformats.org/officeDocument/2006/relationships/image" Target="../media/image791.png"/><Relationship Id="rId168" Type="http://schemas.openxmlformats.org/officeDocument/2006/relationships/customXml" Target="../ink/ink807.xml"/><Relationship Id="rId8" Type="http://schemas.openxmlformats.org/officeDocument/2006/relationships/customXml" Target="../ink/ink727.xml"/><Relationship Id="rId51" Type="http://schemas.openxmlformats.org/officeDocument/2006/relationships/image" Target="../media/image743.png"/><Relationship Id="rId72" Type="http://schemas.openxmlformats.org/officeDocument/2006/relationships/customXml" Target="../ink/ink759.xml"/><Relationship Id="rId93" Type="http://schemas.openxmlformats.org/officeDocument/2006/relationships/image" Target="../media/image764.png"/><Relationship Id="rId98" Type="http://schemas.openxmlformats.org/officeDocument/2006/relationships/customXml" Target="../ink/ink772.xml"/><Relationship Id="rId121" Type="http://schemas.openxmlformats.org/officeDocument/2006/relationships/image" Target="../media/image778.png"/><Relationship Id="rId142" Type="http://schemas.openxmlformats.org/officeDocument/2006/relationships/customXml" Target="../ink/ink794.xml"/><Relationship Id="rId163" Type="http://schemas.openxmlformats.org/officeDocument/2006/relationships/image" Target="../media/image799.png"/><Relationship Id="rId3" Type="http://schemas.openxmlformats.org/officeDocument/2006/relationships/image" Target="../media/image719.png"/><Relationship Id="rId25" Type="http://schemas.openxmlformats.org/officeDocument/2006/relationships/image" Target="../media/image730.png"/><Relationship Id="rId46" Type="http://schemas.openxmlformats.org/officeDocument/2006/relationships/customXml" Target="../ink/ink746.xml"/><Relationship Id="rId67" Type="http://schemas.openxmlformats.org/officeDocument/2006/relationships/image" Target="../media/image751.png"/><Relationship Id="rId116" Type="http://schemas.openxmlformats.org/officeDocument/2006/relationships/customXml" Target="../ink/ink781.xml"/><Relationship Id="rId137" Type="http://schemas.openxmlformats.org/officeDocument/2006/relationships/image" Target="../media/image786.png"/><Relationship Id="rId158" Type="http://schemas.openxmlformats.org/officeDocument/2006/relationships/customXml" Target="../ink/ink802.xml"/><Relationship Id="rId20" Type="http://schemas.openxmlformats.org/officeDocument/2006/relationships/customXml" Target="../ink/ink733.xml"/><Relationship Id="rId41" Type="http://schemas.openxmlformats.org/officeDocument/2006/relationships/image" Target="../media/image738.png"/><Relationship Id="rId62" Type="http://schemas.openxmlformats.org/officeDocument/2006/relationships/customXml" Target="../ink/ink754.xml"/><Relationship Id="rId83" Type="http://schemas.openxmlformats.org/officeDocument/2006/relationships/image" Target="../media/image759.png"/><Relationship Id="rId88" Type="http://schemas.openxmlformats.org/officeDocument/2006/relationships/customXml" Target="../ink/ink767.xml"/><Relationship Id="rId111" Type="http://schemas.openxmlformats.org/officeDocument/2006/relationships/image" Target="../media/image773.png"/><Relationship Id="rId132" Type="http://schemas.openxmlformats.org/officeDocument/2006/relationships/customXml" Target="../ink/ink789.xml"/><Relationship Id="rId153" Type="http://schemas.openxmlformats.org/officeDocument/2006/relationships/image" Target="../media/image794.png"/><Relationship Id="rId15" Type="http://schemas.openxmlformats.org/officeDocument/2006/relationships/image" Target="../media/image725.png"/><Relationship Id="rId36" Type="http://schemas.openxmlformats.org/officeDocument/2006/relationships/customXml" Target="../ink/ink741.xml"/><Relationship Id="rId57" Type="http://schemas.openxmlformats.org/officeDocument/2006/relationships/image" Target="../media/image746.png"/><Relationship Id="rId106" Type="http://schemas.openxmlformats.org/officeDocument/2006/relationships/customXml" Target="../ink/ink776.xml"/><Relationship Id="rId127" Type="http://schemas.openxmlformats.org/officeDocument/2006/relationships/image" Target="../media/image781.png"/><Relationship Id="rId10" Type="http://schemas.openxmlformats.org/officeDocument/2006/relationships/customXml" Target="../ink/ink728.xml"/><Relationship Id="rId31" Type="http://schemas.openxmlformats.org/officeDocument/2006/relationships/image" Target="../media/image733.png"/><Relationship Id="rId52" Type="http://schemas.openxmlformats.org/officeDocument/2006/relationships/customXml" Target="../ink/ink749.xml"/><Relationship Id="rId73" Type="http://schemas.openxmlformats.org/officeDocument/2006/relationships/image" Target="../media/image754.png"/><Relationship Id="rId78" Type="http://schemas.openxmlformats.org/officeDocument/2006/relationships/customXml" Target="../ink/ink762.xml"/><Relationship Id="rId94" Type="http://schemas.openxmlformats.org/officeDocument/2006/relationships/customXml" Target="../ink/ink770.xml"/><Relationship Id="rId99" Type="http://schemas.openxmlformats.org/officeDocument/2006/relationships/image" Target="../media/image767.png"/><Relationship Id="rId101" Type="http://schemas.openxmlformats.org/officeDocument/2006/relationships/image" Target="../media/image768.png"/><Relationship Id="rId122" Type="http://schemas.openxmlformats.org/officeDocument/2006/relationships/customXml" Target="../ink/ink784.xml"/><Relationship Id="rId143" Type="http://schemas.openxmlformats.org/officeDocument/2006/relationships/image" Target="../media/image789.png"/><Relationship Id="rId148" Type="http://schemas.openxmlformats.org/officeDocument/2006/relationships/customXml" Target="../ink/ink797.xml"/><Relationship Id="rId164" Type="http://schemas.openxmlformats.org/officeDocument/2006/relationships/customXml" Target="../ink/ink805.xml"/><Relationship Id="rId169" Type="http://schemas.openxmlformats.org/officeDocument/2006/relationships/image" Target="../media/image802.png"/><Relationship Id="rId4" Type="http://schemas.openxmlformats.org/officeDocument/2006/relationships/customXml" Target="../ink/ink725.xml"/><Relationship Id="rId9" Type="http://schemas.openxmlformats.org/officeDocument/2006/relationships/image" Target="../media/image722.png"/><Relationship Id="rId26" Type="http://schemas.openxmlformats.org/officeDocument/2006/relationships/customXml" Target="../ink/ink736.xml"/><Relationship Id="rId47" Type="http://schemas.openxmlformats.org/officeDocument/2006/relationships/image" Target="../media/image741.png"/><Relationship Id="rId68" Type="http://schemas.openxmlformats.org/officeDocument/2006/relationships/customXml" Target="../ink/ink757.xml"/><Relationship Id="rId89" Type="http://schemas.openxmlformats.org/officeDocument/2006/relationships/image" Target="../media/image762.png"/><Relationship Id="rId112" Type="http://schemas.openxmlformats.org/officeDocument/2006/relationships/customXml" Target="../ink/ink779.xml"/><Relationship Id="rId133" Type="http://schemas.openxmlformats.org/officeDocument/2006/relationships/image" Target="../media/image784.png"/><Relationship Id="rId154" Type="http://schemas.openxmlformats.org/officeDocument/2006/relationships/customXml" Target="../ink/ink800.xml"/><Relationship Id="rId16" Type="http://schemas.openxmlformats.org/officeDocument/2006/relationships/customXml" Target="../ink/ink731.xml"/><Relationship Id="rId37" Type="http://schemas.openxmlformats.org/officeDocument/2006/relationships/image" Target="../media/image736.png"/><Relationship Id="rId58" Type="http://schemas.openxmlformats.org/officeDocument/2006/relationships/customXml" Target="../ink/ink752.xml"/><Relationship Id="rId79" Type="http://schemas.openxmlformats.org/officeDocument/2006/relationships/image" Target="../media/image757.png"/><Relationship Id="rId102" Type="http://schemas.openxmlformats.org/officeDocument/2006/relationships/customXml" Target="../ink/ink774.xml"/><Relationship Id="rId123" Type="http://schemas.openxmlformats.org/officeDocument/2006/relationships/image" Target="../media/image779.png"/><Relationship Id="rId144" Type="http://schemas.openxmlformats.org/officeDocument/2006/relationships/customXml" Target="../ink/ink795.xml"/><Relationship Id="rId90" Type="http://schemas.openxmlformats.org/officeDocument/2006/relationships/customXml" Target="../ink/ink768.xml"/><Relationship Id="rId165" Type="http://schemas.openxmlformats.org/officeDocument/2006/relationships/image" Target="../media/image800.png"/><Relationship Id="rId27" Type="http://schemas.openxmlformats.org/officeDocument/2006/relationships/image" Target="../media/image731.png"/><Relationship Id="rId48" Type="http://schemas.openxmlformats.org/officeDocument/2006/relationships/customXml" Target="../ink/ink747.xml"/><Relationship Id="rId69" Type="http://schemas.openxmlformats.org/officeDocument/2006/relationships/image" Target="../media/image752.png"/><Relationship Id="rId113" Type="http://schemas.openxmlformats.org/officeDocument/2006/relationships/image" Target="../media/image774.png"/><Relationship Id="rId134" Type="http://schemas.openxmlformats.org/officeDocument/2006/relationships/customXml" Target="../ink/ink790.xml"/><Relationship Id="rId80" Type="http://schemas.openxmlformats.org/officeDocument/2006/relationships/customXml" Target="../ink/ink763.xml"/><Relationship Id="rId155" Type="http://schemas.openxmlformats.org/officeDocument/2006/relationships/image" Target="../media/image795.png"/><Relationship Id="rId17" Type="http://schemas.openxmlformats.org/officeDocument/2006/relationships/image" Target="../media/image726.png"/><Relationship Id="rId38" Type="http://schemas.openxmlformats.org/officeDocument/2006/relationships/customXml" Target="../ink/ink742.xml"/><Relationship Id="rId59" Type="http://schemas.openxmlformats.org/officeDocument/2006/relationships/image" Target="../media/image747.png"/><Relationship Id="rId103" Type="http://schemas.openxmlformats.org/officeDocument/2006/relationships/image" Target="../media/image769.png"/><Relationship Id="rId124" Type="http://schemas.openxmlformats.org/officeDocument/2006/relationships/customXml" Target="../ink/ink785.xml"/><Relationship Id="rId70" Type="http://schemas.openxmlformats.org/officeDocument/2006/relationships/customXml" Target="../ink/ink758.xml"/><Relationship Id="rId91" Type="http://schemas.openxmlformats.org/officeDocument/2006/relationships/image" Target="../media/image763.png"/><Relationship Id="rId145" Type="http://schemas.openxmlformats.org/officeDocument/2006/relationships/image" Target="../media/image790.png"/><Relationship Id="rId166" Type="http://schemas.openxmlformats.org/officeDocument/2006/relationships/customXml" Target="../ink/ink8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27" name="墨迹 226">
                <a:extLst>
                  <a:ext uri="{FF2B5EF4-FFF2-40B4-BE49-F238E27FC236}">
                    <a16:creationId xmlns:a16="http://schemas.microsoft.com/office/drawing/2014/main" id="{81EAA4EC-35A5-4641-9B1B-51C495FB780C}"/>
                  </a:ext>
                </a:extLst>
              </p14:cNvPr>
              <p14:cNvContentPartPr/>
              <p14:nvPr/>
            </p14:nvContentPartPr>
            <p14:xfrm>
              <a:off x="588513" y="277833"/>
              <a:ext cx="11201040" cy="6699240"/>
            </p14:xfrm>
          </p:contentPart>
        </mc:Choice>
        <mc:Fallback>
          <p:pic>
            <p:nvPicPr>
              <p:cNvPr id="227" name="墨迹 226">
                <a:extLst>
                  <a:ext uri="{FF2B5EF4-FFF2-40B4-BE49-F238E27FC236}">
                    <a16:creationId xmlns:a16="http://schemas.microsoft.com/office/drawing/2014/main" id="{81EAA4EC-35A5-4641-9B1B-51C495FB78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9873" y="268833"/>
                <a:ext cx="11218681" cy="671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253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A7A3BC3A-2707-405C-B505-4C3BB5C50736}"/>
                  </a:ext>
                </a:extLst>
              </p14:cNvPr>
              <p14:cNvContentPartPr/>
              <p14:nvPr/>
            </p14:nvContentPartPr>
            <p14:xfrm>
              <a:off x="762033" y="242193"/>
              <a:ext cx="11590920" cy="6002640"/>
            </p14:xfrm>
          </p:contentPart>
        </mc:Choice>
        <mc:Fallback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A7A3BC3A-2707-405C-B505-4C3BB5C507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3393" y="233553"/>
                <a:ext cx="11617560" cy="602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503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34ABF40-7F67-41EF-BF41-0EF55DAF786B}"/>
                  </a:ext>
                </a:extLst>
              </p14:cNvPr>
              <p14:cNvContentPartPr/>
              <p14:nvPr/>
            </p14:nvContentPartPr>
            <p14:xfrm>
              <a:off x="1239753" y="531273"/>
              <a:ext cx="69840" cy="1699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34ABF40-7F67-41EF-BF41-0EF55DAF78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0753" y="522633"/>
                <a:ext cx="874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6BB72E26-09D8-4B35-B66C-525763647C39}"/>
                  </a:ext>
                </a:extLst>
              </p14:cNvPr>
              <p14:cNvContentPartPr/>
              <p14:nvPr/>
            </p14:nvContentPartPr>
            <p14:xfrm>
              <a:off x="3004113" y="611193"/>
              <a:ext cx="810360" cy="122688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6BB72E26-09D8-4B35-B66C-525763647C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5473" y="602553"/>
                <a:ext cx="828000" cy="12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3856CD84-B46A-41FE-91AB-87DAA4BEDC04}"/>
                  </a:ext>
                </a:extLst>
              </p14:cNvPr>
              <p14:cNvContentPartPr/>
              <p14:nvPr/>
            </p14:nvContentPartPr>
            <p14:xfrm>
              <a:off x="908913" y="819273"/>
              <a:ext cx="1834920" cy="93600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3856CD84-B46A-41FE-91AB-87DAA4BEDC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0273" y="810273"/>
                <a:ext cx="1852560" cy="9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D93B734F-6429-4348-A37F-A03BD72589B7}"/>
                  </a:ext>
                </a:extLst>
              </p14:cNvPr>
              <p14:cNvContentPartPr/>
              <p14:nvPr/>
            </p14:nvContentPartPr>
            <p14:xfrm>
              <a:off x="1565553" y="2665353"/>
              <a:ext cx="330120" cy="197604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D93B734F-6429-4348-A37F-A03BD72589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6913" y="2656353"/>
                <a:ext cx="347760" cy="19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38BDFBBF-67BE-4C46-9B83-0840DEFF4BFC}"/>
                  </a:ext>
                </a:extLst>
              </p14:cNvPr>
              <p14:cNvContentPartPr/>
              <p14:nvPr/>
            </p14:nvContentPartPr>
            <p14:xfrm>
              <a:off x="11119233" y="3903753"/>
              <a:ext cx="179640" cy="17928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38BDFBBF-67BE-4C46-9B83-0840DEFF4BF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110233" y="3894753"/>
                <a:ext cx="1972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770FED74-652D-48DB-A954-B5BCD7F1A0F1}"/>
                  </a:ext>
                </a:extLst>
              </p14:cNvPr>
              <p14:cNvContentPartPr/>
              <p14:nvPr/>
            </p14:nvContentPartPr>
            <p14:xfrm>
              <a:off x="12103113" y="3923913"/>
              <a:ext cx="139320" cy="13608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770FED74-652D-48DB-A954-B5BCD7F1A0F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094113" y="3914913"/>
                <a:ext cx="1569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9DFBC3EA-08D2-4374-A214-0AC1A2456E25}"/>
                  </a:ext>
                </a:extLst>
              </p14:cNvPr>
              <p14:cNvContentPartPr/>
              <p14:nvPr/>
            </p14:nvContentPartPr>
            <p14:xfrm>
              <a:off x="11512713" y="3933633"/>
              <a:ext cx="431280" cy="18000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9DFBC3EA-08D2-4374-A214-0AC1A2456E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504073" y="3924633"/>
                <a:ext cx="4489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E560D5FF-303E-4B20-B0A2-112809E8D509}"/>
                  </a:ext>
                </a:extLst>
              </p14:cNvPr>
              <p14:cNvContentPartPr/>
              <p14:nvPr/>
            </p14:nvContentPartPr>
            <p14:xfrm>
              <a:off x="2060193" y="3951993"/>
              <a:ext cx="1659960" cy="101736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E560D5FF-303E-4B20-B0A2-112809E8D50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51553" y="3943353"/>
                <a:ext cx="1677600" cy="10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93B923ED-288C-44C6-8043-AFD8A5B3FA7A}"/>
                  </a:ext>
                </a:extLst>
              </p14:cNvPr>
              <p14:cNvContentPartPr/>
              <p14:nvPr/>
            </p14:nvContentPartPr>
            <p14:xfrm>
              <a:off x="2975673" y="2508393"/>
              <a:ext cx="853560" cy="86544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93B923ED-288C-44C6-8043-AFD8A5B3FA7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67033" y="2499393"/>
                <a:ext cx="871200" cy="88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2369ADDD-89BE-47C2-A09A-25969C913A04}"/>
                  </a:ext>
                </a:extLst>
              </p14:cNvPr>
              <p14:cNvContentPartPr/>
              <p14:nvPr/>
            </p14:nvContentPartPr>
            <p14:xfrm>
              <a:off x="2093673" y="2743473"/>
              <a:ext cx="685080" cy="56196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2369ADDD-89BE-47C2-A09A-25969C913A0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84678" y="2734473"/>
                <a:ext cx="702711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F89C3457-55B0-4FA6-850F-2E3C765C42C7}"/>
                  </a:ext>
                </a:extLst>
              </p14:cNvPr>
              <p14:cNvContentPartPr/>
              <p14:nvPr/>
            </p14:nvContentPartPr>
            <p14:xfrm>
              <a:off x="11215353" y="4935513"/>
              <a:ext cx="23400" cy="28584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F89C3457-55B0-4FA6-850F-2E3C765C42C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06713" y="4926873"/>
                <a:ext cx="410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2EFB1C12-9B60-40DA-AFD1-BC139EDD1170}"/>
                  </a:ext>
                </a:extLst>
              </p14:cNvPr>
              <p14:cNvContentPartPr/>
              <p14:nvPr/>
            </p14:nvContentPartPr>
            <p14:xfrm>
              <a:off x="12287793" y="4927233"/>
              <a:ext cx="89640" cy="42264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2EFB1C12-9B60-40DA-AFD1-BC139EDD117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278793" y="4918241"/>
                <a:ext cx="107280" cy="440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75E972D7-2CC0-4988-A9A3-5A9DC61606F9}"/>
                  </a:ext>
                </a:extLst>
              </p14:cNvPr>
              <p14:cNvContentPartPr/>
              <p14:nvPr/>
            </p14:nvContentPartPr>
            <p14:xfrm>
              <a:off x="11399313" y="5013633"/>
              <a:ext cx="565200" cy="30564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75E972D7-2CC0-4988-A9A3-5A9DC61606F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390313" y="5004993"/>
                <a:ext cx="5828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DF87264C-7F51-4C8D-8538-D2BD4035EF7E}"/>
                  </a:ext>
                </a:extLst>
              </p14:cNvPr>
              <p14:cNvContentPartPr/>
              <p14:nvPr/>
            </p14:nvContentPartPr>
            <p14:xfrm>
              <a:off x="9915033" y="3716913"/>
              <a:ext cx="796320" cy="167760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DF87264C-7F51-4C8D-8538-D2BD4035EF7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906037" y="3708273"/>
                <a:ext cx="813952" cy="169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1D109A6C-DBA4-480D-9D38-636BEBFEBBD4}"/>
                  </a:ext>
                </a:extLst>
              </p14:cNvPr>
              <p14:cNvContentPartPr/>
              <p14:nvPr/>
            </p14:nvContentPartPr>
            <p14:xfrm>
              <a:off x="3933633" y="4017513"/>
              <a:ext cx="5584680" cy="125136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1D109A6C-DBA4-480D-9D38-636BEBFEBBD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24993" y="4008516"/>
                <a:ext cx="5602320" cy="12779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16639FB0-06CB-46A4-BC4F-9478F935CEB4}"/>
                  </a:ext>
                </a:extLst>
              </p14:cNvPr>
              <p14:cNvContentPartPr/>
              <p14:nvPr/>
            </p14:nvContentPartPr>
            <p14:xfrm>
              <a:off x="11461593" y="1651233"/>
              <a:ext cx="574920" cy="749160"/>
            </p14:xfrm>
          </p:contentPart>
        </mc:Choice>
        <mc:Fallback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16639FB0-06CB-46A4-BC4F-9478F935CEB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443593" y="1633242"/>
                <a:ext cx="610560" cy="784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08986906-E003-47A6-B150-7AA4BC07BCF7}"/>
                  </a:ext>
                </a:extLst>
              </p14:cNvPr>
              <p14:cNvContentPartPr/>
              <p14:nvPr/>
            </p14:nvContentPartPr>
            <p14:xfrm>
              <a:off x="10527393" y="1629273"/>
              <a:ext cx="811440" cy="815400"/>
            </p14:xfrm>
          </p:contentPart>
        </mc:Choice>
        <mc:Fallback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08986906-E003-47A6-B150-7AA4BC07BCF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509393" y="1611281"/>
                <a:ext cx="847080" cy="851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DE95EA15-4198-4DF2-874F-C09104940A77}"/>
                  </a:ext>
                </a:extLst>
              </p14:cNvPr>
              <p14:cNvContentPartPr/>
              <p14:nvPr/>
            </p14:nvContentPartPr>
            <p14:xfrm>
              <a:off x="10949313" y="2735193"/>
              <a:ext cx="842400" cy="696240"/>
            </p14:xfrm>
          </p:contentPart>
        </mc:Choice>
        <mc:Fallback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DE95EA15-4198-4DF2-874F-C09104940A7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931673" y="2717544"/>
                <a:ext cx="878040" cy="7318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B7B3227C-1F11-4255-AAF2-763F373B4D96}"/>
                  </a:ext>
                </a:extLst>
              </p14:cNvPr>
              <p14:cNvContentPartPr/>
              <p14:nvPr/>
            </p14:nvContentPartPr>
            <p14:xfrm>
              <a:off x="12229473" y="1823673"/>
              <a:ext cx="366480" cy="531000"/>
            </p14:xfrm>
          </p:contentPart>
        </mc:Choice>
        <mc:Fallback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B7B3227C-1F11-4255-AAF2-763F373B4D9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2211473" y="1806033"/>
                <a:ext cx="402120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0" name="墨迹 229">
                <a:extLst>
                  <a:ext uri="{FF2B5EF4-FFF2-40B4-BE49-F238E27FC236}">
                    <a16:creationId xmlns:a16="http://schemas.microsoft.com/office/drawing/2014/main" id="{003BF975-6932-4FFE-8062-AC856C1591D7}"/>
                  </a:ext>
                </a:extLst>
              </p14:cNvPr>
              <p14:cNvContentPartPr/>
              <p14:nvPr/>
            </p14:nvContentPartPr>
            <p14:xfrm>
              <a:off x="4070793" y="139233"/>
              <a:ext cx="6247800" cy="3265920"/>
            </p14:xfrm>
          </p:contentPart>
        </mc:Choice>
        <mc:Fallback>
          <p:pic>
            <p:nvPicPr>
              <p:cNvPr id="230" name="墨迹 229">
                <a:extLst>
                  <a:ext uri="{FF2B5EF4-FFF2-40B4-BE49-F238E27FC236}">
                    <a16:creationId xmlns:a16="http://schemas.microsoft.com/office/drawing/2014/main" id="{003BF975-6932-4FFE-8062-AC856C1591D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62153" y="121231"/>
                <a:ext cx="6274442" cy="3292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3" name="墨迹 232">
                <a:extLst>
                  <a:ext uri="{FF2B5EF4-FFF2-40B4-BE49-F238E27FC236}">
                    <a16:creationId xmlns:a16="http://schemas.microsoft.com/office/drawing/2014/main" id="{37E2F42F-3D39-462B-8C64-20DDA6751F35}"/>
                  </a:ext>
                </a:extLst>
              </p14:cNvPr>
              <p14:cNvContentPartPr/>
              <p14:nvPr/>
            </p14:nvContentPartPr>
            <p14:xfrm>
              <a:off x="1975953" y="5630313"/>
              <a:ext cx="18360" cy="374040"/>
            </p14:xfrm>
          </p:contentPart>
        </mc:Choice>
        <mc:Fallback>
          <p:pic>
            <p:nvPicPr>
              <p:cNvPr id="233" name="墨迹 232">
                <a:extLst>
                  <a:ext uri="{FF2B5EF4-FFF2-40B4-BE49-F238E27FC236}">
                    <a16:creationId xmlns:a16="http://schemas.microsoft.com/office/drawing/2014/main" id="{37E2F42F-3D39-462B-8C64-20DDA6751F3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57953" y="5612313"/>
                <a:ext cx="5400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4" name="墨迹 233">
                <a:extLst>
                  <a:ext uri="{FF2B5EF4-FFF2-40B4-BE49-F238E27FC236}">
                    <a16:creationId xmlns:a16="http://schemas.microsoft.com/office/drawing/2014/main" id="{5A648166-757C-4351-AF08-CCEBC491DE64}"/>
                  </a:ext>
                </a:extLst>
              </p14:cNvPr>
              <p14:cNvContentPartPr/>
              <p14:nvPr/>
            </p14:nvContentPartPr>
            <p14:xfrm>
              <a:off x="2246673" y="5490273"/>
              <a:ext cx="30960" cy="596880"/>
            </p14:xfrm>
          </p:contentPart>
        </mc:Choice>
        <mc:Fallback>
          <p:pic>
            <p:nvPicPr>
              <p:cNvPr id="234" name="墨迹 233">
                <a:extLst>
                  <a:ext uri="{FF2B5EF4-FFF2-40B4-BE49-F238E27FC236}">
                    <a16:creationId xmlns:a16="http://schemas.microsoft.com/office/drawing/2014/main" id="{5A648166-757C-4351-AF08-CCEBC491DE6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228673" y="5472633"/>
                <a:ext cx="66600" cy="63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37" name="墨迹 236">
                <a:extLst>
                  <a:ext uri="{FF2B5EF4-FFF2-40B4-BE49-F238E27FC236}">
                    <a16:creationId xmlns:a16="http://schemas.microsoft.com/office/drawing/2014/main" id="{C0983588-5706-4668-97F7-F33845433206}"/>
                  </a:ext>
                </a:extLst>
              </p14:cNvPr>
              <p14:cNvContentPartPr/>
              <p14:nvPr/>
            </p14:nvContentPartPr>
            <p14:xfrm>
              <a:off x="3179433" y="5573433"/>
              <a:ext cx="357120" cy="335520"/>
            </p14:xfrm>
          </p:contentPart>
        </mc:Choice>
        <mc:Fallback>
          <p:pic>
            <p:nvPicPr>
              <p:cNvPr id="237" name="墨迹 236">
                <a:extLst>
                  <a:ext uri="{FF2B5EF4-FFF2-40B4-BE49-F238E27FC236}">
                    <a16:creationId xmlns:a16="http://schemas.microsoft.com/office/drawing/2014/main" id="{C0983588-5706-4668-97F7-F3384543320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61433" y="5555433"/>
                <a:ext cx="39276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38" name="墨迹 237">
                <a:extLst>
                  <a:ext uri="{FF2B5EF4-FFF2-40B4-BE49-F238E27FC236}">
                    <a16:creationId xmlns:a16="http://schemas.microsoft.com/office/drawing/2014/main" id="{37360CB3-AE04-4264-ABC2-BE5331E93E70}"/>
                  </a:ext>
                </a:extLst>
              </p14:cNvPr>
              <p14:cNvContentPartPr/>
              <p14:nvPr/>
            </p14:nvContentPartPr>
            <p14:xfrm>
              <a:off x="3666153" y="5974473"/>
              <a:ext cx="26280" cy="38160"/>
            </p14:xfrm>
          </p:contentPart>
        </mc:Choice>
        <mc:Fallback>
          <p:pic>
            <p:nvPicPr>
              <p:cNvPr id="238" name="墨迹 237">
                <a:extLst>
                  <a:ext uri="{FF2B5EF4-FFF2-40B4-BE49-F238E27FC236}">
                    <a16:creationId xmlns:a16="http://schemas.microsoft.com/office/drawing/2014/main" id="{37360CB3-AE04-4264-ABC2-BE5331E93E7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48513" y="5956833"/>
                <a:ext cx="619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39" name="墨迹 238">
                <a:extLst>
                  <a:ext uri="{FF2B5EF4-FFF2-40B4-BE49-F238E27FC236}">
                    <a16:creationId xmlns:a16="http://schemas.microsoft.com/office/drawing/2014/main" id="{F2C25CF4-561C-43CA-B5B2-F1635E7FE77F}"/>
                  </a:ext>
                </a:extLst>
              </p14:cNvPr>
              <p14:cNvContentPartPr/>
              <p14:nvPr/>
            </p14:nvContentPartPr>
            <p14:xfrm>
              <a:off x="2743833" y="5607633"/>
              <a:ext cx="208800" cy="299160"/>
            </p14:xfrm>
          </p:contentPart>
        </mc:Choice>
        <mc:Fallback>
          <p:pic>
            <p:nvPicPr>
              <p:cNvPr id="239" name="墨迹 238">
                <a:extLst>
                  <a:ext uri="{FF2B5EF4-FFF2-40B4-BE49-F238E27FC236}">
                    <a16:creationId xmlns:a16="http://schemas.microsoft.com/office/drawing/2014/main" id="{F2C25CF4-561C-43CA-B5B2-F1635E7FE77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25833" y="5589633"/>
                <a:ext cx="24444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40" name="墨迹 239">
                <a:extLst>
                  <a:ext uri="{FF2B5EF4-FFF2-40B4-BE49-F238E27FC236}">
                    <a16:creationId xmlns:a16="http://schemas.microsoft.com/office/drawing/2014/main" id="{70898FBB-5C29-4783-80EB-62539E079095}"/>
                  </a:ext>
                </a:extLst>
              </p14:cNvPr>
              <p14:cNvContentPartPr/>
              <p14:nvPr/>
            </p14:nvContentPartPr>
            <p14:xfrm>
              <a:off x="1118073" y="5715273"/>
              <a:ext cx="534600" cy="429120"/>
            </p14:xfrm>
          </p:contentPart>
        </mc:Choice>
        <mc:Fallback>
          <p:pic>
            <p:nvPicPr>
              <p:cNvPr id="240" name="墨迹 239">
                <a:extLst>
                  <a:ext uri="{FF2B5EF4-FFF2-40B4-BE49-F238E27FC236}">
                    <a16:creationId xmlns:a16="http://schemas.microsoft.com/office/drawing/2014/main" id="{70898FBB-5C29-4783-80EB-62539E07909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00433" y="5697633"/>
                <a:ext cx="57024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46" name="墨迹 245">
                <a:extLst>
                  <a:ext uri="{FF2B5EF4-FFF2-40B4-BE49-F238E27FC236}">
                    <a16:creationId xmlns:a16="http://schemas.microsoft.com/office/drawing/2014/main" id="{478F6D2B-1752-49E2-8A2E-E2F34B2B1400}"/>
                  </a:ext>
                </a:extLst>
              </p14:cNvPr>
              <p14:cNvContentPartPr/>
              <p14:nvPr/>
            </p14:nvContentPartPr>
            <p14:xfrm>
              <a:off x="4458513" y="5669913"/>
              <a:ext cx="1078200" cy="355680"/>
            </p14:xfrm>
          </p:contentPart>
        </mc:Choice>
        <mc:Fallback>
          <p:pic>
            <p:nvPicPr>
              <p:cNvPr id="246" name="墨迹 245">
                <a:extLst>
                  <a:ext uri="{FF2B5EF4-FFF2-40B4-BE49-F238E27FC236}">
                    <a16:creationId xmlns:a16="http://schemas.microsoft.com/office/drawing/2014/main" id="{478F6D2B-1752-49E2-8A2E-E2F34B2B140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40513" y="5652255"/>
                <a:ext cx="1113840" cy="391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55" name="墨迹 254">
                <a:extLst>
                  <a:ext uri="{FF2B5EF4-FFF2-40B4-BE49-F238E27FC236}">
                    <a16:creationId xmlns:a16="http://schemas.microsoft.com/office/drawing/2014/main" id="{84361192-1F69-4442-B963-D291080E16A5}"/>
                  </a:ext>
                </a:extLst>
              </p14:cNvPr>
              <p14:cNvContentPartPr/>
              <p14:nvPr/>
            </p14:nvContentPartPr>
            <p14:xfrm>
              <a:off x="7218633" y="5523753"/>
              <a:ext cx="453960" cy="370800"/>
            </p14:xfrm>
          </p:contentPart>
        </mc:Choice>
        <mc:Fallback>
          <p:pic>
            <p:nvPicPr>
              <p:cNvPr id="255" name="墨迹 254">
                <a:extLst>
                  <a:ext uri="{FF2B5EF4-FFF2-40B4-BE49-F238E27FC236}">
                    <a16:creationId xmlns:a16="http://schemas.microsoft.com/office/drawing/2014/main" id="{84361192-1F69-4442-B963-D291080E16A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00993" y="5505770"/>
                <a:ext cx="489600" cy="4064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56" name="墨迹 255">
                <a:extLst>
                  <a:ext uri="{FF2B5EF4-FFF2-40B4-BE49-F238E27FC236}">
                    <a16:creationId xmlns:a16="http://schemas.microsoft.com/office/drawing/2014/main" id="{9B8A40A6-F0AB-4487-9CA0-123F9D5091C1}"/>
                  </a:ext>
                </a:extLst>
              </p14:cNvPr>
              <p14:cNvContentPartPr/>
              <p14:nvPr/>
            </p14:nvContentPartPr>
            <p14:xfrm>
              <a:off x="6042153" y="5627433"/>
              <a:ext cx="776880" cy="285840"/>
            </p14:xfrm>
          </p:contentPart>
        </mc:Choice>
        <mc:Fallback>
          <p:pic>
            <p:nvPicPr>
              <p:cNvPr id="256" name="墨迹 255">
                <a:extLst>
                  <a:ext uri="{FF2B5EF4-FFF2-40B4-BE49-F238E27FC236}">
                    <a16:creationId xmlns:a16="http://schemas.microsoft.com/office/drawing/2014/main" id="{9B8A40A6-F0AB-4487-9CA0-123F9D5091C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24153" y="5609433"/>
                <a:ext cx="81252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59" name="墨迹 258">
                <a:extLst>
                  <a:ext uri="{FF2B5EF4-FFF2-40B4-BE49-F238E27FC236}">
                    <a16:creationId xmlns:a16="http://schemas.microsoft.com/office/drawing/2014/main" id="{82A0E304-04E3-4053-9077-BD36C9888E9F}"/>
                  </a:ext>
                </a:extLst>
              </p14:cNvPr>
              <p14:cNvContentPartPr/>
              <p14:nvPr/>
            </p14:nvContentPartPr>
            <p14:xfrm>
              <a:off x="6424113" y="6281553"/>
              <a:ext cx="125280" cy="214200"/>
            </p14:xfrm>
          </p:contentPart>
        </mc:Choice>
        <mc:Fallback>
          <p:pic>
            <p:nvPicPr>
              <p:cNvPr id="259" name="墨迹 258">
                <a:extLst>
                  <a:ext uri="{FF2B5EF4-FFF2-40B4-BE49-F238E27FC236}">
                    <a16:creationId xmlns:a16="http://schemas.microsoft.com/office/drawing/2014/main" id="{82A0E304-04E3-4053-9077-BD36C9888E9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06473" y="6263553"/>
                <a:ext cx="1609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63" name="墨迹 262">
                <a:extLst>
                  <a:ext uri="{FF2B5EF4-FFF2-40B4-BE49-F238E27FC236}">
                    <a16:creationId xmlns:a16="http://schemas.microsoft.com/office/drawing/2014/main" id="{FBC5CFBE-D1F0-40F7-8327-B5232BB508E5}"/>
                  </a:ext>
                </a:extLst>
              </p14:cNvPr>
              <p14:cNvContentPartPr/>
              <p14:nvPr/>
            </p14:nvContentPartPr>
            <p14:xfrm>
              <a:off x="8175873" y="6304233"/>
              <a:ext cx="289080" cy="42840"/>
            </p14:xfrm>
          </p:contentPart>
        </mc:Choice>
        <mc:Fallback>
          <p:pic>
            <p:nvPicPr>
              <p:cNvPr id="263" name="墨迹 262">
                <a:extLst>
                  <a:ext uri="{FF2B5EF4-FFF2-40B4-BE49-F238E27FC236}">
                    <a16:creationId xmlns:a16="http://schemas.microsoft.com/office/drawing/2014/main" id="{FBC5CFBE-D1F0-40F7-8327-B5232BB508E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157873" y="6286233"/>
                <a:ext cx="3247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67" name="墨迹 266">
                <a:extLst>
                  <a:ext uri="{FF2B5EF4-FFF2-40B4-BE49-F238E27FC236}">
                    <a16:creationId xmlns:a16="http://schemas.microsoft.com/office/drawing/2014/main" id="{5040D71F-08A4-4E9C-A6AE-34677D81E19A}"/>
                  </a:ext>
                </a:extLst>
              </p14:cNvPr>
              <p14:cNvContentPartPr/>
              <p14:nvPr/>
            </p14:nvContentPartPr>
            <p14:xfrm>
              <a:off x="8648553" y="6221793"/>
              <a:ext cx="464400" cy="208440"/>
            </p14:xfrm>
          </p:contentPart>
        </mc:Choice>
        <mc:Fallback>
          <p:pic>
            <p:nvPicPr>
              <p:cNvPr id="267" name="墨迹 266">
                <a:extLst>
                  <a:ext uri="{FF2B5EF4-FFF2-40B4-BE49-F238E27FC236}">
                    <a16:creationId xmlns:a16="http://schemas.microsoft.com/office/drawing/2014/main" id="{5040D71F-08A4-4E9C-A6AE-34677D81E19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630553" y="6203793"/>
                <a:ext cx="5000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68" name="墨迹 267">
                <a:extLst>
                  <a:ext uri="{FF2B5EF4-FFF2-40B4-BE49-F238E27FC236}">
                    <a16:creationId xmlns:a16="http://schemas.microsoft.com/office/drawing/2014/main" id="{19B96ADD-22CA-494C-9E74-E7103A17A2B6}"/>
                  </a:ext>
                </a:extLst>
              </p14:cNvPr>
              <p14:cNvContentPartPr/>
              <p14:nvPr/>
            </p14:nvContentPartPr>
            <p14:xfrm>
              <a:off x="7048353" y="6286953"/>
              <a:ext cx="403920" cy="281520"/>
            </p14:xfrm>
          </p:contentPart>
        </mc:Choice>
        <mc:Fallback>
          <p:pic>
            <p:nvPicPr>
              <p:cNvPr id="268" name="墨迹 267">
                <a:extLst>
                  <a:ext uri="{FF2B5EF4-FFF2-40B4-BE49-F238E27FC236}">
                    <a16:creationId xmlns:a16="http://schemas.microsoft.com/office/drawing/2014/main" id="{19B96ADD-22CA-494C-9E74-E7103A17A2B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30353" y="6269313"/>
                <a:ext cx="43956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69" name="墨迹 268">
                <a:extLst>
                  <a:ext uri="{FF2B5EF4-FFF2-40B4-BE49-F238E27FC236}">
                    <a16:creationId xmlns:a16="http://schemas.microsoft.com/office/drawing/2014/main" id="{91256AA4-EB06-4958-A618-29351A21A34A}"/>
                  </a:ext>
                </a:extLst>
              </p14:cNvPr>
              <p14:cNvContentPartPr/>
              <p14:nvPr/>
            </p14:nvContentPartPr>
            <p14:xfrm>
              <a:off x="5874033" y="6184713"/>
              <a:ext cx="370440" cy="336960"/>
            </p14:xfrm>
          </p:contentPart>
        </mc:Choice>
        <mc:Fallback>
          <p:pic>
            <p:nvPicPr>
              <p:cNvPr id="269" name="墨迹 268">
                <a:extLst>
                  <a:ext uri="{FF2B5EF4-FFF2-40B4-BE49-F238E27FC236}">
                    <a16:creationId xmlns:a16="http://schemas.microsoft.com/office/drawing/2014/main" id="{91256AA4-EB06-4958-A618-29351A21A34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56033" y="6167073"/>
                <a:ext cx="406080" cy="37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583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5436343-2F04-4C03-8AA4-EA9674D3DD99}"/>
                  </a:ext>
                </a:extLst>
              </p14:cNvPr>
              <p14:cNvContentPartPr/>
              <p14:nvPr/>
            </p14:nvContentPartPr>
            <p14:xfrm>
              <a:off x="1243353" y="591393"/>
              <a:ext cx="412920" cy="4885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5436343-2F04-4C03-8AA4-EA9674D3DD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353" y="582393"/>
                <a:ext cx="43056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DCAEAAD-EB78-41B7-BAEC-95492A878502}"/>
                  </a:ext>
                </a:extLst>
              </p14:cNvPr>
              <p14:cNvContentPartPr/>
              <p14:nvPr/>
            </p14:nvContentPartPr>
            <p14:xfrm>
              <a:off x="1939593" y="882633"/>
              <a:ext cx="139320" cy="1083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DCAEAAD-EB78-41B7-BAEC-95492A8785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30953" y="873993"/>
                <a:ext cx="1569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1C1E8F68-BF16-4713-99DE-135994E4A969}"/>
                  </a:ext>
                </a:extLst>
              </p14:cNvPr>
              <p14:cNvContentPartPr/>
              <p14:nvPr/>
            </p14:nvContentPartPr>
            <p14:xfrm>
              <a:off x="3864873" y="583113"/>
              <a:ext cx="17640" cy="4734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1C1E8F68-BF16-4713-99DE-135994E4A9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56233" y="574113"/>
                <a:ext cx="3528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89CA2B33-8614-42E5-A2B1-654C4A9DE1FA}"/>
                  </a:ext>
                </a:extLst>
              </p14:cNvPr>
              <p14:cNvContentPartPr/>
              <p14:nvPr/>
            </p14:nvContentPartPr>
            <p14:xfrm>
              <a:off x="6134313" y="630633"/>
              <a:ext cx="73080" cy="32004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89CA2B33-8614-42E5-A2B1-654C4A9DE1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5673" y="621993"/>
                <a:ext cx="9072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1031C589-D2A1-42A9-9D61-0A45BE746EA7}"/>
                  </a:ext>
                </a:extLst>
              </p14:cNvPr>
              <p14:cNvContentPartPr/>
              <p14:nvPr/>
            </p14:nvContentPartPr>
            <p14:xfrm>
              <a:off x="5414673" y="1104393"/>
              <a:ext cx="741960" cy="1800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1031C589-D2A1-42A9-9D61-0A45BE746E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06033" y="1095393"/>
                <a:ext cx="7596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5B011641-4D00-49AB-A525-2F9325056023}"/>
                  </a:ext>
                </a:extLst>
              </p14:cNvPr>
              <p14:cNvContentPartPr/>
              <p14:nvPr/>
            </p14:nvContentPartPr>
            <p14:xfrm>
              <a:off x="5376513" y="636393"/>
              <a:ext cx="593280" cy="23724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5B011641-4D00-49AB-A525-2F932505602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67513" y="627393"/>
                <a:ext cx="6109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2BE40D0C-A163-4A70-80C6-D8497EC15EB5}"/>
                  </a:ext>
                </a:extLst>
              </p14:cNvPr>
              <p14:cNvContentPartPr/>
              <p14:nvPr/>
            </p14:nvContentPartPr>
            <p14:xfrm>
              <a:off x="2443233" y="1198713"/>
              <a:ext cx="1465200" cy="6372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2BE40D0C-A163-4A70-80C6-D8497EC15EB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34233" y="1190073"/>
                <a:ext cx="14828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D5E2894E-AB9D-45D9-BDC6-9384C861D205}"/>
                  </a:ext>
                </a:extLst>
              </p14:cNvPr>
              <p14:cNvContentPartPr/>
              <p14:nvPr/>
            </p14:nvContentPartPr>
            <p14:xfrm>
              <a:off x="1278273" y="2643753"/>
              <a:ext cx="338400" cy="5328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D5E2894E-AB9D-45D9-BDC6-9384C861D20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60273" y="2625753"/>
                <a:ext cx="37404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6ECD670D-4419-49D1-82ED-F8C76195A588}"/>
                  </a:ext>
                </a:extLst>
              </p14:cNvPr>
              <p14:cNvContentPartPr/>
              <p14:nvPr/>
            </p14:nvContentPartPr>
            <p14:xfrm>
              <a:off x="1865433" y="3079353"/>
              <a:ext cx="50760" cy="8784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6ECD670D-4419-49D1-82ED-F8C76195A58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47793" y="3061353"/>
                <a:ext cx="864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FEEC8A12-0E15-429A-8871-6BF1504952EE}"/>
                  </a:ext>
                </a:extLst>
              </p14:cNvPr>
              <p14:cNvContentPartPr/>
              <p14:nvPr/>
            </p14:nvContentPartPr>
            <p14:xfrm>
              <a:off x="2223633" y="1496433"/>
              <a:ext cx="317520" cy="66564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FEEC8A12-0E15-429A-8871-6BF1504952E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05993" y="1478433"/>
                <a:ext cx="353160" cy="70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B6F2A499-5A98-451C-BCE0-D287C6169982}"/>
                  </a:ext>
                </a:extLst>
              </p14:cNvPr>
              <p14:cNvContentPartPr/>
              <p14:nvPr/>
            </p14:nvContentPartPr>
            <p14:xfrm>
              <a:off x="3182313" y="2702073"/>
              <a:ext cx="40680" cy="40572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B6F2A499-5A98-451C-BCE0-D287C616998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64673" y="2684433"/>
                <a:ext cx="7632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8BEBA976-CB50-4544-A435-4CE8D8836A0A}"/>
                  </a:ext>
                </a:extLst>
              </p14:cNvPr>
              <p14:cNvContentPartPr/>
              <p14:nvPr/>
            </p14:nvContentPartPr>
            <p14:xfrm>
              <a:off x="3456993" y="2768313"/>
              <a:ext cx="227520" cy="31608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8BEBA976-CB50-4544-A435-4CE8D8836A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39353" y="2750673"/>
                <a:ext cx="26316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5198E273-7FF1-48CC-8EC8-FB54FB58BD74}"/>
                  </a:ext>
                </a:extLst>
              </p14:cNvPr>
              <p14:cNvContentPartPr/>
              <p14:nvPr/>
            </p14:nvContentPartPr>
            <p14:xfrm>
              <a:off x="1172793" y="3474993"/>
              <a:ext cx="2673000" cy="16524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5198E273-7FF1-48CC-8EC8-FB54FB58BD7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54793" y="3456993"/>
                <a:ext cx="27086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851CE907-15BF-40BE-B24C-10F4BC47605F}"/>
                  </a:ext>
                </a:extLst>
              </p14:cNvPr>
              <p14:cNvContentPartPr/>
              <p14:nvPr/>
            </p14:nvContentPartPr>
            <p14:xfrm>
              <a:off x="2356113" y="2739873"/>
              <a:ext cx="563760" cy="33840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851CE907-15BF-40BE-B24C-10F4BC47605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38124" y="2721873"/>
                <a:ext cx="599377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2AB349D2-9C6D-48A7-AC5E-7335B1D9CA89}"/>
                  </a:ext>
                </a:extLst>
              </p14:cNvPr>
              <p14:cNvContentPartPr/>
              <p14:nvPr/>
            </p14:nvContentPartPr>
            <p14:xfrm>
              <a:off x="2551953" y="504993"/>
              <a:ext cx="1038600" cy="52740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2AB349D2-9C6D-48A7-AC5E-7335B1D9CA8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34319" y="486993"/>
                <a:ext cx="1065231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FF8E978E-37D4-4693-9F80-A4C1480BDA3B}"/>
                  </a:ext>
                </a:extLst>
              </p14:cNvPr>
              <p14:cNvContentPartPr/>
              <p14:nvPr/>
            </p14:nvContentPartPr>
            <p14:xfrm>
              <a:off x="4733913" y="1697313"/>
              <a:ext cx="912240" cy="30024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FF8E978E-37D4-4693-9F80-A4C1480BDA3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15920" y="1679652"/>
                <a:ext cx="947866" cy="3359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86BED5A2-DA0B-495E-AF66-DFAC7C85E3E7}"/>
                  </a:ext>
                </a:extLst>
              </p14:cNvPr>
              <p14:cNvContentPartPr/>
              <p14:nvPr/>
            </p14:nvContentPartPr>
            <p14:xfrm>
              <a:off x="4692873" y="2204913"/>
              <a:ext cx="990000" cy="97200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86BED5A2-DA0B-495E-AF66-DFAC7C85E3E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74873" y="2187273"/>
                <a:ext cx="1025640" cy="10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B8009968-B225-46FD-BA83-54F62BD255DA}"/>
                  </a:ext>
                </a:extLst>
              </p14:cNvPr>
              <p14:cNvContentPartPr/>
              <p14:nvPr/>
            </p14:nvContentPartPr>
            <p14:xfrm>
              <a:off x="9607233" y="973713"/>
              <a:ext cx="34200" cy="33984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B8009968-B225-46FD-BA83-54F62BD255D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598233" y="964713"/>
                <a:ext cx="5184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33ABA543-6B36-4221-A0D3-8078B9ED6D02}"/>
                  </a:ext>
                </a:extLst>
              </p14:cNvPr>
              <p14:cNvContentPartPr/>
              <p14:nvPr/>
            </p14:nvContentPartPr>
            <p14:xfrm>
              <a:off x="7469553" y="1588953"/>
              <a:ext cx="2224800" cy="6840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33ABA543-6B36-4221-A0D3-8078B9ED6D0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460913" y="1579953"/>
                <a:ext cx="22424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B241C858-C104-4676-98E7-318D3B6B0289}"/>
                  </a:ext>
                </a:extLst>
              </p14:cNvPr>
              <p14:cNvContentPartPr/>
              <p14:nvPr/>
            </p14:nvContentPartPr>
            <p14:xfrm>
              <a:off x="10582833" y="1023393"/>
              <a:ext cx="263520" cy="27540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B241C858-C104-4676-98E7-318D3B6B028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574193" y="1014393"/>
                <a:ext cx="2811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40A28D88-26CF-4CE3-B7AA-D9D53B678DC3}"/>
                  </a:ext>
                </a:extLst>
              </p14:cNvPr>
              <p14:cNvContentPartPr/>
              <p14:nvPr/>
            </p14:nvContentPartPr>
            <p14:xfrm>
              <a:off x="11058393" y="1135713"/>
              <a:ext cx="151200" cy="13608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40A28D88-26CF-4CE3-B7AA-D9D53B678DC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049393" y="1126713"/>
                <a:ext cx="1688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0705E236-B715-4842-96BA-AFC75224AAB5}"/>
                  </a:ext>
                </a:extLst>
              </p14:cNvPr>
              <p14:cNvContentPartPr/>
              <p14:nvPr/>
            </p14:nvContentPartPr>
            <p14:xfrm>
              <a:off x="11397513" y="994953"/>
              <a:ext cx="32040" cy="51228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0705E236-B715-4842-96BA-AFC75224AAB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388873" y="986313"/>
                <a:ext cx="49680" cy="52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D52D101F-0831-4E71-8374-F204C92C38EA}"/>
                  </a:ext>
                </a:extLst>
              </p14:cNvPr>
              <p14:cNvContentPartPr/>
              <p14:nvPr/>
            </p14:nvContentPartPr>
            <p14:xfrm>
              <a:off x="7681593" y="587433"/>
              <a:ext cx="1590840" cy="79524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D52D101F-0831-4E71-8374-F204C92C38E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72593" y="578793"/>
                <a:ext cx="1608480" cy="81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FEC9F915-6E9F-4CA4-8964-6A418A453AEE}"/>
                  </a:ext>
                </a:extLst>
              </p14:cNvPr>
              <p14:cNvContentPartPr/>
              <p14:nvPr/>
            </p14:nvContentPartPr>
            <p14:xfrm>
              <a:off x="7521033" y="3666513"/>
              <a:ext cx="2172600" cy="60876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FEC9F915-6E9F-4CA4-8964-6A418A453AE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512033" y="3657873"/>
                <a:ext cx="2190240" cy="62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33A072DD-CEA7-452A-9CB4-4E6E4F71D54F}"/>
                  </a:ext>
                </a:extLst>
              </p14:cNvPr>
              <p14:cNvContentPartPr/>
              <p14:nvPr/>
            </p14:nvContentPartPr>
            <p14:xfrm>
              <a:off x="10750953" y="3705753"/>
              <a:ext cx="142920" cy="34344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33A072DD-CEA7-452A-9CB4-4E6E4F71D54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741953" y="3697113"/>
                <a:ext cx="16056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5EDFE8E2-B9A5-4E86-8953-E23CB5855F81}"/>
                  </a:ext>
                </a:extLst>
              </p14:cNvPr>
              <p14:cNvContentPartPr/>
              <p14:nvPr/>
            </p14:nvContentPartPr>
            <p14:xfrm>
              <a:off x="11093313" y="3738153"/>
              <a:ext cx="193680" cy="25560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5EDFE8E2-B9A5-4E86-8953-E23CB5855F8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084313" y="3729153"/>
                <a:ext cx="2113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E412368D-9E04-4EA0-AE3C-999C0FEAA332}"/>
                  </a:ext>
                </a:extLst>
              </p14:cNvPr>
              <p14:cNvContentPartPr/>
              <p14:nvPr/>
            </p14:nvContentPartPr>
            <p14:xfrm>
              <a:off x="11001513" y="4289673"/>
              <a:ext cx="40320" cy="3060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E412368D-9E04-4EA0-AE3C-999C0FEAA33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992873" y="4281033"/>
                <a:ext cx="579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DC70997B-BA5B-43D6-9A9F-45B838EC8DC4}"/>
                  </a:ext>
                </a:extLst>
              </p14:cNvPr>
              <p14:cNvContentPartPr/>
              <p14:nvPr/>
            </p14:nvContentPartPr>
            <p14:xfrm>
              <a:off x="10541433" y="2376993"/>
              <a:ext cx="993240" cy="35064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DC70997B-BA5B-43D6-9A9F-45B838EC8DC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532793" y="2367993"/>
                <a:ext cx="101088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5FBA47A7-FA70-4F5F-A26D-E8AF0BEBDD1D}"/>
                  </a:ext>
                </a:extLst>
              </p14:cNvPr>
              <p14:cNvContentPartPr/>
              <p14:nvPr/>
            </p14:nvContentPartPr>
            <p14:xfrm>
              <a:off x="7792473" y="1862193"/>
              <a:ext cx="1942200" cy="141912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5FBA47A7-FA70-4F5F-A26D-E8AF0BEBDD1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83475" y="1853193"/>
                <a:ext cx="1959837" cy="143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561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19621560-0CB7-476B-A717-4311308B3552}"/>
                  </a:ext>
                </a:extLst>
              </p14:cNvPr>
              <p14:cNvContentPartPr/>
              <p14:nvPr/>
            </p14:nvContentPartPr>
            <p14:xfrm>
              <a:off x="904593" y="466473"/>
              <a:ext cx="1804320" cy="105588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19621560-0CB7-476B-A717-4311308B35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5591" y="457833"/>
                <a:ext cx="1821964" cy="10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9F66420C-726A-43EB-9DCE-7FE3147FD85B}"/>
                  </a:ext>
                </a:extLst>
              </p14:cNvPr>
              <p14:cNvContentPartPr/>
              <p14:nvPr/>
            </p14:nvContentPartPr>
            <p14:xfrm>
              <a:off x="2988993" y="411033"/>
              <a:ext cx="1420920" cy="291276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9F66420C-726A-43EB-9DCE-7FE3147FD8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80351" y="402393"/>
                <a:ext cx="1438564" cy="29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E1515654-544A-4BEE-BEF7-BBB02FBEE670}"/>
                  </a:ext>
                </a:extLst>
              </p14:cNvPr>
              <p14:cNvContentPartPr/>
              <p14:nvPr/>
            </p14:nvContentPartPr>
            <p14:xfrm>
              <a:off x="10577073" y="135633"/>
              <a:ext cx="442800" cy="73476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E1515654-544A-4BEE-BEF7-BBB02FBEE6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68433" y="126993"/>
                <a:ext cx="460440" cy="75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800D9E4D-C791-49DC-9FCF-3E0010BEBA8B}"/>
                  </a:ext>
                </a:extLst>
              </p14:cNvPr>
              <p14:cNvContentPartPr/>
              <p14:nvPr/>
            </p14:nvContentPartPr>
            <p14:xfrm>
              <a:off x="10085673" y="352713"/>
              <a:ext cx="318960" cy="44136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800D9E4D-C791-49DC-9FCF-3E0010BEBA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76673" y="344066"/>
                <a:ext cx="336600" cy="4590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3AF40D7B-8A88-44AF-9127-43E35284700E}"/>
                  </a:ext>
                </a:extLst>
              </p14:cNvPr>
              <p14:cNvContentPartPr/>
              <p14:nvPr/>
            </p14:nvContentPartPr>
            <p14:xfrm>
              <a:off x="8263353" y="2173593"/>
              <a:ext cx="1056960" cy="6948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3AF40D7B-8A88-44AF-9127-43E3528470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54713" y="2164593"/>
                <a:ext cx="10746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20CE3DB0-A730-47C1-8F6D-637213407A87}"/>
                  </a:ext>
                </a:extLst>
              </p14:cNvPr>
              <p14:cNvContentPartPr/>
              <p14:nvPr/>
            </p14:nvContentPartPr>
            <p14:xfrm>
              <a:off x="8107833" y="203673"/>
              <a:ext cx="1732320" cy="184896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20CE3DB0-A730-47C1-8F6D-637213407A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98835" y="194675"/>
                <a:ext cx="1749956" cy="18665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BF9152B2-5F87-4D37-BD12-1965F467B4F5}"/>
                  </a:ext>
                </a:extLst>
              </p14:cNvPr>
              <p14:cNvContentPartPr/>
              <p14:nvPr/>
            </p14:nvContentPartPr>
            <p14:xfrm>
              <a:off x="4961793" y="610113"/>
              <a:ext cx="2745000" cy="108900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BF9152B2-5F87-4D37-BD12-1965F467B4F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53152" y="601113"/>
                <a:ext cx="2762642" cy="11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1CD3DF5C-3F15-423F-9378-E94D72207C0A}"/>
                  </a:ext>
                </a:extLst>
              </p14:cNvPr>
              <p14:cNvContentPartPr/>
              <p14:nvPr/>
            </p14:nvContentPartPr>
            <p14:xfrm>
              <a:off x="9966153" y="2060913"/>
              <a:ext cx="24840" cy="3888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1CD3DF5C-3F15-423F-9378-E94D72207C0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57513" y="2052273"/>
                <a:ext cx="424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6E386D8B-9CAC-4429-B9D0-D239DD3E129F}"/>
                  </a:ext>
                </a:extLst>
              </p14:cNvPr>
              <p14:cNvContentPartPr/>
              <p14:nvPr/>
            </p14:nvContentPartPr>
            <p14:xfrm>
              <a:off x="10425513" y="1646193"/>
              <a:ext cx="42120" cy="35244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6E386D8B-9CAC-4429-B9D0-D239DD3E129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16513" y="1637193"/>
                <a:ext cx="5976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F7CB3CFB-CE31-4B33-9E15-542103B7877C}"/>
                  </a:ext>
                </a:extLst>
              </p14:cNvPr>
              <p14:cNvContentPartPr/>
              <p14:nvPr/>
            </p14:nvContentPartPr>
            <p14:xfrm>
              <a:off x="10709553" y="1904673"/>
              <a:ext cx="96480" cy="19764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F7CB3CFB-CE31-4B33-9E15-542103B7877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700913" y="1896033"/>
                <a:ext cx="11412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8EEF2ED6-427E-42E5-B7B0-C97BE929C1D8}"/>
                  </a:ext>
                </a:extLst>
              </p14:cNvPr>
              <p14:cNvContentPartPr/>
              <p14:nvPr/>
            </p14:nvContentPartPr>
            <p14:xfrm>
              <a:off x="11099073" y="1903233"/>
              <a:ext cx="1261080" cy="9972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8EEF2ED6-427E-42E5-B7B0-C97BE929C1D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090073" y="1894593"/>
                <a:ext cx="12787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31968055-926C-48DE-BF8E-E234A68CF0A7}"/>
                  </a:ext>
                </a:extLst>
              </p14:cNvPr>
              <p14:cNvContentPartPr/>
              <p14:nvPr/>
            </p14:nvContentPartPr>
            <p14:xfrm>
              <a:off x="13128753" y="1673193"/>
              <a:ext cx="360" cy="36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31968055-926C-48DE-BF8E-E234A68CF0A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120113" y="16641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9CC81D62-7F27-4165-B81A-57B46DF445A3}"/>
                  </a:ext>
                </a:extLst>
              </p14:cNvPr>
              <p14:cNvContentPartPr/>
              <p14:nvPr/>
            </p14:nvContentPartPr>
            <p14:xfrm>
              <a:off x="11213913" y="1289073"/>
              <a:ext cx="1756440" cy="55512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9CC81D62-7F27-4165-B81A-57B46DF445A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204913" y="1280073"/>
                <a:ext cx="177408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73E27D32-F4D8-485B-855E-7EFC6B52FD4C}"/>
                  </a:ext>
                </a:extLst>
              </p14:cNvPr>
              <p14:cNvContentPartPr/>
              <p14:nvPr/>
            </p14:nvContentPartPr>
            <p14:xfrm>
              <a:off x="4847061" y="2631153"/>
              <a:ext cx="340920" cy="162432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73E27D32-F4D8-485B-855E-7EFC6B52FD4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38421" y="2622513"/>
                <a:ext cx="358560" cy="164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B4958469-0052-4F35-9D8E-D6D4BD178498}"/>
                  </a:ext>
                </a:extLst>
              </p14:cNvPr>
              <p14:cNvContentPartPr/>
              <p14:nvPr/>
            </p14:nvContentPartPr>
            <p14:xfrm>
              <a:off x="6328101" y="2659593"/>
              <a:ext cx="472320" cy="57384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B4958469-0052-4F35-9D8E-D6D4BD17849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19108" y="2650593"/>
                <a:ext cx="489947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8EE7AE5D-6378-4F93-8038-65AAC1A2E4EB}"/>
                  </a:ext>
                </a:extLst>
              </p14:cNvPr>
              <p14:cNvContentPartPr/>
              <p14:nvPr/>
            </p14:nvContentPartPr>
            <p14:xfrm>
              <a:off x="5713941" y="2725833"/>
              <a:ext cx="377640" cy="52272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8EE7AE5D-6378-4F93-8038-65AAC1A2E4E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705301" y="2716839"/>
                <a:ext cx="395280" cy="5403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8F917286-0D49-4EBD-912C-1B00C5BB5D01}"/>
                  </a:ext>
                </a:extLst>
              </p14:cNvPr>
              <p14:cNvContentPartPr/>
              <p14:nvPr/>
            </p14:nvContentPartPr>
            <p14:xfrm>
              <a:off x="7060701" y="2553033"/>
              <a:ext cx="1482120" cy="613440"/>
            </p14:xfrm>
          </p:contentPart>
        </mc:Choice>
        <mc:Fallback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8F917286-0D49-4EBD-912C-1B00C5BB5D0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51701" y="2544393"/>
                <a:ext cx="1499760" cy="63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FD7CBE49-4DFC-47FD-BFFE-C664EBA3C604}"/>
                  </a:ext>
                </a:extLst>
              </p14:cNvPr>
              <p14:cNvContentPartPr/>
              <p14:nvPr/>
            </p14:nvContentPartPr>
            <p14:xfrm>
              <a:off x="7535901" y="4377513"/>
              <a:ext cx="360" cy="360"/>
            </p14:xfrm>
          </p:contentPart>
        </mc:Choice>
        <mc:Fallback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FD7CBE49-4DFC-47FD-BFFE-C664EBA3C60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27261" y="43685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3003696A-41A1-430A-9A0F-D05AD3E418B0}"/>
                  </a:ext>
                </a:extLst>
              </p14:cNvPr>
              <p14:cNvContentPartPr/>
              <p14:nvPr/>
            </p14:nvContentPartPr>
            <p14:xfrm>
              <a:off x="5341701" y="3859113"/>
              <a:ext cx="2036880" cy="586800"/>
            </p14:xfrm>
          </p:contentPart>
        </mc:Choice>
        <mc:Fallback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3003696A-41A1-430A-9A0F-D05AD3E418B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332703" y="3850107"/>
                <a:ext cx="2054517" cy="60445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9250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A2DEE486-C559-4086-8693-9CD8C4339BA1}"/>
                  </a:ext>
                </a:extLst>
              </p14:cNvPr>
              <p14:cNvContentPartPr/>
              <p14:nvPr/>
            </p14:nvContentPartPr>
            <p14:xfrm>
              <a:off x="534873" y="2144793"/>
              <a:ext cx="2097360" cy="15206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A2DEE486-C559-4086-8693-9CD8C4339B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232" y="2135793"/>
                <a:ext cx="2115003" cy="153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4E14720F-C3DA-4981-A14C-BCB2A05CB704}"/>
                  </a:ext>
                </a:extLst>
              </p14:cNvPr>
              <p14:cNvContentPartPr/>
              <p14:nvPr/>
            </p14:nvContentPartPr>
            <p14:xfrm>
              <a:off x="2868033" y="666993"/>
              <a:ext cx="9823320" cy="5661000"/>
            </p14:xfrm>
          </p:contentPart>
        </mc:Choice>
        <mc:Fallback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4E14720F-C3DA-4981-A14C-BCB2A05CB7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9393" y="657993"/>
                <a:ext cx="9840960" cy="56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5096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26" name="墨迹 425">
                <a:extLst>
                  <a:ext uri="{FF2B5EF4-FFF2-40B4-BE49-F238E27FC236}">
                    <a16:creationId xmlns:a16="http://schemas.microsoft.com/office/drawing/2014/main" id="{C4A5F424-19A0-4E7D-A773-182363C6D3C7}"/>
                  </a:ext>
                </a:extLst>
              </p14:cNvPr>
              <p14:cNvContentPartPr/>
              <p14:nvPr/>
            </p14:nvContentPartPr>
            <p14:xfrm>
              <a:off x="-127887" y="176903"/>
              <a:ext cx="13039200" cy="6794640"/>
            </p14:xfrm>
          </p:contentPart>
        </mc:Choice>
        <mc:Fallback>
          <p:pic>
            <p:nvPicPr>
              <p:cNvPr id="426" name="墨迹 425">
                <a:extLst>
                  <a:ext uri="{FF2B5EF4-FFF2-40B4-BE49-F238E27FC236}">
                    <a16:creationId xmlns:a16="http://schemas.microsoft.com/office/drawing/2014/main" id="{C4A5F424-19A0-4E7D-A773-182363C6D3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527" y="158904"/>
                <a:ext cx="13065840" cy="68302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13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6" name="墨迹 245">
                <a:extLst>
                  <a:ext uri="{FF2B5EF4-FFF2-40B4-BE49-F238E27FC236}">
                    <a16:creationId xmlns:a16="http://schemas.microsoft.com/office/drawing/2014/main" id="{BEFC7EA5-C5E0-46EE-8450-2C39AADC23D7}"/>
                  </a:ext>
                </a:extLst>
              </p14:cNvPr>
              <p14:cNvContentPartPr/>
              <p14:nvPr/>
            </p14:nvContentPartPr>
            <p14:xfrm>
              <a:off x="-266487" y="212313"/>
              <a:ext cx="12709440" cy="6303960"/>
            </p14:xfrm>
          </p:contentPart>
        </mc:Choice>
        <mc:Fallback>
          <p:pic>
            <p:nvPicPr>
              <p:cNvPr id="246" name="墨迹 245">
                <a:extLst>
                  <a:ext uri="{FF2B5EF4-FFF2-40B4-BE49-F238E27FC236}">
                    <a16:creationId xmlns:a16="http://schemas.microsoft.com/office/drawing/2014/main" id="{BEFC7EA5-C5E0-46EE-8450-2C39AADC23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75487" y="203673"/>
                <a:ext cx="12727080" cy="633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9473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0B715123-DAA9-4345-A1A2-203638490A02}"/>
                  </a:ext>
                </a:extLst>
              </p14:cNvPr>
              <p14:cNvContentPartPr/>
              <p14:nvPr/>
            </p14:nvContentPartPr>
            <p14:xfrm>
              <a:off x="1244073" y="658713"/>
              <a:ext cx="7440840" cy="444600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0B715123-DAA9-4345-A1A2-203638490A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5073" y="640713"/>
                <a:ext cx="7467480" cy="447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3739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65" name="墨迹 464">
                <a:extLst>
                  <a:ext uri="{FF2B5EF4-FFF2-40B4-BE49-F238E27FC236}">
                    <a16:creationId xmlns:a16="http://schemas.microsoft.com/office/drawing/2014/main" id="{E10C857B-3AFF-456A-BA90-F6A3C65312B2}"/>
                  </a:ext>
                </a:extLst>
              </p14:cNvPr>
              <p14:cNvContentPartPr/>
              <p14:nvPr/>
            </p14:nvContentPartPr>
            <p14:xfrm>
              <a:off x="-1045167" y="142833"/>
              <a:ext cx="13741004" cy="6759000"/>
            </p14:xfrm>
          </p:contentPart>
        </mc:Choice>
        <mc:Fallback>
          <p:pic>
            <p:nvPicPr>
              <p:cNvPr id="465" name="墨迹 464">
                <a:extLst>
                  <a:ext uri="{FF2B5EF4-FFF2-40B4-BE49-F238E27FC236}">
                    <a16:creationId xmlns:a16="http://schemas.microsoft.com/office/drawing/2014/main" id="{E10C857B-3AFF-456A-BA90-F6A3C6531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63167" y="133833"/>
                <a:ext cx="13776644" cy="67856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5894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FB33F84E-6B72-4906-AB1D-7E8F0EE5BA5A}"/>
                  </a:ext>
                </a:extLst>
              </p14:cNvPr>
              <p14:cNvContentPartPr/>
              <p14:nvPr/>
            </p14:nvContentPartPr>
            <p14:xfrm>
              <a:off x="10686513" y="407433"/>
              <a:ext cx="437040" cy="43380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FB33F84E-6B72-4906-AB1D-7E8F0EE5BA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77866" y="398793"/>
                <a:ext cx="454695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17315D1B-2E1E-4339-8B17-465A67A6A75F}"/>
                  </a:ext>
                </a:extLst>
              </p14:cNvPr>
              <p14:cNvContentPartPr/>
              <p14:nvPr/>
            </p14:nvContentPartPr>
            <p14:xfrm>
              <a:off x="-239127" y="213033"/>
              <a:ext cx="36720" cy="56988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17315D1B-2E1E-4339-8B17-465A67A6A7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56767" y="195393"/>
                <a:ext cx="72360" cy="6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CA6D3BB3-41A7-4602-8A1C-CE29335DAC65}"/>
                  </a:ext>
                </a:extLst>
              </p14:cNvPr>
              <p14:cNvContentPartPr/>
              <p14:nvPr/>
            </p14:nvContentPartPr>
            <p14:xfrm>
              <a:off x="9440913" y="2761113"/>
              <a:ext cx="376920" cy="585720"/>
            </p14:xfrm>
          </p:contentPart>
        </mc:Choice>
        <mc:Fallback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CA6D3BB3-41A7-4602-8A1C-CE29335DAC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23273" y="2743113"/>
                <a:ext cx="412560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F3BF449D-3FFD-4EC6-978B-793EDFBA1DA8}"/>
                  </a:ext>
                </a:extLst>
              </p14:cNvPr>
              <p14:cNvContentPartPr/>
              <p14:nvPr/>
            </p14:nvContentPartPr>
            <p14:xfrm>
              <a:off x="10232913" y="3045873"/>
              <a:ext cx="334080" cy="92520"/>
            </p14:xfrm>
          </p:contentPart>
        </mc:Choice>
        <mc:Fallback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F3BF449D-3FFD-4EC6-978B-793EDFBA1D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15273" y="3028233"/>
                <a:ext cx="3697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C516FC3E-3D08-4E28-9EA6-46A5E4CF1161}"/>
                  </a:ext>
                </a:extLst>
              </p14:cNvPr>
              <p14:cNvContentPartPr/>
              <p14:nvPr/>
            </p14:nvContentPartPr>
            <p14:xfrm>
              <a:off x="10812153" y="2640513"/>
              <a:ext cx="2135160" cy="1920240"/>
            </p14:xfrm>
          </p:contentPart>
        </mc:Choice>
        <mc:Fallback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C516FC3E-3D08-4E28-9EA6-46A5E4CF116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94510" y="2622513"/>
                <a:ext cx="2170806" cy="19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60B0A568-9607-49EA-B55B-9F00059D5152}"/>
                  </a:ext>
                </a:extLst>
              </p14:cNvPr>
              <p14:cNvContentPartPr/>
              <p14:nvPr/>
            </p14:nvContentPartPr>
            <p14:xfrm>
              <a:off x="10058313" y="1445313"/>
              <a:ext cx="1519560" cy="608040"/>
            </p14:xfrm>
          </p:contentPart>
        </mc:Choice>
        <mc:Fallback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60B0A568-9607-49EA-B55B-9F00059D515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49313" y="1436318"/>
                <a:ext cx="1537200" cy="6256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7" name="墨迹 216">
                <a:extLst>
                  <a:ext uri="{FF2B5EF4-FFF2-40B4-BE49-F238E27FC236}">
                    <a16:creationId xmlns:a16="http://schemas.microsoft.com/office/drawing/2014/main" id="{28CA3E64-9055-4AB5-ADBD-7EF1B4B8B20F}"/>
                  </a:ext>
                </a:extLst>
              </p14:cNvPr>
              <p14:cNvContentPartPr/>
              <p14:nvPr/>
            </p14:nvContentPartPr>
            <p14:xfrm>
              <a:off x="2044713" y="6351753"/>
              <a:ext cx="2365920" cy="363240"/>
            </p14:xfrm>
          </p:contentPart>
        </mc:Choice>
        <mc:Fallback>
          <p:pic>
            <p:nvPicPr>
              <p:cNvPr id="217" name="墨迹 216">
                <a:extLst>
                  <a:ext uri="{FF2B5EF4-FFF2-40B4-BE49-F238E27FC236}">
                    <a16:creationId xmlns:a16="http://schemas.microsoft.com/office/drawing/2014/main" id="{28CA3E64-9055-4AB5-ADBD-7EF1B4B8B20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35713" y="6342753"/>
                <a:ext cx="238356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9" name="墨迹 218">
                <a:extLst>
                  <a:ext uri="{FF2B5EF4-FFF2-40B4-BE49-F238E27FC236}">
                    <a16:creationId xmlns:a16="http://schemas.microsoft.com/office/drawing/2014/main" id="{34B310ED-C60D-4455-B0BA-B1170B83C13D}"/>
                  </a:ext>
                </a:extLst>
              </p14:cNvPr>
              <p14:cNvContentPartPr/>
              <p14:nvPr/>
            </p14:nvContentPartPr>
            <p14:xfrm>
              <a:off x="5861433" y="6310353"/>
              <a:ext cx="106200" cy="315000"/>
            </p14:xfrm>
          </p:contentPart>
        </mc:Choice>
        <mc:Fallback>
          <p:pic>
            <p:nvPicPr>
              <p:cNvPr id="219" name="墨迹 218">
                <a:extLst>
                  <a:ext uri="{FF2B5EF4-FFF2-40B4-BE49-F238E27FC236}">
                    <a16:creationId xmlns:a16="http://schemas.microsoft.com/office/drawing/2014/main" id="{34B310ED-C60D-4455-B0BA-B1170B83C1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52433" y="6301713"/>
                <a:ext cx="12384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20" name="墨迹 219">
                <a:extLst>
                  <a:ext uri="{FF2B5EF4-FFF2-40B4-BE49-F238E27FC236}">
                    <a16:creationId xmlns:a16="http://schemas.microsoft.com/office/drawing/2014/main" id="{B56D08E1-AAB3-4EED-9F35-634D5F269896}"/>
                  </a:ext>
                </a:extLst>
              </p14:cNvPr>
              <p14:cNvContentPartPr/>
              <p14:nvPr/>
            </p14:nvContentPartPr>
            <p14:xfrm>
              <a:off x="6256713" y="6537153"/>
              <a:ext cx="73080" cy="91440"/>
            </p14:xfrm>
          </p:contentPart>
        </mc:Choice>
        <mc:Fallback>
          <p:pic>
            <p:nvPicPr>
              <p:cNvPr id="220" name="墨迹 219">
                <a:extLst>
                  <a:ext uri="{FF2B5EF4-FFF2-40B4-BE49-F238E27FC236}">
                    <a16:creationId xmlns:a16="http://schemas.microsoft.com/office/drawing/2014/main" id="{B56D08E1-AAB3-4EED-9F35-634D5F2698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48073" y="6528153"/>
                <a:ext cx="907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28" name="墨迹 227">
                <a:extLst>
                  <a:ext uri="{FF2B5EF4-FFF2-40B4-BE49-F238E27FC236}">
                    <a16:creationId xmlns:a16="http://schemas.microsoft.com/office/drawing/2014/main" id="{BF6D3A1A-08D6-4642-8716-23E1840C0438}"/>
                  </a:ext>
                </a:extLst>
              </p14:cNvPr>
              <p14:cNvContentPartPr/>
              <p14:nvPr/>
            </p14:nvContentPartPr>
            <p14:xfrm>
              <a:off x="-715047" y="109353"/>
              <a:ext cx="8915760" cy="6054840"/>
            </p14:xfrm>
          </p:contentPart>
        </mc:Choice>
        <mc:Fallback>
          <p:pic>
            <p:nvPicPr>
              <p:cNvPr id="228" name="墨迹 227">
                <a:extLst>
                  <a:ext uri="{FF2B5EF4-FFF2-40B4-BE49-F238E27FC236}">
                    <a16:creationId xmlns:a16="http://schemas.microsoft.com/office/drawing/2014/main" id="{BF6D3A1A-08D6-4642-8716-23E1840C04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732688" y="91712"/>
                <a:ext cx="8951401" cy="60814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31" name="墨迹 230">
                <a:extLst>
                  <a:ext uri="{FF2B5EF4-FFF2-40B4-BE49-F238E27FC236}">
                    <a16:creationId xmlns:a16="http://schemas.microsoft.com/office/drawing/2014/main" id="{B8B2DB58-A4A7-4D71-ABD6-5F753628280B}"/>
                  </a:ext>
                </a:extLst>
              </p14:cNvPr>
              <p14:cNvContentPartPr/>
              <p14:nvPr/>
            </p14:nvContentPartPr>
            <p14:xfrm>
              <a:off x="9438393" y="6115233"/>
              <a:ext cx="803520" cy="632520"/>
            </p14:xfrm>
          </p:contentPart>
        </mc:Choice>
        <mc:Fallback>
          <p:pic>
            <p:nvPicPr>
              <p:cNvPr id="231" name="墨迹 230">
                <a:extLst>
                  <a:ext uri="{FF2B5EF4-FFF2-40B4-BE49-F238E27FC236}">
                    <a16:creationId xmlns:a16="http://schemas.microsoft.com/office/drawing/2014/main" id="{B8B2DB58-A4A7-4D71-ABD6-5F753628280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29393" y="6097593"/>
                <a:ext cx="821160" cy="66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322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ED0D0A4-0012-4E6B-9D59-0C200CD599A4}"/>
                  </a:ext>
                </a:extLst>
              </p14:cNvPr>
              <p14:cNvContentPartPr/>
              <p14:nvPr/>
            </p14:nvContentPartPr>
            <p14:xfrm>
              <a:off x="1662033" y="492393"/>
              <a:ext cx="303120" cy="3463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ED0D0A4-0012-4E6B-9D59-0C200CD599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3393" y="483753"/>
                <a:ext cx="32076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6678E6EB-22B4-4F26-945F-B07A518C1B1C}"/>
                  </a:ext>
                </a:extLst>
              </p14:cNvPr>
              <p14:cNvContentPartPr/>
              <p14:nvPr/>
            </p14:nvContentPartPr>
            <p14:xfrm>
              <a:off x="2123553" y="782553"/>
              <a:ext cx="51480" cy="864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6678E6EB-22B4-4F26-945F-B07A518C1B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4553" y="773913"/>
                <a:ext cx="691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FE13A6D-7B3D-4E20-9E72-4C5C82820581}"/>
                  </a:ext>
                </a:extLst>
              </p14:cNvPr>
              <p14:cNvContentPartPr/>
              <p14:nvPr/>
            </p14:nvContentPartPr>
            <p14:xfrm>
              <a:off x="2533953" y="479073"/>
              <a:ext cx="255960" cy="3204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FE13A6D-7B3D-4E20-9E72-4C5C828205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24953" y="470433"/>
                <a:ext cx="27360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8E72F194-6B12-40B9-83B8-F4321887B870}"/>
                  </a:ext>
                </a:extLst>
              </p14:cNvPr>
              <p14:cNvContentPartPr/>
              <p14:nvPr/>
            </p14:nvContentPartPr>
            <p14:xfrm>
              <a:off x="3255033" y="443793"/>
              <a:ext cx="73800" cy="3268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8E72F194-6B12-40B9-83B8-F4321887B87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46393" y="435153"/>
                <a:ext cx="914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A48B3174-5384-4A63-B41E-1D770AFD9AA2}"/>
                  </a:ext>
                </a:extLst>
              </p14:cNvPr>
              <p14:cNvContentPartPr/>
              <p14:nvPr/>
            </p14:nvContentPartPr>
            <p14:xfrm>
              <a:off x="3570753" y="481593"/>
              <a:ext cx="56520" cy="2829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A48B3174-5384-4A63-B41E-1D770AFD9A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61753" y="472593"/>
                <a:ext cx="741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9C4840FA-2AA2-4269-8CA0-D46B4B9C6BD0}"/>
                  </a:ext>
                </a:extLst>
              </p14:cNvPr>
              <p14:cNvContentPartPr/>
              <p14:nvPr/>
            </p14:nvContentPartPr>
            <p14:xfrm>
              <a:off x="3922473" y="494193"/>
              <a:ext cx="88560" cy="3222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9C4840FA-2AA2-4269-8CA0-D46B4B9C6B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13833" y="485553"/>
                <a:ext cx="1062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3933FCE4-544C-4F72-AFCC-4C5FF5542C83}"/>
                  </a:ext>
                </a:extLst>
              </p14:cNvPr>
              <p14:cNvContentPartPr/>
              <p14:nvPr/>
            </p14:nvContentPartPr>
            <p14:xfrm>
              <a:off x="5241153" y="486633"/>
              <a:ext cx="58680" cy="28368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3933FCE4-544C-4F72-AFCC-4C5FF5542C8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32513" y="477633"/>
                <a:ext cx="763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A6005073-D746-41EA-84C2-2B5BA87C9BA7}"/>
                  </a:ext>
                </a:extLst>
              </p14:cNvPr>
              <p14:cNvContentPartPr/>
              <p14:nvPr/>
            </p14:nvContentPartPr>
            <p14:xfrm>
              <a:off x="5571633" y="740793"/>
              <a:ext cx="108360" cy="18720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A6005073-D746-41EA-84C2-2B5BA87C9BA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62993" y="731793"/>
                <a:ext cx="1260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C6C9718B-430F-4663-9996-D1816C11BCA9}"/>
                  </a:ext>
                </a:extLst>
              </p14:cNvPr>
              <p14:cNvContentPartPr/>
              <p14:nvPr/>
            </p14:nvContentPartPr>
            <p14:xfrm>
              <a:off x="6296673" y="264153"/>
              <a:ext cx="966600" cy="45936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C6C9718B-430F-4663-9996-D1816C11BCA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88030" y="255506"/>
                <a:ext cx="984247" cy="4770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05296685-554C-487C-B243-51A76C3403A8}"/>
                  </a:ext>
                </a:extLst>
              </p14:cNvPr>
              <p14:cNvContentPartPr/>
              <p14:nvPr/>
            </p14:nvContentPartPr>
            <p14:xfrm>
              <a:off x="1645473" y="1311753"/>
              <a:ext cx="288360" cy="42840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05296685-554C-487C-B243-51A76C3403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36473" y="1302753"/>
                <a:ext cx="30600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420A5A15-5440-48BD-AD35-608EF24FD9C7}"/>
                  </a:ext>
                </a:extLst>
              </p14:cNvPr>
              <p14:cNvContentPartPr/>
              <p14:nvPr/>
            </p14:nvContentPartPr>
            <p14:xfrm>
              <a:off x="2102313" y="1682553"/>
              <a:ext cx="12240" cy="6768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420A5A15-5440-48BD-AD35-608EF24FD9C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93313" y="1673553"/>
                <a:ext cx="298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C76394BE-833F-465D-8412-58057010B3C4}"/>
                  </a:ext>
                </a:extLst>
              </p14:cNvPr>
              <p14:cNvContentPartPr/>
              <p14:nvPr/>
            </p14:nvContentPartPr>
            <p14:xfrm>
              <a:off x="2547273" y="1335873"/>
              <a:ext cx="367200" cy="33156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C76394BE-833F-465D-8412-58057010B3C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38633" y="1327233"/>
                <a:ext cx="38484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5606A8BF-BFC7-46B9-BD94-3505343CCBAC}"/>
                  </a:ext>
                </a:extLst>
              </p14:cNvPr>
              <p14:cNvContentPartPr/>
              <p14:nvPr/>
            </p14:nvContentPartPr>
            <p14:xfrm>
              <a:off x="3037593" y="1366473"/>
              <a:ext cx="304560" cy="30456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5606A8BF-BFC7-46B9-BD94-3505343CCBA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28593" y="1357473"/>
                <a:ext cx="3222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84477213-7BCA-4C37-B062-CF235D9883F3}"/>
                  </a:ext>
                </a:extLst>
              </p14:cNvPr>
              <p14:cNvContentPartPr/>
              <p14:nvPr/>
            </p14:nvContentPartPr>
            <p14:xfrm>
              <a:off x="3624753" y="1305273"/>
              <a:ext cx="73440" cy="28368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84477213-7BCA-4C37-B062-CF235D9883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15753" y="1296633"/>
                <a:ext cx="9108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E62821EB-11BA-43E4-A72D-EC0FAD48CAAF}"/>
                  </a:ext>
                </a:extLst>
              </p14:cNvPr>
              <p14:cNvContentPartPr/>
              <p14:nvPr/>
            </p14:nvContentPartPr>
            <p14:xfrm>
              <a:off x="4021113" y="1260633"/>
              <a:ext cx="69120" cy="34272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E62821EB-11BA-43E4-A72D-EC0FAD48CAA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12473" y="1251633"/>
                <a:ext cx="867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312A2808-6EF8-4B80-854A-AFC0EE226AE4}"/>
                  </a:ext>
                </a:extLst>
              </p14:cNvPr>
              <p14:cNvContentPartPr/>
              <p14:nvPr/>
            </p14:nvContentPartPr>
            <p14:xfrm>
              <a:off x="5292993" y="1320393"/>
              <a:ext cx="72360" cy="30780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312A2808-6EF8-4B80-854A-AFC0EE226A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284353" y="1311393"/>
                <a:ext cx="900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87BF42C2-D520-4594-81FC-5C599712128B}"/>
                  </a:ext>
                </a:extLst>
              </p14:cNvPr>
              <p14:cNvContentPartPr/>
              <p14:nvPr/>
            </p14:nvContentPartPr>
            <p14:xfrm>
              <a:off x="5677473" y="1319673"/>
              <a:ext cx="66600" cy="27936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87BF42C2-D520-4594-81FC-5C599712128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68833" y="1310673"/>
                <a:ext cx="842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171DCDC9-51EB-47A8-A37E-72E1F64E0C29}"/>
                  </a:ext>
                </a:extLst>
              </p14:cNvPr>
              <p14:cNvContentPartPr/>
              <p14:nvPr/>
            </p14:nvContentPartPr>
            <p14:xfrm>
              <a:off x="5962233" y="1560153"/>
              <a:ext cx="151200" cy="19008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171DCDC9-51EB-47A8-A37E-72E1F64E0C2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53593" y="1551513"/>
                <a:ext cx="16884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0F75474B-7BBC-405D-B963-D0A0983D7E8E}"/>
                  </a:ext>
                </a:extLst>
              </p14:cNvPr>
              <p14:cNvContentPartPr/>
              <p14:nvPr/>
            </p14:nvContentPartPr>
            <p14:xfrm>
              <a:off x="6702033" y="993153"/>
              <a:ext cx="1011240" cy="101556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0F75474B-7BBC-405D-B963-D0A0983D7E8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693033" y="957513"/>
                <a:ext cx="1055880" cy="10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4020D237-7567-4E74-8839-2098B83EE110}"/>
                  </a:ext>
                </a:extLst>
              </p14:cNvPr>
              <p14:cNvContentPartPr/>
              <p14:nvPr/>
            </p14:nvContentPartPr>
            <p14:xfrm>
              <a:off x="1669233" y="2286273"/>
              <a:ext cx="256680" cy="42120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4020D237-7567-4E74-8839-2098B83EE11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660233" y="2277633"/>
                <a:ext cx="27432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96D80936-8331-4625-99F6-D1A2C099EDE2}"/>
                  </a:ext>
                </a:extLst>
              </p14:cNvPr>
              <p14:cNvContentPartPr/>
              <p14:nvPr/>
            </p14:nvContentPartPr>
            <p14:xfrm>
              <a:off x="2158833" y="2630433"/>
              <a:ext cx="54720" cy="4572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96D80936-8331-4625-99F6-D1A2C099EDE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50193" y="2621793"/>
                <a:ext cx="7236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84CB36E6-C0F8-47F0-9F5F-451904EC0D13}"/>
                  </a:ext>
                </a:extLst>
              </p14:cNvPr>
              <p14:cNvContentPartPr/>
              <p14:nvPr/>
            </p14:nvContentPartPr>
            <p14:xfrm>
              <a:off x="2533593" y="2343513"/>
              <a:ext cx="324000" cy="29772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84CB36E6-C0F8-47F0-9F5F-451904EC0D1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524593" y="2334873"/>
                <a:ext cx="34164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28C2C2C4-9637-4354-9639-2883BB172C01}"/>
                  </a:ext>
                </a:extLst>
              </p14:cNvPr>
              <p14:cNvContentPartPr/>
              <p14:nvPr/>
            </p14:nvContentPartPr>
            <p14:xfrm>
              <a:off x="3008793" y="2296353"/>
              <a:ext cx="231120" cy="33876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28C2C2C4-9637-4354-9639-2883BB172C0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999793" y="2287713"/>
                <a:ext cx="24876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7504902D-F705-4402-A6D9-B1348E89BEFB}"/>
                  </a:ext>
                </a:extLst>
              </p14:cNvPr>
              <p14:cNvContentPartPr/>
              <p14:nvPr/>
            </p14:nvContentPartPr>
            <p14:xfrm>
              <a:off x="3592353" y="2372313"/>
              <a:ext cx="231120" cy="22392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7504902D-F705-4402-A6D9-B1348E89BEF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83353" y="2363313"/>
                <a:ext cx="2487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A9C47B2E-085E-49A2-A923-052C5EB617E9}"/>
                  </a:ext>
                </a:extLst>
              </p14:cNvPr>
              <p14:cNvContentPartPr/>
              <p14:nvPr/>
            </p14:nvContentPartPr>
            <p14:xfrm>
              <a:off x="3966753" y="2324073"/>
              <a:ext cx="239400" cy="35964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A9C47B2E-085E-49A2-A923-052C5EB617E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57753" y="2315073"/>
                <a:ext cx="25704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21AFA52D-B416-4773-AD1C-8DB75EE75457}"/>
                  </a:ext>
                </a:extLst>
              </p14:cNvPr>
              <p14:cNvContentPartPr/>
              <p14:nvPr/>
            </p14:nvContentPartPr>
            <p14:xfrm>
              <a:off x="846633" y="2293113"/>
              <a:ext cx="397440" cy="32976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21AFA52D-B416-4773-AD1C-8DB75EE7545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7993" y="2284473"/>
                <a:ext cx="4150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77EA7CEA-9CE3-4763-9950-BFC00421343F}"/>
                  </a:ext>
                </a:extLst>
              </p14:cNvPr>
              <p14:cNvContentPartPr/>
              <p14:nvPr/>
            </p14:nvContentPartPr>
            <p14:xfrm>
              <a:off x="776793" y="2847873"/>
              <a:ext cx="3822120" cy="12312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77EA7CEA-9CE3-4763-9950-BFC00421343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8153" y="2838873"/>
                <a:ext cx="383976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8AABC2B0-0FEF-48FB-A8D2-7DA8403FAB33}"/>
                  </a:ext>
                </a:extLst>
              </p14:cNvPr>
              <p14:cNvContentPartPr/>
              <p14:nvPr/>
            </p14:nvContentPartPr>
            <p14:xfrm>
              <a:off x="2496873" y="3189513"/>
              <a:ext cx="187920" cy="21996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8AABC2B0-0FEF-48FB-A8D2-7DA8403FAB3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488233" y="3180513"/>
                <a:ext cx="2055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4D2591C7-E4EC-4FE1-921B-3BF0EBFF311F}"/>
                  </a:ext>
                </a:extLst>
              </p14:cNvPr>
              <p14:cNvContentPartPr/>
              <p14:nvPr/>
            </p14:nvContentPartPr>
            <p14:xfrm>
              <a:off x="2855073" y="3197793"/>
              <a:ext cx="131760" cy="18900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4D2591C7-E4EC-4FE1-921B-3BF0EBFF311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46433" y="3189153"/>
                <a:ext cx="14940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51294724-B0E4-4106-8C3C-8BFC4958D181}"/>
                  </a:ext>
                </a:extLst>
              </p14:cNvPr>
              <p14:cNvContentPartPr/>
              <p14:nvPr/>
            </p14:nvContentPartPr>
            <p14:xfrm>
              <a:off x="3666873" y="3190953"/>
              <a:ext cx="43920" cy="29016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51294724-B0E4-4106-8C3C-8BFC4958D18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58233" y="3181953"/>
                <a:ext cx="6156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D906DD44-3324-4C74-8CA1-03191B507072}"/>
                  </a:ext>
                </a:extLst>
              </p14:cNvPr>
              <p14:cNvContentPartPr/>
              <p14:nvPr/>
            </p14:nvContentPartPr>
            <p14:xfrm>
              <a:off x="3983313" y="3145233"/>
              <a:ext cx="16200" cy="23616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D906DD44-3324-4C74-8CA1-03191B50707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974673" y="3136593"/>
                <a:ext cx="3384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F96EDA65-F19C-4D9F-A14E-D3FE6B98A5B1}"/>
                  </a:ext>
                </a:extLst>
              </p14:cNvPr>
              <p14:cNvContentPartPr/>
              <p14:nvPr/>
            </p14:nvContentPartPr>
            <p14:xfrm>
              <a:off x="5112633" y="3232713"/>
              <a:ext cx="30960" cy="16596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F96EDA65-F19C-4D9F-A14E-D3FE6B98A5B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03633" y="3223713"/>
                <a:ext cx="486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0AC04911-1C52-4B3D-BF4F-E70E490ED315}"/>
                  </a:ext>
                </a:extLst>
              </p14:cNvPr>
              <p14:cNvContentPartPr/>
              <p14:nvPr/>
            </p14:nvContentPartPr>
            <p14:xfrm>
              <a:off x="5516553" y="3138393"/>
              <a:ext cx="9720" cy="25164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0AC04911-1C52-4B3D-BF4F-E70E490ED31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507913" y="3129393"/>
                <a:ext cx="2736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1B7DF4C8-D8D4-4312-BD8E-25B9018A82D2}"/>
                  </a:ext>
                </a:extLst>
              </p14:cNvPr>
              <p14:cNvContentPartPr/>
              <p14:nvPr/>
            </p14:nvContentPartPr>
            <p14:xfrm>
              <a:off x="1659153" y="3183753"/>
              <a:ext cx="480600" cy="29808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1B7DF4C8-D8D4-4312-BD8E-25B9018A82D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50153" y="3174753"/>
                <a:ext cx="49824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B2DD113A-21D3-4013-ABBD-CDC96F4C50A8}"/>
                  </a:ext>
                </a:extLst>
              </p14:cNvPr>
              <p14:cNvContentPartPr/>
              <p14:nvPr/>
            </p14:nvContentPartPr>
            <p14:xfrm>
              <a:off x="5926953" y="3340713"/>
              <a:ext cx="36720" cy="15732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B2DD113A-21D3-4013-ABBD-CDC96F4C50A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917953" y="3331713"/>
                <a:ext cx="5436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9FCC5C40-0A20-4253-9CEC-CC86954F4C3F}"/>
                  </a:ext>
                </a:extLst>
              </p14:cNvPr>
              <p14:cNvContentPartPr/>
              <p14:nvPr/>
            </p14:nvContentPartPr>
            <p14:xfrm>
              <a:off x="1622793" y="3940833"/>
              <a:ext cx="253800" cy="26244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9FCC5C40-0A20-4253-9CEC-CC86954F4C3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614153" y="3932193"/>
                <a:ext cx="2714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A5850367-AC0A-464C-BBE3-9DBEFB29251B}"/>
                  </a:ext>
                </a:extLst>
              </p14:cNvPr>
              <p14:cNvContentPartPr/>
              <p14:nvPr/>
            </p14:nvContentPartPr>
            <p14:xfrm>
              <a:off x="2046153" y="4178073"/>
              <a:ext cx="360" cy="360"/>
            </p14:xfrm>
          </p:contentPart>
        </mc:Choice>
        <mc:Fallback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A5850367-AC0A-464C-BBE3-9DBEFB29251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37513" y="41690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CF5C12B5-31A5-4442-AE11-7D5FC6B81CAD}"/>
                  </a:ext>
                </a:extLst>
              </p14:cNvPr>
              <p14:cNvContentPartPr/>
              <p14:nvPr/>
            </p14:nvContentPartPr>
            <p14:xfrm>
              <a:off x="2569953" y="3934713"/>
              <a:ext cx="259200" cy="20736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CF5C12B5-31A5-4442-AE11-7D5FC6B81CA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561313" y="3926073"/>
                <a:ext cx="2768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6AB2E841-ABE3-485E-873B-A60E68D25CB0}"/>
                  </a:ext>
                </a:extLst>
              </p14:cNvPr>
              <p14:cNvContentPartPr/>
              <p14:nvPr/>
            </p14:nvContentPartPr>
            <p14:xfrm>
              <a:off x="3067113" y="3865593"/>
              <a:ext cx="237960" cy="15912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6AB2E841-ABE3-485E-873B-A60E68D25CB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058113" y="3856593"/>
                <a:ext cx="2556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6D59546D-6E92-4BA7-92E3-7A9D2EE17D16}"/>
                  </a:ext>
                </a:extLst>
              </p14:cNvPr>
              <p14:cNvContentPartPr/>
              <p14:nvPr/>
            </p14:nvContentPartPr>
            <p14:xfrm>
              <a:off x="3542313" y="3873513"/>
              <a:ext cx="146160" cy="17208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6D59546D-6E92-4BA7-92E3-7A9D2EE17D1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533673" y="3864513"/>
                <a:ext cx="1638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3FCBC44E-EB69-42EA-A998-955748B23B9C}"/>
                  </a:ext>
                </a:extLst>
              </p14:cNvPr>
              <p14:cNvContentPartPr/>
              <p14:nvPr/>
            </p14:nvContentPartPr>
            <p14:xfrm>
              <a:off x="4115793" y="3836433"/>
              <a:ext cx="50040" cy="25452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3FCBC44E-EB69-42EA-A998-955748B23B9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107153" y="3827433"/>
                <a:ext cx="6768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FEBD5F61-7A5A-4220-9757-3FE18EE0E688}"/>
                  </a:ext>
                </a:extLst>
              </p14:cNvPr>
              <p14:cNvContentPartPr/>
              <p14:nvPr/>
            </p14:nvContentPartPr>
            <p14:xfrm>
              <a:off x="5138553" y="3889353"/>
              <a:ext cx="51120" cy="26820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FEBD5F61-7A5A-4220-9757-3FE18EE0E68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129553" y="3880713"/>
                <a:ext cx="687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CB5C9DE2-015E-4ECC-A1B3-8E486E5ED4F7}"/>
                  </a:ext>
                </a:extLst>
              </p14:cNvPr>
              <p14:cNvContentPartPr/>
              <p14:nvPr/>
            </p14:nvContentPartPr>
            <p14:xfrm>
              <a:off x="5613753" y="3949833"/>
              <a:ext cx="46800" cy="23112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CB5C9DE2-015E-4ECC-A1B3-8E486E5ED4F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604753" y="3941193"/>
                <a:ext cx="644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F075729F-4386-46C9-B985-140CD3CDF62A}"/>
                  </a:ext>
                </a:extLst>
              </p14:cNvPr>
              <p14:cNvContentPartPr/>
              <p14:nvPr/>
            </p14:nvContentPartPr>
            <p14:xfrm>
              <a:off x="5995713" y="3907353"/>
              <a:ext cx="51480" cy="18216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F075729F-4386-46C9-B985-140CD3CDF62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986713" y="3898353"/>
                <a:ext cx="691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91D03DC8-13CB-4BF4-B17B-949E67492F0D}"/>
                  </a:ext>
                </a:extLst>
              </p14:cNvPr>
              <p14:cNvContentPartPr/>
              <p14:nvPr/>
            </p14:nvContentPartPr>
            <p14:xfrm>
              <a:off x="6459393" y="4060713"/>
              <a:ext cx="58680" cy="11736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91D03DC8-13CB-4BF4-B17B-949E67492F0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450753" y="4052073"/>
                <a:ext cx="763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EFB4A738-90DE-445B-8F9A-8876E2954590}"/>
                  </a:ext>
                </a:extLst>
              </p14:cNvPr>
              <p14:cNvContentPartPr/>
              <p14:nvPr/>
            </p14:nvContentPartPr>
            <p14:xfrm>
              <a:off x="6872313" y="3508113"/>
              <a:ext cx="74520" cy="64296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EFB4A738-90DE-445B-8F9A-8876E295459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854673" y="3490473"/>
                <a:ext cx="110160" cy="6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6EEE650B-6E2E-4CEF-B608-748CD4633521}"/>
                  </a:ext>
                </a:extLst>
              </p14:cNvPr>
              <p14:cNvContentPartPr/>
              <p14:nvPr/>
            </p14:nvContentPartPr>
            <p14:xfrm>
              <a:off x="6966993" y="4290753"/>
              <a:ext cx="534600" cy="2664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6EEE650B-6E2E-4CEF-B608-748CD463352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948993" y="4273113"/>
                <a:ext cx="5702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62F2D93A-2CE8-4006-9680-C9A7F6AA233A}"/>
                  </a:ext>
                </a:extLst>
              </p14:cNvPr>
              <p14:cNvContentPartPr/>
              <p14:nvPr/>
            </p14:nvContentPartPr>
            <p14:xfrm>
              <a:off x="7090833" y="3477153"/>
              <a:ext cx="576360" cy="72396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62F2D93A-2CE8-4006-9680-C9A7F6AA233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072833" y="3459153"/>
                <a:ext cx="612000" cy="75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256C4D57-E90A-4C55-9D33-CC7A97CB67C8}"/>
                  </a:ext>
                </a:extLst>
              </p14:cNvPr>
              <p14:cNvContentPartPr/>
              <p14:nvPr/>
            </p14:nvContentPartPr>
            <p14:xfrm>
              <a:off x="8953833" y="2419473"/>
              <a:ext cx="318240" cy="30420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256C4D57-E90A-4C55-9D33-CC7A97CB67C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945193" y="2410833"/>
                <a:ext cx="33588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2958D26A-FF4C-489E-A145-59C64A2BAE55}"/>
                  </a:ext>
                </a:extLst>
              </p14:cNvPr>
              <p14:cNvContentPartPr/>
              <p14:nvPr/>
            </p14:nvContentPartPr>
            <p14:xfrm>
              <a:off x="5101833" y="5417193"/>
              <a:ext cx="120600" cy="38844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2958D26A-FF4C-489E-A145-59C64A2BAE5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93193" y="5408193"/>
                <a:ext cx="13824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8EAC657D-AF06-4F0D-879A-4B12214EBA67}"/>
                  </a:ext>
                </a:extLst>
              </p14:cNvPr>
              <p14:cNvContentPartPr/>
              <p14:nvPr/>
            </p14:nvContentPartPr>
            <p14:xfrm>
              <a:off x="5498553" y="5511513"/>
              <a:ext cx="100440" cy="23184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8EAC657D-AF06-4F0D-879A-4B12214EBA6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489553" y="5502873"/>
                <a:ext cx="1180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8435579A-84DB-4B59-9472-75D605477686}"/>
                  </a:ext>
                </a:extLst>
              </p14:cNvPr>
              <p14:cNvContentPartPr/>
              <p14:nvPr/>
            </p14:nvContentPartPr>
            <p14:xfrm>
              <a:off x="5994633" y="5439153"/>
              <a:ext cx="75960" cy="311400"/>
            </p14:xfrm>
          </p:contentPart>
        </mc:Choice>
        <mc:Fallback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8435579A-84DB-4B59-9472-75D60547768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985993" y="5430513"/>
                <a:ext cx="9360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5429009E-A87A-4276-B290-3D860ADD9E79}"/>
                  </a:ext>
                </a:extLst>
              </p14:cNvPr>
              <p14:cNvContentPartPr/>
              <p14:nvPr/>
            </p14:nvContentPartPr>
            <p14:xfrm>
              <a:off x="327513" y="4514673"/>
              <a:ext cx="5705640" cy="64728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5429009E-A87A-4276-B290-3D860ADD9E7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18873" y="4505673"/>
                <a:ext cx="5723280" cy="66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9BC3658D-B23D-4A02-860F-7B4B9B3E1198}"/>
                  </a:ext>
                </a:extLst>
              </p14:cNvPr>
              <p14:cNvContentPartPr/>
              <p14:nvPr/>
            </p14:nvContentPartPr>
            <p14:xfrm>
              <a:off x="4067193" y="5520153"/>
              <a:ext cx="192240" cy="297000"/>
            </p14:xfrm>
          </p:contentPart>
        </mc:Choice>
        <mc:Fallback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9BC3658D-B23D-4A02-860F-7B4B9B3E119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058193" y="5511153"/>
                <a:ext cx="2098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31A1A853-73AC-4D8C-8330-DD29363D974C}"/>
                  </a:ext>
                </a:extLst>
              </p14:cNvPr>
              <p14:cNvContentPartPr/>
              <p14:nvPr/>
            </p14:nvContentPartPr>
            <p14:xfrm>
              <a:off x="3552393" y="5535273"/>
              <a:ext cx="150840" cy="36504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31A1A853-73AC-4D8C-8330-DD29363D974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43753" y="5526633"/>
                <a:ext cx="16848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C49751A6-E157-487F-9142-F797E5DEDCBC}"/>
                  </a:ext>
                </a:extLst>
              </p14:cNvPr>
              <p14:cNvContentPartPr/>
              <p14:nvPr/>
            </p14:nvContentPartPr>
            <p14:xfrm>
              <a:off x="2996193" y="5475513"/>
              <a:ext cx="120600" cy="33732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C49751A6-E157-487F-9142-F797E5DEDCB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987553" y="5466513"/>
                <a:ext cx="13824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F82E9888-E909-4C85-B805-A84C7513FB15}"/>
                  </a:ext>
                </a:extLst>
              </p14:cNvPr>
              <p14:cNvContentPartPr/>
              <p14:nvPr/>
            </p14:nvContentPartPr>
            <p14:xfrm>
              <a:off x="2482473" y="5500713"/>
              <a:ext cx="196920" cy="26676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F82E9888-E909-4C85-B805-A84C7513FB1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473833" y="5491713"/>
                <a:ext cx="2145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D2D42826-2677-4E3F-B325-72E227DE8328}"/>
                  </a:ext>
                </a:extLst>
              </p14:cNvPr>
              <p14:cNvContentPartPr/>
              <p14:nvPr/>
            </p14:nvContentPartPr>
            <p14:xfrm>
              <a:off x="1675353" y="5589273"/>
              <a:ext cx="160560" cy="20124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D2D42826-2677-4E3F-B325-72E227DE832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666353" y="5580633"/>
                <a:ext cx="1782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0428E72B-DF4E-4195-A7F2-E35FDA4C7820}"/>
                  </a:ext>
                </a:extLst>
              </p14:cNvPr>
              <p14:cNvContentPartPr/>
              <p14:nvPr/>
            </p14:nvContentPartPr>
            <p14:xfrm>
              <a:off x="2087193" y="5750193"/>
              <a:ext cx="36000" cy="80640"/>
            </p14:xfrm>
          </p:contentPart>
        </mc:Choice>
        <mc:Fallback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0428E72B-DF4E-4195-A7F2-E35FDA4C782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078193" y="5741553"/>
                <a:ext cx="536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27" name="墨迹 126">
                <a:extLst>
                  <a:ext uri="{FF2B5EF4-FFF2-40B4-BE49-F238E27FC236}">
                    <a16:creationId xmlns:a16="http://schemas.microsoft.com/office/drawing/2014/main" id="{010600A3-C044-4F1B-962F-C5D66B8C1BED}"/>
                  </a:ext>
                </a:extLst>
              </p14:cNvPr>
              <p14:cNvContentPartPr/>
              <p14:nvPr/>
            </p14:nvContentPartPr>
            <p14:xfrm>
              <a:off x="5076273" y="6378033"/>
              <a:ext cx="1425240" cy="396000"/>
            </p14:xfrm>
          </p:contentPart>
        </mc:Choice>
        <mc:Fallback>
          <p:pic>
            <p:nvPicPr>
              <p:cNvPr id="127" name="墨迹 126">
                <a:extLst>
                  <a:ext uri="{FF2B5EF4-FFF2-40B4-BE49-F238E27FC236}">
                    <a16:creationId xmlns:a16="http://schemas.microsoft.com/office/drawing/2014/main" id="{010600A3-C044-4F1B-962F-C5D66B8C1BE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067633" y="6369033"/>
                <a:ext cx="144288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2A02CA18-9848-4879-9390-55DA73CB8585}"/>
                  </a:ext>
                </a:extLst>
              </p14:cNvPr>
              <p14:cNvContentPartPr/>
              <p14:nvPr/>
            </p14:nvContentPartPr>
            <p14:xfrm>
              <a:off x="1660953" y="6331233"/>
              <a:ext cx="2484360" cy="47340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2A02CA18-9848-4879-9390-55DA73CB858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652313" y="6322233"/>
                <a:ext cx="250200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CEE0AF93-AEA1-4880-BBB8-FFDBC6CCF286}"/>
                  </a:ext>
                </a:extLst>
              </p14:cNvPr>
              <p14:cNvContentPartPr/>
              <p14:nvPr/>
            </p14:nvContentPartPr>
            <p14:xfrm>
              <a:off x="10853193" y="4317033"/>
              <a:ext cx="19440" cy="414360"/>
            </p14:xfrm>
          </p:contentPart>
        </mc:Choice>
        <mc:Fallback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CEE0AF93-AEA1-4880-BBB8-FFDBC6CCF28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835193" y="4299393"/>
                <a:ext cx="5508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C282C537-B600-4593-A574-5DDA23CC69FB}"/>
                  </a:ext>
                </a:extLst>
              </p14:cNvPr>
              <p14:cNvContentPartPr/>
              <p14:nvPr/>
            </p14:nvContentPartPr>
            <p14:xfrm>
              <a:off x="11022753" y="4128033"/>
              <a:ext cx="896040" cy="748080"/>
            </p14:xfrm>
          </p:contentPart>
        </mc:Choice>
        <mc:Fallback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C282C537-B600-4593-A574-5DDA23CC69F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005113" y="4110393"/>
                <a:ext cx="931680" cy="78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8DB7086D-45A8-4E1F-879E-AB94C1AA8021}"/>
                  </a:ext>
                </a:extLst>
              </p14:cNvPr>
              <p14:cNvContentPartPr/>
              <p14:nvPr/>
            </p14:nvContentPartPr>
            <p14:xfrm>
              <a:off x="9023313" y="4169433"/>
              <a:ext cx="831960" cy="749520"/>
            </p14:xfrm>
          </p:contentPart>
        </mc:Choice>
        <mc:Fallback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8DB7086D-45A8-4E1F-879E-AB94C1AA802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005313" y="4151433"/>
                <a:ext cx="867600" cy="78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CC1C4A79-3EAA-447A-B1F9-51591FB6C5F5}"/>
                  </a:ext>
                </a:extLst>
              </p14:cNvPr>
              <p14:cNvContentPartPr/>
              <p14:nvPr/>
            </p14:nvContentPartPr>
            <p14:xfrm>
              <a:off x="10353873" y="4332153"/>
              <a:ext cx="343080" cy="585720"/>
            </p14:xfrm>
          </p:contentPart>
        </mc:Choice>
        <mc:Fallback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CC1C4A79-3EAA-447A-B1F9-51591FB6C5F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335873" y="4314164"/>
                <a:ext cx="378720" cy="621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AE2C45A7-F188-4260-BF76-52B6AF20C237}"/>
                  </a:ext>
                </a:extLst>
              </p14:cNvPr>
              <p14:cNvContentPartPr/>
              <p14:nvPr/>
            </p14:nvContentPartPr>
            <p14:xfrm>
              <a:off x="10048233" y="4525113"/>
              <a:ext cx="147960" cy="135360"/>
            </p14:xfrm>
          </p:contentPart>
        </mc:Choice>
        <mc:Fallback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AE2C45A7-F188-4260-BF76-52B6AF20C23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0030593" y="4507473"/>
                <a:ext cx="1836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7FBE7BB1-B769-462F-B3C4-9FE5469FF149}"/>
                  </a:ext>
                </a:extLst>
              </p14:cNvPr>
              <p14:cNvContentPartPr/>
              <p14:nvPr/>
            </p14:nvContentPartPr>
            <p14:xfrm>
              <a:off x="8695713" y="5455353"/>
              <a:ext cx="219600" cy="27360"/>
            </p14:xfrm>
          </p:contentPart>
        </mc:Choice>
        <mc:Fallback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7FBE7BB1-B769-462F-B3C4-9FE5469FF149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678073" y="5437713"/>
                <a:ext cx="2552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16AE80CA-1BD4-471D-8775-6DAD6C2EEA60}"/>
                  </a:ext>
                </a:extLst>
              </p14:cNvPr>
              <p14:cNvContentPartPr/>
              <p14:nvPr/>
            </p14:nvContentPartPr>
            <p14:xfrm>
              <a:off x="8741433" y="5666313"/>
              <a:ext cx="163080" cy="25200"/>
            </p14:xfrm>
          </p:contentPart>
        </mc:Choice>
        <mc:Fallback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16AE80CA-1BD4-471D-8775-6DAD6C2EEA6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723793" y="5648673"/>
                <a:ext cx="1987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3026DDC8-A4C6-447D-9307-07B56ECF9AB1}"/>
                  </a:ext>
                </a:extLst>
              </p14:cNvPr>
              <p14:cNvContentPartPr/>
              <p14:nvPr/>
            </p14:nvContentPartPr>
            <p14:xfrm>
              <a:off x="9517953" y="5474073"/>
              <a:ext cx="236160" cy="254520"/>
            </p14:xfrm>
          </p:contentPart>
        </mc:Choice>
        <mc:Fallback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3026DDC8-A4C6-447D-9307-07B56ECF9AB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500313" y="5456073"/>
                <a:ext cx="27180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D1884F7B-9A5E-4318-87E2-D15755EC59E5}"/>
                  </a:ext>
                </a:extLst>
              </p14:cNvPr>
              <p14:cNvContentPartPr/>
              <p14:nvPr/>
            </p14:nvContentPartPr>
            <p14:xfrm>
              <a:off x="9892713" y="5634993"/>
              <a:ext cx="40680" cy="47160"/>
            </p14:xfrm>
          </p:contentPart>
        </mc:Choice>
        <mc:Fallback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D1884F7B-9A5E-4318-87E2-D15755EC59E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875073" y="5617353"/>
                <a:ext cx="763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D6435054-37D0-4B7C-8FAE-6CFC17E631F6}"/>
                  </a:ext>
                </a:extLst>
              </p14:cNvPr>
              <p14:cNvContentPartPr/>
              <p14:nvPr/>
            </p14:nvContentPartPr>
            <p14:xfrm>
              <a:off x="10727553" y="5377233"/>
              <a:ext cx="59400" cy="286560"/>
            </p14:xfrm>
          </p:contentPart>
        </mc:Choice>
        <mc:Fallback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D6435054-37D0-4B7C-8FAE-6CFC17E631F6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709913" y="5359593"/>
                <a:ext cx="9504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D8A2FB69-D54E-4039-94C3-ACBEEFE4DDB6}"/>
                  </a:ext>
                </a:extLst>
              </p14:cNvPr>
              <p14:cNvContentPartPr/>
              <p14:nvPr/>
            </p14:nvContentPartPr>
            <p14:xfrm>
              <a:off x="10906833" y="5368953"/>
              <a:ext cx="32760" cy="201960"/>
            </p14:xfrm>
          </p:contentPart>
        </mc:Choice>
        <mc:Fallback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D8A2FB69-D54E-4039-94C3-ACBEEFE4DDB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889193" y="5350953"/>
                <a:ext cx="684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3ACE3D88-A085-400B-AD29-EB48C230A232}"/>
                  </a:ext>
                </a:extLst>
              </p14:cNvPr>
              <p14:cNvContentPartPr/>
              <p14:nvPr/>
            </p14:nvContentPartPr>
            <p14:xfrm>
              <a:off x="12005193" y="5412153"/>
              <a:ext cx="25560" cy="126000"/>
            </p14:xfrm>
          </p:contentPart>
        </mc:Choice>
        <mc:Fallback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3ACE3D88-A085-400B-AD29-EB48C230A23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987553" y="5394513"/>
                <a:ext cx="612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F840F841-179A-44BF-B09A-9580AA5B8F73}"/>
                  </a:ext>
                </a:extLst>
              </p14:cNvPr>
              <p14:cNvContentPartPr/>
              <p14:nvPr/>
            </p14:nvContentPartPr>
            <p14:xfrm>
              <a:off x="12233433" y="5406393"/>
              <a:ext cx="46800" cy="195120"/>
            </p14:xfrm>
          </p:contentPart>
        </mc:Choice>
        <mc:Fallback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F840F841-179A-44BF-B09A-9580AA5B8F7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2215433" y="5388753"/>
                <a:ext cx="824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1C21F257-7513-4002-921C-86EDF0A905EC}"/>
                  </a:ext>
                </a:extLst>
              </p14:cNvPr>
              <p14:cNvContentPartPr/>
              <p14:nvPr/>
            </p14:nvContentPartPr>
            <p14:xfrm>
              <a:off x="11516673" y="5398833"/>
              <a:ext cx="364320" cy="181080"/>
            </p14:xfrm>
          </p:contentPart>
        </mc:Choice>
        <mc:Fallback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1C21F257-7513-4002-921C-86EDF0A905E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1498673" y="5380869"/>
                <a:ext cx="399960" cy="216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90BEBFFB-6397-42CA-86B9-E6A0DD894FF6}"/>
                  </a:ext>
                </a:extLst>
              </p14:cNvPr>
              <p14:cNvContentPartPr/>
              <p14:nvPr/>
            </p14:nvContentPartPr>
            <p14:xfrm>
              <a:off x="10151553" y="5461473"/>
              <a:ext cx="466920" cy="215280"/>
            </p14:xfrm>
          </p:contentPart>
        </mc:Choice>
        <mc:Fallback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90BEBFFB-6397-42CA-86B9-E6A0DD894FF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133913" y="5443833"/>
                <a:ext cx="5025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C7C8AFD2-755B-43D3-8A74-D02516D72329}"/>
                  </a:ext>
                </a:extLst>
              </p14:cNvPr>
              <p14:cNvContentPartPr/>
              <p14:nvPr/>
            </p14:nvContentPartPr>
            <p14:xfrm>
              <a:off x="11460153" y="5754513"/>
              <a:ext cx="692280" cy="73440"/>
            </p14:xfrm>
          </p:contentPart>
        </mc:Choice>
        <mc:Fallback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C7C8AFD2-755B-43D3-8A74-D02516D7232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451153" y="5745513"/>
                <a:ext cx="709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55CFE8CC-4E5C-48AB-A5EE-CC39312EEDFF}"/>
                  </a:ext>
                </a:extLst>
              </p14:cNvPr>
              <p14:cNvContentPartPr/>
              <p14:nvPr/>
            </p14:nvContentPartPr>
            <p14:xfrm>
              <a:off x="11773353" y="6006153"/>
              <a:ext cx="220680" cy="299880"/>
            </p14:xfrm>
          </p:contentPart>
        </mc:Choice>
        <mc:Fallback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55CFE8CC-4E5C-48AB-A5EE-CC39312EEDF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764353" y="5997153"/>
                <a:ext cx="2383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10D5F022-7E51-4EAC-836A-CFA354DC945E}"/>
                  </a:ext>
                </a:extLst>
              </p14:cNvPr>
              <p14:cNvContentPartPr/>
              <p14:nvPr/>
            </p14:nvContentPartPr>
            <p14:xfrm>
              <a:off x="10150833" y="5811393"/>
              <a:ext cx="716040" cy="80640"/>
            </p14:xfrm>
          </p:contentPart>
        </mc:Choice>
        <mc:Fallback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10D5F022-7E51-4EAC-836A-CFA354DC945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142193" y="5802393"/>
                <a:ext cx="7336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852E5B58-6D03-4065-BD2F-DB128014AA03}"/>
                  </a:ext>
                </a:extLst>
              </p14:cNvPr>
              <p14:cNvContentPartPr/>
              <p14:nvPr/>
            </p14:nvContentPartPr>
            <p14:xfrm>
              <a:off x="9831873" y="6098313"/>
              <a:ext cx="222840" cy="325080"/>
            </p14:xfrm>
          </p:contentPart>
        </mc:Choice>
        <mc:Fallback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852E5B58-6D03-4065-BD2F-DB128014AA0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823233" y="6089313"/>
                <a:ext cx="24048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79BFBBCC-02E3-487F-808B-00910158474D}"/>
                  </a:ext>
                </a:extLst>
              </p14:cNvPr>
              <p14:cNvContentPartPr/>
              <p14:nvPr/>
            </p14:nvContentPartPr>
            <p14:xfrm>
              <a:off x="10303833" y="6053313"/>
              <a:ext cx="488880" cy="351360"/>
            </p14:xfrm>
          </p:contentPart>
        </mc:Choice>
        <mc:Fallback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79BFBBCC-02E3-487F-808B-00910158474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0295193" y="6044673"/>
                <a:ext cx="50652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574063A9-45FC-47CD-A393-BEFF8D5AD235}"/>
                  </a:ext>
                </a:extLst>
              </p14:cNvPr>
              <p14:cNvContentPartPr/>
              <p14:nvPr/>
            </p14:nvContentPartPr>
            <p14:xfrm>
              <a:off x="9376833" y="6664953"/>
              <a:ext cx="116280" cy="24480"/>
            </p14:xfrm>
          </p:contentPart>
        </mc:Choice>
        <mc:Fallback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574063A9-45FC-47CD-A393-BEFF8D5AD23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367833" y="6655953"/>
                <a:ext cx="133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B60B2AEF-4AA8-47B3-B29D-8B5E01BCA295}"/>
                  </a:ext>
                </a:extLst>
              </p14:cNvPr>
              <p14:cNvContentPartPr/>
              <p14:nvPr/>
            </p14:nvContentPartPr>
            <p14:xfrm>
              <a:off x="9349113" y="6798513"/>
              <a:ext cx="143280" cy="4680"/>
            </p14:xfrm>
          </p:contentPart>
        </mc:Choice>
        <mc:Fallback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B60B2AEF-4AA8-47B3-B29D-8B5E01BCA295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340473" y="6789513"/>
                <a:ext cx="1609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6C8B685F-FDDE-473C-B02E-BFE29382A15D}"/>
                  </a:ext>
                </a:extLst>
              </p14:cNvPr>
              <p14:cNvContentPartPr/>
              <p14:nvPr/>
            </p14:nvContentPartPr>
            <p14:xfrm>
              <a:off x="11199513" y="6050073"/>
              <a:ext cx="256680" cy="280080"/>
            </p14:xfrm>
          </p:contentPart>
        </mc:Choice>
        <mc:Fallback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6C8B685F-FDDE-473C-B02E-BFE29382A15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1190873" y="6041073"/>
                <a:ext cx="27432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82" name="墨迹 181">
                <a:extLst>
                  <a:ext uri="{FF2B5EF4-FFF2-40B4-BE49-F238E27FC236}">
                    <a16:creationId xmlns:a16="http://schemas.microsoft.com/office/drawing/2014/main" id="{F9732A4D-D0B9-4EE2-8EA1-AC3CB57E3031}"/>
                  </a:ext>
                </a:extLst>
              </p14:cNvPr>
              <p14:cNvContentPartPr/>
              <p14:nvPr/>
            </p14:nvContentPartPr>
            <p14:xfrm>
              <a:off x="9992073" y="6558753"/>
              <a:ext cx="529200" cy="300960"/>
            </p14:xfrm>
          </p:contentPart>
        </mc:Choice>
        <mc:Fallback>
          <p:pic>
            <p:nvPicPr>
              <p:cNvPr id="182" name="墨迹 181">
                <a:extLst>
                  <a:ext uri="{FF2B5EF4-FFF2-40B4-BE49-F238E27FC236}">
                    <a16:creationId xmlns:a16="http://schemas.microsoft.com/office/drawing/2014/main" id="{F9732A4D-D0B9-4EE2-8EA1-AC3CB57E303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983079" y="6549753"/>
                <a:ext cx="546828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84BE5947-5F3E-4C9C-A607-4987473430AB}"/>
                  </a:ext>
                </a:extLst>
              </p14:cNvPr>
              <p14:cNvContentPartPr/>
              <p14:nvPr/>
            </p14:nvContentPartPr>
            <p14:xfrm>
              <a:off x="9505353" y="402270"/>
              <a:ext cx="3700440" cy="945000"/>
            </p14:xfrm>
          </p:contentPart>
        </mc:Choice>
        <mc:Fallback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84BE5947-5F3E-4C9C-A607-4987473430A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496713" y="393630"/>
                <a:ext cx="3718080" cy="9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236" name="墨迹 235">
                <a:extLst>
                  <a:ext uri="{FF2B5EF4-FFF2-40B4-BE49-F238E27FC236}">
                    <a16:creationId xmlns:a16="http://schemas.microsoft.com/office/drawing/2014/main" id="{351516ED-FFC2-40C3-9EE4-831CBD7BDC15}"/>
                  </a:ext>
                </a:extLst>
              </p14:cNvPr>
              <p14:cNvContentPartPr/>
              <p14:nvPr/>
            </p14:nvContentPartPr>
            <p14:xfrm>
              <a:off x="9484322" y="1566150"/>
              <a:ext cx="2576520" cy="2305080"/>
            </p14:xfrm>
          </p:contentPart>
        </mc:Choice>
        <mc:Fallback>
          <p:pic>
            <p:nvPicPr>
              <p:cNvPr id="236" name="墨迹 235">
                <a:extLst>
                  <a:ext uri="{FF2B5EF4-FFF2-40B4-BE49-F238E27FC236}">
                    <a16:creationId xmlns:a16="http://schemas.microsoft.com/office/drawing/2014/main" id="{351516ED-FFC2-40C3-9EE4-831CBD7BDC1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475322" y="1557509"/>
                <a:ext cx="2594160" cy="2322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238" name="墨迹 237">
                <a:extLst>
                  <a:ext uri="{FF2B5EF4-FFF2-40B4-BE49-F238E27FC236}">
                    <a16:creationId xmlns:a16="http://schemas.microsoft.com/office/drawing/2014/main" id="{5497EF61-A589-453E-9721-4F60B8C273D6}"/>
                  </a:ext>
                </a:extLst>
              </p14:cNvPr>
              <p14:cNvContentPartPr/>
              <p14:nvPr/>
            </p14:nvContentPartPr>
            <p14:xfrm>
              <a:off x="6583802" y="4771590"/>
              <a:ext cx="1544040" cy="1265040"/>
            </p14:xfrm>
          </p:contentPart>
        </mc:Choice>
        <mc:Fallback>
          <p:pic>
            <p:nvPicPr>
              <p:cNvPr id="238" name="墨迹 237">
                <a:extLst>
                  <a:ext uri="{FF2B5EF4-FFF2-40B4-BE49-F238E27FC236}">
                    <a16:creationId xmlns:a16="http://schemas.microsoft.com/office/drawing/2014/main" id="{5497EF61-A589-453E-9721-4F60B8C273D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566162" y="4753950"/>
                <a:ext cx="1579680" cy="13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240" name="墨迹 239">
                <a:extLst>
                  <a:ext uri="{FF2B5EF4-FFF2-40B4-BE49-F238E27FC236}">
                    <a16:creationId xmlns:a16="http://schemas.microsoft.com/office/drawing/2014/main" id="{84BEA2F6-9103-424A-A74F-8118A83E0740}"/>
                  </a:ext>
                </a:extLst>
              </p14:cNvPr>
              <p14:cNvContentPartPr/>
              <p14:nvPr/>
            </p14:nvContentPartPr>
            <p14:xfrm>
              <a:off x="6505473" y="2277870"/>
              <a:ext cx="1151489" cy="1101600"/>
            </p14:xfrm>
          </p:contentPart>
        </mc:Choice>
        <mc:Fallback>
          <p:pic>
            <p:nvPicPr>
              <p:cNvPr id="240" name="墨迹 239">
                <a:extLst>
                  <a:ext uri="{FF2B5EF4-FFF2-40B4-BE49-F238E27FC236}">
                    <a16:creationId xmlns:a16="http://schemas.microsoft.com/office/drawing/2014/main" id="{84BEA2F6-9103-424A-A74F-8118A83E074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496477" y="2260230"/>
                <a:ext cx="1178117" cy="11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241" name="墨迹 240">
                <a:extLst>
                  <a:ext uri="{FF2B5EF4-FFF2-40B4-BE49-F238E27FC236}">
                    <a16:creationId xmlns:a16="http://schemas.microsoft.com/office/drawing/2014/main" id="{6BC9F18B-60B2-49D4-B14E-B7E36A419439}"/>
                  </a:ext>
                </a:extLst>
              </p14:cNvPr>
              <p14:cNvContentPartPr/>
              <p14:nvPr/>
            </p14:nvContentPartPr>
            <p14:xfrm>
              <a:off x="6082682" y="-39810"/>
              <a:ext cx="1172880" cy="931320"/>
            </p14:xfrm>
          </p:contentPart>
        </mc:Choice>
        <mc:Fallback>
          <p:pic>
            <p:nvPicPr>
              <p:cNvPr id="241" name="墨迹 240">
                <a:extLst>
                  <a:ext uri="{FF2B5EF4-FFF2-40B4-BE49-F238E27FC236}">
                    <a16:creationId xmlns:a16="http://schemas.microsoft.com/office/drawing/2014/main" id="{6BC9F18B-60B2-49D4-B14E-B7E36A41943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065042" y="-57450"/>
                <a:ext cx="1208520" cy="9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7067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8352EE3B-FE99-4C1B-8818-2B63C9525D34}"/>
                  </a:ext>
                </a:extLst>
              </p14:cNvPr>
              <p14:cNvContentPartPr/>
              <p14:nvPr/>
            </p14:nvContentPartPr>
            <p14:xfrm>
              <a:off x="981633" y="502833"/>
              <a:ext cx="931320" cy="4237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8352EE3B-FE99-4C1B-8818-2B63C9525D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993" y="493825"/>
                <a:ext cx="948960" cy="4413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44E27CF0-1259-4B37-8EAE-B54114CF41E4}"/>
                  </a:ext>
                </a:extLst>
              </p14:cNvPr>
              <p14:cNvContentPartPr/>
              <p14:nvPr/>
            </p14:nvContentPartPr>
            <p14:xfrm>
              <a:off x="4618713" y="364233"/>
              <a:ext cx="440640" cy="72036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44E27CF0-1259-4B37-8EAE-B54114CF41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9713" y="355593"/>
                <a:ext cx="458280" cy="73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11E4B468-DCBA-49AF-A448-12C77F276520}"/>
                  </a:ext>
                </a:extLst>
              </p14:cNvPr>
              <p14:cNvContentPartPr/>
              <p14:nvPr/>
            </p14:nvContentPartPr>
            <p14:xfrm>
              <a:off x="5822913" y="647553"/>
              <a:ext cx="303480" cy="1116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11E4B468-DCBA-49AF-A448-12C77F2765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3913" y="638913"/>
                <a:ext cx="3211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D8C051F0-6BB4-4B67-B6CE-6B9257EAD82C}"/>
                  </a:ext>
                </a:extLst>
              </p14:cNvPr>
              <p14:cNvContentPartPr/>
              <p14:nvPr/>
            </p14:nvContentPartPr>
            <p14:xfrm>
              <a:off x="5319273" y="555393"/>
              <a:ext cx="136800" cy="13392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D8C051F0-6BB4-4B67-B6CE-6B9257EAD8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10633" y="546393"/>
                <a:ext cx="15444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8616C10D-865B-429E-9957-F12B3BFCC3D7}"/>
                  </a:ext>
                </a:extLst>
              </p14:cNvPr>
              <p14:cNvContentPartPr/>
              <p14:nvPr/>
            </p14:nvContentPartPr>
            <p14:xfrm>
              <a:off x="2520633" y="337233"/>
              <a:ext cx="957240" cy="74916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8616C10D-865B-429E-9957-F12B3BFCC3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11993" y="328593"/>
                <a:ext cx="974880" cy="76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BA7DE8FE-AB9C-48A2-8AE8-1E59A99779DF}"/>
                  </a:ext>
                </a:extLst>
              </p14:cNvPr>
              <p14:cNvContentPartPr/>
              <p14:nvPr/>
            </p14:nvContentPartPr>
            <p14:xfrm>
              <a:off x="7550193" y="994233"/>
              <a:ext cx="360" cy="36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BA7DE8FE-AB9C-48A2-8AE8-1E59A99779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41193" y="9855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5A7D2BE2-B95C-42C6-B7B7-212EAAEAE6AA}"/>
                  </a:ext>
                </a:extLst>
              </p14:cNvPr>
              <p14:cNvContentPartPr/>
              <p14:nvPr/>
            </p14:nvContentPartPr>
            <p14:xfrm>
              <a:off x="6367233" y="389793"/>
              <a:ext cx="1037520" cy="69804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5A7D2BE2-B95C-42C6-B7B7-212EAAEAE6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58590" y="381149"/>
                <a:ext cx="1055166" cy="7156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53BC7263-FA30-4B81-B01A-229C0879196E}"/>
                  </a:ext>
                </a:extLst>
              </p14:cNvPr>
              <p14:cNvContentPartPr/>
              <p14:nvPr/>
            </p14:nvContentPartPr>
            <p14:xfrm>
              <a:off x="10379793" y="509313"/>
              <a:ext cx="495720" cy="60984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53BC7263-FA30-4B81-B01A-229C0879196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70800" y="500673"/>
                <a:ext cx="513347" cy="62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CFB8A6F0-3745-44C2-ADB2-943B727C50EC}"/>
                  </a:ext>
                </a:extLst>
              </p14:cNvPr>
              <p14:cNvContentPartPr/>
              <p14:nvPr/>
            </p14:nvContentPartPr>
            <p14:xfrm>
              <a:off x="10061553" y="566913"/>
              <a:ext cx="202680" cy="14184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CFB8A6F0-3745-44C2-ADB2-943B727C50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52898" y="557913"/>
                <a:ext cx="220351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3ACB1E5F-3A64-43FF-9FFC-2DA37CFA4D24}"/>
                  </a:ext>
                </a:extLst>
              </p14:cNvPr>
              <p14:cNvContentPartPr/>
              <p14:nvPr/>
            </p14:nvContentPartPr>
            <p14:xfrm>
              <a:off x="9329313" y="500673"/>
              <a:ext cx="470160" cy="34308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3ACB1E5F-3A64-43FF-9FFC-2DA37CFA4D2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20666" y="492033"/>
                <a:ext cx="487814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1E2FEF7B-E9FD-480F-AEA6-B7FC558C5DB2}"/>
                  </a:ext>
                </a:extLst>
              </p14:cNvPr>
              <p14:cNvContentPartPr/>
              <p14:nvPr/>
            </p14:nvContentPartPr>
            <p14:xfrm>
              <a:off x="911433" y="1912593"/>
              <a:ext cx="13680" cy="5076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1E2FEF7B-E9FD-480F-AEA6-B7FC558C5DB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2793" y="1903593"/>
                <a:ext cx="313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5885712A-47F0-4B5E-B904-3806C8D3288F}"/>
                  </a:ext>
                </a:extLst>
              </p14:cNvPr>
              <p14:cNvContentPartPr/>
              <p14:nvPr/>
            </p14:nvContentPartPr>
            <p14:xfrm>
              <a:off x="939153" y="2128233"/>
              <a:ext cx="360" cy="36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5885712A-47F0-4B5E-B904-3806C8D328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0153" y="211959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2D1F084D-D93E-4155-8823-C3E2BDA2F04F}"/>
                  </a:ext>
                </a:extLst>
              </p14:cNvPr>
              <p14:cNvContentPartPr/>
              <p14:nvPr/>
            </p14:nvContentPartPr>
            <p14:xfrm>
              <a:off x="146073" y="1609113"/>
              <a:ext cx="566640" cy="78120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2D1F084D-D93E-4155-8823-C3E2BDA2F04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37433" y="1600473"/>
                <a:ext cx="584280" cy="79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A8FF497C-E566-4493-A85F-F1EA8913110E}"/>
                  </a:ext>
                </a:extLst>
              </p14:cNvPr>
              <p14:cNvContentPartPr/>
              <p14:nvPr/>
            </p14:nvContentPartPr>
            <p14:xfrm>
              <a:off x="2496873" y="1800993"/>
              <a:ext cx="5760" cy="45000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A8FF497C-E566-4493-A85F-F1EA8913110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87873" y="1792353"/>
                <a:ext cx="2340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D1B52724-241A-4906-AD71-D79ACCF2B54C}"/>
                  </a:ext>
                </a:extLst>
              </p14:cNvPr>
              <p14:cNvContentPartPr/>
              <p14:nvPr/>
            </p14:nvContentPartPr>
            <p14:xfrm>
              <a:off x="2643393" y="1806753"/>
              <a:ext cx="739080" cy="68400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D1B52724-241A-4906-AD71-D79ACCF2B54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634753" y="1797748"/>
                <a:ext cx="756720" cy="701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879CF39D-E41E-40DC-A98D-369FC2D91565}"/>
                  </a:ext>
                </a:extLst>
              </p14:cNvPr>
              <p14:cNvContentPartPr/>
              <p14:nvPr/>
            </p14:nvContentPartPr>
            <p14:xfrm>
              <a:off x="2204913" y="1972713"/>
              <a:ext cx="165960" cy="20232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879CF39D-E41E-40DC-A98D-369FC2D9156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195913" y="1964058"/>
                <a:ext cx="183600" cy="219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5F9E6222-98F3-477B-95C6-91699F17D9C7}"/>
                  </a:ext>
                </a:extLst>
              </p14:cNvPr>
              <p14:cNvContentPartPr/>
              <p14:nvPr/>
            </p14:nvContentPartPr>
            <p14:xfrm>
              <a:off x="1600473" y="1889193"/>
              <a:ext cx="496440" cy="52056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5F9E6222-98F3-477B-95C6-91699F17D9C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591480" y="1880199"/>
                <a:ext cx="514067" cy="5381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D7270171-C0F9-4F7C-9378-15024B6E3D5E}"/>
                  </a:ext>
                </a:extLst>
              </p14:cNvPr>
              <p14:cNvContentPartPr/>
              <p14:nvPr/>
            </p14:nvContentPartPr>
            <p14:xfrm>
              <a:off x="4056033" y="1923393"/>
              <a:ext cx="254520" cy="47016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D7270171-C0F9-4F7C-9378-15024B6E3D5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047393" y="1914393"/>
                <a:ext cx="27216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C3A803EC-2293-487E-902B-8D740D8C1E34}"/>
                  </a:ext>
                </a:extLst>
              </p14:cNvPr>
              <p14:cNvContentPartPr/>
              <p14:nvPr/>
            </p14:nvContentPartPr>
            <p14:xfrm>
              <a:off x="4457793" y="2344233"/>
              <a:ext cx="28800" cy="4932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C3A803EC-2293-487E-902B-8D740D8C1E3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448793" y="2335593"/>
                <a:ext cx="464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D9C3E859-9C57-4F39-B5FD-1E688904B201}"/>
                  </a:ext>
                </a:extLst>
              </p14:cNvPr>
              <p14:cNvContentPartPr/>
              <p14:nvPr/>
            </p14:nvContentPartPr>
            <p14:xfrm>
              <a:off x="4770993" y="1909713"/>
              <a:ext cx="47880" cy="37152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D9C3E859-9C57-4F39-B5FD-1E688904B20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761993" y="1900713"/>
                <a:ext cx="6552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C0CCD374-9F4B-442E-B895-DCF28D0A239A}"/>
                  </a:ext>
                </a:extLst>
              </p14:cNvPr>
              <p14:cNvContentPartPr/>
              <p14:nvPr/>
            </p14:nvContentPartPr>
            <p14:xfrm>
              <a:off x="5098233" y="1970913"/>
              <a:ext cx="73800" cy="30060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C0CCD374-9F4B-442E-B895-DCF28D0A239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089593" y="1961913"/>
                <a:ext cx="9144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FD2AD1B3-5A85-4643-A237-915D52551C88}"/>
                  </a:ext>
                </a:extLst>
              </p14:cNvPr>
              <p14:cNvContentPartPr/>
              <p14:nvPr/>
            </p14:nvContentPartPr>
            <p14:xfrm>
              <a:off x="5372913" y="1926633"/>
              <a:ext cx="182520" cy="25380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FD2AD1B3-5A85-4643-A237-915D52551C8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364273" y="1917993"/>
                <a:ext cx="2001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DDA629CA-E173-4649-B12F-8A2501EAA742}"/>
                  </a:ext>
                </a:extLst>
              </p14:cNvPr>
              <p14:cNvContentPartPr/>
              <p14:nvPr/>
            </p14:nvContentPartPr>
            <p14:xfrm>
              <a:off x="5676753" y="1947873"/>
              <a:ext cx="169560" cy="27144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DDA629CA-E173-4649-B12F-8A2501EAA74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667753" y="1939233"/>
                <a:ext cx="1872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916525FB-4D1E-4BE2-B90C-BD2ECE44054B}"/>
                  </a:ext>
                </a:extLst>
              </p14:cNvPr>
              <p14:cNvContentPartPr/>
              <p14:nvPr/>
            </p14:nvContentPartPr>
            <p14:xfrm>
              <a:off x="3497313" y="2091513"/>
              <a:ext cx="128880" cy="13392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916525FB-4D1E-4BE2-B90C-BD2ECE44054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488313" y="2082513"/>
                <a:ext cx="1465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43AC1E75-02EC-410C-8033-078866A0B0AA}"/>
                  </a:ext>
                </a:extLst>
              </p14:cNvPr>
              <p14:cNvContentPartPr/>
              <p14:nvPr/>
            </p14:nvContentPartPr>
            <p14:xfrm>
              <a:off x="4304433" y="2941473"/>
              <a:ext cx="238320" cy="41076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43AC1E75-02EC-410C-8033-078866A0B0A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295793" y="2932833"/>
                <a:ext cx="25596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337971D2-AA8F-4B22-9A31-342372857BA7}"/>
                  </a:ext>
                </a:extLst>
              </p14:cNvPr>
              <p14:cNvContentPartPr/>
              <p14:nvPr/>
            </p14:nvContentPartPr>
            <p14:xfrm>
              <a:off x="3748953" y="3015273"/>
              <a:ext cx="318960" cy="378000"/>
            </p14:xfrm>
          </p:contentPart>
        </mc:Choice>
        <mc:Fallback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337971D2-AA8F-4B22-9A31-342372857BA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740313" y="3006273"/>
                <a:ext cx="33660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00178F5F-E2BA-48DB-B23F-F869A5E49D7D}"/>
                  </a:ext>
                </a:extLst>
              </p14:cNvPr>
              <p14:cNvContentPartPr/>
              <p14:nvPr/>
            </p14:nvContentPartPr>
            <p14:xfrm>
              <a:off x="3024633" y="2932473"/>
              <a:ext cx="539280" cy="60228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00178F5F-E2BA-48DB-B23F-F869A5E49D7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015633" y="2923473"/>
                <a:ext cx="556920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E7E31F1E-AAF0-4C97-83D4-594C6FFC4C7C}"/>
                  </a:ext>
                </a:extLst>
              </p14:cNvPr>
              <p14:cNvContentPartPr/>
              <p14:nvPr/>
            </p14:nvContentPartPr>
            <p14:xfrm>
              <a:off x="6549393" y="2979273"/>
              <a:ext cx="999720" cy="467640"/>
            </p14:xfrm>
          </p:contentPart>
        </mc:Choice>
        <mc:Fallback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E7E31F1E-AAF0-4C97-83D4-594C6FFC4C7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540753" y="2970273"/>
                <a:ext cx="1017360" cy="4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C84964CE-4760-4CC5-A617-D8C3F0C26E63}"/>
                  </a:ext>
                </a:extLst>
              </p14:cNvPr>
              <p14:cNvContentPartPr/>
              <p14:nvPr/>
            </p14:nvContentPartPr>
            <p14:xfrm>
              <a:off x="2190153" y="3802593"/>
              <a:ext cx="314640" cy="46836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C84964CE-4760-4CC5-A617-D8C3F0C26E6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181513" y="3793953"/>
                <a:ext cx="33228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C6D4BC05-4208-4817-A7ED-431356D2ACB2}"/>
                  </a:ext>
                </a:extLst>
              </p14:cNvPr>
              <p14:cNvContentPartPr/>
              <p14:nvPr/>
            </p14:nvContentPartPr>
            <p14:xfrm>
              <a:off x="2645913" y="4092753"/>
              <a:ext cx="50760" cy="8712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C6D4BC05-4208-4817-A7ED-431356D2ACB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636913" y="4083753"/>
                <a:ext cx="684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53FC2E6B-46DB-4C5B-9BD3-6FC02CFFAFB4}"/>
                  </a:ext>
                </a:extLst>
              </p14:cNvPr>
              <p14:cNvContentPartPr/>
              <p14:nvPr/>
            </p14:nvContentPartPr>
            <p14:xfrm>
              <a:off x="3091593" y="3746433"/>
              <a:ext cx="302040" cy="40752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53FC2E6B-46DB-4C5B-9BD3-6FC02CFFAFB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082593" y="3737433"/>
                <a:ext cx="31968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11418989-4D81-4B2B-9BAE-8AB24FC16FCE}"/>
                  </a:ext>
                </a:extLst>
              </p14:cNvPr>
              <p14:cNvContentPartPr/>
              <p14:nvPr/>
            </p14:nvContentPartPr>
            <p14:xfrm>
              <a:off x="3528273" y="3769833"/>
              <a:ext cx="327960" cy="39348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11418989-4D81-4B2B-9BAE-8AB24FC16FC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519273" y="3760833"/>
                <a:ext cx="3456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1B925DD2-90F4-4AE0-9CC7-79E507F18DFA}"/>
                  </a:ext>
                </a:extLst>
              </p14:cNvPr>
              <p14:cNvContentPartPr/>
              <p14:nvPr/>
            </p14:nvContentPartPr>
            <p14:xfrm>
              <a:off x="4002033" y="3793233"/>
              <a:ext cx="292680" cy="368280"/>
            </p14:xfrm>
          </p:contentPart>
        </mc:Choice>
        <mc:Fallback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1B925DD2-90F4-4AE0-9CC7-79E507F18DF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993033" y="3784233"/>
                <a:ext cx="31032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149C76E9-C19F-4FE0-A767-DB37C5AFBB84}"/>
                  </a:ext>
                </a:extLst>
              </p14:cNvPr>
              <p14:cNvContentPartPr/>
              <p14:nvPr/>
            </p14:nvContentPartPr>
            <p14:xfrm>
              <a:off x="4418553" y="3783513"/>
              <a:ext cx="268920" cy="38196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149C76E9-C19F-4FE0-A767-DB37C5AFBB8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409553" y="3774873"/>
                <a:ext cx="28656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99230E62-A14E-4DEC-A3F2-D85254918DC4}"/>
                  </a:ext>
                </a:extLst>
              </p14:cNvPr>
              <p14:cNvContentPartPr/>
              <p14:nvPr/>
            </p14:nvContentPartPr>
            <p14:xfrm>
              <a:off x="10521633" y="3001233"/>
              <a:ext cx="412200" cy="27972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99230E62-A14E-4DEC-A3F2-D85254918DC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512993" y="2992233"/>
                <a:ext cx="4298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933CA048-0C95-40E2-8036-6BE820C938F0}"/>
                  </a:ext>
                </a:extLst>
              </p14:cNvPr>
              <p14:cNvContentPartPr/>
              <p14:nvPr/>
            </p14:nvContentPartPr>
            <p14:xfrm>
              <a:off x="10370073" y="3813753"/>
              <a:ext cx="47880" cy="29124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933CA048-0C95-40E2-8036-6BE820C938F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361433" y="3804753"/>
                <a:ext cx="655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27" name="墨迹 126">
                <a:extLst>
                  <a:ext uri="{FF2B5EF4-FFF2-40B4-BE49-F238E27FC236}">
                    <a16:creationId xmlns:a16="http://schemas.microsoft.com/office/drawing/2014/main" id="{4EB5D637-3262-4BC1-9765-1412BD47DCFF}"/>
                  </a:ext>
                </a:extLst>
              </p14:cNvPr>
              <p14:cNvContentPartPr/>
              <p14:nvPr/>
            </p14:nvContentPartPr>
            <p14:xfrm>
              <a:off x="10657353" y="3800793"/>
              <a:ext cx="700200" cy="319680"/>
            </p14:xfrm>
          </p:contentPart>
        </mc:Choice>
        <mc:Fallback>
          <p:pic>
            <p:nvPicPr>
              <p:cNvPr id="127" name="墨迹 126">
                <a:extLst>
                  <a:ext uri="{FF2B5EF4-FFF2-40B4-BE49-F238E27FC236}">
                    <a16:creationId xmlns:a16="http://schemas.microsoft.com/office/drawing/2014/main" id="{4EB5D637-3262-4BC1-9765-1412BD47DCF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648713" y="3792153"/>
                <a:ext cx="71784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63C50F0E-80F0-4084-BFBF-E79CEFF5272C}"/>
                  </a:ext>
                </a:extLst>
              </p14:cNvPr>
              <p14:cNvContentPartPr/>
              <p14:nvPr/>
            </p14:nvContentPartPr>
            <p14:xfrm>
              <a:off x="9698673" y="3784233"/>
              <a:ext cx="470160" cy="37008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63C50F0E-80F0-4084-BFBF-E79CEFF5272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690033" y="3775233"/>
                <a:ext cx="4878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07917192-93CE-4B14-9B8F-77801C9F6BEE}"/>
                  </a:ext>
                </a:extLst>
              </p14:cNvPr>
              <p14:cNvContentPartPr/>
              <p14:nvPr/>
            </p14:nvContentPartPr>
            <p14:xfrm>
              <a:off x="10402473" y="4211913"/>
              <a:ext cx="97560" cy="84960"/>
            </p14:xfrm>
          </p:contentPart>
        </mc:Choice>
        <mc:Fallback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07917192-93CE-4B14-9B8F-77801C9F6BE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393833" y="4203273"/>
                <a:ext cx="11520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34" name="墨迹 133">
                <a:extLst>
                  <a:ext uri="{FF2B5EF4-FFF2-40B4-BE49-F238E27FC236}">
                    <a16:creationId xmlns:a16="http://schemas.microsoft.com/office/drawing/2014/main" id="{B89402B2-11BD-4B3D-9947-D5550F8E06EA}"/>
                  </a:ext>
                </a:extLst>
              </p14:cNvPr>
              <p14:cNvContentPartPr/>
              <p14:nvPr/>
            </p14:nvContentPartPr>
            <p14:xfrm>
              <a:off x="5454273" y="3743913"/>
              <a:ext cx="42840" cy="79200"/>
            </p14:xfrm>
          </p:contentPart>
        </mc:Choice>
        <mc:Fallback>
          <p:pic>
            <p:nvPicPr>
              <p:cNvPr id="134" name="墨迹 133">
                <a:extLst>
                  <a:ext uri="{FF2B5EF4-FFF2-40B4-BE49-F238E27FC236}">
                    <a16:creationId xmlns:a16="http://schemas.microsoft.com/office/drawing/2014/main" id="{B89402B2-11BD-4B3D-9947-D5550F8E06E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445633" y="3735273"/>
                <a:ext cx="604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E6BD9B24-9F19-4082-A14A-9E0EF1A59B31}"/>
                  </a:ext>
                </a:extLst>
              </p14:cNvPr>
              <p14:cNvContentPartPr/>
              <p14:nvPr/>
            </p14:nvContentPartPr>
            <p14:xfrm>
              <a:off x="5425113" y="3962793"/>
              <a:ext cx="128880" cy="15372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E6BD9B24-9F19-4082-A14A-9E0EF1A59B3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416113" y="3953793"/>
                <a:ext cx="1465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55C22638-C427-44A3-B42A-54CEDF9698CB}"/>
                  </a:ext>
                </a:extLst>
              </p14:cNvPr>
              <p14:cNvContentPartPr/>
              <p14:nvPr/>
            </p14:nvContentPartPr>
            <p14:xfrm>
              <a:off x="6461193" y="5745873"/>
              <a:ext cx="11520" cy="76320"/>
            </p14:xfrm>
          </p:contentPart>
        </mc:Choice>
        <mc:Fallback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55C22638-C427-44A3-B42A-54CEDF9698C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452193" y="5737233"/>
                <a:ext cx="291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E293C813-99DB-4696-AFF6-B84C373D5544}"/>
                  </a:ext>
                </a:extLst>
              </p14:cNvPr>
              <p14:cNvContentPartPr/>
              <p14:nvPr/>
            </p14:nvContentPartPr>
            <p14:xfrm>
              <a:off x="6405753" y="6004353"/>
              <a:ext cx="72000" cy="123840"/>
            </p14:xfrm>
          </p:contentPart>
        </mc:Choice>
        <mc:Fallback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E293C813-99DB-4696-AFF6-B84C373D554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397113" y="5995713"/>
                <a:ext cx="8964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67" name="墨迹 166">
                <a:extLst>
                  <a:ext uri="{FF2B5EF4-FFF2-40B4-BE49-F238E27FC236}">
                    <a16:creationId xmlns:a16="http://schemas.microsoft.com/office/drawing/2014/main" id="{CC739FEE-4EA4-4502-8E80-19BDF78930FF}"/>
                  </a:ext>
                </a:extLst>
              </p14:cNvPr>
              <p14:cNvContentPartPr/>
              <p14:nvPr/>
            </p14:nvContentPartPr>
            <p14:xfrm>
              <a:off x="6896793" y="5731833"/>
              <a:ext cx="17640" cy="279360"/>
            </p14:xfrm>
          </p:contentPart>
        </mc:Choice>
        <mc:Fallback>
          <p:pic>
            <p:nvPicPr>
              <p:cNvPr id="167" name="墨迹 166">
                <a:extLst>
                  <a:ext uri="{FF2B5EF4-FFF2-40B4-BE49-F238E27FC236}">
                    <a16:creationId xmlns:a16="http://schemas.microsoft.com/office/drawing/2014/main" id="{CC739FEE-4EA4-4502-8E80-19BDF78930FF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887793" y="5722833"/>
                <a:ext cx="3528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DE515717-5164-4892-8D23-0FAB32427849}"/>
                  </a:ext>
                </a:extLst>
              </p14:cNvPr>
              <p14:cNvContentPartPr/>
              <p14:nvPr/>
            </p14:nvContentPartPr>
            <p14:xfrm>
              <a:off x="7158513" y="5757033"/>
              <a:ext cx="196200" cy="184320"/>
            </p14:xfrm>
          </p:contentPart>
        </mc:Choice>
        <mc:Fallback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DE515717-5164-4892-8D23-0FAB3242784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149873" y="5748393"/>
                <a:ext cx="2138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225" name="墨迹 224">
                <a:extLst>
                  <a:ext uri="{FF2B5EF4-FFF2-40B4-BE49-F238E27FC236}">
                    <a16:creationId xmlns:a16="http://schemas.microsoft.com/office/drawing/2014/main" id="{277C3F7D-12F6-425E-83C1-9199FB497DE4}"/>
                  </a:ext>
                </a:extLst>
              </p14:cNvPr>
              <p14:cNvContentPartPr/>
              <p14:nvPr/>
            </p14:nvContentPartPr>
            <p14:xfrm>
              <a:off x="8665113" y="3732623"/>
              <a:ext cx="843840" cy="511560"/>
            </p14:xfrm>
          </p:contentPart>
        </mc:Choice>
        <mc:Fallback>
          <p:pic>
            <p:nvPicPr>
              <p:cNvPr id="225" name="墨迹 224">
                <a:extLst>
                  <a:ext uri="{FF2B5EF4-FFF2-40B4-BE49-F238E27FC236}">
                    <a16:creationId xmlns:a16="http://schemas.microsoft.com/office/drawing/2014/main" id="{277C3F7D-12F6-425E-83C1-9199FB497DE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647113" y="3714983"/>
                <a:ext cx="879480" cy="5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238" name="墨迹 237">
                <a:extLst>
                  <a:ext uri="{FF2B5EF4-FFF2-40B4-BE49-F238E27FC236}">
                    <a16:creationId xmlns:a16="http://schemas.microsoft.com/office/drawing/2014/main" id="{19F1E879-CBFE-4B6D-B743-99F6AF029051}"/>
                  </a:ext>
                </a:extLst>
              </p14:cNvPr>
              <p14:cNvContentPartPr/>
              <p14:nvPr/>
            </p14:nvContentPartPr>
            <p14:xfrm>
              <a:off x="8291073" y="325943"/>
              <a:ext cx="547920" cy="762840"/>
            </p14:xfrm>
          </p:contentPart>
        </mc:Choice>
        <mc:Fallback>
          <p:pic>
            <p:nvPicPr>
              <p:cNvPr id="238" name="墨迹 237">
                <a:extLst>
                  <a:ext uri="{FF2B5EF4-FFF2-40B4-BE49-F238E27FC236}">
                    <a16:creationId xmlns:a16="http://schemas.microsoft.com/office/drawing/2014/main" id="{19F1E879-CBFE-4B6D-B743-99F6AF029051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282073" y="317303"/>
                <a:ext cx="565560" cy="7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239" name="墨迹 238">
                <a:extLst>
                  <a:ext uri="{FF2B5EF4-FFF2-40B4-BE49-F238E27FC236}">
                    <a16:creationId xmlns:a16="http://schemas.microsoft.com/office/drawing/2014/main" id="{40633434-1166-4212-86F8-63108D1E978B}"/>
                  </a:ext>
                </a:extLst>
              </p14:cNvPr>
              <p14:cNvContentPartPr/>
              <p14:nvPr/>
            </p14:nvContentPartPr>
            <p14:xfrm>
              <a:off x="2509473" y="1170863"/>
              <a:ext cx="970200" cy="164160"/>
            </p14:xfrm>
          </p:contentPart>
        </mc:Choice>
        <mc:Fallback>
          <p:pic>
            <p:nvPicPr>
              <p:cNvPr id="239" name="墨迹 238">
                <a:extLst>
                  <a:ext uri="{FF2B5EF4-FFF2-40B4-BE49-F238E27FC236}">
                    <a16:creationId xmlns:a16="http://schemas.microsoft.com/office/drawing/2014/main" id="{40633434-1166-4212-86F8-63108D1E978B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491473" y="1152863"/>
                <a:ext cx="10058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240" name="墨迹 239">
                <a:extLst>
                  <a:ext uri="{FF2B5EF4-FFF2-40B4-BE49-F238E27FC236}">
                    <a16:creationId xmlns:a16="http://schemas.microsoft.com/office/drawing/2014/main" id="{2642021A-EB50-4AFA-9526-C4571A0C9913}"/>
                  </a:ext>
                </a:extLst>
              </p14:cNvPr>
              <p14:cNvContentPartPr/>
              <p14:nvPr/>
            </p14:nvContentPartPr>
            <p14:xfrm>
              <a:off x="4308393" y="2498543"/>
              <a:ext cx="1541880" cy="153000"/>
            </p14:xfrm>
          </p:contentPart>
        </mc:Choice>
        <mc:Fallback>
          <p:pic>
            <p:nvPicPr>
              <p:cNvPr id="240" name="墨迹 239">
                <a:extLst>
                  <a:ext uri="{FF2B5EF4-FFF2-40B4-BE49-F238E27FC236}">
                    <a16:creationId xmlns:a16="http://schemas.microsoft.com/office/drawing/2014/main" id="{2642021A-EB50-4AFA-9526-C4571A0C991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290753" y="2480543"/>
                <a:ext cx="157752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243" name="墨迹 242">
                <a:extLst>
                  <a:ext uri="{FF2B5EF4-FFF2-40B4-BE49-F238E27FC236}">
                    <a16:creationId xmlns:a16="http://schemas.microsoft.com/office/drawing/2014/main" id="{806402E7-03DA-4CBC-B0AD-8B19C88390F1}"/>
                  </a:ext>
                </a:extLst>
              </p14:cNvPr>
              <p14:cNvContentPartPr/>
              <p14:nvPr/>
            </p14:nvContentPartPr>
            <p14:xfrm>
              <a:off x="6798153" y="1659513"/>
              <a:ext cx="4909680" cy="1123200"/>
            </p14:xfrm>
          </p:contentPart>
        </mc:Choice>
        <mc:Fallback>
          <p:pic>
            <p:nvPicPr>
              <p:cNvPr id="243" name="墨迹 242">
                <a:extLst>
                  <a:ext uri="{FF2B5EF4-FFF2-40B4-BE49-F238E27FC236}">
                    <a16:creationId xmlns:a16="http://schemas.microsoft.com/office/drawing/2014/main" id="{806402E7-03DA-4CBC-B0AD-8B19C88390F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789154" y="1650873"/>
                <a:ext cx="4936318" cy="11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249" name="墨迹 248">
                <a:extLst>
                  <a:ext uri="{FF2B5EF4-FFF2-40B4-BE49-F238E27FC236}">
                    <a16:creationId xmlns:a16="http://schemas.microsoft.com/office/drawing/2014/main" id="{14A70D20-C692-4CFC-A94A-4E670A95075E}"/>
                  </a:ext>
                </a:extLst>
              </p14:cNvPr>
              <p14:cNvContentPartPr/>
              <p14:nvPr/>
            </p14:nvContentPartPr>
            <p14:xfrm>
              <a:off x="6057993" y="3510503"/>
              <a:ext cx="2017800" cy="846130"/>
            </p14:xfrm>
          </p:contentPart>
        </mc:Choice>
        <mc:Fallback>
          <p:pic>
            <p:nvPicPr>
              <p:cNvPr id="249" name="墨迹 248">
                <a:extLst>
                  <a:ext uri="{FF2B5EF4-FFF2-40B4-BE49-F238E27FC236}">
                    <a16:creationId xmlns:a16="http://schemas.microsoft.com/office/drawing/2014/main" id="{14A70D20-C692-4CFC-A94A-4E670A95075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039993" y="3492500"/>
                <a:ext cx="2053440" cy="881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255" name="墨迹 254">
                <a:extLst>
                  <a:ext uri="{FF2B5EF4-FFF2-40B4-BE49-F238E27FC236}">
                    <a16:creationId xmlns:a16="http://schemas.microsoft.com/office/drawing/2014/main" id="{65CB43A5-1EE5-4E8A-9E8D-C3606300D6B0}"/>
                  </a:ext>
                </a:extLst>
              </p14:cNvPr>
              <p14:cNvContentPartPr/>
              <p14:nvPr/>
            </p14:nvContentPartPr>
            <p14:xfrm>
              <a:off x="7560993" y="5706993"/>
              <a:ext cx="282600" cy="527990"/>
            </p14:xfrm>
          </p:contentPart>
        </mc:Choice>
        <mc:Fallback>
          <p:pic>
            <p:nvPicPr>
              <p:cNvPr id="255" name="墨迹 254">
                <a:extLst>
                  <a:ext uri="{FF2B5EF4-FFF2-40B4-BE49-F238E27FC236}">
                    <a16:creationId xmlns:a16="http://schemas.microsoft.com/office/drawing/2014/main" id="{65CB43A5-1EE5-4E8A-9E8D-C3606300D6B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543353" y="5697995"/>
                <a:ext cx="309240" cy="545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257" name="墨迹 256">
                <a:extLst>
                  <a:ext uri="{FF2B5EF4-FFF2-40B4-BE49-F238E27FC236}">
                    <a16:creationId xmlns:a16="http://schemas.microsoft.com/office/drawing/2014/main" id="{95FD4746-F034-4362-A269-EBEAEBBBE095}"/>
                  </a:ext>
                </a:extLst>
              </p14:cNvPr>
              <p14:cNvContentPartPr/>
              <p14:nvPr/>
            </p14:nvContentPartPr>
            <p14:xfrm>
              <a:off x="636753" y="4478183"/>
              <a:ext cx="5537880" cy="2484123"/>
            </p14:xfrm>
          </p:contentPart>
        </mc:Choice>
        <mc:Fallback>
          <p:pic>
            <p:nvPicPr>
              <p:cNvPr id="257" name="墨迹 256">
                <a:extLst>
                  <a:ext uri="{FF2B5EF4-FFF2-40B4-BE49-F238E27FC236}">
                    <a16:creationId xmlns:a16="http://schemas.microsoft.com/office/drawing/2014/main" id="{95FD4746-F034-4362-A269-EBEAEBBBE09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28113" y="4469184"/>
                <a:ext cx="5555520" cy="2501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258" name="墨迹 257">
                <a:extLst>
                  <a:ext uri="{FF2B5EF4-FFF2-40B4-BE49-F238E27FC236}">
                    <a16:creationId xmlns:a16="http://schemas.microsoft.com/office/drawing/2014/main" id="{4B1C5E29-2635-47EF-8459-9864A5A09F29}"/>
                  </a:ext>
                </a:extLst>
              </p14:cNvPr>
              <p14:cNvContentPartPr/>
              <p14:nvPr/>
            </p14:nvContentPartPr>
            <p14:xfrm>
              <a:off x="10952913" y="5371343"/>
              <a:ext cx="238680" cy="321480"/>
            </p14:xfrm>
          </p:contentPart>
        </mc:Choice>
        <mc:Fallback>
          <p:pic>
            <p:nvPicPr>
              <p:cNvPr id="258" name="墨迹 257">
                <a:extLst>
                  <a:ext uri="{FF2B5EF4-FFF2-40B4-BE49-F238E27FC236}">
                    <a16:creationId xmlns:a16="http://schemas.microsoft.com/office/drawing/2014/main" id="{4B1C5E29-2635-47EF-8459-9864A5A09F29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0935273" y="5353343"/>
                <a:ext cx="27432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259" name="墨迹 258">
                <a:extLst>
                  <a:ext uri="{FF2B5EF4-FFF2-40B4-BE49-F238E27FC236}">
                    <a16:creationId xmlns:a16="http://schemas.microsoft.com/office/drawing/2014/main" id="{895ABB2A-0BCF-4F9B-9CE5-F18B36135159}"/>
                  </a:ext>
                </a:extLst>
              </p14:cNvPr>
              <p14:cNvContentPartPr/>
              <p14:nvPr/>
            </p14:nvContentPartPr>
            <p14:xfrm>
              <a:off x="10614153" y="5322023"/>
              <a:ext cx="49320" cy="346320"/>
            </p14:xfrm>
          </p:contentPart>
        </mc:Choice>
        <mc:Fallback>
          <p:pic>
            <p:nvPicPr>
              <p:cNvPr id="259" name="墨迹 258">
                <a:extLst>
                  <a:ext uri="{FF2B5EF4-FFF2-40B4-BE49-F238E27FC236}">
                    <a16:creationId xmlns:a16="http://schemas.microsoft.com/office/drawing/2014/main" id="{895ABB2A-0BCF-4F9B-9CE5-F18B3613515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596153" y="5304023"/>
                <a:ext cx="8496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260" name="墨迹 259">
                <a:extLst>
                  <a:ext uri="{FF2B5EF4-FFF2-40B4-BE49-F238E27FC236}">
                    <a16:creationId xmlns:a16="http://schemas.microsoft.com/office/drawing/2014/main" id="{AB1433D1-1C3C-46AD-9DF6-A9AC4394E1C9}"/>
                  </a:ext>
                </a:extLst>
              </p14:cNvPr>
              <p14:cNvContentPartPr/>
              <p14:nvPr/>
            </p14:nvContentPartPr>
            <p14:xfrm>
              <a:off x="10141113" y="5323103"/>
              <a:ext cx="199080" cy="255600"/>
            </p14:xfrm>
          </p:contentPart>
        </mc:Choice>
        <mc:Fallback>
          <p:pic>
            <p:nvPicPr>
              <p:cNvPr id="260" name="墨迹 259">
                <a:extLst>
                  <a:ext uri="{FF2B5EF4-FFF2-40B4-BE49-F238E27FC236}">
                    <a16:creationId xmlns:a16="http://schemas.microsoft.com/office/drawing/2014/main" id="{AB1433D1-1C3C-46AD-9DF6-A9AC4394E1C9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0123113" y="5305103"/>
                <a:ext cx="23472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261" name="墨迹 260">
                <a:extLst>
                  <a:ext uri="{FF2B5EF4-FFF2-40B4-BE49-F238E27FC236}">
                    <a16:creationId xmlns:a16="http://schemas.microsoft.com/office/drawing/2014/main" id="{11B17FF0-5ED1-4327-A358-2B89062F53F8}"/>
                  </a:ext>
                </a:extLst>
              </p14:cNvPr>
              <p14:cNvContentPartPr/>
              <p14:nvPr/>
            </p14:nvContentPartPr>
            <p14:xfrm>
              <a:off x="9562593" y="5293583"/>
              <a:ext cx="196560" cy="285120"/>
            </p14:xfrm>
          </p:contentPart>
        </mc:Choice>
        <mc:Fallback>
          <p:pic>
            <p:nvPicPr>
              <p:cNvPr id="261" name="墨迹 260">
                <a:extLst>
                  <a:ext uri="{FF2B5EF4-FFF2-40B4-BE49-F238E27FC236}">
                    <a16:creationId xmlns:a16="http://schemas.microsoft.com/office/drawing/2014/main" id="{11B17FF0-5ED1-4327-A358-2B89062F53F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544953" y="5275943"/>
                <a:ext cx="2322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262" name="墨迹 261">
                <a:extLst>
                  <a:ext uri="{FF2B5EF4-FFF2-40B4-BE49-F238E27FC236}">
                    <a16:creationId xmlns:a16="http://schemas.microsoft.com/office/drawing/2014/main" id="{DF787F33-BB2D-493D-8884-40C1116A5DC5}"/>
                  </a:ext>
                </a:extLst>
              </p14:cNvPr>
              <p14:cNvContentPartPr/>
              <p14:nvPr/>
            </p14:nvContentPartPr>
            <p14:xfrm>
              <a:off x="8916753" y="5257943"/>
              <a:ext cx="94320" cy="491040"/>
            </p14:xfrm>
          </p:contentPart>
        </mc:Choice>
        <mc:Fallback>
          <p:pic>
            <p:nvPicPr>
              <p:cNvPr id="262" name="墨迹 261">
                <a:extLst>
                  <a:ext uri="{FF2B5EF4-FFF2-40B4-BE49-F238E27FC236}">
                    <a16:creationId xmlns:a16="http://schemas.microsoft.com/office/drawing/2014/main" id="{DF787F33-BB2D-493D-8884-40C1116A5DC5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899113" y="5240303"/>
                <a:ext cx="12996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263" name="墨迹 262">
                <a:extLst>
                  <a:ext uri="{FF2B5EF4-FFF2-40B4-BE49-F238E27FC236}">
                    <a16:creationId xmlns:a16="http://schemas.microsoft.com/office/drawing/2014/main" id="{AEF13FDE-D398-496F-BE7D-594FE138496D}"/>
                  </a:ext>
                </a:extLst>
              </p14:cNvPr>
              <p14:cNvContentPartPr/>
              <p14:nvPr/>
            </p14:nvContentPartPr>
            <p14:xfrm>
              <a:off x="9200793" y="5563583"/>
              <a:ext cx="55440" cy="96840"/>
            </p14:xfrm>
          </p:contentPart>
        </mc:Choice>
        <mc:Fallback>
          <p:pic>
            <p:nvPicPr>
              <p:cNvPr id="263" name="墨迹 262">
                <a:extLst>
                  <a:ext uri="{FF2B5EF4-FFF2-40B4-BE49-F238E27FC236}">
                    <a16:creationId xmlns:a16="http://schemas.microsoft.com/office/drawing/2014/main" id="{AEF13FDE-D398-496F-BE7D-594FE138496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183153" y="5545583"/>
                <a:ext cx="910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264" name="墨迹 263">
                <a:extLst>
                  <a:ext uri="{FF2B5EF4-FFF2-40B4-BE49-F238E27FC236}">
                    <a16:creationId xmlns:a16="http://schemas.microsoft.com/office/drawing/2014/main" id="{C4DB7A28-4BEF-4CF8-853A-D06CB1B2062A}"/>
                  </a:ext>
                </a:extLst>
              </p14:cNvPr>
              <p14:cNvContentPartPr/>
              <p14:nvPr/>
            </p14:nvContentPartPr>
            <p14:xfrm>
              <a:off x="8810193" y="5843663"/>
              <a:ext cx="1914120" cy="105480"/>
            </p14:xfrm>
          </p:contentPart>
        </mc:Choice>
        <mc:Fallback>
          <p:pic>
            <p:nvPicPr>
              <p:cNvPr id="264" name="墨迹 263">
                <a:extLst>
                  <a:ext uri="{FF2B5EF4-FFF2-40B4-BE49-F238E27FC236}">
                    <a16:creationId xmlns:a16="http://schemas.microsoft.com/office/drawing/2014/main" id="{C4DB7A28-4BEF-4CF8-853A-D06CB1B2062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792553" y="5826023"/>
                <a:ext cx="194976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265" name="墨迹 264">
                <a:extLst>
                  <a:ext uri="{FF2B5EF4-FFF2-40B4-BE49-F238E27FC236}">
                    <a16:creationId xmlns:a16="http://schemas.microsoft.com/office/drawing/2014/main" id="{8EC8E731-DA38-4753-881B-D39CE3ED32A1}"/>
                  </a:ext>
                </a:extLst>
              </p14:cNvPr>
              <p14:cNvContentPartPr/>
              <p14:nvPr/>
            </p14:nvContentPartPr>
            <p14:xfrm>
              <a:off x="11711073" y="5358743"/>
              <a:ext cx="192960" cy="240120"/>
            </p14:xfrm>
          </p:contentPart>
        </mc:Choice>
        <mc:Fallback>
          <p:pic>
            <p:nvPicPr>
              <p:cNvPr id="265" name="墨迹 264">
                <a:extLst>
                  <a:ext uri="{FF2B5EF4-FFF2-40B4-BE49-F238E27FC236}">
                    <a16:creationId xmlns:a16="http://schemas.microsoft.com/office/drawing/2014/main" id="{8EC8E731-DA38-4753-881B-D39CE3ED32A1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1693073" y="5340743"/>
                <a:ext cx="2286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266" name="墨迹 265">
                <a:extLst>
                  <a:ext uri="{FF2B5EF4-FFF2-40B4-BE49-F238E27FC236}">
                    <a16:creationId xmlns:a16="http://schemas.microsoft.com/office/drawing/2014/main" id="{88177417-554F-4B09-B924-C00B90E18416}"/>
                  </a:ext>
                </a:extLst>
              </p14:cNvPr>
              <p14:cNvContentPartPr/>
              <p14:nvPr/>
            </p14:nvContentPartPr>
            <p14:xfrm>
              <a:off x="12068553" y="5415623"/>
              <a:ext cx="4320" cy="128880"/>
            </p14:xfrm>
          </p:contentPart>
        </mc:Choice>
        <mc:Fallback>
          <p:pic>
            <p:nvPicPr>
              <p:cNvPr id="266" name="墨迹 265">
                <a:extLst>
                  <a:ext uri="{FF2B5EF4-FFF2-40B4-BE49-F238E27FC236}">
                    <a16:creationId xmlns:a16="http://schemas.microsoft.com/office/drawing/2014/main" id="{88177417-554F-4B09-B924-C00B90E18416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2050553" y="5397983"/>
                <a:ext cx="399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267" name="墨迹 266">
                <a:extLst>
                  <a:ext uri="{FF2B5EF4-FFF2-40B4-BE49-F238E27FC236}">
                    <a16:creationId xmlns:a16="http://schemas.microsoft.com/office/drawing/2014/main" id="{5ECEA32D-12B7-48A2-938A-E0EAF6C1CB57}"/>
                  </a:ext>
                </a:extLst>
              </p14:cNvPr>
              <p14:cNvContentPartPr/>
              <p14:nvPr/>
            </p14:nvContentPartPr>
            <p14:xfrm>
              <a:off x="11970633" y="5698223"/>
              <a:ext cx="83160" cy="124560"/>
            </p14:xfrm>
          </p:contentPart>
        </mc:Choice>
        <mc:Fallback>
          <p:pic>
            <p:nvPicPr>
              <p:cNvPr id="267" name="墨迹 266">
                <a:extLst>
                  <a:ext uri="{FF2B5EF4-FFF2-40B4-BE49-F238E27FC236}">
                    <a16:creationId xmlns:a16="http://schemas.microsoft.com/office/drawing/2014/main" id="{5ECEA32D-12B7-48A2-938A-E0EAF6C1CB57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1952633" y="5680583"/>
                <a:ext cx="1188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271" name="墨迹 270">
                <a:extLst>
                  <a:ext uri="{FF2B5EF4-FFF2-40B4-BE49-F238E27FC236}">
                    <a16:creationId xmlns:a16="http://schemas.microsoft.com/office/drawing/2014/main" id="{65799FAB-4B82-443C-AEDC-132E05B50290}"/>
                  </a:ext>
                </a:extLst>
              </p14:cNvPr>
              <p14:cNvContentPartPr/>
              <p14:nvPr/>
            </p14:nvContentPartPr>
            <p14:xfrm>
              <a:off x="12291753" y="5356943"/>
              <a:ext cx="434880" cy="388440"/>
            </p14:xfrm>
          </p:contentPart>
        </mc:Choice>
        <mc:Fallback>
          <p:pic>
            <p:nvPicPr>
              <p:cNvPr id="271" name="墨迹 270">
                <a:extLst>
                  <a:ext uri="{FF2B5EF4-FFF2-40B4-BE49-F238E27FC236}">
                    <a16:creationId xmlns:a16="http://schemas.microsoft.com/office/drawing/2014/main" id="{65799FAB-4B82-443C-AEDC-132E05B50290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2273768" y="5338960"/>
                <a:ext cx="470491" cy="4240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3703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26F9F7B3-30EE-442C-8F5E-AC2AADE6C408}"/>
                  </a:ext>
                </a:extLst>
              </p14:cNvPr>
              <p14:cNvContentPartPr/>
              <p14:nvPr/>
            </p14:nvContentPartPr>
            <p14:xfrm>
              <a:off x="7541553" y="1597953"/>
              <a:ext cx="177840" cy="50688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26F9F7B3-30EE-442C-8F5E-AC2AADE6C4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32553" y="1588953"/>
                <a:ext cx="19548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D1A6E349-083A-4B5F-BBA5-5430762179B6}"/>
                  </a:ext>
                </a:extLst>
              </p14:cNvPr>
              <p14:cNvContentPartPr/>
              <p14:nvPr/>
            </p14:nvContentPartPr>
            <p14:xfrm>
              <a:off x="7852953" y="1734393"/>
              <a:ext cx="330120" cy="33156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D1A6E349-083A-4B5F-BBA5-5430762179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44313" y="1725753"/>
                <a:ext cx="34776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25AE96A2-A9FB-447D-A2AB-79CC9A2E78AE}"/>
                  </a:ext>
                </a:extLst>
              </p14:cNvPr>
              <p14:cNvContentPartPr/>
              <p14:nvPr/>
            </p14:nvContentPartPr>
            <p14:xfrm>
              <a:off x="378633" y="1237233"/>
              <a:ext cx="603720" cy="79164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25AE96A2-A9FB-447D-A2AB-79CC9A2E78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9988" y="1228589"/>
                <a:ext cx="621371" cy="809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A0139EE0-2831-46CE-B86F-05D3809C2D08}"/>
                  </a:ext>
                </a:extLst>
              </p14:cNvPr>
              <p14:cNvContentPartPr/>
              <p14:nvPr/>
            </p14:nvContentPartPr>
            <p14:xfrm>
              <a:off x="210153" y="2328393"/>
              <a:ext cx="547920" cy="85644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A0139EE0-2831-46CE-B86F-05D3809C2D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1153" y="2319749"/>
                <a:ext cx="565560" cy="874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28AFE497-0B58-4461-8653-75C50A15AF36}"/>
                  </a:ext>
                </a:extLst>
              </p14:cNvPr>
              <p14:cNvContentPartPr/>
              <p14:nvPr/>
            </p14:nvContentPartPr>
            <p14:xfrm>
              <a:off x="3183393" y="3591273"/>
              <a:ext cx="74520" cy="26604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28AFE497-0B58-4461-8653-75C50A15AF3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74393" y="3582633"/>
                <a:ext cx="9216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F0DFA513-4155-4A87-B521-F7539EB0D024}"/>
                  </a:ext>
                </a:extLst>
              </p14:cNvPr>
              <p14:cNvContentPartPr/>
              <p14:nvPr/>
            </p14:nvContentPartPr>
            <p14:xfrm>
              <a:off x="3522153" y="3607113"/>
              <a:ext cx="281880" cy="16992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F0DFA513-4155-4A87-B521-F7539EB0D02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13153" y="3598113"/>
                <a:ext cx="2995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003181AF-9B85-4EC2-B2DD-7D25F3459CB6}"/>
                  </a:ext>
                </a:extLst>
              </p14:cNvPr>
              <p14:cNvContentPartPr/>
              <p14:nvPr/>
            </p14:nvContentPartPr>
            <p14:xfrm>
              <a:off x="4894113" y="3465633"/>
              <a:ext cx="54720" cy="35244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003181AF-9B85-4EC2-B2DD-7D25F3459CB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85113" y="3456633"/>
                <a:ext cx="7236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0A0DB597-4B75-49B1-9F14-2F3DB5275B25}"/>
                  </a:ext>
                </a:extLst>
              </p14:cNvPr>
              <p14:cNvContentPartPr/>
              <p14:nvPr/>
            </p14:nvContentPartPr>
            <p14:xfrm>
              <a:off x="5558313" y="3609633"/>
              <a:ext cx="313920" cy="15624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0A0DB597-4B75-49B1-9F14-2F3DB5275B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49313" y="3600633"/>
                <a:ext cx="3315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22F60F42-591B-47CE-9A0F-F01E8A0D2A52}"/>
                  </a:ext>
                </a:extLst>
              </p14:cNvPr>
              <p14:cNvContentPartPr/>
              <p14:nvPr/>
            </p14:nvContentPartPr>
            <p14:xfrm>
              <a:off x="6161313" y="3574713"/>
              <a:ext cx="232200" cy="19548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22F60F42-591B-47CE-9A0F-F01E8A0D2A5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52673" y="3565713"/>
                <a:ext cx="2498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D86FC786-3643-42CC-BDEC-C833317C6415}"/>
                  </a:ext>
                </a:extLst>
              </p14:cNvPr>
              <p14:cNvContentPartPr/>
              <p14:nvPr/>
            </p14:nvContentPartPr>
            <p14:xfrm>
              <a:off x="4097073" y="3561753"/>
              <a:ext cx="271800" cy="22536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D86FC786-3643-42CC-BDEC-C833317C641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88073" y="3552753"/>
                <a:ext cx="2894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0CB77D06-94DA-4A7E-A6B5-DB4A3515E38A}"/>
                  </a:ext>
                </a:extLst>
              </p14:cNvPr>
              <p14:cNvContentPartPr/>
              <p14:nvPr/>
            </p14:nvContentPartPr>
            <p14:xfrm>
              <a:off x="2216433" y="3584073"/>
              <a:ext cx="522000" cy="312480"/>
            </p14:xfrm>
          </p:contentPart>
        </mc:Choice>
        <mc:Fallback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0CB77D06-94DA-4A7E-A6B5-DB4A3515E38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07433" y="3575433"/>
                <a:ext cx="53964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70D41F3D-D58C-4C37-9252-60700A7122A2}"/>
                  </a:ext>
                </a:extLst>
              </p14:cNvPr>
              <p14:cNvContentPartPr/>
              <p14:nvPr/>
            </p14:nvContentPartPr>
            <p14:xfrm>
              <a:off x="6717513" y="3743913"/>
              <a:ext cx="122760" cy="12528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70D41F3D-D58C-4C37-9252-60700A7122A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08873" y="3735273"/>
                <a:ext cx="1404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C85ED264-4496-4E96-A958-C54321E495F9}"/>
                  </a:ext>
                </a:extLst>
              </p14:cNvPr>
              <p14:cNvContentPartPr/>
              <p14:nvPr/>
            </p14:nvContentPartPr>
            <p14:xfrm>
              <a:off x="6816153" y="3414513"/>
              <a:ext cx="85680" cy="9468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C85ED264-4496-4E96-A958-C54321E495F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07513" y="3405513"/>
                <a:ext cx="1033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98518AA0-ADF4-49A6-A99C-E0C78ECDB8F2}"/>
                  </a:ext>
                </a:extLst>
              </p14:cNvPr>
              <p14:cNvContentPartPr/>
              <p14:nvPr/>
            </p14:nvContentPartPr>
            <p14:xfrm>
              <a:off x="242193" y="4450593"/>
              <a:ext cx="714600" cy="464040"/>
            </p14:xfrm>
          </p:contentPart>
        </mc:Choice>
        <mc:Fallback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98518AA0-ADF4-49A6-A99C-E0C78ECDB8F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4544" y="4432953"/>
                <a:ext cx="750258" cy="49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33C8A31E-9CC7-4437-A955-C16B29DE7C4A}"/>
                  </a:ext>
                </a:extLst>
              </p14:cNvPr>
              <p14:cNvContentPartPr/>
              <p14:nvPr/>
            </p14:nvContentPartPr>
            <p14:xfrm>
              <a:off x="448473" y="4078353"/>
              <a:ext cx="311040" cy="281520"/>
            </p14:xfrm>
          </p:contentPart>
        </mc:Choice>
        <mc:Fallback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33C8A31E-9CC7-4437-A955-C16B29DE7C4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0833" y="4060713"/>
                <a:ext cx="3466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6C70E0CF-7FD3-4071-8DBD-9E9FF9A03DA4}"/>
                  </a:ext>
                </a:extLst>
              </p14:cNvPr>
              <p14:cNvContentPartPr/>
              <p14:nvPr/>
            </p14:nvContentPartPr>
            <p14:xfrm>
              <a:off x="288993" y="5253033"/>
              <a:ext cx="675000" cy="1294200"/>
            </p14:xfrm>
          </p:contentPart>
        </mc:Choice>
        <mc:Fallback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6C70E0CF-7FD3-4071-8DBD-9E9FF9A03DA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0993" y="5235388"/>
                <a:ext cx="710640" cy="13298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BE72F84B-E72C-4590-B3E2-4A48C13892CD}"/>
                  </a:ext>
                </a:extLst>
              </p14:cNvPr>
              <p14:cNvContentPartPr/>
              <p14:nvPr/>
            </p14:nvContentPartPr>
            <p14:xfrm>
              <a:off x="1750953" y="5983113"/>
              <a:ext cx="382320" cy="217800"/>
            </p14:xfrm>
          </p:contentPart>
        </mc:Choice>
        <mc:Fallback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BE72F84B-E72C-4590-B3E2-4A48C13892C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33313" y="5965473"/>
                <a:ext cx="4179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85" name="墨迹 184">
                <a:extLst>
                  <a:ext uri="{FF2B5EF4-FFF2-40B4-BE49-F238E27FC236}">
                    <a16:creationId xmlns:a16="http://schemas.microsoft.com/office/drawing/2014/main" id="{F1DAA1E5-141A-4825-8783-B1901C59F46A}"/>
                  </a:ext>
                </a:extLst>
              </p14:cNvPr>
              <p14:cNvContentPartPr/>
              <p14:nvPr/>
            </p14:nvContentPartPr>
            <p14:xfrm>
              <a:off x="5912913" y="6448823"/>
              <a:ext cx="301680" cy="179280"/>
            </p14:xfrm>
          </p:contentPart>
        </mc:Choice>
        <mc:Fallback>
          <p:pic>
            <p:nvPicPr>
              <p:cNvPr id="185" name="墨迹 184">
                <a:extLst>
                  <a:ext uri="{FF2B5EF4-FFF2-40B4-BE49-F238E27FC236}">
                    <a16:creationId xmlns:a16="http://schemas.microsoft.com/office/drawing/2014/main" id="{F1DAA1E5-141A-4825-8783-B1901C59F46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95273" y="6431183"/>
                <a:ext cx="3373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B720EADB-8805-42A1-9F1A-51619287148D}"/>
                  </a:ext>
                </a:extLst>
              </p14:cNvPr>
              <p14:cNvContentPartPr/>
              <p14:nvPr/>
            </p14:nvContentPartPr>
            <p14:xfrm>
              <a:off x="6398913" y="6472583"/>
              <a:ext cx="61200" cy="134640"/>
            </p14:xfrm>
          </p:contentPart>
        </mc:Choice>
        <mc:Fallback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B720EADB-8805-42A1-9F1A-51619287148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80913" y="6454583"/>
                <a:ext cx="9684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87" name="墨迹 186">
                <a:extLst>
                  <a:ext uri="{FF2B5EF4-FFF2-40B4-BE49-F238E27FC236}">
                    <a16:creationId xmlns:a16="http://schemas.microsoft.com/office/drawing/2014/main" id="{4EE56106-7666-4A0E-9D1A-E2098EBDB820}"/>
                  </a:ext>
                </a:extLst>
              </p14:cNvPr>
              <p14:cNvContentPartPr/>
              <p14:nvPr/>
            </p14:nvContentPartPr>
            <p14:xfrm>
              <a:off x="6724713" y="6411743"/>
              <a:ext cx="136800" cy="205920"/>
            </p14:xfrm>
          </p:contentPart>
        </mc:Choice>
        <mc:Fallback>
          <p:pic>
            <p:nvPicPr>
              <p:cNvPr id="187" name="墨迹 186">
                <a:extLst>
                  <a:ext uri="{FF2B5EF4-FFF2-40B4-BE49-F238E27FC236}">
                    <a16:creationId xmlns:a16="http://schemas.microsoft.com/office/drawing/2014/main" id="{4EE56106-7666-4A0E-9D1A-E2098EBDB82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06713" y="6394103"/>
                <a:ext cx="17244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88" name="墨迹 187">
                <a:extLst>
                  <a:ext uri="{FF2B5EF4-FFF2-40B4-BE49-F238E27FC236}">
                    <a16:creationId xmlns:a16="http://schemas.microsoft.com/office/drawing/2014/main" id="{4F748A7F-D246-44E0-9C2E-941419E5E7F1}"/>
                  </a:ext>
                </a:extLst>
              </p14:cNvPr>
              <p14:cNvContentPartPr/>
              <p14:nvPr/>
            </p14:nvContentPartPr>
            <p14:xfrm>
              <a:off x="7050873" y="6467183"/>
              <a:ext cx="127800" cy="186480"/>
            </p14:xfrm>
          </p:contentPart>
        </mc:Choice>
        <mc:Fallback>
          <p:pic>
            <p:nvPicPr>
              <p:cNvPr id="188" name="墨迹 187">
                <a:extLst>
                  <a:ext uri="{FF2B5EF4-FFF2-40B4-BE49-F238E27FC236}">
                    <a16:creationId xmlns:a16="http://schemas.microsoft.com/office/drawing/2014/main" id="{4F748A7F-D246-44E0-9C2E-941419E5E7F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33233" y="6449183"/>
                <a:ext cx="16344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D3959AB9-050C-4984-9F23-ACA8B5EE3603}"/>
                  </a:ext>
                </a:extLst>
              </p14:cNvPr>
              <p14:cNvContentPartPr/>
              <p14:nvPr/>
            </p14:nvContentPartPr>
            <p14:xfrm>
              <a:off x="2685153" y="6603033"/>
              <a:ext cx="353160" cy="264240"/>
            </p14:xfrm>
          </p:contentPart>
        </mc:Choice>
        <mc:Fallback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D3959AB9-050C-4984-9F23-ACA8B5EE360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667171" y="6585033"/>
                <a:ext cx="388764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C4F1EAF1-C994-4FB3-B867-5C0A56FC24AF}"/>
                  </a:ext>
                </a:extLst>
              </p14:cNvPr>
              <p14:cNvContentPartPr/>
              <p14:nvPr/>
            </p14:nvContentPartPr>
            <p14:xfrm>
              <a:off x="7169313" y="2955023"/>
              <a:ext cx="1086120" cy="943920"/>
            </p14:xfrm>
          </p:contentPart>
        </mc:Choice>
        <mc:Fallback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C4F1EAF1-C994-4FB3-B867-5C0A56FC24A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51667" y="2937023"/>
                <a:ext cx="1112769" cy="9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C7DAC23E-F25A-431E-BF22-78FB5B93872C}"/>
                  </a:ext>
                </a:extLst>
              </p14:cNvPr>
              <p14:cNvContentPartPr/>
              <p14:nvPr/>
            </p14:nvContentPartPr>
            <p14:xfrm>
              <a:off x="8837913" y="4193423"/>
              <a:ext cx="22320" cy="449280"/>
            </p14:xfrm>
          </p:contentPart>
        </mc:Choice>
        <mc:Fallback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C7DAC23E-F25A-431E-BF22-78FB5B93872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828913" y="4184783"/>
                <a:ext cx="3996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01" name="墨迹 200">
                <a:extLst>
                  <a:ext uri="{FF2B5EF4-FFF2-40B4-BE49-F238E27FC236}">
                    <a16:creationId xmlns:a16="http://schemas.microsoft.com/office/drawing/2014/main" id="{E2DD2A4D-8BD6-4F91-863F-A56D7F03A9A9}"/>
                  </a:ext>
                </a:extLst>
              </p14:cNvPr>
              <p14:cNvContentPartPr/>
              <p14:nvPr/>
            </p14:nvContentPartPr>
            <p14:xfrm>
              <a:off x="8849073" y="4855463"/>
              <a:ext cx="199080" cy="1101960"/>
            </p14:xfrm>
          </p:contentPart>
        </mc:Choice>
        <mc:Fallback>
          <p:pic>
            <p:nvPicPr>
              <p:cNvPr id="201" name="墨迹 200">
                <a:extLst>
                  <a:ext uri="{FF2B5EF4-FFF2-40B4-BE49-F238E27FC236}">
                    <a16:creationId xmlns:a16="http://schemas.microsoft.com/office/drawing/2014/main" id="{E2DD2A4D-8BD6-4F91-863F-A56D7F03A9A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840073" y="4846463"/>
                <a:ext cx="216720" cy="11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997D854F-6D98-402B-986F-D2FDDD04D37A}"/>
                  </a:ext>
                </a:extLst>
              </p14:cNvPr>
              <p14:cNvContentPartPr/>
              <p14:nvPr/>
            </p14:nvContentPartPr>
            <p14:xfrm>
              <a:off x="8897673" y="6079823"/>
              <a:ext cx="48600" cy="89280"/>
            </p14:xfrm>
          </p:contentPart>
        </mc:Choice>
        <mc:Fallback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997D854F-6D98-402B-986F-D2FDDD04D37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889033" y="6070823"/>
                <a:ext cx="662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30" name="墨迹 329">
                <a:extLst>
                  <a:ext uri="{FF2B5EF4-FFF2-40B4-BE49-F238E27FC236}">
                    <a16:creationId xmlns:a16="http://schemas.microsoft.com/office/drawing/2014/main" id="{312BDD82-D633-4475-9376-9D1FA40B1428}"/>
                  </a:ext>
                </a:extLst>
              </p14:cNvPr>
              <p14:cNvContentPartPr/>
              <p14:nvPr/>
            </p14:nvContentPartPr>
            <p14:xfrm>
              <a:off x="118353" y="215193"/>
              <a:ext cx="6239520" cy="943560"/>
            </p14:xfrm>
          </p:contentPart>
        </mc:Choice>
        <mc:Fallback>
          <p:pic>
            <p:nvPicPr>
              <p:cNvPr id="330" name="墨迹 329">
                <a:extLst>
                  <a:ext uri="{FF2B5EF4-FFF2-40B4-BE49-F238E27FC236}">
                    <a16:creationId xmlns:a16="http://schemas.microsoft.com/office/drawing/2014/main" id="{312BDD82-D633-4475-9376-9D1FA40B142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9713" y="197553"/>
                <a:ext cx="6257160" cy="9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35" name="墨迹 334">
                <a:extLst>
                  <a:ext uri="{FF2B5EF4-FFF2-40B4-BE49-F238E27FC236}">
                    <a16:creationId xmlns:a16="http://schemas.microsoft.com/office/drawing/2014/main" id="{C435A74F-349A-468C-B310-97AC982E6740}"/>
                  </a:ext>
                </a:extLst>
              </p14:cNvPr>
              <p14:cNvContentPartPr/>
              <p14:nvPr/>
            </p14:nvContentPartPr>
            <p14:xfrm>
              <a:off x="2157393" y="1536033"/>
              <a:ext cx="4902120" cy="725400"/>
            </p14:xfrm>
          </p:contentPart>
        </mc:Choice>
        <mc:Fallback>
          <p:pic>
            <p:nvPicPr>
              <p:cNvPr id="335" name="墨迹 334">
                <a:extLst>
                  <a:ext uri="{FF2B5EF4-FFF2-40B4-BE49-F238E27FC236}">
                    <a16:creationId xmlns:a16="http://schemas.microsoft.com/office/drawing/2014/main" id="{C435A74F-349A-468C-B310-97AC982E674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48753" y="1527393"/>
                <a:ext cx="4919760" cy="74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36" name="墨迹 335">
                <a:extLst>
                  <a:ext uri="{FF2B5EF4-FFF2-40B4-BE49-F238E27FC236}">
                    <a16:creationId xmlns:a16="http://schemas.microsoft.com/office/drawing/2014/main" id="{2A975293-B7B7-4069-918E-744AA3A74EDB}"/>
                  </a:ext>
                </a:extLst>
              </p14:cNvPr>
              <p14:cNvContentPartPr/>
              <p14:nvPr/>
            </p14:nvContentPartPr>
            <p14:xfrm>
              <a:off x="6761433" y="47663"/>
              <a:ext cx="880920" cy="883800"/>
            </p14:xfrm>
          </p:contentPart>
        </mc:Choice>
        <mc:Fallback>
          <p:pic>
            <p:nvPicPr>
              <p:cNvPr id="336" name="墨迹 335">
                <a:extLst>
                  <a:ext uri="{FF2B5EF4-FFF2-40B4-BE49-F238E27FC236}">
                    <a16:creationId xmlns:a16="http://schemas.microsoft.com/office/drawing/2014/main" id="{2A975293-B7B7-4069-918E-744AA3A74ED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43793" y="30023"/>
                <a:ext cx="907560" cy="9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38" name="墨迹 337">
                <a:extLst>
                  <a:ext uri="{FF2B5EF4-FFF2-40B4-BE49-F238E27FC236}">
                    <a16:creationId xmlns:a16="http://schemas.microsoft.com/office/drawing/2014/main" id="{BBC7770A-138B-44BC-A25A-4F1A624DB517}"/>
                  </a:ext>
                </a:extLst>
              </p14:cNvPr>
              <p14:cNvContentPartPr/>
              <p14:nvPr/>
            </p14:nvContentPartPr>
            <p14:xfrm>
              <a:off x="7482153" y="2190873"/>
              <a:ext cx="841680" cy="150120"/>
            </p14:xfrm>
          </p:contentPart>
        </mc:Choice>
        <mc:Fallback>
          <p:pic>
            <p:nvPicPr>
              <p:cNvPr id="338" name="墨迹 337">
                <a:extLst>
                  <a:ext uri="{FF2B5EF4-FFF2-40B4-BE49-F238E27FC236}">
                    <a16:creationId xmlns:a16="http://schemas.microsoft.com/office/drawing/2014/main" id="{BBC7770A-138B-44BC-A25A-4F1A624DB51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464513" y="2182233"/>
                <a:ext cx="8683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40" name="墨迹 339">
                <a:extLst>
                  <a:ext uri="{FF2B5EF4-FFF2-40B4-BE49-F238E27FC236}">
                    <a16:creationId xmlns:a16="http://schemas.microsoft.com/office/drawing/2014/main" id="{C85DFA9F-42D1-457E-AA66-208FBBD5A004}"/>
                  </a:ext>
                </a:extLst>
              </p14:cNvPr>
              <p14:cNvContentPartPr/>
              <p14:nvPr/>
            </p14:nvContentPartPr>
            <p14:xfrm>
              <a:off x="1527753" y="2640513"/>
              <a:ext cx="3870360" cy="669960"/>
            </p14:xfrm>
          </p:contentPart>
        </mc:Choice>
        <mc:Fallback>
          <p:pic>
            <p:nvPicPr>
              <p:cNvPr id="340" name="墨迹 339">
                <a:extLst>
                  <a:ext uri="{FF2B5EF4-FFF2-40B4-BE49-F238E27FC236}">
                    <a16:creationId xmlns:a16="http://schemas.microsoft.com/office/drawing/2014/main" id="{C85DFA9F-42D1-457E-AA66-208FBBD5A00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518753" y="2631873"/>
                <a:ext cx="3888000" cy="6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46" name="墨迹 345">
                <a:extLst>
                  <a:ext uri="{FF2B5EF4-FFF2-40B4-BE49-F238E27FC236}">
                    <a16:creationId xmlns:a16="http://schemas.microsoft.com/office/drawing/2014/main" id="{CE86FF49-B5E3-4995-BB75-B5B37DECCF47}"/>
                  </a:ext>
                </a:extLst>
              </p14:cNvPr>
              <p14:cNvContentPartPr/>
              <p14:nvPr/>
            </p14:nvContentPartPr>
            <p14:xfrm>
              <a:off x="7303233" y="4151073"/>
              <a:ext cx="919080" cy="1806480"/>
            </p14:xfrm>
          </p:contentPart>
        </mc:Choice>
        <mc:Fallback>
          <p:pic>
            <p:nvPicPr>
              <p:cNvPr id="346" name="墨迹 345">
                <a:extLst>
                  <a:ext uri="{FF2B5EF4-FFF2-40B4-BE49-F238E27FC236}">
                    <a16:creationId xmlns:a16="http://schemas.microsoft.com/office/drawing/2014/main" id="{CE86FF49-B5E3-4995-BB75-B5B37DECCF4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285593" y="4142073"/>
                <a:ext cx="954720" cy="18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7" name="墨迹 346">
                <a:extLst>
                  <a:ext uri="{FF2B5EF4-FFF2-40B4-BE49-F238E27FC236}">
                    <a16:creationId xmlns:a16="http://schemas.microsoft.com/office/drawing/2014/main" id="{2835250A-1842-46E6-833C-EAA6BC35DF9E}"/>
                  </a:ext>
                </a:extLst>
              </p14:cNvPr>
              <p14:cNvContentPartPr/>
              <p14:nvPr/>
            </p14:nvContentPartPr>
            <p14:xfrm>
              <a:off x="5646153" y="4260153"/>
              <a:ext cx="1245240" cy="329630"/>
            </p14:xfrm>
          </p:contentPart>
        </mc:Choice>
        <mc:Fallback>
          <p:pic>
            <p:nvPicPr>
              <p:cNvPr id="347" name="墨迹 346">
                <a:extLst>
                  <a:ext uri="{FF2B5EF4-FFF2-40B4-BE49-F238E27FC236}">
                    <a16:creationId xmlns:a16="http://schemas.microsoft.com/office/drawing/2014/main" id="{2835250A-1842-46E6-833C-EAA6BC35DF9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628158" y="4251166"/>
                <a:ext cx="1271872" cy="3562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48" name="墨迹 347">
                <a:extLst>
                  <a:ext uri="{FF2B5EF4-FFF2-40B4-BE49-F238E27FC236}">
                    <a16:creationId xmlns:a16="http://schemas.microsoft.com/office/drawing/2014/main" id="{B9B6DDB5-6A8C-40E3-B5DA-608ACC2172B1}"/>
                  </a:ext>
                </a:extLst>
              </p14:cNvPr>
              <p14:cNvContentPartPr/>
              <p14:nvPr/>
            </p14:nvContentPartPr>
            <p14:xfrm>
              <a:off x="2121033" y="4242513"/>
              <a:ext cx="2936160" cy="616680"/>
            </p14:xfrm>
          </p:contentPart>
        </mc:Choice>
        <mc:Fallback>
          <p:pic>
            <p:nvPicPr>
              <p:cNvPr id="348" name="墨迹 347">
                <a:extLst>
                  <a:ext uri="{FF2B5EF4-FFF2-40B4-BE49-F238E27FC236}">
                    <a16:creationId xmlns:a16="http://schemas.microsoft.com/office/drawing/2014/main" id="{B9B6DDB5-6A8C-40E3-B5DA-608ACC2172B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103393" y="4233873"/>
                <a:ext cx="2971800" cy="64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51" name="墨迹 350">
                <a:extLst>
                  <a:ext uri="{FF2B5EF4-FFF2-40B4-BE49-F238E27FC236}">
                    <a16:creationId xmlns:a16="http://schemas.microsoft.com/office/drawing/2014/main" id="{60CBFCB4-9675-4D1E-8EA8-C546CAB8B24B}"/>
                  </a:ext>
                </a:extLst>
              </p14:cNvPr>
              <p14:cNvContentPartPr/>
              <p14:nvPr/>
            </p14:nvContentPartPr>
            <p14:xfrm>
              <a:off x="5750913" y="4731623"/>
              <a:ext cx="970200" cy="67320"/>
            </p14:xfrm>
          </p:contentPart>
        </mc:Choice>
        <mc:Fallback>
          <p:pic>
            <p:nvPicPr>
              <p:cNvPr id="351" name="墨迹 350">
                <a:extLst>
                  <a:ext uri="{FF2B5EF4-FFF2-40B4-BE49-F238E27FC236}">
                    <a16:creationId xmlns:a16="http://schemas.microsoft.com/office/drawing/2014/main" id="{60CBFCB4-9675-4D1E-8EA8-C546CAB8B24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733273" y="4713623"/>
                <a:ext cx="10058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53" name="墨迹 352">
                <a:extLst>
                  <a:ext uri="{FF2B5EF4-FFF2-40B4-BE49-F238E27FC236}">
                    <a16:creationId xmlns:a16="http://schemas.microsoft.com/office/drawing/2014/main" id="{EAA3F707-4B20-42B3-89DC-C0D8A6ABD406}"/>
                  </a:ext>
                </a:extLst>
              </p14:cNvPr>
              <p14:cNvContentPartPr/>
              <p14:nvPr/>
            </p14:nvContentPartPr>
            <p14:xfrm>
              <a:off x="5731113" y="5575233"/>
              <a:ext cx="959040" cy="365270"/>
            </p14:xfrm>
          </p:contentPart>
        </mc:Choice>
        <mc:Fallback>
          <p:pic>
            <p:nvPicPr>
              <p:cNvPr id="353" name="墨迹 352">
                <a:extLst>
                  <a:ext uri="{FF2B5EF4-FFF2-40B4-BE49-F238E27FC236}">
                    <a16:creationId xmlns:a16="http://schemas.microsoft.com/office/drawing/2014/main" id="{EAA3F707-4B20-42B3-89DC-C0D8A6ABD40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713120" y="5566588"/>
                <a:ext cx="985670" cy="391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57" name="墨迹 356">
                <a:extLst>
                  <a:ext uri="{FF2B5EF4-FFF2-40B4-BE49-F238E27FC236}">
                    <a16:creationId xmlns:a16="http://schemas.microsoft.com/office/drawing/2014/main" id="{3CA36188-384B-4F94-BD16-2E558A8C8455}"/>
                  </a:ext>
                </a:extLst>
              </p14:cNvPr>
              <p14:cNvContentPartPr/>
              <p14:nvPr/>
            </p14:nvContentPartPr>
            <p14:xfrm>
              <a:off x="1350993" y="5053593"/>
              <a:ext cx="4041000" cy="551520"/>
            </p14:xfrm>
          </p:contentPart>
        </mc:Choice>
        <mc:Fallback>
          <p:pic>
            <p:nvPicPr>
              <p:cNvPr id="357" name="墨迹 356">
                <a:extLst>
                  <a:ext uri="{FF2B5EF4-FFF2-40B4-BE49-F238E27FC236}">
                    <a16:creationId xmlns:a16="http://schemas.microsoft.com/office/drawing/2014/main" id="{3CA36188-384B-4F94-BD16-2E558A8C845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341993" y="5044593"/>
                <a:ext cx="405864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60" name="墨迹 359">
                <a:extLst>
                  <a:ext uri="{FF2B5EF4-FFF2-40B4-BE49-F238E27FC236}">
                    <a16:creationId xmlns:a16="http://schemas.microsoft.com/office/drawing/2014/main" id="{AE74909E-695E-49D7-B433-B41D5EFA3591}"/>
                  </a:ext>
                </a:extLst>
              </p14:cNvPr>
              <p14:cNvContentPartPr/>
              <p14:nvPr/>
            </p14:nvContentPartPr>
            <p14:xfrm>
              <a:off x="2401113" y="5766393"/>
              <a:ext cx="2768400" cy="648720"/>
            </p14:xfrm>
          </p:contentPart>
        </mc:Choice>
        <mc:Fallback>
          <p:pic>
            <p:nvPicPr>
              <p:cNvPr id="360" name="墨迹 359">
                <a:extLst>
                  <a:ext uri="{FF2B5EF4-FFF2-40B4-BE49-F238E27FC236}">
                    <a16:creationId xmlns:a16="http://schemas.microsoft.com/office/drawing/2014/main" id="{AE74909E-695E-49D7-B433-B41D5EFA359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83473" y="5757753"/>
                <a:ext cx="2804040" cy="67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62" name="墨迹 361">
                <a:extLst>
                  <a:ext uri="{FF2B5EF4-FFF2-40B4-BE49-F238E27FC236}">
                    <a16:creationId xmlns:a16="http://schemas.microsoft.com/office/drawing/2014/main" id="{42AFBB5B-39DD-4021-BEA1-D2E7B53D0783}"/>
                  </a:ext>
                </a:extLst>
              </p14:cNvPr>
              <p14:cNvContentPartPr/>
              <p14:nvPr/>
            </p14:nvContentPartPr>
            <p14:xfrm>
              <a:off x="5978073" y="6751583"/>
              <a:ext cx="1002600" cy="39600"/>
            </p14:xfrm>
          </p:contentPart>
        </mc:Choice>
        <mc:Fallback>
          <p:pic>
            <p:nvPicPr>
              <p:cNvPr id="362" name="墨迹 361">
                <a:extLst>
                  <a:ext uri="{FF2B5EF4-FFF2-40B4-BE49-F238E27FC236}">
                    <a16:creationId xmlns:a16="http://schemas.microsoft.com/office/drawing/2014/main" id="{42AFBB5B-39DD-4021-BEA1-D2E7B53D078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60433" y="6733583"/>
                <a:ext cx="10382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63" name="墨迹 362">
                <a:extLst>
                  <a:ext uri="{FF2B5EF4-FFF2-40B4-BE49-F238E27FC236}">
                    <a16:creationId xmlns:a16="http://schemas.microsoft.com/office/drawing/2014/main" id="{A939D20D-1838-4519-A6D9-FE9BE9DDF840}"/>
                  </a:ext>
                </a:extLst>
              </p14:cNvPr>
              <p14:cNvContentPartPr/>
              <p14:nvPr/>
            </p14:nvContentPartPr>
            <p14:xfrm>
              <a:off x="3344313" y="6533423"/>
              <a:ext cx="1606320" cy="284400"/>
            </p14:xfrm>
          </p:contentPart>
        </mc:Choice>
        <mc:Fallback>
          <p:pic>
            <p:nvPicPr>
              <p:cNvPr id="363" name="墨迹 362">
                <a:extLst>
                  <a:ext uri="{FF2B5EF4-FFF2-40B4-BE49-F238E27FC236}">
                    <a16:creationId xmlns:a16="http://schemas.microsoft.com/office/drawing/2014/main" id="{A939D20D-1838-4519-A6D9-FE9BE9DDF84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326313" y="6515423"/>
                <a:ext cx="164196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76" name="墨迹 375">
                <a:extLst>
                  <a:ext uri="{FF2B5EF4-FFF2-40B4-BE49-F238E27FC236}">
                    <a16:creationId xmlns:a16="http://schemas.microsoft.com/office/drawing/2014/main" id="{0A57A2F3-DE58-4DC7-840E-081EAAC4BFA8}"/>
                  </a:ext>
                </a:extLst>
              </p14:cNvPr>
              <p14:cNvContentPartPr/>
              <p14:nvPr/>
            </p14:nvContentPartPr>
            <p14:xfrm>
              <a:off x="9659073" y="4354703"/>
              <a:ext cx="424440" cy="318600"/>
            </p14:xfrm>
          </p:contentPart>
        </mc:Choice>
        <mc:Fallback>
          <p:pic>
            <p:nvPicPr>
              <p:cNvPr id="376" name="墨迹 375">
                <a:extLst>
                  <a:ext uri="{FF2B5EF4-FFF2-40B4-BE49-F238E27FC236}">
                    <a16:creationId xmlns:a16="http://schemas.microsoft.com/office/drawing/2014/main" id="{0A57A2F3-DE58-4DC7-840E-081EAAC4BFA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650073" y="4345703"/>
                <a:ext cx="4420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77" name="墨迹 376">
                <a:extLst>
                  <a:ext uri="{FF2B5EF4-FFF2-40B4-BE49-F238E27FC236}">
                    <a16:creationId xmlns:a16="http://schemas.microsoft.com/office/drawing/2014/main" id="{7EBEF7AE-FFCB-45F2-9B6E-192F9B716FDC}"/>
                  </a:ext>
                </a:extLst>
              </p14:cNvPr>
              <p14:cNvContentPartPr/>
              <p14:nvPr/>
            </p14:nvContentPartPr>
            <p14:xfrm>
              <a:off x="10515513" y="4209983"/>
              <a:ext cx="7560" cy="361800"/>
            </p14:xfrm>
          </p:contentPart>
        </mc:Choice>
        <mc:Fallback>
          <p:pic>
            <p:nvPicPr>
              <p:cNvPr id="377" name="墨迹 376">
                <a:extLst>
                  <a:ext uri="{FF2B5EF4-FFF2-40B4-BE49-F238E27FC236}">
                    <a16:creationId xmlns:a16="http://schemas.microsoft.com/office/drawing/2014/main" id="{7EBEF7AE-FFCB-45F2-9B6E-192F9B716FD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506513" y="4201343"/>
                <a:ext cx="252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85" name="墨迹 384">
                <a:extLst>
                  <a:ext uri="{FF2B5EF4-FFF2-40B4-BE49-F238E27FC236}">
                    <a16:creationId xmlns:a16="http://schemas.microsoft.com/office/drawing/2014/main" id="{25106835-5865-4DB8-9237-6B398B6EF8A0}"/>
                  </a:ext>
                </a:extLst>
              </p14:cNvPr>
              <p14:cNvContentPartPr/>
              <p14:nvPr/>
            </p14:nvContentPartPr>
            <p14:xfrm>
              <a:off x="10902153" y="4240943"/>
              <a:ext cx="493560" cy="200160"/>
            </p14:xfrm>
          </p:contentPart>
        </mc:Choice>
        <mc:Fallback>
          <p:pic>
            <p:nvPicPr>
              <p:cNvPr id="385" name="墨迹 384">
                <a:extLst>
                  <a:ext uri="{FF2B5EF4-FFF2-40B4-BE49-F238E27FC236}">
                    <a16:creationId xmlns:a16="http://schemas.microsoft.com/office/drawing/2014/main" id="{25106835-5865-4DB8-9237-6B398B6EF8A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893513" y="4232303"/>
                <a:ext cx="5112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14" name="墨迹 413">
                <a:extLst>
                  <a:ext uri="{FF2B5EF4-FFF2-40B4-BE49-F238E27FC236}">
                    <a16:creationId xmlns:a16="http://schemas.microsoft.com/office/drawing/2014/main" id="{336070E7-04BF-4DB1-AD2A-D8E28EE308AA}"/>
                  </a:ext>
                </a:extLst>
              </p14:cNvPr>
              <p14:cNvContentPartPr/>
              <p14:nvPr/>
            </p14:nvContentPartPr>
            <p14:xfrm>
              <a:off x="8728833" y="363743"/>
              <a:ext cx="4164120" cy="3725280"/>
            </p14:xfrm>
          </p:contentPart>
        </mc:Choice>
        <mc:Fallback>
          <p:pic>
            <p:nvPicPr>
              <p:cNvPr id="414" name="墨迹 413">
                <a:extLst>
                  <a:ext uri="{FF2B5EF4-FFF2-40B4-BE49-F238E27FC236}">
                    <a16:creationId xmlns:a16="http://schemas.microsoft.com/office/drawing/2014/main" id="{336070E7-04BF-4DB1-AD2A-D8E28EE308A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20192" y="354744"/>
                <a:ext cx="4181762" cy="374291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3343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3A2C7455-16AF-4C89-A2F7-ADDFE3F8991B}"/>
                  </a:ext>
                </a:extLst>
              </p14:cNvPr>
              <p14:cNvContentPartPr/>
              <p14:nvPr/>
            </p14:nvContentPartPr>
            <p14:xfrm>
              <a:off x="139593" y="465753"/>
              <a:ext cx="12438720" cy="636120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3A2C7455-16AF-4C89-A2F7-ADDFE3F899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953" y="448112"/>
                <a:ext cx="12474360" cy="63968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1705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0CA48EC-61F6-464A-BB79-8D70D97FBD73}"/>
                  </a:ext>
                </a:extLst>
              </p14:cNvPr>
              <p14:cNvContentPartPr/>
              <p14:nvPr/>
            </p14:nvContentPartPr>
            <p14:xfrm>
              <a:off x="891273" y="466473"/>
              <a:ext cx="420480" cy="30222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0CA48EC-61F6-464A-BB79-8D70D97FBD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2633" y="457473"/>
                <a:ext cx="438120" cy="30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9D0034BA-4100-411B-A052-A578D5E421F7}"/>
                  </a:ext>
                </a:extLst>
              </p14:cNvPr>
              <p14:cNvContentPartPr/>
              <p14:nvPr/>
            </p14:nvContentPartPr>
            <p14:xfrm>
              <a:off x="5113353" y="1450353"/>
              <a:ext cx="37440" cy="5508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9D0034BA-4100-411B-A052-A578D5E421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04353" y="1441353"/>
                <a:ext cx="5508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A9A91BF7-16F1-40BF-8E0C-893B76D2BD6B}"/>
                  </a:ext>
                </a:extLst>
              </p14:cNvPr>
              <p14:cNvContentPartPr/>
              <p14:nvPr/>
            </p14:nvContentPartPr>
            <p14:xfrm>
              <a:off x="7005513" y="840873"/>
              <a:ext cx="1382760" cy="64296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A9A91BF7-16F1-40BF-8E0C-893B76D2BD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96873" y="831873"/>
                <a:ext cx="1400400" cy="66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D3EE0510-9C6E-4AA1-93F0-61B55F3F17AD}"/>
                  </a:ext>
                </a:extLst>
              </p14:cNvPr>
              <p14:cNvContentPartPr/>
              <p14:nvPr/>
            </p14:nvContentPartPr>
            <p14:xfrm>
              <a:off x="5608353" y="721713"/>
              <a:ext cx="1150200" cy="97020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D3EE0510-9C6E-4AA1-93F0-61B55F3F17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99713" y="712713"/>
                <a:ext cx="1167840" cy="9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59693164-DDC0-42EB-B05A-ABAD0E3CEF68}"/>
                  </a:ext>
                </a:extLst>
              </p14:cNvPr>
              <p14:cNvContentPartPr/>
              <p14:nvPr/>
            </p14:nvContentPartPr>
            <p14:xfrm>
              <a:off x="4246833" y="858513"/>
              <a:ext cx="470520" cy="63468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59693164-DDC0-42EB-B05A-ABAD0E3CEF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38193" y="849873"/>
                <a:ext cx="488160" cy="65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A46C4587-086E-4709-8EF0-C189047D0D0A}"/>
                  </a:ext>
                </a:extLst>
              </p14:cNvPr>
              <p14:cNvContentPartPr/>
              <p14:nvPr/>
            </p14:nvContentPartPr>
            <p14:xfrm>
              <a:off x="1569513" y="540633"/>
              <a:ext cx="2274120" cy="95328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A46C4587-086E-4709-8EF0-C189047D0D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60873" y="531633"/>
                <a:ext cx="2291760" cy="9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1F99FA1D-2407-4D20-8E73-6869227B9CBC}"/>
                  </a:ext>
                </a:extLst>
              </p14:cNvPr>
              <p14:cNvContentPartPr/>
              <p14:nvPr/>
            </p14:nvContentPartPr>
            <p14:xfrm>
              <a:off x="3456993" y="2476353"/>
              <a:ext cx="588240" cy="89316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1F99FA1D-2407-4D20-8E73-6869227B9C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48353" y="2467713"/>
                <a:ext cx="605880" cy="9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56FC6942-8968-4506-AD0A-07E7EB418F2D}"/>
                  </a:ext>
                </a:extLst>
              </p14:cNvPr>
              <p14:cNvContentPartPr/>
              <p14:nvPr/>
            </p14:nvContentPartPr>
            <p14:xfrm>
              <a:off x="4372833" y="2175393"/>
              <a:ext cx="402480" cy="185976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56FC6942-8968-4506-AD0A-07E7EB418F2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63833" y="2166393"/>
                <a:ext cx="420120" cy="18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43671205-DBFA-4805-BDF0-5676B4DA27F0}"/>
                  </a:ext>
                </a:extLst>
              </p14:cNvPr>
              <p14:cNvContentPartPr/>
              <p14:nvPr/>
            </p14:nvContentPartPr>
            <p14:xfrm>
              <a:off x="1619913" y="2233353"/>
              <a:ext cx="1664640" cy="101304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43671205-DBFA-4805-BDF0-5676B4DA27F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11271" y="2224710"/>
                <a:ext cx="1682284" cy="1030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2F5238F3-9AFF-4B27-88BA-8C15822837D0}"/>
                  </a:ext>
                </a:extLst>
              </p14:cNvPr>
              <p14:cNvContentPartPr/>
              <p14:nvPr/>
            </p14:nvContentPartPr>
            <p14:xfrm>
              <a:off x="6141513" y="3573633"/>
              <a:ext cx="1303200" cy="55440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2F5238F3-9AFF-4B27-88BA-8C15822837D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32873" y="3564633"/>
                <a:ext cx="132084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ADDCB475-22E0-4864-B987-F261FF2F0091}"/>
                  </a:ext>
                </a:extLst>
              </p14:cNvPr>
              <p14:cNvContentPartPr/>
              <p14:nvPr/>
            </p14:nvContentPartPr>
            <p14:xfrm>
              <a:off x="4956393" y="3491193"/>
              <a:ext cx="978840" cy="74844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ADDCB475-22E0-4864-B987-F261FF2F009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47393" y="3482189"/>
                <a:ext cx="996480" cy="7660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F9DC17F7-6902-4CD6-8F4C-6725595210BB}"/>
                  </a:ext>
                </a:extLst>
              </p14:cNvPr>
              <p14:cNvContentPartPr/>
              <p14:nvPr/>
            </p14:nvContentPartPr>
            <p14:xfrm>
              <a:off x="3446193" y="6077793"/>
              <a:ext cx="316800" cy="29052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F9DC17F7-6902-4CD6-8F4C-6725595210B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37193" y="6069153"/>
                <a:ext cx="33444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AD7DE6F4-AC58-4119-920C-3A5D16E326C3}"/>
                  </a:ext>
                </a:extLst>
              </p14:cNvPr>
              <p14:cNvContentPartPr/>
              <p14:nvPr/>
            </p14:nvContentPartPr>
            <p14:xfrm>
              <a:off x="3242433" y="6523473"/>
              <a:ext cx="618840" cy="7776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AD7DE6F4-AC58-4119-920C-3A5D16E326C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33433" y="6514833"/>
                <a:ext cx="6364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99D2AF4E-2907-472C-A9DA-52F249B2673C}"/>
                  </a:ext>
                </a:extLst>
              </p14:cNvPr>
              <p14:cNvContentPartPr/>
              <p14:nvPr/>
            </p14:nvContentPartPr>
            <p14:xfrm>
              <a:off x="5306313" y="6127113"/>
              <a:ext cx="248760" cy="35280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99D2AF4E-2907-472C-A9DA-52F249B2673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97673" y="6118113"/>
                <a:ext cx="26640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E7BE51E3-FF06-4FDF-AA07-DEF952366ABD}"/>
                  </a:ext>
                </a:extLst>
              </p14:cNvPr>
              <p14:cNvContentPartPr/>
              <p14:nvPr/>
            </p14:nvContentPartPr>
            <p14:xfrm>
              <a:off x="4722753" y="6067713"/>
              <a:ext cx="371880" cy="38088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E7BE51E3-FF06-4FDF-AA07-DEF952366AB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13753" y="6058713"/>
                <a:ext cx="38952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86355C55-647A-455D-8E4E-C39913AA1344}"/>
                  </a:ext>
                </a:extLst>
              </p14:cNvPr>
              <p14:cNvContentPartPr/>
              <p14:nvPr/>
            </p14:nvContentPartPr>
            <p14:xfrm>
              <a:off x="7319793" y="4412073"/>
              <a:ext cx="1695240" cy="104652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86355C55-647A-455D-8E4E-C39913AA13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10793" y="4403073"/>
                <a:ext cx="1712880" cy="10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468B5591-7F94-4CAC-B49A-97421A17963F}"/>
                  </a:ext>
                </a:extLst>
              </p14:cNvPr>
              <p14:cNvContentPartPr/>
              <p14:nvPr/>
            </p14:nvContentPartPr>
            <p14:xfrm>
              <a:off x="9679953" y="4692873"/>
              <a:ext cx="555840" cy="5364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468B5591-7F94-4CAC-B49A-97421A17963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670953" y="4683873"/>
                <a:ext cx="57348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A4279EC2-0EF1-4665-85CE-6E1F75D5C771}"/>
                  </a:ext>
                </a:extLst>
              </p14:cNvPr>
              <p14:cNvContentPartPr/>
              <p14:nvPr/>
            </p14:nvContentPartPr>
            <p14:xfrm>
              <a:off x="10636833" y="4676313"/>
              <a:ext cx="388440" cy="2448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A4279EC2-0EF1-4665-85CE-6E1F75D5C77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628193" y="4667673"/>
                <a:ext cx="4060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AE844D30-58BE-4A09-92F1-6BAA400716AD}"/>
                  </a:ext>
                </a:extLst>
              </p14:cNvPr>
              <p14:cNvContentPartPr/>
              <p14:nvPr/>
            </p14:nvContentPartPr>
            <p14:xfrm>
              <a:off x="10763193" y="5504673"/>
              <a:ext cx="326160" cy="5148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AE844D30-58BE-4A09-92F1-6BAA400716A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754553" y="5495673"/>
                <a:ext cx="3438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3428FA77-7565-462D-A70C-A18421498A3B}"/>
                  </a:ext>
                </a:extLst>
              </p14:cNvPr>
              <p14:cNvContentPartPr/>
              <p14:nvPr/>
            </p14:nvContentPartPr>
            <p14:xfrm>
              <a:off x="9892713" y="4034073"/>
              <a:ext cx="416160" cy="45972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3428FA77-7565-462D-A70C-A18421498A3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883713" y="4025073"/>
                <a:ext cx="43380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EFE6C32A-8033-4848-9773-2A57AA525ADF}"/>
                  </a:ext>
                </a:extLst>
              </p14:cNvPr>
              <p14:cNvContentPartPr/>
              <p14:nvPr/>
            </p14:nvContentPartPr>
            <p14:xfrm>
              <a:off x="10908273" y="4050633"/>
              <a:ext cx="120960" cy="444240"/>
            </p14:xfrm>
          </p:contentPart>
        </mc:Choice>
        <mc:Fallback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EFE6C32A-8033-4848-9773-2A57AA525AD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899633" y="4041993"/>
                <a:ext cx="13860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A90DAE20-D114-4B3F-BF4B-7A37095C3DD5}"/>
                  </a:ext>
                </a:extLst>
              </p14:cNvPr>
              <p14:cNvContentPartPr/>
              <p14:nvPr/>
            </p14:nvContentPartPr>
            <p14:xfrm>
              <a:off x="10915473" y="5080233"/>
              <a:ext cx="195120" cy="184680"/>
            </p14:xfrm>
          </p:contentPart>
        </mc:Choice>
        <mc:Fallback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A90DAE20-D114-4B3F-BF4B-7A37095C3DD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906833" y="5071233"/>
                <a:ext cx="2127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17A3CF26-55B8-416D-9EF6-C9C1930429F9}"/>
                  </a:ext>
                </a:extLst>
              </p14:cNvPr>
              <p14:cNvContentPartPr/>
              <p14:nvPr/>
            </p14:nvContentPartPr>
            <p14:xfrm>
              <a:off x="10872273" y="5703393"/>
              <a:ext cx="297000" cy="60768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17A3CF26-55B8-416D-9EF6-C9C1930429F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863273" y="5694393"/>
                <a:ext cx="314640" cy="6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CA27AF29-A161-47E2-9227-8F73A91453AA}"/>
                  </a:ext>
                </a:extLst>
              </p14:cNvPr>
              <p14:cNvContentPartPr/>
              <p14:nvPr/>
            </p14:nvContentPartPr>
            <p14:xfrm>
              <a:off x="9888753" y="5788713"/>
              <a:ext cx="518040" cy="44064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CA27AF29-A161-47E2-9227-8F73A91453A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80113" y="5779713"/>
                <a:ext cx="53568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8B078C1A-2E85-4008-B81A-3912A24ECF79}"/>
                  </a:ext>
                </a:extLst>
              </p14:cNvPr>
              <p14:cNvContentPartPr/>
              <p14:nvPr/>
            </p14:nvContentPartPr>
            <p14:xfrm>
              <a:off x="9792633" y="4938393"/>
              <a:ext cx="592920" cy="574200"/>
            </p14:xfrm>
          </p:contentPart>
        </mc:Choice>
        <mc:Fallback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8B078C1A-2E85-4008-B81A-3912A24ECF7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783993" y="4929753"/>
                <a:ext cx="61056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B3F0F890-9FEE-4FAB-817C-19EC9DEE823C}"/>
                  </a:ext>
                </a:extLst>
              </p14:cNvPr>
              <p14:cNvContentPartPr/>
              <p14:nvPr/>
            </p14:nvContentPartPr>
            <p14:xfrm>
              <a:off x="4149993" y="1632873"/>
              <a:ext cx="671040" cy="7776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B3F0F890-9FEE-4FAB-817C-19EC9DEE823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40993" y="1623873"/>
                <a:ext cx="6886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27" name="墨迹 126">
                <a:extLst>
                  <a:ext uri="{FF2B5EF4-FFF2-40B4-BE49-F238E27FC236}">
                    <a16:creationId xmlns:a16="http://schemas.microsoft.com/office/drawing/2014/main" id="{09FF7845-226D-4331-8141-A032AF1ACCC1}"/>
                  </a:ext>
                </a:extLst>
              </p14:cNvPr>
              <p14:cNvContentPartPr/>
              <p14:nvPr/>
            </p14:nvContentPartPr>
            <p14:xfrm>
              <a:off x="11697393" y="4108953"/>
              <a:ext cx="986760" cy="465840"/>
            </p14:xfrm>
          </p:contentPart>
        </mc:Choice>
        <mc:Fallback>
          <p:pic>
            <p:nvPicPr>
              <p:cNvPr id="127" name="墨迹 126">
                <a:extLst>
                  <a:ext uri="{FF2B5EF4-FFF2-40B4-BE49-F238E27FC236}">
                    <a16:creationId xmlns:a16="http://schemas.microsoft.com/office/drawing/2014/main" id="{09FF7845-226D-4331-8141-A032AF1ACCC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679753" y="4091299"/>
                <a:ext cx="1022400" cy="5015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F20A56A4-3703-47DA-87C8-E18573AB1225}"/>
                  </a:ext>
                </a:extLst>
              </p14:cNvPr>
              <p14:cNvContentPartPr/>
              <p14:nvPr/>
            </p14:nvContentPartPr>
            <p14:xfrm>
              <a:off x="11762913" y="4958913"/>
              <a:ext cx="997560" cy="514800"/>
            </p14:xfrm>
          </p:contentPart>
        </mc:Choice>
        <mc:Fallback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F20A56A4-3703-47DA-87C8-E18573AB122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745279" y="4941261"/>
                <a:ext cx="1033187" cy="550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491BC683-943D-44D5-BA47-BBB01F582B8D}"/>
                  </a:ext>
                </a:extLst>
              </p14:cNvPr>
              <p14:cNvContentPartPr/>
              <p14:nvPr/>
            </p14:nvContentPartPr>
            <p14:xfrm>
              <a:off x="11588673" y="5907153"/>
              <a:ext cx="1184040" cy="551160"/>
            </p14:xfrm>
          </p:contentPart>
        </mc:Choice>
        <mc:Fallback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491BC683-943D-44D5-BA47-BBB01F582B8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570673" y="5889525"/>
                <a:ext cx="1219680" cy="586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97341648-4F90-4F22-861A-DCD8B1C72E76}"/>
                  </a:ext>
                </a:extLst>
              </p14:cNvPr>
              <p14:cNvContentPartPr/>
              <p14:nvPr/>
            </p14:nvContentPartPr>
            <p14:xfrm>
              <a:off x="5383353" y="4384713"/>
              <a:ext cx="1491840" cy="6696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97341648-4F90-4F22-861A-DCD8B1C72E7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365353" y="4366713"/>
                <a:ext cx="15274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6EE37653-59F1-4DF9-A2EA-A161C6A12C88}"/>
                  </a:ext>
                </a:extLst>
              </p14:cNvPr>
              <p14:cNvContentPartPr/>
              <p14:nvPr/>
            </p14:nvContentPartPr>
            <p14:xfrm>
              <a:off x="5028033" y="2207073"/>
              <a:ext cx="2657520" cy="788040"/>
            </p14:xfrm>
          </p:contentPart>
        </mc:Choice>
        <mc:Fallback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6EE37653-59F1-4DF9-A2EA-A161C6A12C8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10391" y="2198433"/>
                <a:ext cx="2684164" cy="81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C62BAD1E-3AAB-4A01-8431-CB1351917940}"/>
                  </a:ext>
                </a:extLst>
              </p14:cNvPr>
              <p14:cNvContentPartPr/>
              <p14:nvPr/>
            </p14:nvContentPartPr>
            <p14:xfrm>
              <a:off x="3123273" y="5049273"/>
              <a:ext cx="842040" cy="632520"/>
            </p14:xfrm>
          </p:contentPart>
        </mc:Choice>
        <mc:Fallback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C62BAD1E-3AAB-4A01-8431-CB135191794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114277" y="5040633"/>
                <a:ext cx="868669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C144DD34-BD3D-4A66-A931-5F18071C45C9}"/>
                  </a:ext>
                </a:extLst>
              </p14:cNvPr>
              <p14:cNvContentPartPr/>
              <p14:nvPr/>
            </p14:nvContentPartPr>
            <p14:xfrm>
              <a:off x="1048953" y="4105713"/>
              <a:ext cx="1343160" cy="1708920"/>
            </p14:xfrm>
          </p:contentPart>
        </mc:Choice>
        <mc:Fallback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C144DD34-BD3D-4A66-A931-5F18071C45C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31313" y="4088073"/>
                <a:ext cx="1378800" cy="174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2203FD78-A6F6-4D07-BB35-E20631F8CBFB}"/>
                  </a:ext>
                </a:extLst>
              </p14:cNvPr>
              <p14:cNvContentPartPr/>
              <p14:nvPr/>
            </p14:nvContentPartPr>
            <p14:xfrm>
              <a:off x="4394433" y="5620233"/>
              <a:ext cx="1072800" cy="108720"/>
            </p14:xfrm>
          </p:contentPart>
        </mc:Choice>
        <mc:Fallback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2203FD78-A6F6-4D07-BB35-E20631F8CBF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376793" y="5602593"/>
                <a:ext cx="11084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BFD13021-CC04-4264-94A0-0900EFD83AB1}"/>
                  </a:ext>
                </a:extLst>
              </p14:cNvPr>
              <p14:cNvContentPartPr/>
              <p14:nvPr/>
            </p14:nvContentPartPr>
            <p14:xfrm>
              <a:off x="6078513" y="4914273"/>
              <a:ext cx="957240" cy="599760"/>
            </p14:xfrm>
          </p:contentPart>
        </mc:Choice>
        <mc:Fallback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BFD13021-CC04-4264-94A0-0900EFD83AB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060873" y="4896633"/>
                <a:ext cx="99288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64B38FB2-78B5-4D0D-9CAE-80CA8ABF50B0}"/>
                  </a:ext>
                </a:extLst>
              </p14:cNvPr>
              <p14:cNvContentPartPr/>
              <p14:nvPr/>
            </p14:nvContentPartPr>
            <p14:xfrm>
              <a:off x="4344033" y="4882953"/>
              <a:ext cx="1463040" cy="602640"/>
            </p14:xfrm>
          </p:contentPart>
        </mc:Choice>
        <mc:Fallback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64B38FB2-78B5-4D0D-9CAE-80CA8ABF50B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326037" y="4865313"/>
                <a:ext cx="1498671" cy="63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809ED0BC-208F-42D4-B68D-E477CB42B6F8}"/>
                  </a:ext>
                </a:extLst>
              </p14:cNvPr>
              <p14:cNvContentPartPr/>
              <p14:nvPr/>
            </p14:nvContentPartPr>
            <p14:xfrm>
              <a:off x="5996433" y="6097593"/>
              <a:ext cx="2880" cy="89280"/>
            </p14:xfrm>
          </p:contentPart>
        </mc:Choice>
        <mc:Fallback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809ED0BC-208F-42D4-B68D-E477CB42B6F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78433" y="6079593"/>
                <a:ext cx="385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E25B69CC-D22E-4E91-B4DB-801740AFC5BC}"/>
                  </a:ext>
                </a:extLst>
              </p14:cNvPr>
              <p14:cNvContentPartPr/>
              <p14:nvPr/>
            </p14:nvContentPartPr>
            <p14:xfrm>
              <a:off x="5866833" y="6434913"/>
              <a:ext cx="135360" cy="190800"/>
            </p14:xfrm>
          </p:contentPart>
        </mc:Choice>
        <mc:Fallback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E25B69CC-D22E-4E91-B4DB-801740AFC5B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849193" y="6416913"/>
                <a:ext cx="1710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67" name="墨迹 166">
                <a:extLst>
                  <a:ext uri="{FF2B5EF4-FFF2-40B4-BE49-F238E27FC236}">
                    <a16:creationId xmlns:a16="http://schemas.microsoft.com/office/drawing/2014/main" id="{4B157AC2-C4D3-47D9-BF0F-F974A2279D82}"/>
                  </a:ext>
                </a:extLst>
              </p14:cNvPr>
              <p14:cNvContentPartPr/>
              <p14:nvPr/>
            </p14:nvContentPartPr>
            <p14:xfrm>
              <a:off x="6878433" y="6196953"/>
              <a:ext cx="23400" cy="341280"/>
            </p14:xfrm>
          </p:contentPart>
        </mc:Choice>
        <mc:Fallback>
          <p:pic>
            <p:nvPicPr>
              <p:cNvPr id="167" name="墨迹 166">
                <a:extLst>
                  <a:ext uri="{FF2B5EF4-FFF2-40B4-BE49-F238E27FC236}">
                    <a16:creationId xmlns:a16="http://schemas.microsoft.com/office/drawing/2014/main" id="{4B157AC2-C4D3-47D9-BF0F-F974A2279D8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860793" y="6178953"/>
                <a:ext cx="5904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49037785-CFE6-460F-A3F3-1E51D9734135}"/>
                  </a:ext>
                </a:extLst>
              </p14:cNvPr>
              <p14:cNvContentPartPr/>
              <p14:nvPr/>
            </p14:nvContentPartPr>
            <p14:xfrm>
              <a:off x="6243393" y="6222873"/>
              <a:ext cx="434880" cy="269280"/>
            </p14:xfrm>
          </p:contentPart>
        </mc:Choice>
        <mc:Fallback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49037785-CFE6-460F-A3F3-1E51D973413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225393" y="6205209"/>
                <a:ext cx="470520" cy="304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94D2AB8A-DDDF-4DB2-9BA9-C125037B85C0}"/>
                  </a:ext>
                </a:extLst>
              </p14:cNvPr>
              <p14:cNvContentPartPr/>
              <p14:nvPr/>
            </p14:nvContentPartPr>
            <p14:xfrm>
              <a:off x="12366633" y="2181513"/>
              <a:ext cx="978840" cy="347040"/>
            </p14:xfrm>
          </p:contentPart>
        </mc:Choice>
        <mc:Fallback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94D2AB8A-DDDF-4DB2-9BA9-C125037B85C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2348993" y="2163873"/>
                <a:ext cx="101448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0E7DDE78-FA8B-4C3F-9C4D-FF5E08AB051E}"/>
                  </a:ext>
                </a:extLst>
              </p14:cNvPr>
              <p14:cNvContentPartPr/>
              <p14:nvPr/>
            </p14:nvContentPartPr>
            <p14:xfrm>
              <a:off x="11832393" y="2697033"/>
              <a:ext cx="891000" cy="1063800"/>
            </p14:xfrm>
          </p:contentPart>
        </mc:Choice>
        <mc:Fallback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0E7DDE78-FA8B-4C3F-9C4D-FF5E08AB051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814753" y="2679033"/>
                <a:ext cx="926640" cy="10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B82DB23A-264B-4A90-ABAA-22E454486EA4}"/>
                  </a:ext>
                </a:extLst>
              </p14:cNvPr>
              <p14:cNvContentPartPr/>
              <p14:nvPr/>
            </p14:nvContentPartPr>
            <p14:xfrm>
              <a:off x="9407793" y="2814393"/>
              <a:ext cx="1935360" cy="942840"/>
            </p14:xfrm>
          </p:contentPart>
        </mc:Choice>
        <mc:Fallback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B82DB23A-264B-4A90-ABAA-22E454486EA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389793" y="2796753"/>
                <a:ext cx="1971000" cy="97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8685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11BED349-8510-4FF3-B053-FAEABB4E419F}"/>
                  </a:ext>
                </a:extLst>
              </p14:cNvPr>
              <p14:cNvContentPartPr/>
              <p14:nvPr/>
            </p14:nvContentPartPr>
            <p14:xfrm>
              <a:off x="366033" y="202593"/>
              <a:ext cx="710280" cy="7232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11BED349-8510-4FF3-B053-FAEABB4E41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393" y="193593"/>
                <a:ext cx="727920" cy="74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A4F89F6-4F82-4B91-B9C0-307797AF61AB}"/>
                  </a:ext>
                </a:extLst>
              </p14:cNvPr>
              <p14:cNvContentPartPr/>
              <p14:nvPr/>
            </p14:nvContentPartPr>
            <p14:xfrm>
              <a:off x="852033" y="1277553"/>
              <a:ext cx="511920" cy="6462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A4F89F6-4F82-4B91-B9C0-307797AF61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033" y="1268553"/>
                <a:ext cx="529560" cy="66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DB32B0A-A4A2-4EE4-ACBE-003E1ECA21CC}"/>
                  </a:ext>
                </a:extLst>
              </p14:cNvPr>
              <p14:cNvContentPartPr/>
              <p14:nvPr/>
            </p14:nvContentPartPr>
            <p14:xfrm>
              <a:off x="849153" y="2667873"/>
              <a:ext cx="197640" cy="30888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DB32B0A-A4A2-4EE4-ACBE-003E1ECA21C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0153" y="2658873"/>
                <a:ext cx="2152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F36C4276-3C53-48D3-A004-51E7AEA7D021}"/>
                  </a:ext>
                </a:extLst>
              </p14:cNvPr>
              <p14:cNvContentPartPr/>
              <p14:nvPr/>
            </p14:nvContentPartPr>
            <p14:xfrm>
              <a:off x="918273" y="4206513"/>
              <a:ext cx="22320" cy="44028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F36C4276-3C53-48D3-A004-51E7AEA7D0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9273" y="4197873"/>
                <a:ext cx="3996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16E29D50-F990-46D5-A355-E3A2CDF8A758}"/>
                  </a:ext>
                </a:extLst>
              </p14:cNvPr>
              <p14:cNvContentPartPr/>
              <p14:nvPr/>
            </p14:nvContentPartPr>
            <p14:xfrm>
              <a:off x="1307433" y="2624673"/>
              <a:ext cx="32760" cy="9252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16E29D50-F990-46D5-A355-E3A2CDF8A7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8793" y="2616033"/>
                <a:ext cx="504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5D7D050B-3F2A-46CC-8F49-1C78881FD528}"/>
                  </a:ext>
                </a:extLst>
              </p14:cNvPr>
              <p14:cNvContentPartPr/>
              <p14:nvPr/>
            </p14:nvContentPartPr>
            <p14:xfrm>
              <a:off x="1290153" y="2840673"/>
              <a:ext cx="62640" cy="2232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5D7D050B-3F2A-46CC-8F49-1C78881FD5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81513" y="2832033"/>
                <a:ext cx="802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8004BEF0-1D6A-4934-ABEA-C2D0FA4453E1}"/>
                  </a:ext>
                </a:extLst>
              </p14:cNvPr>
              <p14:cNvContentPartPr/>
              <p14:nvPr/>
            </p14:nvContentPartPr>
            <p14:xfrm>
              <a:off x="2700993" y="2545113"/>
              <a:ext cx="51480" cy="14184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8004BEF0-1D6A-4934-ABEA-C2D0FA4453E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92353" y="2536473"/>
                <a:ext cx="691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A2C42C23-0E93-4CCA-A0AA-9C30348CD2ED}"/>
                  </a:ext>
                </a:extLst>
              </p14:cNvPr>
              <p14:cNvContentPartPr/>
              <p14:nvPr/>
            </p14:nvContentPartPr>
            <p14:xfrm>
              <a:off x="2632593" y="2788833"/>
              <a:ext cx="136080" cy="23040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A2C42C23-0E93-4CCA-A0AA-9C30348CD2E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23593" y="2780193"/>
                <a:ext cx="15372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8DF810A2-4E79-4DF7-86C4-46B08144C267}"/>
                  </a:ext>
                </a:extLst>
              </p14:cNvPr>
              <p14:cNvContentPartPr/>
              <p14:nvPr/>
            </p14:nvContentPartPr>
            <p14:xfrm>
              <a:off x="3033273" y="2451513"/>
              <a:ext cx="491760" cy="33876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8DF810A2-4E79-4DF7-86C4-46B08144C2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24627" y="2442873"/>
                <a:ext cx="509413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760F941D-399B-4EE4-A6E9-1EAC571C76DA}"/>
                  </a:ext>
                </a:extLst>
              </p14:cNvPr>
              <p14:cNvContentPartPr/>
              <p14:nvPr/>
            </p14:nvContentPartPr>
            <p14:xfrm>
              <a:off x="1296633" y="4236753"/>
              <a:ext cx="46080" cy="3168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760F941D-399B-4EE4-A6E9-1EAC571C76D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87633" y="4228113"/>
                <a:ext cx="637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6C8A2004-C291-449C-A67D-B3622B1F9555}"/>
                  </a:ext>
                </a:extLst>
              </p14:cNvPr>
              <p14:cNvContentPartPr/>
              <p14:nvPr/>
            </p14:nvContentPartPr>
            <p14:xfrm>
              <a:off x="1258473" y="4437993"/>
              <a:ext cx="59400" cy="2664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6C8A2004-C291-449C-A67D-B3622B1F95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49833" y="4428993"/>
                <a:ext cx="770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38A4AF0B-A77A-4FE6-BA76-11A7B8B9FED0}"/>
                  </a:ext>
                </a:extLst>
              </p14:cNvPr>
              <p14:cNvContentPartPr/>
              <p14:nvPr/>
            </p14:nvContentPartPr>
            <p14:xfrm>
              <a:off x="2753193" y="4321353"/>
              <a:ext cx="18360" cy="10620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38A4AF0B-A77A-4FE6-BA76-11A7B8B9FE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44193" y="4312713"/>
                <a:ext cx="360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CCDA3286-0063-4C09-A95D-9C78FFBB18FB}"/>
                  </a:ext>
                </a:extLst>
              </p14:cNvPr>
              <p14:cNvContentPartPr/>
              <p14:nvPr/>
            </p14:nvContentPartPr>
            <p14:xfrm>
              <a:off x="2742033" y="4498833"/>
              <a:ext cx="91080" cy="17856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CCDA3286-0063-4C09-A95D-9C78FFBB18F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33393" y="4490193"/>
                <a:ext cx="10872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A9DE2D58-848B-4BC8-A30F-E99BC27F66EA}"/>
                  </a:ext>
                </a:extLst>
              </p14:cNvPr>
              <p14:cNvContentPartPr/>
              <p14:nvPr/>
            </p14:nvContentPartPr>
            <p14:xfrm>
              <a:off x="3786033" y="4150353"/>
              <a:ext cx="36000" cy="42228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A9DE2D58-848B-4BC8-A30F-E99BC27F66E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77393" y="4141353"/>
                <a:ext cx="5364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3896FAE2-B552-4136-9368-432B1DE0DBC2}"/>
                  </a:ext>
                </a:extLst>
              </p14:cNvPr>
              <p14:cNvContentPartPr/>
              <p14:nvPr/>
            </p14:nvContentPartPr>
            <p14:xfrm>
              <a:off x="3071793" y="4277433"/>
              <a:ext cx="415080" cy="24840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3896FAE2-B552-4136-9368-432B1DE0DBC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62793" y="4268793"/>
                <a:ext cx="4327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E4ECBA11-9144-452C-A9F2-53A39E52F76C}"/>
                  </a:ext>
                </a:extLst>
              </p14:cNvPr>
              <p14:cNvContentPartPr/>
              <p14:nvPr/>
            </p14:nvContentPartPr>
            <p14:xfrm>
              <a:off x="687513" y="3187353"/>
              <a:ext cx="261000" cy="2844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E4ECBA11-9144-452C-A9F2-53A39E52F7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69513" y="3169713"/>
                <a:ext cx="2966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32E12274-6B52-4C29-9A53-D3FC530C4BFB}"/>
                  </a:ext>
                </a:extLst>
              </p14:cNvPr>
              <p14:cNvContentPartPr/>
              <p14:nvPr/>
            </p14:nvContentPartPr>
            <p14:xfrm>
              <a:off x="3002673" y="3104193"/>
              <a:ext cx="572760" cy="1872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32E12274-6B52-4C29-9A53-D3FC530C4BF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84673" y="3086193"/>
                <a:ext cx="6084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1578375C-2BA5-47A6-8667-872FC313ACA3}"/>
                  </a:ext>
                </a:extLst>
              </p14:cNvPr>
              <p14:cNvContentPartPr/>
              <p14:nvPr/>
            </p14:nvContentPartPr>
            <p14:xfrm>
              <a:off x="456033" y="2074593"/>
              <a:ext cx="32040" cy="53640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1578375C-2BA5-47A6-8667-872FC313ACA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8393" y="2056593"/>
                <a:ext cx="6768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5044E20C-49CE-4889-8BC6-A1EC55F1CD4E}"/>
                  </a:ext>
                </a:extLst>
              </p14:cNvPr>
              <p14:cNvContentPartPr/>
              <p14:nvPr/>
            </p14:nvContentPartPr>
            <p14:xfrm>
              <a:off x="331473" y="2376993"/>
              <a:ext cx="209520" cy="28728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5044E20C-49CE-4889-8BC6-A1EC55F1CD4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3473" y="2358993"/>
                <a:ext cx="2451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AEB6E0DC-6D74-40BD-8C19-6C826E25A5A5}"/>
                  </a:ext>
                </a:extLst>
              </p14:cNvPr>
              <p14:cNvContentPartPr/>
              <p14:nvPr/>
            </p14:nvContentPartPr>
            <p14:xfrm>
              <a:off x="237873" y="3153873"/>
              <a:ext cx="303120" cy="30708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AEB6E0DC-6D74-40BD-8C19-6C826E25A5A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9873" y="3135873"/>
                <a:ext cx="33876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695FD110-2106-4E0A-B1CB-D2A1C4301194}"/>
                  </a:ext>
                </a:extLst>
              </p14:cNvPr>
              <p14:cNvContentPartPr/>
              <p14:nvPr/>
            </p14:nvContentPartPr>
            <p14:xfrm>
              <a:off x="3739593" y="2173953"/>
              <a:ext cx="364320" cy="94356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695FD110-2106-4E0A-B1CB-D2A1C430119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30593" y="2155953"/>
                <a:ext cx="390960" cy="9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9D68A6C8-DB5F-40F5-9370-30356EEAFE82}"/>
                  </a:ext>
                </a:extLst>
              </p14:cNvPr>
              <p14:cNvContentPartPr/>
              <p14:nvPr/>
            </p14:nvContentPartPr>
            <p14:xfrm>
              <a:off x="1551153" y="2362593"/>
              <a:ext cx="950040" cy="83916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9D68A6C8-DB5F-40F5-9370-30356EEAFE8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33153" y="2344953"/>
                <a:ext cx="97668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48FF3322-775D-4929-9DD4-7D45987A1356}"/>
                  </a:ext>
                </a:extLst>
              </p14:cNvPr>
              <p14:cNvContentPartPr/>
              <p14:nvPr/>
            </p14:nvContentPartPr>
            <p14:xfrm>
              <a:off x="711993" y="4756593"/>
              <a:ext cx="314640" cy="3672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48FF3322-775D-4929-9DD4-7D45987A135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93993" y="4738953"/>
                <a:ext cx="35028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5C49A146-FE70-4061-BB23-A64C3B2CC0D7}"/>
                  </a:ext>
                </a:extLst>
              </p14:cNvPr>
              <p14:cNvContentPartPr/>
              <p14:nvPr/>
            </p14:nvContentPartPr>
            <p14:xfrm>
              <a:off x="3937593" y="4023273"/>
              <a:ext cx="205200" cy="64368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5C49A146-FE70-4061-BB23-A64C3B2CC0D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919953" y="4005273"/>
                <a:ext cx="240840" cy="6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3B8265AC-E53A-44CA-AF68-A1A9F356FD8A}"/>
                  </a:ext>
                </a:extLst>
              </p14:cNvPr>
              <p14:cNvContentPartPr/>
              <p14:nvPr/>
            </p14:nvContentPartPr>
            <p14:xfrm>
              <a:off x="1565553" y="4025073"/>
              <a:ext cx="942480" cy="83556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3B8265AC-E53A-44CA-AF68-A1A9F356FD8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47913" y="4007433"/>
                <a:ext cx="969120" cy="87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78368229-E2C5-463A-8CDD-7B0AF38ABEFE}"/>
                  </a:ext>
                </a:extLst>
              </p14:cNvPr>
              <p14:cNvContentPartPr/>
              <p14:nvPr/>
            </p14:nvContentPartPr>
            <p14:xfrm>
              <a:off x="198993" y="4726713"/>
              <a:ext cx="271800" cy="21600"/>
            </p14:xfrm>
          </p:contentPart>
        </mc:Choice>
        <mc:Fallback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78368229-E2C5-463A-8CDD-7B0AF38ABEF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0993" y="4709073"/>
                <a:ext cx="3074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3C0634C9-5DAF-4239-B050-1BA92D72A83F}"/>
                  </a:ext>
                </a:extLst>
              </p14:cNvPr>
              <p14:cNvContentPartPr/>
              <p14:nvPr/>
            </p14:nvContentPartPr>
            <p14:xfrm>
              <a:off x="236073" y="4188873"/>
              <a:ext cx="122760" cy="25776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3C0634C9-5DAF-4239-B050-1BA92D72A83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8073" y="4171233"/>
                <a:ext cx="15840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67E09D1F-0580-40E2-A04B-DFEE5F4299D4}"/>
                  </a:ext>
                </a:extLst>
              </p14:cNvPr>
              <p14:cNvContentPartPr/>
              <p14:nvPr/>
            </p14:nvContentPartPr>
            <p14:xfrm>
              <a:off x="356673" y="4607553"/>
              <a:ext cx="360" cy="36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67E09D1F-0580-40E2-A04B-DFEE5F4299D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39033" y="458991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730C46E2-3073-4969-91D1-A89335EBA916}"/>
                  </a:ext>
                </a:extLst>
              </p14:cNvPr>
              <p14:cNvContentPartPr/>
              <p14:nvPr/>
            </p14:nvContentPartPr>
            <p14:xfrm>
              <a:off x="480513" y="4950633"/>
              <a:ext cx="1373760" cy="40860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730C46E2-3073-4969-91D1-A89335EBA91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62873" y="4932633"/>
                <a:ext cx="14094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B0F43BA7-54E8-4CDE-9685-17D483476EDA}"/>
                  </a:ext>
                </a:extLst>
              </p14:cNvPr>
              <p14:cNvContentPartPr/>
              <p14:nvPr/>
            </p14:nvContentPartPr>
            <p14:xfrm>
              <a:off x="5699793" y="862473"/>
              <a:ext cx="622800" cy="74124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B0F43BA7-54E8-4CDE-9685-17D483476ED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90793" y="853833"/>
                <a:ext cx="640440" cy="75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1132A6C5-C864-436C-81B5-BE3EAD6717FA}"/>
                  </a:ext>
                </a:extLst>
              </p14:cNvPr>
              <p14:cNvContentPartPr/>
              <p14:nvPr/>
            </p14:nvContentPartPr>
            <p14:xfrm>
              <a:off x="5832993" y="2317593"/>
              <a:ext cx="177120" cy="32940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1132A6C5-C864-436C-81B5-BE3EAD6717F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824353" y="2308953"/>
                <a:ext cx="19476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8249A9ED-4724-4D0C-80CC-91AC279EAA6C}"/>
                  </a:ext>
                </a:extLst>
              </p14:cNvPr>
              <p14:cNvContentPartPr/>
              <p14:nvPr/>
            </p14:nvContentPartPr>
            <p14:xfrm>
              <a:off x="6362193" y="2322273"/>
              <a:ext cx="167040" cy="25308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8249A9ED-4724-4D0C-80CC-91AC279EAA6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53193" y="2313273"/>
                <a:ext cx="1846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98A7D3E6-3123-489D-A42C-CC7535EB85AF}"/>
                  </a:ext>
                </a:extLst>
              </p14:cNvPr>
              <p14:cNvContentPartPr/>
              <p14:nvPr/>
            </p14:nvContentPartPr>
            <p14:xfrm>
              <a:off x="5835153" y="3497673"/>
              <a:ext cx="247680" cy="21492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98A7D3E6-3123-489D-A42C-CC7535EB85A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826153" y="3488673"/>
                <a:ext cx="26532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DD1092DD-C0D5-4CA6-ADF6-9BEA0E426DD7}"/>
                  </a:ext>
                </a:extLst>
              </p14:cNvPr>
              <p14:cNvContentPartPr/>
              <p14:nvPr/>
            </p14:nvContentPartPr>
            <p14:xfrm>
              <a:off x="6516273" y="3473553"/>
              <a:ext cx="7560" cy="21348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DD1092DD-C0D5-4CA6-ADF6-9BEA0E426DD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507633" y="3464553"/>
                <a:ext cx="252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D9EFC6A8-15C0-4577-856C-F1A9309424EC}"/>
                  </a:ext>
                </a:extLst>
              </p14:cNvPr>
              <p14:cNvContentPartPr/>
              <p14:nvPr/>
            </p14:nvContentPartPr>
            <p14:xfrm>
              <a:off x="5944233" y="4395153"/>
              <a:ext cx="51840" cy="28188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D9EFC6A8-15C0-4577-856C-F1A9309424E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935233" y="4386153"/>
                <a:ext cx="694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0F7E9C01-EFF0-41AE-AE07-E48092B956D3}"/>
                  </a:ext>
                </a:extLst>
              </p14:cNvPr>
              <p14:cNvContentPartPr/>
              <p14:nvPr/>
            </p14:nvContentPartPr>
            <p14:xfrm>
              <a:off x="6487113" y="4422513"/>
              <a:ext cx="139320" cy="21276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0F7E9C01-EFF0-41AE-AE07-E48092B956D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478473" y="4413513"/>
                <a:ext cx="1569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DD174025-982B-43AE-989A-F74C4F490EC3}"/>
                  </a:ext>
                </a:extLst>
              </p14:cNvPr>
              <p14:cNvContentPartPr/>
              <p14:nvPr/>
            </p14:nvContentPartPr>
            <p14:xfrm>
              <a:off x="5934873" y="5270313"/>
              <a:ext cx="54000" cy="29880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DD174025-982B-43AE-989A-F74C4F490EC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25873" y="5261313"/>
                <a:ext cx="7164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15C48131-00BF-4EE3-86A9-3D1B3B5AFCCC}"/>
                  </a:ext>
                </a:extLst>
              </p14:cNvPr>
              <p14:cNvContentPartPr/>
              <p14:nvPr/>
            </p14:nvContentPartPr>
            <p14:xfrm>
              <a:off x="6639393" y="5217033"/>
              <a:ext cx="18360" cy="28296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15C48131-00BF-4EE3-86A9-3D1B3B5AFCC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30753" y="5208033"/>
                <a:ext cx="360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DC2D3F20-8FD4-4170-B56D-2C0437745396}"/>
                  </a:ext>
                </a:extLst>
              </p14:cNvPr>
              <p14:cNvContentPartPr/>
              <p14:nvPr/>
            </p14:nvContentPartPr>
            <p14:xfrm>
              <a:off x="8814153" y="2271153"/>
              <a:ext cx="149760" cy="22320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DC2D3F20-8FD4-4170-B56D-2C043774539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805513" y="2262153"/>
                <a:ext cx="1674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3083ECA6-C86E-4631-88D1-A662BF8225FB}"/>
                  </a:ext>
                </a:extLst>
              </p14:cNvPr>
              <p14:cNvContentPartPr/>
              <p14:nvPr/>
            </p14:nvContentPartPr>
            <p14:xfrm>
              <a:off x="7605993" y="2288793"/>
              <a:ext cx="248040" cy="30492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3083ECA6-C86E-4631-88D1-A662BF8225F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597353" y="2280153"/>
                <a:ext cx="26568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50799154-7431-45DB-A77D-0D12C2694D3B}"/>
                  </a:ext>
                </a:extLst>
              </p14:cNvPr>
              <p14:cNvContentPartPr/>
              <p14:nvPr/>
            </p14:nvContentPartPr>
            <p14:xfrm>
              <a:off x="5717793" y="2736993"/>
              <a:ext cx="788400" cy="936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50799154-7431-45DB-A77D-0D12C2694D3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08793" y="2728353"/>
                <a:ext cx="8060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86828711-4879-428C-A73C-BCD4C8C98AF9}"/>
                  </a:ext>
                </a:extLst>
              </p14:cNvPr>
              <p14:cNvContentPartPr/>
              <p14:nvPr/>
            </p14:nvContentPartPr>
            <p14:xfrm>
              <a:off x="4787553" y="2295633"/>
              <a:ext cx="546480" cy="43812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86828711-4879-428C-A73C-BCD4C8C98AF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778559" y="2286633"/>
                <a:ext cx="564108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95F8D817-D982-49BC-B125-B266F973D575}"/>
                  </a:ext>
                </a:extLst>
              </p14:cNvPr>
              <p14:cNvContentPartPr/>
              <p14:nvPr/>
            </p14:nvContentPartPr>
            <p14:xfrm>
              <a:off x="6975633" y="2065953"/>
              <a:ext cx="216360" cy="60048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95F8D817-D982-49BC-B125-B266F973D57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966648" y="2048313"/>
                <a:ext cx="242956" cy="63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635B3AD0-A8FE-4778-9BAE-C23BCA1E968D}"/>
                  </a:ext>
                </a:extLst>
              </p14:cNvPr>
              <p14:cNvContentPartPr/>
              <p14:nvPr/>
            </p14:nvContentPartPr>
            <p14:xfrm>
              <a:off x="7160313" y="3342153"/>
              <a:ext cx="124920" cy="41436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635B3AD0-A8FE-4778-9BAE-C23BCA1E968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151673" y="3333153"/>
                <a:ext cx="142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8838FC04-5DB8-4E11-8C54-B971F3FFE8BD}"/>
                  </a:ext>
                </a:extLst>
              </p14:cNvPr>
              <p14:cNvContentPartPr/>
              <p14:nvPr/>
            </p14:nvContentPartPr>
            <p14:xfrm>
              <a:off x="7347873" y="4382553"/>
              <a:ext cx="204120" cy="38592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8838FC04-5DB8-4E11-8C54-B971F3FFE8B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338873" y="4373553"/>
                <a:ext cx="22176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0A205A26-F8EF-4AB0-8DC3-6B5C92A5E4B7}"/>
                  </a:ext>
                </a:extLst>
              </p14:cNvPr>
              <p14:cNvContentPartPr/>
              <p14:nvPr/>
            </p14:nvContentPartPr>
            <p14:xfrm>
              <a:off x="7385673" y="5255913"/>
              <a:ext cx="176760" cy="32688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0A205A26-F8EF-4AB0-8DC3-6B5C92A5E4B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376673" y="5247273"/>
                <a:ext cx="1944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4E09770B-D7D8-41C5-8A73-B3FC0E5D1948}"/>
                  </a:ext>
                </a:extLst>
              </p14:cNvPr>
              <p14:cNvContentPartPr/>
              <p14:nvPr/>
            </p14:nvContentPartPr>
            <p14:xfrm>
              <a:off x="8147433" y="5266713"/>
              <a:ext cx="146520" cy="294480"/>
            </p14:xfrm>
          </p:contentPart>
        </mc:Choice>
        <mc:Fallback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4E09770B-D7D8-41C5-8A73-B3FC0E5D194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138433" y="5257713"/>
                <a:ext cx="16416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E06DC7EF-01CC-4CDC-A4EC-A48A322A02C4}"/>
                  </a:ext>
                </a:extLst>
              </p14:cNvPr>
              <p14:cNvContentPartPr/>
              <p14:nvPr/>
            </p14:nvContentPartPr>
            <p14:xfrm>
              <a:off x="8856633" y="5355273"/>
              <a:ext cx="1080" cy="65520"/>
            </p14:xfrm>
          </p:contentPart>
        </mc:Choice>
        <mc:Fallback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E06DC7EF-01CC-4CDC-A4EC-A48A322A02C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47993" y="5346633"/>
                <a:ext cx="187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43614CBF-BF3E-44B1-9479-A9B8FE991BE9}"/>
                  </a:ext>
                </a:extLst>
              </p14:cNvPr>
              <p14:cNvContentPartPr/>
              <p14:nvPr/>
            </p14:nvContentPartPr>
            <p14:xfrm>
              <a:off x="8834673" y="5499633"/>
              <a:ext cx="98280" cy="193680"/>
            </p14:xfrm>
          </p:contentPart>
        </mc:Choice>
        <mc:Fallback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43614CBF-BF3E-44B1-9479-A9B8FE991BE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826033" y="5490633"/>
                <a:ext cx="1159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E04024B8-CDF1-451F-8100-3D00A429F6D9}"/>
                  </a:ext>
                </a:extLst>
              </p14:cNvPr>
              <p14:cNvContentPartPr/>
              <p14:nvPr/>
            </p14:nvContentPartPr>
            <p14:xfrm>
              <a:off x="9682833" y="5299833"/>
              <a:ext cx="456480" cy="38736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E04024B8-CDF1-451F-8100-3D00A429F6D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74193" y="5291193"/>
                <a:ext cx="47412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8A336FFA-6F93-4034-BFC4-454FCF9B818B}"/>
                  </a:ext>
                </a:extLst>
              </p14:cNvPr>
              <p14:cNvContentPartPr/>
              <p14:nvPr/>
            </p14:nvContentPartPr>
            <p14:xfrm>
              <a:off x="9148233" y="5360313"/>
              <a:ext cx="403920" cy="158040"/>
            </p14:xfrm>
          </p:contentPart>
        </mc:Choice>
        <mc:Fallback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8A336FFA-6F93-4034-BFC4-454FCF9B818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139241" y="5351673"/>
                <a:ext cx="421544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5B439C65-3FA8-4C7D-925E-B0989C441248}"/>
                  </a:ext>
                </a:extLst>
              </p14:cNvPr>
              <p14:cNvContentPartPr/>
              <p14:nvPr/>
            </p14:nvContentPartPr>
            <p14:xfrm>
              <a:off x="8408433" y="5339073"/>
              <a:ext cx="198720" cy="209520"/>
            </p14:xfrm>
          </p:contentPart>
        </mc:Choice>
        <mc:Fallback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5B439C65-3FA8-4C7D-925E-B0989C44124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399777" y="5330073"/>
                <a:ext cx="216392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22318AC2-BE47-4EDD-8168-12E862339EFF}"/>
                  </a:ext>
                </a:extLst>
              </p14:cNvPr>
              <p14:cNvContentPartPr/>
              <p14:nvPr/>
            </p14:nvContentPartPr>
            <p14:xfrm>
              <a:off x="7704633" y="5265273"/>
              <a:ext cx="253800" cy="239040"/>
            </p14:xfrm>
          </p:contentPart>
        </mc:Choice>
        <mc:Fallback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22318AC2-BE47-4EDD-8168-12E862339EF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695993" y="5256273"/>
                <a:ext cx="27144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077A4D2C-4B79-4F13-AFD7-E47D532BE95F}"/>
                  </a:ext>
                </a:extLst>
              </p14:cNvPr>
              <p14:cNvContentPartPr/>
              <p14:nvPr/>
            </p14:nvContentPartPr>
            <p14:xfrm>
              <a:off x="7995873" y="2252073"/>
              <a:ext cx="546480" cy="474120"/>
            </p14:xfrm>
          </p:contentPart>
        </mc:Choice>
        <mc:Fallback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077A4D2C-4B79-4F13-AFD7-E47D532BE95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986873" y="2243080"/>
                <a:ext cx="564120" cy="500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450D62F7-8D6C-48ED-A5C6-055DC49485C8}"/>
                  </a:ext>
                </a:extLst>
              </p14:cNvPr>
              <p14:cNvContentPartPr/>
              <p14:nvPr/>
            </p14:nvContentPartPr>
            <p14:xfrm>
              <a:off x="9062913" y="2070993"/>
              <a:ext cx="772200" cy="71748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450D62F7-8D6C-48ED-A5C6-055DC49485C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053913" y="2052993"/>
                <a:ext cx="798840" cy="75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D69A2A88-1620-4106-B551-9F705E1F6DF8}"/>
                  </a:ext>
                </a:extLst>
              </p14:cNvPr>
              <p14:cNvContentPartPr/>
              <p14:nvPr/>
            </p14:nvContentPartPr>
            <p14:xfrm>
              <a:off x="7521033" y="3401553"/>
              <a:ext cx="1060920" cy="678600"/>
            </p14:xfrm>
          </p:contentPart>
        </mc:Choice>
        <mc:Fallback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D69A2A88-1620-4106-B551-9F705E1F6DF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512033" y="3392913"/>
                <a:ext cx="1078560" cy="7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3D78B587-647C-4BC3-A737-DA5DE0311C1D}"/>
                  </a:ext>
                </a:extLst>
              </p14:cNvPr>
              <p14:cNvContentPartPr/>
              <p14:nvPr/>
            </p14:nvContentPartPr>
            <p14:xfrm>
              <a:off x="8927913" y="3359793"/>
              <a:ext cx="980640" cy="734760"/>
            </p14:xfrm>
          </p:contentPart>
        </mc:Choice>
        <mc:Fallback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3D78B587-647C-4BC3-A737-DA5DE0311C1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918916" y="3351153"/>
                <a:ext cx="998274" cy="76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05275E65-92EB-4B1C-8375-0AE67883D8CE}"/>
                  </a:ext>
                </a:extLst>
              </p14:cNvPr>
              <p14:cNvContentPartPr/>
              <p14:nvPr/>
            </p14:nvContentPartPr>
            <p14:xfrm>
              <a:off x="9013953" y="4414233"/>
              <a:ext cx="929520" cy="570240"/>
            </p14:xfrm>
          </p:contentPart>
        </mc:Choice>
        <mc:Fallback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05275E65-92EB-4B1C-8375-0AE67883D8C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004953" y="4405593"/>
                <a:ext cx="94716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85AFD6AE-E6F3-4E31-95AA-7575CA910D67}"/>
                  </a:ext>
                </a:extLst>
              </p14:cNvPr>
              <p14:cNvContentPartPr/>
              <p14:nvPr/>
            </p14:nvContentPartPr>
            <p14:xfrm>
              <a:off x="10461873" y="480873"/>
              <a:ext cx="644040" cy="404280"/>
            </p14:xfrm>
          </p:contentPart>
        </mc:Choice>
        <mc:Fallback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85AFD6AE-E6F3-4E31-95AA-7575CA910D6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443883" y="462889"/>
                <a:ext cx="679660" cy="4398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047C6C03-F349-4692-AF36-E34A75E1F739}"/>
                  </a:ext>
                </a:extLst>
              </p14:cNvPr>
              <p14:cNvContentPartPr/>
              <p14:nvPr/>
            </p14:nvContentPartPr>
            <p14:xfrm>
              <a:off x="10137153" y="1149753"/>
              <a:ext cx="1560960" cy="690840"/>
            </p14:xfrm>
          </p:contentPart>
        </mc:Choice>
        <mc:Fallback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047C6C03-F349-4692-AF36-E34A75E1F73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119513" y="1132104"/>
                <a:ext cx="1596600" cy="726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CC31492C-8152-4909-80C3-7C0229FAE618}"/>
                  </a:ext>
                </a:extLst>
              </p14:cNvPr>
              <p14:cNvContentPartPr/>
              <p14:nvPr/>
            </p14:nvContentPartPr>
            <p14:xfrm>
              <a:off x="10574553" y="989913"/>
              <a:ext cx="666720" cy="84960"/>
            </p14:xfrm>
          </p:contentPart>
        </mc:Choice>
        <mc:Fallback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CC31492C-8152-4909-80C3-7C0229FAE61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556913" y="971913"/>
                <a:ext cx="7023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255AA34B-2A74-4EEA-A579-23F423ACF34D}"/>
                  </a:ext>
                </a:extLst>
              </p14:cNvPr>
              <p14:cNvContentPartPr/>
              <p14:nvPr/>
            </p14:nvContentPartPr>
            <p14:xfrm>
              <a:off x="7532553" y="263433"/>
              <a:ext cx="1515960" cy="946800"/>
            </p14:xfrm>
          </p:contentPart>
        </mc:Choice>
        <mc:Fallback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255AA34B-2A74-4EEA-A579-23F423ACF34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514913" y="245800"/>
                <a:ext cx="1551600" cy="9824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A91BDA0E-DDDF-412C-B684-B99582CD602B}"/>
                  </a:ext>
                </a:extLst>
              </p14:cNvPr>
              <p14:cNvContentPartPr/>
              <p14:nvPr/>
            </p14:nvContentPartPr>
            <p14:xfrm>
              <a:off x="7696713" y="4467513"/>
              <a:ext cx="1132920" cy="638640"/>
            </p14:xfrm>
          </p:contentPart>
        </mc:Choice>
        <mc:Fallback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A91BDA0E-DDDF-412C-B684-B99582CD602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688070" y="4458873"/>
                <a:ext cx="1150566" cy="66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CAC4C055-440C-406F-AC3E-FE5993186D0F}"/>
                  </a:ext>
                </a:extLst>
              </p14:cNvPr>
              <p14:cNvContentPartPr/>
              <p14:nvPr/>
            </p14:nvContentPartPr>
            <p14:xfrm>
              <a:off x="8970393" y="5928393"/>
              <a:ext cx="5040" cy="127440"/>
            </p14:xfrm>
          </p:contentPart>
        </mc:Choice>
        <mc:Fallback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CAC4C055-440C-406F-AC3E-FE5993186D0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952753" y="5910753"/>
                <a:ext cx="406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91" name="墨迹 190">
                <a:extLst>
                  <a:ext uri="{FF2B5EF4-FFF2-40B4-BE49-F238E27FC236}">
                    <a16:creationId xmlns:a16="http://schemas.microsoft.com/office/drawing/2014/main" id="{03FA2657-F814-44BD-83DE-59D494F69F40}"/>
                  </a:ext>
                </a:extLst>
              </p14:cNvPr>
              <p14:cNvContentPartPr/>
              <p14:nvPr/>
            </p14:nvContentPartPr>
            <p14:xfrm>
              <a:off x="8962473" y="6172113"/>
              <a:ext cx="92520" cy="138960"/>
            </p14:xfrm>
          </p:contentPart>
        </mc:Choice>
        <mc:Fallback>
          <p:pic>
            <p:nvPicPr>
              <p:cNvPr id="191" name="墨迹 190">
                <a:extLst>
                  <a:ext uri="{FF2B5EF4-FFF2-40B4-BE49-F238E27FC236}">
                    <a16:creationId xmlns:a16="http://schemas.microsoft.com/office/drawing/2014/main" id="{03FA2657-F814-44BD-83DE-59D494F69F4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944833" y="6154113"/>
                <a:ext cx="12816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92" name="墨迹 191">
                <a:extLst>
                  <a:ext uri="{FF2B5EF4-FFF2-40B4-BE49-F238E27FC236}">
                    <a16:creationId xmlns:a16="http://schemas.microsoft.com/office/drawing/2014/main" id="{41FABF0A-FF00-453C-A47E-B25CD09BF5F6}"/>
                  </a:ext>
                </a:extLst>
              </p14:cNvPr>
              <p14:cNvContentPartPr/>
              <p14:nvPr/>
            </p14:nvContentPartPr>
            <p14:xfrm>
              <a:off x="9297993" y="5979513"/>
              <a:ext cx="151200" cy="157320"/>
            </p14:xfrm>
          </p:contentPart>
        </mc:Choice>
        <mc:Fallback>
          <p:pic>
            <p:nvPicPr>
              <p:cNvPr id="192" name="墨迹 191">
                <a:extLst>
                  <a:ext uri="{FF2B5EF4-FFF2-40B4-BE49-F238E27FC236}">
                    <a16:creationId xmlns:a16="http://schemas.microsoft.com/office/drawing/2014/main" id="{41FABF0A-FF00-453C-A47E-B25CD09BF5F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279993" y="5961873"/>
                <a:ext cx="1868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9C7B7ABC-976D-4D70-8026-131979395AB5}"/>
                  </a:ext>
                </a:extLst>
              </p14:cNvPr>
              <p14:cNvContentPartPr/>
              <p14:nvPr/>
            </p14:nvContentPartPr>
            <p14:xfrm>
              <a:off x="9590673" y="5863953"/>
              <a:ext cx="140040" cy="265320"/>
            </p14:xfrm>
          </p:contentPart>
        </mc:Choice>
        <mc:Fallback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9C7B7ABC-976D-4D70-8026-131979395AB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572673" y="5845953"/>
                <a:ext cx="1756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396CB19E-40D7-43C9-B49F-B4FC994B3D42}"/>
                  </a:ext>
                </a:extLst>
              </p14:cNvPr>
              <p14:cNvContentPartPr/>
              <p14:nvPr/>
            </p14:nvContentPartPr>
            <p14:xfrm>
              <a:off x="9913233" y="5913633"/>
              <a:ext cx="253800" cy="258480"/>
            </p14:xfrm>
          </p:contentPart>
        </mc:Choice>
        <mc:Fallback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396CB19E-40D7-43C9-B49F-B4FC994B3D4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895233" y="5895633"/>
                <a:ext cx="2894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24A823BC-FEF3-419B-AF28-608B1618B7CE}"/>
                  </a:ext>
                </a:extLst>
              </p14:cNvPr>
              <p14:cNvContentPartPr/>
              <p14:nvPr/>
            </p14:nvContentPartPr>
            <p14:xfrm>
              <a:off x="10336953" y="5893113"/>
              <a:ext cx="83160" cy="342720"/>
            </p14:xfrm>
          </p:contentPart>
        </mc:Choice>
        <mc:Fallback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24A823BC-FEF3-419B-AF28-608B1618B7C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319313" y="5875113"/>
                <a:ext cx="11880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8AC70832-29B2-4A5B-AEDA-1E28B2A66B80}"/>
                  </a:ext>
                </a:extLst>
              </p14:cNvPr>
              <p14:cNvContentPartPr/>
              <p14:nvPr/>
            </p14:nvContentPartPr>
            <p14:xfrm>
              <a:off x="10745193" y="5872233"/>
              <a:ext cx="335880" cy="227880"/>
            </p14:xfrm>
          </p:contentPart>
        </mc:Choice>
        <mc:Fallback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8AC70832-29B2-4A5B-AEDA-1E28B2A66B8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727193" y="5854593"/>
                <a:ext cx="37152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03" name="墨迹 202">
                <a:extLst>
                  <a:ext uri="{FF2B5EF4-FFF2-40B4-BE49-F238E27FC236}">
                    <a16:creationId xmlns:a16="http://schemas.microsoft.com/office/drawing/2014/main" id="{7027E058-FD86-4531-8806-5E6D21FF010A}"/>
                  </a:ext>
                </a:extLst>
              </p14:cNvPr>
              <p14:cNvContentPartPr/>
              <p14:nvPr/>
            </p14:nvContentPartPr>
            <p14:xfrm>
              <a:off x="8230953" y="5910033"/>
              <a:ext cx="488880" cy="414720"/>
            </p14:xfrm>
          </p:contentPart>
        </mc:Choice>
        <mc:Fallback>
          <p:pic>
            <p:nvPicPr>
              <p:cNvPr id="203" name="墨迹 202">
                <a:extLst>
                  <a:ext uri="{FF2B5EF4-FFF2-40B4-BE49-F238E27FC236}">
                    <a16:creationId xmlns:a16="http://schemas.microsoft.com/office/drawing/2014/main" id="{7027E058-FD86-4531-8806-5E6D21FF010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213313" y="5892049"/>
                <a:ext cx="524520" cy="450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9B0DB2E5-585A-480E-ACBA-9471E468A7B0}"/>
                  </a:ext>
                </a:extLst>
              </p14:cNvPr>
              <p14:cNvContentPartPr/>
              <p14:nvPr/>
            </p14:nvContentPartPr>
            <p14:xfrm>
              <a:off x="6859713" y="5792673"/>
              <a:ext cx="1215360" cy="664200"/>
            </p14:xfrm>
          </p:contentPart>
        </mc:Choice>
        <mc:Fallback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9B0DB2E5-585A-480E-ACBA-9471E468A7B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841718" y="5775033"/>
                <a:ext cx="1250989" cy="6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05" name="墨迹 204">
                <a:extLst>
                  <a:ext uri="{FF2B5EF4-FFF2-40B4-BE49-F238E27FC236}">
                    <a16:creationId xmlns:a16="http://schemas.microsoft.com/office/drawing/2014/main" id="{24472E5B-F866-4434-857B-4C76784D3665}"/>
                  </a:ext>
                </a:extLst>
              </p14:cNvPr>
              <p14:cNvContentPartPr/>
              <p14:nvPr/>
            </p14:nvContentPartPr>
            <p14:xfrm>
              <a:off x="3747513" y="5684313"/>
              <a:ext cx="24840" cy="217800"/>
            </p14:xfrm>
          </p:contentPart>
        </mc:Choice>
        <mc:Fallback>
          <p:pic>
            <p:nvPicPr>
              <p:cNvPr id="205" name="墨迹 204">
                <a:extLst>
                  <a:ext uri="{FF2B5EF4-FFF2-40B4-BE49-F238E27FC236}">
                    <a16:creationId xmlns:a16="http://schemas.microsoft.com/office/drawing/2014/main" id="{24472E5B-F866-4434-857B-4C76784D366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729513" y="5666313"/>
                <a:ext cx="6048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09" name="墨迹 208">
                <a:extLst>
                  <a:ext uri="{FF2B5EF4-FFF2-40B4-BE49-F238E27FC236}">
                    <a16:creationId xmlns:a16="http://schemas.microsoft.com/office/drawing/2014/main" id="{B28B01A3-3681-42B1-8E6A-56D5D2B4FABB}"/>
                  </a:ext>
                </a:extLst>
              </p14:cNvPr>
              <p14:cNvContentPartPr/>
              <p14:nvPr/>
            </p14:nvContentPartPr>
            <p14:xfrm>
              <a:off x="5365713" y="5223873"/>
              <a:ext cx="214200" cy="77760"/>
            </p14:xfrm>
          </p:contentPart>
        </mc:Choice>
        <mc:Fallback>
          <p:pic>
            <p:nvPicPr>
              <p:cNvPr id="209" name="墨迹 208">
                <a:extLst>
                  <a:ext uri="{FF2B5EF4-FFF2-40B4-BE49-F238E27FC236}">
                    <a16:creationId xmlns:a16="http://schemas.microsoft.com/office/drawing/2014/main" id="{B28B01A3-3681-42B1-8E6A-56D5D2B4FAB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348073" y="5206233"/>
                <a:ext cx="2498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11" name="墨迹 210">
                <a:extLst>
                  <a:ext uri="{FF2B5EF4-FFF2-40B4-BE49-F238E27FC236}">
                    <a16:creationId xmlns:a16="http://schemas.microsoft.com/office/drawing/2014/main" id="{90FC5910-068F-4236-8030-52637F9FEF27}"/>
                  </a:ext>
                </a:extLst>
              </p14:cNvPr>
              <p14:cNvContentPartPr/>
              <p14:nvPr/>
            </p14:nvContentPartPr>
            <p14:xfrm>
              <a:off x="3974673" y="5375073"/>
              <a:ext cx="1691280" cy="543600"/>
            </p14:xfrm>
          </p:contentPart>
        </mc:Choice>
        <mc:Fallback>
          <p:pic>
            <p:nvPicPr>
              <p:cNvPr id="211" name="墨迹 210">
                <a:extLst>
                  <a:ext uri="{FF2B5EF4-FFF2-40B4-BE49-F238E27FC236}">
                    <a16:creationId xmlns:a16="http://schemas.microsoft.com/office/drawing/2014/main" id="{90FC5910-068F-4236-8030-52637F9FEF2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957033" y="5357433"/>
                <a:ext cx="172692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18" name="墨迹 217">
                <a:extLst>
                  <a:ext uri="{FF2B5EF4-FFF2-40B4-BE49-F238E27FC236}">
                    <a16:creationId xmlns:a16="http://schemas.microsoft.com/office/drawing/2014/main" id="{EB4C8297-4586-49CA-9D95-5A81084BBEA1}"/>
                  </a:ext>
                </a:extLst>
              </p14:cNvPr>
              <p14:cNvContentPartPr/>
              <p14:nvPr/>
            </p14:nvContentPartPr>
            <p14:xfrm>
              <a:off x="8197113" y="6679223"/>
              <a:ext cx="217440" cy="57240"/>
            </p14:xfrm>
          </p:contentPart>
        </mc:Choice>
        <mc:Fallback>
          <p:pic>
            <p:nvPicPr>
              <p:cNvPr id="218" name="墨迹 217">
                <a:extLst>
                  <a:ext uri="{FF2B5EF4-FFF2-40B4-BE49-F238E27FC236}">
                    <a16:creationId xmlns:a16="http://schemas.microsoft.com/office/drawing/2014/main" id="{EB4C8297-4586-49CA-9D95-5A81084BBEA1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179113" y="6661223"/>
                <a:ext cx="2530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21" name="墨迹 220">
                <a:extLst>
                  <a:ext uri="{FF2B5EF4-FFF2-40B4-BE49-F238E27FC236}">
                    <a16:creationId xmlns:a16="http://schemas.microsoft.com/office/drawing/2014/main" id="{C04DDD5C-C3D1-4253-8341-6B856AAAFA6A}"/>
                  </a:ext>
                </a:extLst>
              </p14:cNvPr>
              <p14:cNvContentPartPr/>
              <p14:nvPr/>
            </p14:nvContentPartPr>
            <p14:xfrm>
              <a:off x="9129873" y="6507143"/>
              <a:ext cx="8280" cy="79200"/>
            </p14:xfrm>
          </p:contentPart>
        </mc:Choice>
        <mc:Fallback>
          <p:pic>
            <p:nvPicPr>
              <p:cNvPr id="221" name="墨迹 220">
                <a:extLst>
                  <a:ext uri="{FF2B5EF4-FFF2-40B4-BE49-F238E27FC236}">
                    <a16:creationId xmlns:a16="http://schemas.microsoft.com/office/drawing/2014/main" id="{C04DDD5C-C3D1-4253-8341-6B856AAAFA6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111873" y="6489503"/>
                <a:ext cx="4392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22" name="墨迹 221">
                <a:extLst>
                  <a:ext uri="{FF2B5EF4-FFF2-40B4-BE49-F238E27FC236}">
                    <a16:creationId xmlns:a16="http://schemas.microsoft.com/office/drawing/2014/main" id="{0AE619D4-9AE6-4770-9B03-885414511BE6}"/>
                  </a:ext>
                </a:extLst>
              </p14:cNvPr>
              <p14:cNvContentPartPr/>
              <p14:nvPr/>
            </p14:nvContentPartPr>
            <p14:xfrm>
              <a:off x="9048513" y="6693263"/>
              <a:ext cx="89640" cy="65160"/>
            </p14:xfrm>
          </p:contentPart>
        </mc:Choice>
        <mc:Fallback>
          <p:pic>
            <p:nvPicPr>
              <p:cNvPr id="222" name="墨迹 221">
                <a:extLst>
                  <a:ext uri="{FF2B5EF4-FFF2-40B4-BE49-F238E27FC236}">
                    <a16:creationId xmlns:a16="http://schemas.microsoft.com/office/drawing/2014/main" id="{0AE619D4-9AE6-4770-9B03-885414511BE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030873" y="6675623"/>
                <a:ext cx="12528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27" name="墨迹 226">
                <a:extLst>
                  <a:ext uri="{FF2B5EF4-FFF2-40B4-BE49-F238E27FC236}">
                    <a16:creationId xmlns:a16="http://schemas.microsoft.com/office/drawing/2014/main" id="{93A15338-7155-457E-AA96-642F9897C87B}"/>
                  </a:ext>
                </a:extLst>
              </p14:cNvPr>
              <p14:cNvContentPartPr/>
              <p14:nvPr/>
            </p14:nvContentPartPr>
            <p14:xfrm>
              <a:off x="10013313" y="6575543"/>
              <a:ext cx="440280" cy="200520"/>
            </p14:xfrm>
          </p:contentPart>
        </mc:Choice>
        <mc:Fallback>
          <p:pic>
            <p:nvPicPr>
              <p:cNvPr id="227" name="墨迹 226">
                <a:extLst>
                  <a:ext uri="{FF2B5EF4-FFF2-40B4-BE49-F238E27FC236}">
                    <a16:creationId xmlns:a16="http://schemas.microsoft.com/office/drawing/2014/main" id="{93A15338-7155-457E-AA96-642F9897C87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995313" y="6557543"/>
                <a:ext cx="4759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28" name="墨迹 227">
                <a:extLst>
                  <a:ext uri="{FF2B5EF4-FFF2-40B4-BE49-F238E27FC236}">
                    <a16:creationId xmlns:a16="http://schemas.microsoft.com/office/drawing/2014/main" id="{F32BD909-30B1-436C-B624-84363BBF9DE2}"/>
                  </a:ext>
                </a:extLst>
              </p14:cNvPr>
              <p14:cNvContentPartPr/>
              <p14:nvPr/>
            </p14:nvContentPartPr>
            <p14:xfrm>
              <a:off x="9444513" y="6543503"/>
              <a:ext cx="439200" cy="218520"/>
            </p14:xfrm>
          </p:contentPart>
        </mc:Choice>
        <mc:Fallback>
          <p:pic>
            <p:nvPicPr>
              <p:cNvPr id="228" name="墨迹 227">
                <a:extLst>
                  <a:ext uri="{FF2B5EF4-FFF2-40B4-BE49-F238E27FC236}">
                    <a16:creationId xmlns:a16="http://schemas.microsoft.com/office/drawing/2014/main" id="{F32BD909-30B1-436C-B624-84363BBF9DE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426873" y="6525503"/>
                <a:ext cx="4748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29" name="墨迹 228">
                <a:extLst>
                  <a:ext uri="{FF2B5EF4-FFF2-40B4-BE49-F238E27FC236}">
                    <a16:creationId xmlns:a16="http://schemas.microsoft.com/office/drawing/2014/main" id="{98221B7A-DE42-4DE7-B938-D2F8E13E6676}"/>
                  </a:ext>
                </a:extLst>
              </p14:cNvPr>
              <p14:cNvContentPartPr/>
              <p14:nvPr/>
            </p14:nvContentPartPr>
            <p14:xfrm>
              <a:off x="8562513" y="6540623"/>
              <a:ext cx="212400" cy="280080"/>
            </p14:xfrm>
          </p:contentPart>
        </mc:Choice>
        <mc:Fallback>
          <p:pic>
            <p:nvPicPr>
              <p:cNvPr id="229" name="墨迹 228">
                <a:extLst>
                  <a:ext uri="{FF2B5EF4-FFF2-40B4-BE49-F238E27FC236}">
                    <a16:creationId xmlns:a16="http://schemas.microsoft.com/office/drawing/2014/main" id="{98221B7A-DE42-4DE7-B938-D2F8E13E667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544543" y="6522623"/>
                <a:ext cx="2479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230" name="墨迹 229">
                <a:extLst>
                  <a:ext uri="{FF2B5EF4-FFF2-40B4-BE49-F238E27FC236}">
                    <a16:creationId xmlns:a16="http://schemas.microsoft.com/office/drawing/2014/main" id="{B833CDFA-43E4-4213-9633-F308FA8F8564}"/>
                  </a:ext>
                </a:extLst>
              </p14:cNvPr>
              <p14:cNvContentPartPr/>
              <p14:nvPr/>
            </p14:nvContentPartPr>
            <p14:xfrm>
              <a:off x="7220073" y="6606633"/>
              <a:ext cx="822240" cy="324230"/>
            </p14:xfrm>
          </p:contentPart>
        </mc:Choice>
        <mc:Fallback>
          <p:pic>
            <p:nvPicPr>
              <p:cNvPr id="230" name="墨迹 229">
                <a:extLst>
                  <a:ext uri="{FF2B5EF4-FFF2-40B4-BE49-F238E27FC236}">
                    <a16:creationId xmlns:a16="http://schemas.microsoft.com/office/drawing/2014/main" id="{B833CDFA-43E4-4213-9633-F308FA8F856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202425" y="6589000"/>
                <a:ext cx="857896" cy="35985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7623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B44634B3-7D0F-423F-B822-94B3C9A68F87}"/>
                  </a:ext>
                </a:extLst>
              </p14:cNvPr>
              <p14:cNvContentPartPr/>
              <p14:nvPr/>
            </p14:nvContentPartPr>
            <p14:xfrm>
              <a:off x="3221193" y="1129233"/>
              <a:ext cx="114120" cy="1418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B44634B3-7D0F-423F-B822-94B3C9A68F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3193" y="1111233"/>
                <a:ext cx="14976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FCF464A-30D3-42B1-AA2B-97B7FEB60804}"/>
                  </a:ext>
                </a:extLst>
              </p14:cNvPr>
              <p14:cNvContentPartPr/>
              <p14:nvPr/>
            </p14:nvContentPartPr>
            <p14:xfrm>
              <a:off x="3192753" y="1411833"/>
              <a:ext cx="113040" cy="493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FCF464A-30D3-42B1-AA2B-97B7FEB608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4753" y="1394193"/>
                <a:ext cx="14868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D468821-5616-4248-8EB6-DB5B7E417926}"/>
                  </a:ext>
                </a:extLst>
              </p14:cNvPr>
              <p14:cNvContentPartPr/>
              <p14:nvPr/>
            </p14:nvContentPartPr>
            <p14:xfrm>
              <a:off x="1436673" y="816033"/>
              <a:ext cx="1307520" cy="101592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D468821-5616-4248-8EB6-DB5B7E4179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18673" y="798393"/>
                <a:ext cx="1343160" cy="10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E3C7D458-D94A-4716-9012-D17CF993E08B}"/>
                  </a:ext>
                </a:extLst>
              </p14:cNvPr>
              <p14:cNvContentPartPr/>
              <p14:nvPr/>
            </p14:nvContentPartPr>
            <p14:xfrm>
              <a:off x="228153" y="3521793"/>
              <a:ext cx="451080" cy="2952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E3C7D458-D94A-4716-9012-D17CF993E0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0153" y="3503793"/>
                <a:ext cx="4867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89639235-55A5-4D3E-8598-11B42809F2F4}"/>
                  </a:ext>
                </a:extLst>
              </p14:cNvPr>
              <p14:cNvContentPartPr/>
              <p14:nvPr/>
            </p14:nvContentPartPr>
            <p14:xfrm>
              <a:off x="1006113" y="3462753"/>
              <a:ext cx="230760" cy="3816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89639235-55A5-4D3E-8598-11B42809F2F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8473" y="3445113"/>
                <a:ext cx="2664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15039611-6633-4567-82CE-0FFF00DAFCE2}"/>
                  </a:ext>
                </a:extLst>
              </p14:cNvPr>
              <p14:cNvContentPartPr/>
              <p14:nvPr/>
            </p14:nvContentPartPr>
            <p14:xfrm>
              <a:off x="2710713" y="3259713"/>
              <a:ext cx="904680" cy="15912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15039611-6633-4567-82CE-0FFF00DAFC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92713" y="3241754"/>
                <a:ext cx="940320" cy="1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6A24DF13-53E3-4E5B-9FB0-F9AAB90ACF81}"/>
                  </a:ext>
                </a:extLst>
              </p14:cNvPr>
              <p14:cNvContentPartPr/>
              <p14:nvPr/>
            </p14:nvContentPartPr>
            <p14:xfrm>
              <a:off x="1809273" y="3346473"/>
              <a:ext cx="311400" cy="8352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6A24DF13-53E3-4E5B-9FB0-F9AAB90ACF8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91633" y="3328473"/>
                <a:ext cx="34704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0CCEE7D4-9EA8-4746-8481-DD2032E12C9D}"/>
                  </a:ext>
                </a:extLst>
              </p14:cNvPr>
              <p14:cNvContentPartPr/>
              <p14:nvPr/>
            </p14:nvContentPartPr>
            <p14:xfrm>
              <a:off x="1668153" y="3828513"/>
              <a:ext cx="1406880" cy="88272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0CCEE7D4-9EA8-4746-8481-DD2032E12C9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50513" y="3810880"/>
                <a:ext cx="1442520" cy="918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C101CD45-13EC-456D-A027-24413835C1BB}"/>
                  </a:ext>
                </a:extLst>
              </p14:cNvPr>
              <p14:cNvContentPartPr/>
              <p14:nvPr/>
            </p14:nvContentPartPr>
            <p14:xfrm>
              <a:off x="3378153" y="4292193"/>
              <a:ext cx="38160" cy="6012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C101CD45-13EC-456D-A027-24413835C1B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60153" y="4274553"/>
                <a:ext cx="738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31B458A5-AD0F-4CB2-9631-DD32A4B76A3D}"/>
                  </a:ext>
                </a:extLst>
              </p14:cNvPr>
              <p14:cNvContentPartPr/>
              <p14:nvPr/>
            </p14:nvContentPartPr>
            <p14:xfrm>
              <a:off x="3293553" y="4557153"/>
              <a:ext cx="123480" cy="3024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31B458A5-AD0F-4CB2-9631-DD32A4B76A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75913" y="4539153"/>
                <a:ext cx="1591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2970B040-7EBB-49A9-B606-CB5F70C8328C}"/>
                  </a:ext>
                </a:extLst>
              </p14:cNvPr>
              <p14:cNvContentPartPr/>
              <p14:nvPr/>
            </p14:nvContentPartPr>
            <p14:xfrm>
              <a:off x="2537193" y="5317833"/>
              <a:ext cx="1197360" cy="542880"/>
            </p14:xfrm>
          </p:contentPart>
        </mc:Choice>
        <mc:Fallback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2970B040-7EBB-49A9-B606-CB5F70C8328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19553" y="5299833"/>
                <a:ext cx="123300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6A5B3A41-A0E5-4E15-90A8-F13D13E4606D}"/>
                  </a:ext>
                </a:extLst>
              </p14:cNvPr>
              <p14:cNvContentPartPr/>
              <p14:nvPr/>
            </p14:nvContentPartPr>
            <p14:xfrm>
              <a:off x="2649153" y="6414753"/>
              <a:ext cx="869760" cy="405000"/>
            </p14:xfrm>
          </p:contentPart>
        </mc:Choice>
        <mc:Fallback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6A5B3A41-A0E5-4E15-90A8-F13D13E4606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31153" y="6397113"/>
                <a:ext cx="90540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1" name="墨迹 240">
                <a:extLst>
                  <a:ext uri="{FF2B5EF4-FFF2-40B4-BE49-F238E27FC236}">
                    <a16:creationId xmlns:a16="http://schemas.microsoft.com/office/drawing/2014/main" id="{6F16EC39-6361-44BF-86E1-F96AFBCF0C8B}"/>
                  </a:ext>
                </a:extLst>
              </p14:cNvPr>
              <p14:cNvContentPartPr/>
              <p14:nvPr/>
            </p14:nvContentPartPr>
            <p14:xfrm>
              <a:off x="-351807" y="863193"/>
              <a:ext cx="1406160" cy="1738670"/>
            </p14:xfrm>
          </p:contentPart>
        </mc:Choice>
        <mc:Fallback>
          <p:pic>
            <p:nvPicPr>
              <p:cNvPr id="241" name="墨迹 240">
                <a:extLst>
                  <a:ext uri="{FF2B5EF4-FFF2-40B4-BE49-F238E27FC236}">
                    <a16:creationId xmlns:a16="http://schemas.microsoft.com/office/drawing/2014/main" id="{6F16EC39-6361-44BF-86E1-F96AFBCF0C8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-387807" y="827203"/>
                <a:ext cx="1477800" cy="1810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6" name="墨迹 245">
                <a:extLst>
                  <a:ext uri="{FF2B5EF4-FFF2-40B4-BE49-F238E27FC236}">
                    <a16:creationId xmlns:a16="http://schemas.microsoft.com/office/drawing/2014/main" id="{24072674-D1D6-4E38-8C63-4B5B7C831D2A}"/>
                  </a:ext>
                </a:extLst>
              </p14:cNvPr>
              <p14:cNvContentPartPr/>
              <p14:nvPr/>
            </p14:nvContentPartPr>
            <p14:xfrm>
              <a:off x="485193" y="4978943"/>
              <a:ext cx="1391400" cy="1551240"/>
            </p14:xfrm>
          </p:contentPart>
        </mc:Choice>
        <mc:Fallback>
          <p:pic>
            <p:nvPicPr>
              <p:cNvPr id="246" name="墨迹 245">
                <a:extLst>
                  <a:ext uri="{FF2B5EF4-FFF2-40B4-BE49-F238E27FC236}">
                    <a16:creationId xmlns:a16="http://schemas.microsoft.com/office/drawing/2014/main" id="{24072674-D1D6-4E38-8C63-4B5B7C831D2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9553" y="4943303"/>
                <a:ext cx="1463040" cy="162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65" name="墨迹 264">
                <a:extLst>
                  <a:ext uri="{FF2B5EF4-FFF2-40B4-BE49-F238E27FC236}">
                    <a16:creationId xmlns:a16="http://schemas.microsoft.com/office/drawing/2014/main" id="{AAAE8D5A-0EF5-4F81-BA46-578CCE1124AD}"/>
                  </a:ext>
                </a:extLst>
              </p14:cNvPr>
              <p14:cNvContentPartPr/>
              <p14:nvPr/>
            </p14:nvContentPartPr>
            <p14:xfrm>
              <a:off x="2421273" y="192383"/>
              <a:ext cx="451080" cy="261000"/>
            </p14:xfrm>
          </p:contentPart>
        </mc:Choice>
        <mc:Fallback>
          <p:pic>
            <p:nvPicPr>
              <p:cNvPr id="265" name="墨迹 264">
                <a:extLst>
                  <a:ext uri="{FF2B5EF4-FFF2-40B4-BE49-F238E27FC236}">
                    <a16:creationId xmlns:a16="http://schemas.microsoft.com/office/drawing/2014/main" id="{AAAE8D5A-0EF5-4F81-BA46-578CCE1124A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03633" y="174743"/>
                <a:ext cx="4867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6" name="墨迹 265">
                <a:extLst>
                  <a:ext uri="{FF2B5EF4-FFF2-40B4-BE49-F238E27FC236}">
                    <a16:creationId xmlns:a16="http://schemas.microsoft.com/office/drawing/2014/main" id="{A9FFD2A1-D66B-4DF3-9CE9-0BCEA0B2847C}"/>
                  </a:ext>
                </a:extLst>
              </p14:cNvPr>
              <p14:cNvContentPartPr/>
              <p14:nvPr/>
            </p14:nvContentPartPr>
            <p14:xfrm>
              <a:off x="1314633" y="145583"/>
              <a:ext cx="743040" cy="300600"/>
            </p14:xfrm>
          </p:contentPart>
        </mc:Choice>
        <mc:Fallback>
          <p:pic>
            <p:nvPicPr>
              <p:cNvPr id="266" name="墨迹 265">
                <a:extLst>
                  <a:ext uri="{FF2B5EF4-FFF2-40B4-BE49-F238E27FC236}">
                    <a16:creationId xmlns:a16="http://schemas.microsoft.com/office/drawing/2014/main" id="{A9FFD2A1-D66B-4DF3-9CE9-0BCEA0B2847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96993" y="127943"/>
                <a:ext cx="7786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7" name="墨迹 266">
                <a:extLst>
                  <a:ext uri="{FF2B5EF4-FFF2-40B4-BE49-F238E27FC236}">
                    <a16:creationId xmlns:a16="http://schemas.microsoft.com/office/drawing/2014/main" id="{B7258015-A93F-403B-891E-4DAA08602FC2}"/>
                  </a:ext>
                </a:extLst>
              </p14:cNvPr>
              <p14:cNvContentPartPr/>
              <p14:nvPr/>
            </p14:nvContentPartPr>
            <p14:xfrm>
              <a:off x="234273" y="127223"/>
              <a:ext cx="901440" cy="302040"/>
            </p14:xfrm>
          </p:contentPart>
        </mc:Choice>
        <mc:Fallback>
          <p:pic>
            <p:nvPicPr>
              <p:cNvPr id="267" name="墨迹 266">
                <a:extLst>
                  <a:ext uri="{FF2B5EF4-FFF2-40B4-BE49-F238E27FC236}">
                    <a16:creationId xmlns:a16="http://schemas.microsoft.com/office/drawing/2014/main" id="{B7258015-A93F-403B-891E-4DAA08602FC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6633" y="109223"/>
                <a:ext cx="93708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88" name="墨迹 287">
                <a:extLst>
                  <a:ext uri="{FF2B5EF4-FFF2-40B4-BE49-F238E27FC236}">
                    <a16:creationId xmlns:a16="http://schemas.microsoft.com/office/drawing/2014/main" id="{D0A3F8B7-74A9-409F-8420-40577D19C17E}"/>
                  </a:ext>
                </a:extLst>
              </p14:cNvPr>
              <p14:cNvContentPartPr/>
              <p14:nvPr/>
            </p14:nvContentPartPr>
            <p14:xfrm>
              <a:off x="5858193" y="120743"/>
              <a:ext cx="471600" cy="271440"/>
            </p14:xfrm>
          </p:contentPart>
        </mc:Choice>
        <mc:Fallback>
          <p:pic>
            <p:nvPicPr>
              <p:cNvPr id="288" name="墨迹 287">
                <a:extLst>
                  <a:ext uri="{FF2B5EF4-FFF2-40B4-BE49-F238E27FC236}">
                    <a16:creationId xmlns:a16="http://schemas.microsoft.com/office/drawing/2014/main" id="{D0A3F8B7-74A9-409F-8420-40577D19C17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40553" y="103126"/>
                <a:ext cx="507240" cy="3070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9" name="墨迹 288">
                <a:extLst>
                  <a:ext uri="{FF2B5EF4-FFF2-40B4-BE49-F238E27FC236}">
                    <a16:creationId xmlns:a16="http://schemas.microsoft.com/office/drawing/2014/main" id="{1236C5F6-6A3E-4CFC-87EA-74E635FEC977}"/>
                  </a:ext>
                </a:extLst>
              </p14:cNvPr>
              <p14:cNvContentPartPr/>
              <p14:nvPr/>
            </p14:nvContentPartPr>
            <p14:xfrm>
              <a:off x="3212913" y="139103"/>
              <a:ext cx="2358360" cy="426600"/>
            </p14:xfrm>
          </p:contentPart>
        </mc:Choice>
        <mc:Fallback>
          <p:pic>
            <p:nvPicPr>
              <p:cNvPr id="289" name="墨迹 288">
                <a:extLst>
                  <a:ext uri="{FF2B5EF4-FFF2-40B4-BE49-F238E27FC236}">
                    <a16:creationId xmlns:a16="http://schemas.microsoft.com/office/drawing/2014/main" id="{1236C5F6-6A3E-4CFC-87EA-74E635FEC97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95273" y="121463"/>
                <a:ext cx="239400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1" name="墨迹 290">
                <a:extLst>
                  <a:ext uri="{FF2B5EF4-FFF2-40B4-BE49-F238E27FC236}">
                    <a16:creationId xmlns:a16="http://schemas.microsoft.com/office/drawing/2014/main" id="{3DC7D1E3-8736-4581-B690-E940C6986598}"/>
                  </a:ext>
                </a:extLst>
              </p14:cNvPr>
              <p14:cNvContentPartPr/>
              <p14:nvPr/>
            </p14:nvContentPartPr>
            <p14:xfrm>
              <a:off x="4108953" y="722073"/>
              <a:ext cx="7694640" cy="6377990"/>
            </p14:xfrm>
          </p:contentPart>
        </mc:Choice>
        <mc:Fallback>
          <p:pic>
            <p:nvPicPr>
              <p:cNvPr id="291" name="墨迹 290">
                <a:extLst>
                  <a:ext uri="{FF2B5EF4-FFF2-40B4-BE49-F238E27FC236}">
                    <a16:creationId xmlns:a16="http://schemas.microsoft.com/office/drawing/2014/main" id="{3DC7D1E3-8736-4581-B690-E940C698659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90953" y="686432"/>
                <a:ext cx="7730280" cy="644963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0389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A9F05AD7-26F5-401E-9907-EFF797DCFF99}"/>
                  </a:ext>
                </a:extLst>
              </p14:cNvPr>
              <p14:cNvContentPartPr/>
              <p14:nvPr/>
            </p14:nvContentPartPr>
            <p14:xfrm>
              <a:off x="2461953" y="289713"/>
              <a:ext cx="702000" cy="84420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A9F05AD7-26F5-401E-9907-EFF797DCFF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53313" y="280713"/>
                <a:ext cx="71964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D702AAB1-13B7-411B-AB76-9632AEA94A60}"/>
                  </a:ext>
                </a:extLst>
              </p14:cNvPr>
              <p14:cNvContentPartPr/>
              <p14:nvPr/>
            </p14:nvContentPartPr>
            <p14:xfrm>
              <a:off x="4647513" y="399873"/>
              <a:ext cx="493920" cy="42876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D702AAB1-13B7-411B-AB76-9632AEA94A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38513" y="390873"/>
                <a:ext cx="51156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C43BBCC9-3EE3-474D-9B81-ECAD2A073ED3}"/>
                  </a:ext>
                </a:extLst>
              </p14:cNvPr>
              <p14:cNvContentPartPr/>
              <p14:nvPr/>
            </p14:nvContentPartPr>
            <p14:xfrm>
              <a:off x="4684593" y="1577433"/>
              <a:ext cx="364680" cy="33156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C43BBCC9-3EE3-474D-9B81-ECAD2A073E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75593" y="1568433"/>
                <a:ext cx="38232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F34280B3-ECE4-41B1-B233-399983708AD6}"/>
                  </a:ext>
                </a:extLst>
              </p14:cNvPr>
              <p14:cNvContentPartPr/>
              <p14:nvPr/>
            </p14:nvContentPartPr>
            <p14:xfrm>
              <a:off x="4665153" y="2511273"/>
              <a:ext cx="272160" cy="42012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F34280B3-ECE4-41B1-B233-399983708AD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56153" y="2502273"/>
                <a:ext cx="28980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D2702457-E592-4183-B1F1-0450F37176D5}"/>
                  </a:ext>
                </a:extLst>
              </p14:cNvPr>
              <p14:cNvContentPartPr/>
              <p14:nvPr/>
            </p14:nvContentPartPr>
            <p14:xfrm>
              <a:off x="4675233" y="3311193"/>
              <a:ext cx="312120" cy="37800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D2702457-E592-4183-B1F1-0450F37176D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66233" y="3302553"/>
                <a:ext cx="32976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41E91C6D-16AD-4981-B37E-4B6E72EAAF3E}"/>
                  </a:ext>
                </a:extLst>
              </p14:cNvPr>
              <p14:cNvContentPartPr/>
              <p14:nvPr/>
            </p14:nvContentPartPr>
            <p14:xfrm>
              <a:off x="4673433" y="4189953"/>
              <a:ext cx="288000" cy="30456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41E91C6D-16AD-4981-B37E-4B6E72EAAF3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64433" y="4180953"/>
                <a:ext cx="30564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48D18887-CD79-4EB0-87D0-24B622B1D0AA}"/>
                  </a:ext>
                </a:extLst>
              </p14:cNvPr>
              <p14:cNvContentPartPr/>
              <p14:nvPr/>
            </p14:nvContentPartPr>
            <p14:xfrm>
              <a:off x="4745793" y="5669913"/>
              <a:ext cx="6840" cy="33768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48D18887-CD79-4EB0-87D0-24B622B1D0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36793" y="5661273"/>
                <a:ext cx="2448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66B8EB5A-6D46-4A56-9469-0E5FC300B4F7}"/>
                  </a:ext>
                </a:extLst>
              </p14:cNvPr>
              <p14:cNvContentPartPr/>
              <p14:nvPr/>
            </p14:nvContentPartPr>
            <p14:xfrm>
              <a:off x="4777833" y="6207393"/>
              <a:ext cx="18360" cy="19620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66B8EB5A-6D46-4A56-9469-0E5FC300B4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69193" y="6198753"/>
                <a:ext cx="360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C8F44019-C7E9-4A7F-B6D5-B3B4D92AAE24}"/>
                  </a:ext>
                </a:extLst>
              </p14:cNvPr>
              <p14:cNvContentPartPr/>
              <p14:nvPr/>
            </p14:nvContentPartPr>
            <p14:xfrm>
              <a:off x="4906713" y="6598713"/>
              <a:ext cx="12240" cy="23760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C8F44019-C7E9-4A7F-B6D5-B3B4D92AAE2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97713" y="6590073"/>
                <a:ext cx="298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2EA9C479-EA01-4621-8EBB-A99604EA3C45}"/>
                  </a:ext>
                </a:extLst>
              </p14:cNvPr>
              <p14:cNvContentPartPr/>
              <p14:nvPr/>
            </p14:nvContentPartPr>
            <p14:xfrm>
              <a:off x="4530153" y="2056103"/>
              <a:ext cx="404280" cy="396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2EA9C479-EA01-4621-8EBB-A99604EA3C4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21513" y="2047103"/>
                <a:ext cx="4219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26C8D78E-FBF6-431A-B91F-E46E5B52E493}"/>
                  </a:ext>
                </a:extLst>
              </p14:cNvPr>
              <p14:cNvContentPartPr/>
              <p14:nvPr/>
            </p14:nvContentPartPr>
            <p14:xfrm>
              <a:off x="4583073" y="3098303"/>
              <a:ext cx="291600" cy="2160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26C8D78E-FBF6-431A-B91F-E46E5B52E49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65433" y="3080663"/>
                <a:ext cx="3272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F7C0F746-A701-464F-B80E-5CA82BD2F35A}"/>
                  </a:ext>
                </a:extLst>
              </p14:cNvPr>
              <p14:cNvContentPartPr/>
              <p14:nvPr/>
            </p14:nvContentPartPr>
            <p14:xfrm>
              <a:off x="4359153" y="4994553"/>
              <a:ext cx="507600" cy="42575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F7C0F746-A701-464F-B80E-5CA82BD2F35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41153" y="4985916"/>
                <a:ext cx="543240" cy="4523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E2C965FA-0DC9-4296-8087-DA18BC6AEE20}"/>
                  </a:ext>
                </a:extLst>
              </p14:cNvPr>
              <p14:cNvContentPartPr/>
              <p14:nvPr/>
            </p14:nvContentPartPr>
            <p14:xfrm>
              <a:off x="6540393" y="5628023"/>
              <a:ext cx="524520" cy="36036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E2C965FA-0DC9-4296-8087-DA18BC6AEE2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22405" y="5610383"/>
                <a:ext cx="560136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30B76763-5E56-41D8-8818-D8BD1BC3A381}"/>
                  </a:ext>
                </a:extLst>
              </p14:cNvPr>
              <p14:cNvContentPartPr/>
              <p14:nvPr/>
            </p14:nvContentPartPr>
            <p14:xfrm>
              <a:off x="6104433" y="5711903"/>
              <a:ext cx="268560" cy="28224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30B76763-5E56-41D8-8818-D8BD1BC3A38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086793" y="5693903"/>
                <a:ext cx="30420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E6094069-ADC3-4027-8F9E-4898FE1C4520}"/>
                  </a:ext>
                </a:extLst>
              </p14:cNvPr>
              <p14:cNvContentPartPr/>
              <p14:nvPr/>
            </p14:nvContentPartPr>
            <p14:xfrm>
              <a:off x="6567753" y="4973903"/>
              <a:ext cx="366480" cy="52092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E6094069-ADC3-4027-8F9E-4898FE1C452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49753" y="4956263"/>
                <a:ext cx="40212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45945133-A05F-4E6E-B2AA-477AFCF492B1}"/>
                  </a:ext>
                </a:extLst>
              </p14:cNvPr>
              <p14:cNvContentPartPr/>
              <p14:nvPr/>
            </p14:nvContentPartPr>
            <p14:xfrm>
              <a:off x="6097233" y="5061383"/>
              <a:ext cx="317520" cy="397440"/>
            </p14:xfrm>
          </p:contentPart>
        </mc:Choice>
        <mc:Fallback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45945133-A05F-4E6E-B2AA-477AFCF492B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79593" y="5043383"/>
                <a:ext cx="35316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20DCF133-95DA-472C-AF3D-72C82A75C715}"/>
                  </a:ext>
                </a:extLst>
              </p14:cNvPr>
              <p14:cNvContentPartPr/>
              <p14:nvPr/>
            </p14:nvContentPartPr>
            <p14:xfrm>
              <a:off x="377193" y="3171023"/>
              <a:ext cx="341640" cy="104400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20DCF133-95DA-472C-AF3D-72C82A75C71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9193" y="3153023"/>
                <a:ext cx="377280" cy="10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1FC99614-6EA7-421C-8B93-682D6488EDE5}"/>
                  </a:ext>
                </a:extLst>
              </p14:cNvPr>
              <p14:cNvContentPartPr/>
              <p14:nvPr/>
            </p14:nvContentPartPr>
            <p14:xfrm>
              <a:off x="1270713" y="1256183"/>
              <a:ext cx="2132280" cy="571500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1FC99614-6EA7-421C-8B93-682D6488EDE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53070" y="1238543"/>
                <a:ext cx="2158924" cy="57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18F37864-F6F2-4063-9786-5841401AF98B}"/>
                  </a:ext>
                </a:extLst>
              </p14:cNvPr>
              <p14:cNvContentPartPr/>
              <p14:nvPr/>
            </p14:nvContentPartPr>
            <p14:xfrm>
              <a:off x="11829513" y="316223"/>
              <a:ext cx="662040" cy="60120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18F37864-F6F2-4063-9786-5841401AF98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811873" y="298223"/>
                <a:ext cx="697680" cy="63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23CC3BAE-ECA9-408A-B9E7-1F5B8A19337C}"/>
                  </a:ext>
                </a:extLst>
              </p14:cNvPr>
              <p14:cNvContentPartPr/>
              <p14:nvPr/>
            </p14:nvContentPartPr>
            <p14:xfrm>
              <a:off x="11856153" y="1663343"/>
              <a:ext cx="311400" cy="389880"/>
            </p14:xfrm>
          </p:contentPart>
        </mc:Choice>
        <mc:Fallback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23CC3BAE-ECA9-408A-B9E7-1F5B8A19337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838153" y="1645703"/>
                <a:ext cx="34704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22A526AE-B9D5-430B-9BFB-5658AC86081E}"/>
                  </a:ext>
                </a:extLst>
              </p14:cNvPr>
              <p14:cNvContentPartPr/>
              <p14:nvPr/>
            </p14:nvContentPartPr>
            <p14:xfrm>
              <a:off x="12000153" y="2583503"/>
              <a:ext cx="282240" cy="340560"/>
            </p14:xfrm>
          </p:contentPart>
        </mc:Choice>
        <mc:Fallback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22A526AE-B9D5-430B-9BFB-5658AC86081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982153" y="2565503"/>
                <a:ext cx="31788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575DD72D-3C36-4E94-AA2F-154E0F98C1CC}"/>
                  </a:ext>
                </a:extLst>
              </p14:cNvPr>
              <p14:cNvContentPartPr/>
              <p14:nvPr/>
            </p14:nvContentPartPr>
            <p14:xfrm>
              <a:off x="12032913" y="3513383"/>
              <a:ext cx="262440" cy="238320"/>
            </p14:xfrm>
          </p:contentPart>
        </mc:Choice>
        <mc:Fallback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575DD72D-3C36-4E94-AA2F-154E0F98C1C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015273" y="3495743"/>
                <a:ext cx="2980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69" name="墨迹 168">
                <a:extLst>
                  <a:ext uri="{FF2B5EF4-FFF2-40B4-BE49-F238E27FC236}">
                    <a16:creationId xmlns:a16="http://schemas.microsoft.com/office/drawing/2014/main" id="{E5440B6B-82A7-4B7B-B301-F745C6435F93}"/>
                  </a:ext>
                </a:extLst>
              </p14:cNvPr>
              <p14:cNvContentPartPr/>
              <p14:nvPr/>
            </p14:nvContentPartPr>
            <p14:xfrm>
              <a:off x="12145233" y="4188023"/>
              <a:ext cx="39240" cy="499680"/>
            </p14:xfrm>
          </p:contentPart>
        </mc:Choice>
        <mc:Fallback>
          <p:pic>
            <p:nvPicPr>
              <p:cNvPr id="169" name="墨迹 168">
                <a:extLst>
                  <a:ext uri="{FF2B5EF4-FFF2-40B4-BE49-F238E27FC236}">
                    <a16:creationId xmlns:a16="http://schemas.microsoft.com/office/drawing/2014/main" id="{E5440B6B-82A7-4B7B-B301-F745C6435F9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2127593" y="4170383"/>
                <a:ext cx="7488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0510F2B0-7831-42E4-9250-9D806B4AB997}"/>
                  </a:ext>
                </a:extLst>
              </p14:cNvPr>
              <p14:cNvContentPartPr/>
              <p14:nvPr/>
            </p14:nvContentPartPr>
            <p14:xfrm>
              <a:off x="9653673" y="5163623"/>
              <a:ext cx="1800" cy="90000"/>
            </p14:xfrm>
          </p:contentPart>
        </mc:Choice>
        <mc:Fallback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0510F2B0-7831-42E4-9250-9D806B4AB99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36033" y="5145623"/>
                <a:ext cx="3744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88FCEE5E-B2E3-4CE7-8ED8-990462893896}"/>
                  </a:ext>
                </a:extLst>
              </p14:cNvPr>
              <p14:cNvContentPartPr/>
              <p14:nvPr/>
            </p14:nvContentPartPr>
            <p14:xfrm>
              <a:off x="9592833" y="5361623"/>
              <a:ext cx="102240" cy="115560"/>
            </p14:xfrm>
          </p:contentPart>
        </mc:Choice>
        <mc:Fallback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88FCEE5E-B2E3-4CE7-8ED8-99046289389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75193" y="5343983"/>
                <a:ext cx="1378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50B6C806-21D2-415E-A278-97EA6DC13433}"/>
                  </a:ext>
                </a:extLst>
              </p14:cNvPr>
              <p14:cNvContentPartPr/>
              <p14:nvPr/>
            </p14:nvContentPartPr>
            <p14:xfrm>
              <a:off x="10016913" y="5155703"/>
              <a:ext cx="135000" cy="241920"/>
            </p14:xfrm>
          </p:contentPart>
        </mc:Choice>
        <mc:Fallback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50B6C806-21D2-415E-A278-97EA6DC1343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998913" y="5138063"/>
                <a:ext cx="1706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1AA7C654-1655-44EE-B42D-1E2E1EB4D4C9}"/>
                  </a:ext>
                </a:extLst>
              </p14:cNvPr>
              <p14:cNvContentPartPr/>
              <p14:nvPr/>
            </p14:nvContentPartPr>
            <p14:xfrm>
              <a:off x="10294473" y="5166503"/>
              <a:ext cx="560520" cy="261360"/>
            </p14:xfrm>
          </p:contentPart>
        </mc:Choice>
        <mc:Fallback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1AA7C654-1655-44EE-B42D-1E2E1EB4D4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76833" y="5148503"/>
                <a:ext cx="59616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602D9403-1AC3-4BCD-8248-9F8DCD9F05CA}"/>
                  </a:ext>
                </a:extLst>
              </p14:cNvPr>
              <p14:cNvContentPartPr/>
              <p14:nvPr/>
            </p14:nvContentPartPr>
            <p14:xfrm>
              <a:off x="8927193" y="5100983"/>
              <a:ext cx="285120" cy="344880"/>
            </p14:xfrm>
          </p:contentPart>
        </mc:Choice>
        <mc:Fallback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602D9403-1AC3-4BCD-8248-9F8DCD9F05C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909193" y="5083343"/>
                <a:ext cx="32076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81" name="墨迹 180">
                <a:extLst>
                  <a:ext uri="{FF2B5EF4-FFF2-40B4-BE49-F238E27FC236}">
                    <a16:creationId xmlns:a16="http://schemas.microsoft.com/office/drawing/2014/main" id="{4A03DD14-DA7F-443F-95CE-4B911507D9E6}"/>
                  </a:ext>
                </a:extLst>
              </p14:cNvPr>
              <p14:cNvContentPartPr/>
              <p14:nvPr/>
            </p14:nvContentPartPr>
            <p14:xfrm>
              <a:off x="8391873" y="5044463"/>
              <a:ext cx="298800" cy="466920"/>
            </p14:xfrm>
          </p:contentPart>
        </mc:Choice>
        <mc:Fallback>
          <p:pic>
            <p:nvPicPr>
              <p:cNvPr id="181" name="墨迹 180">
                <a:extLst>
                  <a:ext uri="{FF2B5EF4-FFF2-40B4-BE49-F238E27FC236}">
                    <a16:creationId xmlns:a16="http://schemas.microsoft.com/office/drawing/2014/main" id="{4A03DD14-DA7F-443F-95CE-4B911507D9E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374233" y="5026463"/>
                <a:ext cx="33444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82" name="墨迹 181">
                <a:extLst>
                  <a:ext uri="{FF2B5EF4-FFF2-40B4-BE49-F238E27FC236}">
                    <a16:creationId xmlns:a16="http://schemas.microsoft.com/office/drawing/2014/main" id="{CEF10F0B-62CF-44B1-B067-B95E3C82361D}"/>
                  </a:ext>
                </a:extLst>
              </p14:cNvPr>
              <p14:cNvContentPartPr/>
              <p14:nvPr/>
            </p14:nvContentPartPr>
            <p14:xfrm>
              <a:off x="12134793" y="5221223"/>
              <a:ext cx="291600" cy="269280"/>
            </p14:xfrm>
          </p:contentPart>
        </mc:Choice>
        <mc:Fallback>
          <p:pic>
            <p:nvPicPr>
              <p:cNvPr id="182" name="墨迹 181">
                <a:extLst>
                  <a:ext uri="{FF2B5EF4-FFF2-40B4-BE49-F238E27FC236}">
                    <a16:creationId xmlns:a16="http://schemas.microsoft.com/office/drawing/2014/main" id="{CEF10F0B-62CF-44B1-B067-B95E3C82361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2116793" y="5203583"/>
                <a:ext cx="3272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88" name="墨迹 187">
                <a:extLst>
                  <a:ext uri="{FF2B5EF4-FFF2-40B4-BE49-F238E27FC236}">
                    <a16:creationId xmlns:a16="http://schemas.microsoft.com/office/drawing/2014/main" id="{77F245CE-168F-4C52-976B-3815443C19ED}"/>
                  </a:ext>
                </a:extLst>
              </p14:cNvPr>
              <p14:cNvContentPartPr/>
              <p14:nvPr/>
            </p14:nvContentPartPr>
            <p14:xfrm>
              <a:off x="9571593" y="5776343"/>
              <a:ext cx="16200" cy="70560"/>
            </p14:xfrm>
          </p:contentPart>
        </mc:Choice>
        <mc:Fallback>
          <p:pic>
            <p:nvPicPr>
              <p:cNvPr id="188" name="墨迹 187">
                <a:extLst>
                  <a:ext uri="{FF2B5EF4-FFF2-40B4-BE49-F238E27FC236}">
                    <a16:creationId xmlns:a16="http://schemas.microsoft.com/office/drawing/2014/main" id="{77F245CE-168F-4C52-976B-3815443C19E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53953" y="5758703"/>
                <a:ext cx="518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523333E2-4AB7-4C75-AE3D-DFC64B6C2EB2}"/>
                  </a:ext>
                </a:extLst>
              </p14:cNvPr>
              <p14:cNvContentPartPr/>
              <p14:nvPr/>
            </p14:nvContentPartPr>
            <p14:xfrm>
              <a:off x="9515793" y="5979743"/>
              <a:ext cx="126000" cy="100440"/>
            </p14:xfrm>
          </p:contentPart>
        </mc:Choice>
        <mc:Fallback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523333E2-4AB7-4C75-AE3D-DFC64B6C2EB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97793" y="5961743"/>
                <a:ext cx="16164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92" name="墨迹 191">
                <a:extLst>
                  <a:ext uri="{FF2B5EF4-FFF2-40B4-BE49-F238E27FC236}">
                    <a16:creationId xmlns:a16="http://schemas.microsoft.com/office/drawing/2014/main" id="{11C1AAAB-4C75-4FE8-9F66-07F99042CBF1}"/>
                  </a:ext>
                </a:extLst>
              </p14:cNvPr>
              <p14:cNvContentPartPr/>
              <p14:nvPr/>
            </p14:nvContentPartPr>
            <p14:xfrm>
              <a:off x="10563753" y="5754383"/>
              <a:ext cx="250200" cy="246960"/>
            </p14:xfrm>
          </p:contentPart>
        </mc:Choice>
        <mc:Fallback>
          <p:pic>
            <p:nvPicPr>
              <p:cNvPr id="192" name="墨迹 191">
                <a:extLst>
                  <a:ext uri="{FF2B5EF4-FFF2-40B4-BE49-F238E27FC236}">
                    <a16:creationId xmlns:a16="http://schemas.microsoft.com/office/drawing/2014/main" id="{11C1AAAB-4C75-4FE8-9F66-07F99042CBF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546113" y="5736743"/>
                <a:ext cx="28584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AB15F774-0D6E-4F8A-B123-2F2A9ADDD368}"/>
                  </a:ext>
                </a:extLst>
              </p14:cNvPr>
              <p14:cNvContentPartPr/>
              <p14:nvPr/>
            </p14:nvContentPartPr>
            <p14:xfrm>
              <a:off x="9898473" y="5772383"/>
              <a:ext cx="453240" cy="192240"/>
            </p14:xfrm>
          </p:contentPart>
        </mc:Choice>
        <mc:Fallback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AB15F774-0D6E-4F8A-B123-2F2A9ADDD36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880487" y="5754383"/>
                <a:ext cx="488852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B1C2B03C-1649-4836-8517-13018047C140}"/>
                  </a:ext>
                </a:extLst>
              </p14:cNvPr>
              <p14:cNvContentPartPr/>
              <p14:nvPr/>
            </p14:nvContentPartPr>
            <p14:xfrm>
              <a:off x="8638833" y="5752943"/>
              <a:ext cx="584640" cy="300600"/>
            </p14:xfrm>
          </p:contentPart>
        </mc:Choice>
        <mc:Fallback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B1C2B03C-1649-4836-8517-13018047C14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21182" y="5735282"/>
                <a:ext cx="620302" cy="3362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9B9944EA-E49F-432C-8824-3F3DC155CFBC}"/>
                  </a:ext>
                </a:extLst>
              </p14:cNvPr>
              <p14:cNvContentPartPr/>
              <p14:nvPr/>
            </p14:nvContentPartPr>
            <p14:xfrm>
              <a:off x="8278473" y="5769503"/>
              <a:ext cx="219600" cy="325080"/>
            </p14:xfrm>
          </p:contentPart>
        </mc:Choice>
        <mc:Fallback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9B9944EA-E49F-432C-8824-3F3DC155CFB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260473" y="5751503"/>
                <a:ext cx="2552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5D448201-BAA1-4C64-9A5D-AAF892C45270}"/>
                  </a:ext>
                </a:extLst>
              </p14:cNvPr>
              <p14:cNvContentPartPr/>
              <p14:nvPr/>
            </p14:nvContentPartPr>
            <p14:xfrm>
              <a:off x="12113193" y="5764103"/>
              <a:ext cx="231840" cy="300960"/>
            </p14:xfrm>
          </p:contentPart>
        </mc:Choice>
        <mc:Fallback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5D448201-BAA1-4C64-9A5D-AAF892C4527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2095553" y="5746103"/>
                <a:ext cx="2674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0C602466-59BA-4701-9DB1-278B1D558D12}"/>
                  </a:ext>
                </a:extLst>
              </p14:cNvPr>
              <p14:cNvContentPartPr/>
              <p14:nvPr/>
            </p14:nvContentPartPr>
            <p14:xfrm>
              <a:off x="8403033" y="6364943"/>
              <a:ext cx="318240" cy="24120"/>
            </p14:xfrm>
          </p:contentPart>
        </mc:Choice>
        <mc:Fallback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0C602466-59BA-4701-9DB1-278B1D558D1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385393" y="6347303"/>
                <a:ext cx="3538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59165173-F647-4F6E-A694-D631846745B1}"/>
                  </a:ext>
                </a:extLst>
              </p14:cNvPr>
              <p14:cNvContentPartPr/>
              <p14:nvPr/>
            </p14:nvContentPartPr>
            <p14:xfrm>
              <a:off x="9601833" y="6241823"/>
              <a:ext cx="1080" cy="68400"/>
            </p14:xfrm>
          </p:contentPart>
        </mc:Choice>
        <mc:Fallback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59165173-F647-4F6E-A694-D631846745B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583833" y="6223823"/>
                <a:ext cx="367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01" name="墨迹 200">
                <a:extLst>
                  <a:ext uri="{FF2B5EF4-FFF2-40B4-BE49-F238E27FC236}">
                    <a16:creationId xmlns:a16="http://schemas.microsoft.com/office/drawing/2014/main" id="{3CC5414A-88B6-40A7-BE75-AE728E1FD06A}"/>
                  </a:ext>
                </a:extLst>
              </p14:cNvPr>
              <p14:cNvContentPartPr/>
              <p14:nvPr/>
            </p14:nvContentPartPr>
            <p14:xfrm>
              <a:off x="9611913" y="6383663"/>
              <a:ext cx="85680" cy="79200"/>
            </p14:xfrm>
          </p:contentPart>
        </mc:Choice>
        <mc:Fallback>
          <p:pic>
            <p:nvPicPr>
              <p:cNvPr id="201" name="墨迹 200">
                <a:extLst>
                  <a:ext uri="{FF2B5EF4-FFF2-40B4-BE49-F238E27FC236}">
                    <a16:creationId xmlns:a16="http://schemas.microsoft.com/office/drawing/2014/main" id="{3CC5414A-88B6-40A7-BE75-AE728E1FD06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594273" y="6366023"/>
                <a:ext cx="12132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4FBF8064-41C8-4845-972C-B28972E571B2}"/>
                  </a:ext>
                </a:extLst>
              </p14:cNvPr>
              <p14:cNvContentPartPr/>
              <p14:nvPr/>
            </p14:nvContentPartPr>
            <p14:xfrm>
              <a:off x="10531713" y="6244343"/>
              <a:ext cx="209880" cy="184680"/>
            </p14:xfrm>
          </p:contentPart>
        </mc:Choice>
        <mc:Fallback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4FBF8064-41C8-4845-972C-B28972E571B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514073" y="6226703"/>
                <a:ext cx="24552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05" name="墨迹 204">
                <a:extLst>
                  <a:ext uri="{FF2B5EF4-FFF2-40B4-BE49-F238E27FC236}">
                    <a16:creationId xmlns:a16="http://schemas.microsoft.com/office/drawing/2014/main" id="{5975F7BB-D33E-42D3-B2EA-38C0E9E10C97}"/>
                  </a:ext>
                </a:extLst>
              </p14:cNvPr>
              <p14:cNvContentPartPr/>
              <p14:nvPr/>
            </p14:nvContentPartPr>
            <p14:xfrm>
              <a:off x="9997833" y="6220223"/>
              <a:ext cx="346320" cy="191520"/>
            </p14:xfrm>
          </p:contentPart>
        </mc:Choice>
        <mc:Fallback>
          <p:pic>
            <p:nvPicPr>
              <p:cNvPr id="205" name="墨迹 204">
                <a:extLst>
                  <a:ext uri="{FF2B5EF4-FFF2-40B4-BE49-F238E27FC236}">
                    <a16:creationId xmlns:a16="http://schemas.microsoft.com/office/drawing/2014/main" id="{5975F7BB-D33E-42D3-B2EA-38C0E9E10C9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979833" y="6202583"/>
                <a:ext cx="3819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06" name="墨迹 205">
                <a:extLst>
                  <a:ext uri="{FF2B5EF4-FFF2-40B4-BE49-F238E27FC236}">
                    <a16:creationId xmlns:a16="http://schemas.microsoft.com/office/drawing/2014/main" id="{DE248856-DC0D-4831-B3F0-8E4B1278C14D}"/>
                  </a:ext>
                </a:extLst>
              </p14:cNvPr>
              <p14:cNvContentPartPr/>
              <p14:nvPr/>
            </p14:nvContentPartPr>
            <p14:xfrm>
              <a:off x="8867793" y="6238943"/>
              <a:ext cx="276480" cy="266760"/>
            </p14:xfrm>
          </p:contentPart>
        </mc:Choice>
        <mc:Fallback>
          <p:pic>
            <p:nvPicPr>
              <p:cNvPr id="206" name="墨迹 205">
                <a:extLst>
                  <a:ext uri="{FF2B5EF4-FFF2-40B4-BE49-F238E27FC236}">
                    <a16:creationId xmlns:a16="http://schemas.microsoft.com/office/drawing/2014/main" id="{DE248856-DC0D-4831-B3F0-8E4B1278C14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850153" y="6220943"/>
                <a:ext cx="31212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07" name="墨迹 206">
                <a:extLst>
                  <a:ext uri="{FF2B5EF4-FFF2-40B4-BE49-F238E27FC236}">
                    <a16:creationId xmlns:a16="http://schemas.microsoft.com/office/drawing/2014/main" id="{6CF1F255-E1EF-4D76-8FE0-90EF8315FC36}"/>
                  </a:ext>
                </a:extLst>
              </p14:cNvPr>
              <p14:cNvContentPartPr/>
              <p14:nvPr/>
            </p14:nvContentPartPr>
            <p14:xfrm>
              <a:off x="12208233" y="6256583"/>
              <a:ext cx="40680" cy="189360"/>
            </p14:xfrm>
          </p:contentPart>
        </mc:Choice>
        <mc:Fallback>
          <p:pic>
            <p:nvPicPr>
              <p:cNvPr id="207" name="墨迹 206">
                <a:extLst>
                  <a:ext uri="{FF2B5EF4-FFF2-40B4-BE49-F238E27FC236}">
                    <a16:creationId xmlns:a16="http://schemas.microsoft.com/office/drawing/2014/main" id="{6CF1F255-E1EF-4D76-8FE0-90EF8315FC3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2190233" y="6238583"/>
                <a:ext cx="763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09" name="墨迹 208">
                <a:extLst>
                  <a:ext uri="{FF2B5EF4-FFF2-40B4-BE49-F238E27FC236}">
                    <a16:creationId xmlns:a16="http://schemas.microsoft.com/office/drawing/2014/main" id="{AC126DD7-9E02-48C6-B3F8-DD2F36D880D0}"/>
                  </a:ext>
                </a:extLst>
              </p14:cNvPr>
              <p14:cNvContentPartPr/>
              <p14:nvPr/>
            </p14:nvContentPartPr>
            <p14:xfrm>
              <a:off x="5850273" y="6108263"/>
              <a:ext cx="1448280" cy="978840"/>
            </p14:xfrm>
          </p:contentPart>
        </mc:Choice>
        <mc:Fallback>
          <p:pic>
            <p:nvPicPr>
              <p:cNvPr id="209" name="墨迹 208">
                <a:extLst>
                  <a:ext uri="{FF2B5EF4-FFF2-40B4-BE49-F238E27FC236}">
                    <a16:creationId xmlns:a16="http://schemas.microsoft.com/office/drawing/2014/main" id="{AC126DD7-9E02-48C6-B3F8-DD2F36D880D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832633" y="6090263"/>
                <a:ext cx="1483920" cy="10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12" name="墨迹 211">
                <a:extLst>
                  <a:ext uri="{FF2B5EF4-FFF2-40B4-BE49-F238E27FC236}">
                    <a16:creationId xmlns:a16="http://schemas.microsoft.com/office/drawing/2014/main" id="{41E48902-4545-4BDE-8F69-9BF60DA6E409}"/>
                  </a:ext>
                </a:extLst>
              </p14:cNvPr>
              <p14:cNvContentPartPr/>
              <p14:nvPr/>
            </p14:nvContentPartPr>
            <p14:xfrm>
              <a:off x="9086673" y="6670583"/>
              <a:ext cx="199800" cy="268920"/>
            </p14:xfrm>
          </p:contentPart>
        </mc:Choice>
        <mc:Fallback>
          <p:pic>
            <p:nvPicPr>
              <p:cNvPr id="212" name="墨迹 211">
                <a:extLst>
                  <a:ext uri="{FF2B5EF4-FFF2-40B4-BE49-F238E27FC236}">
                    <a16:creationId xmlns:a16="http://schemas.microsoft.com/office/drawing/2014/main" id="{41E48902-4545-4BDE-8F69-9BF60DA6E40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068673" y="6652583"/>
                <a:ext cx="2354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13" name="墨迹 212">
                <a:extLst>
                  <a:ext uri="{FF2B5EF4-FFF2-40B4-BE49-F238E27FC236}">
                    <a16:creationId xmlns:a16="http://schemas.microsoft.com/office/drawing/2014/main" id="{897C5E1B-0DA7-434E-BA47-60A4D95D5926}"/>
                  </a:ext>
                </a:extLst>
              </p14:cNvPr>
              <p14:cNvContentPartPr/>
              <p14:nvPr/>
            </p14:nvContentPartPr>
            <p14:xfrm>
              <a:off x="9615153" y="6724583"/>
              <a:ext cx="23400" cy="80640"/>
            </p14:xfrm>
          </p:contentPart>
        </mc:Choice>
        <mc:Fallback>
          <p:pic>
            <p:nvPicPr>
              <p:cNvPr id="213" name="墨迹 212">
                <a:extLst>
                  <a:ext uri="{FF2B5EF4-FFF2-40B4-BE49-F238E27FC236}">
                    <a16:creationId xmlns:a16="http://schemas.microsoft.com/office/drawing/2014/main" id="{897C5E1B-0DA7-434E-BA47-60A4D95D592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597153" y="6706583"/>
                <a:ext cx="590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133582C5-55C0-4CA7-B5EB-495C84F92AF8}"/>
                  </a:ext>
                </a:extLst>
              </p14:cNvPr>
              <p14:cNvContentPartPr/>
              <p14:nvPr/>
            </p14:nvContentPartPr>
            <p14:xfrm>
              <a:off x="9498153" y="6904943"/>
              <a:ext cx="162000" cy="77760"/>
            </p14:xfrm>
          </p:contentPart>
        </mc:Choice>
        <mc:Fallback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133582C5-55C0-4CA7-B5EB-495C84F92AF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480513" y="6886943"/>
                <a:ext cx="1976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17" name="墨迹 216">
                <a:extLst>
                  <a:ext uri="{FF2B5EF4-FFF2-40B4-BE49-F238E27FC236}">
                    <a16:creationId xmlns:a16="http://schemas.microsoft.com/office/drawing/2014/main" id="{2CE1EDE1-2D8D-402F-B906-D089673EFBBE}"/>
                  </a:ext>
                </a:extLst>
              </p14:cNvPr>
              <p14:cNvContentPartPr/>
              <p14:nvPr/>
            </p14:nvContentPartPr>
            <p14:xfrm>
              <a:off x="10540713" y="6772463"/>
              <a:ext cx="287640" cy="142560"/>
            </p14:xfrm>
          </p:contentPart>
        </mc:Choice>
        <mc:Fallback>
          <p:pic>
            <p:nvPicPr>
              <p:cNvPr id="217" name="墨迹 216">
                <a:extLst>
                  <a:ext uri="{FF2B5EF4-FFF2-40B4-BE49-F238E27FC236}">
                    <a16:creationId xmlns:a16="http://schemas.microsoft.com/office/drawing/2014/main" id="{2CE1EDE1-2D8D-402F-B906-D089673EFBB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522713" y="6754823"/>
                <a:ext cx="3232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18" name="墨迹 217">
                <a:extLst>
                  <a:ext uri="{FF2B5EF4-FFF2-40B4-BE49-F238E27FC236}">
                    <a16:creationId xmlns:a16="http://schemas.microsoft.com/office/drawing/2014/main" id="{1072C94A-0DA6-4C7D-8F16-DE68F1C032DF}"/>
                  </a:ext>
                </a:extLst>
              </p14:cNvPr>
              <p14:cNvContentPartPr/>
              <p14:nvPr/>
            </p14:nvContentPartPr>
            <p14:xfrm>
              <a:off x="12139473" y="6717383"/>
              <a:ext cx="56520" cy="234720"/>
            </p14:xfrm>
          </p:contentPart>
        </mc:Choice>
        <mc:Fallback>
          <p:pic>
            <p:nvPicPr>
              <p:cNvPr id="218" name="墨迹 217">
                <a:extLst>
                  <a:ext uri="{FF2B5EF4-FFF2-40B4-BE49-F238E27FC236}">
                    <a16:creationId xmlns:a16="http://schemas.microsoft.com/office/drawing/2014/main" id="{1072C94A-0DA6-4C7D-8F16-DE68F1C032D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2121473" y="6699743"/>
                <a:ext cx="921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19" name="墨迹 218">
                <a:extLst>
                  <a:ext uri="{FF2B5EF4-FFF2-40B4-BE49-F238E27FC236}">
                    <a16:creationId xmlns:a16="http://schemas.microsoft.com/office/drawing/2014/main" id="{D60E2438-CD69-49EB-850E-C78AFB895B01}"/>
                  </a:ext>
                </a:extLst>
              </p14:cNvPr>
              <p14:cNvContentPartPr/>
              <p14:nvPr/>
            </p14:nvContentPartPr>
            <p14:xfrm>
              <a:off x="9931233" y="6792623"/>
              <a:ext cx="393480" cy="204480"/>
            </p14:xfrm>
          </p:contentPart>
        </mc:Choice>
        <mc:Fallback>
          <p:pic>
            <p:nvPicPr>
              <p:cNvPr id="219" name="墨迹 218">
                <a:extLst>
                  <a:ext uri="{FF2B5EF4-FFF2-40B4-BE49-F238E27FC236}">
                    <a16:creationId xmlns:a16="http://schemas.microsoft.com/office/drawing/2014/main" id="{D60E2438-CD69-49EB-850E-C78AFB895B0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913249" y="6774952"/>
                <a:ext cx="429087" cy="240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20" name="墨迹 219">
                <a:extLst>
                  <a:ext uri="{FF2B5EF4-FFF2-40B4-BE49-F238E27FC236}">
                    <a16:creationId xmlns:a16="http://schemas.microsoft.com/office/drawing/2014/main" id="{B640FEBA-B3A1-4732-AE59-837216F48CC5}"/>
                  </a:ext>
                </a:extLst>
              </p14:cNvPr>
              <p14:cNvContentPartPr/>
              <p14:nvPr/>
            </p14:nvContentPartPr>
            <p14:xfrm>
              <a:off x="8480433" y="6603263"/>
              <a:ext cx="447480" cy="360360"/>
            </p14:xfrm>
          </p:contentPart>
        </mc:Choice>
        <mc:Fallback>
          <p:pic>
            <p:nvPicPr>
              <p:cNvPr id="220" name="墨迹 219">
                <a:extLst>
                  <a:ext uri="{FF2B5EF4-FFF2-40B4-BE49-F238E27FC236}">
                    <a16:creationId xmlns:a16="http://schemas.microsoft.com/office/drawing/2014/main" id="{B640FEBA-B3A1-4732-AE59-837216F48CC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462433" y="6585263"/>
                <a:ext cx="48312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66" name="墨迹 265">
                <a:extLst>
                  <a:ext uri="{FF2B5EF4-FFF2-40B4-BE49-F238E27FC236}">
                    <a16:creationId xmlns:a16="http://schemas.microsoft.com/office/drawing/2014/main" id="{0F70E595-5ED1-4EBD-B052-49AC1C23E929}"/>
                  </a:ext>
                </a:extLst>
              </p14:cNvPr>
              <p14:cNvContentPartPr/>
              <p14:nvPr/>
            </p14:nvContentPartPr>
            <p14:xfrm>
              <a:off x="6080673" y="-139177"/>
              <a:ext cx="5194800" cy="4923360"/>
            </p14:xfrm>
          </p:contentPart>
        </mc:Choice>
        <mc:Fallback>
          <p:pic>
            <p:nvPicPr>
              <p:cNvPr id="266" name="墨迹 265">
                <a:extLst>
                  <a:ext uri="{FF2B5EF4-FFF2-40B4-BE49-F238E27FC236}">
                    <a16:creationId xmlns:a16="http://schemas.microsoft.com/office/drawing/2014/main" id="{0F70E595-5ED1-4EBD-B052-49AC1C23E92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062673" y="-156817"/>
                <a:ext cx="5230440" cy="49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67" name="墨迹 266">
                <a:extLst>
                  <a:ext uri="{FF2B5EF4-FFF2-40B4-BE49-F238E27FC236}">
                    <a16:creationId xmlns:a16="http://schemas.microsoft.com/office/drawing/2014/main" id="{C85E15BB-065C-45AF-BF93-8FC04DFD9B6F}"/>
                  </a:ext>
                </a:extLst>
              </p14:cNvPr>
              <p14:cNvContentPartPr/>
              <p14:nvPr/>
            </p14:nvContentPartPr>
            <p14:xfrm>
              <a:off x="8428953" y="4608143"/>
              <a:ext cx="52560" cy="47160"/>
            </p14:xfrm>
          </p:contentPart>
        </mc:Choice>
        <mc:Fallback>
          <p:pic>
            <p:nvPicPr>
              <p:cNvPr id="267" name="墨迹 266">
                <a:extLst>
                  <a:ext uri="{FF2B5EF4-FFF2-40B4-BE49-F238E27FC236}">
                    <a16:creationId xmlns:a16="http://schemas.microsoft.com/office/drawing/2014/main" id="{C85E15BB-065C-45AF-BF93-8FC04DFD9B6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375313" y="4500503"/>
                <a:ext cx="1602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268" name="墨迹 267">
                <a:extLst>
                  <a:ext uri="{FF2B5EF4-FFF2-40B4-BE49-F238E27FC236}">
                    <a16:creationId xmlns:a16="http://schemas.microsoft.com/office/drawing/2014/main" id="{39E38AAC-C1F2-488C-B2A9-7344028D665B}"/>
                  </a:ext>
                </a:extLst>
              </p14:cNvPr>
              <p14:cNvContentPartPr/>
              <p14:nvPr/>
            </p14:nvContentPartPr>
            <p14:xfrm>
              <a:off x="7568553" y="4089743"/>
              <a:ext cx="4874400" cy="587520"/>
            </p14:xfrm>
          </p:contentPart>
        </mc:Choice>
        <mc:Fallback>
          <p:pic>
            <p:nvPicPr>
              <p:cNvPr id="268" name="墨迹 267">
                <a:extLst>
                  <a:ext uri="{FF2B5EF4-FFF2-40B4-BE49-F238E27FC236}">
                    <a16:creationId xmlns:a16="http://schemas.microsoft.com/office/drawing/2014/main" id="{39E38AAC-C1F2-488C-B2A9-7344028D665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514553" y="3982103"/>
                <a:ext cx="4982040" cy="80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69" name="墨迹 268">
                <a:extLst>
                  <a:ext uri="{FF2B5EF4-FFF2-40B4-BE49-F238E27FC236}">
                    <a16:creationId xmlns:a16="http://schemas.microsoft.com/office/drawing/2014/main" id="{3247C67B-0CFC-424D-8E59-86F7EAE5483D}"/>
                  </a:ext>
                </a:extLst>
              </p14:cNvPr>
              <p14:cNvContentPartPr/>
              <p14:nvPr/>
            </p14:nvContentPartPr>
            <p14:xfrm>
              <a:off x="8222313" y="6529823"/>
              <a:ext cx="4404960" cy="402120"/>
            </p14:xfrm>
          </p:contentPart>
        </mc:Choice>
        <mc:Fallback>
          <p:pic>
            <p:nvPicPr>
              <p:cNvPr id="269" name="墨迹 268">
                <a:extLst>
                  <a:ext uri="{FF2B5EF4-FFF2-40B4-BE49-F238E27FC236}">
                    <a16:creationId xmlns:a16="http://schemas.microsoft.com/office/drawing/2014/main" id="{3247C67B-0CFC-424D-8E59-86F7EAE5483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168673" y="6422183"/>
                <a:ext cx="4512600" cy="61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3037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1401C99E-15BF-49E1-82F6-CCBA8927FC16}"/>
                  </a:ext>
                </a:extLst>
              </p14:cNvPr>
              <p14:cNvContentPartPr/>
              <p14:nvPr/>
            </p14:nvContentPartPr>
            <p14:xfrm>
              <a:off x="2712513" y="4598913"/>
              <a:ext cx="279360" cy="68184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1401C99E-15BF-49E1-82F6-CCBA8927FC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3513" y="4589913"/>
                <a:ext cx="297000" cy="69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3CFDEF2B-01B7-402F-9C63-264F392E3223}"/>
                  </a:ext>
                </a:extLst>
              </p14:cNvPr>
              <p14:cNvContentPartPr/>
              <p14:nvPr/>
            </p14:nvContentPartPr>
            <p14:xfrm>
              <a:off x="7451553" y="586353"/>
              <a:ext cx="309600" cy="34920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3CFDEF2B-01B7-402F-9C63-264F392E32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33913" y="568353"/>
                <a:ext cx="34524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A7D1B466-6BF7-4F63-AE21-9C99EFBA3193}"/>
                  </a:ext>
                </a:extLst>
              </p14:cNvPr>
              <p14:cNvContentPartPr/>
              <p14:nvPr/>
            </p14:nvContentPartPr>
            <p14:xfrm>
              <a:off x="6461913" y="557193"/>
              <a:ext cx="744480" cy="63324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A7D1B466-6BF7-4F63-AE21-9C99EFBA31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43913" y="539193"/>
                <a:ext cx="780120" cy="6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381D81DE-7C44-4717-8689-49BFBA51D43A}"/>
                  </a:ext>
                </a:extLst>
              </p14:cNvPr>
              <p14:cNvContentPartPr/>
              <p14:nvPr/>
            </p14:nvContentPartPr>
            <p14:xfrm>
              <a:off x="6860793" y="1857873"/>
              <a:ext cx="221040" cy="30636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381D81DE-7C44-4717-8689-49BFBA51D4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42793" y="1840233"/>
                <a:ext cx="25668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850EA35D-390B-404B-A4FA-63F70041D791}"/>
                  </a:ext>
                </a:extLst>
              </p14:cNvPr>
              <p14:cNvContentPartPr/>
              <p14:nvPr/>
            </p14:nvContentPartPr>
            <p14:xfrm>
              <a:off x="6979593" y="2666793"/>
              <a:ext cx="28800" cy="30132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850EA35D-390B-404B-A4FA-63F70041D79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61593" y="2648793"/>
                <a:ext cx="64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ECED65A2-E2A1-425C-BDF4-91783DCED0AF}"/>
                  </a:ext>
                </a:extLst>
              </p14:cNvPr>
              <p14:cNvContentPartPr/>
              <p14:nvPr/>
            </p14:nvContentPartPr>
            <p14:xfrm>
              <a:off x="6838473" y="3550233"/>
              <a:ext cx="305640" cy="29160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ECED65A2-E2A1-425C-BDF4-91783DCED0A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20473" y="3532593"/>
                <a:ext cx="34128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A41C4285-F5EB-4283-A82A-4AF1D5A102FB}"/>
                  </a:ext>
                </a:extLst>
              </p14:cNvPr>
              <p14:cNvContentPartPr/>
              <p14:nvPr/>
            </p14:nvContentPartPr>
            <p14:xfrm>
              <a:off x="6822993" y="4152513"/>
              <a:ext cx="217080" cy="45828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A41C4285-F5EB-4283-A82A-4AF1D5A102F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04993" y="4134513"/>
                <a:ext cx="25272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90886F7B-1B0C-4C1B-8485-D032B66D8BB3}"/>
                  </a:ext>
                </a:extLst>
              </p14:cNvPr>
              <p14:cNvContentPartPr/>
              <p14:nvPr/>
            </p14:nvContentPartPr>
            <p14:xfrm>
              <a:off x="6752433" y="4981953"/>
              <a:ext cx="367200" cy="54756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90886F7B-1B0C-4C1B-8485-D032B66D8B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34433" y="4963965"/>
                <a:ext cx="402840" cy="583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AB530FB6-1D81-4AB8-98AF-46551C44EC6E}"/>
                  </a:ext>
                </a:extLst>
              </p14:cNvPr>
              <p14:cNvContentPartPr/>
              <p14:nvPr/>
            </p14:nvContentPartPr>
            <p14:xfrm>
              <a:off x="8620833" y="358113"/>
              <a:ext cx="1369440" cy="92988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AB530FB6-1D81-4AB8-98AF-46551C44EC6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612193" y="349473"/>
                <a:ext cx="1387080" cy="9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4B1CEFDE-24DD-415F-853F-E8A98BD92434}"/>
                  </a:ext>
                </a:extLst>
              </p14:cNvPr>
              <p14:cNvContentPartPr/>
              <p14:nvPr/>
            </p14:nvContentPartPr>
            <p14:xfrm>
              <a:off x="9450993" y="1889913"/>
              <a:ext cx="47880" cy="9252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4B1CEFDE-24DD-415F-853F-E8A98BD924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41993" y="1880913"/>
                <a:ext cx="655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C58F3150-88AB-48F5-B1BB-EADB38FE2628}"/>
                  </a:ext>
                </a:extLst>
              </p14:cNvPr>
              <p14:cNvContentPartPr/>
              <p14:nvPr/>
            </p14:nvContentPartPr>
            <p14:xfrm>
              <a:off x="9399513" y="2114193"/>
              <a:ext cx="131400" cy="14184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C58F3150-88AB-48F5-B1BB-EADB38FE262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90873" y="2105193"/>
                <a:ext cx="14904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E1A912A2-15F9-451F-9988-AFFF7DAB601E}"/>
                  </a:ext>
                </a:extLst>
              </p14:cNvPr>
              <p14:cNvContentPartPr/>
              <p14:nvPr/>
            </p14:nvContentPartPr>
            <p14:xfrm>
              <a:off x="10183953" y="1883433"/>
              <a:ext cx="275040" cy="19224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E1A912A2-15F9-451F-9988-AFFF7DAB601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175313" y="1874433"/>
                <a:ext cx="2926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73C8E07D-A49B-47AE-9314-74002058AB69}"/>
                  </a:ext>
                </a:extLst>
              </p14:cNvPr>
              <p14:cNvContentPartPr/>
              <p14:nvPr/>
            </p14:nvContentPartPr>
            <p14:xfrm>
              <a:off x="9744393" y="1911873"/>
              <a:ext cx="326160" cy="14328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73C8E07D-A49B-47AE-9314-74002058AB6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735753" y="1902873"/>
                <a:ext cx="3438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8F01D7CC-C8DC-4701-A13B-A72142F123C2}"/>
                  </a:ext>
                </a:extLst>
              </p14:cNvPr>
              <p14:cNvContentPartPr/>
              <p14:nvPr/>
            </p14:nvContentPartPr>
            <p14:xfrm>
              <a:off x="9443073" y="2646633"/>
              <a:ext cx="42120" cy="7416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8F01D7CC-C8DC-4701-A13B-A72142F123C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34433" y="2637993"/>
                <a:ext cx="597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907849C2-84E6-48D4-A158-E1470CE49917}"/>
                  </a:ext>
                </a:extLst>
              </p14:cNvPr>
              <p14:cNvContentPartPr/>
              <p14:nvPr/>
            </p14:nvContentPartPr>
            <p14:xfrm>
              <a:off x="9427953" y="2821593"/>
              <a:ext cx="115560" cy="10908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907849C2-84E6-48D4-A158-E1470CE4991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419313" y="2812593"/>
                <a:ext cx="1332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AAD8E115-523B-434F-834D-127226EE0520}"/>
                  </a:ext>
                </a:extLst>
              </p14:cNvPr>
              <p14:cNvContentPartPr/>
              <p14:nvPr/>
            </p14:nvContentPartPr>
            <p14:xfrm>
              <a:off x="10269273" y="2626113"/>
              <a:ext cx="192240" cy="16308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AAD8E115-523B-434F-834D-127226EE052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60273" y="2617473"/>
                <a:ext cx="2098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BC265446-2C9D-4FA5-AD3D-6A0A8B187FE8}"/>
                  </a:ext>
                </a:extLst>
              </p14:cNvPr>
              <p14:cNvContentPartPr/>
              <p14:nvPr/>
            </p14:nvContentPartPr>
            <p14:xfrm>
              <a:off x="9803793" y="2611353"/>
              <a:ext cx="338040" cy="17856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BC265446-2C9D-4FA5-AD3D-6A0A8B187FE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795144" y="2602353"/>
                <a:ext cx="355699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CB9BFAC7-EECA-4A92-B6DA-442E994106C2}"/>
                  </a:ext>
                </a:extLst>
              </p14:cNvPr>
              <p14:cNvContentPartPr/>
              <p14:nvPr/>
            </p14:nvContentPartPr>
            <p14:xfrm>
              <a:off x="9012153" y="2581473"/>
              <a:ext cx="219600" cy="34812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CB9BFAC7-EECA-4A92-B6DA-442E994106C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03513" y="2572842"/>
                <a:ext cx="237240" cy="365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42BF06BC-4637-465A-8061-F41829F19BF4}"/>
                  </a:ext>
                </a:extLst>
              </p14:cNvPr>
              <p14:cNvContentPartPr/>
              <p14:nvPr/>
            </p14:nvContentPartPr>
            <p14:xfrm>
              <a:off x="8612193" y="2567433"/>
              <a:ext cx="240120" cy="33480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42BF06BC-4637-465A-8061-F41829F19BF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603193" y="2558433"/>
                <a:ext cx="25776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7B9E984A-4DDB-4331-B111-1D58AB808097}"/>
                  </a:ext>
                </a:extLst>
              </p14:cNvPr>
              <p14:cNvContentPartPr/>
              <p14:nvPr/>
            </p14:nvContentPartPr>
            <p14:xfrm>
              <a:off x="10226073" y="3513873"/>
              <a:ext cx="257400" cy="24732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7B9E984A-4DDB-4331-B111-1D58AB80809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217433" y="3505233"/>
                <a:ext cx="2750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08B2D342-E98B-429A-A62F-103A0BDDB9A8}"/>
                  </a:ext>
                </a:extLst>
              </p14:cNvPr>
              <p14:cNvContentPartPr/>
              <p14:nvPr/>
            </p14:nvContentPartPr>
            <p14:xfrm>
              <a:off x="9776793" y="3563553"/>
              <a:ext cx="317160" cy="16812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08B2D342-E98B-429A-A62F-103A0BDDB9A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768153" y="3554913"/>
                <a:ext cx="3348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11E316DA-E80E-4DCE-A873-9D9FD93D2A2B}"/>
                  </a:ext>
                </a:extLst>
              </p14:cNvPr>
              <p14:cNvContentPartPr/>
              <p14:nvPr/>
            </p14:nvContentPartPr>
            <p14:xfrm>
              <a:off x="9005313" y="2996913"/>
              <a:ext cx="290880" cy="1440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11E316DA-E80E-4DCE-A873-9D9FD93D2A2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987313" y="2979273"/>
                <a:ext cx="3265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AC108A0F-4097-4E48-A751-351162E593ED}"/>
                  </a:ext>
                </a:extLst>
              </p14:cNvPr>
              <p14:cNvContentPartPr/>
              <p14:nvPr/>
            </p14:nvContentPartPr>
            <p14:xfrm>
              <a:off x="8738553" y="1881993"/>
              <a:ext cx="503640" cy="30528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AC108A0F-4097-4E48-A751-351162E593E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29553" y="1873343"/>
                <a:ext cx="530280" cy="331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54D31356-FFAB-49F7-A148-F5F7A6D72DF3}"/>
                  </a:ext>
                </a:extLst>
              </p14:cNvPr>
              <p14:cNvContentPartPr/>
              <p14:nvPr/>
            </p14:nvContentPartPr>
            <p14:xfrm>
              <a:off x="8393673" y="2275473"/>
              <a:ext cx="424080" cy="19800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54D31356-FFAB-49F7-A148-F5F7A6D72DF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76033" y="2257473"/>
                <a:ext cx="4597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A7F0B1FC-5F04-40BA-8F62-78DD9B18BA5B}"/>
                  </a:ext>
                </a:extLst>
              </p14:cNvPr>
              <p14:cNvContentPartPr/>
              <p14:nvPr/>
            </p14:nvContentPartPr>
            <p14:xfrm>
              <a:off x="8325993" y="1503993"/>
              <a:ext cx="549360" cy="17892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A7F0B1FC-5F04-40BA-8F62-78DD9B18BA5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08341" y="1486353"/>
                <a:ext cx="585023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E0029CE7-78D7-4A07-B331-E0D2B12616C3}"/>
                  </a:ext>
                </a:extLst>
              </p14:cNvPr>
              <p14:cNvContentPartPr/>
              <p14:nvPr/>
            </p14:nvContentPartPr>
            <p14:xfrm>
              <a:off x="11628273" y="758793"/>
              <a:ext cx="292320" cy="27180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E0029CE7-78D7-4A07-B331-E0D2B12616C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619273" y="749793"/>
                <a:ext cx="3099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B4F1BC3A-E72B-4E9D-B27D-BA258B92248C}"/>
                  </a:ext>
                </a:extLst>
              </p14:cNvPr>
              <p14:cNvContentPartPr/>
              <p14:nvPr/>
            </p14:nvContentPartPr>
            <p14:xfrm>
              <a:off x="12039033" y="515793"/>
              <a:ext cx="136800" cy="33048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B4F1BC3A-E72B-4E9D-B27D-BA258B92248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030393" y="506793"/>
                <a:ext cx="15444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E3C82B92-71B3-4BD8-9D01-03D68CD5D5CA}"/>
                  </a:ext>
                </a:extLst>
              </p14:cNvPr>
              <p14:cNvContentPartPr/>
              <p14:nvPr/>
            </p14:nvContentPartPr>
            <p14:xfrm>
              <a:off x="11686953" y="1833033"/>
              <a:ext cx="246240" cy="25488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E3C82B92-71B3-4BD8-9D01-03D68CD5D5C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677953" y="1824393"/>
                <a:ext cx="2638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48543EF1-DF6D-47F1-8478-71A91F1349CC}"/>
                  </a:ext>
                </a:extLst>
              </p14:cNvPr>
              <p14:cNvContentPartPr/>
              <p14:nvPr/>
            </p14:nvContentPartPr>
            <p14:xfrm>
              <a:off x="11720793" y="2586513"/>
              <a:ext cx="230760" cy="277560"/>
            </p14:xfrm>
          </p:contentPart>
        </mc:Choice>
        <mc:Fallback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48543EF1-DF6D-47F1-8478-71A91F1349C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712153" y="2577873"/>
                <a:ext cx="2484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702EDB43-5422-44DB-A6B4-6D61D36D4AAA}"/>
                  </a:ext>
                </a:extLst>
              </p14:cNvPr>
              <p14:cNvContentPartPr/>
              <p14:nvPr/>
            </p14:nvContentPartPr>
            <p14:xfrm>
              <a:off x="11718993" y="3407313"/>
              <a:ext cx="273240" cy="29412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702EDB43-5422-44DB-A6B4-6D61D36D4AA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710353" y="3398313"/>
                <a:ext cx="29088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DFEB4900-8ECC-44D7-ABA6-893C645B742D}"/>
                  </a:ext>
                </a:extLst>
              </p14:cNvPr>
              <p14:cNvContentPartPr/>
              <p14:nvPr/>
            </p14:nvContentPartPr>
            <p14:xfrm>
              <a:off x="-532887" y="5218473"/>
              <a:ext cx="171000" cy="237600"/>
            </p14:xfrm>
          </p:contentPart>
        </mc:Choice>
        <mc:Fallback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DFEB4900-8ECC-44D7-ABA6-893C645B742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-541887" y="5209473"/>
                <a:ext cx="1886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0B646794-DC0D-4D82-8ACD-2249415631E0}"/>
                  </a:ext>
                </a:extLst>
              </p14:cNvPr>
              <p14:cNvContentPartPr/>
              <p14:nvPr/>
            </p14:nvContentPartPr>
            <p14:xfrm>
              <a:off x="-486447" y="5762433"/>
              <a:ext cx="188280" cy="208440"/>
            </p14:xfrm>
          </p:contentPart>
        </mc:Choice>
        <mc:Fallback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0B646794-DC0D-4D82-8ACD-2249415631E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-495087" y="5753433"/>
                <a:ext cx="2059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BB8289C9-0F40-4E11-80BF-2EF4D7606D86}"/>
                  </a:ext>
                </a:extLst>
              </p14:cNvPr>
              <p14:cNvContentPartPr/>
              <p14:nvPr/>
            </p14:nvContentPartPr>
            <p14:xfrm>
              <a:off x="-217527" y="5795913"/>
              <a:ext cx="163440" cy="90360"/>
            </p14:xfrm>
          </p:contentPart>
        </mc:Choice>
        <mc:Fallback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BB8289C9-0F40-4E11-80BF-2EF4D7606D8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-226167" y="5787273"/>
                <a:ext cx="1810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8CED9206-42CD-420F-9B60-E7B7EA5E8512}"/>
                  </a:ext>
                </a:extLst>
              </p14:cNvPr>
              <p14:cNvContentPartPr/>
              <p14:nvPr/>
            </p14:nvContentPartPr>
            <p14:xfrm>
              <a:off x="-275127" y="5222433"/>
              <a:ext cx="114480" cy="173520"/>
            </p14:xfrm>
          </p:contentPart>
        </mc:Choice>
        <mc:Fallback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8CED9206-42CD-420F-9B60-E7B7EA5E851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-284127" y="5213433"/>
                <a:ext cx="1321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A0717FFC-0B68-4F91-A86B-88CA56F92A3A}"/>
                  </a:ext>
                </a:extLst>
              </p14:cNvPr>
              <p14:cNvContentPartPr/>
              <p14:nvPr/>
            </p14:nvContentPartPr>
            <p14:xfrm>
              <a:off x="-655647" y="1281153"/>
              <a:ext cx="469080" cy="128160"/>
            </p14:xfrm>
          </p:contentPart>
        </mc:Choice>
        <mc:Fallback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A0717FFC-0B68-4F91-A86B-88CA56F92A3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-664647" y="1272513"/>
                <a:ext cx="4867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7FBAA0DB-1A78-491E-A6E1-EDFCE797DABB}"/>
                  </a:ext>
                </a:extLst>
              </p14:cNvPr>
              <p14:cNvContentPartPr/>
              <p14:nvPr/>
            </p14:nvContentPartPr>
            <p14:xfrm>
              <a:off x="-438567" y="1504713"/>
              <a:ext cx="26280" cy="275760"/>
            </p14:xfrm>
          </p:contentPart>
        </mc:Choice>
        <mc:Fallback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7FBAA0DB-1A78-491E-A6E1-EDFCE797DAB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-447567" y="1496073"/>
                <a:ext cx="4392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01" name="墨迹 200">
                <a:extLst>
                  <a:ext uri="{FF2B5EF4-FFF2-40B4-BE49-F238E27FC236}">
                    <a16:creationId xmlns:a16="http://schemas.microsoft.com/office/drawing/2014/main" id="{F25397EA-CFF0-44DF-8C87-940E502FA358}"/>
                  </a:ext>
                </a:extLst>
              </p14:cNvPr>
              <p14:cNvContentPartPr/>
              <p14:nvPr/>
            </p14:nvContentPartPr>
            <p14:xfrm>
              <a:off x="-269727" y="1488513"/>
              <a:ext cx="127080" cy="282600"/>
            </p14:xfrm>
          </p:contentPart>
        </mc:Choice>
        <mc:Fallback>
          <p:pic>
            <p:nvPicPr>
              <p:cNvPr id="201" name="墨迹 200">
                <a:extLst>
                  <a:ext uri="{FF2B5EF4-FFF2-40B4-BE49-F238E27FC236}">
                    <a16:creationId xmlns:a16="http://schemas.microsoft.com/office/drawing/2014/main" id="{F25397EA-CFF0-44DF-8C87-940E502FA35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-278727" y="1479873"/>
                <a:ext cx="1447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669893B4-F702-4155-BD03-AA7A9C152698}"/>
                  </a:ext>
                </a:extLst>
              </p14:cNvPr>
              <p14:cNvContentPartPr/>
              <p14:nvPr/>
            </p14:nvContentPartPr>
            <p14:xfrm>
              <a:off x="-719727" y="874353"/>
              <a:ext cx="237240" cy="249480"/>
            </p14:xfrm>
          </p:contentPart>
        </mc:Choice>
        <mc:Fallback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669893B4-F702-4155-BD03-AA7A9C15269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-728367" y="865353"/>
                <a:ext cx="2548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03" name="墨迹 202">
                <a:extLst>
                  <a:ext uri="{FF2B5EF4-FFF2-40B4-BE49-F238E27FC236}">
                    <a16:creationId xmlns:a16="http://schemas.microsoft.com/office/drawing/2014/main" id="{DEA14685-0416-4AED-87DE-BD55DA07ECF0}"/>
                  </a:ext>
                </a:extLst>
              </p14:cNvPr>
              <p14:cNvContentPartPr/>
              <p14:nvPr/>
            </p14:nvContentPartPr>
            <p14:xfrm>
              <a:off x="-440367" y="722433"/>
              <a:ext cx="223560" cy="211320"/>
            </p14:xfrm>
          </p:contentPart>
        </mc:Choice>
        <mc:Fallback>
          <p:pic>
            <p:nvPicPr>
              <p:cNvPr id="203" name="墨迹 202">
                <a:extLst>
                  <a:ext uri="{FF2B5EF4-FFF2-40B4-BE49-F238E27FC236}">
                    <a16:creationId xmlns:a16="http://schemas.microsoft.com/office/drawing/2014/main" id="{DEA14685-0416-4AED-87DE-BD55DA07ECF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-449007" y="713433"/>
                <a:ext cx="2412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2B0CC7D7-6773-4818-B981-E7C3BF7DF742}"/>
                  </a:ext>
                </a:extLst>
              </p14:cNvPr>
              <p14:cNvContentPartPr/>
              <p14:nvPr/>
            </p14:nvContentPartPr>
            <p14:xfrm>
              <a:off x="-366927" y="764913"/>
              <a:ext cx="108360" cy="462600"/>
            </p14:xfrm>
          </p:contentPart>
        </mc:Choice>
        <mc:Fallback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2B0CC7D7-6773-4818-B981-E7C3BF7DF74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-375567" y="755913"/>
                <a:ext cx="126000" cy="48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63" name="墨迹 262">
                <a:extLst>
                  <a:ext uri="{FF2B5EF4-FFF2-40B4-BE49-F238E27FC236}">
                    <a16:creationId xmlns:a16="http://schemas.microsoft.com/office/drawing/2014/main" id="{E7356833-E171-4454-A05C-87C1F98D59D8}"/>
                  </a:ext>
                </a:extLst>
              </p14:cNvPr>
              <p14:cNvContentPartPr/>
              <p14:nvPr/>
            </p14:nvContentPartPr>
            <p14:xfrm>
              <a:off x="-974607" y="4293395"/>
              <a:ext cx="240120" cy="72000"/>
            </p14:xfrm>
          </p:contentPart>
        </mc:Choice>
        <mc:Fallback>
          <p:pic>
            <p:nvPicPr>
              <p:cNvPr id="263" name="墨迹 262">
                <a:extLst>
                  <a:ext uri="{FF2B5EF4-FFF2-40B4-BE49-F238E27FC236}">
                    <a16:creationId xmlns:a16="http://schemas.microsoft.com/office/drawing/2014/main" id="{E7356833-E171-4454-A05C-87C1F98D59D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-983247" y="4284395"/>
                <a:ext cx="2577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64" name="墨迹 263">
                <a:extLst>
                  <a:ext uri="{FF2B5EF4-FFF2-40B4-BE49-F238E27FC236}">
                    <a16:creationId xmlns:a16="http://schemas.microsoft.com/office/drawing/2014/main" id="{4DEF43C9-8CE9-4FFC-9870-62457DF30BFE}"/>
                  </a:ext>
                </a:extLst>
              </p14:cNvPr>
              <p14:cNvContentPartPr/>
              <p14:nvPr/>
            </p14:nvContentPartPr>
            <p14:xfrm>
              <a:off x="-733869" y="4102235"/>
              <a:ext cx="52560" cy="362520"/>
            </p14:xfrm>
          </p:contentPart>
        </mc:Choice>
        <mc:Fallback>
          <p:pic>
            <p:nvPicPr>
              <p:cNvPr id="264" name="墨迹 263">
                <a:extLst>
                  <a:ext uri="{FF2B5EF4-FFF2-40B4-BE49-F238E27FC236}">
                    <a16:creationId xmlns:a16="http://schemas.microsoft.com/office/drawing/2014/main" id="{4DEF43C9-8CE9-4FFC-9870-62457DF30BF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-742869" y="4093595"/>
                <a:ext cx="7020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71" name="墨迹 270">
                <a:extLst>
                  <a:ext uri="{FF2B5EF4-FFF2-40B4-BE49-F238E27FC236}">
                    <a16:creationId xmlns:a16="http://schemas.microsoft.com/office/drawing/2014/main" id="{010DCE93-6419-4D8D-BB6B-1CE9BF8CAA19}"/>
                  </a:ext>
                </a:extLst>
              </p14:cNvPr>
              <p14:cNvContentPartPr/>
              <p14:nvPr/>
            </p14:nvContentPartPr>
            <p14:xfrm>
              <a:off x="-1070109" y="3431195"/>
              <a:ext cx="248760" cy="61560"/>
            </p14:xfrm>
          </p:contentPart>
        </mc:Choice>
        <mc:Fallback>
          <p:pic>
            <p:nvPicPr>
              <p:cNvPr id="271" name="墨迹 270">
                <a:extLst>
                  <a:ext uri="{FF2B5EF4-FFF2-40B4-BE49-F238E27FC236}">
                    <a16:creationId xmlns:a16="http://schemas.microsoft.com/office/drawing/2014/main" id="{010DCE93-6419-4D8D-BB6B-1CE9BF8CAA1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-1078749" y="3422195"/>
                <a:ext cx="2664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72" name="墨迹 271">
                <a:extLst>
                  <a:ext uri="{FF2B5EF4-FFF2-40B4-BE49-F238E27FC236}">
                    <a16:creationId xmlns:a16="http://schemas.microsoft.com/office/drawing/2014/main" id="{1D1F1DF7-FDB1-4DF4-80F8-9C895BECB5DF}"/>
                  </a:ext>
                </a:extLst>
              </p14:cNvPr>
              <p14:cNvContentPartPr/>
              <p14:nvPr/>
            </p14:nvContentPartPr>
            <p14:xfrm>
              <a:off x="-818203" y="3291875"/>
              <a:ext cx="169560" cy="339120"/>
            </p14:xfrm>
          </p:contentPart>
        </mc:Choice>
        <mc:Fallback>
          <p:pic>
            <p:nvPicPr>
              <p:cNvPr id="272" name="墨迹 271">
                <a:extLst>
                  <a:ext uri="{FF2B5EF4-FFF2-40B4-BE49-F238E27FC236}">
                    <a16:creationId xmlns:a16="http://schemas.microsoft.com/office/drawing/2014/main" id="{1D1F1DF7-FDB1-4DF4-80F8-9C895BECB5D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-826843" y="3283235"/>
                <a:ext cx="18720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76" name="墨迹 275">
                <a:extLst>
                  <a:ext uri="{FF2B5EF4-FFF2-40B4-BE49-F238E27FC236}">
                    <a16:creationId xmlns:a16="http://schemas.microsoft.com/office/drawing/2014/main" id="{6AE9FE5F-4265-4263-82F1-596E86A352E4}"/>
                  </a:ext>
                </a:extLst>
              </p14:cNvPr>
              <p14:cNvContentPartPr/>
              <p14:nvPr/>
            </p14:nvContentPartPr>
            <p14:xfrm>
              <a:off x="-231207" y="-34647"/>
              <a:ext cx="4924440" cy="4486082"/>
            </p14:xfrm>
          </p:contentPart>
        </mc:Choice>
        <mc:Fallback>
          <p:pic>
            <p:nvPicPr>
              <p:cNvPr id="276" name="墨迹 275">
                <a:extLst>
                  <a:ext uri="{FF2B5EF4-FFF2-40B4-BE49-F238E27FC236}">
                    <a16:creationId xmlns:a16="http://schemas.microsoft.com/office/drawing/2014/main" id="{6AE9FE5F-4265-4263-82F1-596E86A352E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-248847" y="-52647"/>
                <a:ext cx="4960080" cy="4512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84" name="墨迹 283">
                <a:extLst>
                  <a:ext uri="{FF2B5EF4-FFF2-40B4-BE49-F238E27FC236}">
                    <a16:creationId xmlns:a16="http://schemas.microsoft.com/office/drawing/2014/main" id="{931B380D-B5A1-4507-A105-73C7C557CBCF}"/>
                  </a:ext>
                </a:extLst>
              </p14:cNvPr>
              <p14:cNvContentPartPr/>
              <p14:nvPr/>
            </p14:nvContentPartPr>
            <p14:xfrm>
              <a:off x="-898647" y="4836635"/>
              <a:ext cx="2358360" cy="2003040"/>
            </p14:xfrm>
          </p:contentPart>
        </mc:Choice>
        <mc:Fallback>
          <p:pic>
            <p:nvPicPr>
              <p:cNvPr id="284" name="墨迹 283">
                <a:extLst>
                  <a:ext uri="{FF2B5EF4-FFF2-40B4-BE49-F238E27FC236}">
                    <a16:creationId xmlns:a16="http://schemas.microsoft.com/office/drawing/2014/main" id="{931B380D-B5A1-4507-A105-73C7C557CBC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-907647" y="4827635"/>
                <a:ext cx="2376000" cy="20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03" name="墨迹 302">
                <a:extLst>
                  <a:ext uri="{FF2B5EF4-FFF2-40B4-BE49-F238E27FC236}">
                    <a16:creationId xmlns:a16="http://schemas.microsoft.com/office/drawing/2014/main" id="{8D8967D6-6A70-4DA5-A4A6-AA2EAC761924}"/>
                  </a:ext>
                </a:extLst>
              </p14:cNvPr>
              <p14:cNvContentPartPr/>
              <p14:nvPr/>
            </p14:nvContentPartPr>
            <p14:xfrm>
              <a:off x="5926397" y="6503435"/>
              <a:ext cx="360" cy="360"/>
            </p14:xfrm>
          </p:contentPart>
        </mc:Choice>
        <mc:Fallback>
          <p:pic>
            <p:nvPicPr>
              <p:cNvPr id="303" name="墨迹 302">
                <a:extLst>
                  <a:ext uri="{FF2B5EF4-FFF2-40B4-BE49-F238E27FC236}">
                    <a16:creationId xmlns:a16="http://schemas.microsoft.com/office/drawing/2014/main" id="{8D8967D6-6A70-4DA5-A4A6-AA2EAC76192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08397" y="648543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09" name="墨迹 308">
                <a:extLst>
                  <a:ext uri="{FF2B5EF4-FFF2-40B4-BE49-F238E27FC236}">
                    <a16:creationId xmlns:a16="http://schemas.microsoft.com/office/drawing/2014/main" id="{15D2F754-9844-4F81-A395-29523E5BB96E}"/>
                  </a:ext>
                </a:extLst>
              </p14:cNvPr>
              <p14:cNvContentPartPr/>
              <p14:nvPr/>
            </p14:nvContentPartPr>
            <p14:xfrm>
              <a:off x="2885837" y="5756075"/>
              <a:ext cx="2908440" cy="1050120"/>
            </p14:xfrm>
          </p:contentPart>
        </mc:Choice>
        <mc:Fallback>
          <p:pic>
            <p:nvPicPr>
              <p:cNvPr id="309" name="墨迹 308">
                <a:extLst>
                  <a:ext uri="{FF2B5EF4-FFF2-40B4-BE49-F238E27FC236}">
                    <a16:creationId xmlns:a16="http://schemas.microsoft.com/office/drawing/2014/main" id="{15D2F754-9844-4F81-A395-29523E5BB96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868195" y="5738435"/>
                <a:ext cx="2944084" cy="10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312" name="墨迹 311">
                <a:extLst>
                  <a:ext uri="{FF2B5EF4-FFF2-40B4-BE49-F238E27FC236}">
                    <a16:creationId xmlns:a16="http://schemas.microsoft.com/office/drawing/2014/main" id="{5ED4AABE-52C0-4FED-9BD8-C006D6182F65}"/>
                  </a:ext>
                </a:extLst>
              </p14:cNvPr>
              <p14:cNvContentPartPr/>
              <p14:nvPr/>
            </p14:nvContentPartPr>
            <p14:xfrm>
              <a:off x="8019797" y="5973515"/>
              <a:ext cx="20880" cy="118080"/>
            </p14:xfrm>
          </p:contentPart>
        </mc:Choice>
        <mc:Fallback>
          <p:pic>
            <p:nvPicPr>
              <p:cNvPr id="312" name="墨迹 311">
                <a:extLst>
                  <a:ext uri="{FF2B5EF4-FFF2-40B4-BE49-F238E27FC236}">
                    <a16:creationId xmlns:a16="http://schemas.microsoft.com/office/drawing/2014/main" id="{5ED4AABE-52C0-4FED-9BD8-C006D6182F6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001797" y="5955875"/>
                <a:ext cx="565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320" name="墨迹 319">
                <a:extLst>
                  <a:ext uri="{FF2B5EF4-FFF2-40B4-BE49-F238E27FC236}">
                    <a16:creationId xmlns:a16="http://schemas.microsoft.com/office/drawing/2014/main" id="{1B5B86B7-8B77-45E1-9A1A-6855F11E0B90}"/>
                  </a:ext>
                </a:extLst>
              </p14:cNvPr>
              <p14:cNvContentPartPr/>
              <p14:nvPr/>
            </p14:nvContentPartPr>
            <p14:xfrm>
              <a:off x="7664837" y="6218675"/>
              <a:ext cx="1083600" cy="566280"/>
            </p14:xfrm>
          </p:contentPart>
        </mc:Choice>
        <mc:Fallback>
          <p:pic>
            <p:nvPicPr>
              <p:cNvPr id="320" name="墨迹 319">
                <a:extLst>
                  <a:ext uri="{FF2B5EF4-FFF2-40B4-BE49-F238E27FC236}">
                    <a16:creationId xmlns:a16="http://schemas.microsoft.com/office/drawing/2014/main" id="{1B5B86B7-8B77-45E1-9A1A-6855F11E0B9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646843" y="6201035"/>
                <a:ext cx="1119228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21" name="墨迹 320">
                <a:extLst>
                  <a:ext uri="{FF2B5EF4-FFF2-40B4-BE49-F238E27FC236}">
                    <a16:creationId xmlns:a16="http://schemas.microsoft.com/office/drawing/2014/main" id="{AACDD1EB-D8C0-45A1-B17D-0A0C57F2B60A}"/>
                  </a:ext>
                </a:extLst>
              </p14:cNvPr>
              <p14:cNvContentPartPr/>
              <p14:nvPr/>
            </p14:nvContentPartPr>
            <p14:xfrm>
              <a:off x="6309437" y="6126515"/>
              <a:ext cx="1190520" cy="441360"/>
            </p14:xfrm>
          </p:contentPart>
        </mc:Choice>
        <mc:Fallback>
          <p:pic>
            <p:nvPicPr>
              <p:cNvPr id="321" name="墨迹 320">
                <a:extLst>
                  <a:ext uri="{FF2B5EF4-FFF2-40B4-BE49-F238E27FC236}">
                    <a16:creationId xmlns:a16="http://schemas.microsoft.com/office/drawing/2014/main" id="{AACDD1EB-D8C0-45A1-B17D-0A0C57F2B60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291797" y="6108515"/>
                <a:ext cx="122616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322" name="墨迹 321">
                <a:extLst>
                  <a:ext uri="{FF2B5EF4-FFF2-40B4-BE49-F238E27FC236}">
                    <a16:creationId xmlns:a16="http://schemas.microsoft.com/office/drawing/2014/main" id="{93437E5F-3658-4C99-A144-613E29011CA8}"/>
                  </a:ext>
                </a:extLst>
              </p14:cNvPr>
              <p14:cNvContentPartPr/>
              <p14:nvPr/>
            </p14:nvContentPartPr>
            <p14:xfrm>
              <a:off x="8989637" y="6292475"/>
              <a:ext cx="466560" cy="15120"/>
            </p14:xfrm>
          </p:contentPart>
        </mc:Choice>
        <mc:Fallback>
          <p:pic>
            <p:nvPicPr>
              <p:cNvPr id="322" name="墨迹 321">
                <a:extLst>
                  <a:ext uri="{FF2B5EF4-FFF2-40B4-BE49-F238E27FC236}">
                    <a16:creationId xmlns:a16="http://schemas.microsoft.com/office/drawing/2014/main" id="{93437E5F-3658-4C99-A144-613E29011CA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971637" y="6274475"/>
                <a:ext cx="5022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326" name="墨迹 325">
                <a:extLst>
                  <a:ext uri="{FF2B5EF4-FFF2-40B4-BE49-F238E27FC236}">
                    <a16:creationId xmlns:a16="http://schemas.microsoft.com/office/drawing/2014/main" id="{C3B440A0-1680-492D-ACA7-7FA17A58905E}"/>
                  </a:ext>
                </a:extLst>
              </p14:cNvPr>
              <p14:cNvContentPartPr/>
              <p14:nvPr/>
            </p14:nvContentPartPr>
            <p14:xfrm>
              <a:off x="10302557" y="5707115"/>
              <a:ext cx="295560" cy="324000"/>
            </p14:xfrm>
          </p:contentPart>
        </mc:Choice>
        <mc:Fallback>
          <p:pic>
            <p:nvPicPr>
              <p:cNvPr id="326" name="墨迹 325">
                <a:extLst>
                  <a:ext uri="{FF2B5EF4-FFF2-40B4-BE49-F238E27FC236}">
                    <a16:creationId xmlns:a16="http://schemas.microsoft.com/office/drawing/2014/main" id="{C3B440A0-1680-492D-ACA7-7FA17A58905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284917" y="5689475"/>
                <a:ext cx="33120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327" name="墨迹 326">
                <a:extLst>
                  <a:ext uri="{FF2B5EF4-FFF2-40B4-BE49-F238E27FC236}">
                    <a16:creationId xmlns:a16="http://schemas.microsoft.com/office/drawing/2014/main" id="{EB8C6A29-F8D9-4B04-A52D-3D52178F8CAD}"/>
                  </a:ext>
                </a:extLst>
              </p14:cNvPr>
              <p14:cNvContentPartPr/>
              <p14:nvPr/>
            </p14:nvContentPartPr>
            <p14:xfrm>
              <a:off x="11065397" y="5652395"/>
              <a:ext cx="347040" cy="291240"/>
            </p14:xfrm>
          </p:contentPart>
        </mc:Choice>
        <mc:Fallback>
          <p:pic>
            <p:nvPicPr>
              <p:cNvPr id="327" name="墨迹 326">
                <a:extLst>
                  <a:ext uri="{FF2B5EF4-FFF2-40B4-BE49-F238E27FC236}">
                    <a16:creationId xmlns:a16="http://schemas.microsoft.com/office/drawing/2014/main" id="{EB8C6A29-F8D9-4B04-A52D-3D52178F8CA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047757" y="5634395"/>
                <a:ext cx="38268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33" name="墨迹 332">
                <a:extLst>
                  <a:ext uri="{FF2B5EF4-FFF2-40B4-BE49-F238E27FC236}">
                    <a16:creationId xmlns:a16="http://schemas.microsoft.com/office/drawing/2014/main" id="{1CE675A4-3502-4CB4-B88C-1E129677443B}"/>
                  </a:ext>
                </a:extLst>
              </p14:cNvPr>
              <p14:cNvContentPartPr/>
              <p14:nvPr/>
            </p14:nvContentPartPr>
            <p14:xfrm>
              <a:off x="11552117" y="5394995"/>
              <a:ext cx="510840" cy="588240"/>
            </p14:xfrm>
          </p:contentPart>
        </mc:Choice>
        <mc:Fallback>
          <p:pic>
            <p:nvPicPr>
              <p:cNvPr id="333" name="墨迹 332">
                <a:extLst>
                  <a:ext uri="{FF2B5EF4-FFF2-40B4-BE49-F238E27FC236}">
                    <a16:creationId xmlns:a16="http://schemas.microsoft.com/office/drawing/2014/main" id="{1CE675A4-3502-4CB4-B88C-1E129677443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534104" y="5377355"/>
                <a:ext cx="546505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334" name="墨迹 333">
                <a:extLst>
                  <a:ext uri="{FF2B5EF4-FFF2-40B4-BE49-F238E27FC236}">
                    <a16:creationId xmlns:a16="http://schemas.microsoft.com/office/drawing/2014/main" id="{A55ABF28-2218-4F4E-8A7B-6C7601995978}"/>
                  </a:ext>
                </a:extLst>
              </p14:cNvPr>
              <p14:cNvContentPartPr/>
              <p14:nvPr/>
            </p14:nvContentPartPr>
            <p14:xfrm>
              <a:off x="9615317" y="5693075"/>
              <a:ext cx="499320" cy="415080"/>
            </p14:xfrm>
          </p:contentPart>
        </mc:Choice>
        <mc:Fallback>
          <p:pic>
            <p:nvPicPr>
              <p:cNvPr id="334" name="墨迹 333">
                <a:extLst>
                  <a:ext uri="{FF2B5EF4-FFF2-40B4-BE49-F238E27FC236}">
                    <a16:creationId xmlns:a16="http://schemas.microsoft.com/office/drawing/2014/main" id="{A55ABF28-2218-4F4E-8A7B-6C760199597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597317" y="5675075"/>
                <a:ext cx="53496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345" name="墨迹 344">
                <a:extLst>
                  <a:ext uri="{FF2B5EF4-FFF2-40B4-BE49-F238E27FC236}">
                    <a16:creationId xmlns:a16="http://schemas.microsoft.com/office/drawing/2014/main" id="{1A157D5A-74EC-41E7-B70B-D46461C5444D}"/>
                  </a:ext>
                </a:extLst>
              </p14:cNvPr>
              <p14:cNvContentPartPr/>
              <p14:nvPr/>
            </p14:nvContentPartPr>
            <p14:xfrm>
              <a:off x="10331717" y="6404795"/>
              <a:ext cx="478440" cy="285840"/>
            </p14:xfrm>
          </p:contentPart>
        </mc:Choice>
        <mc:Fallback>
          <p:pic>
            <p:nvPicPr>
              <p:cNvPr id="345" name="墨迹 344">
                <a:extLst>
                  <a:ext uri="{FF2B5EF4-FFF2-40B4-BE49-F238E27FC236}">
                    <a16:creationId xmlns:a16="http://schemas.microsoft.com/office/drawing/2014/main" id="{1A157D5A-74EC-41E7-B70B-D46461C5444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313731" y="6386818"/>
                <a:ext cx="514053" cy="3214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346" name="墨迹 345">
                <a:extLst>
                  <a:ext uri="{FF2B5EF4-FFF2-40B4-BE49-F238E27FC236}">
                    <a16:creationId xmlns:a16="http://schemas.microsoft.com/office/drawing/2014/main" id="{664E45F0-3E17-4DF3-8DB8-2B81DEEB9563}"/>
                  </a:ext>
                </a:extLst>
              </p14:cNvPr>
              <p14:cNvContentPartPr/>
              <p14:nvPr/>
            </p14:nvContentPartPr>
            <p14:xfrm>
              <a:off x="9600917" y="6345035"/>
              <a:ext cx="545400" cy="416520"/>
            </p14:xfrm>
          </p:contentPart>
        </mc:Choice>
        <mc:Fallback>
          <p:pic>
            <p:nvPicPr>
              <p:cNvPr id="346" name="墨迹 345">
                <a:extLst>
                  <a:ext uri="{FF2B5EF4-FFF2-40B4-BE49-F238E27FC236}">
                    <a16:creationId xmlns:a16="http://schemas.microsoft.com/office/drawing/2014/main" id="{664E45F0-3E17-4DF3-8DB8-2B81DEEB956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583277" y="6327051"/>
                <a:ext cx="581040" cy="4521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347" name="墨迹 346">
                <a:extLst>
                  <a:ext uri="{FF2B5EF4-FFF2-40B4-BE49-F238E27FC236}">
                    <a16:creationId xmlns:a16="http://schemas.microsoft.com/office/drawing/2014/main" id="{BBBA1658-1235-407B-A04B-16A38719D2C9}"/>
                  </a:ext>
                </a:extLst>
              </p14:cNvPr>
              <p14:cNvContentPartPr/>
              <p14:nvPr/>
            </p14:nvContentPartPr>
            <p14:xfrm>
              <a:off x="11253317" y="6379595"/>
              <a:ext cx="38160" cy="309960"/>
            </p14:xfrm>
          </p:contentPart>
        </mc:Choice>
        <mc:Fallback>
          <p:pic>
            <p:nvPicPr>
              <p:cNvPr id="347" name="墨迹 346">
                <a:extLst>
                  <a:ext uri="{FF2B5EF4-FFF2-40B4-BE49-F238E27FC236}">
                    <a16:creationId xmlns:a16="http://schemas.microsoft.com/office/drawing/2014/main" id="{BBBA1658-1235-407B-A04B-16A38719D2C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235677" y="6361955"/>
                <a:ext cx="7380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356" name="墨迹 355">
                <a:extLst>
                  <a:ext uri="{FF2B5EF4-FFF2-40B4-BE49-F238E27FC236}">
                    <a16:creationId xmlns:a16="http://schemas.microsoft.com/office/drawing/2014/main" id="{6270E9CA-73CC-47B6-88CE-1F58FD576A83}"/>
                  </a:ext>
                </a:extLst>
              </p14:cNvPr>
              <p14:cNvContentPartPr/>
              <p14:nvPr/>
            </p14:nvContentPartPr>
            <p14:xfrm>
              <a:off x="12227837" y="5585795"/>
              <a:ext cx="755640" cy="1085400"/>
            </p14:xfrm>
          </p:contentPart>
        </mc:Choice>
        <mc:Fallback>
          <p:pic>
            <p:nvPicPr>
              <p:cNvPr id="356" name="墨迹 355">
                <a:extLst>
                  <a:ext uri="{FF2B5EF4-FFF2-40B4-BE49-F238E27FC236}">
                    <a16:creationId xmlns:a16="http://schemas.microsoft.com/office/drawing/2014/main" id="{6270E9CA-73CC-47B6-88CE-1F58FD576A8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2210197" y="5568155"/>
                <a:ext cx="791280" cy="11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357" name="墨迹 356">
                <a:extLst>
                  <a:ext uri="{FF2B5EF4-FFF2-40B4-BE49-F238E27FC236}">
                    <a16:creationId xmlns:a16="http://schemas.microsoft.com/office/drawing/2014/main" id="{7A51A36D-FC72-4F28-AC26-8467817A8AB0}"/>
                  </a:ext>
                </a:extLst>
              </p14:cNvPr>
              <p14:cNvContentPartPr/>
              <p14:nvPr/>
            </p14:nvContentPartPr>
            <p14:xfrm>
              <a:off x="11569397" y="6302195"/>
              <a:ext cx="446760" cy="476640"/>
            </p14:xfrm>
          </p:contentPart>
        </mc:Choice>
        <mc:Fallback>
          <p:pic>
            <p:nvPicPr>
              <p:cNvPr id="357" name="墨迹 356">
                <a:extLst>
                  <a:ext uri="{FF2B5EF4-FFF2-40B4-BE49-F238E27FC236}">
                    <a16:creationId xmlns:a16="http://schemas.microsoft.com/office/drawing/2014/main" id="{7A51A36D-FC72-4F28-AC26-8467817A8AB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551757" y="6284542"/>
                <a:ext cx="482400" cy="512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64" name="墨迹 363">
                <a:extLst>
                  <a:ext uri="{FF2B5EF4-FFF2-40B4-BE49-F238E27FC236}">
                    <a16:creationId xmlns:a16="http://schemas.microsoft.com/office/drawing/2014/main" id="{5A830D07-6D0D-4053-B74A-857B6F1DCDC2}"/>
                  </a:ext>
                </a:extLst>
              </p14:cNvPr>
              <p14:cNvContentPartPr/>
              <p14:nvPr/>
            </p14:nvContentPartPr>
            <p14:xfrm>
              <a:off x="10273397" y="4462955"/>
              <a:ext cx="210960" cy="215640"/>
            </p14:xfrm>
          </p:contentPart>
        </mc:Choice>
        <mc:Fallback>
          <p:pic>
            <p:nvPicPr>
              <p:cNvPr id="364" name="墨迹 363">
                <a:extLst>
                  <a:ext uri="{FF2B5EF4-FFF2-40B4-BE49-F238E27FC236}">
                    <a16:creationId xmlns:a16="http://schemas.microsoft.com/office/drawing/2014/main" id="{5A830D07-6D0D-4053-B74A-857B6F1DCDC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264397" y="4454315"/>
                <a:ext cx="2286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365" name="墨迹 364">
                <a:extLst>
                  <a:ext uri="{FF2B5EF4-FFF2-40B4-BE49-F238E27FC236}">
                    <a16:creationId xmlns:a16="http://schemas.microsoft.com/office/drawing/2014/main" id="{92C76C5D-4C22-43C6-8620-880A24F0AA28}"/>
                  </a:ext>
                </a:extLst>
              </p14:cNvPr>
              <p14:cNvContentPartPr/>
              <p14:nvPr/>
            </p14:nvContentPartPr>
            <p14:xfrm>
              <a:off x="9807197" y="4480235"/>
              <a:ext cx="315000" cy="190440"/>
            </p14:xfrm>
          </p:contentPart>
        </mc:Choice>
        <mc:Fallback>
          <p:pic>
            <p:nvPicPr>
              <p:cNvPr id="365" name="墨迹 364">
                <a:extLst>
                  <a:ext uri="{FF2B5EF4-FFF2-40B4-BE49-F238E27FC236}">
                    <a16:creationId xmlns:a16="http://schemas.microsoft.com/office/drawing/2014/main" id="{92C76C5D-4C22-43C6-8620-880A24F0AA2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798207" y="4471252"/>
                <a:ext cx="332620" cy="208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366" name="墨迹 365">
                <a:extLst>
                  <a:ext uri="{FF2B5EF4-FFF2-40B4-BE49-F238E27FC236}">
                    <a16:creationId xmlns:a16="http://schemas.microsoft.com/office/drawing/2014/main" id="{8413B626-2F38-4DBB-BAD4-057132564D63}"/>
                  </a:ext>
                </a:extLst>
              </p14:cNvPr>
              <p14:cNvContentPartPr/>
              <p14:nvPr/>
            </p14:nvContentPartPr>
            <p14:xfrm>
              <a:off x="7325913" y="3111393"/>
              <a:ext cx="2216880" cy="1711562"/>
            </p14:xfrm>
          </p:contentPart>
        </mc:Choice>
        <mc:Fallback>
          <p:pic>
            <p:nvPicPr>
              <p:cNvPr id="366" name="墨迹 365">
                <a:extLst>
                  <a:ext uri="{FF2B5EF4-FFF2-40B4-BE49-F238E27FC236}">
                    <a16:creationId xmlns:a16="http://schemas.microsoft.com/office/drawing/2014/main" id="{8413B626-2F38-4DBB-BAD4-057132564D6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317273" y="3102392"/>
                <a:ext cx="2234520" cy="17292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367" name="墨迹 366">
                <a:extLst>
                  <a:ext uri="{FF2B5EF4-FFF2-40B4-BE49-F238E27FC236}">
                    <a16:creationId xmlns:a16="http://schemas.microsoft.com/office/drawing/2014/main" id="{BD629976-35E1-4F5B-A620-61C304D4F976}"/>
                  </a:ext>
                </a:extLst>
              </p14:cNvPr>
              <p14:cNvContentPartPr/>
              <p14:nvPr/>
            </p14:nvContentPartPr>
            <p14:xfrm>
              <a:off x="11843717" y="4404635"/>
              <a:ext cx="41040" cy="289800"/>
            </p14:xfrm>
          </p:contentPart>
        </mc:Choice>
        <mc:Fallback>
          <p:pic>
            <p:nvPicPr>
              <p:cNvPr id="367" name="墨迹 366">
                <a:extLst>
                  <a:ext uri="{FF2B5EF4-FFF2-40B4-BE49-F238E27FC236}">
                    <a16:creationId xmlns:a16="http://schemas.microsoft.com/office/drawing/2014/main" id="{BD629976-35E1-4F5B-A620-61C304D4F97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835077" y="4395995"/>
                <a:ext cx="5868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70" name="墨迹 369">
                <a:extLst>
                  <a:ext uri="{FF2B5EF4-FFF2-40B4-BE49-F238E27FC236}">
                    <a16:creationId xmlns:a16="http://schemas.microsoft.com/office/drawing/2014/main" id="{74272F52-D733-479D-8121-B1DDA5701D44}"/>
                  </a:ext>
                </a:extLst>
              </p14:cNvPr>
              <p14:cNvContentPartPr/>
              <p14:nvPr/>
            </p14:nvContentPartPr>
            <p14:xfrm>
              <a:off x="9033557" y="5164595"/>
              <a:ext cx="207000" cy="265320"/>
            </p14:xfrm>
          </p:contentPart>
        </mc:Choice>
        <mc:Fallback>
          <p:pic>
            <p:nvPicPr>
              <p:cNvPr id="370" name="墨迹 369">
                <a:extLst>
                  <a:ext uri="{FF2B5EF4-FFF2-40B4-BE49-F238E27FC236}">
                    <a16:creationId xmlns:a16="http://schemas.microsoft.com/office/drawing/2014/main" id="{74272F52-D733-479D-8121-B1DDA5701D4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024917" y="5155595"/>
                <a:ext cx="2246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371" name="墨迹 370">
                <a:extLst>
                  <a:ext uri="{FF2B5EF4-FFF2-40B4-BE49-F238E27FC236}">
                    <a16:creationId xmlns:a16="http://schemas.microsoft.com/office/drawing/2014/main" id="{55449F3B-3D85-4BCB-B383-FB3FA9F09956}"/>
                  </a:ext>
                </a:extLst>
              </p14:cNvPr>
              <p14:cNvContentPartPr/>
              <p14:nvPr/>
            </p14:nvContentPartPr>
            <p14:xfrm>
              <a:off x="8587157" y="5146235"/>
              <a:ext cx="342000" cy="281520"/>
            </p14:xfrm>
          </p:contentPart>
        </mc:Choice>
        <mc:Fallback>
          <p:pic>
            <p:nvPicPr>
              <p:cNvPr id="371" name="墨迹 370">
                <a:extLst>
                  <a:ext uri="{FF2B5EF4-FFF2-40B4-BE49-F238E27FC236}">
                    <a16:creationId xmlns:a16="http://schemas.microsoft.com/office/drawing/2014/main" id="{55449F3B-3D85-4BCB-B383-FB3FA9F0995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578157" y="5137235"/>
                <a:ext cx="3596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372" name="墨迹 371">
                <a:extLst>
                  <a:ext uri="{FF2B5EF4-FFF2-40B4-BE49-F238E27FC236}">
                    <a16:creationId xmlns:a16="http://schemas.microsoft.com/office/drawing/2014/main" id="{D586E12D-F05E-4478-B492-3C4CBD1645AB}"/>
                  </a:ext>
                </a:extLst>
              </p14:cNvPr>
              <p14:cNvContentPartPr/>
              <p14:nvPr/>
            </p14:nvContentPartPr>
            <p14:xfrm>
              <a:off x="9653117" y="5217155"/>
              <a:ext cx="1080" cy="75600"/>
            </p14:xfrm>
          </p:contentPart>
        </mc:Choice>
        <mc:Fallback>
          <p:pic>
            <p:nvPicPr>
              <p:cNvPr id="372" name="墨迹 371">
                <a:extLst>
                  <a:ext uri="{FF2B5EF4-FFF2-40B4-BE49-F238E27FC236}">
                    <a16:creationId xmlns:a16="http://schemas.microsoft.com/office/drawing/2014/main" id="{D586E12D-F05E-4478-B492-3C4CBD1645AB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644477" y="5208515"/>
                <a:ext cx="187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373" name="墨迹 372">
                <a:extLst>
                  <a:ext uri="{FF2B5EF4-FFF2-40B4-BE49-F238E27FC236}">
                    <a16:creationId xmlns:a16="http://schemas.microsoft.com/office/drawing/2014/main" id="{B8A100D7-C8F2-4211-89A1-D2EA04B3EFAA}"/>
                  </a:ext>
                </a:extLst>
              </p14:cNvPr>
              <p14:cNvContentPartPr/>
              <p14:nvPr/>
            </p14:nvContentPartPr>
            <p14:xfrm>
              <a:off x="9594077" y="5432435"/>
              <a:ext cx="72000" cy="85680"/>
            </p14:xfrm>
          </p:contentPart>
        </mc:Choice>
        <mc:Fallback>
          <p:pic>
            <p:nvPicPr>
              <p:cNvPr id="373" name="墨迹 372">
                <a:extLst>
                  <a:ext uri="{FF2B5EF4-FFF2-40B4-BE49-F238E27FC236}">
                    <a16:creationId xmlns:a16="http://schemas.microsoft.com/office/drawing/2014/main" id="{B8A100D7-C8F2-4211-89A1-D2EA04B3EFA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585077" y="5423435"/>
                <a:ext cx="896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374" name="墨迹 373">
                <a:extLst>
                  <a:ext uri="{FF2B5EF4-FFF2-40B4-BE49-F238E27FC236}">
                    <a16:creationId xmlns:a16="http://schemas.microsoft.com/office/drawing/2014/main" id="{FC1EFB85-B776-482B-BB39-1D42F631A96A}"/>
                  </a:ext>
                </a:extLst>
              </p14:cNvPr>
              <p14:cNvContentPartPr/>
              <p14:nvPr/>
            </p14:nvContentPartPr>
            <p14:xfrm>
              <a:off x="9900077" y="5203835"/>
              <a:ext cx="160200" cy="153360"/>
            </p14:xfrm>
          </p:contentPart>
        </mc:Choice>
        <mc:Fallback>
          <p:pic>
            <p:nvPicPr>
              <p:cNvPr id="374" name="墨迹 373">
                <a:extLst>
                  <a:ext uri="{FF2B5EF4-FFF2-40B4-BE49-F238E27FC236}">
                    <a16:creationId xmlns:a16="http://schemas.microsoft.com/office/drawing/2014/main" id="{FC1EFB85-B776-482B-BB39-1D42F631A96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891437" y="5194835"/>
                <a:ext cx="1778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375" name="墨迹 374">
                <a:extLst>
                  <a:ext uri="{FF2B5EF4-FFF2-40B4-BE49-F238E27FC236}">
                    <a16:creationId xmlns:a16="http://schemas.microsoft.com/office/drawing/2014/main" id="{700A7079-64F4-4B75-B393-7E37F2523FD2}"/>
                  </a:ext>
                </a:extLst>
              </p14:cNvPr>
              <p14:cNvContentPartPr/>
              <p14:nvPr/>
            </p14:nvContentPartPr>
            <p14:xfrm>
              <a:off x="10193837" y="5198075"/>
              <a:ext cx="93600" cy="159480"/>
            </p14:xfrm>
          </p:contentPart>
        </mc:Choice>
        <mc:Fallback>
          <p:pic>
            <p:nvPicPr>
              <p:cNvPr id="375" name="墨迹 374">
                <a:extLst>
                  <a:ext uri="{FF2B5EF4-FFF2-40B4-BE49-F238E27FC236}">
                    <a16:creationId xmlns:a16="http://schemas.microsoft.com/office/drawing/2014/main" id="{700A7079-64F4-4B75-B393-7E37F2523FD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184837" y="5189075"/>
                <a:ext cx="1112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376" name="墨迹 375">
                <a:extLst>
                  <a:ext uri="{FF2B5EF4-FFF2-40B4-BE49-F238E27FC236}">
                    <a16:creationId xmlns:a16="http://schemas.microsoft.com/office/drawing/2014/main" id="{5D3843E4-44F4-4FD8-A0AE-25464A723FD4}"/>
                  </a:ext>
                </a:extLst>
              </p14:cNvPr>
              <p14:cNvContentPartPr/>
              <p14:nvPr/>
            </p14:nvContentPartPr>
            <p14:xfrm>
              <a:off x="10397957" y="5203115"/>
              <a:ext cx="122760" cy="159480"/>
            </p14:xfrm>
          </p:contentPart>
        </mc:Choice>
        <mc:Fallback>
          <p:pic>
            <p:nvPicPr>
              <p:cNvPr id="376" name="墨迹 375">
                <a:extLst>
                  <a:ext uri="{FF2B5EF4-FFF2-40B4-BE49-F238E27FC236}">
                    <a16:creationId xmlns:a16="http://schemas.microsoft.com/office/drawing/2014/main" id="{5D3843E4-44F4-4FD8-A0AE-25464A723FD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389317" y="5194115"/>
                <a:ext cx="1404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377" name="墨迹 376">
                <a:extLst>
                  <a:ext uri="{FF2B5EF4-FFF2-40B4-BE49-F238E27FC236}">
                    <a16:creationId xmlns:a16="http://schemas.microsoft.com/office/drawing/2014/main" id="{8C785FE4-5307-4668-B76E-9B31DE9A1E7A}"/>
                  </a:ext>
                </a:extLst>
              </p14:cNvPr>
              <p14:cNvContentPartPr/>
              <p14:nvPr/>
            </p14:nvContentPartPr>
            <p14:xfrm>
              <a:off x="11804117" y="4981355"/>
              <a:ext cx="65160" cy="288720"/>
            </p14:xfrm>
          </p:contentPart>
        </mc:Choice>
        <mc:Fallback>
          <p:pic>
            <p:nvPicPr>
              <p:cNvPr id="377" name="墨迹 376">
                <a:extLst>
                  <a:ext uri="{FF2B5EF4-FFF2-40B4-BE49-F238E27FC236}">
                    <a16:creationId xmlns:a16="http://schemas.microsoft.com/office/drawing/2014/main" id="{8C785FE4-5307-4668-B76E-9B31DE9A1E7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795477" y="4972715"/>
                <a:ext cx="82800" cy="30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3983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91F18A3B-A4E7-4546-927E-9BD7749C9C87}"/>
                  </a:ext>
                </a:extLst>
              </p14:cNvPr>
              <p14:cNvContentPartPr/>
              <p14:nvPr/>
            </p14:nvContentPartPr>
            <p14:xfrm>
              <a:off x="1538913" y="616593"/>
              <a:ext cx="103680" cy="75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91F18A3B-A4E7-4546-927E-9BD7749C9C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9913" y="607593"/>
                <a:ext cx="1213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22C1ED4E-0C3F-47CB-B8EB-689AFE436FED}"/>
                  </a:ext>
                </a:extLst>
              </p14:cNvPr>
              <p14:cNvContentPartPr/>
              <p14:nvPr/>
            </p14:nvContentPartPr>
            <p14:xfrm>
              <a:off x="1533873" y="744393"/>
              <a:ext cx="132840" cy="18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22C1ED4E-0C3F-47CB-B8EB-689AFE436F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5233" y="735393"/>
                <a:ext cx="1504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880F264-D252-4661-9EFB-157FFAD6A946}"/>
                  </a:ext>
                </a:extLst>
              </p14:cNvPr>
              <p14:cNvContentPartPr/>
              <p14:nvPr/>
            </p14:nvContentPartPr>
            <p14:xfrm>
              <a:off x="823233" y="560793"/>
              <a:ext cx="509760" cy="3942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880F264-D252-4661-9EFB-157FFAD6A9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4239" y="552153"/>
                <a:ext cx="527388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F51D8F1A-6769-4493-87E0-10DA5C30D4C1}"/>
                  </a:ext>
                </a:extLst>
              </p14:cNvPr>
              <p14:cNvContentPartPr/>
              <p14:nvPr/>
            </p14:nvContentPartPr>
            <p14:xfrm>
              <a:off x="4427553" y="465393"/>
              <a:ext cx="492120" cy="67140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F51D8F1A-6769-4493-87E0-10DA5C30D4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18913" y="456393"/>
                <a:ext cx="509760" cy="68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1899A513-0B49-42BF-B30E-3517CFC57597}"/>
                  </a:ext>
                </a:extLst>
              </p14:cNvPr>
              <p14:cNvContentPartPr/>
              <p14:nvPr/>
            </p14:nvContentPartPr>
            <p14:xfrm>
              <a:off x="5056473" y="618753"/>
              <a:ext cx="58680" cy="1260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1899A513-0B49-42BF-B30E-3517CFC5759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47833" y="609753"/>
                <a:ext cx="763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D365A860-1639-4088-A282-9E0DF7C1FACD}"/>
                  </a:ext>
                </a:extLst>
              </p14:cNvPr>
              <p14:cNvContentPartPr/>
              <p14:nvPr/>
            </p14:nvContentPartPr>
            <p14:xfrm>
              <a:off x="5040633" y="744393"/>
              <a:ext cx="136800" cy="2016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D365A860-1639-4088-A282-9E0DF7C1FAC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31993" y="735393"/>
                <a:ext cx="1544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5A8866BD-8B64-4C89-939F-B374FA0E32B1}"/>
                  </a:ext>
                </a:extLst>
              </p14:cNvPr>
              <p14:cNvContentPartPr/>
              <p14:nvPr/>
            </p14:nvContentPartPr>
            <p14:xfrm>
              <a:off x="5386233" y="673833"/>
              <a:ext cx="177120" cy="1512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5A8866BD-8B64-4C89-939F-B374FA0E32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77593" y="665193"/>
                <a:ext cx="1947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5EC2E154-340D-4BF0-B2B7-39F88A7C71FC}"/>
                  </a:ext>
                </a:extLst>
              </p14:cNvPr>
              <p14:cNvContentPartPr/>
              <p14:nvPr/>
            </p14:nvContentPartPr>
            <p14:xfrm>
              <a:off x="5929473" y="816033"/>
              <a:ext cx="110520" cy="28872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5EC2E154-340D-4BF0-B2B7-39F88A7C71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20473" y="807033"/>
                <a:ext cx="12816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01B5F69A-C1C6-49ED-BCDF-9D63EE6066D8}"/>
                  </a:ext>
                </a:extLst>
              </p14:cNvPr>
              <p14:cNvContentPartPr/>
              <p14:nvPr/>
            </p14:nvContentPartPr>
            <p14:xfrm>
              <a:off x="6160593" y="804513"/>
              <a:ext cx="205200" cy="28656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01B5F69A-C1C6-49ED-BCDF-9D63EE6066D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51953" y="795873"/>
                <a:ext cx="2228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AFE8AEB0-CC09-4842-9126-A9F7463DA0A1}"/>
                  </a:ext>
                </a:extLst>
              </p14:cNvPr>
              <p14:cNvContentPartPr/>
              <p14:nvPr/>
            </p14:nvContentPartPr>
            <p14:xfrm>
              <a:off x="644673" y="2136873"/>
              <a:ext cx="87120" cy="30060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AFE8AEB0-CC09-4842-9126-A9F7463DA0A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6033" y="2128233"/>
                <a:ext cx="1047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53EE3C19-CF35-4652-B021-5EEFBEF21F58}"/>
                  </a:ext>
                </a:extLst>
              </p14:cNvPr>
              <p14:cNvContentPartPr/>
              <p14:nvPr/>
            </p14:nvContentPartPr>
            <p14:xfrm>
              <a:off x="-179727" y="1749153"/>
              <a:ext cx="663120" cy="87048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53EE3C19-CF35-4652-B021-5EEFBEF21F5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-188727" y="1740513"/>
                <a:ext cx="680760" cy="88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399E2316-E641-418D-8FA9-08BDB548AE35}"/>
                  </a:ext>
                </a:extLst>
              </p14:cNvPr>
              <p14:cNvContentPartPr/>
              <p14:nvPr/>
            </p14:nvContentPartPr>
            <p14:xfrm>
              <a:off x="10200153" y="321033"/>
              <a:ext cx="1768320" cy="80568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399E2316-E641-418D-8FA9-08BDB548AE3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182157" y="303033"/>
                <a:ext cx="1803953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E9D5FEAC-952F-4038-9A5E-9D3E2ADB6946}"/>
                  </a:ext>
                </a:extLst>
              </p14:cNvPr>
              <p14:cNvContentPartPr/>
              <p14:nvPr/>
            </p14:nvContentPartPr>
            <p14:xfrm>
              <a:off x="8540193" y="305553"/>
              <a:ext cx="1466640" cy="76284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E9D5FEAC-952F-4038-9A5E-9D3E2ADB694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522553" y="287553"/>
                <a:ext cx="1502280" cy="79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C3F0139A-4840-4837-95E7-DD864032B4D8}"/>
                  </a:ext>
                </a:extLst>
              </p14:cNvPr>
              <p14:cNvContentPartPr/>
              <p14:nvPr/>
            </p14:nvContentPartPr>
            <p14:xfrm>
              <a:off x="8660433" y="1257033"/>
              <a:ext cx="1094760" cy="9396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C3F0139A-4840-4837-95E7-DD864032B4D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642433" y="1239033"/>
                <a:ext cx="11304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6E6FD979-B7D6-4A70-974C-D0AF54C3325E}"/>
                  </a:ext>
                </a:extLst>
              </p14:cNvPr>
              <p14:cNvContentPartPr/>
              <p14:nvPr/>
            </p14:nvContentPartPr>
            <p14:xfrm>
              <a:off x="2173953" y="1318233"/>
              <a:ext cx="987480" cy="12888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6E6FD979-B7D6-4A70-974C-D0AF54C3325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164953" y="1309233"/>
                <a:ext cx="10051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8074DD84-F2CB-463A-9AD9-55D1077A360D}"/>
                  </a:ext>
                </a:extLst>
              </p14:cNvPr>
              <p14:cNvContentPartPr/>
              <p14:nvPr/>
            </p14:nvContentPartPr>
            <p14:xfrm>
              <a:off x="5491353" y="1285473"/>
              <a:ext cx="831240" cy="11052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8074DD84-F2CB-463A-9AD9-55D1077A360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82353" y="1276833"/>
                <a:ext cx="84888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0CBBE2F2-1F31-472D-B5F3-FFE5469FCD0C}"/>
                  </a:ext>
                </a:extLst>
              </p14:cNvPr>
              <p14:cNvContentPartPr/>
              <p14:nvPr/>
            </p14:nvContentPartPr>
            <p14:xfrm>
              <a:off x="1943553" y="2131833"/>
              <a:ext cx="45360" cy="53640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0CBBE2F2-1F31-472D-B5F3-FFE5469FCD0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34913" y="2123193"/>
                <a:ext cx="6300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E35F34D7-5A06-4730-B561-7C633D1211FB}"/>
                  </a:ext>
                </a:extLst>
              </p14:cNvPr>
              <p14:cNvContentPartPr/>
              <p14:nvPr/>
            </p14:nvContentPartPr>
            <p14:xfrm>
              <a:off x="2122113" y="2167473"/>
              <a:ext cx="458640" cy="40896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E35F34D7-5A06-4730-B561-7C633D1211F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113113" y="2158473"/>
                <a:ext cx="47628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4C8D1721-87C0-4A8D-8838-A44B6EE2C0F4}"/>
                  </a:ext>
                </a:extLst>
              </p14:cNvPr>
              <p14:cNvContentPartPr/>
              <p14:nvPr/>
            </p14:nvContentPartPr>
            <p14:xfrm>
              <a:off x="2817273" y="2327313"/>
              <a:ext cx="102240" cy="1116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4C8D1721-87C0-4A8D-8838-A44B6EE2C0F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08273" y="2318313"/>
                <a:ext cx="1198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10ABD7DD-8299-4995-9697-3298E200AACE}"/>
                  </a:ext>
                </a:extLst>
              </p14:cNvPr>
              <p14:cNvContentPartPr/>
              <p14:nvPr/>
            </p14:nvContentPartPr>
            <p14:xfrm>
              <a:off x="2805393" y="2412633"/>
              <a:ext cx="197640" cy="3384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10ABD7DD-8299-4995-9697-3298E200AAC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96393" y="2403633"/>
                <a:ext cx="2152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A59D26C4-5934-422E-A796-1EF4B4368D99}"/>
                  </a:ext>
                </a:extLst>
              </p14:cNvPr>
              <p14:cNvContentPartPr/>
              <p14:nvPr/>
            </p14:nvContentPartPr>
            <p14:xfrm>
              <a:off x="6420153" y="2219313"/>
              <a:ext cx="97560" cy="324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A59D26C4-5934-422E-A796-1EF4B4368D9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11153" y="2210313"/>
                <a:ext cx="1152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4630F334-C88E-4C42-9059-44BFA96C05A9}"/>
                  </a:ext>
                </a:extLst>
              </p14:cNvPr>
              <p14:cNvContentPartPr/>
              <p14:nvPr/>
            </p14:nvContentPartPr>
            <p14:xfrm>
              <a:off x="6414393" y="2317953"/>
              <a:ext cx="156600" cy="1188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4630F334-C88E-4C42-9059-44BFA96C05A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405753" y="2309313"/>
                <a:ext cx="1742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EC152121-48EA-4F25-BF26-E908B23F285A}"/>
                  </a:ext>
                </a:extLst>
              </p14:cNvPr>
              <p14:cNvContentPartPr/>
              <p14:nvPr/>
            </p14:nvContentPartPr>
            <p14:xfrm>
              <a:off x="5511153" y="2045433"/>
              <a:ext cx="672840" cy="549000"/>
            </p14:xfrm>
          </p:contentPart>
        </mc:Choice>
        <mc:Fallback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EC152121-48EA-4F25-BF26-E908B23F285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502513" y="2036439"/>
                <a:ext cx="690480" cy="566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8F21E113-AD54-413B-BBC6-C7EAF4498F90}"/>
                  </a:ext>
                </a:extLst>
              </p14:cNvPr>
              <p14:cNvContentPartPr/>
              <p14:nvPr/>
            </p14:nvContentPartPr>
            <p14:xfrm>
              <a:off x="4465353" y="3795393"/>
              <a:ext cx="155160" cy="1800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8F21E113-AD54-413B-BBC6-C7EAF4498F9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456713" y="3786753"/>
                <a:ext cx="1728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16DDB4C1-C285-4472-B341-6325F4C9CC61}"/>
                  </a:ext>
                </a:extLst>
              </p14:cNvPr>
              <p14:cNvContentPartPr/>
              <p14:nvPr/>
            </p14:nvContentPartPr>
            <p14:xfrm>
              <a:off x="4453833" y="3909513"/>
              <a:ext cx="203040" cy="1584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16DDB4C1-C285-4472-B341-6325F4C9CC6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444833" y="3900513"/>
                <a:ext cx="22068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489CB37E-A9B8-4360-A481-53AE8257D166}"/>
                  </a:ext>
                </a:extLst>
              </p14:cNvPr>
              <p14:cNvContentPartPr/>
              <p14:nvPr/>
            </p14:nvContentPartPr>
            <p14:xfrm>
              <a:off x="3294633" y="1985673"/>
              <a:ext cx="1073160" cy="747000"/>
            </p14:xfrm>
          </p:contentPart>
        </mc:Choice>
        <mc:Fallback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489CB37E-A9B8-4360-A481-53AE8257D16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285993" y="1976673"/>
                <a:ext cx="1090800" cy="7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29254157-B3C7-46FD-B77F-34BFECB3A24B}"/>
                  </a:ext>
                </a:extLst>
              </p14:cNvPr>
              <p14:cNvContentPartPr/>
              <p14:nvPr/>
            </p14:nvContentPartPr>
            <p14:xfrm>
              <a:off x="4857033" y="3780273"/>
              <a:ext cx="2648520" cy="586080"/>
            </p14:xfrm>
          </p:contentPart>
        </mc:Choice>
        <mc:Fallback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29254157-B3C7-46FD-B77F-34BFECB3A24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848033" y="3771273"/>
                <a:ext cx="266616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13" name="墨迹 212">
                <a:extLst>
                  <a:ext uri="{FF2B5EF4-FFF2-40B4-BE49-F238E27FC236}">
                    <a16:creationId xmlns:a16="http://schemas.microsoft.com/office/drawing/2014/main" id="{FD881AD0-C893-4FDC-8B96-496BD1485861}"/>
                  </a:ext>
                </a:extLst>
              </p14:cNvPr>
              <p14:cNvContentPartPr/>
              <p14:nvPr/>
            </p14:nvContentPartPr>
            <p14:xfrm>
              <a:off x="5701233" y="3176553"/>
              <a:ext cx="233280" cy="241200"/>
            </p14:xfrm>
          </p:contentPart>
        </mc:Choice>
        <mc:Fallback>
          <p:pic>
            <p:nvPicPr>
              <p:cNvPr id="213" name="墨迹 212">
                <a:extLst>
                  <a:ext uri="{FF2B5EF4-FFF2-40B4-BE49-F238E27FC236}">
                    <a16:creationId xmlns:a16="http://schemas.microsoft.com/office/drawing/2014/main" id="{FD881AD0-C893-4FDC-8B96-496BD148586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683233" y="3158913"/>
                <a:ext cx="26892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8BB0504D-BF70-49B3-9B65-29743C1275B3}"/>
                  </a:ext>
                </a:extLst>
              </p14:cNvPr>
              <p14:cNvContentPartPr/>
              <p14:nvPr/>
            </p14:nvContentPartPr>
            <p14:xfrm>
              <a:off x="4899513" y="3176553"/>
              <a:ext cx="631800" cy="315000"/>
            </p14:xfrm>
          </p:contentPart>
        </mc:Choice>
        <mc:Fallback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8BB0504D-BF70-49B3-9B65-29743C1275B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881863" y="3158893"/>
                <a:ext cx="667460" cy="3506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4119EAB6-270F-42F9-ABC7-B787F45EDA27}"/>
                  </a:ext>
                </a:extLst>
              </p14:cNvPr>
              <p14:cNvContentPartPr/>
              <p14:nvPr/>
            </p14:nvContentPartPr>
            <p14:xfrm>
              <a:off x="6129633" y="3407313"/>
              <a:ext cx="10440" cy="25560"/>
            </p14:xfrm>
          </p:contentPart>
        </mc:Choice>
        <mc:Fallback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4119EAB6-270F-42F9-ABC7-B787F45EDA2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11993" y="3389673"/>
                <a:ext cx="460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16" name="墨迹 215">
                <a:extLst>
                  <a:ext uri="{FF2B5EF4-FFF2-40B4-BE49-F238E27FC236}">
                    <a16:creationId xmlns:a16="http://schemas.microsoft.com/office/drawing/2014/main" id="{E7DC3D12-F6BA-4965-8419-618178B7C1BD}"/>
                  </a:ext>
                </a:extLst>
              </p14:cNvPr>
              <p14:cNvContentPartPr/>
              <p14:nvPr/>
            </p14:nvContentPartPr>
            <p14:xfrm>
              <a:off x="6610593" y="3128313"/>
              <a:ext cx="120600" cy="336960"/>
            </p14:xfrm>
          </p:contentPart>
        </mc:Choice>
        <mc:Fallback>
          <p:pic>
            <p:nvPicPr>
              <p:cNvPr id="216" name="墨迹 215">
                <a:extLst>
                  <a:ext uri="{FF2B5EF4-FFF2-40B4-BE49-F238E27FC236}">
                    <a16:creationId xmlns:a16="http://schemas.microsoft.com/office/drawing/2014/main" id="{E7DC3D12-F6BA-4965-8419-618178B7C1B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592953" y="3110313"/>
                <a:ext cx="15624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17" name="墨迹 216">
                <a:extLst>
                  <a:ext uri="{FF2B5EF4-FFF2-40B4-BE49-F238E27FC236}">
                    <a16:creationId xmlns:a16="http://schemas.microsoft.com/office/drawing/2014/main" id="{C605030F-1117-405C-8DC9-6EA22630E16F}"/>
                  </a:ext>
                </a:extLst>
              </p14:cNvPr>
              <p14:cNvContentPartPr/>
              <p14:nvPr/>
            </p14:nvContentPartPr>
            <p14:xfrm>
              <a:off x="6962673" y="3181953"/>
              <a:ext cx="279360" cy="230400"/>
            </p14:xfrm>
          </p:contentPart>
        </mc:Choice>
        <mc:Fallback>
          <p:pic>
            <p:nvPicPr>
              <p:cNvPr id="217" name="墨迹 216">
                <a:extLst>
                  <a:ext uri="{FF2B5EF4-FFF2-40B4-BE49-F238E27FC236}">
                    <a16:creationId xmlns:a16="http://schemas.microsoft.com/office/drawing/2014/main" id="{C605030F-1117-405C-8DC9-6EA22630E16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944673" y="3163953"/>
                <a:ext cx="3150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18" name="墨迹 217">
                <a:extLst>
                  <a:ext uri="{FF2B5EF4-FFF2-40B4-BE49-F238E27FC236}">
                    <a16:creationId xmlns:a16="http://schemas.microsoft.com/office/drawing/2014/main" id="{B288F337-9B03-47D5-9C0F-6BB5B555BF57}"/>
                  </a:ext>
                </a:extLst>
              </p14:cNvPr>
              <p14:cNvContentPartPr/>
              <p14:nvPr/>
            </p14:nvContentPartPr>
            <p14:xfrm>
              <a:off x="7378833" y="3116793"/>
              <a:ext cx="149400" cy="401040"/>
            </p14:xfrm>
          </p:contentPart>
        </mc:Choice>
        <mc:Fallback>
          <p:pic>
            <p:nvPicPr>
              <p:cNvPr id="218" name="墨迹 217">
                <a:extLst>
                  <a:ext uri="{FF2B5EF4-FFF2-40B4-BE49-F238E27FC236}">
                    <a16:creationId xmlns:a16="http://schemas.microsoft.com/office/drawing/2014/main" id="{B288F337-9B03-47D5-9C0F-6BB5B555BF5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360833" y="3099153"/>
                <a:ext cx="18504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19" name="墨迹 218">
                <a:extLst>
                  <a:ext uri="{FF2B5EF4-FFF2-40B4-BE49-F238E27FC236}">
                    <a16:creationId xmlns:a16="http://schemas.microsoft.com/office/drawing/2014/main" id="{6AE13007-E02A-470F-BB50-5B2F77BC0E49}"/>
                  </a:ext>
                </a:extLst>
              </p14:cNvPr>
              <p14:cNvContentPartPr/>
              <p14:nvPr/>
            </p14:nvContentPartPr>
            <p14:xfrm>
              <a:off x="7744233" y="3143793"/>
              <a:ext cx="119520" cy="345600"/>
            </p14:xfrm>
          </p:contentPart>
        </mc:Choice>
        <mc:Fallback>
          <p:pic>
            <p:nvPicPr>
              <p:cNvPr id="219" name="墨迹 218">
                <a:extLst>
                  <a:ext uri="{FF2B5EF4-FFF2-40B4-BE49-F238E27FC236}">
                    <a16:creationId xmlns:a16="http://schemas.microsoft.com/office/drawing/2014/main" id="{6AE13007-E02A-470F-BB50-5B2F77BC0E4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726233" y="3126153"/>
                <a:ext cx="15516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20" name="墨迹 219">
                <a:extLst>
                  <a:ext uri="{FF2B5EF4-FFF2-40B4-BE49-F238E27FC236}">
                    <a16:creationId xmlns:a16="http://schemas.microsoft.com/office/drawing/2014/main" id="{9A9163A3-7636-43BF-B273-3D2726F77713}"/>
                  </a:ext>
                </a:extLst>
              </p14:cNvPr>
              <p14:cNvContentPartPr/>
              <p14:nvPr/>
            </p14:nvContentPartPr>
            <p14:xfrm>
              <a:off x="8004153" y="3242793"/>
              <a:ext cx="213840" cy="180000"/>
            </p14:xfrm>
          </p:contentPart>
        </mc:Choice>
        <mc:Fallback>
          <p:pic>
            <p:nvPicPr>
              <p:cNvPr id="220" name="墨迹 219">
                <a:extLst>
                  <a:ext uri="{FF2B5EF4-FFF2-40B4-BE49-F238E27FC236}">
                    <a16:creationId xmlns:a16="http://schemas.microsoft.com/office/drawing/2014/main" id="{9A9163A3-7636-43BF-B273-3D2726F7771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986513" y="3225153"/>
                <a:ext cx="2494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21" name="墨迹 220">
                <a:extLst>
                  <a:ext uri="{FF2B5EF4-FFF2-40B4-BE49-F238E27FC236}">
                    <a16:creationId xmlns:a16="http://schemas.microsoft.com/office/drawing/2014/main" id="{7EBD5932-3741-4DB9-B6DC-4922D7E7B073}"/>
                  </a:ext>
                </a:extLst>
              </p14:cNvPr>
              <p14:cNvContentPartPr/>
              <p14:nvPr/>
            </p14:nvContentPartPr>
            <p14:xfrm>
              <a:off x="8366673" y="3108513"/>
              <a:ext cx="181080" cy="514440"/>
            </p14:xfrm>
          </p:contentPart>
        </mc:Choice>
        <mc:Fallback>
          <p:pic>
            <p:nvPicPr>
              <p:cNvPr id="221" name="墨迹 220">
                <a:extLst>
                  <a:ext uri="{FF2B5EF4-FFF2-40B4-BE49-F238E27FC236}">
                    <a16:creationId xmlns:a16="http://schemas.microsoft.com/office/drawing/2014/main" id="{7EBD5932-3741-4DB9-B6DC-4922D7E7B07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349033" y="3090513"/>
                <a:ext cx="216720" cy="55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24" name="墨迹 223">
                <a:extLst>
                  <a:ext uri="{FF2B5EF4-FFF2-40B4-BE49-F238E27FC236}">
                    <a16:creationId xmlns:a16="http://schemas.microsoft.com/office/drawing/2014/main" id="{9D049CA9-FE30-4257-944C-3D9D534256C1}"/>
                  </a:ext>
                </a:extLst>
              </p14:cNvPr>
              <p14:cNvContentPartPr/>
              <p14:nvPr/>
            </p14:nvContentPartPr>
            <p14:xfrm>
              <a:off x="5600433" y="5358153"/>
              <a:ext cx="68760" cy="362520"/>
            </p14:xfrm>
          </p:contentPart>
        </mc:Choice>
        <mc:Fallback>
          <p:pic>
            <p:nvPicPr>
              <p:cNvPr id="224" name="墨迹 223">
                <a:extLst>
                  <a:ext uri="{FF2B5EF4-FFF2-40B4-BE49-F238E27FC236}">
                    <a16:creationId xmlns:a16="http://schemas.microsoft.com/office/drawing/2014/main" id="{9D049CA9-FE30-4257-944C-3D9D534256C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582793" y="5340513"/>
                <a:ext cx="10440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25" name="墨迹 224">
                <a:extLst>
                  <a:ext uri="{FF2B5EF4-FFF2-40B4-BE49-F238E27FC236}">
                    <a16:creationId xmlns:a16="http://schemas.microsoft.com/office/drawing/2014/main" id="{90C492D4-614F-4B12-AB89-61B967DC65C4}"/>
                  </a:ext>
                </a:extLst>
              </p14:cNvPr>
              <p14:cNvContentPartPr/>
              <p14:nvPr/>
            </p14:nvContentPartPr>
            <p14:xfrm>
              <a:off x="5945673" y="5618793"/>
              <a:ext cx="60480" cy="56520"/>
            </p14:xfrm>
          </p:contentPart>
        </mc:Choice>
        <mc:Fallback>
          <p:pic>
            <p:nvPicPr>
              <p:cNvPr id="225" name="墨迹 224">
                <a:extLst>
                  <a:ext uri="{FF2B5EF4-FFF2-40B4-BE49-F238E27FC236}">
                    <a16:creationId xmlns:a16="http://schemas.microsoft.com/office/drawing/2014/main" id="{90C492D4-614F-4B12-AB89-61B967DC65C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28033" y="5601153"/>
                <a:ext cx="961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26" name="墨迹 225">
                <a:extLst>
                  <a:ext uri="{FF2B5EF4-FFF2-40B4-BE49-F238E27FC236}">
                    <a16:creationId xmlns:a16="http://schemas.microsoft.com/office/drawing/2014/main" id="{52739E04-2102-4CA7-82E0-ACFA5F06DD52}"/>
                  </a:ext>
                </a:extLst>
              </p14:cNvPr>
              <p14:cNvContentPartPr/>
              <p14:nvPr/>
            </p14:nvContentPartPr>
            <p14:xfrm>
              <a:off x="4709073" y="5415393"/>
              <a:ext cx="629640" cy="288000"/>
            </p14:xfrm>
          </p:contentPart>
        </mc:Choice>
        <mc:Fallback>
          <p:pic>
            <p:nvPicPr>
              <p:cNvPr id="226" name="墨迹 225">
                <a:extLst>
                  <a:ext uri="{FF2B5EF4-FFF2-40B4-BE49-F238E27FC236}">
                    <a16:creationId xmlns:a16="http://schemas.microsoft.com/office/drawing/2014/main" id="{52739E04-2102-4CA7-82E0-ACFA5F06DD5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91073" y="5397753"/>
                <a:ext cx="66528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27" name="墨迹 226">
                <a:extLst>
                  <a:ext uri="{FF2B5EF4-FFF2-40B4-BE49-F238E27FC236}">
                    <a16:creationId xmlns:a16="http://schemas.microsoft.com/office/drawing/2014/main" id="{833B7826-8862-441D-91AC-9C6B0C57D782}"/>
                  </a:ext>
                </a:extLst>
              </p14:cNvPr>
              <p14:cNvContentPartPr/>
              <p14:nvPr/>
            </p14:nvContentPartPr>
            <p14:xfrm>
              <a:off x="6290913" y="5415753"/>
              <a:ext cx="271800" cy="187920"/>
            </p14:xfrm>
          </p:contentPart>
        </mc:Choice>
        <mc:Fallback>
          <p:pic>
            <p:nvPicPr>
              <p:cNvPr id="227" name="墨迹 226">
                <a:extLst>
                  <a:ext uri="{FF2B5EF4-FFF2-40B4-BE49-F238E27FC236}">
                    <a16:creationId xmlns:a16="http://schemas.microsoft.com/office/drawing/2014/main" id="{833B7826-8862-441D-91AC-9C6B0C57D78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272913" y="5398113"/>
                <a:ext cx="3074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28" name="墨迹 227">
                <a:extLst>
                  <a:ext uri="{FF2B5EF4-FFF2-40B4-BE49-F238E27FC236}">
                    <a16:creationId xmlns:a16="http://schemas.microsoft.com/office/drawing/2014/main" id="{145D9336-2250-4C33-9108-AD95AB2F67AD}"/>
                  </a:ext>
                </a:extLst>
              </p14:cNvPr>
              <p14:cNvContentPartPr/>
              <p14:nvPr/>
            </p14:nvContentPartPr>
            <p14:xfrm>
              <a:off x="6808593" y="5339793"/>
              <a:ext cx="74880" cy="268920"/>
            </p14:xfrm>
          </p:contentPart>
        </mc:Choice>
        <mc:Fallback>
          <p:pic>
            <p:nvPicPr>
              <p:cNvPr id="228" name="墨迹 227">
                <a:extLst>
                  <a:ext uri="{FF2B5EF4-FFF2-40B4-BE49-F238E27FC236}">
                    <a16:creationId xmlns:a16="http://schemas.microsoft.com/office/drawing/2014/main" id="{145D9336-2250-4C33-9108-AD95AB2F67A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790593" y="5321793"/>
                <a:ext cx="11052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29" name="墨迹 228">
                <a:extLst>
                  <a:ext uri="{FF2B5EF4-FFF2-40B4-BE49-F238E27FC236}">
                    <a16:creationId xmlns:a16="http://schemas.microsoft.com/office/drawing/2014/main" id="{13AF12BE-B0CE-419B-A378-8D102DE591E1}"/>
                  </a:ext>
                </a:extLst>
              </p14:cNvPr>
              <p14:cNvContentPartPr/>
              <p14:nvPr/>
            </p14:nvContentPartPr>
            <p14:xfrm>
              <a:off x="7139793" y="5334753"/>
              <a:ext cx="75240" cy="275040"/>
            </p14:xfrm>
          </p:contentPart>
        </mc:Choice>
        <mc:Fallback>
          <p:pic>
            <p:nvPicPr>
              <p:cNvPr id="229" name="墨迹 228">
                <a:extLst>
                  <a:ext uri="{FF2B5EF4-FFF2-40B4-BE49-F238E27FC236}">
                    <a16:creationId xmlns:a16="http://schemas.microsoft.com/office/drawing/2014/main" id="{13AF12BE-B0CE-419B-A378-8D102DE591E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121793" y="5317113"/>
                <a:ext cx="11088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30" name="墨迹 229">
                <a:extLst>
                  <a:ext uri="{FF2B5EF4-FFF2-40B4-BE49-F238E27FC236}">
                    <a16:creationId xmlns:a16="http://schemas.microsoft.com/office/drawing/2014/main" id="{D27DBBD5-225D-40DA-BA65-8436A85E62D5}"/>
                  </a:ext>
                </a:extLst>
              </p14:cNvPr>
              <p14:cNvContentPartPr/>
              <p14:nvPr/>
            </p14:nvContentPartPr>
            <p14:xfrm>
              <a:off x="7369113" y="5329353"/>
              <a:ext cx="277560" cy="244800"/>
            </p14:xfrm>
          </p:contentPart>
        </mc:Choice>
        <mc:Fallback>
          <p:pic>
            <p:nvPicPr>
              <p:cNvPr id="230" name="墨迹 229">
                <a:extLst>
                  <a:ext uri="{FF2B5EF4-FFF2-40B4-BE49-F238E27FC236}">
                    <a16:creationId xmlns:a16="http://schemas.microsoft.com/office/drawing/2014/main" id="{D27DBBD5-225D-40DA-BA65-8436A85E62D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351113" y="5311353"/>
                <a:ext cx="3132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31" name="墨迹 230">
                <a:extLst>
                  <a:ext uri="{FF2B5EF4-FFF2-40B4-BE49-F238E27FC236}">
                    <a16:creationId xmlns:a16="http://schemas.microsoft.com/office/drawing/2014/main" id="{A930B5B4-AEA3-43F4-811E-726E1C198F75}"/>
                  </a:ext>
                </a:extLst>
              </p14:cNvPr>
              <p14:cNvContentPartPr/>
              <p14:nvPr/>
            </p14:nvContentPartPr>
            <p14:xfrm>
              <a:off x="7819113" y="5218833"/>
              <a:ext cx="149400" cy="428040"/>
            </p14:xfrm>
          </p:contentPart>
        </mc:Choice>
        <mc:Fallback>
          <p:pic>
            <p:nvPicPr>
              <p:cNvPr id="231" name="墨迹 230">
                <a:extLst>
                  <a:ext uri="{FF2B5EF4-FFF2-40B4-BE49-F238E27FC236}">
                    <a16:creationId xmlns:a16="http://schemas.microsoft.com/office/drawing/2014/main" id="{A930B5B4-AEA3-43F4-811E-726E1C198F7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801473" y="5201193"/>
                <a:ext cx="18504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32" name="墨迹 231">
                <a:extLst>
                  <a:ext uri="{FF2B5EF4-FFF2-40B4-BE49-F238E27FC236}">
                    <a16:creationId xmlns:a16="http://schemas.microsoft.com/office/drawing/2014/main" id="{7B646F9E-B295-4265-AD5C-6CB929D942EA}"/>
                  </a:ext>
                </a:extLst>
              </p14:cNvPr>
              <p14:cNvContentPartPr/>
              <p14:nvPr/>
            </p14:nvContentPartPr>
            <p14:xfrm>
              <a:off x="8127273" y="5292273"/>
              <a:ext cx="282600" cy="323640"/>
            </p14:xfrm>
          </p:contentPart>
        </mc:Choice>
        <mc:Fallback>
          <p:pic>
            <p:nvPicPr>
              <p:cNvPr id="232" name="墨迹 231">
                <a:extLst>
                  <a:ext uri="{FF2B5EF4-FFF2-40B4-BE49-F238E27FC236}">
                    <a16:creationId xmlns:a16="http://schemas.microsoft.com/office/drawing/2014/main" id="{7B646F9E-B295-4265-AD5C-6CB929D942E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109273" y="5274273"/>
                <a:ext cx="31824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35" name="墨迹 234">
                <a:extLst>
                  <a:ext uri="{FF2B5EF4-FFF2-40B4-BE49-F238E27FC236}">
                    <a16:creationId xmlns:a16="http://schemas.microsoft.com/office/drawing/2014/main" id="{1BFFE052-A34B-4506-81BD-5046510B760E}"/>
                  </a:ext>
                </a:extLst>
              </p14:cNvPr>
              <p14:cNvContentPartPr/>
              <p14:nvPr/>
            </p14:nvContentPartPr>
            <p14:xfrm>
              <a:off x="4728873" y="5795913"/>
              <a:ext cx="943560" cy="297720"/>
            </p14:xfrm>
          </p:contentPart>
        </mc:Choice>
        <mc:Fallback>
          <p:pic>
            <p:nvPicPr>
              <p:cNvPr id="235" name="墨迹 234">
                <a:extLst>
                  <a:ext uri="{FF2B5EF4-FFF2-40B4-BE49-F238E27FC236}">
                    <a16:creationId xmlns:a16="http://schemas.microsoft.com/office/drawing/2014/main" id="{1BFFE052-A34B-4506-81BD-5046510B760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710873" y="5778273"/>
                <a:ext cx="9792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38" name="墨迹 237">
                <a:extLst>
                  <a:ext uri="{FF2B5EF4-FFF2-40B4-BE49-F238E27FC236}">
                    <a16:creationId xmlns:a16="http://schemas.microsoft.com/office/drawing/2014/main" id="{54EFE569-7360-497A-A3D9-7F111A933D54}"/>
                  </a:ext>
                </a:extLst>
              </p14:cNvPr>
              <p14:cNvContentPartPr/>
              <p14:nvPr/>
            </p14:nvContentPartPr>
            <p14:xfrm>
              <a:off x="8984793" y="5135313"/>
              <a:ext cx="1001160" cy="305640"/>
            </p14:xfrm>
          </p:contentPart>
        </mc:Choice>
        <mc:Fallback>
          <p:pic>
            <p:nvPicPr>
              <p:cNvPr id="238" name="墨迹 237">
                <a:extLst>
                  <a:ext uri="{FF2B5EF4-FFF2-40B4-BE49-F238E27FC236}">
                    <a16:creationId xmlns:a16="http://schemas.microsoft.com/office/drawing/2014/main" id="{54EFE569-7360-497A-A3D9-7F111A933D5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966793" y="5117313"/>
                <a:ext cx="103680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58" name="墨迹 257">
                <a:extLst>
                  <a:ext uri="{FF2B5EF4-FFF2-40B4-BE49-F238E27FC236}">
                    <a16:creationId xmlns:a16="http://schemas.microsoft.com/office/drawing/2014/main" id="{CE1BA33F-CE03-4FC3-B9FD-B689EEDAFAB7}"/>
                  </a:ext>
                </a:extLst>
              </p14:cNvPr>
              <p14:cNvContentPartPr/>
              <p14:nvPr/>
            </p14:nvContentPartPr>
            <p14:xfrm>
              <a:off x="10387713" y="4902393"/>
              <a:ext cx="2140920" cy="628920"/>
            </p14:xfrm>
          </p:contentPart>
        </mc:Choice>
        <mc:Fallback>
          <p:pic>
            <p:nvPicPr>
              <p:cNvPr id="258" name="墨迹 257">
                <a:extLst>
                  <a:ext uri="{FF2B5EF4-FFF2-40B4-BE49-F238E27FC236}">
                    <a16:creationId xmlns:a16="http://schemas.microsoft.com/office/drawing/2014/main" id="{CE1BA33F-CE03-4FC3-B9FD-B689EEDAFAB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369716" y="4884393"/>
                <a:ext cx="2176554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75" name="墨迹 274">
                <a:extLst>
                  <a:ext uri="{FF2B5EF4-FFF2-40B4-BE49-F238E27FC236}">
                    <a16:creationId xmlns:a16="http://schemas.microsoft.com/office/drawing/2014/main" id="{BDBFBEE3-FBBB-45B0-B2B7-70B92DA754D6}"/>
                  </a:ext>
                </a:extLst>
              </p14:cNvPr>
              <p14:cNvContentPartPr/>
              <p14:nvPr/>
            </p14:nvContentPartPr>
            <p14:xfrm>
              <a:off x="8085153" y="3620066"/>
              <a:ext cx="122040" cy="111240"/>
            </p14:xfrm>
          </p:contentPart>
        </mc:Choice>
        <mc:Fallback>
          <p:pic>
            <p:nvPicPr>
              <p:cNvPr id="275" name="墨迹 274">
                <a:extLst>
                  <a:ext uri="{FF2B5EF4-FFF2-40B4-BE49-F238E27FC236}">
                    <a16:creationId xmlns:a16="http://schemas.microsoft.com/office/drawing/2014/main" id="{BDBFBEE3-FBBB-45B0-B2B7-70B92DA754D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076153" y="3611426"/>
                <a:ext cx="13968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76" name="墨迹 275">
                <a:extLst>
                  <a:ext uri="{FF2B5EF4-FFF2-40B4-BE49-F238E27FC236}">
                    <a16:creationId xmlns:a16="http://schemas.microsoft.com/office/drawing/2014/main" id="{33EF2AE4-6A09-4064-A858-E40B082E4DD6}"/>
                  </a:ext>
                </a:extLst>
              </p14:cNvPr>
              <p14:cNvContentPartPr/>
              <p14:nvPr/>
            </p14:nvContentPartPr>
            <p14:xfrm>
              <a:off x="4727793" y="6418706"/>
              <a:ext cx="51480" cy="276120"/>
            </p14:xfrm>
          </p:contentPart>
        </mc:Choice>
        <mc:Fallback>
          <p:pic>
            <p:nvPicPr>
              <p:cNvPr id="276" name="墨迹 275">
                <a:extLst>
                  <a:ext uri="{FF2B5EF4-FFF2-40B4-BE49-F238E27FC236}">
                    <a16:creationId xmlns:a16="http://schemas.microsoft.com/office/drawing/2014/main" id="{33EF2AE4-6A09-4064-A858-E40B082E4DD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718793" y="6410066"/>
                <a:ext cx="6912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77" name="墨迹 276">
                <a:extLst>
                  <a:ext uri="{FF2B5EF4-FFF2-40B4-BE49-F238E27FC236}">
                    <a16:creationId xmlns:a16="http://schemas.microsoft.com/office/drawing/2014/main" id="{B837CCDA-3328-474E-9929-23365AC71221}"/>
                  </a:ext>
                </a:extLst>
              </p14:cNvPr>
              <p14:cNvContentPartPr/>
              <p14:nvPr/>
            </p14:nvContentPartPr>
            <p14:xfrm>
              <a:off x="5095353" y="6428066"/>
              <a:ext cx="57960" cy="244800"/>
            </p14:xfrm>
          </p:contentPart>
        </mc:Choice>
        <mc:Fallback>
          <p:pic>
            <p:nvPicPr>
              <p:cNvPr id="277" name="墨迹 276">
                <a:extLst>
                  <a:ext uri="{FF2B5EF4-FFF2-40B4-BE49-F238E27FC236}">
                    <a16:creationId xmlns:a16="http://schemas.microsoft.com/office/drawing/2014/main" id="{B837CCDA-3328-474E-9929-23365AC7122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086353" y="6419066"/>
                <a:ext cx="7560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78" name="墨迹 277">
                <a:extLst>
                  <a:ext uri="{FF2B5EF4-FFF2-40B4-BE49-F238E27FC236}">
                    <a16:creationId xmlns:a16="http://schemas.microsoft.com/office/drawing/2014/main" id="{E11B2931-0D56-4F3C-9523-CC2982455E6A}"/>
                  </a:ext>
                </a:extLst>
              </p14:cNvPr>
              <p14:cNvContentPartPr/>
              <p14:nvPr/>
            </p14:nvContentPartPr>
            <p14:xfrm>
              <a:off x="5549673" y="6411866"/>
              <a:ext cx="66600" cy="228960"/>
            </p14:xfrm>
          </p:contentPart>
        </mc:Choice>
        <mc:Fallback>
          <p:pic>
            <p:nvPicPr>
              <p:cNvPr id="278" name="墨迹 277">
                <a:extLst>
                  <a:ext uri="{FF2B5EF4-FFF2-40B4-BE49-F238E27FC236}">
                    <a16:creationId xmlns:a16="http://schemas.microsoft.com/office/drawing/2014/main" id="{E11B2931-0D56-4F3C-9523-CC2982455E6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541033" y="6402866"/>
                <a:ext cx="842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79" name="墨迹 278">
                <a:extLst>
                  <a:ext uri="{FF2B5EF4-FFF2-40B4-BE49-F238E27FC236}">
                    <a16:creationId xmlns:a16="http://schemas.microsoft.com/office/drawing/2014/main" id="{A63887BA-0210-41E4-B3D4-45662E87D1DA}"/>
                  </a:ext>
                </a:extLst>
              </p14:cNvPr>
              <p14:cNvContentPartPr/>
              <p14:nvPr/>
            </p14:nvContentPartPr>
            <p14:xfrm>
              <a:off x="5858913" y="6566666"/>
              <a:ext cx="56520" cy="43560"/>
            </p14:xfrm>
          </p:contentPart>
        </mc:Choice>
        <mc:Fallback>
          <p:pic>
            <p:nvPicPr>
              <p:cNvPr id="279" name="墨迹 278">
                <a:extLst>
                  <a:ext uri="{FF2B5EF4-FFF2-40B4-BE49-F238E27FC236}">
                    <a16:creationId xmlns:a16="http://schemas.microsoft.com/office/drawing/2014/main" id="{A63887BA-0210-41E4-B3D4-45662E87D1D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850273" y="6558026"/>
                <a:ext cx="741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80" name="墨迹 279">
                <a:extLst>
                  <a:ext uri="{FF2B5EF4-FFF2-40B4-BE49-F238E27FC236}">
                    <a16:creationId xmlns:a16="http://schemas.microsoft.com/office/drawing/2014/main" id="{97E2A022-ADEB-4DBD-8F29-036B25CB7FFE}"/>
                  </a:ext>
                </a:extLst>
              </p14:cNvPr>
              <p14:cNvContentPartPr/>
              <p14:nvPr/>
            </p14:nvContentPartPr>
            <p14:xfrm>
              <a:off x="6253833" y="6363626"/>
              <a:ext cx="177840" cy="208440"/>
            </p14:xfrm>
          </p:contentPart>
        </mc:Choice>
        <mc:Fallback>
          <p:pic>
            <p:nvPicPr>
              <p:cNvPr id="280" name="墨迹 279">
                <a:extLst>
                  <a:ext uri="{FF2B5EF4-FFF2-40B4-BE49-F238E27FC236}">
                    <a16:creationId xmlns:a16="http://schemas.microsoft.com/office/drawing/2014/main" id="{97E2A022-ADEB-4DBD-8F29-036B25CB7FF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244833" y="6354626"/>
                <a:ext cx="1954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281" name="墨迹 280">
                <a:extLst>
                  <a:ext uri="{FF2B5EF4-FFF2-40B4-BE49-F238E27FC236}">
                    <a16:creationId xmlns:a16="http://schemas.microsoft.com/office/drawing/2014/main" id="{11F09282-9607-4066-A47E-B0D1A5537EBF}"/>
                  </a:ext>
                </a:extLst>
              </p14:cNvPr>
              <p14:cNvContentPartPr/>
              <p14:nvPr/>
            </p14:nvContentPartPr>
            <p14:xfrm>
              <a:off x="6659193" y="6271826"/>
              <a:ext cx="102240" cy="281520"/>
            </p14:xfrm>
          </p:contentPart>
        </mc:Choice>
        <mc:Fallback>
          <p:pic>
            <p:nvPicPr>
              <p:cNvPr id="281" name="墨迹 280">
                <a:extLst>
                  <a:ext uri="{FF2B5EF4-FFF2-40B4-BE49-F238E27FC236}">
                    <a16:creationId xmlns:a16="http://schemas.microsoft.com/office/drawing/2014/main" id="{11F09282-9607-4066-A47E-B0D1A5537EB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650193" y="6263186"/>
                <a:ext cx="1198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84" name="墨迹 283">
                <a:extLst>
                  <a:ext uri="{FF2B5EF4-FFF2-40B4-BE49-F238E27FC236}">
                    <a16:creationId xmlns:a16="http://schemas.microsoft.com/office/drawing/2014/main" id="{ECFAA709-DEC7-4FB8-BF8A-B01967962ACA}"/>
                  </a:ext>
                </a:extLst>
              </p14:cNvPr>
              <p14:cNvContentPartPr/>
              <p14:nvPr/>
            </p14:nvContentPartPr>
            <p14:xfrm>
              <a:off x="7715073" y="6276866"/>
              <a:ext cx="89280" cy="292320"/>
            </p14:xfrm>
          </p:contentPart>
        </mc:Choice>
        <mc:Fallback>
          <p:pic>
            <p:nvPicPr>
              <p:cNvPr id="284" name="墨迹 283">
                <a:extLst>
                  <a:ext uri="{FF2B5EF4-FFF2-40B4-BE49-F238E27FC236}">
                    <a16:creationId xmlns:a16="http://schemas.microsoft.com/office/drawing/2014/main" id="{ECFAA709-DEC7-4FB8-BF8A-B01967962AC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706433" y="6267866"/>
                <a:ext cx="10692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285" name="墨迹 284">
                <a:extLst>
                  <a:ext uri="{FF2B5EF4-FFF2-40B4-BE49-F238E27FC236}">
                    <a16:creationId xmlns:a16="http://schemas.microsoft.com/office/drawing/2014/main" id="{B3F3DFAF-6561-4C47-B086-68361C27481B}"/>
                  </a:ext>
                </a:extLst>
              </p14:cNvPr>
              <p14:cNvContentPartPr/>
              <p14:nvPr/>
            </p14:nvContentPartPr>
            <p14:xfrm>
              <a:off x="8049513" y="6284066"/>
              <a:ext cx="95760" cy="348480"/>
            </p14:xfrm>
          </p:contentPart>
        </mc:Choice>
        <mc:Fallback>
          <p:pic>
            <p:nvPicPr>
              <p:cNvPr id="285" name="墨迹 284">
                <a:extLst>
                  <a:ext uri="{FF2B5EF4-FFF2-40B4-BE49-F238E27FC236}">
                    <a16:creationId xmlns:a16="http://schemas.microsoft.com/office/drawing/2014/main" id="{B3F3DFAF-6561-4C47-B086-68361C27481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040873" y="6275066"/>
                <a:ext cx="1134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286" name="墨迹 285">
                <a:extLst>
                  <a:ext uri="{FF2B5EF4-FFF2-40B4-BE49-F238E27FC236}">
                    <a16:creationId xmlns:a16="http://schemas.microsoft.com/office/drawing/2014/main" id="{C960B69F-61BB-4B6C-AF85-9693E7ED4023}"/>
                  </a:ext>
                </a:extLst>
              </p14:cNvPr>
              <p14:cNvContentPartPr/>
              <p14:nvPr/>
            </p14:nvContentPartPr>
            <p14:xfrm>
              <a:off x="6970953" y="6285866"/>
              <a:ext cx="529920" cy="198000"/>
            </p14:xfrm>
          </p:contentPart>
        </mc:Choice>
        <mc:Fallback>
          <p:pic>
            <p:nvPicPr>
              <p:cNvPr id="286" name="墨迹 285">
                <a:extLst>
                  <a:ext uri="{FF2B5EF4-FFF2-40B4-BE49-F238E27FC236}">
                    <a16:creationId xmlns:a16="http://schemas.microsoft.com/office/drawing/2014/main" id="{C960B69F-61BB-4B6C-AF85-9693E7ED402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962307" y="6276866"/>
                <a:ext cx="547572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288" name="墨迹 287">
                <a:extLst>
                  <a:ext uri="{FF2B5EF4-FFF2-40B4-BE49-F238E27FC236}">
                    <a16:creationId xmlns:a16="http://schemas.microsoft.com/office/drawing/2014/main" id="{C6B6B165-75D0-4795-9A8C-FBDE15EC4C50}"/>
                  </a:ext>
                </a:extLst>
              </p14:cNvPr>
              <p14:cNvContentPartPr/>
              <p14:nvPr/>
            </p14:nvContentPartPr>
            <p14:xfrm>
              <a:off x="591393" y="3014186"/>
              <a:ext cx="3672360" cy="3858487"/>
            </p14:xfrm>
          </p:contentPart>
        </mc:Choice>
        <mc:Fallback>
          <p:pic>
            <p:nvPicPr>
              <p:cNvPr id="288" name="墨迹 287">
                <a:extLst>
                  <a:ext uri="{FF2B5EF4-FFF2-40B4-BE49-F238E27FC236}">
                    <a16:creationId xmlns:a16="http://schemas.microsoft.com/office/drawing/2014/main" id="{C6B6B165-75D0-4795-9A8C-FBDE15EC4C5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82754" y="3005546"/>
                <a:ext cx="3698997" cy="38761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292" name="墨迹 291">
                <a:extLst>
                  <a:ext uri="{FF2B5EF4-FFF2-40B4-BE49-F238E27FC236}">
                    <a16:creationId xmlns:a16="http://schemas.microsoft.com/office/drawing/2014/main" id="{403791F1-7AE5-4CD1-91E6-6A5B87877536}"/>
                  </a:ext>
                </a:extLst>
              </p14:cNvPr>
              <p14:cNvContentPartPr/>
              <p14:nvPr/>
            </p14:nvContentPartPr>
            <p14:xfrm>
              <a:off x="8632713" y="1841306"/>
              <a:ext cx="185760" cy="2520"/>
            </p14:xfrm>
          </p:contentPart>
        </mc:Choice>
        <mc:Fallback>
          <p:pic>
            <p:nvPicPr>
              <p:cNvPr id="292" name="墨迹 291">
                <a:extLst>
                  <a:ext uri="{FF2B5EF4-FFF2-40B4-BE49-F238E27FC236}">
                    <a16:creationId xmlns:a16="http://schemas.microsoft.com/office/drawing/2014/main" id="{403791F1-7AE5-4CD1-91E6-6A5B8787753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623713" y="1832306"/>
                <a:ext cx="20340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305" name="墨迹 304">
                <a:extLst>
                  <a:ext uri="{FF2B5EF4-FFF2-40B4-BE49-F238E27FC236}">
                    <a16:creationId xmlns:a16="http://schemas.microsoft.com/office/drawing/2014/main" id="{5E9E2629-3733-4E32-9DD4-F7B8783035C9}"/>
                  </a:ext>
                </a:extLst>
              </p14:cNvPr>
              <p14:cNvContentPartPr/>
              <p14:nvPr/>
            </p14:nvContentPartPr>
            <p14:xfrm>
              <a:off x="8678793" y="1949666"/>
              <a:ext cx="648000" cy="526680"/>
            </p14:xfrm>
          </p:contentPart>
        </mc:Choice>
        <mc:Fallback>
          <p:pic>
            <p:nvPicPr>
              <p:cNvPr id="305" name="墨迹 304">
                <a:extLst>
                  <a:ext uri="{FF2B5EF4-FFF2-40B4-BE49-F238E27FC236}">
                    <a16:creationId xmlns:a16="http://schemas.microsoft.com/office/drawing/2014/main" id="{5E9E2629-3733-4E32-9DD4-F7B8783035C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669793" y="1941026"/>
                <a:ext cx="66564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61" name="墨迹 360">
                <a:extLst>
                  <a:ext uri="{FF2B5EF4-FFF2-40B4-BE49-F238E27FC236}">
                    <a16:creationId xmlns:a16="http://schemas.microsoft.com/office/drawing/2014/main" id="{03F39F34-197D-4CAD-B8E2-387EB3C55B9C}"/>
                  </a:ext>
                </a:extLst>
              </p14:cNvPr>
              <p14:cNvContentPartPr/>
              <p14:nvPr/>
            </p14:nvContentPartPr>
            <p14:xfrm>
              <a:off x="6888513" y="1380146"/>
              <a:ext cx="655560" cy="352440"/>
            </p14:xfrm>
          </p:contentPart>
        </mc:Choice>
        <mc:Fallback>
          <p:pic>
            <p:nvPicPr>
              <p:cNvPr id="361" name="墨迹 360">
                <a:extLst>
                  <a:ext uri="{FF2B5EF4-FFF2-40B4-BE49-F238E27FC236}">
                    <a16:creationId xmlns:a16="http://schemas.microsoft.com/office/drawing/2014/main" id="{03F39F34-197D-4CAD-B8E2-387EB3C55B9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879518" y="1371506"/>
                <a:ext cx="67319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362" name="墨迹 361">
                <a:extLst>
                  <a:ext uri="{FF2B5EF4-FFF2-40B4-BE49-F238E27FC236}">
                    <a16:creationId xmlns:a16="http://schemas.microsoft.com/office/drawing/2014/main" id="{69D5CD64-F63E-4380-AC98-106D05F7C39F}"/>
                  </a:ext>
                </a:extLst>
              </p14:cNvPr>
              <p14:cNvContentPartPr/>
              <p14:nvPr/>
            </p14:nvContentPartPr>
            <p14:xfrm>
              <a:off x="6819393" y="1879473"/>
              <a:ext cx="938520" cy="726480"/>
            </p14:xfrm>
          </p:contentPart>
        </mc:Choice>
        <mc:Fallback>
          <p:pic>
            <p:nvPicPr>
              <p:cNvPr id="362" name="墨迹 361">
                <a:extLst>
                  <a:ext uri="{FF2B5EF4-FFF2-40B4-BE49-F238E27FC236}">
                    <a16:creationId xmlns:a16="http://schemas.microsoft.com/office/drawing/2014/main" id="{69D5CD64-F63E-4380-AC98-106D05F7C39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810753" y="1870477"/>
                <a:ext cx="956160" cy="744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365" name="墨迹 364">
                <a:extLst>
                  <a:ext uri="{FF2B5EF4-FFF2-40B4-BE49-F238E27FC236}">
                    <a16:creationId xmlns:a16="http://schemas.microsoft.com/office/drawing/2014/main" id="{F825F46E-A6EA-4C52-BD75-855F57051654}"/>
                  </a:ext>
                </a:extLst>
              </p14:cNvPr>
              <p14:cNvContentPartPr/>
              <p14:nvPr/>
            </p14:nvContentPartPr>
            <p14:xfrm>
              <a:off x="9476193" y="1801346"/>
              <a:ext cx="3519000" cy="2343960"/>
            </p14:xfrm>
          </p:contentPart>
        </mc:Choice>
        <mc:Fallback>
          <p:pic>
            <p:nvPicPr>
              <p:cNvPr id="365" name="墨迹 364">
                <a:extLst>
                  <a:ext uri="{FF2B5EF4-FFF2-40B4-BE49-F238E27FC236}">
                    <a16:creationId xmlns:a16="http://schemas.microsoft.com/office/drawing/2014/main" id="{F825F46E-A6EA-4C52-BD75-855F5705165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467553" y="1792706"/>
                <a:ext cx="3545640" cy="23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367" name="墨迹 366">
                <a:extLst>
                  <a:ext uri="{FF2B5EF4-FFF2-40B4-BE49-F238E27FC236}">
                    <a16:creationId xmlns:a16="http://schemas.microsoft.com/office/drawing/2014/main" id="{4CD9CA97-3239-4720-B40F-17D289A2C4B5}"/>
                  </a:ext>
                </a:extLst>
              </p14:cNvPr>
              <p14:cNvContentPartPr/>
              <p14:nvPr/>
            </p14:nvContentPartPr>
            <p14:xfrm>
              <a:off x="2127513" y="-36814"/>
              <a:ext cx="1271160" cy="1278007"/>
            </p14:xfrm>
          </p:contentPart>
        </mc:Choice>
        <mc:Fallback>
          <p:pic>
            <p:nvPicPr>
              <p:cNvPr id="367" name="墨迹 366">
                <a:extLst>
                  <a:ext uri="{FF2B5EF4-FFF2-40B4-BE49-F238E27FC236}">
                    <a16:creationId xmlns:a16="http://schemas.microsoft.com/office/drawing/2014/main" id="{4CD9CA97-3239-4720-B40F-17D289A2C4B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118513" y="-45814"/>
                <a:ext cx="1288800" cy="1295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69" name="墨迹 368">
                <a:extLst>
                  <a:ext uri="{FF2B5EF4-FFF2-40B4-BE49-F238E27FC236}">
                    <a16:creationId xmlns:a16="http://schemas.microsoft.com/office/drawing/2014/main" id="{F9E21C69-096E-499B-A423-E18EE0279F4D}"/>
                  </a:ext>
                </a:extLst>
              </p14:cNvPr>
              <p14:cNvContentPartPr/>
              <p14:nvPr/>
            </p14:nvContentPartPr>
            <p14:xfrm>
              <a:off x="5918313" y="-13054"/>
              <a:ext cx="1481400" cy="711007"/>
            </p14:xfrm>
          </p:contentPart>
        </mc:Choice>
        <mc:Fallback>
          <p:pic>
            <p:nvPicPr>
              <p:cNvPr id="369" name="墨迹 368">
                <a:extLst>
                  <a:ext uri="{FF2B5EF4-FFF2-40B4-BE49-F238E27FC236}">
                    <a16:creationId xmlns:a16="http://schemas.microsoft.com/office/drawing/2014/main" id="{F9E21C69-096E-499B-A423-E18EE0279F4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909313" y="-21698"/>
                <a:ext cx="1499040" cy="72865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3913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A52AF62D-7554-466A-9DAE-25F439FD02B2}"/>
                  </a:ext>
                </a:extLst>
              </p14:cNvPr>
              <p14:cNvContentPartPr/>
              <p14:nvPr/>
            </p14:nvContentPartPr>
            <p14:xfrm>
              <a:off x="3298593" y="246513"/>
              <a:ext cx="324360" cy="40572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A52AF62D-7554-466A-9DAE-25F439FD0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89593" y="237513"/>
                <a:ext cx="34200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94C58831-811F-4E69-BF1A-917952659B55}"/>
                  </a:ext>
                </a:extLst>
              </p14:cNvPr>
              <p14:cNvContentPartPr/>
              <p14:nvPr/>
            </p14:nvContentPartPr>
            <p14:xfrm>
              <a:off x="2880993" y="299073"/>
              <a:ext cx="263160" cy="3783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94C58831-811F-4E69-BF1A-917952659B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72353" y="290064"/>
                <a:ext cx="280800" cy="3960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239429F1-AF07-4C13-9405-6F2872E584C0}"/>
                  </a:ext>
                </a:extLst>
              </p14:cNvPr>
              <p14:cNvContentPartPr/>
              <p14:nvPr/>
            </p14:nvContentPartPr>
            <p14:xfrm>
              <a:off x="2321553" y="210873"/>
              <a:ext cx="383760" cy="50724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239429F1-AF07-4C13-9405-6F2872E584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12553" y="202233"/>
                <a:ext cx="40140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F9F7B1EB-FE68-4200-B85C-D4152EE5F486}"/>
                  </a:ext>
                </a:extLst>
              </p14:cNvPr>
              <p14:cNvContentPartPr/>
              <p14:nvPr/>
            </p14:nvContentPartPr>
            <p14:xfrm>
              <a:off x="1375833" y="1121673"/>
              <a:ext cx="288720" cy="46908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F9F7B1EB-FE68-4200-B85C-D4152EE5F4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67193" y="1113033"/>
                <a:ext cx="30636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FD41A4DE-D5C0-472F-8429-12ECB26E2431}"/>
                  </a:ext>
                </a:extLst>
              </p14:cNvPr>
              <p14:cNvContentPartPr/>
              <p14:nvPr/>
            </p14:nvContentPartPr>
            <p14:xfrm>
              <a:off x="515073" y="1181073"/>
              <a:ext cx="713160" cy="43632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FD41A4DE-D5C0-472F-8429-12ECB26E24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6433" y="1172433"/>
                <a:ext cx="73080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3708EF3D-2516-4D4C-A847-E370534EB5E4}"/>
                  </a:ext>
                </a:extLst>
              </p14:cNvPr>
              <p14:cNvContentPartPr/>
              <p14:nvPr/>
            </p14:nvContentPartPr>
            <p14:xfrm>
              <a:off x="1840233" y="1516953"/>
              <a:ext cx="56880" cy="594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3708EF3D-2516-4D4C-A847-E370534EB5E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31593" y="1507953"/>
                <a:ext cx="745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6AF0E1B0-3155-4330-882E-9BBD7CE036D6}"/>
                  </a:ext>
                </a:extLst>
              </p14:cNvPr>
              <p14:cNvContentPartPr/>
              <p14:nvPr/>
            </p14:nvContentPartPr>
            <p14:xfrm>
              <a:off x="2325873" y="1094313"/>
              <a:ext cx="2043720" cy="44568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6AF0E1B0-3155-4330-882E-9BBD7CE036D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17233" y="1085320"/>
                <a:ext cx="2061360" cy="463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95490F23-2CEC-4F18-8A87-C9ECD463C3A0}"/>
                  </a:ext>
                </a:extLst>
              </p14:cNvPr>
              <p14:cNvContentPartPr/>
              <p14:nvPr/>
            </p14:nvContentPartPr>
            <p14:xfrm>
              <a:off x="6041433" y="232473"/>
              <a:ext cx="501480" cy="45324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95490F23-2CEC-4F18-8A87-C9ECD463C3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32433" y="223833"/>
                <a:ext cx="5191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4B06B1BC-8F3D-47C8-B270-0982F9EDE775}"/>
                  </a:ext>
                </a:extLst>
              </p14:cNvPr>
              <p14:cNvContentPartPr/>
              <p14:nvPr/>
            </p14:nvContentPartPr>
            <p14:xfrm>
              <a:off x="6718953" y="234273"/>
              <a:ext cx="265320" cy="41220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4B06B1BC-8F3D-47C8-B270-0982F9EDE77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10313" y="225273"/>
                <a:ext cx="28296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A8CCD725-25C7-45EE-8244-CDE5F26F614B}"/>
                  </a:ext>
                </a:extLst>
              </p14:cNvPr>
              <p14:cNvContentPartPr/>
              <p14:nvPr/>
            </p14:nvContentPartPr>
            <p14:xfrm>
              <a:off x="6852513" y="541713"/>
              <a:ext cx="152640" cy="14724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A8CCD725-25C7-45EE-8244-CDE5F26F614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43513" y="533073"/>
                <a:ext cx="17028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2DB990E7-669F-4DB9-9660-D37F7E810B5F}"/>
                  </a:ext>
                </a:extLst>
              </p14:cNvPr>
              <p14:cNvContentPartPr/>
              <p14:nvPr/>
            </p14:nvContentPartPr>
            <p14:xfrm>
              <a:off x="9426513" y="364233"/>
              <a:ext cx="478440" cy="44388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2DB990E7-669F-4DB9-9660-D37F7E810B5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17513" y="355593"/>
                <a:ext cx="49608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537C728A-45E0-4FAC-9206-0A56D8F9DBDB}"/>
                  </a:ext>
                </a:extLst>
              </p14:cNvPr>
              <p14:cNvContentPartPr/>
              <p14:nvPr/>
            </p14:nvContentPartPr>
            <p14:xfrm>
              <a:off x="9526233" y="1284393"/>
              <a:ext cx="280080" cy="30960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537C728A-45E0-4FAC-9206-0A56D8F9DBD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17593" y="1275753"/>
                <a:ext cx="29772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E0179392-47DB-41D4-B98C-4493F5308D85}"/>
                  </a:ext>
                </a:extLst>
              </p14:cNvPr>
              <p14:cNvContentPartPr/>
              <p14:nvPr/>
            </p14:nvContentPartPr>
            <p14:xfrm>
              <a:off x="9143193" y="1724313"/>
              <a:ext cx="836640" cy="1908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E0179392-47DB-41D4-B98C-4493F5308D8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134553" y="1715313"/>
                <a:ext cx="8542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E03C90C0-0F26-4843-A8F8-0BC877F7A8B3}"/>
                  </a:ext>
                </a:extLst>
              </p14:cNvPr>
              <p14:cNvContentPartPr/>
              <p14:nvPr/>
            </p14:nvContentPartPr>
            <p14:xfrm>
              <a:off x="-864807" y="1884873"/>
              <a:ext cx="964800" cy="74808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E03C90C0-0F26-4843-A8F8-0BC877F7A8B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-873450" y="1875873"/>
                <a:ext cx="982447" cy="76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6CC9E2C2-C766-4C45-BF61-EF98984BEDD1}"/>
                  </a:ext>
                </a:extLst>
              </p14:cNvPr>
              <p14:cNvContentPartPr/>
              <p14:nvPr/>
            </p14:nvContentPartPr>
            <p14:xfrm>
              <a:off x="1502553" y="2105553"/>
              <a:ext cx="37440" cy="403200"/>
            </p14:xfrm>
          </p:contentPart>
        </mc:Choice>
        <mc:Fallback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6CC9E2C2-C766-4C45-BF61-EF98984BEDD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93553" y="2096913"/>
                <a:ext cx="5508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08E1A10B-D2A7-42B7-A7A7-6A9455869D95}"/>
                  </a:ext>
                </a:extLst>
              </p14:cNvPr>
              <p14:cNvContentPartPr/>
              <p14:nvPr/>
            </p14:nvContentPartPr>
            <p14:xfrm>
              <a:off x="1800273" y="2388153"/>
              <a:ext cx="72720" cy="7056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08E1A10B-D2A7-42B7-A7A7-6A9455869D9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91633" y="2379153"/>
                <a:ext cx="903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A26BE7B8-0D05-406A-9093-4416D054CAB9}"/>
                  </a:ext>
                </a:extLst>
              </p14:cNvPr>
              <p14:cNvContentPartPr/>
              <p14:nvPr/>
            </p14:nvContentPartPr>
            <p14:xfrm>
              <a:off x="2344593" y="2112393"/>
              <a:ext cx="279360" cy="29556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A26BE7B8-0D05-406A-9093-4416D054CAB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35953" y="2103393"/>
                <a:ext cx="2970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A52A6F13-6237-4915-A1BF-B71345182878}"/>
                  </a:ext>
                </a:extLst>
              </p14:cNvPr>
              <p14:cNvContentPartPr/>
              <p14:nvPr/>
            </p14:nvContentPartPr>
            <p14:xfrm>
              <a:off x="2956593" y="2136153"/>
              <a:ext cx="38880" cy="30420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A52A6F13-6237-4915-A1BF-B7134518287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947953" y="2127513"/>
                <a:ext cx="5652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45E9AAE1-3EE0-441F-B588-6BB817F29778}"/>
                  </a:ext>
                </a:extLst>
              </p14:cNvPr>
              <p14:cNvContentPartPr/>
              <p14:nvPr/>
            </p14:nvContentPartPr>
            <p14:xfrm>
              <a:off x="3315873" y="2109153"/>
              <a:ext cx="27360" cy="27252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45E9AAE1-3EE0-441F-B588-6BB817F2977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306873" y="2100513"/>
                <a:ext cx="4500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42372704-EBF0-46BA-8BA0-45506D0D4A49}"/>
                  </a:ext>
                </a:extLst>
              </p14:cNvPr>
              <p14:cNvContentPartPr/>
              <p14:nvPr/>
            </p14:nvContentPartPr>
            <p14:xfrm>
              <a:off x="3655713" y="2189433"/>
              <a:ext cx="235440" cy="24660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42372704-EBF0-46BA-8BA0-45506D0D4A4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647073" y="2180793"/>
                <a:ext cx="25308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F6FDCEEC-8D66-4EA3-B6D5-ACA4F1ACBAB8}"/>
                  </a:ext>
                </a:extLst>
              </p14:cNvPr>
              <p14:cNvContentPartPr/>
              <p14:nvPr/>
            </p14:nvContentPartPr>
            <p14:xfrm>
              <a:off x="4068633" y="2190873"/>
              <a:ext cx="50040" cy="28296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F6FDCEEC-8D66-4EA3-B6D5-ACA4F1ACBAB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59633" y="2182233"/>
                <a:ext cx="676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D6CE9A47-85D2-48E3-9898-32B9C83F70B8}"/>
                  </a:ext>
                </a:extLst>
              </p14:cNvPr>
              <p14:cNvContentPartPr/>
              <p14:nvPr/>
            </p14:nvContentPartPr>
            <p14:xfrm>
              <a:off x="4297233" y="2179353"/>
              <a:ext cx="180360" cy="27828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D6CE9A47-85D2-48E3-9898-32B9C83F70B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88593" y="2170353"/>
                <a:ext cx="1980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629EE6D3-5EAB-4DFA-8BA9-E1DBC97C31D5}"/>
                  </a:ext>
                </a:extLst>
              </p14:cNvPr>
              <p14:cNvContentPartPr/>
              <p14:nvPr/>
            </p14:nvContentPartPr>
            <p14:xfrm>
              <a:off x="667713" y="2173953"/>
              <a:ext cx="604800" cy="34128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629EE6D3-5EAB-4DFA-8BA9-E1DBC97C31D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8713" y="2165313"/>
                <a:ext cx="62244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A6F5388F-90B4-40B0-B145-F7694D38B14D}"/>
                  </a:ext>
                </a:extLst>
              </p14:cNvPr>
              <p14:cNvContentPartPr/>
              <p14:nvPr/>
            </p14:nvContentPartPr>
            <p14:xfrm>
              <a:off x="327153" y="2766873"/>
              <a:ext cx="4086360" cy="21204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A6F5388F-90B4-40B0-B145-F7694D38B14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8153" y="2758233"/>
                <a:ext cx="41040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E480D611-3655-46CF-9597-5F142F3E516F}"/>
                  </a:ext>
                </a:extLst>
              </p14:cNvPr>
              <p14:cNvContentPartPr/>
              <p14:nvPr/>
            </p14:nvContentPartPr>
            <p14:xfrm>
              <a:off x="1522353" y="3220473"/>
              <a:ext cx="14400" cy="359640"/>
            </p14:xfrm>
          </p:contentPart>
        </mc:Choice>
        <mc:Fallback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E480D611-3655-46CF-9597-5F142F3E516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13353" y="3211833"/>
                <a:ext cx="3204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E47DD654-F34A-40CE-AB5C-DAA3BBF77225}"/>
                  </a:ext>
                </a:extLst>
              </p14:cNvPr>
              <p14:cNvContentPartPr/>
              <p14:nvPr/>
            </p14:nvContentPartPr>
            <p14:xfrm>
              <a:off x="2357913" y="3203553"/>
              <a:ext cx="271800" cy="26892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E47DD654-F34A-40CE-AB5C-DAA3BBF7722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49273" y="3194913"/>
                <a:ext cx="28944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3D291961-5E4C-4C98-A1A1-D5673E6638B0}"/>
                  </a:ext>
                </a:extLst>
              </p14:cNvPr>
              <p14:cNvContentPartPr/>
              <p14:nvPr/>
            </p14:nvContentPartPr>
            <p14:xfrm>
              <a:off x="2879913" y="3237753"/>
              <a:ext cx="52920" cy="32364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3D291961-5E4C-4C98-A1A1-D5673E6638B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870913" y="3228753"/>
                <a:ext cx="7056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CD993969-5337-4FD9-AFBD-60B8A4FE31CD}"/>
                  </a:ext>
                </a:extLst>
              </p14:cNvPr>
              <p14:cNvContentPartPr/>
              <p14:nvPr/>
            </p14:nvContentPartPr>
            <p14:xfrm>
              <a:off x="3205353" y="3219753"/>
              <a:ext cx="14400" cy="331920"/>
            </p14:xfrm>
          </p:contentPart>
        </mc:Choice>
        <mc:Fallback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CD993969-5337-4FD9-AFBD-60B8A4FE31C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196353" y="3211113"/>
                <a:ext cx="320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6BEA119C-F514-4270-BA6A-9430FC6C0D37}"/>
                  </a:ext>
                </a:extLst>
              </p14:cNvPr>
              <p14:cNvContentPartPr/>
              <p14:nvPr/>
            </p14:nvContentPartPr>
            <p14:xfrm>
              <a:off x="3662193" y="3248553"/>
              <a:ext cx="268200" cy="22752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6BEA119C-F514-4270-BA6A-9430FC6C0D3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653193" y="3239913"/>
                <a:ext cx="2858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952AE0B7-74DF-4894-A8A1-25A8747F2CE7}"/>
                  </a:ext>
                </a:extLst>
              </p14:cNvPr>
              <p14:cNvContentPartPr/>
              <p14:nvPr/>
            </p14:nvContentPartPr>
            <p14:xfrm>
              <a:off x="4124793" y="3256833"/>
              <a:ext cx="16200" cy="293040"/>
            </p14:xfrm>
          </p:contentPart>
        </mc:Choice>
        <mc:Fallback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952AE0B7-74DF-4894-A8A1-25A8747F2CE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115793" y="3248193"/>
                <a:ext cx="3384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F9E8E534-76E3-4B1D-85C9-59749C444352}"/>
                  </a:ext>
                </a:extLst>
              </p14:cNvPr>
              <p14:cNvContentPartPr/>
              <p14:nvPr/>
            </p14:nvContentPartPr>
            <p14:xfrm>
              <a:off x="4369593" y="3270513"/>
              <a:ext cx="192600" cy="23472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F9E8E534-76E3-4B1D-85C9-59749C44435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360953" y="3261873"/>
                <a:ext cx="2102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70C156C4-2D0A-4252-9C10-6395D03C19EE}"/>
                  </a:ext>
                </a:extLst>
              </p14:cNvPr>
              <p14:cNvContentPartPr/>
              <p14:nvPr/>
            </p14:nvContentPartPr>
            <p14:xfrm>
              <a:off x="1770753" y="3445833"/>
              <a:ext cx="72000" cy="10728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70C156C4-2D0A-4252-9C10-6395D03C19E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761753" y="3437193"/>
                <a:ext cx="896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AFD5B70E-FB85-4B29-B6AD-2628D25CC122}"/>
                  </a:ext>
                </a:extLst>
              </p14:cNvPr>
              <p14:cNvContentPartPr/>
              <p14:nvPr/>
            </p14:nvContentPartPr>
            <p14:xfrm>
              <a:off x="643953" y="3256473"/>
              <a:ext cx="631440" cy="31212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AFD5B70E-FB85-4B29-B6AD-2628D25CC12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35313" y="3247483"/>
                <a:ext cx="649080" cy="329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AD9C0A63-24B1-4BA1-89A9-2F3522E0E4D7}"/>
                  </a:ext>
                </a:extLst>
              </p14:cNvPr>
              <p14:cNvContentPartPr/>
              <p14:nvPr/>
            </p14:nvContentPartPr>
            <p14:xfrm>
              <a:off x="4981593" y="3234873"/>
              <a:ext cx="7560" cy="84240"/>
            </p14:xfrm>
          </p:contentPart>
        </mc:Choice>
        <mc:Fallback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AD9C0A63-24B1-4BA1-89A9-2F3522E0E4D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972593" y="3225873"/>
                <a:ext cx="2520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B96DF9EF-8680-41D9-92DD-BA9C835395C9}"/>
                  </a:ext>
                </a:extLst>
              </p14:cNvPr>
              <p14:cNvContentPartPr/>
              <p14:nvPr/>
            </p14:nvContentPartPr>
            <p14:xfrm>
              <a:off x="4910673" y="3481833"/>
              <a:ext cx="139320" cy="10260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B96DF9EF-8680-41D9-92DD-BA9C835395C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01673" y="3473193"/>
                <a:ext cx="15696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D497DBAF-F853-4D6C-8D13-ECBF131185CF}"/>
                  </a:ext>
                </a:extLst>
              </p14:cNvPr>
              <p14:cNvContentPartPr/>
              <p14:nvPr/>
            </p14:nvContentPartPr>
            <p14:xfrm>
              <a:off x="-863367" y="3432873"/>
              <a:ext cx="301320" cy="216000"/>
            </p14:xfrm>
          </p:contentPart>
        </mc:Choice>
        <mc:Fallback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D497DBAF-F853-4D6C-8D13-ECBF131185C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-872007" y="3424233"/>
                <a:ext cx="3189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8F3B90CF-DF65-4441-96A7-276053AB5BAB}"/>
                  </a:ext>
                </a:extLst>
              </p14:cNvPr>
              <p14:cNvContentPartPr/>
              <p14:nvPr/>
            </p14:nvContentPartPr>
            <p14:xfrm>
              <a:off x="-630447" y="3342873"/>
              <a:ext cx="230400" cy="23904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8F3B90CF-DF65-4441-96A7-276053AB5BA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-639087" y="3333873"/>
                <a:ext cx="24804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0B74DA14-17F9-42C4-9CE1-95356FF4270E}"/>
                  </a:ext>
                </a:extLst>
              </p14:cNvPr>
              <p14:cNvContentPartPr/>
              <p14:nvPr/>
            </p14:nvContentPartPr>
            <p14:xfrm>
              <a:off x="-285567" y="3261153"/>
              <a:ext cx="235440" cy="26244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0B74DA14-17F9-42C4-9CE1-95356FF4270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-294567" y="3252153"/>
                <a:ext cx="2530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1D1391F8-CBDC-4551-8A39-70DAAC99B3BC}"/>
                  </a:ext>
                </a:extLst>
              </p14:cNvPr>
              <p14:cNvContentPartPr/>
              <p14:nvPr/>
            </p14:nvContentPartPr>
            <p14:xfrm>
              <a:off x="2381313" y="4080873"/>
              <a:ext cx="199440" cy="21852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1D1391F8-CBDC-4551-8A39-70DAAC99B3B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372673" y="4071873"/>
                <a:ext cx="2170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3FB09055-5237-49B6-BDDB-D2F8B54FC4FF}"/>
                  </a:ext>
                </a:extLst>
              </p14:cNvPr>
              <p14:cNvContentPartPr/>
              <p14:nvPr/>
            </p14:nvContentPartPr>
            <p14:xfrm>
              <a:off x="1947513" y="4299033"/>
              <a:ext cx="71640" cy="68760"/>
            </p14:xfrm>
          </p:contentPart>
        </mc:Choice>
        <mc:Fallback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3FB09055-5237-49B6-BDDB-D2F8B54FC4F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38873" y="4290033"/>
                <a:ext cx="892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015FDD79-2088-4531-A8A7-CCD14AEC0420}"/>
                  </a:ext>
                </a:extLst>
              </p14:cNvPr>
              <p14:cNvContentPartPr/>
              <p14:nvPr/>
            </p14:nvContentPartPr>
            <p14:xfrm>
              <a:off x="2902953" y="4038753"/>
              <a:ext cx="26280" cy="32508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015FDD79-2088-4531-A8A7-CCD14AEC042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894313" y="4030113"/>
                <a:ext cx="4392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269BC88D-7DA7-42AA-8A96-7BF618F267C0}"/>
                  </a:ext>
                </a:extLst>
              </p14:cNvPr>
              <p14:cNvContentPartPr/>
              <p14:nvPr/>
            </p14:nvContentPartPr>
            <p14:xfrm>
              <a:off x="3199593" y="4037673"/>
              <a:ext cx="260280" cy="26424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269BC88D-7DA7-42AA-8A96-7BF618F267C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190593" y="4028673"/>
                <a:ext cx="27792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349759ED-4B60-452F-AD6D-6BF97F1FE53C}"/>
                  </a:ext>
                </a:extLst>
              </p14:cNvPr>
              <p14:cNvContentPartPr/>
              <p14:nvPr/>
            </p14:nvContentPartPr>
            <p14:xfrm>
              <a:off x="3828513" y="4015353"/>
              <a:ext cx="37440" cy="212040"/>
            </p14:xfrm>
          </p:contentPart>
        </mc:Choice>
        <mc:Fallback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349759ED-4B60-452F-AD6D-6BF97F1FE53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819873" y="4006353"/>
                <a:ext cx="550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B8D36C6C-D0F5-4A0B-898C-67C11AB25511}"/>
                  </a:ext>
                </a:extLst>
              </p14:cNvPr>
              <p14:cNvContentPartPr/>
              <p14:nvPr/>
            </p14:nvContentPartPr>
            <p14:xfrm>
              <a:off x="4197153" y="4027953"/>
              <a:ext cx="28080" cy="26892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B8D36C6C-D0F5-4A0B-898C-67C11AB2551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188513" y="4019313"/>
                <a:ext cx="457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908937DC-AA14-4825-A2C6-C6AE64A94E0B}"/>
                  </a:ext>
                </a:extLst>
              </p14:cNvPr>
              <p14:cNvContentPartPr/>
              <p14:nvPr/>
            </p14:nvContentPartPr>
            <p14:xfrm>
              <a:off x="4524753" y="4030473"/>
              <a:ext cx="191160" cy="243360"/>
            </p14:xfrm>
          </p:contentPart>
        </mc:Choice>
        <mc:Fallback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908937DC-AA14-4825-A2C6-C6AE64A94E0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516113" y="4021473"/>
                <a:ext cx="2088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7AF30988-138D-4051-A8CD-7DDE9EFC4EDE}"/>
                  </a:ext>
                </a:extLst>
              </p14:cNvPr>
              <p14:cNvContentPartPr/>
              <p14:nvPr/>
            </p14:nvContentPartPr>
            <p14:xfrm>
              <a:off x="5186433" y="909273"/>
              <a:ext cx="2477880" cy="954720"/>
            </p14:xfrm>
          </p:contentPart>
        </mc:Choice>
        <mc:Fallback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7AF30988-138D-4051-A8CD-7DDE9EFC4ED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168430" y="900633"/>
                <a:ext cx="2504524" cy="9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DD338BE3-DAD5-46FA-9607-C7A7B91214B9}"/>
                  </a:ext>
                </a:extLst>
              </p14:cNvPr>
              <p14:cNvContentPartPr/>
              <p14:nvPr/>
            </p14:nvContentPartPr>
            <p14:xfrm>
              <a:off x="9549633" y="3894033"/>
              <a:ext cx="237600" cy="30132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DD338BE3-DAD5-46FA-9607-C7A7B91214B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540633" y="3885033"/>
                <a:ext cx="2552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B31FBF7A-7937-4F43-B94A-CE76192F895B}"/>
                  </a:ext>
                </a:extLst>
              </p14:cNvPr>
              <p14:cNvContentPartPr/>
              <p14:nvPr/>
            </p14:nvContentPartPr>
            <p14:xfrm>
              <a:off x="9432993" y="4295073"/>
              <a:ext cx="473760" cy="79920"/>
            </p14:xfrm>
          </p:contentPart>
        </mc:Choice>
        <mc:Fallback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B31FBF7A-7937-4F43-B94A-CE76192F895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423993" y="4286433"/>
                <a:ext cx="49140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B37B8C83-F55B-4510-A61F-A9AAD93AAE3F}"/>
                  </a:ext>
                </a:extLst>
              </p14:cNvPr>
              <p14:cNvContentPartPr/>
              <p14:nvPr/>
            </p14:nvContentPartPr>
            <p14:xfrm>
              <a:off x="-471687" y="4870353"/>
              <a:ext cx="21600" cy="268920"/>
            </p14:xfrm>
          </p:contentPart>
        </mc:Choice>
        <mc:Fallback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B37B8C83-F55B-4510-A61F-A9AAD93AAE3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-480687" y="4861353"/>
                <a:ext cx="3924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15274197-7C60-4D3E-9112-FDC5263F00CD}"/>
                  </a:ext>
                </a:extLst>
              </p14:cNvPr>
              <p14:cNvContentPartPr/>
              <p14:nvPr/>
            </p14:nvContentPartPr>
            <p14:xfrm>
              <a:off x="-240567" y="4811313"/>
              <a:ext cx="32760" cy="248040"/>
            </p14:xfrm>
          </p:contentPart>
        </mc:Choice>
        <mc:Fallback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15274197-7C60-4D3E-9112-FDC5263F00C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-249567" y="4802673"/>
                <a:ext cx="504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434FCD70-FF92-4690-A635-00F41E3EF240}"/>
                  </a:ext>
                </a:extLst>
              </p14:cNvPr>
              <p14:cNvContentPartPr/>
              <p14:nvPr/>
            </p14:nvContentPartPr>
            <p14:xfrm>
              <a:off x="5227113" y="5552193"/>
              <a:ext cx="74520" cy="269280"/>
            </p14:xfrm>
          </p:contentPart>
        </mc:Choice>
        <mc:Fallback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434FCD70-FF92-4690-A635-00F41E3EF24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218113" y="5543193"/>
                <a:ext cx="9216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BA80B5FF-DD8C-4AAE-9755-6D214221CA03}"/>
                  </a:ext>
                </a:extLst>
              </p14:cNvPr>
              <p14:cNvContentPartPr/>
              <p14:nvPr/>
            </p14:nvContentPartPr>
            <p14:xfrm>
              <a:off x="5487393" y="5603673"/>
              <a:ext cx="180360" cy="191520"/>
            </p14:xfrm>
          </p:contentPart>
        </mc:Choice>
        <mc:Fallback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BA80B5FF-DD8C-4AAE-9755-6D214221CA0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478393" y="5594673"/>
                <a:ext cx="1980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8AD16B22-C52B-4CE2-A1B5-F74A7CBA32B4}"/>
                  </a:ext>
                </a:extLst>
              </p14:cNvPr>
              <p14:cNvContentPartPr/>
              <p14:nvPr/>
            </p14:nvContentPartPr>
            <p14:xfrm>
              <a:off x="4537353" y="5498193"/>
              <a:ext cx="75960" cy="320040"/>
            </p14:xfrm>
          </p:contentPart>
        </mc:Choice>
        <mc:Fallback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8AD16B22-C52B-4CE2-A1B5-F74A7CBA32B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528353" y="5489193"/>
                <a:ext cx="9360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80" name="墨迹 179">
                <a:extLst>
                  <a:ext uri="{FF2B5EF4-FFF2-40B4-BE49-F238E27FC236}">
                    <a16:creationId xmlns:a16="http://schemas.microsoft.com/office/drawing/2014/main" id="{0BF306C2-BF1D-44F3-B7DD-99B6C01E3C5F}"/>
                  </a:ext>
                </a:extLst>
              </p14:cNvPr>
              <p14:cNvContentPartPr/>
              <p14:nvPr/>
            </p14:nvContentPartPr>
            <p14:xfrm>
              <a:off x="4122993" y="5514393"/>
              <a:ext cx="91800" cy="362160"/>
            </p14:xfrm>
          </p:contentPart>
        </mc:Choice>
        <mc:Fallback>
          <p:pic>
            <p:nvPicPr>
              <p:cNvPr id="180" name="墨迹 179">
                <a:extLst>
                  <a:ext uri="{FF2B5EF4-FFF2-40B4-BE49-F238E27FC236}">
                    <a16:creationId xmlns:a16="http://schemas.microsoft.com/office/drawing/2014/main" id="{0BF306C2-BF1D-44F3-B7DD-99B6C01E3C5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114353" y="5505753"/>
                <a:ext cx="10944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81" name="墨迹 180">
                <a:extLst>
                  <a:ext uri="{FF2B5EF4-FFF2-40B4-BE49-F238E27FC236}">
                    <a16:creationId xmlns:a16="http://schemas.microsoft.com/office/drawing/2014/main" id="{3FF1A865-A7FA-45FE-9901-A82EB36CB6FB}"/>
                  </a:ext>
                </a:extLst>
              </p14:cNvPr>
              <p14:cNvContentPartPr/>
              <p14:nvPr/>
            </p14:nvContentPartPr>
            <p14:xfrm>
              <a:off x="3698553" y="5485953"/>
              <a:ext cx="144000" cy="292680"/>
            </p14:xfrm>
          </p:contentPart>
        </mc:Choice>
        <mc:Fallback>
          <p:pic>
            <p:nvPicPr>
              <p:cNvPr id="181" name="墨迹 180">
                <a:extLst>
                  <a:ext uri="{FF2B5EF4-FFF2-40B4-BE49-F238E27FC236}">
                    <a16:creationId xmlns:a16="http://schemas.microsoft.com/office/drawing/2014/main" id="{3FF1A865-A7FA-45FE-9901-A82EB36CB6F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689553" y="5477313"/>
                <a:ext cx="16164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82" name="墨迹 181">
                <a:extLst>
                  <a:ext uri="{FF2B5EF4-FFF2-40B4-BE49-F238E27FC236}">
                    <a16:creationId xmlns:a16="http://schemas.microsoft.com/office/drawing/2014/main" id="{3D02EDD5-F5E9-4A2C-BE82-BF1B02FFF7B4}"/>
                  </a:ext>
                </a:extLst>
              </p14:cNvPr>
              <p14:cNvContentPartPr/>
              <p14:nvPr/>
            </p14:nvContentPartPr>
            <p14:xfrm>
              <a:off x="3272313" y="5547153"/>
              <a:ext cx="140400" cy="237600"/>
            </p14:xfrm>
          </p:contentPart>
        </mc:Choice>
        <mc:Fallback>
          <p:pic>
            <p:nvPicPr>
              <p:cNvPr id="182" name="墨迹 181">
                <a:extLst>
                  <a:ext uri="{FF2B5EF4-FFF2-40B4-BE49-F238E27FC236}">
                    <a16:creationId xmlns:a16="http://schemas.microsoft.com/office/drawing/2014/main" id="{3D02EDD5-F5E9-4A2C-BE82-BF1B02FFF7B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263313" y="5538153"/>
                <a:ext cx="1580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84" name="墨迹 183">
                <a:extLst>
                  <a:ext uri="{FF2B5EF4-FFF2-40B4-BE49-F238E27FC236}">
                    <a16:creationId xmlns:a16="http://schemas.microsoft.com/office/drawing/2014/main" id="{52690DA8-7664-47B5-9546-08FC92408B27}"/>
                  </a:ext>
                </a:extLst>
              </p14:cNvPr>
              <p14:cNvContentPartPr/>
              <p14:nvPr/>
            </p14:nvContentPartPr>
            <p14:xfrm>
              <a:off x="2813313" y="5578833"/>
              <a:ext cx="176760" cy="304560"/>
            </p14:xfrm>
          </p:contentPart>
        </mc:Choice>
        <mc:Fallback>
          <p:pic>
            <p:nvPicPr>
              <p:cNvPr id="184" name="墨迹 183">
                <a:extLst>
                  <a:ext uri="{FF2B5EF4-FFF2-40B4-BE49-F238E27FC236}">
                    <a16:creationId xmlns:a16="http://schemas.microsoft.com/office/drawing/2014/main" id="{52690DA8-7664-47B5-9546-08FC92408B2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804673" y="5569833"/>
                <a:ext cx="1944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87" name="墨迹 186">
                <a:extLst>
                  <a:ext uri="{FF2B5EF4-FFF2-40B4-BE49-F238E27FC236}">
                    <a16:creationId xmlns:a16="http://schemas.microsoft.com/office/drawing/2014/main" id="{2AEDAE09-74C1-470C-8CB6-3908B7729C8D}"/>
                  </a:ext>
                </a:extLst>
              </p14:cNvPr>
              <p14:cNvContentPartPr/>
              <p14:nvPr/>
            </p14:nvContentPartPr>
            <p14:xfrm>
              <a:off x="916473" y="5656233"/>
              <a:ext cx="228600" cy="228240"/>
            </p14:xfrm>
          </p:contentPart>
        </mc:Choice>
        <mc:Fallback>
          <p:pic>
            <p:nvPicPr>
              <p:cNvPr id="187" name="墨迹 186">
                <a:extLst>
                  <a:ext uri="{FF2B5EF4-FFF2-40B4-BE49-F238E27FC236}">
                    <a16:creationId xmlns:a16="http://schemas.microsoft.com/office/drawing/2014/main" id="{2AEDAE09-74C1-470C-8CB6-3908B7729C8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07833" y="5647593"/>
                <a:ext cx="24624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88" name="墨迹 187">
                <a:extLst>
                  <a:ext uri="{FF2B5EF4-FFF2-40B4-BE49-F238E27FC236}">
                    <a16:creationId xmlns:a16="http://schemas.microsoft.com/office/drawing/2014/main" id="{BC57F48E-CB7B-48F8-A1AB-54978E19833A}"/>
                  </a:ext>
                </a:extLst>
              </p14:cNvPr>
              <p14:cNvContentPartPr/>
              <p14:nvPr/>
            </p14:nvContentPartPr>
            <p14:xfrm>
              <a:off x="1282233" y="5625633"/>
              <a:ext cx="215280" cy="183960"/>
            </p14:xfrm>
          </p:contentPart>
        </mc:Choice>
        <mc:Fallback>
          <p:pic>
            <p:nvPicPr>
              <p:cNvPr id="188" name="墨迹 187">
                <a:extLst>
                  <a:ext uri="{FF2B5EF4-FFF2-40B4-BE49-F238E27FC236}">
                    <a16:creationId xmlns:a16="http://schemas.microsoft.com/office/drawing/2014/main" id="{BC57F48E-CB7B-48F8-A1AB-54978E19833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273233" y="5616633"/>
                <a:ext cx="2329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30514569-C0A9-4036-862C-8AE29DDAFBB8}"/>
                  </a:ext>
                </a:extLst>
              </p14:cNvPr>
              <p14:cNvContentPartPr/>
              <p14:nvPr/>
            </p14:nvContentPartPr>
            <p14:xfrm>
              <a:off x="1743033" y="5531313"/>
              <a:ext cx="54000" cy="381960"/>
            </p14:xfrm>
          </p:contentPart>
        </mc:Choice>
        <mc:Fallback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30514569-C0A9-4036-862C-8AE29DDAFBB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734393" y="5522673"/>
                <a:ext cx="71640" cy="39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CCD9A3AD-DD92-4D35-A13B-4F7CC6000D5F}"/>
                  </a:ext>
                </a:extLst>
              </p14:cNvPr>
              <p14:cNvContentPartPr/>
              <p14:nvPr/>
            </p14:nvContentPartPr>
            <p14:xfrm>
              <a:off x="2012673" y="5827953"/>
              <a:ext cx="68760" cy="50760"/>
            </p14:xfrm>
          </p:contentPart>
        </mc:Choice>
        <mc:Fallback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CCD9A3AD-DD92-4D35-A13B-4F7CC6000D5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004033" y="5818953"/>
                <a:ext cx="864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92" name="墨迹 191">
                <a:extLst>
                  <a:ext uri="{FF2B5EF4-FFF2-40B4-BE49-F238E27FC236}">
                    <a16:creationId xmlns:a16="http://schemas.microsoft.com/office/drawing/2014/main" id="{7A02EB8C-40D6-496C-B51D-9B166154E402}"/>
                  </a:ext>
                </a:extLst>
              </p14:cNvPr>
              <p14:cNvContentPartPr/>
              <p14:nvPr/>
            </p14:nvContentPartPr>
            <p14:xfrm>
              <a:off x="2360793" y="5587473"/>
              <a:ext cx="249480" cy="280080"/>
            </p14:xfrm>
          </p:contentPart>
        </mc:Choice>
        <mc:Fallback>
          <p:pic>
            <p:nvPicPr>
              <p:cNvPr id="192" name="墨迹 191">
                <a:extLst>
                  <a:ext uri="{FF2B5EF4-FFF2-40B4-BE49-F238E27FC236}">
                    <a16:creationId xmlns:a16="http://schemas.microsoft.com/office/drawing/2014/main" id="{7A02EB8C-40D6-496C-B51D-9B166154E40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351806" y="5578473"/>
                <a:ext cx="267095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523C3BFB-DA47-40E6-A43B-9D10D4F43449}"/>
                  </a:ext>
                </a:extLst>
              </p14:cNvPr>
              <p14:cNvContentPartPr/>
              <p14:nvPr/>
            </p14:nvContentPartPr>
            <p14:xfrm>
              <a:off x="-608487" y="4666593"/>
              <a:ext cx="8843760" cy="695880"/>
            </p14:xfrm>
          </p:contentPart>
        </mc:Choice>
        <mc:Fallback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523C3BFB-DA47-40E6-A43B-9D10D4F4344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-617127" y="4657593"/>
                <a:ext cx="8861400" cy="71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3DC54595-23EA-45AE-A5AB-6CEEBA0B6935}"/>
                  </a:ext>
                </a:extLst>
              </p14:cNvPr>
              <p14:cNvContentPartPr/>
              <p14:nvPr/>
            </p14:nvContentPartPr>
            <p14:xfrm>
              <a:off x="942393" y="6272913"/>
              <a:ext cx="189360" cy="284760"/>
            </p14:xfrm>
          </p:contentPart>
        </mc:Choice>
        <mc:Fallback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3DC54595-23EA-45AE-A5AB-6CEEBA0B693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33753" y="6263913"/>
                <a:ext cx="20700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F4467F92-6E5E-4882-BC27-0F218774EC2C}"/>
                  </a:ext>
                </a:extLst>
              </p14:cNvPr>
              <p14:cNvContentPartPr/>
              <p14:nvPr/>
            </p14:nvContentPartPr>
            <p14:xfrm>
              <a:off x="1299153" y="6240513"/>
              <a:ext cx="195120" cy="304560"/>
            </p14:xfrm>
          </p:contentPart>
        </mc:Choice>
        <mc:Fallback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F4467F92-6E5E-4882-BC27-0F218774EC2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290153" y="6231873"/>
                <a:ext cx="2127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C9F76E62-671D-488C-9428-D47913B27157}"/>
                  </a:ext>
                </a:extLst>
              </p14:cNvPr>
              <p14:cNvContentPartPr/>
              <p14:nvPr/>
            </p14:nvContentPartPr>
            <p14:xfrm>
              <a:off x="1704153" y="6289113"/>
              <a:ext cx="227880" cy="222480"/>
            </p14:xfrm>
          </p:contentPart>
        </mc:Choice>
        <mc:Fallback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C9F76E62-671D-488C-9428-D47913B2715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695153" y="6280113"/>
                <a:ext cx="2455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0591BE7F-70B3-4E02-ABF6-917A28675C3D}"/>
                  </a:ext>
                </a:extLst>
              </p14:cNvPr>
              <p14:cNvContentPartPr/>
              <p14:nvPr/>
            </p14:nvContentPartPr>
            <p14:xfrm>
              <a:off x="2456193" y="6275073"/>
              <a:ext cx="257400" cy="197640"/>
            </p14:xfrm>
          </p:contentPart>
        </mc:Choice>
        <mc:Fallback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0591BE7F-70B3-4E02-ABF6-917A28675C3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447193" y="6266073"/>
                <a:ext cx="2750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CB0D6A28-59B5-4C8C-B064-A89072F89382}"/>
                  </a:ext>
                </a:extLst>
              </p14:cNvPr>
              <p14:cNvContentPartPr/>
              <p14:nvPr/>
            </p14:nvContentPartPr>
            <p14:xfrm>
              <a:off x="2929233" y="6216753"/>
              <a:ext cx="29520" cy="275400"/>
            </p14:xfrm>
          </p:contentPart>
        </mc:Choice>
        <mc:Fallback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CB0D6A28-59B5-4C8C-B064-A89072F8938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920233" y="6208113"/>
                <a:ext cx="471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A411F2C3-55DE-4751-949C-C4C66D252FF8}"/>
                  </a:ext>
                </a:extLst>
              </p14:cNvPr>
              <p14:cNvContentPartPr/>
              <p14:nvPr/>
            </p14:nvContentPartPr>
            <p14:xfrm>
              <a:off x="2214993" y="6478833"/>
              <a:ext cx="70200" cy="71280"/>
            </p14:xfrm>
          </p:contentPart>
        </mc:Choice>
        <mc:Fallback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A411F2C3-55DE-4751-949C-C4C66D252FF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206353" y="6470193"/>
                <a:ext cx="878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9BCD9B1E-57A7-4484-87B8-B847556675D3}"/>
                  </a:ext>
                </a:extLst>
              </p14:cNvPr>
              <p14:cNvContentPartPr/>
              <p14:nvPr/>
            </p14:nvContentPartPr>
            <p14:xfrm>
              <a:off x="3312633" y="6240513"/>
              <a:ext cx="255960" cy="211680"/>
            </p14:xfrm>
          </p:contentPart>
        </mc:Choice>
        <mc:Fallback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9BCD9B1E-57A7-4484-87B8-B847556675D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303993" y="6231513"/>
                <a:ext cx="2736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01" name="墨迹 200">
                <a:extLst>
                  <a:ext uri="{FF2B5EF4-FFF2-40B4-BE49-F238E27FC236}">
                    <a16:creationId xmlns:a16="http://schemas.microsoft.com/office/drawing/2014/main" id="{879C27C4-CE21-4EB4-ABE7-24E25BE3A478}"/>
                  </a:ext>
                </a:extLst>
              </p14:cNvPr>
              <p14:cNvContentPartPr/>
              <p14:nvPr/>
            </p14:nvContentPartPr>
            <p14:xfrm>
              <a:off x="3799353" y="6246633"/>
              <a:ext cx="188280" cy="182880"/>
            </p14:xfrm>
          </p:contentPart>
        </mc:Choice>
        <mc:Fallback>
          <p:pic>
            <p:nvPicPr>
              <p:cNvPr id="201" name="墨迹 200">
                <a:extLst>
                  <a:ext uri="{FF2B5EF4-FFF2-40B4-BE49-F238E27FC236}">
                    <a16:creationId xmlns:a16="http://schemas.microsoft.com/office/drawing/2014/main" id="{879C27C4-CE21-4EB4-ABE7-24E25BE3A47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790713" y="6237993"/>
                <a:ext cx="2059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A6E14AD4-0413-4C30-A026-A33B09DD3583}"/>
                  </a:ext>
                </a:extLst>
              </p14:cNvPr>
              <p14:cNvContentPartPr/>
              <p14:nvPr/>
            </p14:nvContentPartPr>
            <p14:xfrm>
              <a:off x="4119753" y="6235113"/>
              <a:ext cx="186120" cy="202320"/>
            </p14:xfrm>
          </p:contentPart>
        </mc:Choice>
        <mc:Fallback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A6E14AD4-0413-4C30-A026-A33B09DD358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111113" y="6226113"/>
                <a:ext cx="2037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03" name="墨迹 202">
                <a:extLst>
                  <a:ext uri="{FF2B5EF4-FFF2-40B4-BE49-F238E27FC236}">
                    <a16:creationId xmlns:a16="http://schemas.microsoft.com/office/drawing/2014/main" id="{50BE0049-5D47-4A63-8AD9-B2CE6AD7A635}"/>
                  </a:ext>
                </a:extLst>
              </p14:cNvPr>
              <p14:cNvContentPartPr/>
              <p14:nvPr/>
            </p14:nvContentPartPr>
            <p14:xfrm>
              <a:off x="4651113" y="6165633"/>
              <a:ext cx="236880" cy="254160"/>
            </p14:xfrm>
          </p:contentPart>
        </mc:Choice>
        <mc:Fallback>
          <p:pic>
            <p:nvPicPr>
              <p:cNvPr id="203" name="墨迹 202">
                <a:extLst>
                  <a:ext uri="{FF2B5EF4-FFF2-40B4-BE49-F238E27FC236}">
                    <a16:creationId xmlns:a16="http://schemas.microsoft.com/office/drawing/2014/main" id="{50BE0049-5D47-4A63-8AD9-B2CE6AD7A63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642473" y="6156993"/>
                <a:ext cx="25452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51C160C9-7416-4CB3-BA56-752EF4B08557}"/>
                  </a:ext>
                </a:extLst>
              </p14:cNvPr>
              <p14:cNvContentPartPr/>
              <p14:nvPr/>
            </p14:nvContentPartPr>
            <p14:xfrm>
              <a:off x="5274993" y="6118833"/>
              <a:ext cx="48600" cy="244080"/>
            </p14:xfrm>
          </p:contentPart>
        </mc:Choice>
        <mc:Fallback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51C160C9-7416-4CB3-BA56-752EF4B0855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266353" y="6109833"/>
                <a:ext cx="6624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05" name="墨迹 204">
                <a:extLst>
                  <a:ext uri="{FF2B5EF4-FFF2-40B4-BE49-F238E27FC236}">
                    <a16:creationId xmlns:a16="http://schemas.microsoft.com/office/drawing/2014/main" id="{66546B68-5F2F-4BCD-A0B7-9043438E93C5}"/>
                  </a:ext>
                </a:extLst>
              </p14:cNvPr>
              <p14:cNvContentPartPr/>
              <p14:nvPr/>
            </p14:nvContentPartPr>
            <p14:xfrm>
              <a:off x="5566953" y="6138633"/>
              <a:ext cx="20160" cy="204480"/>
            </p14:xfrm>
          </p:contentPart>
        </mc:Choice>
        <mc:Fallback>
          <p:pic>
            <p:nvPicPr>
              <p:cNvPr id="205" name="墨迹 204">
                <a:extLst>
                  <a:ext uri="{FF2B5EF4-FFF2-40B4-BE49-F238E27FC236}">
                    <a16:creationId xmlns:a16="http://schemas.microsoft.com/office/drawing/2014/main" id="{66546B68-5F2F-4BCD-A0B7-9043438E93C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558313" y="6129993"/>
                <a:ext cx="378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06" name="墨迹 205">
                <a:extLst>
                  <a:ext uri="{FF2B5EF4-FFF2-40B4-BE49-F238E27FC236}">
                    <a16:creationId xmlns:a16="http://schemas.microsoft.com/office/drawing/2014/main" id="{BAFFBBEA-6FFC-407F-B03D-D9DFBB36C227}"/>
                  </a:ext>
                </a:extLst>
              </p14:cNvPr>
              <p14:cNvContentPartPr/>
              <p14:nvPr/>
            </p14:nvContentPartPr>
            <p14:xfrm>
              <a:off x="6071313" y="6057633"/>
              <a:ext cx="63360" cy="320760"/>
            </p14:xfrm>
          </p:contentPart>
        </mc:Choice>
        <mc:Fallback>
          <p:pic>
            <p:nvPicPr>
              <p:cNvPr id="206" name="墨迹 205">
                <a:extLst>
                  <a:ext uri="{FF2B5EF4-FFF2-40B4-BE49-F238E27FC236}">
                    <a16:creationId xmlns:a16="http://schemas.microsoft.com/office/drawing/2014/main" id="{BAFFBBEA-6FFC-407F-B03D-D9DFBB36C22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062313" y="6048993"/>
                <a:ext cx="8100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07" name="墨迹 206">
                <a:extLst>
                  <a:ext uri="{FF2B5EF4-FFF2-40B4-BE49-F238E27FC236}">
                    <a16:creationId xmlns:a16="http://schemas.microsoft.com/office/drawing/2014/main" id="{98F06F48-34B3-47EE-86DE-6D1C414EB0A1}"/>
                  </a:ext>
                </a:extLst>
              </p14:cNvPr>
              <p14:cNvContentPartPr/>
              <p14:nvPr/>
            </p14:nvContentPartPr>
            <p14:xfrm>
              <a:off x="6335553" y="6104433"/>
              <a:ext cx="225720" cy="237600"/>
            </p14:xfrm>
          </p:contentPart>
        </mc:Choice>
        <mc:Fallback>
          <p:pic>
            <p:nvPicPr>
              <p:cNvPr id="207" name="墨迹 206">
                <a:extLst>
                  <a:ext uri="{FF2B5EF4-FFF2-40B4-BE49-F238E27FC236}">
                    <a16:creationId xmlns:a16="http://schemas.microsoft.com/office/drawing/2014/main" id="{98F06F48-34B3-47EE-86DE-6D1C414EB0A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326913" y="6095433"/>
                <a:ext cx="2433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09" name="墨迹 208">
                <a:extLst>
                  <a:ext uri="{FF2B5EF4-FFF2-40B4-BE49-F238E27FC236}">
                    <a16:creationId xmlns:a16="http://schemas.microsoft.com/office/drawing/2014/main" id="{0E597201-4957-4682-B74B-E7DBDBDFA8DE}"/>
                  </a:ext>
                </a:extLst>
              </p14:cNvPr>
              <p14:cNvContentPartPr/>
              <p14:nvPr/>
            </p14:nvContentPartPr>
            <p14:xfrm>
              <a:off x="611553" y="4095993"/>
              <a:ext cx="1132920" cy="427320"/>
            </p14:xfrm>
          </p:contentPart>
        </mc:Choice>
        <mc:Fallback>
          <p:pic>
            <p:nvPicPr>
              <p:cNvPr id="209" name="墨迹 208">
                <a:extLst>
                  <a:ext uri="{FF2B5EF4-FFF2-40B4-BE49-F238E27FC236}">
                    <a16:creationId xmlns:a16="http://schemas.microsoft.com/office/drawing/2014/main" id="{0E597201-4957-4682-B74B-E7DBDBDFA8D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02910" y="4087353"/>
                <a:ext cx="1150566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7F630120-B755-473F-9FC8-761D0B74DB17}"/>
                  </a:ext>
                </a:extLst>
              </p14:cNvPr>
              <p14:cNvContentPartPr/>
              <p14:nvPr/>
            </p14:nvContentPartPr>
            <p14:xfrm>
              <a:off x="924033" y="6797793"/>
              <a:ext cx="844920" cy="57960"/>
            </p14:xfrm>
          </p:contentPart>
        </mc:Choice>
        <mc:Fallback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7F630120-B755-473F-9FC8-761D0B74DB1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15393" y="6788793"/>
                <a:ext cx="8625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11" name="墨迹 210">
                <a:extLst>
                  <a:ext uri="{FF2B5EF4-FFF2-40B4-BE49-F238E27FC236}">
                    <a16:creationId xmlns:a16="http://schemas.microsoft.com/office/drawing/2014/main" id="{532BB6B5-DD39-48CF-B14A-363FF2DA4D97}"/>
                  </a:ext>
                </a:extLst>
              </p14:cNvPr>
              <p14:cNvContentPartPr/>
              <p14:nvPr/>
            </p14:nvContentPartPr>
            <p14:xfrm>
              <a:off x="3828873" y="6587553"/>
              <a:ext cx="1019520" cy="50400"/>
            </p14:xfrm>
          </p:contentPart>
        </mc:Choice>
        <mc:Fallback>
          <p:pic>
            <p:nvPicPr>
              <p:cNvPr id="211" name="墨迹 210">
                <a:extLst>
                  <a:ext uri="{FF2B5EF4-FFF2-40B4-BE49-F238E27FC236}">
                    <a16:creationId xmlns:a16="http://schemas.microsoft.com/office/drawing/2014/main" id="{532BB6B5-DD39-48CF-B14A-363FF2DA4D97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819873" y="6578553"/>
                <a:ext cx="10371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650427C5-F81F-482C-B234-183D81BD9D91}"/>
                  </a:ext>
                </a:extLst>
              </p14:cNvPr>
              <p14:cNvContentPartPr/>
              <p14:nvPr/>
            </p14:nvContentPartPr>
            <p14:xfrm>
              <a:off x="5236473" y="3681993"/>
              <a:ext cx="2886120" cy="825840"/>
            </p14:xfrm>
          </p:contentPart>
        </mc:Choice>
        <mc:Fallback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650427C5-F81F-482C-B234-183D81BD9D91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227473" y="3672993"/>
                <a:ext cx="2903760" cy="8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48EA7585-8A19-47E3-876B-A519545DDEF7}"/>
                  </a:ext>
                </a:extLst>
              </p14:cNvPr>
              <p14:cNvContentPartPr/>
              <p14:nvPr/>
            </p14:nvContentPartPr>
            <p14:xfrm>
              <a:off x="-1102767" y="3025713"/>
              <a:ext cx="1203120" cy="1118880"/>
            </p14:xfrm>
          </p:contentPart>
        </mc:Choice>
        <mc:Fallback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48EA7585-8A19-47E3-876B-A519545DDEF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-1111767" y="3017073"/>
                <a:ext cx="122076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222" name="墨迹 221">
                <a:extLst>
                  <a:ext uri="{FF2B5EF4-FFF2-40B4-BE49-F238E27FC236}">
                    <a16:creationId xmlns:a16="http://schemas.microsoft.com/office/drawing/2014/main" id="{AA05EA9E-1B9B-49FF-B28E-C264EA1D7478}"/>
                  </a:ext>
                </a:extLst>
              </p14:cNvPr>
              <p14:cNvContentPartPr/>
              <p14:nvPr/>
            </p14:nvContentPartPr>
            <p14:xfrm>
              <a:off x="-615516" y="6056913"/>
              <a:ext cx="984600" cy="797760"/>
            </p14:xfrm>
          </p:contentPart>
        </mc:Choice>
        <mc:Fallback>
          <p:pic>
            <p:nvPicPr>
              <p:cNvPr id="222" name="墨迹 221">
                <a:extLst>
                  <a:ext uri="{FF2B5EF4-FFF2-40B4-BE49-F238E27FC236}">
                    <a16:creationId xmlns:a16="http://schemas.microsoft.com/office/drawing/2014/main" id="{AA05EA9E-1B9B-49FF-B28E-C264EA1D747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-624156" y="6048273"/>
                <a:ext cx="1002240" cy="8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4838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21343A5C-309B-43D4-B246-B03EE3AA14EE}"/>
                  </a:ext>
                </a:extLst>
              </p14:cNvPr>
              <p14:cNvContentPartPr/>
              <p14:nvPr/>
            </p14:nvContentPartPr>
            <p14:xfrm>
              <a:off x="2279793" y="643593"/>
              <a:ext cx="78120" cy="8640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21343A5C-309B-43D4-B246-B03EE3AA14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0793" y="634593"/>
                <a:ext cx="957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589FB67D-AD91-4FD3-8118-C4BAB605953A}"/>
                  </a:ext>
                </a:extLst>
              </p14:cNvPr>
              <p14:cNvContentPartPr/>
              <p14:nvPr/>
            </p14:nvContentPartPr>
            <p14:xfrm>
              <a:off x="1358553" y="353433"/>
              <a:ext cx="824400" cy="3693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589FB67D-AD91-4FD3-8118-C4BAB60595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9913" y="344433"/>
                <a:ext cx="84204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B529CDAF-52B1-4F96-ADC1-77A91DA479A1}"/>
                  </a:ext>
                </a:extLst>
              </p14:cNvPr>
              <p14:cNvContentPartPr/>
              <p14:nvPr/>
            </p14:nvContentPartPr>
            <p14:xfrm>
              <a:off x="2704953" y="346593"/>
              <a:ext cx="223560" cy="2775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B529CDAF-52B1-4F96-ADC1-77A91DA479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96313" y="337593"/>
                <a:ext cx="2412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3CA3BFF1-2E9A-4D9A-A65E-C12AF7EC8568}"/>
                  </a:ext>
                </a:extLst>
              </p14:cNvPr>
              <p14:cNvContentPartPr/>
              <p14:nvPr/>
            </p14:nvContentPartPr>
            <p14:xfrm>
              <a:off x="3172233" y="327513"/>
              <a:ext cx="8280" cy="28008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3CA3BFF1-2E9A-4D9A-A65E-C12AF7EC85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63233" y="318513"/>
                <a:ext cx="2592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14AD4819-590F-4D0A-9298-2BF3D62124E6}"/>
                  </a:ext>
                </a:extLst>
              </p14:cNvPr>
              <p14:cNvContentPartPr/>
              <p14:nvPr/>
            </p14:nvContentPartPr>
            <p14:xfrm>
              <a:off x="3363033" y="346953"/>
              <a:ext cx="226800" cy="2955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14AD4819-590F-4D0A-9298-2BF3D62124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54393" y="337953"/>
                <a:ext cx="24444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BD0C733D-6563-44AD-831D-A313AA4402FA}"/>
                  </a:ext>
                </a:extLst>
              </p14:cNvPr>
              <p14:cNvContentPartPr/>
              <p14:nvPr/>
            </p14:nvContentPartPr>
            <p14:xfrm>
              <a:off x="4029753" y="365673"/>
              <a:ext cx="272160" cy="27900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BD0C733D-6563-44AD-831D-A313AA4402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20753" y="357033"/>
                <a:ext cx="2898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1F626774-2C28-4F61-98DA-6FA5E6259070}"/>
                  </a:ext>
                </a:extLst>
              </p14:cNvPr>
              <p14:cNvContentPartPr/>
              <p14:nvPr/>
            </p14:nvContentPartPr>
            <p14:xfrm>
              <a:off x="4426473" y="351273"/>
              <a:ext cx="574920" cy="33300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1F626774-2C28-4F61-98DA-6FA5E625907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17473" y="342273"/>
                <a:ext cx="59256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97B91D4B-FD1D-4A30-A8FF-0DB1A2CE1CFB}"/>
                  </a:ext>
                </a:extLst>
              </p14:cNvPr>
              <p14:cNvContentPartPr/>
              <p14:nvPr/>
            </p14:nvContentPartPr>
            <p14:xfrm>
              <a:off x="5920833" y="401673"/>
              <a:ext cx="79920" cy="34308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97B91D4B-FD1D-4A30-A8FF-0DB1A2CE1CF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11833" y="392673"/>
                <a:ext cx="9756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0C7CFE08-5FEE-4ED8-AE3C-76484B16CE3D}"/>
                  </a:ext>
                </a:extLst>
              </p14:cNvPr>
              <p14:cNvContentPartPr/>
              <p14:nvPr/>
            </p14:nvContentPartPr>
            <p14:xfrm>
              <a:off x="6293793" y="423273"/>
              <a:ext cx="56520" cy="30276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0C7CFE08-5FEE-4ED8-AE3C-76484B16CE3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85153" y="414633"/>
                <a:ext cx="7416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96D37BD5-65EF-4131-A970-1558B658F507}"/>
                  </a:ext>
                </a:extLst>
              </p14:cNvPr>
              <p14:cNvContentPartPr/>
              <p14:nvPr/>
            </p14:nvContentPartPr>
            <p14:xfrm>
              <a:off x="6658473" y="401313"/>
              <a:ext cx="54000" cy="28332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96D37BD5-65EF-4131-A970-1558B658F50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49833" y="392313"/>
                <a:ext cx="716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DCC702EC-9C45-4370-A699-73ABA4C5B89B}"/>
                  </a:ext>
                </a:extLst>
              </p14:cNvPr>
              <p14:cNvContentPartPr/>
              <p14:nvPr/>
            </p14:nvContentPartPr>
            <p14:xfrm>
              <a:off x="6913353" y="445593"/>
              <a:ext cx="191520" cy="25236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DCC702EC-9C45-4370-A699-73ABA4C5B89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04713" y="436953"/>
                <a:ext cx="20916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53A5B1F4-43EE-421B-A3F8-74A7F46FD4ED}"/>
                  </a:ext>
                </a:extLst>
              </p14:cNvPr>
              <p14:cNvContentPartPr/>
              <p14:nvPr/>
            </p14:nvContentPartPr>
            <p14:xfrm>
              <a:off x="7392873" y="387633"/>
              <a:ext cx="9000" cy="12312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53A5B1F4-43EE-421B-A3F8-74A7F46FD4E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84233" y="378993"/>
                <a:ext cx="2664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E4598F0B-E487-4850-A2BC-8428EAD42769}"/>
                  </a:ext>
                </a:extLst>
              </p14:cNvPr>
              <p14:cNvContentPartPr/>
              <p14:nvPr/>
            </p14:nvContentPartPr>
            <p14:xfrm>
              <a:off x="7266873" y="639273"/>
              <a:ext cx="166680" cy="16740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E4598F0B-E487-4850-A2BC-8428EAD4276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257873" y="630273"/>
                <a:ext cx="1843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21DC4A8F-7418-4CB1-AB97-73A6AE45D021}"/>
                  </a:ext>
                </a:extLst>
              </p14:cNvPr>
              <p14:cNvContentPartPr/>
              <p14:nvPr/>
            </p14:nvContentPartPr>
            <p14:xfrm>
              <a:off x="8522913" y="362793"/>
              <a:ext cx="36720" cy="35892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21DC4A8F-7418-4CB1-AB97-73A6AE45D02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14273" y="354153"/>
                <a:ext cx="5436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C22688F8-33FA-4EB8-B116-E5177D3B6E9C}"/>
                  </a:ext>
                </a:extLst>
              </p14:cNvPr>
              <p14:cNvContentPartPr/>
              <p14:nvPr/>
            </p14:nvContentPartPr>
            <p14:xfrm>
              <a:off x="8784273" y="358833"/>
              <a:ext cx="29520" cy="43848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C22688F8-33FA-4EB8-B116-E5177D3B6E9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75273" y="349833"/>
                <a:ext cx="4716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31E7649F-E46E-4EAD-9285-1F9647062224}"/>
                  </a:ext>
                </a:extLst>
              </p14:cNvPr>
              <p14:cNvContentPartPr/>
              <p14:nvPr/>
            </p14:nvContentPartPr>
            <p14:xfrm>
              <a:off x="8402673" y="920793"/>
              <a:ext cx="507960" cy="3924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31E7649F-E46E-4EAD-9285-1F964706222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94033" y="911793"/>
                <a:ext cx="5256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C5025492-00F1-4BCF-9CF1-0E39FE52B779}"/>
                  </a:ext>
                </a:extLst>
              </p14:cNvPr>
              <p14:cNvContentPartPr/>
              <p14:nvPr/>
            </p14:nvContentPartPr>
            <p14:xfrm>
              <a:off x="10791273" y="372153"/>
              <a:ext cx="254880" cy="33948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C5025492-00F1-4BCF-9CF1-0E39FE52B77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782633" y="363513"/>
                <a:ext cx="27252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B8F42A4B-87DB-4254-98A3-2EF1DE55AF39}"/>
                  </a:ext>
                </a:extLst>
              </p14:cNvPr>
              <p14:cNvContentPartPr/>
              <p14:nvPr/>
            </p14:nvContentPartPr>
            <p14:xfrm>
              <a:off x="7804713" y="419313"/>
              <a:ext cx="521640" cy="33336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B8F42A4B-87DB-4254-98A3-2EF1DE55AF3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96067" y="410673"/>
                <a:ext cx="539292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1DCFC340-2AAB-4308-A353-09C719A5200D}"/>
                  </a:ext>
                </a:extLst>
              </p14:cNvPr>
              <p14:cNvContentPartPr/>
              <p14:nvPr/>
            </p14:nvContentPartPr>
            <p14:xfrm>
              <a:off x="10464753" y="-46887"/>
              <a:ext cx="177840" cy="20628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1DCFC340-2AAB-4308-A353-09C719A5200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456113" y="-55527"/>
                <a:ext cx="1954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521A6185-3DD4-4464-9DBA-2A201EC8A987}"/>
                  </a:ext>
                </a:extLst>
              </p14:cNvPr>
              <p14:cNvContentPartPr/>
              <p14:nvPr/>
            </p14:nvContentPartPr>
            <p14:xfrm>
              <a:off x="-106647" y="972640"/>
              <a:ext cx="1128240" cy="64224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521A6185-3DD4-4464-9DBA-2A201EC8A9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-115290" y="963640"/>
                <a:ext cx="1145886" cy="65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0C8D2968-1F94-488F-9E11-682C34EE0C1C}"/>
                  </a:ext>
                </a:extLst>
              </p14:cNvPr>
              <p14:cNvContentPartPr/>
              <p14:nvPr/>
            </p14:nvContentPartPr>
            <p14:xfrm>
              <a:off x="1465833" y="1121680"/>
              <a:ext cx="37800" cy="32760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0C8D2968-1F94-488F-9E11-682C34EE0C1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56833" y="1113040"/>
                <a:ext cx="554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FD43030D-4C61-407E-B1B5-9C49F83585F0}"/>
                  </a:ext>
                </a:extLst>
              </p14:cNvPr>
              <p14:cNvContentPartPr/>
              <p14:nvPr/>
            </p14:nvContentPartPr>
            <p14:xfrm>
              <a:off x="1796313" y="1139320"/>
              <a:ext cx="48240" cy="27864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FD43030D-4C61-407E-B1B5-9C49F83585F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87313" y="1130680"/>
                <a:ext cx="658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CE1F855D-6125-4729-8BA8-7ED11C270EF7}"/>
                  </a:ext>
                </a:extLst>
              </p14:cNvPr>
              <p14:cNvContentPartPr/>
              <p14:nvPr/>
            </p14:nvContentPartPr>
            <p14:xfrm>
              <a:off x="2113113" y="1165600"/>
              <a:ext cx="29520" cy="27828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CE1F855D-6125-4729-8BA8-7ED11C270EF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104473" y="1156960"/>
                <a:ext cx="471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B737100A-8DA1-4C28-9BFF-BC6FE043484F}"/>
                  </a:ext>
                </a:extLst>
              </p14:cNvPr>
              <p14:cNvContentPartPr/>
              <p14:nvPr/>
            </p14:nvContentPartPr>
            <p14:xfrm>
              <a:off x="2292033" y="1381600"/>
              <a:ext cx="86400" cy="9324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B737100A-8DA1-4C28-9BFF-BC6FE043484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283393" y="1372960"/>
                <a:ext cx="1040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1B73DD8D-E0AE-4E63-A6FE-5E252D1EA917}"/>
                  </a:ext>
                </a:extLst>
              </p14:cNvPr>
              <p14:cNvContentPartPr/>
              <p14:nvPr/>
            </p14:nvContentPartPr>
            <p14:xfrm>
              <a:off x="2755713" y="1160200"/>
              <a:ext cx="283320" cy="24552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1B73DD8D-E0AE-4E63-A6FE-5E252D1EA91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47073" y="1151560"/>
                <a:ext cx="3009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8EAFD92C-91AA-43CB-903E-6957252F8765}"/>
                  </a:ext>
                </a:extLst>
              </p14:cNvPr>
              <p14:cNvContentPartPr/>
              <p14:nvPr/>
            </p14:nvContentPartPr>
            <p14:xfrm>
              <a:off x="3264393" y="1146520"/>
              <a:ext cx="12960" cy="26964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8EAFD92C-91AA-43CB-903E-6957252F876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255753" y="1137880"/>
                <a:ext cx="306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DBDF4162-FEF8-426A-932F-90544F6D9A8E}"/>
                  </a:ext>
                </a:extLst>
              </p14:cNvPr>
              <p14:cNvContentPartPr/>
              <p14:nvPr/>
            </p14:nvContentPartPr>
            <p14:xfrm>
              <a:off x="3466353" y="1125280"/>
              <a:ext cx="180000" cy="40860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DBDF4162-FEF8-426A-932F-90544F6D9A8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457713" y="1116280"/>
                <a:ext cx="19764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8C293210-88BB-4F07-A063-4B920E2B699F}"/>
                  </a:ext>
                </a:extLst>
              </p14:cNvPr>
              <p14:cNvContentPartPr/>
              <p14:nvPr/>
            </p14:nvContentPartPr>
            <p14:xfrm>
              <a:off x="4001673" y="1184680"/>
              <a:ext cx="236880" cy="239760"/>
            </p14:xfrm>
          </p:contentPart>
        </mc:Choice>
        <mc:Fallback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8C293210-88BB-4F07-A063-4B920E2B699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92673" y="1175680"/>
                <a:ext cx="2545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68A24609-BD36-417A-9B3D-4563CDDC2EBE}"/>
                  </a:ext>
                </a:extLst>
              </p14:cNvPr>
              <p14:cNvContentPartPr/>
              <p14:nvPr/>
            </p14:nvContentPartPr>
            <p14:xfrm>
              <a:off x="4437273" y="1155880"/>
              <a:ext cx="19440" cy="17856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68A24609-BD36-417A-9B3D-4563CDDC2EB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428273" y="1146880"/>
                <a:ext cx="3708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4C506969-DE5F-4EC1-A8CD-8C377A170A81}"/>
                  </a:ext>
                </a:extLst>
              </p14:cNvPr>
              <p14:cNvContentPartPr/>
              <p14:nvPr/>
            </p14:nvContentPartPr>
            <p14:xfrm>
              <a:off x="4771713" y="1069840"/>
              <a:ext cx="9000" cy="40248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4C506969-DE5F-4EC1-A8CD-8C377A170A8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762713" y="1061200"/>
                <a:ext cx="2664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27504934-DC73-4482-9CE0-222076449240}"/>
                  </a:ext>
                </a:extLst>
              </p14:cNvPr>
              <p14:cNvContentPartPr/>
              <p14:nvPr/>
            </p14:nvContentPartPr>
            <p14:xfrm>
              <a:off x="798753" y="1698760"/>
              <a:ext cx="7831080" cy="26280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27504934-DC73-4482-9CE0-22207644924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89753" y="1689760"/>
                <a:ext cx="784872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697CA8CB-F3FA-48CA-BD08-64B5BEA27246}"/>
                  </a:ext>
                </a:extLst>
              </p14:cNvPr>
              <p14:cNvContentPartPr/>
              <p14:nvPr/>
            </p14:nvContentPartPr>
            <p14:xfrm>
              <a:off x="5913273" y="2111680"/>
              <a:ext cx="44640" cy="38664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697CA8CB-F3FA-48CA-BD08-64B5BEA2724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04633" y="2103040"/>
                <a:ext cx="622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34FCA193-E0F0-4AFC-AFC2-F59D99FBC9F3}"/>
                  </a:ext>
                </a:extLst>
              </p14:cNvPr>
              <p14:cNvContentPartPr/>
              <p14:nvPr/>
            </p14:nvContentPartPr>
            <p14:xfrm>
              <a:off x="6361833" y="2160640"/>
              <a:ext cx="53280" cy="22608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34FCA193-E0F0-4AFC-AFC2-F59D99FBC9F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352833" y="2152000"/>
                <a:ext cx="709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E95BC9DE-D00E-4770-917B-5EC5D4C713A7}"/>
                  </a:ext>
                </a:extLst>
              </p14:cNvPr>
              <p14:cNvContentPartPr/>
              <p14:nvPr/>
            </p14:nvContentPartPr>
            <p14:xfrm>
              <a:off x="6640113" y="2130760"/>
              <a:ext cx="36000" cy="30276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E95BC9DE-D00E-4770-917B-5EC5D4C713A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631473" y="2122120"/>
                <a:ext cx="536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A1470F0E-E577-492C-8277-CF2E5D3ADEDF}"/>
                  </a:ext>
                </a:extLst>
              </p14:cNvPr>
              <p14:cNvContentPartPr/>
              <p14:nvPr/>
            </p14:nvContentPartPr>
            <p14:xfrm>
              <a:off x="6956913" y="2148760"/>
              <a:ext cx="212760" cy="25092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A1470F0E-E577-492C-8277-CF2E5D3ADED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48273" y="2139760"/>
                <a:ext cx="2304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A207A515-77F7-424A-A500-908094832A69}"/>
                  </a:ext>
                </a:extLst>
              </p14:cNvPr>
              <p14:cNvContentPartPr/>
              <p14:nvPr/>
            </p14:nvContentPartPr>
            <p14:xfrm>
              <a:off x="4158633" y="2182960"/>
              <a:ext cx="254520" cy="30708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A207A515-77F7-424A-A500-908094832A6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149633" y="2174320"/>
                <a:ext cx="27216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4526B421-C660-4BDC-BEA2-20F1EE943088}"/>
                  </a:ext>
                </a:extLst>
              </p14:cNvPr>
              <p14:cNvContentPartPr/>
              <p14:nvPr/>
            </p14:nvContentPartPr>
            <p14:xfrm>
              <a:off x="4632033" y="2164240"/>
              <a:ext cx="14400" cy="33480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4526B421-C660-4BDC-BEA2-20F1EE94308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623033" y="2155600"/>
                <a:ext cx="320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53506261-CD7A-4906-9795-17B307BC690F}"/>
                  </a:ext>
                </a:extLst>
              </p14:cNvPr>
              <p14:cNvContentPartPr/>
              <p14:nvPr/>
            </p14:nvContentPartPr>
            <p14:xfrm>
              <a:off x="4944513" y="2116720"/>
              <a:ext cx="17640" cy="33984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53506261-CD7A-4906-9795-17B307BC690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935513" y="2107720"/>
                <a:ext cx="352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4BB0D2FD-C522-4314-9499-69194F1F5685}"/>
                  </a:ext>
                </a:extLst>
              </p14:cNvPr>
              <p14:cNvContentPartPr/>
              <p14:nvPr/>
            </p14:nvContentPartPr>
            <p14:xfrm>
              <a:off x="2889633" y="2166400"/>
              <a:ext cx="52560" cy="42336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4BB0D2FD-C522-4314-9499-69194F1F568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880993" y="2157400"/>
                <a:ext cx="7020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C99A76F6-0D92-42D5-A383-54FF73959883}"/>
                  </a:ext>
                </a:extLst>
              </p14:cNvPr>
              <p14:cNvContentPartPr/>
              <p14:nvPr/>
            </p14:nvContentPartPr>
            <p14:xfrm>
              <a:off x="3226233" y="2280160"/>
              <a:ext cx="236520" cy="21420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C99A76F6-0D92-42D5-A383-54FF7395988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17593" y="2271160"/>
                <a:ext cx="2541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51E55AE0-7808-4675-9596-8DF87C556CAE}"/>
                  </a:ext>
                </a:extLst>
              </p14:cNvPr>
              <p14:cNvContentPartPr/>
              <p14:nvPr/>
            </p14:nvContentPartPr>
            <p14:xfrm>
              <a:off x="3579033" y="2253520"/>
              <a:ext cx="163800" cy="20556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51E55AE0-7808-4675-9596-8DF87C556CA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570393" y="2244520"/>
                <a:ext cx="1814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AFCD315D-F02E-4910-B829-16212EFEFE49}"/>
                  </a:ext>
                </a:extLst>
              </p14:cNvPr>
              <p14:cNvContentPartPr/>
              <p14:nvPr/>
            </p14:nvContentPartPr>
            <p14:xfrm>
              <a:off x="1445313" y="2267200"/>
              <a:ext cx="42840" cy="36432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AFCD315D-F02E-4910-B829-16212EFEFE4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36313" y="2258560"/>
                <a:ext cx="6048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D13FB1B4-C44D-403B-BF56-EE039F80CAD6}"/>
                  </a:ext>
                </a:extLst>
              </p14:cNvPr>
              <p14:cNvContentPartPr/>
              <p14:nvPr/>
            </p14:nvContentPartPr>
            <p14:xfrm>
              <a:off x="1780113" y="2281960"/>
              <a:ext cx="32760" cy="28512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D13FB1B4-C44D-403B-BF56-EE039F80CAD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771473" y="2273320"/>
                <a:ext cx="5040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A52B4F66-D1FB-4DB2-A450-24F46F288A3F}"/>
                  </a:ext>
                </a:extLst>
              </p14:cNvPr>
              <p14:cNvContentPartPr/>
              <p14:nvPr/>
            </p14:nvContentPartPr>
            <p14:xfrm>
              <a:off x="2462313" y="2474560"/>
              <a:ext cx="65160" cy="7848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A52B4F66-D1FB-4DB2-A450-24F46F288A3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453673" y="2465920"/>
                <a:ext cx="828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13E73F83-2D84-428F-B547-313B1133D84E}"/>
                  </a:ext>
                </a:extLst>
              </p14:cNvPr>
              <p14:cNvContentPartPr/>
              <p14:nvPr/>
            </p14:nvContentPartPr>
            <p14:xfrm>
              <a:off x="2159913" y="2229040"/>
              <a:ext cx="20160" cy="27180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13E73F83-2D84-428F-B547-313B1133D84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150913" y="2220040"/>
                <a:ext cx="378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661C01A4-3CE8-4421-B57C-E5803EB9B972}"/>
                  </a:ext>
                </a:extLst>
              </p14:cNvPr>
              <p14:cNvContentPartPr/>
              <p14:nvPr/>
            </p14:nvContentPartPr>
            <p14:xfrm>
              <a:off x="236793" y="2185840"/>
              <a:ext cx="453240" cy="54432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661C01A4-3CE8-4421-B57C-E5803EB9B97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27793" y="2177194"/>
                <a:ext cx="470880" cy="561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96DA2F3C-2134-4601-81BA-0A0B1F595791}"/>
                  </a:ext>
                </a:extLst>
              </p14:cNvPr>
              <p14:cNvContentPartPr/>
              <p14:nvPr/>
            </p14:nvContentPartPr>
            <p14:xfrm>
              <a:off x="83793" y="2167120"/>
              <a:ext cx="6973560" cy="13104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96DA2F3C-2134-4601-81BA-0A0B1F59579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0153" y="2059120"/>
                <a:ext cx="708120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41F9BE07-D067-4EDC-836D-7699D1ED890D}"/>
                  </a:ext>
                </a:extLst>
              </p14:cNvPr>
              <p14:cNvContentPartPr/>
              <p14:nvPr/>
            </p14:nvContentPartPr>
            <p14:xfrm>
              <a:off x="301593" y="2222200"/>
              <a:ext cx="7213680" cy="36072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41F9BE07-D067-4EDC-836D-7699D1ED890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47593" y="2114560"/>
                <a:ext cx="732132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DAA93169-FF45-4BC3-BEF9-4FE1E4170A0C}"/>
                  </a:ext>
                </a:extLst>
              </p14:cNvPr>
              <p14:cNvContentPartPr/>
              <p14:nvPr/>
            </p14:nvContentPartPr>
            <p14:xfrm>
              <a:off x="2576433" y="3314800"/>
              <a:ext cx="79200" cy="4464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DAA93169-FF45-4BC3-BEF9-4FE1E4170A0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567433" y="3305800"/>
                <a:ext cx="968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515769FF-4713-4064-B590-04CAB50E3FA4}"/>
                  </a:ext>
                </a:extLst>
              </p14:cNvPr>
              <p14:cNvContentPartPr/>
              <p14:nvPr/>
            </p14:nvContentPartPr>
            <p14:xfrm>
              <a:off x="2955873" y="3042640"/>
              <a:ext cx="42840" cy="34056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515769FF-4713-4064-B590-04CAB50E3FA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947233" y="3034000"/>
                <a:ext cx="604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E6300AA6-0576-47D4-BEF7-DFC0623E5BA4}"/>
                  </a:ext>
                </a:extLst>
              </p14:cNvPr>
              <p14:cNvContentPartPr/>
              <p14:nvPr/>
            </p14:nvContentPartPr>
            <p14:xfrm>
              <a:off x="3347913" y="3004480"/>
              <a:ext cx="30600" cy="38376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E6300AA6-0576-47D4-BEF7-DFC0623E5BA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338913" y="2995480"/>
                <a:ext cx="4824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FDA942B4-04C4-45C8-A97C-CE3C8DBE450C}"/>
                  </a:ext>
                </a:extLst>
              </p14:cNvPr>
              <p14:cNvContentPartPr/>
              <p14:nvPr/>
            </p14:nvContentPartPr>
            <p14:xfrm>
              <a:off x="4179513" y="3045520"/>
              <a:ext cx="263520" cy="22716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FDA942B4-04C4-45C8-A97C-CE3C8DBE450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170873" y="3036880"/>
                <a:ext cx="2811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2E2140A1-D9C4-485D-A528-5710F3AF3962}"/>
                  </a:ext>
                </a:extLst>
              </p14:cNvPr>
              <p14:cNvContentPartPr/>
              <p14:nvPr/>
            </p14:nvContentPartPr>
            <p14:xfrm>
              <a:off x="4536633" y="3085480"/>
              <a:ext cx="179280" cy="19656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2E2140A1-D9C4-485D-A528-5710F3AF396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527993" y="3076480"/>
                <a:ext cx="1969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11CBE585-7079-4EDA-A02A-FF4C351AD0F0}"/>
                  </a:ext>
                </a:extLst>
              </p14:cNvPr>
              <p14:cNvContentPartPr/>
              <p14:nvPr/>
            </p14:nvContentPartPr>
            <p14:xfrm>
              <a:off x="3059193" y="2611360"/>
              <a:ext cx="682200" cy="2916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11CBE585-7079-4EDA-A02A-FF4C351AD0F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050553" y="2602360"/>
                <a:ext cx="6998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1FC04E9B-E560-4CDC-BC7B-244C199E8AF2}"/>
                  </a:ext>
                </a:extLst>
              </p14:cNvPr>
              <p14:cNvContentPartPr/>
              <p14:nvPr/>
            </p14:nvContentPartPr>
            <p14:xfrm>
              <a:off x="3905913" y="3352240"/>
              <a:ext cx="747360" cy="2232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1FC04E9B-E560-4CDC-BC7B-244C199E8AF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897273" y="3343600"/>
                <a:ext cx="7650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C3017877-0456-490B-BB37-A5D8B9DD595A}"/>
                  </a:ext>
                </a:extLst>
              </p14:cNvPr>
              <p14:cNvContentPartPr/>
              <p14:nvPr/>
            </p14:nvContentPartPr>
            <p14:xfrm>
              <a:off x="5050713" y="3037600"/>
              <a:ext cx="226440" cy="257760"/>
            </p14:xfrm>
          </p:contentPart>
        </mc:Choice>
        <mc:Fallback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C3017877-0456-490B-BB37-A5D8B9DD595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041713" y="3028600"/>
                <a:ext cx="24408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41A8BB08-2D03-49F1-8D83-765450695DB5}"/>
                  </a:ext>
                </a:extLst>
              </p14:cNvPr>
              <p14:cNvContentPartPr/>
              <p14:nvPr/>
            </p14:nvContentPartPr>
            <p14:xfrm>
              <a:off x="5965113" y="2942560"/>
              <a:ext cx="82800" cy="35388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41A8BB08-2D03-49F1-8D83-765450695DB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956473" y="2933920"/>
                <a:ext cx="10044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F3BA598D-D10D-4D70-AB85-F66D6C668F56}"/>
                  </a:ext>
                </a:extLst>
              </p14:cNvPr>
              <p14:cNvContentPartPr/>
              <p14:nvPr/>
            </p14:nvContentPartPr>
            <p14:xfrm>
              <a:off x="6322953" y="2996560"/>
              <a:ext cx="45360" cy="261360"/>
            </p14:xfrm>
          </p:contentPart>
        </mc:Choice>
        <mc:Fallback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F3BA598D-D10D-4D70-AB85-F66D6C668F5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313953" y="2987920"/>
                <a:ext cx="6300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8A012654-40EF-4DF1-9BAE-D8167CBFE5F1}"/>
                  </a:ext>
                </a:extLst>
              </p14:cNvPr>
              <p14:cNvContentPartPr/>
              <p14:nvPr/>
            </p14:nvContentPartPr>
            <p14:xfrm>
              <a:off x="6734433" y="2933920"/>
              <a:ext cx="49680" cy="27864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8A012654-40EF-4DF1-9BAE-D8167CBFE5F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725793" y="2925280"/>
                <a:ext cx="673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B5795C7C-20E0-4586-A539-C2691615B649}"/>
                  </a:ext>
                </a:extLst>
              </p14:cNvPr>
              <p14:cNvContentPartPr/>
              <p14:nvPr/>
            </p14:nvContentPartPr>
            <p14:xfrm>
              <a:off x="7112073" y="2936080"/>
              <a:ext cx="62640" cy="25812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B5795C7C-20E0-4586-A539-C2691615B64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103433" y="2927440"/>
                <a:ext cx="8028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3576F35E-6905-4AE9-A94C-2BFF2A664CAC}"/>
                  </a:ext>
                </a:extLst>
              </p14:cNvPr>
              <p14:cNvContentPartPr/>
              <p14:nvPr/>
            </p14:nvContentPartPr>
            <p14:xfrm>
              <a:off x="7503393" y="2972440"/>
              <a:ext cx="73080" cy="24876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3576F35E-6905-4AE9-A94C-2BFF2A664CA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494753" y="2963440"/>
                <a:ext cx="9072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A7960663-FB4E-4096-8DD6-391A2DB25E40}"/>
                  </a:ext>
                </a:extLst>
              </p14:cNvPr>
              <p14:cNvContentPartPr/>
              <p14:nvPr/>
            </p14:nvContentPartPr>
            <p14:xfrm>
              <a:off x="7753233" y="3010240"/>
              <a:ext cx="192600" cy="186480"/>
            </p14:xfrm>
          </p:contentPart>
        </mc:Choice>
        <mc:Fallback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A7960663-FB4E-4096-8DD6-391A2DB25E4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744233" y="3001240"/>
                <a:ext cx="2102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A2B5389F-E015-4E57-B847-181B77E2AC9A}"/>
                  </a:ext>
                </a:extLst>
              </p14:cNvPr>
              <p14:cNvContentPartPr/>
              <p14:nvPr/>
            </p14:nvContentPartPr>
            <p14:xfrm>
              <a:off x="8255433" y="2960200"/>
              <a:ext cx="21600" cy="11952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A2B5389F-E015-4E57-B847-181B77E2AC9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246793" y="2951560"/>
                <a:ext cx="392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F69EC8B5-71C4-4FD5-9B5E-15C7A159E217}"/>
                  </a:ext>
                </a:extLst>
              </p14:cNvPr>
              <p14:cNvContentPartPr/>
              <p14:nvPr/>
            </p14:nvContentPartPr>
            <p14:xfrm>
              <a:off x="8076513" y="3206800"/>
              <a:ext cx="185760" cy="191520"/>
            </p14:xfrm>
          </p:contentPart>
        </mc:Choice>
        <mc:Fallback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F69EC8B5-71C4-4FD5-9B5E-15C7A159E21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067513" y="3197800"/>
                <a:ext cx="2034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4C7236CD-0466-411E-9EFE-62BE480D9CD3}"/>
                  </a:ext>
                </a:extLst>
              </p14:cNvPr>
              <p14:cNvContentPartPr/>
              <p14:nvPr/>
            </p14:nvContentPartPr>
            <p14:xfrm>
              <a:off x="-610287" y="2593360"/>
              <a:ext cx="165960" cy="15732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4C7236CD-0466-411E-9EFE-62BE480D9CD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-619287" y="2584360"/>
                <a:ext cx="1836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FD89C8E9-246B-4340-BA03-A42DBCF6BD96}"/>
                  </a:ext>
                </a:extLst>
              </p14:cNvPr>
              <p14:cNvContentPartPr/>
              <p14:nvPr/>
            </p14:nvContentPartPr>
            <p14:xfrm>
              <a:off x="-392847" y="2553040"/>
              <a:ext cx="183600" cy="146880"/>
            </p14:xfrm>
          </p:contentPart>
        </mc:Choice>
        <mc:Fallback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FD89C8E9-246B-4340-BA03-A42DBCF6BD9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-401847" y="2544400"/>
                <a:ext cx="2012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790ECECD-383B-487F-ACF1-4D5166429D10}"/>
                  </a:ext>
                </a:extLst>
              </p14:cNvPr>
              <p14:cNvContentPartPr/>
              <p14:nvPr/>
            </p14:nvContentPartPr>
            <p14:xfrm>
              <a:off x="-497247" y="2232640"/>
              <a:ext cx="262440" cy="148680"/>
            </p14:xfrm>
          </p:contentPart>
        </mc:Choice>
        <mc:Fallback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790ECECD-383B-487F-ACF1-4D5166429D1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-505887" y="2223640"/>
                <a:ext cx="2800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1AC0A566-3176-44F1-9AAA-EAB8A9744D9E}"/>
                  </a:ext>
                </a:extLst>
              </p14:cNvPr>
              <p14:cNvContentPartPr/>
              <p14:nvPr/>
            </p14:nvContentPartPr>
            <p14:xfrm>
              <a:off x="-940767" y="1927000"/>
              <a:ext cx="835560" cy="1146960"/>
            </p14:xfrm>
          </p:contentPart>
        </mc:Choice>
        <mc:Fallback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1AC0A566-3176-44F1-9AAA-EAB8A9744D9E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-949767" y="1918360"/>
                <a:ext cx="85320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951E2DE0-9218-4ED9-880D-398DBE341249}"/>
                  </a:ext>
                </a:extLst>
              </p14:cNvPr>
              <p14:cNvContentPartPr/>
              <p14:nvPr/>
            </p14:nvContentPartPr>
            <p14:xfrm>
              <a:off x="1417002" y="3042640"/>
              <a:ext cx="913551" cy="509760"/>
            </p14:xfrm>
          </p:contentPart>
        </mc:Choice>
        <mc:Fallback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951E2DE0-9218-4ED9-880D-398DBE34124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408363" y="3033994"/>
                <a:ext cx="931189" cy="5274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D70AD60E-4D68-4959-95FE-FF5F416D91D5}"/>
                  </a:ext>
                </a:extLst>
              </p14:cNvPr>
              <p14:cNvContentPartPr/>
              <p14:nvPr/>
            </p14:nvContentPartPr>
            <p14:xfrm>
              <a:off x="8511882" y="2942560"/>
              <a:ext cx="747720" cy="67356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D70AD60E-4D68-4959-95FE-FF5F416D91D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503242" y="2933560"/>
                <a:ext cx="765360" cy="70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38F7446F-4FD6-46DD-B61E-77915982ECA8}"/>
                  </a:ext>
                </a:extLst>
              </p14:cNvPr>
              <p14:cNvContentPartPr/>
              <p14:nvPr/>
            </p14:nvContentPartPr>
            <p14:xfrm>
              <a:off x="10921362" y="2634400"/>
              <a:ext cx="637920" cy="922680"/>
            </p14:xfrm>
          </p:contentPart>
        </mc:Choice>
        <mc:Fallback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38F7446F-4FD6-46DD-B61E-77915982ECA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0912717" y="2625400"/>
                <a:ext cx="655570" cy="9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0036142C-3C4D-410A-947E-26D2DE195C7F}"/>
                  </a:ext>
                </a:extLst>
              </p14:cNvPr>
              <p14:cNvContentPartPr/>
              <p14:nvPr/>
            </p14:nvContentPartPr>
            <p14:xfrm>
              <a:off x="2850522" y="3490120"/>
              <a:ext cx="155520" cy="5400"/>
            </p14:xfrm>
          </p:contentPart>
        </mc:Choice>
        <mc:Fallback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0036142C-3C4D-410A-947E-26D2DE195C7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841522" y="3481120"/>
                <a:ext cx="17316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BF041BD2-66ED-40CD-BFB8-DF68D7B5DBFD}"/>
                  </a:ext>
                </a:extLst>
              </p14:cNvPr>
              <p14:cNvContentPartPr/>
              <p14:nvPr/>
            </p14:nvContentPartPr>
            <p14:xfrm>
              <a:off x="3730953" y="2965960"/>
              <a:ext cx="65649" cy="407160"/>
            </p14:xfrm>
          </p:contentPart>
        </mc:Choice>
        <mc:Fallback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BF041BD2-66ED-40CD-BFB8-DF68D7B5DBF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721985" y="2957320"/>
                <a:ext cx="83227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83" name="墨迹 182">
                <a:extLst>
                  <a:ext uri="{FF2B5EF4-FFF2-40B4-BE49-F238E27FC236}">
                    <a16:creationId xmlns:a16="http://schemas.microsoft.com/office/drawing/2014/main" id="{45B6A1A7-D749-456C-952A-20701A14D1D3}"/>
                  </a:ext>
                </a:extLst>
              </p14:cNvPr>
              <p14:cNvContentPartPr/>
              <p14:nvPr/>
            </p14:nvContentPartPr>
            <p14:xfrm>
              <a:off x="-134727" y="3631600"/>
              <a:ext cx="8405409" cy="872280"/>
            </p14:xfrm>
          </p:contentPart>
        </mc:Choice>
        <mc:Fallback>
          <p:pic>
            <p:nvPicPr>
              <p:cNvPr id="183" name="墨迹 182">
                <a:extLst>
                  <a:ext uri="{FF2B5EF4-FFF2-40B4-BE49-F238E27FC236}">
                    <a16:creationId xmlns:a16="http://schemas.microsoft.com/office/drawing/2014/main" id="{45B6A1A7-D749-456C-952A-20701A14D1D3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-143727" y="3622600"/>
                <a:ext cx="8423049" cy="88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EBF931D4-9F35-498A-9850-90AFD8B27139}"/>
                  </a:ext>
                </a:extLst>
              </p14:cNvPr>
              <p14:cNvContentPartPr/>
              <p14:nvPr/>
            </p14:nvContentPartPr>
            <p14:xfrm>
              <a:off x="-468678" y="5556160"/>
              <a:ext cx="170640" cy="60840"/>
            </p14:xfrm>
          </p:contentPart>
        </mc:Choice>
        <mc:Fallback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EBF931D4-9F35-498A-9850-90AFD8B2713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-477318" y="5547160"/>
                <a:ext cx="18828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319" name="墨迹 318">
                <a:extLst>
                  <a:ext uri="{FF2B5EF4-FFF2-40B4-BE49-F238E27FC236}">
                    <a16:creationId xmlns:a16="http://schemas.microsoft.com/office/drawing/2014/main" id="{7CBE3E86-0A81-4A30-ACE2-AA3C846AC61D}"/>
                  </a:ext>
                </a:extLst>
              </p14:cNvPr>
              <p14:cNvContentPartPr/>
              <p14:nvPr/>
            </p14:nvContentPartPr>
            <p14:xfrm>
              <a:off x="10625082" y="4277080"/>
              <a:ext cx="112320" cy="612360"/>
            </p14:xfrm>
          </p:contentPart>
        </mc:Choice>
        <mc:Fallback>
          <p:pic>
            <p:nvPicPr>
              <p:cNvPr id="319" name="墨迹 318">
                <a:extLst>
                  <a:ext uri="{FF2B5EF4-FFF2-40B4-BE49-F238E27FC236}">
                    <a16:creationId xmlns:a16="http://schemas.microsoft.com/office/drawing/2014/main" id="{7CBE3E86-0A81-4A30-ACE2-AA3C846AC61D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607442" y="4259080"/>
                <a:ext cx="14796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320" name="墨迹 319">
                <a:extLst>
                  <a:ext uri="{FF2B5EF4-FFF2-40B4-BE49-F238E27FC236}">
                    <a16:creationId xmlns:a16="http://schemas.microsoft.com/office/drawing/2014/main" id="{D326AB1E-1C7C-4231-A609-8CB5BCEC5217}"/>
                  </a:ext>
                </a:extLst>
              </p14:cNvPr>
              <p14:cNvContentPartPr/>
              <p14:nvPr/>
            </p14:nvContentPartPr>
            <p14:xfrm>
              <a:off x="9517362" y="4236400"/>
              <a:ext cx="935280" cy="605520"/>
            </p14:xfrm>
          </p:contentPart>
        </mc:Choice>
        <mc:Fallback>
          <p:pic>
            <p:nvPicPr>
              <p:cNvPr id="320" name="墨迹 319">
                <a:extLst>
                  <a:ext uri="{FF2B5EF4-FFF2-40B4-BE49-F238E27FC236}">
                    <a16:creationId xmlns:a16="http://schemas.microsoft.com/office/drawing/2014/main" id="{D326AB1E-1C7C-4231-A609-8CB5BCEC521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499362" y="4218760"/>
                <a:ext cx="97092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325" name="墨迹 324">
                <a:extLst>
                  <a:ext uri="{FF2B5EF4-FFF2-40B4-BE49-F238E27FC236}">
                    <a16:creationId xmlns:a16="http://schemas.microsoft.com/office/drawing/2014/main" id="{9056F496-8626-4846-9815-0C6BF1EF07CE}"/>
                  </a:ext>
                </a:extLst>
              </p14:cNvPr>
              <p14:cNvContentPartPr/>
              <p14:nvPr/>
            </p14:nvContentPartPr>
            <p14:xfrm>
              <a:off x="11808042" y="4440880"/>
              <a:ext cx="307440" cy="322920"/>
            </p14:xfrm>
          </p:contentPart>
        </mc:Choice>
        <mc:Fallback>
          <p:pic>
            <p:nvPicPr>
              <p:cNvPr id="325" name="墨迹 324">
                <a:extLst>
                  <a:ext uri="{FF2B5EF4-FFF2-40B4-BE49-F238E27FC236}">
                    <a16:creationId xmlns:a16="http://schemas.microsoft.com/office/drawing/2014/main" id="{9056F496-8626-4846-9815-0C6BF1EF07C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790042" y="4423240"/>
                <a:ext cx="3430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326" name="墨迹 325">
                <a:extLst>
                  <a:ext uri="{FF2B5EF4-FFF2-40B4-BE49-F238E27FC236}">
                    <a16:creationId xmlns:a16="http://schemas.microsoft.com/office/drawing/2014/main" id="{18114543-49EC-420D-9643-D03485876BEC}"/>
                  </a:ext>
                </a:extLst>
              </p14:cNvPr>
              <p14:cNvContentPartPr/>
              <p14:nvPr/>
            </p14:nvContentPartPr>
            <p14:xfrm>
              <a:off x="11121882" y="4464280"/>
              <a:ext cx="535680" cy="289080"/>
            </p14:xfrm>
          </p:contentPart>
        </mc:Choice>
        <mc:Fallback>
          <p:pic>
            <p:nvPicPr>
              <p:cNvPr id="326" name="墨迹 325">
                <a:extLst>
                  <a:ext uri="{FF2B5EF4-FFF2-40B4-BE49-F238E27FC236}">
                    <a16:creationId xmlns:a16="http://schemas.microsoft.com/office/drawing/2014/main" id="{18114543-49EC-420D-9643-D03485876BE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103894" y="4446258"/>
                <a:ext cx="571296" cy="324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331" name="墨迹 330">
                <a:extLst>
                  <a:ext uri="{FF2B5EF4-FFF2-40B4-BE49-F238E27FC236}">
                    <a16:creationId xmlns:a16="http://schemas.microsoft.com/office/drawing/2014/main" id="{612929B2-23A2-4E02-ABDA-CA138E06948E}"/>
                  </a:ext>
                </a:extLst>
              </p14:cNvPr>
              <p14:cNvContentPartPr/>
              <p14:nvPr/>
            </p14:nvContentPartPr>
            <p14:xfrm>
              <a:off x="12282162" y="4468600"/>
              <a:ext cx="661680" cy="301320"/>
            </p14:xfrm>
          </p:contentPart>
        </mc:Choice>
        <mc:Fallback>
          <p:pic>
            <p:nvPicPr>
              <p:cNvPr id="331" name="墨迹 330">
                <a:extLst>
                  <a:ext uri="{FF2B5EF4-FFF2-40B4-BE49-F238E27FC236}">
                    <a16:creationId xmlns:a16="http://schemas.microsoft.com/office/drawing/2014/main" id="{612929B2-23A2-4E02-ABDA-CA138E06948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2264522" y="4450960"/>
                <a:ext cx="69732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342" name="墨迹 341">
                <a:extLst>
                  <a:ext uri="{FF2B5EF4-FFF2-40B4-BE49-F238E27FC236}">
                    <a16:creationId xmlns:a16="http://schemas.microsoft.com/office/drawing/2014/main" id="{D74EFCB9-70DD-4E41-996F-C649955606B5}"/>
                  </a:ext>
                </a:extLst>
              </p14:cNvPr>
              <p14:cNvContentPartPr/>
              <p14:nvPr/>
            </p14:nvContentPartPr>
            <p14:xfrm>
              <a:off x="9896082" y="5939200"/>
              <a:ext cx="211320" cy="401760"/>
            </p14:xfrm>
          </p:contentPart>
        </mc:Choice>
        <mc:Fallback>
          <p:pic>
            <p:nvPicPr>
              <p:cNvPr id="342" name="墨迹 341">
                <a:extLst>
                  <a:ext uri="{FF2B5EF4-FFF2-40B4-BE49-F238E27FC236}">
                    <a16:creationId xmlns:a16="http://schemas.microsoft.com/office/drawing/2014/main" id="{D74EFCB9-70DD-4E41-996F-C649955606B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887082" y="5930200"/>
                <a:ext cx="22896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343" name="墨迹 342">
                <a:extLst>
                  <a:ext uri="{FF2B5EF4-FFF2-40B4-BE49-F238E27FC236}">
                    <a16:creationId xmlns:a16="http://schemas.microsoft.com/office/drawing/2014/main" id="{9CCF786D-546A-4E62-8BC9-9BB8F92CE08A}"/>
                  </a:ext>
                </a:extLst>
              </p14:cNvPr>
              <p14:cNvContentPartPr/>
              <p14:nvPr/>
            </p14:nvContentPartPr>
            <p14:xfrm>
              <a:off x="10346442" y="6064480"/>
              <a:ext cx="154440" cy="207000"/>
            </p14:xfrm>
          </p:contentPart>
        </mc:Choice>
        <mc:Fallback>
          <p:pic>
            <p:nvPicPr>
              <p:cNvPr id="343" name="墨迹 342">
                <a:extLst>
                  <a:ext uri="{FF2B5EF4-FFF2-40B4-BE49-F238E27FC236}">
                    <a16:creationId xmlns:a16="http://schemas.microsoft.com/office/drawing/2014/main" id="{9CCF786D-546A-4E62-8BC9-9BB8F92CE08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337442" y="6055480"/>
                <a:ext cx="1720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351" name="墨迹 350">
                <a:extLst>
                  <a:ext uri="{FF2B5EF4-FFF2-40B4-BE49-F238E27FC236}">
                    <a16:creationId xmlns:a16="http://schemas.microsoft.com/office/drawing/2014/main" id="{C1CF9459-E875-4CB1-97DE-55DF6A669CE8}"/>
                  </a:ext>
                </a:extLst>
              </p14:cNvPr>
              <p14:cNvContentPartPr/>
              <p14:nvPr/>
            </p14:nvContentPartPr>
            <p14:xfrm>
              <a:off x="9474522" y="5984200"/>
              <a:ext cx="274320" cy="384480"/>
            </p14:xfrm>
          </p:contentPart>
        </mc:Choice>
        <mc:Fallback>
          <p:pic>
            <p:nvPicPr>
              <p:cNvPr id="351" name="墨迹 350">
                <a:extLst>
                  <a:ext uri="{FF2B5EF4-FFF2-40B4-BE49-F238E27FC236}">
                    <a16:creationId xmlns:a16="http://schemas.microsoft.com/office/drawing/2014/main" id="{C1CF9459-E875-4CB1-97DE-55DF6A669CE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465882" y="5975560"/>
                <a:ext cx="29196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370" name="墨迹 369">
                <a:extLst>
                  <a:ext uri="{FF2B5EF4-FFF2-40B4-BE49-F238E27FC236}">
                    <a16:creationId xmlns:a16="http://schemas.microsoft.com/office/drawing/2014/main" id="{541DB577-F185-4E62-8434-F0A3429857D3}"/>
                  </a:ext>
                </a:extLst>
              </p14:cNvPr>
              <p14:cNvContentPartPr/>
              <p14:nvPr/>
            </p14:nvContentPartPr>
            <p14:xfrm>
              <a:off x="8167002" y="6532840"/>
              <a:ext cx="1865160" cy="56160"/>
            </p14:xfrm>
          </p:contentPart>
        </mc:Choice>
        <mc:Fallback>
          <p:pic>
            <p:nvPicPr>
              <p:cNvPr id="370" name="墨迹 369">
                <a:extLst>
                  <a:ext uri="{FF2B5EF4-FFF2-40B4-BE49-F238E27FC236}">
                    <a16:creationId xmlns:a16="http://schemas.microsoft.com/office/drawing/2014/main" id="{541DB577-F185-4E62-8434-F0A3429857D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158362" y="6524200"/>
                <a:ext cx="18828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71" name="墨迹 370">
                <a:extLst>
                  <a:ext uri="{FF2B5EF4-FFF2-40B4-BE49-F238E27FC236}">
                    <a16:creationId xmlns:a16="http://schemas.microsoft.com/office/drawing/2014/main" id="{E0F1E05A-54DB-411C-B583-A9CDB6493628}"/>
                  </a:ext>
                </a:extLst>
              </p14:cNvPr>
              <p14:cNvContentPartPr/>
              <p14:nvPr/>
            </p14:nvContentPartPr>
            <p14:xfrm>
              <a:off x="8223522" y="5793040"/>
              <a:ext cx="1046880" cy="552240"/>
            </p14:xfrm>
          </p:contentPart>
        </mc:Choice>
        <mc:Fallback>
          <p:pic>
            <p:nvPicPr>
              <p:cNvPr id="371" name="墨迹 370">
                <a:extLst>
                  <a:ext uri="{FF2B5EF4-FFF2-40B4-BE49-F238E27FC236}">
                    <a16:creationId xmlns:a16="http://schemas.microsoft.com/office/drawing/2014/main" id="{E0F1E05A-54DB-411C-B583-A9CDB649362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214882" y="5784400"/>
                <a:ext cx="1064520" cy="5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379" name="墨迹 378">
                <a:extLst>
                  <a:ext uri="{FF2B5EF4-FFF2-40B4-BE49-F238E27FC236}">
                    <a16:creationId xmlns:a16="http://schemas.microsoft.com/office/drawing/2014/main" id="{73A65183-49D1-4650-AA7A-5672D4E4EC79}"/>
                  </a:ext>
                </a:extLst>
              </p14:cNvPr>
              <p14:cNvContentPartPr/>
              <p14:nvPr/>
            </p14:nvContentPartPr>
            <p14:xfrm>
              <a:off x="-906798" y="4652560"/>
              <a:ext cx="8887320" cy="1962000"/>
            </p14:xfrm>
          </p:contentPart>
        </mc:Choice>
        <mc:Fallback>
          <p:pic>
            <p:nvPicPr>
              <p:cNvPr id="379" name="墨迹 378">
                <a:extLst>
                  <a:ext uri="{FF2B5EF4-FFF2-40B4-BE49-F238E27FC236}">
                    <a16:creationId xmlns:a16="http://schemas.microsoft.com/office/drawing/2014/main" id="{73A65183-49D1-4650-AA7A-5672D4E4EC7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-924439" y="4634920"/>
                <a:ext cx="8913961" cy="198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5447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0</Words>
  <Application>Microsoft Office PowerPoint</Application>
  <PresentationFormat>宽屏</PresentationFormat>
  <Paragraphs>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Arrows</dc:creator>
  <cp:lastModifiedBy>Arrows</cp:lastModifiedBy>
  <cp:revision>17</cp:revision>
  <dcterms:created xsi:type="dcterms:W3CDTF">2025-05-29T01:03:17Z</dcterms:created>
  <dcterms:modified xsi:type="dcterms:W3CDTF">2025-05-29T03:43:02Z</dcterms:modified>
</cp:coreProperties>
</file>