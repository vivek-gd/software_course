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2:54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1 673 29110,'0'0'554,"0"0"-312,0 0-23,24 23 167,1-1-265,125 143 567,-83-55-397,64 79-141,-126-184-138,0 0-1,0-1 0,0 0 1,0 0-1,1 0 0,-1-1 0,1 1 1,0-1-1,0-1 0,0 1 1,0-1-1,1 0 0,-1-1 0,1 1 1,-1-1-1,1 0 0,-1-1 1,1 0-1,0 0 0,-1 0 1,1-1-1,0 0 0,-1 0 0,1-1 1,-1 1-1,0-2 0,0 1 1,1-1-12,13-7 31,1-1 1,-1-1 0,-1 0 0,0-2 0,-1 0-1,-1-1 1,13-15-32,108-124 15,-7-6 1,-7-6-1,-8-4 0,-4-11-15,-93 151-9,116-185-1750,-123 191-1580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2:54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17 31615,'0'0'736,"0"0"-512,0 0-224,-114 6-88,73-8-576,-1-18-1273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2:52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0 331 22917,'0'0'7193,"0"0"-6608,0 0-409,145 16-16,-64-8 8,11 2-24,5 0-32,3 2-56,-1 1-48,-5 3-8,-8 2-24,-7 4-168,-22-3-656,-20-5-2081</inkml:trace>
  <inkml:trace contextRef="#ctx0" brushRef="#br0" timeOffset="299.939">651 765 28302,'-13'21'899,"-6"9"-700,1 1 0,1 1 1,2 0-1,2 1 0,-8 26-199,10-15 116,1 0 1,3 1-1,1 0 0,3 0 0,1 1 1,4 33-117,-1-73 7,-1 0 1,1 0-1,1 0 1,-1 0 0,1 0-1,0-1 1,0 1 0,1 0-1,0-1 1,0 0-1,0 0 1,0 0 0,1 0-1,0 0 1,0-1-1,0 1 1,1-1 0,-1 0-1,1 0 1,0-1 0,0 0-1,0 1 1,1-2-1,-1 1 1,1-1 0,-1 0-1,1 0 1,0 0-1,0-1 1,0 0 0,6 1-8,15-1-11,1-1 1,-1-1-1,1-1 1,-1-1 0,0-2-1,0-1 1,0-1 0,-1-1-1,0-1 1,-1-1-1,0-2 1,0-1 0,-1 0-1,-1-2 1,0 0-1,-1-2 1,-1-1 0,-1 0-1,16-19 11,5-11-833,-17 6-1405</inkml:trace>
  <inkml:trace contextRef="#ctx0" brushRef="#br0" timeOffset="582.211">92 1383 29206,'-33'126'656,"12"20"-368,21-18-24,30-19-71,10-26 95,4-24 24,10-20-120,36-1-32,42-20-40,43-18-48,11-36-40,-12-45-32,-28-23-200,-56 19-304,-22 4-1825</inkml:trace>
  <inkml:trace contextRef="#ctx0" brushRef="#br0" timeOffset="882.059">2089 0 23253,'0'0'5733,"0"0"-4314,0 0-1224,0 0 41,21 10 161,63 37-74,-80-44-301,-1 0-1,1 0 0,-1 0 1,0 1-1,0 0 1,0-1-1,0 1 0,-1 0 1,0 0-1,0 0 1,0 1-1,0-1 1,0 0-1,-1 1 0,0 0 1,0-1-1,0 1 1,-1-1-1,1 1 1,-1 0-1,0-1 0,0 1 1,-1 0-1,0-1 1,1 1-22,-1 15 27,-3 2-22,-1 0-1,-1 1 1,0-2 0,-2 1-1,0-1 1,-2-1 0,0 1-1,-2-2 1,0 1 0,-1-2-1,0 1 1,-2-2 0,0 0-1,-9 7-4,16-15-1,-17 22-88,0-1 0,-2-2 0,-1-1 0,-1-1 0,-2-1 0,-19 11 89,50-35-23,0 0-1,-1 0 0,1-1 1,0 1-1,-1 0 0,1 0 1,-1 0-1,1-1 0,-1 1 1,1 0-1,-1 0 0,0-1 1,1 1-1,-1-1 0,0 1 1,0-1-1,1 1 0,-1-1 1,0 1-1,0-1 0,0 1 1,0-1-1,1 0 0,-1 0 1,0 1-1,0-1 0,0 0 1,0 0-1,0 0 0,0 0 1,0 0-1,0 0 0,0 0 1,1 0-1,-1-1 0,0 1 1,0 0-1,0 0 0,0-1 1,0 1-1,1-1 0,-1 1 1,0-1-1,0 1 0,0-1 1,1 1-1,-1-1 0,0 0 1,1 1-1,-1-1 0,1 0 1,-1 1-1,1-1 0,-1 0 1,1 0-1,-1 0 0,1 0 1,0 1-1,-1-1 0,1 0 0,0 0 1,0 0-1,0 0 0,0 0 1,0 0 23,33-54-1809,-10 39 1770,0 0-1,0 2 0,2 1 1,-1 1-1,2 0 1,0 2-1,0 2 1,1 0-1,-1 1 1,2 2-1,-1 1 1,1 1-1,-1 1 1,28 2 39,-52 0 46,1 0 0,-1 0 0,1 0 1,-1 0-1,0 1 0,1-1 1,-1 1-1,0 0 0,1 0 0,-1 0 1,0 0-1,0 1 0,0-1 1,0 1-1,0 0 0,0 0 0,0 0 1,-1 0-1,1 1 0,-1-1 1,1 1-1,-1-1 0,0 1 0,0 0 1,0 0-1,-1 0 0,1 0 0,-1 0 1,1 0-1,-1 1 0,0-1 1,0 0-1,-1 1 0,1-1 0,-1 0 1,1 1-1,-1-1 0,0 1 1,0-1-1,-1 1 0,1-1 0,-1 0 1,0 1-1,0 0-46,-2 5-13,-1 0 0,-1 0-1,1-1 1,-1 1 0,-1-1 0,0 0 0,0 0-1,0-1 1,-1 0 0,0 0 0,-1 0 0,1-1-1,-1 0 1,-1-1 0,1 0 0,-1 0-1,0-1 1,0 0 0,0 0 0,0-1 0,-8 2 13,-49 14-1222,6-9-1867</inkml:trace>
  <inkml:trace contextRef="#ctx0" brushRef="#br0" timeOffset="1181.232">1855 986 26462,'-81'238'4803,"-43"226"-4803,107-326 248,36-157-361,77-156-504,-34 66-217,5 4 1,51-61 833,-88 135-2,0 1 1,2 1 0,2 2-1,0 1 1,2 1 0,0 3-1,2 0 1,0 3 0,28-10 1,-38 15 84,0 2 0,0 1 0,1 1 0,1 2 0,-1 1 0,1 1 0,1 1 0,20 0-84,-27 4 122,124 7 465,-144-5-565,1 0 1,0 0-1,-1 0 0,1 1 1,0 0-1,-1 0 0,0 0 1,1 0-1,-1 1 0,0-1 1,0 1-1,-1 0 0,1 1 1,-1-1-1,1 0 0,-1 1 1,0 0-1,0 0 0,0 0 1,-1 0-1,0 0 0,1 0 1,-2 1-1,1-1 0,0 1 1,-1 0-1,1 4-22,-2 9 37,-2-1 1,0 0-1,-1 1 0,0-1 1,-1 0-1,-2 0 0,1-1 1,-2 0-1,0 0 0,-1 0 1,0-1-1,-2 0 0,0 0 1,0-1-1,-1-1 0,-1 0 1,0 0-1,-1-1 0,0-1 1,-1 0-1,-7 4-37,3 0-7,-1 0 1,-1-2-1,0 0 0,-1-1 1,0-1-1,-1-1 0,-22 7 7,36-14-158,-1 0 0,0-1-1,0 0 1,0 0 0,0-1-1,0-1 1,0 1 0,0-1-1,0-1 1,0 0 0,0 0-1,0-1 1,0 0 0,0 0-1,1-1 1,-1 0 0,1-1-1,0 0 1,0 0 0,0 0-1,0-1 1,-1-2 158,-38-43-5913</inkml:trace>
  <inkml:trace contextRef="#ctx0" brushRef="#br0" timeOffset="1338.362">2383 1213 28542,'0'0'1736,"-70"109"-1391,19-36-105,-6 12-128,-2 3-16,7-3-48,3-4-48,14-18-136,20-51-545,11-12-1319,4-28-12587</inkml:trace>
  <inkml:trace contextRef="#ctx0" brushRef="#br0" timeOffset="1511.074">2394 1405 23941,'0'0'5321,"0"0"-3976,0 0-697,147 144-208,-97-67-96,5 7-160,2 3-104,31 6-80,-16-22-296,0-26-1272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2:51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16331,'0'0'11119,"0"0"-8344,0 0-2489,19 1-202,296 46 430,-267-32-462,-1 1 0,-1 2-1,0 2 1,-2 2 0,0 2 0,-2 2-1,-1 2 1,-1 2 0,8 9-52,-4 7 50,-2 3 0,-2 1-1,-3 1 1,-2 3 0,-2 0 0,-3 2 0,6 18-50,7 28 29,-5 1 0,-4 2 1,-5 2-1,-4 1 0,-5 0 0,-5 2 0,-2 40-29,-11-136-269,-1-26-203,0-33-911,-1-20-1471</inkml:trace>
  <inkml:trace contextRef="#ctx0" brushRef="#br0" timeOffset="264.292">1716 82 18500,'0'0'11738,"-90"108"-11137,-8 9-241,-45 50-8,-23 25 16,-10 7 64,-3 0-160,3-19-160,-6-5-80,3-11-32,25-32-152,49-43-624,37-42-2409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2:56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1017 28750,'0'0'1428,"0"0"-909,25-19-348,163-135 37,-99 62-94,-53 51-102,2 3 0,2 1 1,1 1-1,36-21-12,-74 54 0,0 0 0,0 1 0,1-1 0,-1 1 0,1 0 0,-1 0 0,1 0 0,0 1 0,0-1 0,-1 1 0,1 0 0,0 0 0,0 1 0,0-1 0,1 1 0,-1-1 0,0 1 0,0 1 0,0-1 0,0 0 0,0 1 0,0 0 0,0 0 0,0 0 0,0 1 0,-1-1 0,1 1 0,0 0 0,0 0 0,1 9 6,0 0 1,-1 1 0,0 0-1,0 0 1,-1 0 0,-1 0-1,0 0 1,-1 0 0,0 0-1,0 1 1,-2 11-7,2 8 39,0 16 17,-2-30-31,1 0 1,1 0-1,0 0 0,1 0 0,1 0 0,1-1 0,0 1 1,1-1-1,1 0 0,1 0 0,7 14-25,-11-29 14,-1 1-1,1-1 1,0 1-1,0-1 1,0 0-1,0 0 1,0 0 0,1 0-1,-1-1 1,0 1-1,1-1 1,-1 0-1,1 0 1,0 0-1,-1-1 1,1 1 0,0-1-1,-1 0 1,1 0-1,0 0 1,-1 0-1,1-1 1,0 0 0,-1 1-1,1-1 1,-1-1-1,1 1 1,-1 0-1,1-1 1,-1 0-1,0 0 1,0 0 0,0 0-1,0 0 1,0 0-1,2-3-13,21-18 30,0-1 0,-2-1 0,-1-1-1,-1-1 1,-1 0 0,4-12-30,44-66-2,-5-3 0,-4-3 0,-6-2 0,-4-3 0,-6-1 0,-1-14 2,-58 202 428,-6 34-428,5 1 0,4 1 0,5 0 0,5 0 0,10 87 0,-7-137 0,28 869 0,-29-916 0,-1 0 0,0 0 0,0 0 0,-1 0 0,0-1 0,0 1 0,-1-1 0,0 0 0,-1 1 0,0-1 0,-1-1 0,0 1 0,0-1 0,-1 0 0,0 0 0,0 0 0,-1-1 0,0 0 0,0 0 0,0-1 0,-1 0 0,0 0 0,-1-1 0,1 0 0,-1 0 0,0-1 0,0 0 0,0-1 0,-1 0 0,1 0 0,-1-1 0,0 0 0,1-1 0,-1 0 0,0-1 0,0 0 0,0 0 0,0-1 0,1 0 0,-1-1 0,0 0 0,1 0 0,-1-1 0,-7-4 0,-4-4 0,0 0 0,0-2 0,1 0 0,1-1 0,0-1 0,2-1 0,-1 0 0,2-2 0,0 0 0,1 0 0,1-2 0,1 0 0,0 0 0,2-1 0,0-1 0,-1-6 0,8 17 0,0 1 0,1 0 0,1-1 0,-1 1 0,2-1 0,-1 0 0,1 0 0,1 1 0,0-1 0,1 0 0,0 0 0,0 0 0,1 1 0,1-1 0,0 1 0,0-1 0,1 1 0,0 0 0,1 1 0,0-1 0,0 1 0,1 0 0,1 0 0,1-2 0,36-34 0,1 2 0,3 2 0,1 1 0,11-3 0,14-11 0,185-144-1011,-173 130-1259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2:56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25165,'0'0'3939,"0"0"-2622,0 0-914,0 0-118,24 2 14,376 58 523,-368-54-813,0 2 1,-1 0-1,0 3 1,0 0-1,-1 2 1,25 15-10,-51-26 0,0 0 1,0 1-1,-1-1 1,1 1-1,-1 0 1,0-1-1,1 2 1,-1-1-1,-1 0 1,1 1-1,0-1 1,-1 1-1,0 0 1,0-1-1,0 1 1,0 0-1,0 1 1,-1-1-1,0 0 1,0 0-1,0 1 1,0-1-1,-1 0 1,0 1-1,0-1 1,0 0-1,0 1 1,-1-1-1,0 0 1,1 1-1,-2-1 1,0 2-1,-6 6 2,0-1 1,-1 0-1,0-1 1,-1 0-1,0-1 0,-1 0 1,0 0-1,0-1 1,-1-1-1,-8 5-2,7-4 3,-586 330-65,539-286-2398,59-50-2583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2:56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556 380 8210,'0'0'18738,"0"0"-14605,-1-18-3929,-8-124 6,-40-10-46,46 147-161,0 0 1,0 1-1,-1-1 0,1 1 1,-1 0-1,0 0 1,0 0-1,-1 0 0,1 1 1,-1-1-1,1 1 1,-1 1-1,0-1 0,0 1 1,-1-1-1,1 1 1,0 1-1,-1-1 1,1 1-1,-1 0 0,1 0 1,-1 1-1,0-1 1,1 1-1,-1 1 0,0-1 1,1 1-4,-10 4-1,1 0 0,0 1 1,1 1-1,0 0 0,0 1 1,0 0-1,1 1 0,0 1 0,1-1 1,0 2-1,0 0 0,1 0 1,1 1-1,0 0 0,0 1 1,2-1-1,-1 2 0,1-1 0,0 5 1,-15 21 5,1 1 0,3 0 0,1 2-1,2 0 1,2 0 0,1 1 0,3 1-1,1 0 1,3 0 0,1 1-1,3 26-4,1-67 8,0 1-1,1-1 0,0 1 0,0-1 0,0 0 0,1 0 1,-1 1-1,1-1 0,0 0 0,0 0 0,0-1 1,1 1-1,-1 0 0,1-1 0,0 0 0,0 1 0,1-1 1,-1 0-1,0 0 0,1-1 0,0 1 0,-1-1 0,1 0 1,0 0-1,0 0 0,1-1 0,-1 1 0,0-1 0,0 0 1,4 1-8,133 1 305,-110-11-339,0-1 0,0-1 1,-1-2-1,-1-1 1,0-1-1,-1-1 1,0-2-1,-1-1 1,-1-1-1,-1-1 1,-1-1-1,-1-2 0,19-21 34,60-64-2221,-16 6-3666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2:57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0 478 25685,'0'0'3911,"0"0"-2744,0 0-967,0 0-36,0 0 129,24 16 124,-3-3-317,-7-5-45,0 1 0,0 1 1,-1 0-1,0 1 0,-1 0 0,-1 1 0,1 0 0,-2 0 0,0 2 0,7 10-55,17 42 88,-2 2-1,-4 1 1,17 60-88,-13-36 16,-28-79-16,-3-9 0,-1 1 0,1-1 0,0 0 0,0 0 0,0 0 0,1 0 0,0 0 0,0 0 0,0 0 0,0 0 0,1-1 0,0 1 0,0-1 0,0 0 0,0 0 0,1 0 0,0 0 0,0-1 0,0 1 0,0-1 0,0 0 0,1 0 0,-1 0 0,1-1 0,0 0 0,0 0 0,0 0 0,0 0 0,0-1 0,0 0 0,0 0 0,0 0 0,1-1 0,0 0 0,6-4 0,0-2 0,0 0 0,-1 0 0,0-1 0,0-1 0,-1 1 0,0-2 0,0 1 0,-1-2 0,0 1 0,-1-1 0,0 0 0,2-5 0,-1 5 0,238-309 0,71-138 0,-294 421 0,2 0 0,-11 15 0,0 0 0,-1-1 0,-1-1 0,-2 0 0,0-1 0,7-23 0,-27 10-171,-21 32-2828,-8 4-7122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2:5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1 876 26638,'0'0'2452,"0"0"-1668,25-18-502,-10 7-243,18-11 32,-1-3 1,-1 0-1,-1-2 0,-2-1 1,4-7-72,392-512 479,-423 546-480,-1 1 2,0 1 1,0-1-1,1 1 0,-1-1 0,0 0 0,0 1 1,1-1-1,-1 0 0,0 0 0,1 1 0,-1-1 0,0 0 1,1 0-1,-1 1 0,1-1 0,-1 0 0,1 0 1,-1 0-1,0 0 0,1 0 0,-1 0 0,1 0 1,-1 0-1,1 0 0,-1 0 0,0 0 0,1 0 0,-1 0 1,1 0-1,-1 0 0,1 0 0,-1 0 0,0 0 1,1-1-1,-1 1 0,1 0 0,-1 0 0,0 0 0,1-1 1,-1 1-1,0 0 0,1-1 0,-1 1 0,0 0 1,1-1-1,-1 1 0,0 0 0,0-1 0,1 1 0,-1 0 1,0-1-1,0 1 0,0-1 0,0 1 0,0-1 1,1 1-1,-1 0 0,0-1 0,0 1 0,0-1-1,-68 300 752,33-72-330,34-224-416,0 0 1,0 0 0,0 0-1,0 1 1,1-1-1,0 0 1,-1 1-1,1-1 1,0 0-1,1 1 1,-1-1 0,1 0-1,-1 1 1,1-1-1,0 0 1,0 0-1,0 1 1,1-1-1,-1 0 1,1 0 0,0-1-1,-1 1 1,1 0-1,1 0 1,-1-1-1,0 0 1,1 1-1,-1-1 1,1 0 0,0 0-1,-1 0 1,1 0-1,0-1 1,0 1-1,0-1 1,1 0-7,5 1 7,-1 0 1,1-1-1,0-1 1,0 1-1,0-1 1,0-1-1,-1 0 1,1 0-1,0-1 1,-1 0-1,1 0 0,-1-1 1,1 0-1,-1 0 1,0-1-1,0 0 1,-1-1-1,1 0 1,6-5-8,116-130 21,-81 63-24,-3-2 1,-3-2 0,19-56 2,12-22-40,-46 114 28,-19 73 12,-14 111 80,-6 0-1,-19 81-79,13-100-7,-16 151 7,-50 307 0,82-575 0,-43 148 0,42-145 0,-1 0 0,0 0 0,0 0 0,0-1 0,0 1 0,-1-1 0,0 0 0,0 0 0,0 0 0,-1-1 0,1 0 0,-1 0 0,0 0 0,-1 0 0,1-1 0,0 1 0,-1-1 0,0-1 0,0 1 0,0-1 0,0 0 0,-2 0 0,3-3 0,1 0 0,0-1 0,-1 0 0,1 1 0,0-2 0,0 1 0,0 0 0,0-1 0,1 0 0,-1 1 0,1-2 0,0 1 0,-1 0 0,1-1 0,1 1 0,-1-1 0,0 0 0,1 0 0,0 0 0,0 0 0,0 0 0,1 0 0,-1-1 0,1 1 0,0-1 0,0 1 0,0-1 0,1 1 0,0-1 0,0 1 0,0-3 0,-1 2 0,-4-21-1,0-1 1,2 1-1,2-1 0,0 1 0,1-1 1,2 1-1,1-1 0,1 1 1,1 0-1,1 0 0,1 0 0,2 1 1,1 0-1,0 1 0,13-21 1,6 3-481,1 0 0,3 2 0,1 1 0,2 2 0,1 1 0,2 2 0,36-24 481,-49 37-1100,75-61-9793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2:59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774 71 28894,'0'0'2089,"0"0"-1593,0 0-240,0 0 120,0 0 80,-151 140-256,70-72-200,-9 7 0,-20 19 0,12-5 0,4-2 0,12-10-712,43-56-840,10-11-1649,29-14-18220</inkml:trace>
  <inkml:trace contextRef="#ctx0" brushRef="#br0" timeOffset="300.701">822 383 1328,'0'0'28878,"0"0"-28125,132-4-337,-90 14-208,-14 12-152,-19 5-56,-9 9-56,-44 29-408,-11-8-1329,-4-10-19619</inkml:trace>
  <inkml:trace contextRef="#ctx0" brushRef="#br0" timeOffset="301.701">432 774 29286,'0'0'2049,"0"0"-1721,0 0-152,0 0-112,176-56-32,-111 45 8,-12 11-40,-27 15-160,-15 19-992,-11 3-2889</inkml:trace>
  <inkml:trace contextRef="#ctx0" brushRef="#br0" timeOffset="458.721">14 1486 27598,'0'0'3785,"0"0"-3345,0 0-296,0 0-88,146-40-24,-14-33 48,-5-6-48,-11 5-32,-21 4-288,-38 23-512,-5-12-849,-10 6-1807,-27 15-15108</inkml:trace>
  <inkml:trace contextRef="#ctx0" brushRef="#br0" timeOffset="634.885">667 969 20380,'0'0'6831,"-16"28"-4396,14-25-2398,-23 42 291,1 1 0,3 2 1,2 0-1,-9 34-328,4 14 201,4 1 1,4 0-1,4 2 0,5-1 1,4 13-202,3-111-1,-1 3-3,0 0-1,0 0 1,0 0 0,0 0 0,1 1-1,0-1 1,-1 0 0,1 0-1,1 0 1,-1 0 0,0 0 0,1 1-1,-1-1 1,1 0 0,0 0-1,0 0 1,0 0 0,0-1 0,1 1-1,-1 0 1,1 0 0,0-1-1,-1 1 1,1-1 0,1 1 0,-1-1-1,0 0 1,0 0 0,1 0-1,-1 0 1,1 0 0,0-1 0,-1 1-1,1-1 1,0 0 0,0 1-1,0-1 1,0-1 0,0 1 4,2-2-6,-1-1 1,0 0-1,0-1 1,0 1-1,0-1 1,0 1-1,0-1 1,-1 0-1,1-1 1,-1 1-1,0 0 1,0-1-1,0 0 0,-1 0 1,1 0-1,-1 0 1,0 0-1,1-4 6,2 0-26,39-72-1429,-4-1-1,-4-2 0,-1-9 1456,7-25-5390,-3 0-4001,-27 82 5621,41-129-5021</inkml:trace>
  <inkml:trace contextRef="#ctx0" brushRef="#br0" timeOffset="792.376">1267 430 30094,'0'0'801,"0"0"-481,0 0-128,156-51-48,-95 33 56,5-3-176,2-1-24,11-23-400,-18 5-1241,-15 1-6784</inkml:trace>
  <inkml:trace contextRef="#ctx0" brushRef="#br0" timeOffset="1061.472">1822 0 25958,'0'0'4352,"0"0"-3871,-81 113-249,39-42-160,-2 10-40,1 6-8,3-1-24,9-5-200,12-18-961,12-25-1535,7-32-5546,44-44-1168,4-21 8298,9-8-3297</inkml:trace>
  <inkml:trace contextRef="#ctx0" brushRef="#br0" timeOffset="1753.596">2037 198 15707,'0'0'2882,"19"-8"4591,61-24-4980,-47 22-1739,-38 26 266,-206 143-208,-454 328-720,654-480-90,6-5 10,1 0-1,-1 0 0,1 1 1,0-1-1,0 1 0,0 0 1,0 0-1,0 0 1,0 1-1,1-1 0,0 1 1,0 0-1,0 0 0,0 0 1,0 0-1,1 1 0,0-1 1,0 1-1,0 0 1,0-1-1,1 1 0,0 0 1,0 0-1,0 0 0,0 0 1,1 0-12,19 8 16,15-10-6,-1-2 0,0-2 0,1-1 0,-1-1 0,0-2 0,0-2 0,-1-1 0,0-1 0,0-1 1,9-7-11,-24 12-4,94-35-693,-2-6-1,72-42 698,-133 59-1954,-81 65 2271,2 2-1,1 2 1,2 0 0,2 2-1,2 1 1,1 0-1,3 2 1,-10 32-317,27-70 3,-224 598 995,222-596-1206,12-38-174,70-172-2612,23 11-6287,23 25 2343,-58 115-2861,-62 48 10416,1 1 0,-1-1 0,0 1 0,1-1 0,0 1 0,-1 0 0,1 0 0,0 1 0,-1-1 0,1 1 0,0 0 0,-1 0 0,1 0 0,0 0 0,0 1 0,-1 0-1,1-1 1,-1 1 0,1 0 0,0 1 0,-1-1 0,0 1 0,1 0 0,-1-1 0,0 1 0,0 1 0,0-1 0,0 0 0,0 1 0,-1-1 0,1 1 0,0 1-617,38 58 8789,-24-21-9539,-11-14 933,0 0-1,-2 0 1,0 0 0,-2 0 0,-2 0-1,0 0 1,-1 1 0,-5 20-183,2-29-10,-1 0 0,-1 0 0,-1-1 0,0 1 0,-1-2 0,-1 1 0,-1-1 0,0 0 0,-1-1 1,-1-1-1,-1 1 0,0-2 0,-1 0 0,0-1 0,-1 0 0,-2 1 10,14-12-96,0 1 0,0-1 0,0 0-1,0 0 1,-1 0 0,1 0 0,0 0 0,-1-1 0,1 1-1,-1-1 1,0 0 0,1 0 0,-1 0 0,0-1-1,0 1 1,1-1 0,-1 0 0,0 0 0,0 0 0,0-1-1,1 1 1,-1-1 0,0 0 0,0 0 0,1 0 0,-1-1-1,1 1 1,-1-1 0,1 0 0,0 0 0,0 0 0,0 0-1,0-1 1,0 1 0,0-1 0,0 1 0,1-1 0,-1 0-1,1 0 1,0-1 0,0 1 0,0 0 0,1-1 0,-1 1-1,1-1 97,-18-174-9426,19 167 8945,-2-10-184,2 0 0,0 0 0,1 0 0,1 0-1,1 0 1,1 1 0,1-1 0,1 1 0,1 0 0,0 1 0,9-16 665,14 13 1592,35 19 11874,-43 7-10298,-19-3-3146,0 0 0,0 1 0,0 0 0,0 0 0,0 0-1,-1 0 1,1 0 0,0 0 0,-1 1 0,0-1 0,1 1 0,-1 0-1,0 0 1,-1 0 0,1 0 0,0 0 0,-1 0 0,1 0 0,-1 0-1,0 1 1,0-1 0,-1 0 0,1 1 0,-1-1 0,1 1 0,-1-1-1,0 1 1,0-1 0,-1 0 0,1 1 0,-1-1 0,0 2-22,-19 69-2348,-69 43-11418,19-33 12738,57-60 3916,7-1 6671,17-13-3458,23-10-6234,-27-1 662,20-3-567,-1-1 0,1-2 1,-1 0-1,0-2 0,-1-1 0,0-1 0,-1-1 0,0-1 0,0-1 0,18-15 38,5-5-3880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2:58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715 0 29774,'0'0'1343,"0"0"-955,-28 14-322,-182 90-25,115-54-35,1 4 1,3 4-1,-40 36-6,127-92 4,0 0-1,0 0 1,0 1 0,0 0 0,0-1 0,1 1 0,-1 0-1,1 1 1,0-1 0,-1 0 0,2 1 0,-1 0 0,0 0 0,1 0-1,0 0 1,-1 0 0,2 0 0,-1 1 0,0-1 0,1 1-1,0-1 1,0 1 0,0-1 0,1 1 0,0 0 0,-1-1-1,2 1 1,-1 0 0,0-1 0,1 1 0,0 0 0,0-1 0,0 1-1,1-1 1,0 0 0,0 1 0,0-1 0,0 0 0,0 0-1,1 0 1,0 0 0,0 0-4,23 12 2,1 0 0,1-2 1,0 0-1,1-2 0,0-2 0,1 0 0,0-2 0,0-1 0,1-2 0,0-1 1,1-1-3,-21-1-24,82 11-588,-10-3-994</inkml:trace>
  <inkml:trace contextRef="#ctx0" brushRef="#br0" timeOffset="281.618">1640 513 22957,'0'0'6548,"-4"-17"-4928,-69-171-1198,-23 57-145,92 128-276,1-1 0,-1 1-1,-1 0 1,1 0 0,0 0 0,-1 0-1,0 1 1,1 0 0,-1 0 0,0 0-1,0 0 1,0 1 0,0 0 0,0 0-1,-1 0 1,1 1 0,0 0 0,0 0-1,0 0 1,-1 0 0,1 1 0,0 0-1,0 0 1,0 1 0,0-1 0,0 1 0,0 0-1,0 0 1,1 1 0,-3 1-1,-8 7 0,1 2 0,0 0 0,1 1 0,0 0 0,1 1 0,1 0 0,0 1 0,1 0 0,1 0 0,-5 14 0,-6 10 7,2 2 0,2 1 0,1 0 0,3 1 0,2 0 0,1 1 0,2 0 0,3 0-1,1 21-6,24 87 41,-19-148-41,0 0 0,0 0 0,1 0 0,-1-1 0,1 1 0,0-1 1,1 0-1,-1 1 0,1-1 0,0-1 0,0 1 0,0 0 1,0-1-1,1 0 0,-1 0 0,1 0 0,0-1 0,0 0 0,0 0 1,0 0-1,0 0 0,0-1 0,0 0 0,1 0 0,-1 0 1,2 0-1,3 0-5,0-1 0,-1 0 0,1 0 0,0-1 0,0 0 0,0 0 0,-1-1 0,1-1 0,-1 0 0,1 0 0,-1 0 0,0-1 0,0-1 0,6-3 5,20-18-210,0-1 0,-2-1 0,-1-2 1,-1-1-1,6-11 210,47-63-2453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04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29390,'0'0'904,"0"0"-663,123 8 223,-3-8 56,40 0 48,13-12-264,-28 0-224,-44 6-80,-31 4-208,-33 2-552,-13-2-2081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04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25854,'0'0'4328,"0"0"-3743,0 0-57,94 126-208,-65-53 112,-3 22 96,-13 25-336,-13 32-192,-37 2 0,-20-26 0,-2-31 0,15-42-32,-13 2-512,6-12-536,10-13-1313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04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24837,'0'0'5634,"0"0"-5162,0 0-368,0 0-64,0 0 48,119 55-8,-60-51-80,4-4-72,-12 0-761,-20 0-2055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05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23805,'0'0'6065,"0"0"-5304,0 0-545,0 0-168,197 6-48,-118-8-432,-5-14-1569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04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1 26174,'-8'17'3396,"-39"108"-2744,4 1 1,-7 53-653,36-60-851,15-117 813,0 0 0,0 1 0,1-1 0,-1 0 0,1-1 1,0 1-1,-1 0 0,1 0 0,0-1 0,0 1 0,0-1 1,0 1-1,0-1 0,0 0 0,0 0 0,1 0 0,-1 0 0,0 0 1,1-1-1,-1 1 0,0-1 0,1 1 0,-1-1 0,1 0 0,-1 0 1,1 0-1,-1 0 0,1 0 0,-1-1 0,0 1 0,1-1 0,-1 0 1,0 1-1,1-1 0,-1 0 0,0 0 0,0-1 0,0 1 1,0 0-1,0-1 0,0 1 0,0-1 0,0 0 0,0 0 0,-1 1 1,1-1-1,0-2 38,13-8 81,0 1 0,1 1 0,0 1 0,0 0 0,1 1 0,0 1 0,0 0 0,1 2 0,0 0 1,4 0-82,-2 2-586,64-17 642,-58 6-4337,-3-5-4994,-6-5 826</inkml:trace>
  <inkml:trace contextRef="#ctx0" brushRef="#br0" timeOffset="189.716">5 478 15411,'0'0'13003,"-5"109"-12155,5-38-488,29 6 48,15-10-24,15-12 17,9-17-89,6-17-144,5-11-120,-4-10-32,14-18-16,-21-13-304,-13-11-1985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03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1 26718,'0'0'3793,"0"0"-3425,-131 71-104,74-14 0,2 14 208,4 24 8,21 25-152,14-7-248,16-11-80,11-17 0,27-26 0,12-4 0,35 5-312,-10-23-784,-14-21-1937</inkml:trace>
  <inkml:trace contextRef="#ctx0" brushRef="#br0" timeOffset="252.491">437 518 30166,'0'0'897,"0"0"-641,0 0 88,111-22 80,-21 4 24,33-1-240,-9 3-208,13-8-40,-39 6-768,-38-1-4905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03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0 375 18396,'0'0'9682,"0"0"-8754,0 0-248,0 0-192,0 0 89,0 0-41,206-12-128,-94-5-128,-2-3-120,-14 4-48,-24 6-56,5 0-16,0 4-40,-20 6-64,-18 0-280,-19 0-808,-16 0-1529</inkml:trace>
  <inkml:trace contextRef="#ctx0" brushRef="#br0" timeOffset="283.219">460 0 25870,'0'0'3560,"0"0"-2912,0 0-191,0 0 95,-68 166 32,55-87-24,7 20-176,1 21-232,3-8-152,2-13 0,0 4-104,7-40-536,6-14-1193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05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684 511 10802,'0'0'19789,"0"0"-19133,0 0-304,0 0 112,154 150-56,-99-77-112,1 10-296,6 19 0,-12-9 0,-8 0 0,-7-8 0,-17-32 0,-3-4 0,-9-19-520,-3-30-1176,-3-22-3378,0-17-8769</inkml:trace>
  <inkml:trace contextRef="#ctx0" brushRef="#br0" timeOffset="250.344">1383 432 30070,'0'0'1345,"-96"160"-1105,-3-18 224,-12 26-8,3-3-264,21-11-192,19-22 0,22-35-192,13-28-1352</inkml:trace>
  <inkml:trace contextRef="#ctx0" brushRef="#br0" timeOffset="1713.595">448 51 7122,'0'0'4248,"0"0"-2999,0 0-713,0 0-256,0 0-248,0 0 184,0 0-216,-93-39-3361,76 27 2401</inkml:trace>
  <inkml:trace contextRef="#ctx0" brushRef="#br0" timeOffset="1917.629">149 6 15571,'0'0'2873,"0"0"5737,0 0-7522,0 0-160,0 0-152,0 0-296,0 0-87,14 10 23,47-4-192,13-4-112,8-2-88,-6 2-24,-10 2-112,-20 4-728,-39 11-1521,-7-1-13466,-16-2 8577</inkml:trace>
  <inkml:trace contextRef="#ctx0" brushRef="#br0" timeOffset="2132.219">53 878 1592,'0'0'27958,"-37"112"-27350,26-33-432,6 10-96,5-2 49,0-6 159,20-6-32,6-12-144,7-10-72,2-9-40,3-17 0,-1-11-8,0-14-88,3-2-168,1-20-441,14-47-1607,-9 4-8250,-4-6 4264</inkml:trace>
  <inkml:trace contextRef="#ctx0" brushRef="#br0" timeOffset="2428.164">1561 113 29262,'0'0'1306,"0"0"-942,27-2-308,89-1-33,-103 4-20,1 0 1,-1 1 0,0 0 0,0 1-1,0 1 1,0 0 0,-1 0 0,0 2 0,1-1-1,-2 2 1,1-1 0,-1 2 0,0-1-1,0 1 1,-1 1 0,0 0 0,7 9-4,-8-7 3,0 0 1,-1 0 0,0 1-1,-1 0 1,0 1 0,-1 0 0,0 0-1,-1 0 1,-1 0 0,0 1-1,-1 0 1,0-1 0,-1 1 0,0 0-1,-2 2-3,-8 219 186,8-228-175,-128 863 526,126-853-842,-11 47 234,-8-33-4622,10-29-5538</inkml:trace>
  <inkml:trace contextRef="#ctx0" brushRef="#br0" timeOffset="2680.407">1614 1476 20460,'0'0'10195,"0"0"-9731,0 0-464,127 0-8,-61-10-248,1-8-40,15-23-729,-19 3-5320,-12-3-1561</inkml:trace>
  <inkml:trace contextRef="#ctx0" brushRef="#br0" timeOffset="2937.821">2620 592 29502,'0'0'2129,"0"0"-1913,0 0-176,0 0-16,0 0-16,0 0-8,0 0-104,65 99-552,-73-62-1321,-23-7-9233,-6-5 4760</inkml:trace>
  <inkml:trace contextRef="#ctx0" brushRef="#br0" timeOffset="3205.769">2179 1077 30591,'22'-1'488,"226"-39"-704,-97 18-498,-150 22 710,0 0 0,0 0 0,0 0 0,0 0 0,0 0-1,0 0 1,0 0 0,1 0 0,-1 1 0,0-1 0,0 0 0,0 1 0,0-1 0,0 1-1,0-1 1,0 1 0,0 0 0,-1-1 0,1 1 0,0 0 0,0 0 0,0-1 0,-1 1-1,1 0 1,0 0 0,-1 0 0,1 0 0,-1 0 0,1 0 0,-1 0 0,1 0 0,-1 0 0,0 0-1,0 0 1,1 0 0,-1 0 0,0 0 0,0 0 0,0 1 0,0-1 0,0 0 0,0 0-1,0 0 1,-1 0 0,1 0 0,0 0 0,-1 0 0,1 0 0,-1 0 0,1 1 4,-30 54 144,-6-16-91,-2-3 0,-1-1 0,-1-1 1,-2-3-1,-2-1 0,0-2 0,-2-2 0,-1-2 1,-35 12-54,62-33-1042,38-22-1855,86-54-7479,16 34 9409,-118 38 1308,1 0 0,0 1 1,-1-1-1,1 1 1,-1 0-1,1 0 0,-1 0 1,1 0-1,-1 1 1,0-1-1,1 0 0,-1 1 1,0 0-1,0 0 1,0-1-1,0 1 1,0 0-1,-1 0 0,1 1 1,-1-1-1,1 0 1,-1 1-1,0-1 0,0 0 1,0 1-1,0-1 1,0 1-1,0 0 0,-1-1 1,1 1-1,-1 0 1,0-1-1,0 1 0,0 0 1,0-1-1,0 1 1,-1 0-1,0 1-341,1 47 2331,-1-37-2863,-2 14 772,-1 0 1,-2 0-1,0 0 1,-2-1-1,-1 0 0,-3 4-240,-32 121 300,50-136-1016,14-48-1616,-17 25 1511,19-33-5960</inkml:trace>
  <inkml:trace contextRef="#ctx0" brushRef="#br0" timeOffset="3472.596">2672 1225 19380,'0'0'6347,"0"0"-3519,0 0-2223,0 0-408,0 0 44,0 0 123,-14 21-44,-78 122-34,89-140-272,0 0 0,0 1 0,1-1 0,-1 1 0,1 0 1,0-1-1,0 1 0,0 0 0,1 0 0,-1 1 0,1-1 0,0 0 0,0 0 1,0 1-1,1-1 0,-1 0 0,1 1 0,0-1 0,1 0 0,-1 1 0,1-1 1,0 0-1,0 1 0,0-1 0,0 0 0,1 0 0,0 0 0,-1 0 0,2 0 1,-1 0-1,0-1 0,1 1 0,0-1 0,-1 0 0,1 1 0,1-1 0,-1 0 1,0-1-1,3 3-14,1-3-79,-1-1 0,1 1 1,-1-1-1,1-1 1,0 1-1,-1-1 0,1 0 1,0 0-1,-1-1 1,1 0-1,0 0 1,-1-1-1,1 0 0,-1 0 1,1-1 78,22-13-2078</inkml:trace>
  <inkml:trace contextRef="#ctx0" brushRef="#br0" timeOffset="3737.665">2979 827 16187,'0'0'14003,"0"0"-13330,-9 122-313,-6-43-24,0 8 24,-3 1-32,1 3-168,-3-4-112,2 0-32,-1-6-16,-3-4-112,-2-10-152,-9-8-392,4-18-1169,5-19-3088</inkml:trace>
  <inkml:trace contextRef="#ctx0" brushRef="#br0" timeOffset="4002.872">2935 1448 8122,'0'0'22092,"0"0"-21499,0 0-585,0 0-8,0 0-457,0 0-1063,0 0-5817</inkml:trace>
  <inkml:trace contextRef="#ctx0" brushRef="#br0" timeOffset="4003.872">3271 1697 19220,'0'0'10090,"0"0"-9026,0 0-847,0 0-217,0 0-241,0 0-1783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15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6 817 25349,'0'0'3876,"0"0"-2693,0 0-847,0 0-31,0 0 53,-1 10 30,0-4-316,0-5-60,1 0 0,-1 0 0,1 0 0,0 0 0,-1 0 0,1 1 0,0-1 0,0 0 0,0 0 0,-1 0 0,1 0 0,1 1 0,-1-1 0,0 0 0,0 0 0,0 0 0,0 1 0,1-1 0,-1 0 0,1 0 0,-1 0 0,1 0 0,-1 0 0,1 0 0,0 0 0,-1 0 0,1 0 1,0 0-1,0 0 0,-1 0 0,1-1 0,0 1 0,0 0 0,0-1 0,0 1 0,0 0 0,0-1 0,1 1 0,-1-1 0,0 0 0,0 1 0,0-1 0,0 0 0,0 0 0,1 1 0,-1-1 0,0 0 0,1 0-12,11-3 29,0-1-1,1 0 1,-2 0-1,1-1 0,0-1 1,-1 0-1,0-1 1,0 0-1,-1-1 0,0 0 1,0-2-29,7-3 10,43-32-10,-3-3 0,-2-2 0,-2-3 0,-2-1 0,-3-4 0,-3-1 0,38-63 0,-72 115 0,-12 31 0,0-16 0,-47 370 0,46-199 0,1-172 0,0 0 0,0-1 0,1 1 0,0 0 0,1 0 0,-1 0 0,1 0 0,1-1 0,-1 1 0,1-1 0,0 0 0,1 1 0,-1-1 0,1-1 0,0 1 0,1-1 0,-1 1 0,1-1 0,0-1 0,1 1 0,-1-1 0,1 1 0,0-2 0,0 1 0,0-1 0,0 0 0,0 0 0,1 0 0,0-1 0,-1 0 0,1-1 0,0 1 0,0-1 0,0 0 0,0-1 0,0 0 0,0 0 0,0-1 0,0 1 0,0-1 0,0-1 0,-1 0 0,1 0 0,0 0 0,3-2 0,6-9 0,0-1 0,-1 0 0,0-1 0,-1 0 0,-1-2 0,0 1 0,-1-2 0,7-13 0,34-63 0,-3-1 0,-5-3 0,-4-2 0,-4-1 0,-5-2 0,-4-1 0,0-27 0,-15 76 0,-8 77 0,-31 1599 0,25-1605 0,-5 161 0,-7-1 0,-9 0 0,-10 19 0,29-182 0,0 0 0,-1-1 0,0 1 0,-1-1 0,-1 1 0,0-1 0,0-1 0,-1 1 0,0-1 0,-9 9 0,12-16 0,1-1 0,-1 0 0,0 0 0,0 0 0,0 0 0,-1 0 0,1-1 0,0 0 0,-1 0 0,0 0 0,1-1 0,-1 1 0,0-1 0,0 0 0,0 0 0,0-1 0,0 0 0,0 0 0,0 0 0,0 0 0,0-1 0,1 0 0,-1 0 0,0 0 0,0 0 0,0-1 0,1 0 0,-1 0 0,-3-2 0,-11-8 0,2 0 0,-1-1 0,2-1 0,0-1 0,1 0 0,0-1 0,1 0 0,1-1 0,0-1 0,2 0 0,0-1 0,1 0 0,-3-9 0,5 10 0,1 0 0,0 0 0,2-1 0,0 0 0,1 0 0,1 0 0,0 0 0,2-1 0,0 1 0,2-1 0,0 1 0,1-1 0,1 1 0,0 0 0,2 0 0,0 0 0,1 1 0,1 0 0,1 0 0,5-8 0,27-47-3,3 3 0,3 1 0,4 3 0,2 1-1,2 4 1,4 1 0,2 3 0,2 3 0,9-2 3,116-92-1486,-104 80-1017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15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30799,'0'0'792,"0"0"-704,0 0-56,0 0 72,0 0 128,136-2-96,-90 0-128,-3 2-8,-1 0-464,-9 2-929,-18 7-3047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16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5057,'0'0'25454,"0"0"-24854,0 0-392,0 0 168,0 0 64,163 6-200,-67-14-240,-13 2-88,-10 6-1272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19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29142,'0'0'1289,"0"0"-665,0 0-136,-63 109-8,50-66-104,10 2-192,3 1-120,0-3-64,18 1-344,8-15-888,3-15-4906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18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405 562 28678,'0'0'1262,"0"0"-493,19-16-273,128-117 90,-96 80-462,-2-3 0,-3-1 0,37-61-124,-67 109 20,-15 42-21,-1-21 2,-2 269 14,0-275-15,2 1 0,-1-1 0,1 1 0,0-1 0,0 0 0,1 1 0,0-1 0,0 1 0,0-1 0,1 0 0,0 0 0,0 0 0,1 0 0,-1 0 0,1 0 0,1-1 0,-1 0 0,1 1 0,0-1 0,0 0 0,0-1 0,1 1 0,-1-1 0,1 0 0,0 0 0,1 0 0,-1-1 0,1 0 0,-1 0 0,5 2 0,4-6-1,-1 0 1,1 0 0,0-1 0,0-1 0,-1 0-1,1-1 1,-1 0 0,0-1 0,0-1 0,-1 0 0,0-1-1,0 0 1,0-1 0,-1 0 0,0-1 0,-1 0-1,0 0 1,0-1 0,-1-1 0,0 0 0,-1 0 0,7-12 0,8-3 22,0-1 1,-2-2-1,-1 0 1,-2-1-1,-1 0 1,-1-2 0,-1 0-1,-2-1 1,-1 0-1,-2-1 1,-2 0-1,0-1 1,-1-13-23,-7 128 78,3 282-11,-15 1 1,-17-2-1,-20 31-67,41-343 0,-49 162 0,56-207 0,0 0 0,0 0 0,-1 0 0,0-1 0,0 1 0,0 0 0,0-1 0,-1 0 0,1 1 0,-1-1 0,0 0 0,0 0 0,0-1 0,0 1 0,0 0 0,-1-1 0,1 0 0,-1 0 0,0 0 0,0 0 0,1-1 0,-1 0 0,0 1 0,0-1 0,0 0 0,0-1 0,-1 1 0,1-1 0,0 0 0,0 0 0,0 0 0,0-1 0,0 1 0,0-1 0,0 0 0,-3-1 0,-3-8 0,1 0 0,0 0 0,1-1 0,0 0 0,1 0 0,0-1 0,1 0 0,0 0 0,1-1 0,0 0 0,1 0 0,-1-6 0,-8-26 0,2 0 0,2-1 0,2 0 0,2 0 0,2-1 0,2-34 0,2 60 0,1 0 0,1-1 0,0 1 0,2 0 0,1 1 0,0-1 0,1 1 0,1 0 0,1 1 0,1 0 0,1 0 0,0 1 0,2 1 0,0 0 0,0 0 0,2 1 0,4-3 0,48-40-79,2 3 0,2 3 0,2 3 1,68-34 78,-35 20-887,-43 24-968</inkml:trace>
  <inkml:trace contextRef="#ctx0" brushRef="#br0" timeOffset="488.496">96 1111 28270,'0'0'1479,"0"0"-978,0 0-267,0 0 55,0 0-70,0 0-106,3 2-17,-3-2-92,1 1 0,-1-1 0,0 1 0,1 0-1,-1 0 1,1-1 0,-1 1 0,0 0 0,0-1-1,1 1 1,-1 0 0,0 0 0,0 0 0,0-1-1,0 1 1,0 0 0,0 0 0,0 0 0,0-1-1,0 1 1,0 0 0,-1 0 0,1-1 0,0 1-1,0 0 1,-1 0 0,1-1 0,-1 1 0,1 0-1,0-1 1,-1 1 0,1 0 0,-1-1 0,0 1-1,1-1 1,-1 1 0,1-1 0,-1 1 0,0-1 0,1 0-1,-1 1 1,0-1 0,1 0 0,-1 1 0,0-1-1,0 0 1,0 0 0,1 0 0,-1 1 0,0-1-1,0 0 1,1 0 0,-1 0 0,0 0 0,0 0-1,0-1 1,1 1 0,-1 0 0,0 0 0,0-1-1,1 1 1,-2 0-4,0 0 9,-1 1 0,0 0 0,0-1 1,0 1-1,0-1 0,0 0 0,0 0 0,0 0 0,0 0 0,1-1 0,-1 1 0,0-1 0,0 0 0,0 0 1,0 0-1,1 0 0,-1 0 0,1-1 0,-1 1 0,1-1 0,-3-1-9,3 0 2,1 1 0,-1-1-1,1 0 1,0 1 0,-1-1 0,1 0-1,1 0 1,-1 0 0,0 0 0,1 0-1,-1 0 1,1 0 0,0 0-1,0-1 1,0 1 0,1 0 0,-1 0-1,1 0 1,0 0 0,-1 0 0,1 0-1,1 0 1,-1 1 0,0-1 0,1 0-1,-1 1 1,1-1 0,0 0 0,0 1-1,0 0 1,0 0 0,0-1 0,0 1-1,1 0 1,-1 1 0,1-1 0,-1 0-1,1 1 1,0-1 0,0 1 0,0 0-1,-1 0 1,1 0 0,0 0 0,0 1-1,0-1 1,1 1 0,-1 0 0,0 0-1,0 0 1,0 0 0,2 1-2,-3 1 2,0 1 0,0 1 0,0-1 0,0 0 0,0 0 0,-1 1 0,0-1 0,1 1 0,-1-1 0,-1 1 0,1 0 1,0-1-1,-1 1 0,0 0 0,0-1 0,0 1 0,0 0 0,-1 0 0,1-1 0,-1 1 0,0 0 0,-1 2-2,-28 30 81,56-49-1007,2-5-1587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17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45 608 19852,'0'0'7629,"0"0"-5365,0 0-1585,0 0-132,0 0-74,-10 10-64,4-5-332,-21 23 135,27-27-206,0-1 1,0 1-1,-1-1 1,1 1-1,0-1 1,0 1-1,0 0 1,0-1 0,0 1-1,0-1 1,0 1-1,0-1 1,0 1-1,0 0 1,0-1 0,0 1-1,0-1 1,0 1-1,0-1 1,1 1-1,-1 0 1,0-1-1,0 1 1,1-1 0,-1 1-1,0-1 1,1 1-1,-1-1 1,1 0-1,-1 1 1,0-1-1,1 1 1,-1-1 0,1 0-1,-1 1 1,1-1-1,-1 0 1,1 0-1,-1 1 1,1-1-1,0 0 1,-1 0 0,1 0-1,-1 0 1,1 0-1,-1 0 1,1 0-1,0 0 1,-1 0 0,1 0-1,-1 0 1,1 0-1,0 0 1,-1 0-1,1 0 1,-1-1-1,1 1 1,-1 0 0,1 0-1,-1-1 1,1 1-7,26-4 16,-1-1 0,1 0 0,-1-3 0,-1 0 0,1-1 0,-1-2 0,-1 0 0,0-2 1,0 0-1,-2-2 0,0-1 0,0 0 0,-2-2 0,9-8-16,34-32 0,-3-1 0,-2-4 0,-3-2 0,17-29 0,-60 89 0,-11 29 0,-2-14 0,-48 333 0,23-28 0,27-310 0,0-1 0,0 1 0,1-1 0,-1 1 0,1-1 0,0 0 0,1 0 0,-1 0 0,1 0 0,0 0 0,0 0 0,0-1 0,0 1 0,0-1 0,1 0 0,0 0 0,0 0 0,-1-1 0,2 1 0,-1-1 0,0 0 0,0 0 0,1 0 0,-1-1 0,1 1 0,-1-1 0,1 0 0,0-1 0,-1 1 0,1-1 0,0 0 0,0 0 0,-1 0 0,1-1 0,0 0 0,-1 0 0,1 0 0,0 0 0,-1-1 0,2 0 0,7-5 0,1-2 0,-1 0 0,-1 0 0,0-1 0,0 0 0,-1-1 0,0 0 0,-1-1 0,0-1 0,-1 1 0,46-58 0,-3-2 0,-4-2 0,-2-3 0,-4-1 0,-4-2 0,24-72 0,-12-51 0,-42 228 0,14 314 0,-20 271 0,-24-314 0,-14-1 0,-29 88 0,9-130 0,55-249 0,-1 0 0,1 0 0,-1 0 0,0 1 0,0-2 0,0 1 0,0 0 0,-1 0 0,1-1 0,-1 1 0,0-1 0,0 0 0,0 0 0,-1 0 0,1 0 0,-1-1 0,1 1 0,-1-1 0,0 0 0,0 0 0,0 0 0,0-1 0,0 1 0,-1-1 0,1 0 0,0 0 0,-1-1 0,1 1 0,-1-1 0,1 0 0,0 0 0,-1 0 0,1-1 0,-1 0 0,1 0 0,0 0 0,0 0 0,-1 0 0,1-1 0,-9-7 0,0-1 0,1 0 0,0-1 0,1 0 0,1-1 0,-1 0 0,2 0 0,0-1 0,0-1 0,1 1 0,1-2 0,0 1 0,-2-10 0,-4-10 0,1-1 0,2 0 0,2-1 0,1 0 0,2 0 0,1-1 0,2 1 0,1-1 0,5-29 0,-2 38-3,1 0-1,1 1 1,2-1 0,1 1-1,1 0 1,1 1 0,1 0-1,2 1 1,0 0 0,2 0-1,1 1 1,1 1 0,0 1-1,2 0 1,0 1 0,2 1-1,0 1 1,1 1 0,1 1-1,6-3 4,212-139-1665,-128 94-676</inkml:trace>
  <inkml:trace contextRef="#ctx0" brushRef="#br0" timeOffset="280.319">2204 1164 28846,'0'0'1597,"0"0"-1064,0 0-225,0 0 36,0 0-7,-15-21-146,-84-118-108,97 135-84,-1 0 0,0 0 0,0 1 0,0-1 0,0 1 0,-1 0 0,1 0 0,-1 0 0,0 0 0,0 0 0,0 1 0,0 0 0,0 0 0,0 0 0,-1 1 0,1-1 0,-1 1 0,1 0 0,-1 0 0,0 0 0,1 1 0,-1 0 0,0 0 0,1 0 0,-1 0 0,0 1 0,1 0 0,-1 0 0,-2 1 1,-2 5-1,0 1 1,1 0-1,0 0 0,0 1 1,1 0-1,0 0 1,0 1-1,1 0 1,1 0-1,0 0 1,0 1-1,1 0 1,0 0-1,1 0 1,0 0-1,1 0 1,0 1-1,0 7 1,1-16-1,0 1 0,0 0 0,1 0 0,-1 0 0,1 0 0,0-1 0,-1 1 0,2 0 0,-1 0 0,0 0 0,1 0 0,0 0 0,0-1 0,0 1 0,0 0 0,1-1 0,0 1 0,-1-1 0,1 1 0,0-1 0,1 0 0,-1 0 0,1 0 0,-1 0 0,1 0 0,0 0 0,0-1 0,0 1 0,0-1 0,0 0 0,1 0 0,-1 0 0,1-1 0,0 1 1,12 1-29,-1-1 1,1-1 0,0 0 0,0-1-1,-1-1 1,1 0 0,0-1 0,-1-1-1,0 0 1,1-1 0,-1-1 0,-1 0-1,1-1 1,-1-1 0,0 0 0,0-1-1,2-2 29,61-37-2127,-12-2-4098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21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30935,'0'0'632,"0"0"-120,0 0-312,0 0-96,0 0-80,0 0-24,125 106-544,-95-100-1937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21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28990,'0'0'1689,"0"0"-1073,0 0-200,0 0-280,0 0-136,0 0-120,0 0-336,151 43-849,-92-43-727,-13 0-3849,-9 2 2448,-30 10 3433,-7 4 7314,2 2-4650,2 1-1656,10 5-528,-3-8-480,2-8-1944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22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1 426 30911,'0'0'588,"19"-5"-242,149-57-135,-115 30-222,-1-2 0,-2-2 1,-2-2-1,-1-2 0,-2-3 0,-2-1 0,8-14 11,-51 58 0,-1 0 0,1 1 0,0-1 0,-1 0 0,1 0 0,0 1 0,0-1 0,-1 0 0,1 0 0,0 1 0,0-1 0,-1 0 0,1 1 0,0-1 0,0 0 0,0 1 1,-1-1-1,1 0 0,0 1 0,0-1 0,0 1 0,0-1 0,0 0 0,0 1 0,0-1 0,0 1 0,0-1 0,0 0 0,0 1 0,0-1 0,0 0 0,0 1 0,0-1 0,1 1 0,-1-1 0,0 0 0,0 1 0,0-1 0,1 0 0,-1 1 0,0-1 0,0 0 0,1 0 0,-1 1 0,0-1 0,0 0 0,1 0 0,-1 1 0,0-1 0,1 0 0,-1 0 0,1 0 0,-1 1 0,0-1 0,1 0 0,-1 0 0,0 0 0,1 0 0,-1 0 0,1 0 0,-1 0 0,0 0 0,1 0 0,-1 0 0,1 0 0,-1 0 1,-49 253 173,48-228-170,0 0 1,2 1-1,1-1 0,1 0 1,1 0-1,1 0 0,1-1 0,1 1 1,1-1-1,2-1-4,66 91 120,-73-111-107,1 0 1,-1 0 0,1 0-1,-1-1 1,1 1 0,0-1-1,0 0 1,0 0 0,0 0-1,1-1 1,-1 1 0,0-1-1,1 0 1,-1 0 0,1-1-1,-1 1 1,1-1 0,-1 0-1,1 0 1,-1-1 0,1 1-1,-1-1 1,1 0 0,-1 0-1,0-1 1,1 1 0,-1-1-1,0 0 1,1-1-14,10-8 5,0-1 0,-1 0 1,0-2-1,-1 1 0,0-2 0,-2 0 0,1 0 1,-2-1-1,0 0 0,4-11-5,13-15 0,-3-1 0,-1-1 0,-3-1 0,-1-1 0,-2-1 0,-3 0 0,-1-1 0,-3 0 0,-1-1 0,0-34 0,-9 253 0,-29 915 0,-60-321 0,75-606 0,7-159 0,-40-125 0,-17-12 0,36 82 0,1-2 0,4-1 0,-13-48 0,32 90 0,0 0 0,1 0 0,0 0 0,2 0 0,0 0 0,1-1 0,1 1 0,0 0 0,1 0 0,1-1 0,1 2 0,0-1 0,1 0 0,1 1 0,7-14 0,21-19-33,1 2 0,3 2 0,1 1 0,2 2 0,3 1 0,0 3 0,3 2 0,1 2 0,16-7 33,-62 39-8,111-76-1934,-14 11-2564</inkml:trace>
  <inkml:trace contextRef="#ctx0" brushRef="#br0" timeOffset="362.108">1715 850 29918,'0'0'1546,"0"0"-675,-2 21-499,-9 171-312,66-262-60,-35 36 0,-12 17 0,0 1 0,1 0 0,1 0 0,0 1 0,1 1 0,1 0 0,0 0 0,1 1 0,0 0 0,1 2 0,0-1 0,1 2 0,4-2 0,-16 10 0,0 0 0,0 1 0,0 0 0,0 0 0,0 0 0,0 0 0,1 0 0,-1 1 0,0-1 0,1 1 0,-1 0 0,0 0 0,1 0 0,-1 1 0,0-1 0,1 1 0,-1-1 0,0 1 0,0 0 0,0 1 0,1-1 0,-1 0 0,0 1 0,-1 0 0,1-1 0,0 1 0,0 0 0,-1 1 0,1-1 0,-1 0 0,0 1 0,0-1 0,0 1 0,0 0 0,0 0 0,-1 0 0,1 0 0,-1 0 0,1 2 0,21 134 0,-24-67-257,-5-49-1030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20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0 505 30206,'0'0'751,"0"0"-279,0 0-130,0 0 11,0 0 26,28-11-154,-9 4-207,5-1-15,0-2 0,-1 0 0,0-1 0,-1-2 0,-1 0 0,1-2 0,4-5-3,3-3 0,-2-1 0,0-1 0,-2-2 0,-1 0 0,-1-2 0,-1 0 0,-2-2 0,-1 0 0,6-16 0,-10-33 0,-42 89 0,15 7 0,0 0 0,1 0 0,0 1 0,1 0 0,1 1 0,1 0 0,1 0 0,0 1 0,-3 17 0,2-14 0,-4 14 0,0 1 0,3 0 0,1 0 0,1 1 0,3 0 0,1 0 0,1 0 0,3 10 0,-2-42 0,1 0 0,0 0 0,0 0 0,0 0 0,1-1 0,0 1 0,0 0 0,1 0 0,0-1 0,-1 1 0,2-1 0,-1 0 0,1 1 0,0-1 0,0 0 0,0-1 0,1 1 0,-1 0 0,1-1 0,0 0 0,0 0 0,1 0 0,0 0 0,-1-1 0,1 0 0,0 0 0,0 0 0,1-1 0,-1 1 0,1-1 0,-1 0 0,1-1 0,-1 1 0,1-1 0,0-1 0,0 1 0,0-1 0,-1 0 0,5 0 0,5-7 0,-1 0 0,0-2 0,0 1 0,-1-2 0,0 0 0,0 0 0,-1-1 0,0-1 0,-1 0 0,-1 0 0,0-1 0,0 0 0,-2-1 0,1 0 0,-2-1 0,0 0 0,-3 9 0,27-43 0,-3-2 0,-2-1 0,-2 0 0,-3-2 0,-2-1 0,-2 0 0,-3-1 0,7-54 0,-21 160 0,-12 1177 0,5-1101 0,-5 0 0,-6-1 0,-23 77 0,8-102 0,32-97 0,0 0 0,-1 0 0,1 0 0,-1-1 0,0 1 0,0 0 0,0-1 0,0 1 0,0-1 0,0 0 0,0 0 0,-1 0 0,1 0 0,-1 0 0,0 0 0,0-1 0,1 1 0,-1-1 0,0 0 0,0 0 0,0 0 0,-1 0 0,1 0 0,0-1 0,0 1 0,0-1 0,0 0 0,-3 0 0,2-1 0,1-1 0,-1 1 0,0-1 0,1 0 0,0 0 0,-1 0 0,1 0 0,0-1 0,0 1 0,0-1 0,0 0 0,1 1 0,-1-1 0,1-1 0,0 1 0,0 0 0,0-1 0,0 1 0,0-1 0,1 1 0,0-1 0,-1-3 0,-26-65 0,4 0 0,2-2 0,4 0 0,4-1 0,-3-49 0,15 114 0,-3-13 0,1-1 0,0 0 0,2 1 0,1-1 0,0 0 0,2 0 0,1 0 0,1 0 0,1 0 0,1 1 0,1 0 0,1 0 0,6-14 0,5 13-16,2 1 1,0 0-1,1 2 1,1 0-1,0 2 0,2 0 1,0 2-1,2 0 1,0 2-1,0 1 0,1 1 1,1 1-1,3 0 16,99-44-1401,-9 9-1756</inkml:trace>
  <inkml:trace contextRef="#ctx0" brushRef="#br0" timeOffset="780.44">1296 601 29782,'0'0'891,"0"0"-191,0 0-334,0 0-111,19-1 19,-10 1-247,10-2 10,-1 0 0,1 2 1,0 0-1,0 1 0,-1 1 1,1 1-1,-1 1 1,1 0-1,-1 1 0,-1 1 1,1 1-1,9 5-37,-25-9-12,1 0 0,-1 0 0,0 0 0,-1 1 1,1-1-1,-1 1 0,1-1 0,-1 1 0,0-1 0,0 1 0,-1 0 1,1-1-1,-1 1 0,0 0 0,0 0 0,0-1 0,0 1 0,-1 0 0,1 0 1,-1-1-1,0 1 0,0 0 0,0-1 0,-1 1 0,1-1 0,-1 0 0,0 1 1,0-1-1,0 0 0,0 0 0,-1 0 0,1 0 0,-1-1 0,0 1 0,0-1 1,0 1-1,0-1 0,0 0 0,0 0 0,0-1 0,-1 1 0,-1 0 12,-231 156-213,236-157 217,1-1 1,-1 0-1,1 0 1,-1 0-1,1 0 1,-1 0 0,1 1-1,0-1 1,-1 0-1,1 1 1,-1-1-1,0 0 1,1 1-1,-1-1 1,1 0-1,-1 1 1,1-1-1,-1 1 1,0-1-1,1 1 1,-1-1-1,0 1 1,0-1-1,1 1 1,-1-1-1,0 1 1,0-1-1,0 1 1,0-1 0,0 1-1,1 0 1,-1-1-1,0 1 1,0-1-1,0 1 1,-1-1-1,1 1 1,0 0-1,0-1 1,0 1-1,0-1 1,0 1-1,-1-1 1,1 1-1,0-1 1,0 1-1,-1-1 1,1 1-1,-1-1 1,1 1 0,0-1-5,36 2 24,0-2 1,0-2 0,-1-1-1,1-2 1,0-1 0,19-7-25,177-67-1155,-132 36-1094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26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1 331 26430,'0'0'405,"0"0"475,27 1-377,178 8 32,401-12 829,0-26 0,70-35-1364,-159-13 33,-69 6-17,4 21-1,33 18-15,-304 29-4,0 8-1,112 19 5,104 36-66,-67-7 43,2-15 0,81-11 23,-237-25 132,1-9 0,96-18-132,173-50 14,-223 32-3,3 11 0,1 8 0,34 10-11,-257 14-2,0-1 1,0 1-1,0 0 1,1 0-1,-1 1 0,0-1 1,0 1-1,0 0 1,0 0-1,0 0 1,0 0-1,0 1 0,0 0 1,-1-1-1,1 1 1,0 1-1,-1-1 1,0 1-1,1-1 0,-1 1 1,0 0-1,0 0 1,-1 0-1,1 0 1,-1 1-1,1-1 0,-1 1 1,0 0-1,-1-1 1,1 1-1,-1 0 1,1 0-1,-1 0 0,0 4 2,-1-6-17,-1 0 0,0 0 0,0 0 0,0-1-1,0 1 1,-1 0 0,1 0 0,0 0 0,-1-1-1,1 1 1,-1-1 0,1 1 0,-1-1 0,0 0-1,0 0 1,0 1 0,0-1 0,0-1-1,0 1 1,0 0 0,0 0 0,0-1 0,0 1-1,0-1 1,0 1 0,-1-1 0,1 0 0,0 0-1,0 0 1,0 0 0,0-1 0,-2 1 17,3 0-31,-34 1-1455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27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52 30438,'0'0'662,"0"0"-387,0 0-193,-1 20 6,-3 135 583,-32 166-120,39-309-551,138-210 3,-105 142-27,3 1 1,2 1 0,2 3-1,36-33 24,-74 78-5,1 1 0,0-1-1,0 1 1,0 0 0,1 1-1,-1 0 1,1 0 0,0 0-1,1 1 1,-1 0 0,0 0-1,1 0 1,0 1 0,0 1-1,-1-1 1,1 1 0,1 1 5,-4 2 1,0 1 1,0 0-1,0 0 1,-1 0-1,0 0 1,0 1-1,0 0 1,0 0 0,0 0-1,-1 0 1,1 0-1,-1 1 1,0 0-1,-1-1 1,1 1-1,-1 0 1,0 0-1,0 1 1,-1-1-1,1 0 1,-1 1 0,0-1-1,-1 1 1,1-1-1,-1 1 1,0-1-1,-1 1 1,1-1-1,-1 0 1,0 1-2,2 6 14,2 71 73,-4-58-81,2 0-1,0 0 1,2 0 0,1 0-1,1-1 1,6 19-6,-9-39-44,0 0-1,0 0 1,1-1-1,-1 1 1,1 0-1,0-1 1,0 0-1,0 1 1,1-1-1,-1-1 1,1 1-1,0 0 1,0-1-1,0 0 1,0 0-1,0 0 1,0 0-1,0-1 1,1 1-1,-1-1 1,0 0-1,2 0 45,26 4-2366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27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30695,'0'0'1760,"0"0"-1576,0 0-128,0 0 8,0 0-56,0 0-8,0 0 0,6 21 0,10-38 0,-1 1-440,-2-2-5337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26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 28262,'0'0'1083,"0"0"-468,0 0-346,0 0-1,0 0 139,0 0 5,30 16-24,-3-1-295,-11-5-46,1-1-1,0 0 1,1-1 0,-1-1-1,2-1 1,-1-1 0,1 0 0,-1-1-1,1-1 1,15 0-47,132 2 187,-81-5-130,0 4 1,-1 4-1,58 13-57,-56 12 0,-84-32 0,-1 0 0,1-1 0,-1 1 0,1 0 0,-1 0 0,0 1 0,0-1 0,0 0 0,1 0 0,-1 0 0,0 1 0,-1-1 0,1 1 0,0-1 0,0 1 0,-1-1 0,1 1 0,0-1 0,-1 1 0,0 0 0,1-1 0,-1 1 0,0-1 0,0 1 0,0 0 0,0-1 0,0 1 0,0 0 0,0-1 0,-1 1 0,1 0 0,-1-1 0,1 1 0,-1-1 0,1 1 0,-1-1 0,0 1 0,0-1 0,0 1 0,0-1 0,0 0 0,0 1 0,0-1 0,0 0 0,-1 0 0,1 0 0,0 0 0,-1 0 0,1 0 0,-1 0 0,1-1 0,-1 1 0,-172 93-19,137-78 3,-489 206-633,507-215-631,28-7-805</inkml:trace>
  <inkml:trace contextRef="#ctx0" brushRef="#br0" timeOffset="341.942">1300 1 30607,'0'0'622,"0"0"-375,0 0-162,0 0 17,24 17 108,-1 2-135,134 73 308,-150-89-370,21 6 6,-1 1-1,0 2 1,-1 1 0,0 1 0,-1 1-1,-1 1 1,0 1 0,12 12-19,-33-26 0,-1 0 0,1 0 0,-1 0 0,0 1 0,0-1 0,0 0 1,0 1-1,0 0 0,-1-1 0,0 1 0,0 0 0,0 0 0,0 0 0,0 0 1,-1-1-1,0 1 0,0 0 0,0 0 0,0 0 0,0 0 0,-1 0 0,0 0 1,0 0-1,0 0 0,0-1 0,-1 1 0,1 0 0,-1-1 0,0 1 1,0-1-1,0 0 0,-1 1 0,1-1 0,-1 0 0,0-1 0,1 1 0,-1 0 1,0-1-1,-1 1 0,1-1 0,-3 1 0,-39 27-357,-2-2-1,0-2 1,-2-2 0,-11 2 357,33-14-538,0 0-1284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29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1 973 27958,'0'0'1907,"0"0"-1333,0 0-446,22-26 34,153-173 445,-153 173-563,2 1 0,0 1 0,2 2 0,1 0 0,0 2 0,2 1 0,0 1 0,1 2 0,0 0 0,2 3 0,-1 0 0,2 2 0,0 1 0,0 2 0,0 1 0,1 2 0,0 1 0,0 2 0,7 1-44,-19 5 26,1 2 0,-1 0 0,-1 1-1,1 1 1,-1 1 0,-1 1 0,0 0 0,0 2-1,-1 0 1,0 2 0,-1 0 0,15 15-26,-11-9 40,2-2 0,0-1 0,1-1 0,0-1 0,2-1 0,-1-1 0,18 5-40,-22-12 0,0-1 0,1-2 1,-1 0-1,0-2 0,1 0 0,0-1 1,-1-2-1,0 0 0,1-1 1,-1-1-1,0-1 0,0-2 1,-1 0-1,0-1 0,0-1 0,-1 0 1,0-2-1,9-7 0,79-54 0,-2-4 0,-5-5 0,0-7 0,84-66 0,-168 140 0,-9 5 0,-1 1 0,2 0 0,-1 0 0,1 0 0,0 1 0,1 1 0,0 0 0,0 0 0,0 1 0,0 0 0,1 1 0,0 0 0,0 0 0,0 2 0,0-1 0,1 1 0,-1 1 0,1 0 0,-1 0 0,1 1 0,-1 1 0,1 0 0,-1 1 0,6 1 0,136 124 0,-122-102 0,2-2 0,1-1 0,1-2 0,1-1 0,0-2 0,1-2 0,1-1 0,0-2 0,1-1 0,0-2 0,1-2 0,0-2 0,0-1 0,0-2 0,0-2 0,1-2 0,13-3 0,1-7 0,0-3 0,-2-2 0,0-2 0,0-3 0,-2-2 0,-1-2 0,-1-2 0,7-8 0,-32 21 0,60-36 0,-35 20 0,0 2 0,2 3 0,1 1 0,16-3 0,-57 24 0,-1 1 0,1 0 0,-1 1 0,1 0 0,0 1 0,0 0 0,0 0 0,0 1 0,-1 1 0,1 0 0,0 0 0,0 1 0,-1 1 0,1 0 0,-1 0 0,1 1 0,-1 0 0,2 2 0,33 17 0,1-1 0,1-3 0,0-1 0,2-3 0,0-2 0,8 0 0,830 127 0,315 23 0,-1072-138-771,-129-24-1387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31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485 166 30975,'0'0'714,"0"0"-345,-13-20-241,-44-62-95,52 76-32,0 1 0,0 0 1,-1-1-1,1 2 0,-1-1 1,0 1-1,-1 0 0,1 0 0,-1 1 1,0 0-1,0 0 0,0 0 0,0 1 1,0 0-1,0 0 0,-1 1 0,1 0 1,-1 1-1,1-1 0,0 1 1,-4 1-2,3 0-4,-1 0 1,1 0 0,0 1 0,-1 0 0,1 1-1,0 0 1,0 0 0,1 1 0,-1 0 0,1 0-1,0 0 1,0 1 0,0 1 0,0-1 0,1 1-1,0 0 1,0 0 0,1 1 0,0-1 0,-4 7 3,-78 153-76,61-30 80,25-133 0,1 0 1,0 1 0,1-1-1,-1 0 1,1 0 0,-1 0 0,1 0-1,0 0 1,0 0 0,0 0 0,1 0-1,-1 0 1,1 0 0,-1-1-1,1 1 1,0-1 0,0 1 0,0-1-1,0 0 1,1 1 0,-1-1 0,1 0-1,-1-1 1,1 1 0,0 0 0,-1-1-1,1 1 1,0-1 0,0 0-1,0 0 1,0 0 0,0-1 0,0 1-1,0-1 1,1 1 0,-1-1 0,0 0-1,0 0 1,0 0 0,0-1-1,1 1 1,1-2-5,18-1-40,0-1 0,0-1-1,-1 0 1,0-2 0,0-1-1,0-1 1,-1-1-1,0-1 1,-1 0 0,0-2-1,-1 0 1,-1-1 0,0-1-1,0-1 1,-2 0 0,0-1-1,-1-1 1,-1 0 0,0-1-1,-2-1 1,0 0 0,-1-1-1,-1 0 1,1-5 40,4-19-1894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31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1 401 29910,'0'0'1121,"0"0"-945,0 0-88,206-6 40,-46-22 144,20-7 8,-1-3-104,-36 8-80,-44 15-64,-29 5-32,11-2-200,-11 2-536,-11-4-1937</inkml:trace>
  <inkml:trace contextRef="#ctx0" brushRef="#br0" timeOffset="237.07">985 0 29782,'0'0'833,"0"0"-609,-64 144-72,43-75-56,7 4-8,14 0-88,27 8-96,21-18-1321,15-21-4744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30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29430,'0'0'1025,"0"0"-489,0 0-352,0 0-112,119 28 88,-40 15 112,6 17 0,3 11-112,-7 8-80,-11 7-32,-15-1-32,-16-2-16,-13-8 0,-12-14 0,-8-19-208,1-35-200,-3-7-432,1-15-2569</inkml:trace>
  <inkml:trace contextRef="#ctx0" brushRef="#br0" timeOffset="157.538">491 0 29334,'-81'109'672,"-20"31"-488,-24 30-184,29-38-544,19-34-2752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30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0 511 29790,'0'0'745,"0"0"-497,206 0-40,-61-14 8,15-8-16,-26 3-56,-31 3-56,-38 6-72,-8 4-16,20-14-312,-11 5-1153,-11-7-2263</inkml:trace>
  <inkml:trace contextRef="#ctx0" brushRef="#br0" timeOffset="254.943">835 0 28774,'0'0'840,"-11"152"-216,9-20-39,0 26-153,0 2-112,-3-6-144,1-36-120,4-25-56,0-7-192,0-32-688,13-15-3313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47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62 30214,'0'0'1081,"0"0"-345,66 112-216,-3-63-304,16-1-216,13-5 0,3-5 0,-3-3 0,8-5 0,-25-9-768,-22-13-1689</inkml:trace>
  <inkml:trace contextRef="#ctx0" brushRef="#br0" timeOffset="250.699">693 0 30471,'0'0'864,"-138"99"-128,20-10-448,-3 6-176,-21 19-112,37-29-288,37-30-1889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43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5 127 7706,'0'0'18100,"0"0"-13834,0 0-3633,0 0-159,0 0-32,-5 7 463,135-20-664,25-13-241,44-10 0,2 8 0,1 10 0,12 8 0,-189 9 0,-17 0 0,1 1 0,-1-1 0,1 1 0,-1 1 0,1-1 0,-1 1 0,1 1 0,-1 0 0,0 0 0,0 1 0,0-1 0,5 4 0,-18 5-1390,-16-10-853</inkml:trace>
  <inkml:trace contextRef="#ctx0" brushRef="#br0" timeOffset="1002.717">454 153 17660,'0'0'9075,"0"0"-6626,-10 19-1708,-56 133 363,46-57-678,5 0-1,4 1 1,3 18-426,5-76 52,-43 984 357,17-734-409,51-283 0,158-55 0,302-43-336,-423 85-1344</inkml:trace>
  <inkml:trace contextRef="#ctx0" brushRef="#br0" timeOffset="1585.914">1257 725 17764,'0'0'8895,"0"0"-6686,0 0-1633,0 0-15,0 0 30,0 0-74,15-13-75,52-41-49,-61 51-359,-1 1 0,1 0 0,0 0 0,1 1 0,-1-1 0,0 1 0,0 1 0,1-1 0,-1 1 0,0 0 0,1 1 0,-1-1 0,0 1 0,0 1 0,1-1 0,-1 1 0,0 0 0,-1 0 0,1 1 0,0 0 0,5 3-34,-6-4 21,33 17-11,0 2 1,-1 1-1,-1 2 1,-1 2-1,-1 1 1,-2 1 0,-1 2-1,12 15-10,-36-38 0,0 0 0,0 1 0,-1 0 0,0 0 0,-1 0 0,1 1 0,-2 0 0,1 0 0,-1 0 0,-1 0 0,0 1 0,0-1 0,0 1 0,-2 0 0,1 0 0,-1 0 0,0 0 0,-1 0 0,-1 0 0,1 0 0,-1 0 0,-1 0 0,0 0 0,0 0 0,-1-1 0,-1 1 0,1-1 0,-1 0 0,-1 0 0,0 1 0,-25 25 0,-2-1 0,-1-2 0,-2-1 0,0-1 0,-2-3 0,-2 0 0,0-3 0,-1-1 0,-5-1 0,24-10-1,6-3 0,0 0 0,0-2 1,-1 0-1,1 0 0,-1-1 0,-1-1 0,1-1 0,-6 1 1,13-14-195,12-17-909,11-11-1286</inkml:trace>
  <inkml:trace contextRef="#ctx0" brushRef="#br0" timeOffset="1870.838">2539 640 30182,'0'0'878,"-23"8"-173,-159 70 220,137-52-917,0 1 1,2 2-1,2 2 1,0 2 0,2 2-1,2 1 1,1 2-1,2 2 1,-17 27-9,46-61 0,0 1 0,0 1 0,1-1 0,0 0 0,0 1 0,1 0 0,0 0 0,0 0 0,1 0 0,0 1 0,1-1 0,-1 1 0,2-1 0,-1 1 0,1-1 0,1 1 0,-1-1 0,1 1 0,1-1 0,0 1 0,0-1 0,0 0 0,1 0 0,0 0 0,1 0 0,0-1 0,2 4 0,10 0 0,0-2 0,0 0 0,1-1 0,0 0 0,1-1 0,-1-1 0,1-1 0,0-1 0,1 0 0,-1-1 0,1-1 0,-1-1 0,1-1 0,0 0 0,-1-1 0,1-1 0,-1-1 0,3-1 0,256-74-1008,-157 28-1409</inkml:trace>
  <inkml:trace contextRef="#ctx0" brushRef="#br0" timeOffset="2344.089">2960 123 26574,'0'0'3630,"0"0"-2534,0 0-745,0 0-58,22-1 49,158-12 112,142-30-427,-320 66-27,-77 121 0,54-91 0,1 0 0,3 1 0,3 1 0,2 1 0,2 0 0,3 0 0,2 0 0,3 1 0,2 20 0,7 788 0,-6-860-42,0 1 0,-1-1 1,1 0-1,-1 0 0,-1 1 0,1-1 0,-1 0 0,0 0 1,0 1-1,0-1 0,-1 0 0,0 0 0,0 0 1,0-1-1,0 1 0,-1 0 0,0-1 0,0 1 0,0-1 1,0 0-1,-1 0 0,0-1 0,0 1 0,0-1 1,0 1-1,0-1 0,-1-1 0,0 2 42,-26 6-3486</inkml:trace>
  <inkml:trace contextRef="#ctx0" brushRef="#br0" timeOffset="2591.599">2458 1948 30663,'0'0'1328,"0"0"-992,0 0 88,173 16-408,-68-16-16,-4-6 0,4-8 0,3 0 0,8-11 0,-13 3-832,-18 2-11859</inkml:trace>
  <inkml:trace contextRef="#ctx0" brushRef="#br0" timeOffset="2856.408">4108 859 29566,'0'0'881,"0"0"-145,0 0-248,0 0 24,112-6-112,-70 18-216,-7 10-184,-7 7 0,-12 11 0,-12 5-224,-22 20-576,-17-11-1233,-6-9-8761</inkml:trace>
  <inkml:trace contextRef="#ctx0" brushRef="#br0" timeOffset="3109.988">3847 1386 29878,'0'0'625,"0"0"-81,26-2-64,174-27 455,-192 27-893,27-7 10,0 1 1,1 2 0,0 2-1,0 1 1,11 1-53,-45 3 0,0 0 0,0 0 0,-1 0 0,1 0 0,0 1 0,-1-1 0,1 0 0,-1 1 0,1-1 0,-1 1 0,1-1 0,-1 1 0,0 0 0,0-1 0,0 1 0,0 0 0,0 0 0,-1 0 0,1 0 0,0 0 0,-1 0 0,1 0 0,-1 0 0,0 0 0,0 0 0,0 0 0,0 0 0,0 0 0,0 0 0,-1 0 0,1 0 0,0 0 0,-1 0 0,0 0 0,1 0 0,-1 0 0,0 0 0,0 0 0,0-1 0,0 1 0,-1 0 0,1 0 0,-11 19 0,-1 0-1,-1 0 1,-1-1-1,0-1 1,-2-1-1,0 0 1,-8 5 0,-1 4-6,-36 37-381,-3-3 1,-3-3-1,-2-2 1,-49 27 386,70-57-724,26-28-1680,21-14-3377,2 16 5729,-1-35-19718</inkml:trace>
  <inkml:trace contextRef="#ctx0" brushRef="#br0" timeOffset="3373.981">4174 1605 19428,'0'0'8543,"0"0"-6373,-6 21-1592,-83 243 926,83-249-1437,-19 38-21,2 2 0,3 1 1,3 0-1,2 2 0,2 0 1,3 0-1,2 1 0,1 42-46,8-100-27,-1 0-1,1 0 1,-1 0-1,1 0 0,-1 0 1,1 0-1,-1 0 1,1 0-1,0 0 0,0 0 1,-1 0-1,1-1 1,0 1-1,0 0 0,0-1 1,0 1-1,0 0 1,0-1-1,0 1 0,0-1 1,0 0-1,0 1 1,0-1-1,0 0 0,1 0 1,-1 1-1,0-1 1,0 0-1,0 0 0,0 0 1,0 0-1,1-1 1,-1 1-1,0 0 0,0 0 1,0-1-1,0 1 1,0 0-1,0-1 0,0 1 1,0-1-1,0 0 1,0 1-1,0-1 0,0 0 1,0 0-1,-1 1 1,1-1-1,0 0 28,37-43-1759,-15 7-2501,4-11-9314</inkml:trace>
  <inkml:trace contextRef="#ctx0" brushRef="#br0" timeOffset="3594.499">4595 1522 29910,'0'0'742,"0"0"-217,-25 10-221,-154 73 123,154-67-385,0 2-1,1 0 1,1 1-1,1 1 1,0 2 0,-17 22-42,37-42 12,0 0 1,0 0 0,0 0 0,0 0 0,1 0 0,-1 0 0,1 1 0,-1-1 0,1 1 0,0-1 0,0 1 0,0-1 0,0 1-1,0 0 1,1 0 0,-1-1 0,1 1 0,0 0 0,-1 0 0,1 0 0,1-1 0,-1 1 0,0 0 0,1 0 0,-1-1 0,1 1 0,0 0-1,0-1 1,0 1 0,0 0 0,1-1 0,-1 1 0,0-1 0,1 0 0,0 0 0,0 1 0,0-1 0,0 0 0,2 1-13,13 2 9,0 0 1,0-1 0,1-1 0,0-1-1,0-1 1,0 0 0,-1-1-1,1-1 1,14-2-10,-16 2-7,6-2-288,-1 0 0,1-2 0,0 0 1,-1-1-1,0-1 0,-1-1 1,0-1-1,0-1 0,3-3 295,32-20-4027</inkml:trace>
  <inkml:trace contextRef="#ctx0" brushRef="#br0" timeOffset="3859.534">4978 893 20564,'-2'25'8382,"-29"448"-4938,29 762-3067,-12-1416-2689,4 84-705</inkml:trace>
  <inkml:trace contextRef="#ctx0" brushRef="#br0" timeOffset="4107.753">4928 1518 20884,'0'0'9603,"0"0"-8763,0 0-72,162 28-352,-100-20-160,1-1-256,18-1 0,-15-4 0,-13-2-1528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4:45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 25405,'0'0'4388,"0"0"-3098,0 0-1056,0 0-158,1 23 68,8 234 561,-8-39-453,-10 0 0,-15 51-252,-18 12 10,-13-2 1,-54 151-11,83-351 0,22-99 0,10-48 0,3 1 0,3-1 0,3 2 0,3 0 0,3 1 0,2 0 0,19-32 0,-34 74 0,1 0 0,1 0 0,1 1 0,0 0 0,2 1 0,1 0 0,0 1 0,2 1 0,0 0 0,1 1 0,1 1 0,0 1 0,1 0 0,1 2 0,1 0 0,0 1 0,0 1 0,6-1 0,-7 5 0,0 2 0,1 0 0,-1 2 0,1 0 0,0 1 0,0 1 0,17 1 0,-31 1 0,0 1 0,0-1 0,0 1 0,0 0 0,0 1 0,0 0 0,0 0 0,-1 0 0,1 1 0,-1 0 0,1 0 0,-1 1 0,0 0 0,-1 0 0,1 0 0,-1 1 0,1-1 0,-1 1 0,-1 1 0,1-1 0,-1 1 0,0-1 0,0 1 0,0 0 0,-1 1 0,4 14 0,-1 0 0,-1 0 0,-1 1 0,-1 0 0,-1 0 0,-1 0 0,-1 0 0,-1 0 0,0-1 0,-2 1 0,0 0 0,-2 0 0,-1-1 0,0 0 0,-3 5 0,-2 9 0,-2-1 0,-1-1 0,-2 0 0,-1 0 0,-1-2 0,-2 0 0,-1-2 0,-2 0 0,0-1 0,-2-1 0,-22 17 0,-19 13 0,-3-3 0,-2-3 0,-59 31 0,120-76 0,-82 27 0,92-36-85,-1 0 0,1 0 0,0 0 0,0 0 1,0 0-1,0 0 0,0 0 0,1 0 0,-1 0 0,1 0 0,0 0 0,0 0 0,0 0 0,0 0 1,1 0-1,-1 0 0,1 1 0,-1-1 0,1 1 0,0-1 0,0 1 0,2-2 85,-4 4-42,41-59-4673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4:46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558 465 30783,'0'0'817,"-20"-19"-217,7 7-526,-5-4-30,1 0 0,1 0 0,0-2 1,2 0-1,0-1 0,1 0 0,-7-15-44,-17-52 36,31 66-30,-1 0-1,-1 1 1,-1 1-1,-1-1 1,-1 1-1,0 1 1,-1 0-1,-8-8-5,18 23 0,-1 0 0,0 0 0,0 1-1,1-1 1,-1 0 0,-1 1 0,1 0 0,0-1 0,0 1 0,0 1-1,-1-1 1,1 0 0,0 1 0,0 0 0,-1-1 0,1 1 0,-1 1-1,1-1 1,0 0 0,-1 1 0,1 0 0,0 0 0,0 0 0,0 0-1,0 0 1,-1 0 0,1 1 0,1 0 0,-1 0 0,0-1-1,0 2 1,1-1 0,-1 0 0,1 0 0,0 1 0,0-1 0,0 1-1,0 0 1,0 0 0,0 0 0,1 0 0,-1 0 0,1 0 0,0 0-1,0 0 1,0 2 0,-22 37 3,2 1-1,3 2 0,1 0 0,2 1 1,2 0-1,2 1 0,-4 48-2,8 97 55,10-185-54,0 0 1,1-1-1,0 1 1,0-1-1,0 0 1,1 0-1,0-1 1,0 1-1,1-1 1,-1 0-1,1 0 1,0-1-1,1 0 1,-1 0-1,1-1 1,-1 1-1,1-1 1,0-1-1,0 1 1,1-1-1,-1 0 1,0-1-1,1 0 1,-1 0-1,1-1 1,-1 0-1,4 0-1,15-4-13,-1-1 0,0-1 0,-1-1-1,1-1 1,-1-1 0,-1-1 0,0-1 0,0-2 0,-1 0 0,-1-1 0,0-1-1,-1-1 1,-1-1 0,0-1 0,10-13 13,14-7-202,60-49-1110,-12 6-1754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4:46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397 356 31103,'0'0'646,"-16"-25"-212,-103-166-193,106 168-225,8 13-4,0 1 0,0-1 0,0 1-1,-2 0 1,1 0 0,-1 1 0,0 0 0,-1 0-1,1 0 1,-2 1 0,1 0 0,-1 1 0,-2-1-12,8 6 2,1 1 0,-1 0 1,0 0-1,1 0 1,-1 0-1,0 0 1,1 0-1,-1 1 1,0-1-1,1 1 0,-1 0 1,0 0-1,1 0 1,0 0-1,-1 0 1,1 1-1,-1-1 0,1 1 1,0-1-1,0 1 1,0 0-1,0 0 1,0 0-1,1 0 0,-1 0 1,0 0-1,1 1 1,0-1-1,-1 0 1,1 1-1,0-1 0,0 1 1,0-1-1,0 2-2,-14 32 10,2 1 1,1 1-1,2 0 0,1 1 0,2 0 0,2 0 0,2 0 1,1 16-11,5 116 9,1-164-9,0-1 0,0 1 0,0-1 0,1 0 0,-1-1 0,1 1 0,1-1 0,-1 0 0,1 0 0,0 0 0,0-1 0,1 0 0,-1 0 0,1-1 0,0 0 0,-1 0 0,1 0 0,1-1 0,-1 0 0,0 0 0,1-1 0,-1 0 0,1 0 0,-1-1 0,1 0 0,-1 0 0,1-1 0,-1 0 0,0 0 0,1-1 0,-1 0 0,4-2 0,5-3 0,-1-1 0,0-1 0,0 0 0,-1-1 0,-1 0 0,1-1 0,-2-1 0,0 0 0,2-4 0,157-179-1212,-103 106-881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4:47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31007,'0'0'1760,"0"0"-1760,0 0 0,0 0 0,0 0 0,0 0-264,0 0-1232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4:46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0 674 30887,'0'0'1416,"0"0"-1032,200-6-304,-12-14-80,29-12 0,-2-9 0,-31-2 0,-63 11 0,-36 14 0,-30 10 0,-7 8 0,-10 0-600,-14 0-1793</inkml:trace>
  <inkml:trace contextRef="#ctx0" brushRef="#br0" timeOffset="265.009">1116 1 31327,'-39'100'744,"-12"37"-400,-8 32-72,-2 9-192,4-7-80,6 1 0,14-6 0,17-30 0,14-38 0,6-36 0,0-29 0,41-29 0,3-4-832,4-14-705</inkml:trace>
  <inkml:trace contextRef="#ctx0" brushRef="#br0" timeOffset="575.365">1912 42 30815,'-137'353'1792,"32"-86"-1632,-16 94-160,108-322 0,3 0 0,1 1 0,2 0 0,2 1 0,0 26 0,4-65 0,1 0 0,0-1 0,0 1 0,0-1 0,0 1 0,0 0 0,0-1 0,0 1 0,0-1 0,1 1 0,-1 0 0,0-1 0,1 1 0,0-1 0,-1 1 0,1-1 0,0 0 0,0 1 0,0-1 0,0 0 0,0 1 0,0-1 0,0 0 0,0 0 0,0 0 0,0 0 0,1 0 0,-1 0 0,1 0 0,-1-1 0,0 1 0,1 0 0,-1-1 0,1 1 0,0-1 0,-1 1 0,1-1 0,-1 0 0,1 0 0,0 0 0,-1 0 0,1 0 0,-1 0 0,1 0 0,0 0 0,0-1 0,10-2 0,-1-1 0,0 0 0,1-1 0,-2 0 0,1-1 0,-1 0 0,0 0 0,0-1 0,-1-1 0,0 0 0,0 0 0,0 0 0,-1-1 0,-1-1 0,0 1 0,0-1 0,5-10 0,13-12 0,-1 3 0,18-25 0,3 2 0,2 2 0,2 1 0,40-28 0,-84 72-1,-1 1 1,1-1-1,1 1 1,-1 0-1,1 0 1,-1 1-1,1-1 1,0 1-1,0 1 1,0-1-1,1 1 1,-1 0-1,1 0 1,-1 1-1,1 0 1,0 0-1,-1 1 1,1 0-1,0 0 0,-1 0 1,1 1-1,0 0 1,-1 0-1,1 1 1,-1 0-1,1 0 1,-1 0-1,0 1 1,0 0-1,0 0 1,0 0-1,-1 1 1,4 2 0,1 14 1,0 0 0,-1 0 0,-1 1 1,0 1-1,-2-1 0,-1 1 0,0 0 1,-2 0-1,-1 0 0,0 1 0,-2-1 0,0 0 1,-2 1-2,3 12 1,0-21-30,-3-5 6,2 0 1,-1 0-1,1 0 0,1 0 0,0 0 1,0 0-1,1 0 0,0 0 0,0 0 0,1 0 1,0-1-1,1 1 0,0-1 0,0 0 1,0 0-1,1-1 0,1 1 0,-1-1 1,1 0-1,5 4 23,15 2-2165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4:52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1800 24997,'0'0'3166,"0"0"-1697,0 0-869,0 0-115,28 5-13,-5-1-388,2-1 0,-1 0 0,0-2 0,0-1 0,1-1 0,-1-1 0,0-2 0,0 0 1,-1-1-1,10-4-84,225-81 737,224-115-737,-415 174-143,-2-2 1,-1-3-1,-2-2 1,40-34 142,-79 53-489,-1 0 0,-1-2 0,-1-1 0,-1 0 0,-1-1 0,0-1 0,-2-1 0,0-2 489,26-124-3716,-41 146 3829,0-1-1,-1 1 1,0 0-1,0-1 1,0 1-1,0 0 1,-1 0-1,0-1 1,0 1-1,-1 0 1,1 0-1,-1 0 1,0 0-1,0 1 1,-1-1-1,1 0 1,-1 1 0,0 0-1,-1-1 1,1 1-1,-1 0 1,1 1-1,-1-1 1,0 1-1,0 0 1,-1 0-1,-2-2-112,6 4 62,0 1 1,-1-1-1,1 0 0,-1 0 0,1 1 1,-1-1-1,0 1 0,1-1 0,-1 1 0,0 0 1,1-1-1,-1 1 0,0 0 0,1 0 1,-1 0-1,0 1 0,1-1 0,-1 0 0,0 1 1,1-1-1,-1 1 0,1-1 0,-1 1 0,1 0 1,-1-1-1,1 1 0,-1 0 0,1 0 1,0 0-1,-1 0 0,1 0 0,0 1 0,0-1 1,0 0-1,0 1 0,0-1 0,0 0 1,0 1-1,0-1 0,0 2-62,-14 75 451,14-65-331,-43 700 1281,35-562-1320,-7-1 0,-6-1 0,-7-1-1,-7-2 1,-52 137-81,83-267 1,0-1-1,-1 0 0,0 0 1,-1-1-1,-1 1 0,0-2 1,-1 1-1,-1-1 0,0-1 1,-1 1-1,0-2 0,0 0 1,-2 0-1,1-1 0,-1 0 1,-1-1-1,1-1 0,-2 0 1,1-1-1,-2 0 0,-3-5-2,0-1 0,-1-1 0,1 0-1,0-2 1,0 0 0,0-1 0,0-1 0,0-1 0,1-1 0,-1 0 0,1-1-1,1-1 1,0-1 0,0-1 0,0 0 0,1-1 0,1 0 0,0-2 0,1 1 0,0-2-1,1 0 1,-10-14 2,20 25 0,-5-4 2,0 0-1,1 0 1,-1 0 0,2-1-1,-1 0 1,1-1 0,1 0 0,-1 0-1,2 0 1,-1 0 0,1-1-1,-1-4-1,5 10 2,1 0 0,-1 1 0,1-1 0,0 0-1,0 0 1,1 1 0,-1-1 0,1 1 0,0-1 0,0 1-1,0 0 1,0-1 0,0 1 0,1 0 0,-1 1 0,1-1-1,0 0 1,0 1 0,0-1 0,0 1 0,0 0 0,1 0-1,-1 0 1,1 1 0,-1-1 0,1 1 0,0 0 0,3-1-2,3-3 10,551-275-232,-259 94-1558,-200 113-286</inkml:trace>
  <inkml:trace contextRef="#ctx0" brushRef="#br0" timeOffset="4977.31">2975 200 26662,'0'0'3255,"0"0"-1955,0 0-714,0 0-66,-22 16-147,-139 110-302,74-44-71,4 3 0,3 3 0,5 5 0,4 2 0,-58 102 0,97-124-49,45-68-710,49-85-395,-50 58 810,30-56-1534,-5 0-1268</inkml:trace>
  <inkml:trace contextRef="#ctx0" brushRef="#br0" timeOffset="5245.081">2383 1 7458,'0'0'18014,"0"0"-13417,0 0-3958,0 0-359,-19 34 39,-8 15-164,2 2 1,2 0 0,2 2 0,3 0 0,-6 33-156,-6 58 136,7 2 0,6 0 0,6 0 1,7 1-1,8 44-136,-5-180 0,0 1 0,1-1 0,0 0 0,1 1 0,1-1 0,-1 0 0,2 0 0,-1 0 0,2 0 0,-1-1 0,2 1 0,-1-1 0,1 0 0,1 0 0,0-1 0,0 1 0,1-1 0,0 0 0,1-1 0,-1 0 0,2 0 0,-1-1 0,1 0 0,0 0 0,3 0 0,12-1 0,0-1 0,0-1 0,0-1 0,0-2 0,1 0 0,-1-1 0,0-2 0,0-1 0,0 0 0,13-5 0,25-8-40,0-2 0,-1-4 0,-2-2 0,0-2 0,-1-3 0,-2-3 0,-1-2 0,-2-2 0,-1-3 40,16-13-1364,-20 10-1617</inkml:trace>
  <inkml:trace contextRef="#ctx0" brushRef="#br0" timeOffset="5631.401">2269 2346 30623,'-17'84'373,"3"-1"1,4 2 0,3-1 0,5 6-374,8 39 48,-6-128-61,0 0 1,1 1 0,-1-1-1,1 0 1,-1 0 0,1 1-1,-1-1 1,1 0 0,0 0-1,-1 0 1,1 0 0,0 0-1,0 0 1,0 0 0,0 0-1,0 0 1,0 0 0,0 0 0,0-1-1,0 1 1,1 0 0,-1-1-1,0 1 1,0-1 0,1 0-1,-1 1 1,0-1 0,1 0-1,-1 1 1,0-1 0,1 0-1,-1 0 1,0 0 0,1 0-1,-1-1 1,0 1 0,0 0 0,1-1-1,-1 1 1,0 0 0,1-1-1,-1 1 1,0-1 0,0 0-1,0 1 1,0-1 0,0 0-1,0 0 1,0 0 0,0 0-1,0 0 1,0 0 0,0 0-1,0 0 1,-1 0 0,1 0 0,0 0-1,-1-1 1,1 1 0,-1 0-1,1 0 1,-1-1 0,0 1-1,1-1 13,69-174-1797,95-363-633,-163 529 2548,1-1 1,1 1-1,-1 0 1,2 0-1,-1 0 1,1 1-1,1-1 1,0 1-1,0 0 0,1 1 1,0 0-1,0 0 1,1 0-1,0 1 1,0 0-1,1 1 1,0-1-1,0 2 1,1-1-1,-1 1 1,1 1-1,0 0 1,0 0-1,1 1 1,-1 0-1,1 1 0,-1 0 1,1 1-1,0 0 1,9 1-119,-12 4 36,0-1 1,0 1-1,0 1 0,-1 0 1,0 0-1,0 0 0,0 1 1,-1 0-1,1 1 1,-2-1-1,1 1 0,-1 0 1,0 0-1,0 1 0,-1-1 1,0 1-1,0 0 0,-1 1 1,0-1-1,0 0 1,-1 1-1,0 0 0,-1-1 1,0 1-1,0 0 0,-1 5-36,10 59 162,-3 1-1,-4 0 0,-3 1 0,-3-1 0,-4 5-161,-1-17 60,-2 0-1,-3-1 1,-3 0 0,-5 5-60,21-64-14,0 0-37,0 1-1,0-1 1,0 0 0,0 1 0,0-1 0,0 1 0,-1-1 0,1 0-1,-1 1 1,0-1 0,1 0 0,-1 0 0,0 1 0,-1-1-1,1 0 1,0 0 0,0 0 0,-1 0 0,1 0 0,-1-1 0,0 1-1,1 0 1,-1-1 0,0 1 0,0-1 0,0 0 0,0 1 0,0-1-1,-1 0 1,1 0 0,0-1 0,0 1 0,-1 0 0,1-1 0,0 1-1,-1-1 1,1 0 0,-1 0 0,1 0 0,0 0 0,-1 0-1,1 0 1,0-1 0,-3 0 51,-13-20-2287</inkml:trace>
  <inkml:trace contextRef="#ctx0" brushRef="#br0" timeOffset="5882.665">2558 2390 29502,'0'0'969,"0"0"-721,0 0-160,125 8-64,-87 11-24,-14 13-232,-24 41-473,0-8-1079,-18 6-5618</inkml:trace>
  <inkml:trace contextRef="#ctx0" brushRef="#br0" timeOffset="5883.665">2539 2976 26286,'0'0'2976,"0"0"-1527,0 0-1009,0 0-304,162-168-136,-68 54-160,-6 1-2105</inkml:trace>
  <inkml:trace contextRef="#ctx0" brushRef="#br0" timeOffset="6371.196">3834 768 30551,'0'0'1104,"0"0"-848,0 0-88,123-2 104,-53 2 0,7 0-168,6 0-104,0 6-8,3 14-624,-25-2-1273,-26 1-17955</inkml:trace>
  <inkml:trace contextRef="#ctx0" brushRef="#br0" timeOffset="6620.72">3525 1589 31071,'0'0'688,"0"0"-480,226-63-136,-55-4 88,11-6 136,-27 8-144,-38 19-96,-50 25-56,-14 5-144,15 0-480,-11 4-672,-13 6-953</inkml:trace>
  <inkml:trace contextRef="#ctx0" brushRef="#br0" timeOffset="6806.378">4391 1622 28414,'-9'127'960,"0"36"-288,-2 33-215,-2-5 55,-4-19-72,-1-18-192,5-36-112,2-39-72,7-38-64,-3-27 32,3-12-32,-5-2 0,-2-28-88,0-72-440,2 3-769,3-5-1047</inkml:trace>
  <inkml:trace contextRef="#ctx0" brushRef="#br0" timeOffset="6995.208">3860 2056 28774,'0'0'880,"0"0"-616,-125 184-264,84-109-184,10-18-1416</inkml:trace>
  <inkml:trace contextRef="#ctx0" brushRef="#br0" timeOffset="7257.112">4073 2052 24749,'0'0'3585,"125"-17"-2841,-44 17-216,11 0-224,0 10-112,2 11-136,49 5-56,-23-6-104,-10-9-3992</inkml:trace>
  <inkml:trace contextRef="#ctx0" brushRef="#br0" timeOffset="7794.54">5787 1044 29838,'0'0'691,"0"0"-279,0 0-69,16 21 4,49 70-82,-17 22-50,-48-112-220,0 0 0,0 0 1,1 0-1,-1-1 0,0 1 1,0 0-1,1 0 0,-1-1 0,0 1 1,1 0-1,-1-1 0,1 1 0,-1 0 1,1-1-1,-1 1 0,1 0 1,-1-1-1,1 1 0,0-1 0,-1 1 1,1-1-1,0 0 0,-1 1 1,1-1-1,0 0 0,0 1 0,-1-1 1,1 0-1,0 0 0,0 1 1,0-1-1,-1 0 0,1 0 0,0 0 1,0 0-1,0 0 0,0 0 0,-1-1 1,1 1-1,0 0 0,0 0 1,-1-1-1,1 1 0,0 0 0,0-1 1,-1 1-1,1 0 0,0-1 1,-1 1-1,1-1 0,0 1 0,-1-1 1,1 0-1,-1 1 0,1-1 1,-1 0-1,1 1 0,-1-1 0,0 0 1,1 1-1,-1-1 0,0 0 0,1 0 5,94-175-985,27-57 266,-121 231 745,0 0 1,0 1-1,0-1 0,0 0 0,0 1 1,0-1-1,0 1 0,1-1 1,-1 1-1,0 0 0,1 0 0,-1-1 1,1 1-1,0 0 0,-1 0 0,1 1 1,0-1-1,0 0 0,-1 0 0,1 1 1,0-1-1,0 1 0,0 0 1,0 0-1,0-1 0,0 1 0,0 0 1,0 0-1,0 1 0,-1-1 0,1 0 1,0 1-1,1 0-26,19 134 471,-21-134-501,1 1 1,-1-1 0,0 0-1,0 0 1,0 0-1,1 0 1,-1 0 0,0 0-1,1 0 1,-1-1-1,1 1 1,-1 0 0,1-1-1,0 1 1,-1-1-1,1 0 1,-1 1-1,1-1 1,0 0 0,-1 0-1,1 0 1,0 0-1,-1 0 1,1-1 0,0 1-1,-1 0 1,1-1-1,-1 1 1,1-1 0,-1 0-1,1 1 1,-1-1-1,1 0 1,-1 0 0,0 0-1,1 0 1,-1 0-1,0 0 1,0 0 0,0 0-1,0-1 1,0 1-1,1-2 30,186-223-298,-178 219 382,0 0 1,0 0 0,1 1-1,0 1 1,0 0-1,1 0 1,0 1-1,-1 0 1,1 1 0,0 1-1,1 0 1,-1 1-1,0 0 1,1 0 0,-1 2-1,0-1 1,1 2-1,8 1-84,20-1 34,115 25 37,-154-26-79,-1 0 0,1 0 0,-1-1 0,1 1 0,-1 0 0,0 1 0,1-1 0,-1 0 0,0 0 0,0 0 0,0 1 0,0-1 1,0 1-1,0-1 0,0 1 0,0-1 0,-1 1 0,1-1 0,-1 1 0,1-1 0,-1 1 0,1 0 0,-1 0 0,0-1 0,0 1 0,0 0 0,0-1 0,0 1 1,0 0-1,-1-1 0,1 1 0,0 0 0,-1-1 0,1 1 0,-1 0 0,0-1 0,1 1 0,-1-1 0,0 1 0,0-1 0,0 0 0,0 1 0,0-1 0,-1 0 1,1 1 7,-57 60-377,-111 81-114,-6-7 0,-6-7 0,-5-9 0,-147 68 491,282-155 1301,51-33-1290,0 1 0,0-1-1,0 1 1,0-1-1,0 1 1,0-1-1,0 1 1,0-1-1,0 1 1,0 0-1,0-1 1,0 1-1,0-1 1,0 1 0,0-1-1,0 1 1,1-1-1,-1 1 1,0-1-1,0 1 1,1-1-1,-1 0 1,0 1-1,1-1 1,-1 1-1,0-1 1,1 0 0,-1 1-1,1-1 1,-1 0-1,1 1 1,-1-1-1,0 0 1,1 0-1,-1 1 1,1-1-1,-1 0 1,1 0 0,-1 0-1,1 0 1,0 0-1,-1 0 1,1 0-1,-1 0 1,1 0-1,-1 0 1,1 0-1,-1 0 1,1 0-1,-1 0 1,1 0 0,-1 0-1,1-1 1,-1 1-1,1 0 1,-1 0-1,1-1 1,-1 1-1,0 0 1,1-1-1,-1 1 1,1-1-11,62-1 140,1-2 0,-1-4 0,-1-2 0,1-3 0,59-21-140,-19 3-631,-2-5 0,-1-5 1,-2-3-1,51-35 631,-89 42-1363</inkml:trace>
  <inkml:trace contextRef="#ctx0" brushRef="#br0" timeOffset="8026.914">6690 1263 28454,'0'0'1136,"0"0"-416,-166 152-271,67-59-1,-26 31-168,-24 30-144,0 6-88,33-30-48,43-43-248,47-55-560,26-42-769,15-22 137,12-13-15596</inkml:trace>
  <inkml:trace contextRef="#ctx0" brushRef="#br0" timeOffset="8185.306">6572 1615 21429,'0'0'8065,"123"11"-7169,-45 11-327,8 4-121,-9-1-200,-12-3-96,12-6-152,-15-6-128,-14-10-1505</inkml:trace>
  <inkml:trace contextRef="#ctx0" brushRef="#br0" timeOffset="8342.139">7460 1169 30054,'0'0'1177,"0"0"-1033,0 0-104,-66 128-40,7-47-48,6-10-1049,-4-6-1967</inkml:trace>
  <inkml:trace contextRef="#ctx0" brushRef="#br0" timeOffset="8849.562">5945 2398 31023,'0'0'733,"0"0"-478,0 0-199,17 19-36,58 60 11,-68-73-24,0 1 1,1-2 0,-1 1 0,1-1 0,0 0 0,1-1 0,-1 1 0,1-2 0,0 1 0,0-1 0,0-1 0,0 0 0,0 0 0,1-1-1,-1 0 1,1 0 0,-1-1 0,3-1-8,-6 0-30,0-2 1,-1 1-1,1 0 0,-1-1 0,0 0 0,0-1 0,0 1 1,0-1-1,0 0 0,-1 0 0,1 0 0,-1-1 0,0 0 1,-1 1-1,1-1 0,-1-1 0,0 1 0,0 0 1,1-6 29,10-11-179,5-7-46,-14 18 193,1 0 1,0 0-1,0 0 1,2 0-1,-1 1 1,1 0 0,0 1-1,1 0 1,0 0-1,1 1 1,-1 0-1,2 0 1,-1 1-1,1 1 1,0 0-1,0 0 1,1 1 0,-1 1-1,1 0 1,1 0-1,7-1 32,-15 6 31,0 0 1,0 1-1,0-1 0,0 1 0,0 0 1,0 0-1,0 0 0,-1 1 1,1-1-1,-1 1 0,0 0 0,0 1 1,0-1-1,0 1 0,0 0 0,-1 0 1,0 0-1,0 0 0,0 0 0,0 1 1,-1-1-1,1 1 0,-1 0 0,0 2-31,36 126 780,-19 17-185,-18-149-595,-1 0 0,0 1 0,1-1 1,-1 0-1,1 1 0,-1-1 0,1 0 1,0 0-1,-1 0 0,1 1 1,0-1-1,0 0 0,0 0 0,0 0 1,0 0-1,0 0 0,0-1 0,0 1 1,0 0-1,0 0 0,0-1 0,1 1 1,-1 0-1,0-1 0,1 0 0,-1 1 1,0-1-1,1 0 0,-1 1 1,0-1-1,1 0 0,-1 0 0,0 0 1,1 0-1,-1-1 0,1 1 0,-1 0 1,0 0-1,1-1 0,-1 1 0,0-1 1,0 1-1,1-1 0,-1 0 0,0 1 1,0-1-1,0 0 0,0 0 0,0 0 1,0 0-1,1 0 0,12-13 0,-1-1 0,0 0 0,-1-1 0,-1-1 0,0 1 0,-1-2 0,6-14 0,3-3 0,167-324 0,-186 356 0,1 1 0,0 0 0,0-1 0,1 1 0,-1 0 0,0 0 0,1 0 0,-1 0 0,1 0 0,0 0 0,-1 0 0,1 0 0,0 1 0,0-1 0,0 1 0,0-1 0,1 1 0,-1 0 0,0 0 0,1 0 0,-1 0 0,0 0 0,1 1 0,-1-1 0,1 1 0,-1-1 0,1 1 0,-1 0 0,1 0 0,-1 0 0,1 0 0,0 1 0,-1-1 0,1 1 0,-1-1 0,0 1 0,3 1 0,42 62 0,-43-57 0,-1 0 0,1-1 0,0 1 0,0-1 0,1 0 0,0 0 0,0 0 0,0-1 0,0 0 0,1 0 0,0 0 0,0-1 0,4 2 0,162 45-85,-26 67 101,-145-118-17,0 1 0,0-1 0,-1 1 1,1-1-1,0 1 0,-1-1 0,1 1 1,0-1-1,-1 1 0,1 0 0,-1 0 1,1-1-1,-1 1 0,1 0 0,-1 0 1,1-1-1,-1 1 0,0 0 0,1 0 1,-1 0-1,0 0 0,0 0 0,0-1 1,0 1-1,0 0 0,0 0 0,0 0 1,0 0-1,0 0 0,0 0 0,0 0 1,-1-1-1,1 1 0,0 0 0,-1 0 1,1 0-1,0 0 0,-1-1 0,1 1 1,-1 0-1,1 0 0,-1-1 0,0 1 1,1 0-1,-1-1 0,0 1 0,1-1 1,-1 1-1,0-1 0,0 1 0,1-1 1,-1 0-1,0 1 0,0-1 0,0 0 1,0 1-1,1-1 0,-1 0 0,0 0 1,0 0-1,0 0 0,0 0 0,0 0 1,0 0 0,-115 30-1358,49-16-928</inkml:trace>
  <inkml:trace contextRef="#ctx0" brushRef="#br0" timeOffset="9226.574">1289 3068 31327,'33'-4'578,"139"-18"-361,74 2-173,68 3 33,-1 13 1,1 15 0,172 32-78,107 47 206,382 44-119,-306-86-12,535-37-75,-443-59-241,-621 31-1172,-49-2-2022</inkml:trace>
  <inkml:trace contextRef="#ctx0" brushRef="#br0" timeOffset="9491.022">7887 3210 32767,'0'0'0,"0"0"0,0 0-8,0 0-3649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5:14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25998,'0'0'197,"0"0"-568,0 0 754,0 0 614,0 15 25,-1 48-79,-13-40 2305,4-18-3082,3 9-151,0 1 1,0 0-1,1 0 0,1 0 1,1 1-1,0 0 1,1 0-1,0 0 0,2 0 1,0 0-1,1 16-15,-2-5 15,-21 665-430,14-557-1659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5:05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347 287 23125,'0'0'5801,"0"0"-4174,0 0-1247,0 0-182,0 0-46,0 0 20,16-7 38,173-72 55,3 9 0,167-37-265,-335 100-274,0 2 1,1 0-1,0 2 1,0 1-1,0 0 1,0 2-1,0 1 1,1 1-1,9 3 274,-9 6-2047</inkml:trace>
  <inkml:trace contextRef="#ctx0" brushRef="#br0" timeOffset="252.476">862 102 27718,'0'0'2496,"-22"108"-2047,13-5-89,-2 33-16,7 12 24,0 0-48,-1-8-128,5-33-136,0-23-32,-4-24-24,4-17-16,0 0-56,0-1-280,0-11-208,0-15-1041,9-16-2568</inkml:trace>
  <inkml:trace contextRef="#ctx0" brushRef="#br0" timeOffset="455.77">1228 47 29390,'0'106'1049,"0"28"-473,-7 24-216,3-2 8,4-10-8,0-4-176,0-20-112,-2-29-72,0-30-32,-14 0-440,1-9-648,-7-11-1689</inkml:trace>
  <inkml:trace contextRef="#ctx0" brushRef="#br0" timeOffset="688.41">1 1676 30342,'0'0'681,"146"-2"-497,-8-21-40,27-5 144,1-2 80,-1 7-32,-18 5-208,0 8-96,-1 2-32,-16 2-312,-36 2-832,-35-2-4722</inkml:trace>
  <inkml:trace contextRef="#ctx0" brushRef="#br0" timeOffset="1079.648">2015 250 30006,'0'0'793,"0"0"-409,-86 106-144,36-3 112,2 45 32,11 22-64,17-1-120,20-17-112,13-45-88,20-28 0,11-28 0,56-14-336,-7-13-928,-4-14-6242</inkml:trace>
  <inkml:trace contextRef="#ctx0" brushRef="#br0" timeOffset="2316.569">5395 157 30094,'0'0'1105,"0"0"-865,0 0 136,0 0 16,101 101-56,-68-56-112,-5 8-224,-6 7 0,-11 7 0,-11 25 0,-4 27 0,-40 37 0,-22 3-112,7-34-600,0-35-1465</inkml:trace>
  <inkml:trace contextRef="#ctx0" brushRef="#br0" timeOffset="3938.394">2168 1005 28406,'0'0'1052,"0"0"-316,0 0-253,0 0-76,0 0 28,0 0 53,29-5-75,363-88-66,146-24-347,4 23 0,358-8 0,-480 87 0,-421 16 0,1-1 0,0 0 0,-1 0 0,1 1 0,0-1 0,0 0 0,-1 1 0,1-1 0,0 0 0,0 1 0,0-1 0,0 1 0,-1-1 0,1 0 0,0 1 0,0-1 0,0 1 0,0-1 0,0 0 0,0 1 0,0-1 0,0 1 0,0-1 0,0 0 0,0 1 0,0-1 0,0 1 0,1-1 0,-1 0 0,0 1 0,-153 7-822,95-8-2229</inkml:trace>
  <inkml:trace contextRef="#ctx0" brushRef="#br0" timeOffset="5135.612">2583 777 28598,'0'0'966,"0"0"-489,0 0-196,0 0 104,0 0-37,0 0-122,1 15-84,6 49-36,-6-63-87,1 1 0,-1-1 0,1 0-1,-1 1 1,1-1 0,-1 0 0,1 0-1,0 0 1,-1 0 0,1 0 0,0 0-1,0-1 1,0 1 0,0-1 0,0 1-1,0-1 1,0 0 0,0 1 0,0-1-1,0 0 1,0 0 0,0-1 0,0 1-1,0 0 1,0-1 0,-1 1 0,1-1-1,0 1 1,0-1 0,0 0 0,0 0-1,-1 0 1,1 0 0,0 0-1,-1 0 1,2-2-19,18-11 78,-1-2 0,-1-1-1,0-1 1,-1 0 0,-1-1 0,-1-1-1,10-16-77,-14 21 12,38-50-10,-3-2 0,-2-2-1,-4-2 1,29-70-2,-70 142 0,1-1 0,-1 0 0,0 0 0,0 1 0,1-1 0,-1 0 0,0 0 0,1 0 0,-1 1 0,0-1 0,1 0 0,-1 0 0,0 0 0,1 0 0,-1 0 0,1 0 0,-1 1 0,0-1 0,1 0 0,-1 0 0,0 0 0,1 0 0,-1-1 0,1 1 0,-1 0 0,0 0 0,1 0 0,-1 0 0,0 0 0,1 0 0,-1 0 0,0-1 0,1 1 0,-1 0 0,0 0 0,1-1 0,-1 1 0,0 0 0,0 0 0,1-1 0,-1 1 0,0 0 0,0-1 0,1 1 0,-1 0 0,0-1 0,0 1 0,0 0 0,0-1 0,0 1 0,0 0 0,1-1 0,-1 1 0,0-1 0,0 1 0,0 0 0,0-1 0,0 1 0,0 0 0,-1-1 0,1 1 0,6 36 0,-6-35 0,32 459 0,11-308 0,-42-149 0,0-1 0,0 1 0,1-1 0,-1 1 0,1-1 0,-1 0 0,1 1 0,0-1 0,0 0 0,0 0 0,0 0 0,1-1 0,-1 1 0,0 0 0,1-1 0,-1 0 0,1 1 0,-1-1 0,1 0 0,0 0 0,0 0 0,-1-1 0,1 1 0,0-1 0,0 0 0,0 1 0,0-1 0,-1 0 0,1-1 0,0 1 0,0 0 0,0-1 0,-1 0 0,1 1 0,0-1 0,0 0 0,-1-1 0,1 1 0,-1 0 0,1-1 0,-1 1 0,0-1 0,0 0 0,2-1 0,18-20 0,-2-1 0,0-1 0,-2-1 0,0 0 0,-2-2 0,-1 0 0,-2 0 0,6-18 0,14-37 0,-4-1 0,-4-2 0,3-29 0,-28 115 0,0 1 0,0-1 0,1 1 0,-1-1 0,0 0 0,1 1 0,-1-1 0,0 0 0,1 1 0,-1-1 0,0 0 0,1 0 0,-1 1 0,0-1 0,1 0 0,-1 0 0,1 0 0,-1 0 0,1 0 0,-1 1 0,1-1 0,-1 0 0,0 0 0,1 0 0,-1 0 0,1 0 0,-1 0 0,1 0 0,-1 0 0,1-1 0,-1 1 0,1 0 0,-1 0 0,9 176 0,4 248 0,-19 1 0,-23 61 0,25-448 0,2-8 0,-1-1 0,-2 0 0,-1 0 0,-1 0 0,-1-1 0,-6 10 0,13-33 0,-1-1 0,0 1 0,0-1 0,-1 0 0,1 1 0,-1-1 0,0 0 0,0 0 0,0-1 0,-1 1 0,1-1 0,-1 1 0,0-1 0,0 0 0,0-1 0,0 1 0,-1-1 0,1 0 0,-1 0 0,1 0 0,-1 0 0,0-1 0,0 0 0,1 0 0,-1 0 0,0-1 0,0 1 0,0-1 0,0 0 0,0-1 0,0 1 0,0-1 0,0 0 0,1 0 0,-1 0 0,0-1 0,0 0 0,1 0 0,0 0 0,-1 0 0,1-1 0,0 0 0,-2-1 0,-11-15 0,1-1 0,0 0 0,1-1 0,2-1 0,0 0 0,1 0 0,2-2 0,0 1 0,1-1 0,2-1 0,0 1 0,2-1 0,1-1 0,-2-22 0,3 24-19,1 0-1,1 0 1,1 0 0,1-1 0,1 1-1,1 0 1,2 1 0,0-1 0,1 1-1,1 0 1,9-18 19,124-209-3970,-71 140-4723</inkml:trace>
  <inkml:trace contextRef="#ctx0" brushRef="#br0" timeOffset="5401.83">3779 489 30791,'0'0'588,"0"0"-354,0 0-127,21 7 88,129 41 168,15-4-283,-162-42-78,-1-1 1,0 1 0,0 0 0,0 0 0,0 0-1,0 1 1,0-1 0,0 0 0,-1 1-1,1-1 1,-1 1 0,1-1 0,-1 1 0,0 0-1,0 0 1,0-1 0,-1 1 0,1 0-1,-1 0 1,0 0 0,1 0 0,-1 0 0,0 0-1,-1 0 1,1 0 0,0-1 0,-1 1 0,0 0-1,0 0 1,0 0 0,0-1 0,0 1-1,0 0 1,-1-1 0,1 1-3,-61 88 115,-256 235-171,262-279-1082,53-45-392</inkml:trace>
  <inkml:trace contextRef="#ctx0" brushRef="#br0" timeOffset="5715.218">4619 633 26358,'0'0'3631,"0"0"-2665,0 0-804,0 0-19,0 0 88,-22-18 23,-70-51-66,90 67-185,0 0 0,-1 0 0,1 1 0,0-1 0,-1 1 0,1 0 0,-1 0-1,1 0 1,-1 0 0,0 0 0,1 1 0,-1-1 0,0 1 0,0-1-1,0 1 1,1 0 0,-1 0 0,0 0 0,0 1 0,1-1 0,-1 1 0,0-1-1,1 1 1,-1 0 0,0 0 0,1 0 0,-1 1 0,1-1 0,0 0 0,-1 1-1,1 0 1,0-1 0,0 1 0,0 0 0,0 0 0,0 0 0,0 1-1,1-1 1,-1 0 0,1 0 0,0 1 0,-1-1 0,1 1 0,0 0 0,0 0-4,-2 2 2,-6 13-1,0 1 0,1-1 0,1 2-1,1-1 1,1 1 0,0 0 0,2 0 0,0 0 0,1 0 0,1 1 0,1-1 0,2 9 0,-2-23-1,0 0 1,0 0 0,1 0-1,0 0 1,0 0 0,1 0-1,-1 0 1,1-1 0,1 1-1,-1 0 1,1-1 0,0 0 0,0 1-1,1-1 1,-1 0 0,1-1-1,0 1 1,0-1 0,1 0-1,-1 0 1,1 0 0,0 0 0,0-1-1,0 0 1,1 0 0,-1 0-1,1-1 1,0 0 0,-1 0-1,1 0 1,0-1 0,0 0-1,0 0 1,0 0 0,1-1 0,7 0-68,0-1 0,-1 0 0,1-1 0,0 0 1,0-1-1,-1-1 0,0 0 0,0-1 0,0 0 0,0-1 0,-1 0 0,0-1 1,0-1-1,-1 0 0,1 0 0,-2-1 0,0-1 0,0 1 0,0-2 1,-1 1-1,-1-1 0,0-1 0,0 0 0,-1 0 0,-1 0 0,0-1 0,2-6 68,7-20-3804</inkml:trace>
  <inkml:trace contextRef="#ctx0" brushRef="#br0" timeOffset="7304.632">2725 1457 27350,'0'0'1377,"0"0"-558,0 0-219,0 0-47,0 0-61,0 0-48,-15-3-51,-41-12-134,57 13-251,0 0-1,0 0 1,0-1 0,1 1 0,-1 0-1,1 0 1,-1 0 0,1 0 0,0 1-1,0-1 1,-1 0 0,1 1 0,0-1-1,0 1 1,1-1 0,-1 1 0,0 0-1,0 0 1,1 0 0,-1 1 0,1-1-1,-1 0 1,0 1 0,1-1 0,-1 1-1,1 0-7,82-26 87,0 3 0,2 4-1,34 0-86,-16 1 14,134-25-12,2 11 1,223-1-3,273 33 0,-621-12 0,-148 0-267,10 2-1066</inkml:trace>
  <inkml:trace contextRef="#ctx0" brushRef="#br0" timeOffset="10124.657">2530 2771 29278,'0'0'912,"0"0"-487,0 0-285,0 0-88,0 0-8,20-10 28,6-4-34,-1-1 1,-1-2 0,0 0-1,-1-1 1,-1-1 0,13-16-39,281-372 108,-260 348-112,-42 65-16,3 143-4,17 276 24,-5-353 31,-28-71-30,0 0 0,0 0 0,0 0 0,1 0 0,-1 0 0,0 0 0,0-1 0,1 1 0,-1 0 0,1-1 0,-1 1 0,1-1 0,-1 0-1,1 1 1,-1-1 0,1 0 0,-1 0 0,1 0 0,-1 0 0,1 0 0,-1 0 0,1 0 0,-1-1 0,1 1 0,-1 0 0,1-1 0,-1 1 0,1-1 0,-1 0 0,0 1 0,1-1 0,-1 0 0,0 0 0,0 0 0,1 0 0,-1 0 0,0 0 0,0 0 0,0 0 0,0-1-1,-1 1 1,1 0 0,0-1 0,0 1 0,0-1-1,13-22 4,0 0 0,-2-1 0,0-1 0,-2 0 0,-1 0 0,-1-1 0,2-13-4,-7 27 0,33-144-5,-35 158 5,-1-1 0,0 1 0,1-1 0,-1 0 0,0 1 0,1-1 0,-1 0 0,1 1 0,-1-1 0,1 0 0,-1 1 0,1-1 0,-1 0 0,1 0 0,-1 0 0,1 1 0,-1-1 0,1 0 0,-1 0 0,1 0 0,0 0 0,-1 0 0,1 0 0,-1 0 0,1 0 0,-1 0 0,1 0 0,-1-1 0,1 1 0,-1 0 0,1 0 0,-1 0 0,1-1 0,-1 1 0,1 0 0,-1 0 0,1-1 0,-1 1 0,1-1 0,-1 1 0,0 0 0,1-1 0,-1 1 0,0-1 0,1 1 0,-1-1 0,0 1 0,1-1 0,21 179 60,-1 35 8,-9 1 0,-13 129-68,-2-301 3,-2 0-1,-2 0 0,-2-1 1,-1 0-1,-3 0 1,-1-2-1,-11 22-2,22-53 18,-1 0 0,0 0 0,-1 0 0,0 0 0,0-1 0,-1 1 0,0-1 0,0-1 0,0 1 0,-1-1 0,0 0 0,0-1 0,-1 0 0,1 0 0,-1 0 0,0-1 0,-7 3-18,12-8 5,-1 1 1,1-1 0,0 0-1,-1 0 1,1 0-1,0-1 1,0 1 0,0-1-1,0 1 1,0-1 0,0 0-1,1 0 1,-1-1-1,1 1 1,-1 0 0,1-1-1,0 1 1,0-1-1,0 0 1,0 0 0,1 0-1,-1 0 1,1 0 0,-1 0-1,1 0 1,0-1-1,0 1 1,1 0 0,-1 0-1,1-1 1,-1 1-1,1-1 1,0 1 0,1 0-1,-1-1 1,0 1 0,1-1-1,0 0-5,-4-30-30,2 1 0,0-1 0,3 1 0,1-1 0,1 1 0,2 0 0,1 0 0,1 1 0,2 0 0,2 0 0,1 1-1,1 1 1,2-1 30,106-147-1411,-71 108-697</inkml:trace>
  <inkml:trace contextRef="#ctx0" brushRef="#br0" timeOffset="10409.287">4246 2522 29518,'0'0'1547,"0"0"-1101,-15 18-376,-107 109-98,-221 132-25,342-259 53,0 0-1,0 0 0,0 0 1,0 0-1,0 1 1,0-1-1,0 0 1,0 1-1,0-1 1,0 1-1,0-1 0,0 1 1,0-1-1,0 1 1,0 0-1,0 0 1,1-1-1,-1 1 1,0 0-1,0 0 1,1 0-1,-1 0 0,1 0 1,-1-1-1,1 1 1,-1 0-1,1 0 1,-1 1-1,1-1 1,0 0-1,0 0 0,-1 0 1,1 0-1,0 0 1,0 0-1,0 0 1,0 0-1,0 0 1,1 0-1,-1 0 1,0 1-1,0-1 0,1 0 1,-1 0-1,1 0 1,-1 0-1,1 0 1,-1 0-1,1-1 1,0 1-1,-1 0 1,1 0-1,0 0 0,-1 0 1,1-1-1,0 1 1,0 0-1,0-1 1,0 1-1,0-1 1,0 1-1,0-1 0,0 1 1,0-1-1,0 0 1,0 0-1,0 1 1,0-1 0,285 12-82,-148 0-1933,-88-8-1433</inkml:trace>
  <inkml:trace contextRef="#ctx0" brushRef="#br0" timeOffset="10722.379">3867 3308 11787,'0'0'18676,"0"0"-18028,0 0-464,0 0-176,114 71-8,-13-71-200,-13-12-521,-7-12-1279</inkml:trace>
  <inkml:trace contextRef="#ctx0" brushRef="#br0" timeOffset="11056.459">5123 2887 30318,'0'0'790,"0"0"-507,-20-15-299,-64-49-12,79 59 30,0 1 0,0 0 1,-1 0-1,1 0 0,-1 1 0,0-1 1,0 1-1,0 1 0,0-1 1,-1 1-1,1 0 0,-1 1 1,1-1-1,-1 1 0,0 0 0,0 1 1,1 0-1,-4 0-2,2 3 0,1-1-1,-1 1 0,1 1 1,0 0-1,0 0 1,1 0-1,-1 1 1,1 0-1,0 0 1,0 0-1,1 1 1,-1 0-1,1 0 1,0 0-1,1 1 1,0 0-1,0 0 0,0 0 1,1 0-1,0 0 1,0 1-1,1-1 1,0 1-1,0 0 1,1 2 0,-7 16 0,1 1 1,1-1-1,1 1 0,2 0 1,1 0-1,0 19 0,2-43 4,-1 0 0,1 1-1,0-1 1,0 0-1,0 1 1,0-1-1,0 0 1,1 1-1,-1-1 1,1 0 0,0 0-1,0 1 1,0-1-1,1 0 1,-1 0-1,1 0 1,0 0 0,-1-1-1,1 1 1,0 0-1,1-1 1,-1 1-1,0-1 1,1 0 0,-1 0-1,1 0 1,0 0-1,0 0 1,0 0-1,0-1 1,0 0 0,0 1-1,0-1 1,0 0-1,1-1 1,-1 1-1,3 0-3,10-3 9,1 0-1,-1-1 1,0-1-1,-1 0 0,1-1 1,-1-1-1,0 0 1,0-1-1,0-1 0,-1 0 1,0-1-1,-1 0 1,0-1-1,-1-1 0,0 0 1,0-1-1,-1 0 1,5-8-9,0 4-5,132-133-987,-87 86-1074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5:17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88 6697,'0'0'18756,"0"0"-14293,-21-11-3711,-67-35-303,82 42-424,-1 0 0,1 0 0,-1 1 0,0 0 0,0 1 0,0-1 0,-1 1 0,1 0-1,0 1 1,-1 0 0,1 0 0,-1 1 0,1 0 0,-1 0 0,1 0 0,-1 1 0,1 1 0,-1-1 0,1 1-1,0 0 1,0 1 0,0-1 0,0 2 0,0-1 0,0 1 0,1 0 0,0 0 0,0 0 0,0 1-1,0 0 1,1 0 0,0 1 0,0 0 0,0 0 0,1 0 0,0 0 0,-2 4-25,-9 13 18,2 0-1,1 1 1,0 0 0,2 1-1,1 0 1,1 1 0,1 0-1,1 0 1,1 0 0,2 1-1,0 0 1,2 19-18,3-38 11,0 0-1,1-1 1,-1 0 0,2 1-1,-1-1 1,1 0 0,0-1 0,0 1-1,1-1 1,0 1 0,0-1-1,1-1 1,-1 1 0,1-1-1,1 0 1,-1 0 0,0-1 0,1 0-1,0 0 1,0-1 0,0 1-1,1-2 1,-1 1 0,1-1-1,0 0 1,-1 0 0,1-1 0,0 0-1,0-1 1,0 0 0,0 0-1,0 0 1,-1-1 0,1 0-1,0-1 1,0 0 0,-1 0 0,1 0-1,-1-1 1,0-1 0,5-2-11,6-5 0,0 0 1,-1-2 0,0 0-1,-1-1 1,-1 0-1,0-2 1,-1 1 0,-1-2-1,0 0 1,-1 0 0,-1-1-1,-1-1 1,-1 0-1,0 0 1,2-9-1,1-55-431,-12 82 393,0 0 0,0 0 0,0 0 0,0 0 0,0 0 0,-1 0 0,1 0 0,0-1 0,-1 1 1,1 0-1,0 0 0,-1 0 0,0 0 0,1 0 0,-1 0 0,1 1 0,-1-1 0,0 0 0,0 0 0,0 0 0,1 1 0,-1-1 0,0 0 0,0 1 0,0-1 0,0 1 0,0-1 0,0 1 0,0-1 0,0 1 0,0 0 0,0-1 0,-1 1 0,1 0 0,0 0 0,-1 0 38,-22-1-1767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5:42.33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27822,'0'0'2601,"0"0"-2177,0 0-312,0 0 56,0 0 168,136 27-88,-81-25-88,8 0-88,5-2-48,5 0 0,1 0-24,25-10 0,-18 0-416,-15-1-2225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5:44.13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28846,'0'0'664,"0"0"-472,0 0 16,0 0 288,0 0-23,118 0-265,-50 0-104,6 0-72,5 0-24,-4 0-8,-9 0-8,-7 0-384,-18 0-1201,-21 8-19771</inkml:trace>
  <inkml:trace contextRef="#ctx0" brushRef="#br0" timeOffset="280.709">253 153 27134,'0'0'1325,"-9"26"-406,-114 381 1050,102-333-1801,1-7-57,2 1-1,3 1 1,3 0 0,3 1-1,1 27-110,8-81 15,12 112 87,-11-124-98,1 1 1,-1-1-1,1 0 0,-1-1 0,1 1 0,1 0 0,-1 0 0,0-1 0,1 1 0,0-1 0,0 0 1,0 0-1,0 0 0,0 0 0,0-1 0,1 1 0,0-1 0,-1 0 0,1 0 0,0 0 1,0 0-1,0-1 0,0 0 0,0 1 0,0-2 0,1 1 0,-1 0 0,1-1-4,9 1-10,1-2-1,-1 1 1,1-2 0,-1 0-1,0-1 1,0 0-1,0-1 1,0 0-1,0-2 1,-1 1 0,0-2-1,0 1 1,-1-2-1,0 0 1,0 0 0,-1-1-1,0-1 1,0 0-1,-1 0 1,0-1 0,1-3 10,89-120-3667,-61 72-4832</inkml:trace>
  <inkml:trace contextRef="#ctx0" brushRef="#br0" timeOffset="547.572">772 382 27454,'0'0'1248,"0"0"-216,0 0-199,55 149-185,-35-95-136,-3-1-208,1-4-176,-3-7-80,0-9-32,1-11-16,15-18-280,-5-4-376,0-4-1321</inkml:trace>
  <inkml:trace contextRef="#ctx0" brushRef="#br0" timeOffset="832.762">1101 356 28526,'0'0'1176,"0"0"-544,0 0-39,-160 124-201,101-63-232,0 8-128,4 2-32,2 10-424,14-20-1089,17-21-15554</inkml:trace>
  <inkml:trace contextRef="#ctx0" brushRef="#br0" timeOffset="1085.946">1254 34 29510,'0'0'792,"0"0"-474,22 0-197,166 1 306,-184-2-424,-1 1 1,1-1-1,0 1 1,0 0-1,0 1 0,-1-1 1,1 1-1,0-1 1,0 1-1,-1 0 0,1 1 1,0-1-1,-1 1 1,1-1-1,-1 1 0,0 0 1,0 0-1,1 1 0,-1-1 1,-1 0-1,1 1 1,0 0-1,-1 0 0,1 0 1,-1 0-1,0 0 1,0 0-1,0 1 0,0-1 1,-1 1-1,1-1 1,-1 1-1,1 2-3,-1 40 249,-1-1 1,-2 0-1,-2 1 0,-3-1 1,-7 29-250,-3 21 148,-50 386-300,54-425-831,-1-16-1455</inkml:trace>
  <inkml:trace contextRef="#ctx0" brushRef="#br0" timeOffset="1246.584">963 1143 29542,'0'0'1697,"0"0"-1529,0 0-56,0 0 216,0 0-80,173-2-224,-66-26-24,-12 1-560,-14-1-1441</inkml:trace>
  <inkml:trace contextRef="#ctx0" brushRef="#br0" timeOffset="1459.025">1914 466 30631,'0'0'816,"0"0"-600,0 0-136,0 0-32,0 0-48,0 0-176,75 113-1313,-71-88-4272</inkml:trace>
  <inkml:trace contextRef="#ctx0" brushRef="#br0" timeOffset="1619.086">1691 823 29846,'0'0'993,"0"0"-649,0 0-74,0 0-7,23-1-123,180-13-79,-199 14-58,-2-1-4,-1 0 0,0 0 0,1 1-1,-1-1 1,0 1 0,1-1 0,-1 1 0,1-1 0,-1 1-1,1 0 1,-1 0 0,0 0 0,1 0 0,-1 0 0,1 0 0,-1 0-1,1 0 1,-1 0 0,1 1 0,-1-1 0,1 1 0,-1-1-1,0 1 1,1 0 0,-1-1 0,0 1 0,0 0 0,1 0 0,-1 0-1,0 0 1,0 0 0,0 0 0,0 0 0,0 0 0,0 0-1,0 1 1,-1-1 0,1 0 0,0 1 0,-1-1 0,1 0 0,-1 1-1,1-1 1,-1 1 0,0-1 0,1 1 0,-1-1 0,0 1 0,0-1-1,0 1 1,0-1 0,-1 0 0,1 1 0,0-1 0,0 1-1,-1-1 1,1 1 0,-1-1 0,0 0 0,0 1 1,-84 81-26,-256 155-175,184-134-1986,-127 112 2187,238-175-2079</inkml:trace>
  <inkml:trace contextRef="#ctx0" brushRef="#br0" timeOffset="1789.962">1660 1317 29134,'0'0'1040,"-44"104"-599,20-35-49,-2 10 88,4-6-176,6-6-208,8-14-64,8-11-32,0-18-160,37-24-192,2-8-809,1-18-2127</inkml:trace>
  <inkml:trace contextRef="#ctx0" brushRef="#br0" timeOffset="2040.188">1984 1155 27326,'0'0'1283,"0"0"-772,-20 3-226,1-1-198,7-1-29,0 0-1,0 1 0,0 1 1,0 0-1,0 0 1,1 1-1,0 0 1,-1 1-1,2 1 0,-3 1-57,-108 93 517,117-95-479,-1-1-1,1 1 1,0 0-1,1 1 0,0-1 1,-1 0-1,2 1 1,-1 0-1,1 0 1,-1 0-1,2 0 0,-1 0 1,1 0-1,0 0 1,0 1-1,0-1 1,1 0-1,0 1 0,1-1 1,-1 0-1,1 0 1,0 1-1,2 2-37,1-3 8,0-1 1,0 0-1,1 0 0,0-1 1,0 0-1,0 1 1,1-1-1,0-1 0,-1 1 1,1-1-1,0 0 0,0-1 1,1 1-1,-1-1 0,1 0 1,-1-1-1,1 0 0,-1 0 1,1 0-1,0-1 0,0 0 1,-1 0-1,4-1-8,111-15-1219,-73-5-1144</inkml:trace>
  <inkml:trace contextRef="#ctx0" brushRef="#br0" timeOffset="2289.39">2342 640 29222,'0'0'896,"-18"110"-632,-8 3 73,-9 51 279,-3 21-152,-1 8-200,0-17-96,1-26-40,1-10-56,9-34-72,6-11-152,8-32-560,10-31-2913</inkml:trace>
  <inkml:trace contextRef="#ctx0" brushRef="#br0" timeOffset="2464.328">2331 1305 30623,'0'0'1232,"0"0"-1168,140 18-64,-79 1-224,-6 1-1385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5:42.96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632 409 29198,'0'0'964,"0"0"-346,0 0-118,0 0 9,-3-22-99,-11-177-65,14 186-340,1 6-4,1 1 0,-1 0-1,0 0 1,-1-1 0,1 1 0,-1 0-1,-1-1 1,1 1 0,-1 0 0,0-1-1,-1 1 1,1 0 0,-1 0 0,0 0-1,-1 0 1,1 0 0,-1 1 0,-1-1-1,1 1 1,-1 0 0,0 0 0,0 0-1,0 0 1,0 1 0,-1-1 0,0 1-1,0 0 1,0 1 0,-1-1 0,1 1-1,-6-2 0,0 5-2,0 0 0,0 1 0,1 0 0,-1 1-1,0 1 1,0-1 0,1 2 0,0-1 0,-1 1 0,1 1 0,1 0-1,-1 0 1,1 1 0,0 0 0,0 1 0,1 0 0,0 0-1,0 1 1,0 0 0,1 0 0,-5 9 2,-27 29 4,3 2 0,2 1 0,2 2 0,2 1 0,3 1 0,2 2 0,2 0 0,-2 16-4,15-45 0,1 0 0,1 1 0,2 0 0,0 0 0,2 0 0,1 1 0,1-1 0,2 1 0,0 0 0,2-1 0,1 1 0,1-1 0,2 1 0,6 19 0,-8-39 2,0-1-1,0 0 1,0-1 0,1 1-1,0-1 1,0 0 0,1 0-1,-1-1 1,1 1-1,1-1 1,-1 0 0,1-1-1,0 0 1,0 0 0,0 0-1,0-1 1,0 0 0,1-1-1,0 1 1,-1-1 0,1-1-1,0 0 1,0 0 0,0 0-1,0-1 1,0 0 0,0 0-1,0-1 1,0 0-1,0-1 1,0 0 0,-1 0-1,1-1 1,-1 1 0,1-2-1,-1 1 1,0-1 0,6-4-2,21-18 7,-1-1 1,-2-2 0,0-1 0,-3-1 0,0-1 0,-2-2-1,-1-1 1,8-17-8,13-27-225,-4-2 1,-3-2-1,7-30 225,-29 73-410,11-29-1288</inkml:trace>
  <inkml:trace contextRef="#ctx0" brushRef="#br0" timeOffset="234.345">1198 344 30198,'0'0'737,"0"0"-233,48 106-32,-20-54 16,5 1-224,7-4-160,-1 1-104,-1-9 0,-3-6 0,-5-7 0,3-12-88,-9-6-616,-4-10-1113</inkml:trace>
  <inkml:trace contextRef="#ctx0" brushRef="#br0" timeOffset="407.883">1698 182 30414,'0'0'897,"0"0"-553,-180 126 104,59-25-96,-19 29-240,0 2-112,37-29-712,37-36-2569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39.741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1829 1842 27542,'0'0'2188,"0"0"-1550,0 0-489,0 0 66,25 0 169,-11 1-331,0-1 0,1-1 1,-1-1-1,1 0 0,-1 0 1,0-2-1,0 0 0,0 0 0,-1-1 1,0-1-1,0 0 0,0-1 0,-1-1 1,1 0-1,5-5-53,94-83 197,-3-4 1,67-85-198,-121 126 12,-2-3 0,-3-1 0,-3-3 0,-3-2 0,17-40-12,-45 83 14,-21 43-12,-126 343 31,111-293-9,2 1 0,4 1 0,2 0 0,4 0 0,2 23-24,5-88 1,0 1 1,1-1-1,0 0 0,0 0 1,1 0-1,0 1 0,-1-1 1,2 0-1,-1 0 0,0 0 1,1 0-1,0 0 0,0-1 1,1 1-1,-1 0 0,1-1 1,0 0-1,0 0 0,1 0 1,-1 0-1,1 0 0,0-1 1,0 1-1,0-1 0,0 0 1,0 0-1,1-1 0,0 1 1,-1-1-1,1 0 0,0 0 1,1 0-2,8 4 3,1 0 1,0-1 0,0 0 0,0-2 0,0 1-1,1-2 1,0 0 0,-1-1 0,1 0 0,0-2-1,0 0 1,-1 0 0,1-2 0,-1 1 0,1-2-1,-1 0 1,0-1 0,0-1 0,-1 0 0,0-1-1,0-1 1,0 0 0,-1 0 0,0-2 0,-1 1 0,0-2-1,4-4-3,19-27 1,-3-1-1,-1-2 0,-2-1 0,-2-1 0,-3-1 1,-1-2-1,-3 0 0,-1-1 0,-3-1 1,-3 0-1,-1-1 0,-2-8 0,35-289-9,-35 340-22,-6 48 23,-11 89 51,-5-1 0,-16 65-43,-12 106 42,-42 1027-42,70-1198 0,-6 0 0,-5-2 0,-5 0 0,-44 116 0,1-125 0,67-113 0,0 1 0,0 0 0,0-1 0,0 0 0,0 0 0,-1 0 0,1-1 0,0 0 0,-1 1 0,0-1 0,1-1 0,-1 1 0,1-1 0,-1 0 0,0 0 0,1 0 0,-1 0 0,0-1 0,1 0 0,-1 0 0,1 0 0,-1-1 0,1 1 0,0-1 0,-1 0 0,1 0 0,0-1 0,0 1 0,1-1 0,-1 0 0,0 0 0,1 0 0,0-1 0,-1 1 0,-14-22 0,0-1 0,2 0 0,0-1 0,2 0 0,2-1 0,0-1 0,2 0 0,1-1 0,1 0 0,1 0 0,0-17 0,-6-20 0,2-1 0,4 0 0,2 0 0,4 0 0,2 0 0,7-40 0,-2 82 1,1 1-1,1 0 1,1 0-1,1 1 1,1 0-1,1 1 1,2 0-1,0 1 1,1 0-1,1 1 1,1 1-1,1 1 1,0 0-1,2 1 0,48-41-30,3 2-1,2 4 1,16-6 30,-88 58-1,143-92-670,-10 11-1062</inkml:trace>
  <inkml:trace contextRef="#ctx0" brushRef="#br0" timeOffset="482.236">4315 1380 27270,'0'0'3191,"0"0"-2179,0 0-781,0 0-31,0 0 215,20 8-46,238 57-290,-149-46-79,-37-10 0,0 4 0,-1 3 0,0 4 0,-1 2 0,8 7 0,-76-29 0,0 0 0,0 0 0,0 1 0,0-1 0,0 0 0,0 1 0,-1 0 0,1-1 0,0 1 0,0 0 0,-1 0 0,1 0 0,0 0 0,-1 0 0,1 0 0,-1 0 0,1 1 0,-1-1 0,0 0 0,1 1 0,-1-1 0,0 1 0,0 0 0,0-1 0,0 1 0,-1 0 0,1 0 0,0-1 0,-1 1 0,1 0 0,-1 0 0,1 0 0,-1 0 0,0 0 0,0 0 0,0 0 0,0 0 0,0-1 0,-1 1 0,1 0 0,0 0 0,-1 0 0,1 0 0,-1 0 0,0-1 0,0 1 0,0 1 0,-98 57 0,-62 23 0,-50 27 0,-112 81 0,312-185-156,0 1 1,0 0-1,1 1 1,0 0-1,0 0 0,1 1 1,0 1-1,0-1 1,1 1-1,0 1 1,1 0-1,-3 7 156,7-7-3686</inkml:trace>
  <inkml:trace contextRef="#ctx0" brushRef="#br0" timeOffset="906.68">6213 1730 30735,'0'0'549,"0"-21"-341,0 9-193,1-10 65,-1 0 1,-2-1 0,0 1-1,-1 0 1,-1 1-1,-1-1 1,-7-20-81,7 32 38,0-1 1,0 1 0,-1 0-1,0 0 1,-1 1-1,0 0 1,0 0-1,-1 0 1,-1 1-1,1 1 1,-9-7-39,13 12 8,-1-1 0,1 1 1,-1 0-1,0 0 0,1 0 0,-1 0 1,0 1-1,0 0 0,0 0 0,0 0 1,-1 1-1,1 0 0,0 0 0,0 0 1,0 0-1,0 1 0,0 0 0,0 0 1,0 0-1,0 1 0,0 0 0,0 0 0,1 0 1,-1 0-1,1 1 0,-1 0 0,1 0 1,-3 2-9,-12 11 5,2 1 0,0 1 0,0 1 0,2 0 1,0 0-1,2 2 0,0 0 0,-2 6-5,-7 12 0,1 1 0,2 1 0,2 1 0,2 0 0,1 1 0,3 1 0,-6 39 0,15-78 0,1-1 0,0 1 0,0 0 0,1-1 0,-1 1 0,1 0 0,0 0 0,0-1 0,0 1 0,1 0 0,0 0 0,0-1 0,0 1 0,0-1 0,1 1 0,0-1 0,0 0 0,0 1 0,0-1 0,1 0 0,-1 0 0,1 0 0,0-1 0,0 1 0,1-1 0,-1 0 0,1 1 0,0-2 0,-1 1 0,1 0 0,3 0 0,6 3 0,0-1 0,0-1 0,1 0 0,0-1 0,0 0 0,0-1 0,0-1 0,0 0 0,0-1 0,0 0 0,0-1 0,0-1 0,0 0 0,0-1 0,-1 0 0,1-1 0,-1-1 0,2-1 0,14-6 0,-1-2 0,0-1 0,0-1 0,-2-1 0,0-1 0,-1-1 0,13-15 0,-28 26-10,0 0-1,-1-1 1,-1 0 0,0-1 0,0 0-1,0 0 1,-2-1 0,1 1 0,-1-2-1,-1 1 1,0 0 0,0-1-1,-1 0 1,-1 0 0,0-1 0,-1 1-1,1-10 11,-3 16-1269,-2 5-1760</inkml:trace>
  <inkml:trace contextRef="#ctx0" brushRef="#br0" timeOffset="1198.001">6888 2469 31783,'0'0'984,"0"0"-984,0 0 0,0 0 0,0 0 0,0 0-480</inkml:trace>
  <inkml:trace contextRef="#ctx0" brushRef="#br0" timeOffset="19245.023">1941 7060 29230,'0'0'891,"0"0"-436,21-19-102,158-163 283,163-237-190,-258 333-442,-83 85-4,0 1-1,1-1 1,-1 1 0,0-1 0,0 1-1,0 0 1,0-1 0,1 1 0,-1 0-1,0 0 1,0 0 0,0 0 0,1 0-1,-1 0 1,0 0 0,0 0 0,0 1-1,1-1 1,-1 0 0,0 1 0,0-1-1,0 1 1,0-1 0,0 1 0,0-1-1,0 1 1,0 0 0,0 0 0,0-1-1,0 1 1,0 0 0,0 0 0,-1 0-1,1 0 1,0 0 0,-1 0 0,1 0-1,-1 0 1,1 0 0,-1 1 0,1-1 0,-1 0-1,0 0 1,1 0 0,-1 1 0,0-1-1,0 0 1,0 0 0,0 0 0,0 1-1,0-1 1,-1 0 0,1 0 0,0 0-1,-1 1 1,1-1 0,0 0 0,-1 0-1,1 0 1,-1 0 0,0 0 0,1 0-1,-1 0 1,0 0 0,1 6 3,-8 386 9,6-386-12,1-1 0,0 1 0,1 0 0,0 0 1,0 0-1,0 0 0,1 0 0,0-1 1,0 1-1,1 0 0,-1-1 0,2 1 0,-1-1 1,1 1-1,0-1 0,0 0 0,0 0 1,1 0-1,0-1 0,0 1 0,1-1 0,0 0 1,0 0-1,0-1 0,0 1 0,1-1 1,-1 0-1,1-1 0,0 1 0,6 2 0,1-5 6,0 0-1,0-1 1,0-1 0,0 0-1,-1 0 1,1-1-1,0-1 1,-1 0 0,1-1-1,-1 0 1,0-1 0,0 0-1,-1-1 1,1 0-1,-1-1 1,-1 0 0,1-1-1,-1 0 1,-1-1-1,0 0 1,0 0 0,0-1-1,-1 0 1,-1-1-6,32-26 4,-2-2-1,-1-2 1,-3-1 0,-1-2-1,-2-1 1,-2-1 0,-3-1 0,-1-1-1,7-26-3,-16 23 114,-2 0 0,-2-1 0,-3-1 0,-2 0 0,-1-37-114,-20 647 9,-61 333-9,55-701 0,-8-1 0,-34 108 0,63-287 0,-1 0 0,-1 0 0,0-1 0,0 1 0,-1 0 0,0-1 0,0 0 0,-1 1 0,0-1 0,0-1 0,-1 1 0,0-1 0,-1 0 0,1 0 0,-1 0 0,-1-1 0,1 0 0,-1 0 0,0 0 0,0-1 0,-1 0 0,0-1 0,0 1 0,0-2 0,0 1 0,0-1 0,-3 0 0,4-2 0,0-1 0,0 0 0,0 0 0,0-1 0,1 1 0,-1-2 0,0 1 0,0-1 0,1 0 0,-1 0 0,1-1 0,-1 0 0,1 0 0,0-1 0,0 1 0,0-1 0,1-1 0,0 1 0,-1-1 0,2 0 0,-1 0 0,0 0 0,1-1 0,0 1 0,0-1 0,0-1 0,-7-14 0,0-1 0,1 0 0,1-1 0,1 0 0,1 0 0,1-1 0,1-3 0,-5-26 0,3-1 0,2-1 0,3 1 0,2-1 0,2 1 0,3-1 0,8-37 0,-8 70-6,1 0 0,0 1-1,2 0 1,0 0 0,1 0 0,2 1-1,0 1 1,1 0 0,0 0 0,2 1 0,0 1-1,1 0 1,1 1 0,0 1 0,9-6 6,305-223-3896,-221 163-3942</inkml:trace>
  <inkml:trace contextRef="#ctx0" brushRef="#br0" timeOffset="19620.382">4582 6476 30591,'0'0'528,"0"0"-306,0 0-142,-25 10-21,-84 36-3,32-12-32,0 3 1,3 3-1,1 4 0,-21 19-24,85-56 4,-4 0 17,1 0 0,0 1 0,1 0 0,0 1 0,0 0 0,1 0 0,0 2 0,1-1-1,0 1 1,0 0 0,2 1 0,-1 0 0,1 0 0,1 1 0,-4 10-21,12-18 11,0 1-1,0-1 1,1 0 0,-1 1 0,1-1 0,1-1 0,-1 1-1,1 0 1,-1-1 0,1 1 0,1-1 0,-1 0-1,0-1 1,1 1 0,0-1 0,0 0 0,0 0-1,0 0 1,0-1 0,1 1 0,-1-2 0,1 1 0,0 0-1,-1-1 1,1 0 0,0 0 0,0-1 0,0 0-1,2 0-10,5 4 27,76 15-507,0-3 1,1-4 0,0-4-1,69-4 480,-74-4-4199</inkml:trace>
  <inkml:trace contextRef="#ctx0" brushRef="#br0" timeOffset="19951.348">5932 6833 29486,'0'0'1369,"0"0"-976,-16-22-289,-107-137 249,111 145-308,0 1 0,-2 1 0,0 0 0,0 0 0,-1 1 0,0 1 0,-1 1 0,0 0 0,-11-4-45,19 10 2,1 0 0,-1 1 0,1 0-1,-1 0 1,0 1 0,0 0 0,0 0 0,0 1 0,0 0-1,0 0 1,0 1 0,0 0 0,1 0 0,-1 1 0,0 0-1,1 0 1,-1 1 0,1 0 0,-1 0 0,1 1 0,0 0-1,1 0 1,-5 4-2,-10 12 4,1 1-1,1 1 0,2 0 1,0 1-1,1 1 1,1 1-1,1 0 0,2 1 1,0 0-1,2 1 1,0 5-4,-30 156 158,40-181-149,0 0 0,0 0 0,0 1 0,1-1 0,0 0 0,1 0 0,-1 0 0,1-1 0,1 1 0,-1 0-1,1-1 1,0 1 0,1-1 0,-1 0 0,1 0 0,1 0 0,-1-1 0,1 1 0,0-1 0,0 0 0,0-1 0,1 1 0,0-1 0,0 0 0,0 0-1,0-1 1,0 0 0,1 0 0,-1 0 0,1-1 0,0 0 0,0 0 0,1-1-9,14 2 37,-1-1 0,0-1 0,1-1 0,-1-1 0,1 0 0,-1-2 1,0-1-1,0 0 0,0-2 0,-1 0 0,0-1 0,0-2 0,12-6-37,106-65-1097,-14-12-4135,-56 37-12082</inkml:trace>
  <inkml:trace contextRef="#ctx0" brushRef="#br0" timeOffset="20135.8">6559 7318 27870,'0'0'4225,"0"0"-3809,0 0-288,0 0-8,0 0-112,0 0-8,0 0-280,0 40-2857</inkml:trace>
  <inkml:trace contextRef="#ctx0" brushRef="#br0" timeOffset="44587.964">1733 13 27542,'0'0'588,"0"0"-187,0 0 86,-20-4-220,13 3-249,-1-1 5,0 0 1,0 1-1,0-1 0,0 2 1,0-1-1,0 1 0,0 0 1,0 1-1,0 0 0,0 0 0,0 1 1,1 0-1,-1 0 0,0 1 1,1 0-1,0 0 0,0 1 0,0 0 1,0 0-1,-4 4-23,-54 46 144,2 3-1,3 3 1,3 3-1,2 2 1,-22 37-144,-49 66 287,7 6 0,-54 115-287,148-247 26,2 2 0,2 0-1,1 1 1,3 1 0,2 1-1,2 1 1,2 0 0,2 0 0,2 1-1,2 0 1,3 0 0,1 0-1,3 0 1,2 0 0,6 28-26,-3-53 4,0-1 0,2 0 1,1 0-1,0-1 0,2 0 1,0-1-1,2 0 0,0-1 0,1-1 1,1 0-1,1-1 0,0-1 1,8 5-5,-12-11-1,-2-4-4,0 0-1,-1 1 1,0 0 0,-1 1 0,0 0-1,0 1 1,-1-1 0,0 2 0,-1-1 0,0 1-1,-1 0 1,0 0 0,0 1 0,-1 0-1,-1 0 1,0 0 0,-1 0 0,0 1 0,-1-1-1,1 12 6,-6 0-2,-1 0-1,-2-1 1,0 1-1,-1-1 1,-1 0-1,-1-1 1,-2 0-1,0 0 1,-1-1-1,-13 17 3,-322 475-23,167-261 17,-114 190-10,286-418 4,13-25-64,241-95-63,-235 94 140,1 0-1,-1 0 1,0 1-1,0 0 1,1 1 0,-1 1-1,0-1 1,1 2 0,-1-1-1,0 2 1,0 0-1,0 0 1,0 1 0,-1 0-1,0 0 1,1 2 0,-2-1-1,1 1 1,-1 0-1,1 1 1,-2 0 0,1 1-1,-1 0 1,0 0 0,-1 1-1,0 0 1,0 0-1,-1 0 1,0 1 0,1 3-1,75 186 22,-45-45 65,-7 2 1,-7 1-1,-7 1 0,-5 109-87,-7-187 54,0-4 37,18 454 287,22 0-1,24-4 0,56 165-377,-23-351 0,-47-238 0,-33-103-1418,-20-24-1573</inkml:trace>
  <inkml:trace contextRef="#ctx0" brushRef="#br0" timeOffset="103433.448">3065 3864 28454,'0'0'1922,"0"0"-1150,0 0-555,0 0-127,0 0 30,18 8 69,78 23 10,68-21 4,764-54 136,-727 29-312,78-4-162,1 12-1,-1 13 1,196 32 135,-301-12-1371,-43-5-1938</inkml:trace>
  <inkml:trace contextRef="#ctx0" brushRef="#br0" timeOffset="104013.624">2943 8431 29150,'0'0'754,"0"0"-260,0 0-65,36-1 124,150-7 81,69-31-157,228-35-339,2 21 0,278 13-138,-466 40 0,132 21 0,82 35-1431,-421-50-1467</inkml:trace>
  <inkml:trace contextRef="#ctx0" brushRef="#br0" timeOffset="116988.662">2574 8289 26286,'0'0'2876,"0"0"-1685,0 0-725,0 0-250,0 0-28,8 4 120,13 3-219,-1-2 0,1 0 1,1-1-1,-1 0 0,1-2 1,-1-1-1,1-1 0,12-1-89,16 2 45,1600-5 432,-761 10-1078,-781-5-870</inkml:trace>
  <inkml:trace contextRef="#ctx0" brushRef="#br1" timeOffset="132602.284">2954 3959 24949,'-22'0'2197,"-267"23"1096,235-17-3065,57-19-120,233 13-7,51-8 33,0-12 0,273-56-134,-136-9 134,-134 24-120,3 13-1,100 3-13,194 38-16,-466 13-530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3:51.016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1239 2669 20180,'0'0'5512,"0"0"-2406,0 0-1928,0 0-423,0 0-189,1-20-80,4-64-89,-4 78-384,-1 0-1,1 0 1,-1 0-1,0 0 1,-1 0-1,1 0 1,-1 1-1,-1-1 1,1 0-1,-1 0 1,0 1-1,0-1 1,0 1-1,-1 0 0,0-1 1,0 1-1,0 0 1,0 1-1,-1-1 1,0 1-1,0-1 1,0 1-1,-1 0 1,1 1-1,-1-1 1,0 1-1,0 0 1,0 0-1,-1 0 1,1 1-1,0 0 1,-1 0-1,0 0 1,1 1-1,-1 0 1,0 0-1,0 0 1,0 1-1,0 0 1,0 0-1,0 0 1,1 1-1,-1 0 1,0 0-1,0 0 1,1 1-1,-4 1-12,-12 5 0,1 1 0,1 1 0,-1 1 0,2 1 0,-1 0 0,2 1 0,0 1 0,0 1 0,2 0 0,0 1 0,0 1 0,2 0 0,-11 17 0,-1 0 0,1 0 0,1 2 0,2 1 0,2 1 0,1 0 0,2 1 0,1 1 0,3 1 0,1 0 0,2 0 0,2 1 0,1 0 0,2 15 0,3-47 0,1-1 0,0 1 0,0-1 0,1 0 0,0 1 0,0-1 0,1 0 0,1 1 0,0-1 0,0-1 0,0 1 0,1 0 0,0-1 0,1 0 0,0 0 0,1 0 0,-1 0 0,1-1 0,1 0 0,-1 0 0,1-1 0,0 0 0,1 0 0,-1-1 0,5 3 0,4 1 0,1-1 0,0-1 0,1 0 0,-1-1 0,1-1 0,1-1 0,-1-1 0,0 0 0,1-1 0,0-1 0,-1-1 0,1 0 0,-1-2 0,1 0 0,-1-1 0,1-1 0,-1 0 0,0-2 0,-1 0 0,0-1 0,0-1 0,0 0 0,-1-1 0,0-1 0,0 0 0,-1-1 0,-1-1 0,0-1 0,-1 0 0,11-14 0,-6 8 0,-1-1 0,-2-1 0,0-1 0,-1 0 0,-1 0 0,-1-2 0,-1 0 0,-1 0 0,-2 0 0,0-1 0,-1-1 0,-2 1 0,-1-1 0,0 0 0,-2-10 0,0 18 0,0-1 0,-1 1 0,-2-1 0,1 1 0,-2-1 0,-1 1 0,0 0 0,-1 0 0,-1 0 0,-1 0 0,0 1 0,-1 0 0,-1 0 0,-3-3 0,11 20-6,0 1-1,-1-1 1,1 1 0,0 0-1,0-1 1,-1 1 0,1-1-1,0 1 1,-1-1 0,1 1-1,-1-1 1,1 1 0,0-1 0,-1 0-1,1 1 1,-1-1 0,1 1-1,-1-1 1,1 0 0,-1 0-1,0 1 1,1-1 0,-1 0-1,1 0 1,-1 0 0,0 1-1,1-1 1,-1 0 0,1 0-1,-1 0 1,0 0 0,1 0-1,-1 0 1,0 0 0,1-1-1,-1 1 1,1 0 0,-1 0 0,0 0-1,1-1 1,-1 1 0,1 0-1,-1 0 1,1-1 0,-1 1-1,1-1 1,-1 1 0,1 0-1,-1-1 1,1 1 0,0-1-1,-1 1 1,1-1 0,0 1-1,-1-1 1,1 1 0,0-1-1,-1 0 1,1 1 0,0-1-1,0 1 1,0-1 0,0 0 0,0 1-1,0-1 1,0 0 6,-1 60-3930,1-46 773,0 29-12344</inkml:trace>
  <inkml:trace contextRef="#ctx0" brushRef="#br0" timeOffset="189.378">1807 3290 30679,'0'0'1176,"0"0"-512,0 0-416,0 0-248,0 0 0,0 0 0,0 0 0,28 6 0,-8-34-920,2-7-17708</inkml:trace>
  <inkml:trace contextRef="#ctx0" brushRef="#br0" timeOffset="1074.073">2414 2795 29094,'0'0'1606,"0"0"-961,0 0-191,0 0 37,23 2-93,-7 0-362,-6 0-33,1-1 0,0 0 0,0 0 0,-1-1 0,1-1 0,0 1 0,0-2 0,-1 0 1,1 0-1,-1-1 0,0 0 0,1-1 0,-1 0 0,5-3-3,15-9 0,-2 0 0,0-2 0,-1-1 0,-1-1 0,-1-1 0,-1-1 0,0-1 0,-2-1 0,-1-2 0,-1 0 0,-1-1 0,-2 0 0,10-21 0,-13-14 0,-14 62 0,0 1 0,-1-1 0,1 0 0,0 0 0,0 0 0,-1 1 0,1-1 0,0 0 0,-1 0 0,1 0 0,0 0 0,-1 1 0,1-1 0,0 0 0,-1 0 0,1 0 0,0 0 0,-1 0 0,1 0 0,0 0 0,-1 0 0,1 0 0,0 0 0,-1 0 0,1-1 0,0 1 0,-1 0 0,1 0 0,0 0 0,-1 0 0,1 0 0,0-1 0,-1 1 0,1 0 0,0 0 0,0 0 0,-1-1 0,1 1 0,0 0 0,0-1 0,-1 1 0,1 0 0,0 0 0,0-1 0,0 1 0,0 0 0,-1-1 0,1 1 0,0 0 0,0-1 0,0 1 0,0 0 0,0-1 0,0 1 0,-20 29 0,2 0 0,1 1 0,2 1 0,0 1 0,3 0 0,0 0 0,2 1 0,2 1 0,-3 23 0,7-35 0,0 1 0,2-1 0,1 0 0,1 1 0,1-1 0,1 0 0,1 2 0,-3-19 0,1 1 0,1-1 0,-1 1 0,1-1 0,0 0 0,0 0 0,0 1 0,1-2 0,0 1 0,0 0 0,0 0 0,0-1 0,1 0 0,0 0 0,0 0 0,0 0 0,0 0 0,1-1 0,-1 0 0,1 0 0,0 0 0,0 0 0,0-1 0,0 0 0,1 0 0,-1 0 0,0-1 0,1 0 0,-1 0 0,1 0 0,4 0 0,0-1 0,0 0 0,0-1 0,0 0 0,0 0 0,0-1 0,0 0 0,0-1 0,-1 0 0,0-1 0,1 0 0,-1 0 0,-1-1 0,1 0 0,-1 0 0,0-1 0,0-1 0,7-5 0,114-144 0,-94 100 0,-3-2 0,-3 0 0,-2-2 0,-2-1 0,-4-1 0,8-38 0,-24 138 0,-43 741 0,26-621 0,-7 0 0,-7-2 0,-6-1 0,-31 79 0,59-221 0,3-3 0,-1 0 0,0-1 0,0 1 0,-1-1 0,0 0 0,-1 0 0,0 0 0,0 0 0,-1-1 0,0 0 0,-1 0 0,1 0 0,-1 0 0,-1-1 0,0 0 0,0 0 0,0-1 0,-1 0 0,0 0 0,0-1 0,0 0 0,-1-1 0,-3 2 0,9-6 0,0-1 0,0 0 0,-1 0 0,1 0 0,0 0 0,0 0 0,0-1 0,1 1 0,-1-1 0,0 0 0,0 0 0,1 0 0,-1 0 0,1 0 0,0 0 0,-1-1 0,1 1 0,0-1 0,1 0 0,-1 1 0,0-1 0,1 0 0,0 0 0,-1 0 0,1 0 0,0 0 0,0-2 0,-24-94 0,20 58-61,1 0 0,2 0 0,2 0 0,1-1 0,3 1 0,1 0 0,2 1 0,1-1 0,3 1 0,1 1 0,2 0 0,2 1 0,1 0 0,2 2 0,1 0 0,2 1 0,2 1 0,1 1 0,1 2 0,2 0 0,1 2 0,1 1 0,30-21 61,48-33-4232,-66 50-379,21-16-7388</inkml:trace>
  <inkml:trace contextRef="#ctx0" brushRef="#br0" timeOffset="1321.413">3929 2969 24077,'0'0'5945,"0"0"-5024,0 0-137,-13 112-192,6-76-160,5-1-416,2 1-16,0 9 0,0-10-32,0-11-1328</inkml:trace>
  <inkml:trace contextRef="#ctx0" brushRef="#br0" timeOffset="2110.03">4411 2832 22189,'0'0'7128,"0"0"-5309,0 0-1406,0 0 14,28-3 17,-8 1-369,1 1-45,-1-2 1,0 0-1,0-1 0,-1-1 0,1-1 0,-1 0 1,0-2-1,0 0 0,0-2-30,24-13 0,-2-2 0,0-1 0,-2-3 0,-1-1 0,-1-1 0,-2-3 0,-1 0 0,-2-3 0,13-19 0,-39 47 0,-1 0 0,0 0 0,0-1 0,-1 0 0,0 0 0,0 0 0,-1-1 0,-1 1 0,0-1 0,0 0 0,0-7 0,-19 19 0,9 9 0,0 0 0,0 1 0,1 0 0,0 1 0,1 0 0,1 0 0,-1 0 0,2 0 0,0 1 0,0 0 0,1 1 0,-1 1 0,-8 29 0,2 0 0,3 1 0,1-1 0,2 1 0,2 1 0,3 30 0,-1-63 0,1 0 0,1-1 0,-1 1 0,2-1 0,0 0 0,1 1 0,0-1 0,0-1 0,1 1 0,7 10 0,-9-17 0,0-1 0,0 0 0,0 0 0,0-1 0,1 1 0,0-1 0,0 1 0,0-1 0,0 0 0,0-1 0,0 1 0,1-1 0,-1 0 0,1 0 0,0 0 0,0 0 0,-1-1 0,1 0 0,0 0 0,0-1 0,0 1 0,0-1 0,1 0 0,-1 0 0,0 0 0,0-1 0,0 0 0,0 0 0,1-1 0,13-7 0,0 0 0,0-2 0,-1 0 0,-1-2 0,0 0 0,0 0 0,-1-2 0,-1 0 0,0 0 0,-2-2 0,0 0 0,0 0 0,2-6 0,-15 22 0,34-45 0,-1-1 0,-3-2 0,-2-1 0,-3-2 0,-1 0 0,-3-1 0,-2-1 0,11-57 0,-27 162 0,-38 669 0,28-581 0,-7-1 0,-6 0 0,-6-1 0,-22 57 0,47-189 0,-5 18 0,0-1 0,0 0 0,-2 0 0,-1-1 0,-1 0 0,-1-1 0,0 0 0,-2 0 0,0-2 0,-1 1 0,-1-2 0,-1 1 0,11-14 0,1-1 0,-1 0 0,0 0 0,0-1 0,0 1 0,0-1 0,-1 0 0,1 0 0,-1-1 0,1 0 0,-1 0 0,1 0 0,-1 0 0,0-1 0,1 0 0,-1 0 0,0-1 0,1 0 0,-1 0 0,0 0 0,1 0 0,-1-1 0,1 0 0,0 0 0,0-1 0,0 1 0,0-1 0,0 0 0,0 0 0,1-1 0,-1 1 0,-1-4 0,-8-11 0,1-1 0,1-1 0,1 0 0,0 0 0,2-1 0,1 0 0,0-1 0,2 0 0,0 0 0,1-1 0,2 1 0,0-1 0,1 0 0,2 0 0,0 0 0,1 0 0,3-7 0,3-9-2,2 1-1,1 1 1,2-1-1,2 2 1,1 0-1,2 1 1,1 0 0,2 1-1,2 2 1,0 0-1,2 1 1,2 1-1,1 2 1,0 0 0,2 2-1,2 2 1,6-4 2,128-90-1233,-92 72-2547,-47 29 1276,47-28-16872</inkml:trace>
  <inkml:trace contextRef="#ctx0" brushRef="#br0" timeOffset="2392.914">6107 2852 21181,'0'0'7177,"0"0"-5210,0 0-1440,0 0-195,21 15-23,63 45 22,-29-4-132,-55-54-197,1 0 0,-1 1 1,0-1-1,1 0 1,-1 0-1,0 0 1,0 0-1,0 0 1,0 0-1,-1 0 1,1 1-1,-1-1 1,1 0-1,-1 0 1,0 0-1,1 0 1,-1 0-1,0-1 1,0 1-1,-1 0 0,1 0 1,0-1-1,0 1 1,-1 0-1,1-1 1,-2 1-3,-75 57-6,-21 25 1,99-83 8,-1 0 0,0 1-1,1-1 1,0 0 0,-1 0-1,1 0 1,0 0 0,-1 0 0,1 1-1,0-1 1,0 0 0,0 0-1,0 0 1,0 1 0,0-1-1,0 0 1,1 0 0,-1 0 0,0 1-1,1-1 1,-1 0 0,1 0-1,-1 0 1,1 0 0,-1 0-1,1 0 1,0 0 0,0 0 0,-1 0-1,1 0 1,0 0 0,0-1-1,0 1 1,0 0 0,0-1-1,0 1 1,0 0 0,0-1 0,0 1-1,0-1 1,0 0 0,1 1-1,-1-1 1,0 0 0,0 0-1,0 1 1,1-1 0,-1 0 0,0 0-1,0-1 1,0 1 0,1 0-1,-1 0 1,0 0 0,0-1-1,0 1 1,0-1 0,0 1 0,0-1-1,1 1 1,-1-1 0,0 1-1,0-2-2,8 2-4,6-1-70,0-1 1,0 0-1,-1-1 1,1 0-1,-1-2 1,0 0-1,0 0 1,0-1-1,8-5 74,5-2-519,38-18-1800</inkml:trace>
  <inkml:trace contextRef="#ctx0" brushRef="#br0" timeOffset="2687.665">6912 2696 30230,'0'0'905,"0"0"-177,0 0-368,0 0-184,145 0-88,-106 0-88,14 0-304,-12-2-1176,-1-5-13420</inkml:trace>
  <inkml:trace contextRef="#ctx0" brushRef="#br0" timeOffset="3838.024">8490 2570 27630,'0'0'2558,"0"0"-1631,0 0-369,0 0-15,0 0-109,21-6-324,143-56-103,105-84-7,-229 132 0,-34 65 0,-26 183 0,20-218 0,13 138 0,-12-150 0,1 1 0,-1-1 0,1 1 0,0-1 0,0 0 0,1 0 0,-1 0 0,1 0 0,0 0 0,0 0 0,0-1 0,1 1 0,-1-1 0,1 0 0,0 0 0,0-1 0,0 1 0,0-1 0,0 0 0,0 0 0,1 0 0,-1 0 0,1-1 0,-1 1 0,1-1 0,0-1 0,0 1 0,-1-1 0,1 1 0,2-1 0,9-3 0,0-1 0,1 0 0,-1-1 0,-1 0 0,1-1 0,-1-1 0,0-1 0,-1 0 0,1-1 0,-2 0 0,1-1 0,-1-1 0,-1 0 0,0-1 0,-1 0 0,0-1 0,3-5 0,13-9 0,-1-1 0,-2-1 0,-1-1 0,-1-1 0,-2-2 0,-1 0 0,-1 0 0,-2-2 0,-2 0 0,-1-1 0,-2 0 0,-1-1 0,-2 0 0,0-7 0,-19 280 0,-14 444 0,15-215 0,9-394 0,-4 0 0,-2-1 0,-3 0 0,-3 0 0,-3-1 0,-4-1 0,-2-1 0,-16 30 0,36-89 0,-2 0 0,1 0 0,-1 0 0,0 0 0,-1 0 0,0-1 0,0 0 0,-1 0 0,0 0 0,0-1 0,0 0 0,-1 0 0,0 0 0,0-1 0,0 0 0,-1-1 0,1 0 0,-1 0 0,0 0 0,-1-1 0,1 0 0,0-1 0,-1 1 0,-3-1 0,5-4 0,1-1 0,0 0 0,0 0 0,0 0 0,0 0 0,1-1 0,0 0 0,-1-1 0,1 1 0,1-1 0,-1 0 0,1 0 0,0 0 0,0 0 0,0-1 0,1 0 0,0 0 0,0 0 0,0 0 0,1 0 0,0 0 0,0-1 0,0 1 0,0-5 0,-9-28 0,2-1 0,2 0 0,1 0 0,2 0 0,2-1 0,1 0 0,3 1 0,1-1 0,4-1 0,3 2 0,1-1 0,2 2 0,1-1 0,2 2 0,2 0 0,2 1 0,1 1 0,2 1 0,1 1 0,1 0 0,2 3 0,2 0 0,1 1 0,1 2 0,1 2 0,1 0 0,7-1 0,168-130-2766,-122 98-6295</inkml:trace>
  <inkml:trace contextRef="#ctx0" brushRef="#br0" timeOffset="4277.451">10436 3040 30767,'0'0'989,"0"0"-694,0 20-218,-4 160 330,4-92-284,19-99-110,197-264-704,-51 99 628,-165 175 77,1 0-1,-1 0 0,1-1 0,0 1 1,0 0-1,-1 0 0,1 0 0,0 0 1,0 0-1,0 0 0,0 0 0,0 0 1,0 0-1,0 0 0,1 0 0,-1 1 1,0-1-1,0 1 0,1-1 0,-1 1 1,0-1-1,1 1 0,-1 0 0,0-1 1,1 1-1,-1 0 0,1 0 0,-1 0 1,0 0-1,1 0 0,-1 0 0,0 1 1,1-1-1,-1 0 0,1 1 0,-1-1 1,0 1-1,0-1 0,1 1 0,-1 0 1,0 0-1,0-1 0,0 1 0,0 0 1,0 0-1,0 0 0,0 0 0,0 0 1,0 0-1,0 0 0,-1 1 0,1-1 1,0 0-1,-1 0 0,1 1 0,-1-1 1,1 0-1,-1 1 0,0-1 0,1 0 1,-1 2-14,14 129 44,-13-103-44,1 0-1,1 1 1,2-1-1,1-1 1,1 1-1,10 23 1,-16-50-21,-1 0 0,1 0 0,-1 0 0,1-1 0,0 1 0,0 0 0,0-1 0,0 1 0,0 0 0,0-1 0,0 1 0,1-1 0,-1 0 0,0 1 0,1-1 0,-1 0 1,1 0-1,0 0 0,-1 0 0,1 0 0,0 0 0,-1 0 0,1-1 0,0 1 0,0-1 0,0 1 0,0-1 0,0 0 0,0 0 21,6 0-3041</inkml:trace>
  <inkml:trace contextRef="#ctx0" brushRef="#br0" timeOffset="2860.874">7668 2722 16011,'0'0'14684,"0"0"-14076,0 0-360,0 0-248,0 0 0,0 0-496,164-14-1329,-111-4-6521,2 1-7353</inkml:trace>
  <inkml:trace contextRef="#ctx0" brushRef="#br0" timeOffset="3018.035">8041 2698 16067,'0'0'2009,"0"0"9097,0 0-9849,0 0-697,0 0-376,0 0-184,0 0-440,87 48-2065</inkml:trace>
  <inkml:trace contextRef="#ctx0" brushRef="#br0" timeOffset="38587.289">972 3819 22477,'0'0'4541,"0"0"-3277,-21 8-1061,-134 59-54,62-20 258,3 4 0,2 4-1,0 6-406,83-58 17,0 0 0,1 0 1,-1 0-1,1 0 0,0 1 0,0 0 0,0 0 0,1 0 0,-1 0 0,1 0 0,0 1 0,0-1 0,0 1 0,1 0 0,0 0 0,0 0 0,0 0 0,1 0 0,-2 6-17,5-8 12,-1 0-1,1 0 0,-1 0 0,1-1 1,0 1-1,0-1 0,0 1 0,1-1 1,-1 1-1,1-1 0,-1 0 0,1 0 1,0 0-1,-1-1 0,1 1 1,0-1-1,0 1 0,0-1 0,1 0 1,-1 0-1,0-1 0,0 1 0,0 0 1,1-1-1,-1 0-11,0 1 15,50 10 58,1-3 1,0-2 0,0-2-1,0-3 1,9-2-74,-32 1 6,-21 1 4,0-1-1,0 1 1,0-1 0,-1-1-1,1 0 1,0 0-1,-1-1 1,1 0 0,-1-1-1,1 0 1,-1 0-1,0-1 1,0 0 0,-1-1-1,1 0 1,-1 0-1,0-1 1,0 0 0,-1-1-1,0 1 1,0-1-1,0-1 1,-1 1 0,0-1-1,-1 0 1,1 0-1,-2-1 1,1 0 0,-1 0-1,0-1-9,-3 1 7,-1 1-1,0-1 0,-1 0 0,1 0 0,-2 0 0,1 1 1,-1-1-1,-1 1 0,0-1 0,0 1 0,0 0 1,-1 0-1,0 0 0,-1 0 0,1 1 0,-2 0 1,1 0-1,-1 0 0,0 1 0,0-1 0,-1 2 1,0-1-1,0 1 0,0 0 0,-1 0 0,1 1 0,-1 0 1,-6-2-7,-38-4-908,32 10-921</inkml:trace>
  <inkml:trace contextRef="#ctx0" brushRef="#br0" timeOffset="42899.808">2326 4227 7954,'0'0'15308,"0"0"-11184,20-2-3105,147-9 1497,68 34-759,238-25-1668,266-42-89,-711 42 0,2060-134 0,-288 50 0,-420 41 0,-885 35 0,474 3 0,-875 10 0,0 3 0,-1 4 0,40 12 0,-67 6 0,-75-25 0,-232-3-947,190 0-2059</inkml:trace>
  <inkml:trace contextRef="#ctx0" brushRef="#br0" timeOffset="41564.753">5119 1221 22869,'0'0'5676,"0"0"-4143,0 0-1238,0 0-28,-6 22 21,-19 69 39,20-20 501,58-82-243,148-171-494,-166 146-83,323-340-8,-280 329 0,-76 48 0,-1-1 0,1 1 0,0-1 0,-1 1 0,1 0 0,0 0 0,-1 0 0,1-1 0,-1 2 0,1-1 0,-1 0 0,0 0 0,1 0 0,-1 1 0,0-1 0,0 0 0,0 1 0,0-1 0,0 1 0,0 0 0,0-1 0,-1 1 0,1 0 0,-1-1 0,1 1 0,-1 0 0,1 0 0,-1-1 0,0 1 0,0 0 0,0 0 0,0 0 0,0-1 0,0 1 0,-1 0 0,1 0 0,-1-1 0,1 1 0,-1 0 0,2 8 0,-2 68 0,-2 0 0,-5 0 0,-2-1 0,-12 37 0,14-70 0,-4 154 0,12-197 0,0 1 0,0 0 0,0-1 0,0 1 0,0 0 0,0-1 0,1 1 0,-1-1 0,0 1 0,1-1 0,-1 1 0,1-1 0,0 1 0,0-1 0,-1 1 0,1-1 0,0 0 0,0 1 0,0-1 0,1 0 0,-1 0 0,0 0 0,0 0 0,1 0 0,-1 0 0,0 0 0,1 0 0,-1-1 0,1 1 0,-1 0 0,1-1 0,-1 1 0,1-1 0,-1 0 0,1 1 0,0-1 0,-1 0 0,1 0 0,-1 0 0,1 0 0,0 0 0,-1-1 0,1 1 0,-1 0 0,1-1 0,0 1 0,-1-1 0,1 0 0,-1 1 0,0-1 0,1 0 0,-1 0 0,1 0 0,-1 0 0,0 0 0,0 0 0,0 0 0,0 0 0,0-1 0,0 1 0,0 0 0,0-1 0,0 1 0,0-1 0,-1 1 0,1-2 0,158-219 0,-120 161 0,210-339 0,-245 395 0,-1 0 0,1 0 0,-1 0 0,2 1 0,-1 0 0,0-1 0,1 1 0,0 1 0,-1-1 0,2 1 0,-1-1 0,0 1 0,1 1 0,-1-1 0,1 1 0,5-1 0,-8 4 0,0 0 0,0 1 0,0-1 0,-1 1 0,1 0 0,-1 0 0,1 0 0,-1 0 0,0 0 0,0 1 0,0-1 0,0 1 0,0-1 0,0 1 0,-1 0 0,1 0 0,-1 0 0,0 0 0,0 0 0,0 0 0,0 0 0,0 0 0,-1 0 0,1 0 0,-1 0 0,0 0 0,0 1 0,0-1 0,0 0 0,-1 0 0,1 0 0,-1 0 0,0 2 0,1 3 0,1 510 0,-1-511-2,-1-6 1,1-1 1,0 1-1,0-1 1,0 1 0,0 0-1,-1-1 1,1 1-1,0-1 1,0 1-1,0 0 1,0-1 0,0 1-1,0 0 1,1-1-1,-1 1 1,0-1-1,0 1 1,0 0-1,1-1 1,-1 1 0,0-1-1,0 1 1,1-1-1,-1 1 1,0-1-1,1 1 1,-1-1 0,1 1-1,-1-1 1,1 1-1,-1-1 1,1 0-1,-1 1 1,1-1-1,-1 0 1,1 0 0,-1 1-1,1-1 1,0 0-1,-1 0 1,1 0-1,-1 0 1,1 1 0,0-1-1,-1 0 1,1 0-1,0 0 1,-1 0-1,1-1 1,-1 1 0,1 0-1,0 0 1,-1 0-1,1 0 1,-1-1-1,1 1 1,88-32-1392,-39 0-838</inkml:trace>
  <inkml:trace contextRef="#ctx0" brushRef="#br0" timeOffset="41897.342">7416 958 16123,'0'0'11186,"0"0"-8386,1-22-2234,7-137 102,-7 153-653,0 0 0,-1 1-1,0-1 1,1 0 0,-2 1 0,1-1 0,-1 0 0,0 1 0,0-1 0,0 1 0,-1-1 0,0 1 0,0 0 0,0-1 0,-1 1 0,0 0-1,0 1 1,0-1 0,0 0 0,-1 1 0,0 0 0,0 0 0,0 0 0,0 0 0,-1 0 0,1 1 0,-1 0 0,0 0 0,0 0 0,0 1-1,-1 0-14,-10 1 14,-1 0-1,0 1 1,0 1-1,0 1 0,1 1 1,-1 0-1,1 1 1,0 0-1,0 2 0,0 0 1,1 0-1,-1 2 1,2 0-1,-1 1 0,1 0 1,1 1-1,-1 0 1,2 1-1,-1 1 1,-8 11-14,-24 18 35,1 3 0,3 1 1,1 3-1,3 0 1,1 3-1,3 1 1,-13 30-36,37-66 5,1 0 0,1 1 0,0 0 0,1 1 1,1-1-1,1 1 0,0 0 0,2 0 0,0 0 1,0 2-6,5-11 3,-1 0 0,1 0 1,1 0-1,0-1 1,0 1-1,0-1 1,1 0-1,0 0 1,1 0-1,0-1 0,0 0 1,1 0-1,0-1 1,0 1-1,0-1 1,1-1-1,0 0 1,0 0-1,0 0 0,0-1 1,1 0-1,0-1 1,0 0-1,0 0 1,0-1-1,0 0 1,1-1-1,-1 0 0,1 0 1,-1-1-1,2 0-3,2 1-2,0-1-1,0-1 1,0 0-1,0 0 1,0-1-1,-1-1 0,1 0 1,0-1-1,-1 0 1,0-1-1,0-1 1,-1 0-1,1 0 1,-1-1-1,0 0 0,-1-1 1,0 0-1,0-1 1,-1 0-1,0-1 1,0 1-1,-1-2 1,2-3 2,-6 7-85,1 0 1,-1-1-1,-1 1 1,1-1-1,-1 0 1,-1 0 0,0 0-1,0-1 1,0 1-1,-1 0 1,0-1-1,0-3 85,-1-36-3575,0 37 2177,0-40-14435</inkml:trace>
  <inkml:trace contextRef="#ctx0" brushRef="#br0" timeOffset="42144.91">6995 1227 28534,'0'0'1664,"0"0"-935,66 112-217,-24-64-96,6-3-8,2-8-128,3-1-144,-3-5-136,-4-1-32,-15 8-528,-11-9-968,-18-5-10227</inkml:trace>
  <inkml:trace contextRef="#ctx0" brushRef="#br1" timeOffset="125815.456">1 777 27078,'0'0'1907,"0"0"-526,0 0-823,0 0-174,0 0 93,8-7 26,84-82-258,-4-3 0,65-90-245,47-51-11,-191 223 11,-6 6 0,-1 0 0,1 1 0,-1-1 0,1 1 0,0 0 0,0-1 0,1 1 0,-1 1 0,1-1 0,-1 0 0,1 1 0,0 0 0,0 0 0,0 0 0,0 0 0,0 1 0,0 0 0,1 0 0,-1 0 0,0 0 0,4 0 0,3 20 0,-5 140 0,-21 262 0,14-417 0,0 0 0,1 0 0,-1 1 0,1-1 0,0 0 0,0 0 0,1 0 0,-1 0 0,1 0 0,0 0 0,0 0 0,0 0 0,1 0 0,-1 0 0,1 0 0,0 0 0,0-1 0,0 1 0,0-1 0,1 0 0,0 1 0,-1-1 0,1 0 0,0-1 0,1 1 0,-1 0 0,0-1 0,1 0 0,-1 0 0,1 0 0,0 0 0,0 0 0,0-1 0,-1 0 0,1 0 0,1 0 0,-1 0 0,0 0 0,0-1 0,0 0 0,0 0 0,0 0 0,0 0 0,1-1 0,-1 0 0,0 0 0,2 0 0,12-9 0,-1-1 0,0 0 0,-1-2 0,0 1 0,-1-2 0,0 0 0,-2-1 0,1 0 0,-2-1 0,0-1 0,5-9 0,41-59-40,-4-3 0,-3-3 0,-5-1 0,14-45 40,-11-20 125,-51 196-90,-68 303-35,-133 685 0,201-1020 0,-75 239 0,71-233 0,0 0 0,-1 0 0,0 0 0,-1-1 0,0 0 0,-1 0 0,-1-1 0,0 0 0,0-1 0,-1 0 0,0-1 0,-1 0 0,0-1 0,0 0 0,-1-1 0,-2 1 0,11-6 0,-1 1 0,1-1 0,-1 0 0,0 0 0,0-1 0,0 0 0,0 0 0,0 0 0,0 0 0,0-1 0,0 0 0,0 0 0,0 0 0,0 0 0,0-1 0,0 0 0,0 0 0,0-1 0,0 1 0,0-1 0,0 0 0,1 0 0,-1 0 0,1-1 0,-1 0 0,1 0 0,0 0 0,0 0 0,1-1 0,-1 1 0,1-1 0,-1 0 0,1 0 0,0 0 0,1-1 0,-1 1 0,1-1 0,-2-3 0,-2-14 0,1-1 0,0 1 0,2-1 0,1 0 0,0 0 0,2 0 0,2-13 0,-2 25 0,0-40 0,2 1 0,3 1 0,2-1 0,2 1 0,2 0 0,2 1 0,2 0 0,21-42 0,-21 63-33,2 2 1,0 0-1,2 0 1,1 2-1,1 1 1,1 0-1,1 2 1,0 0-1,2 2 1,23-14 32,56-33-1039,-6 10-734</inkml:trace>
  <inkml:trace contextRef="#ctx0" brushRef="#br1" timeOffset="126116.162">1855 935 29902,'0'0'786,"0"0"-154,0 0 83,-7-14-104,-26-45-490,32 56-121,-1 0 0,0 0 0,0 0 0,0 0 0,0 0 0,-1 0 0,1 0 0,-1 1 0,0 0 0,1-1 0,-1 1 0,0 0 0,-1 0 0,1 1 0,0-1 0,0 0 0,-1 1 0,1 0 0,-1 0 0,1 0 0,-1 0 0,1 1 0,-1 0 0,1-1 0,-1 1 0,0 0 0,1 1 0,-1-1 0,0 0 0,1 1 0,-1 0 0,1 0 0,-1 0 0,1 1 0,0-1 0,0 1 0,-1-1 0,1 1 0,0 0 0,0 0 0,1 1 0,-1-1 0,0 1 0,1-1 0,-1 1 0,1 0 0,0 0 0,0 0 0,0 0 0,0 0 0,1 0 0,-1 1 0,1-1 0,0 0 0,-1 4 0,-3 5 0,1 0 0,1 0 0,0 1 0,1-1 0,0 1 0,0 0 0,2 0 0,0-1 0,0 1 0,1 0 0,0 0 0,1-1 0,3 7 0,-4-13 0,1 0 0,-1-1 0,2 1 0,-1-1 0,1 1 0,-1-1 0,1 0 0,1 0 0,-1 0 0,1 0 0,0-1 0,0 0 0,0 1 0,1-2 0,-1 1 0,1 0 0,0-1 0,0 0 0,0 0 0,1 0 0,-1-1 0,1 0 0,-1 0 0,1 0 0,0 0 0,0-1 0,-1 0 0,1-1 0,4 1 0,2-1-106,0-1 0,0-1 0,1 1 0,-1-2-1,0 0 1,-1 0 0,1-1 0,-1-1 0,1 0 0,-1 0 0,0-1 0,-1-1-1,0 1 1,4-5 106,21-11-2203</inkml:trace>
  <inkml:trace contextRef="#ctx0" brushRef="#br1" timeOffset="126378.071">1553 1485 25958,'0'0'4961,"0"0"-4481,0 0-280,0 0-64,0 0 112,-46 122-112,39-58-136,-2 5-8,-6 21-392,2-15-1105,0-17-3384</inkml:trace>
  <inkml:trace contextRef="#ctx0" brushRef="#br1" timeOffset="126610.516">1298 1740 29790,'0'0'1177,"0"0"-897,-8 154-64,8-82 336,4 0-88,18-11-224,6-14-192,5-19-48,5-20 0,1-8 0,3-14 0,-1-22 0,25-35 0,-9 8 0,-11 4-952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4:05.165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5620 2397 26062,'0'0'3784,"0"0"-3264,0 0 17,96 112-1,-50-73 48,4-1-200,-1-3-192,-5-1-136,-5-2-56,-8-3-32,-5-9-448,-11-8-648,-8-10-2937</inkml:trace>
  <inkml:trace contextRef="#ctx0" brushRef="#br0" timeOffset="249.716">5983 2404 26022,'0'0'4216,"0"0"-3439,-114 131-265,42-39-128,-16 25-232,-17 9-152,20-19-312,12-33-2153</inkml:trace>
  <inkml:trace contextRef="#ctx0" brushRef="#br0" timeOffset="-1794.199">3649 2144 26558,'0'0'4337,"0"0"-3945,0 0-160,0 0-80,0 0-72,29 109-80,-27-82-80,-4 9-664,-20-7-2785,-9-3-19860</inkml:trace>
  <inkml:trace contextRef="#ctx0" brushRef="#br0" timeOffset="-1523.401">3136 2706 15643,'0'0'11699,"0"0"-8780,0 0-2349,0 0-48,26 4-30,-13-2-432,11 1 28,1 0-1,0-1 1,0-1-1,0-2 1,0 0-1,0-2 1,2-1-88,48-12 101,195-23-33,-269 39-68,0-1 0,0 1 0,0 0-1,0 0 1,0 0 0,0 0 0,0 0 0,0 0 0,0 0 0,0 0 0,-1 0-1,1 0 1,0 0 0,0 1 0,0-1 0,0 0 0,0 1 0,0-1 0,0 1-1,0-1 1,0 1 0,-1-1 0,1 1 0,0 0 0,0-1 0,-1 1 0,1 0-1,0 0 1,-1-1 0,1 1 0,-1 0 0,1 0 0,-1 0 0,1 0-1,-1 0 1,0 0 0,1 0 0,-1 0 0,0 0 0,0 0 0,0-1 0,0 1-1,0 0 1,0 0 0,0 0 0,0 0 0,0 0 0,0 0 0,0 0 0,-1 0-1,1 0 1,0 0 0,-1 0 0,1 0 0,-1 0 0,-34 50-1,-50 25 30,-2-4-1,-77 46-28,-129 109-281,260-194-633,22-20-1898,9-11-6209</inkml:trace>
  <inkml:trace contextRef="#ctx0" brushRef="#br0" timeOffset="-1286.513">3680 2980 11602,'0'0'18036,"0"0"-17292,-27 119-31,8-56-257,-1 4-24,0 2-120,5 0-152,4-4-120,4-6-16,5-13-24,2-13-24,0-15-72,0-14-208,0-4-152,18-49-1057,4-5-3280,2-7-13715</inkml:trace>
  <inkml:trace contextRef="#ctx0" brushRef="#br0" timeOffset="-1071.107">3932 2866 11674,'0'0'17964,"0"0"-17099,-147 61-297,86-27-272,6-1-8,13 1-8,16-3-88,17-3-72,9-2-32,15-1-8,25-1 0,8-2-16,9-5-64,7-7-16,-1-6-328,21-6-296,-19-19-1321,-10-7-16155</inkml:trace>
  <inkml:trace contextRef="#ctx0" brushRef="#br0" timeOffset="-811.548">4344 2543 29750,'0'0'1489,"-11"165"-977,9-31-112,2 16 152,0 2-488,2-8-64,5-12 0,-7 3 0,0-31 0,2-29 0,-2-30 0,2-25 0,-2-10 0,2-10 0,-2-32 0,0-15-1288,0-12-1737</inkml:trace>
  <inkml:trace contextRef="#ctx0" brushRef="#br0" timeOffset="-563.845">4464 2975 25189,'0'0'5314,"0"0"-4706,0 0 40,123 84-416,-79-62-152,11-4-80,-11-6-464,-11-8-2481</inkml:trace>
  <inkml:trace contextRef="#ctx0" brushRef="#br0" timeOffset="-3625.567">21 1911 20644,'0'0'9770,"0"0"-9233,0 0-329,0 0 168,0 0 160,165 24-168,-73-26-152,4-14-136,-1-2-48,-12 5-32,-11 3 0,-17 6-24,-16 4-360,-23 0-720,-12 0-1937,-4 0-11386</inkml:trace>
  <inkml:trace contextRef="#ctx0" brushRef="#br0" timeOffset="-3311.52">208 1992 10082,'0'0'15972,"-10"26"-12053,-70 230-2619,39-62-848,10 1-1,8 2 0,7 20-451,16-202 5,-3 1 2,1 0 1,1 1-1,0-1 1,1 0-1,1 1 1,1-1-1,0 1 1,1-1-1,1 0 1,1 0-1,0-1 1,1 1-1,0-1 1,1 0-1,1-1 1,0 0-1,1 0 1,2 1-8,4-5 0,0 0 0,1-1 0,-1-1 0,2 0 0,-1-1 0,1-1 0,1-1 0,-1 0 0,0-1 0,1-1 0,0-1 0,0 0 0,0-1 0,0-1 0,0-1 0,0-1 0,11-2 0,-8 3 0,-2 0 5,-1-1 1,1-1-1,-1-1 0,0-1 1,0 0-1,0-1 0,-1-1 1,0 0-1,0-2 0,-1 0 1,0-1-1,0 0 1,7-8-6,61-62-4518,-54 42-10294</inkml:trace>
  <inkml:trace contextRef="#ctx0" brushRef="#br0" timeOffset="-2939.517">977 2361 22613,'0'0'6820,"0"0"-5081,0 0-1420,0 0-75,19-5 132,136-16 235,-145 21-610,0 0 1,0 1 0,0 0-1,0 1 1,0-1 0,0 2-1,0 0 1,-1 0 0,0 0-1,1 2 1,-1-1 0,0 1-1,-1 0 1,1 1 0,-1-1 0,0 2-1,-1-1 1,0 1 0,0 1-1,0-1 1,-1 1 0,0 0-1,0 0 1,-1 1 0,0 0-1,0 0 1,-1 2-2,-2 2 0,-1 0 0,-1 0 0,0 0 0,-1 0 0,-1 0 0,0 0 0,0 0 0,-2 0 0,1 0 0,-1-1 0,-1 0 0,-1 0 0,1 0 0,-2 0 0,0-1 0,0 0 0,-9 10 0,-9 9 0,-1-1 0,-1-1 0,-2-1 0,-1-2 0,-15 10 0,-92 45-781,137-80 710,-1 0 1,0 0-1,1 0 1,-1 0-1,1 0 1,-1 0-1,1 0 1,-1 0 0,0 0-1,1 0 1,-1 0-1,1-1 1,-1 1-1,1 0 1,-1 0-1,1-1 1,-1 1 0,1 0-1,-1-1 1,1 1-1,0 0 1,-1-1-1,1 1 1,-1 0 0,1-1-1,0 1 1,-1-1-1,1 1 1,0-1-1,0 1 1,-1-1-1,1 1 1,0-1 0,0 1-1,0-1 1,0 0-1,0 1 1,0-1-1,0 1 1,-1-1-1,2 1 1,-1-1 0,0 0-1,0 1 1,0-1-1,0 1 1,0-1-1,0 1 1,1-1 0,-1 1-1,0-1 1,0 1-1,1-1 71,-1-4-1772,2-29-12993</inkml:trace>
  <inkml:trace contextRef="#ctx0" brushRef="#br0" timeOffset="-2654.577">1814 2312 4889,'0'0'20334,"0"0"-15483,0 0-4136,-19 0-220,7 0-405,1 0-16,-1 0 0,1 0 0,0 1 0,0 1-1,0 0 1,0 0 0,1 1 0,-1 1 0,1-1 0,0 2 0,-5 2-74,-5 3 23,0 1 0,1 1 1,0 0-1,1 1 0,1 2 0,0-1 0,1 2 1,1 0-1,0 1 0,1 1 0,1 0 0,1 1 1,0 0-1,1 0 0,2 2 0,0-1 0,1 1 1,1 0-1,0 1 0,2 0 0,1 0 0,1 0 1,0 0-1,2 0 0,1 14-23,1-30 1,1 1-1,-1-1 1,1 0-1,1 0 1,-1 0-1,1 0 1,0 0-1,1 0 1,-1-1-1,1 1 1,0-1-1,1 0 1,-1 0-1,1-1 1,0 1 0,0-1-1,0 0 1,1 0-1,-1-1 1,1 0-1,0 0 1,0 0-1,0 0 1,0-1-1,4 1 0,171 21-166,67-45-2180,-141-6 724</inkml:trace>
  <inkml:trace contextRef="#ctx0" brushRef="#br0" timeOffset="-2290.119">2253 1978 29222,'0'0'1763,"0"0"-1256,0 0-363,0 0 99,28 0 121,170-4 5,-189 4-360,11-1-2,0 1 1,0 1-1,-1 0 1,1 2-1,0 0 0,0 1 1,-1 1-1,16 7-7,-32-9 3,-1 0 0,1 0-1,-1 0 1,0 1-1,0-1 1,0 1 0,-1-1-1,1 1 1,-1 0 0,0-1-1,0 1 1,0 0-1,-1 0 1,1 0 0,-1 0-1,0 0 1,0 0 0,0-1-1,-1 1 1,1 0-1,-1 0 1,0 0 0,0 1-3,-1 13 18,-38 396-10,34-275-80,7-83-73,-3 0 0,-3 1-1,-2-1 1,-2-1 0,-2 0 0,-3 0 0,-4 2 145,-2-18-3009</inkml:trace>
  <inkml:trace contextRef="#ctx0" brushRef="#br0" timeOffset="-2086.354">2104 3261 24021,'0'0'7346,"0"0"-6802,0 0-200,140 17-48,-63-17-120,41-17-176,-19-7-480,-12-4-1793</inkml:trace>
  <inkml:trace contextRef="#ctx0" brushRef="#br0" timeOffset="2024.429">7443 2010 5145,'0'0'18583,"0"0"-13345,0 0-4206,0 0-285,0 0-207,-6 12-26,-20 55-277,2 1 1,3 1-1,4 0 1,-3 31-238,-14 56 18,-77 303-18,103-390 0,72-154-871,-34 50-1307</inkml:trace>
  <inkml:trace contextRef="#ctx0" brushRef="#br0" timeOffset="2839.386">8191 2801 9242,'0'0'16718,"0"0"-12580,0 0-3480,0 0-301,0 0-122,0 0 18,-1 4-57,-20 29 110,19-68-234,19-42-56,-16 77-14,0 0 0,0 0 0,0 0 0,0 0 1,0 0-1,0 0 0,0 0 0,0 0 0,0 1 0,-1-1 0,1 0 0,0 1 1,0-1-1,0 1 0,0-1 0,-1 1 0,1-1 0,0 1 0,0 0 1,-1-1-1,1 1 0,-1 0 0,1 0 0,0-1 0,-1 1 0,1 0 1,-1 0-1,0 0 0,1 0 0,-1 0 0,0-1 0,1 1 0,-1 0 0,0 0 1,0 0-1,0 0 0,0 0 0,0 0 0,0 0 0,0 0 0,0 0 1,0 0-1,-1 0 0,1 0 0,0 0 0,0-1 0,-1 1 0,1 0 0,-1 0 1,1 0-1,-1 0 0,1-1 0,-1 1 0,1 0 0,-1 0 0,0-1 1,1 1-1,-1 0-2,0 3 20,-7 28 280,8-46-269,13-51-1124,-4 41-770</inkml:trace>
  <inkml:trace contextRef="#ctx0" brushRef="#br0" timeOffset="14138.074">18015 2675 22829,'0'0'6519,"0"0"-4763,0 0-1357,0 0-9,0 0 31,19-8-75,123-36-239,287 11-107,-341 29 0,-85-9-875,-16 4-1387</inkml:trace>
  <inkml:trace contextRef="#ctx0" brushRef="#br0" timeOffset="14904.419">19654 1970 21621,'0'0'7953,"0"0"-7040,0 0-569,0 0 88,163 8-8,-82-8-16,6 0-192,1-10-144,-5-1-40,-12 5-32,-19 4-144,-21 2-520,-18 0-1865,-13 0-16067</inkml:trace>
  <inkml:trace contextRef="#ctx0" brushRef="#br0" timeOffset="15252.946">19985 1978 19588,'0'0'7622,"0"0"-5056,-9 21-1889,-88 252 1002,49-115-1467,8 2-1,6 1 1,8 3-212,24-3 0,3-156 0,0 1 0,0-1 0,0 0 0,0-1 0,1 1 0,0 0 0,0 0 0,0-1 0,0 1 0,1-1 0,0 0 0,0 1 0,0-1 0,0 0 0,1-1 0,-1 1 0,1-1 0,0 0 0,0 0 0,1 0 0,-1 0 0,0-1 0,1 1 0,0-1 0,-1 0 0,1-1 0,0 1 0,2 0 0,21-1 0,0 0 0,-1-2 0,1-1 0,-1-1 0,1-1 0,-1-2 0,-1-1 0,1 0 0,-1-2 0,0-2 0,-1 0 0,0-1 0,-1-2 0,-1 0 0,3-4 0,107-98-2068,-103 78-2769</inkml:trace>
  <inkml:trace contextRef="#ctx0" brushRef="#br0" timeOffset="15585.001">20560 2197 29046,'0'0'1782,"0"0"-1178,0 0-213,0 0 76,29-1-79,191 1-299,-203 2-89,-1 1 0,0 1 0,0 0 0,0 1 0,0 1 0,-1 0 0,0 1 0,6 4 0,-16-8 0,-1 0 0,0-1 0,0 2 0,0-1 0,0 0 0,0 1 0,0 0 0,-1 0 0,0 0 0,0 0 0,0 0 0,0 1 0,-1-1 0,0 1 0,0-1 0,0 1 0,0 0 0,-1 0 0,0 0 0,0 0 0,0 0 0,0 0 0,-1 1 0,0-1 0,0 0 0,0 0 0,-1 0 0,-1 5 0,-4 4 0,-1-1 0,-1-1 0,0 1 0,0-1 0,-1 0 0,-1-1 0,0 0 0,0-1 0,-1 0 0,-1 0 0,0-2 0,0 1 0,0-1 0,-11 4 0,9-2 0,-9 6-49,0-1 0,0 0 1,-2-2-1,1-1 0,-2-1 0,0-1 1,-7 1 48,32-11-57,0 1 0,0-1 0,1 0-1,-1 0 1,0 0 0,1 0 0,-1 0 0,0 0 0,0 0 0,1 0 0,-1 0 0,0 0 0,1 0 0,-1 0 0,0 0 0,0 0 0,1-1 0,-1 1 0,0 0 0,1-1 0,-1 1 0,0 0 0,1-1 0,-1 1 0,1-1 0,-1 1 0,1-1 0,-1 1 0,1-1 0,-1 1 0,1-1 0,-1 0 0,1 1 0,0-1 0,-1 0 0,1 1 0,0-1 0,0 0 0,0 1 0,-1-1 0,1 0 0,0 1-1,0-1 1,0 0 0,0 0 0,0 1 0,0-1 0,0 0 0,0 0 0,0 1 0,1-2 57,11-39-8315,15-6-5765</inkml:trace>
  <inkml:trace contextRef="#ctx0" brushRef="#br0" timeOffset="15819.562">21336 2122 28750,'0'0'2361,"0"0"-1969,-117 58 304,60-21-144,0 6-536,7 7-16,8-1 0,16-2 0,13 1 0,13-5 0,7-5 0,28-7 0,13-5 0,15-8 0,45-14 0,-14-4-600,-6 0-1585</inkml:trace>
  <inkml:trace contextRef="#ctx0" brushRef="#br0" timeOffset="16195.746">21708 1710 30887,'0'0'712,"0"0"-440,0 0-57,0 0 103,20 0-16,347 34-241,-360-34-61,1 1 0,-1-1 0,0 1 0,0 1 0,0-1 0,0 1 0,0 0 0,0 1 0,-1 0 0,1 0 0,-1 0 0,0 1 0,0 0 0,0 0 0,0 0 0,-1 1 0,1 0 0,-1 0 0,0 0 0,-1 1 0,1-1 0,-1 1 0,0 0 0,-1 1 0,0-1 0,0 1 0,0-1 0,0 2 0,-1 43 0,-2-1 0,-3 1 0,-2 0 0,-1-1 0,-10 33 0,-3 23 0,-32 362 0,14-329-1198,20-115-1333</inkml:trace>
  <inkml:trace contextRef="#ctx0" brushRef="#br0" timeOffset="16446.392">21542 2975 27998,'0'0'3785,"0"0"-3425,0 0 168,0 0-432,162 2-96,-42-18 0,-1-2 0,32-14 0,-39 7-1016,-33 1-2241</inkml:trace>
  <inkml:trace contextRef="#ctx0" brushRef="#br0" timeOffset="16627.087">22914 2166 29654,'0'0'2321,"0"0"-2097,0 0 128,0 0-136,0 0-216,0 0 0,112 69 0,-99-49 0,-13 9-1064,-24-1-617,-9-7-5112</inkml:trace>
  <inkml:trace contextRef="#ctx0" brushRef="#br0" timeOffset="16886.392">22508 2527 12283,'0'0'15290,"0"0"-11715,0 0-3124,0 0 37,19 1-33,147-12-230,-149 7-227,28-7-3,0 2 0,0 2 0,1 1 0,0 3 0,9 2 5,-53 2-7,0-1 1,0 1-1,0 0 0,-1 0 0,1-1 0,0 1 0,0 1 0,-1-1 1,1 0-1,-1 0 0,1 1 0,-1-1 0,1 0 0,-1 1 0,0 0 0,0-1 1,0 1-1,0 0 0,0-1 0,0 1 0,0 0 0,-1 0 0,1 0 1,0 0-1,-1 0 0,0 0 0,1 0 0,-1 0 0,0 0 0,0 0 1,0 0-1,0 0 0,-1 0 0,1 0 0,-1 0 0,1 0 0,-1 0 0,1-1 1,-1 1-1,0 0 0,0 0 0,0 0 0,0-1 0,0 1 0,0-1 1,-1 1-1,1-1 0,0 1 0,-1-1 0,1 0 0,-1 1 0,0-1 0,1 0 1,-2 0 6,-26 26 4,-1-1 1,-1-2 0,-1-1 0,-1-1-1,-30 14-4,-16 11 6,42-24-45,-29 17-701,2 3-1,2 2 1,1 3-1,-30 34 741,95-85-5223,3 0 1611,6-4 147,18-15-1430</inkml:trace>
  <inkml:trace contextRef="#ctx0" brushRef="#br0" timeOffset="17155.281">22975 2787 26638,'0'0'3921,"0"0"-3345,-39 164 144,15-87-32,4 2-464,2 0-224,3-6 0,6-10 0,5-12 0,4-15 0,0-21 0,15-15 0,12-4-248,25-57-792,-6 4-801,-2-6-5504</inkml:trace>
  <inkml:trace contextRef="#ctx0" brushRef="#br0" timeOffset="17439.844">23326 2738 19428,'0'0'5097,"0"0"136,0 0-4633,-138 20 25,98 1-113,10 7-56,10 3-208,13 1-120,7 0-24,0-1 64,22-3-48,9-5-72,8-1-48,10-4-8,5-2-272,43-5-40,-16-3-344,-6-8-2113</inkml:trace>
  <inkml:trace contextRef="#ctx0" brushRef="#br0" timeOffset="17722.258">23784 2347 15187,'0'0'10863,"0"0"-6657,-5 18-3349,-27 168 386,29-155-1158,-13 191 78,-10-1 0,-47 180-163,13-146-172,60-286-891,0-11-983</inkml:trace>
  <inkml:trace contextRef="#ctx0" brushRef="#br0" timeOffset="17974.206">23775 2884 23917,'0'0'6730,"0"0"-5586,125 18-480,-50 9-352,4 7-312,6-1 0,-4 1 0,-4-5 0,-11-3 0,-12 0 0,-16-9 0,-19-7-1912</inkml:trace>
  <inkml:trace contextRef="#ctx0" brushRef="#br0" timeOffset="25580.266">7388 3527 2433,'0'0'22368,"0"0"-18701,0 0-2358,0 0-810,0 0-90,0 0 37,-14 18-18,-101 112 308,-191 107-549,295-229-187,1 0 1,-1 0 0,2 1-1,-1 1 1,1 0-1,1 0 1,0 1 0,0 0-1,1 0 1,0 0 0,1 1-1,1 0 1,0 1-1,0-1 1,1 1 0,1 0-1,0 0 1,1 0 0,0 0-1,1 1 1,0 1-1,3-11 0,-1 0 0,1 0 1,0-1-1,0 1 0,0 0 0,0-1 0,1 0 0,-1 1 1,1-1-1,0 0 0,0 0 0,0 0 0,1-1 1,-1 1-1,0-1 0,1 0 0,0 0 0,0 0 1,-1 0-1,1-1 0,0 1 0,0-1 0,0 0 0,1 0 1,0-1-1,109 13 12,99-31 4,16-53-8,-228 69-1,0 1-1,0-1 0,1 0 1,-1 0-1,0 0 0,-1 0 1,1 0-1,0 0 0,-1-1 0,1 1 1,-1 0-1,1 0 0,-1 0 1,0-1-1,0 1 0,0 0 1,0 0-1,-1 0 0,1-1 1,-1 1-1,1 0 0,-1 0 1,0 0-1,1 0 0,-1 0 1,0 0-1,0 0 0,-1 0 1,1 0-1,0 0 0,-1 1 0,1-1 1,-1 1-1,1-1 0,-1 1 1,0-1-1,0 1 0,0 0 1,0-1-7,-5-7-16,-20-29 16,3-1 0,0-2 0,3 0 0,2-2 0,-11-34 0,18 11-227,12 38-5673,0 18-11946</inkml:trace>
  <inkml:trace contextRef="#ctx0" brushRef="#br0" timeOffset="3762.961">8969 2637 29374,'0'0'787,"0"0"-65,0 0-165,18-5 1,-14 4-532,12-3 54,0 0 0,0-1 0,-1-1 0,0-1 0,0 0 0,-1-1 0,1-1 0,8-7-80,44-42 26,-2-2 0,-3-4-1,-3-2 1,-1-4-26,-58 71 0,0-1 0,0 0 0,0 0 0,1 1 0,-1-1 0,0 0 0,0 0 0,0 1 0,0-1 0,0 0 0,1 0 0,-1 1 0,0-1 0,0 0 0,1 0 0,-1 0 0,0 0 0,0 1 0,1-1 0,-1 0 0,0 0 0,0 0 0,1 0 0,-1 0 0,0 0 0,0 0 0,1 0 0,-1 0 0,0 0 0,1 0 0,-1 0 0,0 0 0,0 0 0,1 0 0,-1 0 0,0 0 0,1 0 0,-1 0 0,0 0 0,0 0 0,1 0 0,-1-1 0,0 1 0,1 0 0,-2 3 0,-48 252 0,42-29 0,8-221 0,-1 0 0,1 0 0,1-1 0,-1 1 0,1 0 0,0-1 0,0 1 0,0-1 0,0 1 0,1-1 0,0 0 0,0 0 0,0 0 0,0 0 0,1-1 0,-1 1 0,1-1 0,0 0 0,0 0 0,0-1 0,0 1 0,1-1 0,-1 0 0,1 0 0,0 0 0,-1 0 0,1-1 0,0 0 0,0 0 0,0 0 0,0-1 0,0 1 0,0-1 0,0 0 0,0-1 0,-1 1 0,1-1 0,0 0 0,0-1 0,0 1 0,-1-1 0,1 1 0,0-1 0,-1-1 0,4-2 0,17-13 0,-1-1 0,-1-2 0,-1 0 0,-1-1 0,-1-2 0,0 0 0,-2-1 0,-1 0 0,9-21 0,-3 12 0,-1-1 0,-2-1 0,-1-1 0,-3 0 0,0-2 0,-3 1 0,-1-2 0,-2 0 0,2-20 0,-12 177 0,-38 478 0,31-500 0,-5-1 0,-4 0 0,-4-1 0,-4-1 0,-4-1 0,-30 65 0,52-140 0,-1-1 0,0-1 0,-1 1 0,0-1 0,-1-1 0,-1 1 0,0-2 0,-1 1 0,0-1 0,-1-1 0,0 0 0,-1-1 0,0 0 0,0-1 0,-1 0 0,0-2 0,-1 1 0,-5 0 0,16-7 0,0 0 0,0-1 0,0 0 0,0 0 0,0 0 0,0 0 0,0-1 0,0 1 0,0-1 0,0 0 0,0-1 0,1 1 0,-1 0 0,0-1 0,1 0 0,-1 0 0,1 0 0,-1 0 0,1-1 0,0 1 0,0-1 0,0 0 0,0 0 0,1 0 0,-1 0 0,1-1 0,0 1 0,0 0 0,0-1 0,0 0 0,1 1 0,-1-1 0,1 0 0,0 0 0,0 0 0,0 0 0,1 0 0,-1 0 0,-7-161 0,12 135 9,0 1-1,2 0 1,2 1 0,0 0-1,2 0 1,1 1 0,1 0 0,1 1-1,2 0 1,0 1 0,2 1-1,15-18-8,17-15-323,2 2-1,3 2 1,2 2-1,33-21 324,-17 17-1862,5-5-3877,-37 30 910,39-31-4956</inkml:trace>
  <inkml:trace contextRef="#ctx0" brushRef="#br0" timeOffset="4028.989">10503 2710 26222,'0'0'4641,"0"0"-4057,0 0 104,-11 142-152,7-100-440,2-7-96,2-3 0,0-3 0,0-7-272,-3-8-2729</inkml:trace>
  <inkml:trace contextRef="#ctx0" brushRef="#br0" timeOffset="4752.095">10867 2588 23285,'0'0'5795,"0"0"-3970,0 0-1245,0 0-54,21-7-75,143-67-146,-127 50-305,-2-1 0,-1-2 0,-1-2 0,-1-1 0,-2-1 0,-1-2 0,-1 0 0,-2-2 0,20-37 0,-39 55 0,-20 43 0,-11 29 0,3 2 0,2 0 0,3 1 0,2 0 0,3 1 0,-3 56 0,12-108 0,1 1 0,0-1 0,0 1 0,1-1 0,0 1 0,0 0 0,1-1 0,0 1 0,0 0 0,1-1 0,0 0 0,0 1 0,1-1 0,0 0 0,0 0 0,1 0 0,-1-1 0,1 1 0,1-1 0,0 0 0,-1 0 0,2 0 0,-1-1 0,1 0 0,0 0 0,0 0 0,0-1 0,0 0 0,1 0 0,0 0 0,0-1 0,0 0 0,7 2 0,-5-4 0,0-1 0,0 0 0,0 0 0,0-1 0,0 0 0,0 0 0,0-1 0,0 0 0,-1 0 0,1-1 0,-1-1 0,0 1 0,0-1 0,0-1 0,0 1 0,0-2 0,-1 1 0,0-1 0,0 0 0,-1 0 0,3-3 0,113-157 0,-99 127 0,-1 0 0,-2-2 0,-1-1 0,-3 0 0,-1-1 0,-2 0 0,-2-1 0,-3-1 0,1-9 0,-16 227 0,-5 77 0,7-76 0,-8 0 0,-7-1 0,-29 108 0,33-211 0,-4-1 0,-2-1 0,-3 0 0,-18 29 0,42-93 0,0-1 0,0 1 0,-1 0 0,0 0 0,0-1 0,0 1 0,0-1 0,-1 0 0,1 0 0,-1 0 0,0 0 0,0 0 0,0 0 0,0-1 0,0 1 0,-1-1 0,1 0 0,-1 0 0,1 0 0,-1-1 0,0 1 0,1-1 0,-1 0 0,0 0 0,0 0 0,0-1 0,0 1 0,0-1 0,0 0 0,0 0 0,0 0 0,0-1 0,0 1 0,0-1 0,0 0 0,0 0 0,0-1 0,0 1 0,-4-11 0,1 0 0,0 0 0,1 0 0,0-1 0,1 1 0,1-1 0,0-1 0,1 1 0,0-1 0,1 1 0,0-10 0,0 16 0,-4-22 0,1-1 0,1-1 0,2 1 0,0 0 0,3-1 0,0 1 0,2 0 0,1 0 0,2 0 0,0 0 0,2 1 0,2 0 0,0 1 0,2 0 0,13-23 0,0 16 76,1 2 0,2 1-1,1 1 1,2 1 0,1 2 0,17-11-76,60-45-2653,-44 35-2065,-2 0-3312,-2-2-2629</inkml:trace>
  <inkml:trace contextRef="#ctx0" brushRef="#br0" timeOffset="5001.451">12443 2675 28726,'0'0'1909,"0"0"-997,0 0-347,11 18-149,80 116-177,-89-132-244,0 1-1,-1 0 1,0-1 0,1 1 0,-1 0-1,0 0 1,0 0 0,-1 0 0,1 0-1,-1 0 1,1 0 0,-1 0 0,0 1-1,0-1 1,-1 0 0,1 0-1,0 0 1,-1 0 0,0 0 0,0 0-1,0 0 1,0 0 0,0 0 0,-1-1-1,1 1 1,-1 0 0,1-1 0,-1 1-1,0-1 1,0 1 0,-1-1 0,-1 2 4,-89 57-707,76-52 586,-78 48 74,95-57 56,-1 1 0,1 0 0,0 0 0,0-1 0,-1 1 0,1 0 0,0 0 0,0 0 0,0 0 0,0-1 0,0 1 0,0 0 0,0 0 0,0 0-1,0 0 1,0 0 0,1-1 0,-1 1 0,0 0 0,0 0 0,1 0 0,-1-1 0,1 1 0,-1 0 0,1-1 0,-1 1 0,1 0 0,-1-1 0,1 1 0,-1 0 0,1-1 0,0 1 0,0-1 0,-1 1 0,1-1 0,0 0 0,-1 1 0,1-1 0,0 0-1,0 1 1,0-1 0,0 0 0,-1 0 0,1 0 0,0 0 0,0 0 0,0 0 0,0 0 0,-1 0 0,1 0 0,0 0 0,0 0 0,0 0 0,0-1 0,-1 1 0,1 0 0,0-1 0,0 1 0,-1 0 0,1-1 0,0 1 0,0-1 0,-1 1-1,1-1 1,-1 0 0,1 1 0,0-1 0,-1 0-8,6 1-3,14 0-123,0-2 0,0-1 0,0 0 1,0-1-1,-1-1 0,0-1 1,0-1-1,1-1 126,38-15-2430</inkml:trace>
  <inkml:trace contextRef="#ctx0" brushRef="#br0" timeOffset="5282.613">13414 2592 22117,'0'0'9162,"0"0"-8674,0 0 16,0 0-288,0 0 24,0 0-224,153 37-16,-98-45-608,-13-9-1313,-7-5-11521</inkml:trace>
  <inkml:trace contextRef="#ctx0" brushRef="#br0" timeOffset="5531.669">13991 2535 2256,'0'0'26710,"0"0"-25734,0 0-63,0 0-601,114 9-312,-77-9-56,-9 0-1137,-4 0-8185</inkml:trace>
  <inkml:trace contextRef="#ctx0" brushRef="#br0" timeOffset="6269.625">14545 2625 21981,'0'0'7077,"0"0"-5210,0 0-1261,24-3-141,-5 0-368,0 1-8,0-1 0,1-1 1,-1-1-1,0 0 0,-1-2 0,0 0 1,12-6-90,30-23 8,0-3 0,-3-2 0,-2-3 1,-1-2-1,-3-3 0,12-16-8,-63 65 0,0 0 0,0 1 0,-1-1 0,1 0 0,0 0 0,-1 1 0,1-1 0,0 0 0,0 1 0,0-1 0,-1 0 0,1 1 0,0-1 0,0 0 0,0 1 0,0-1 0,0 0 0,0 1 0,-1-1 0,1 0 0,0 1 0,0-1 0,0 1 0,0-1 0,0 0 0,1 1 0,-1-1 0,0 1 0,0-1 0,0 0 0,0 1 0,0-1 0,0 0 0,1 1 0,-1-1 0,0 0 0,0 1 0,0-1 0,1 0 0,-1 0 0,0 1 0,1-1 0,-1 0 0,0 0 0,0 1 0,1-1 0,-1 0 0,0 0 0,1 0 0,-1 0 0,1 1 0,-1-1 0,0 0 0,1 0 0,-1 0 0,0 0 0,1 0 0,-1 0 0,1 0 0,-1 0 0,0 0 0,1 0 0,-1 0 0,0 0 0,1 0 0,-1-1 0,1 1 0,-1 0 0,-47 168 0,43-157 0,0 1 0,1 0 0,1 0 0,0 0 0,1 0 0,0 0 0,1 0 0,0 0 0,1 1 0,0-1 0,1 0 0,0 0 0,1-1 0,0 1 0,1 0 0,1-1 0,0 0 0,0 0 0,1 0 0,0-1 0,1 0 0,4 5 0,-3-12 0,1 0 0,0 0 0,0-1 0,0 0 0,1 0 0,-1-1 0,1 0 0,-1-1 0,0 0 0,1 0 0,-1-1 0,0 0 0,1-1 0,-1 0 0,0-1 0,0 0 0,0 0 0,-1-1 0,1 0 0,-1 0 0,0-1 0,0 0 0,0 0 0,-1-1 0,1 0 0,-1-1 0,1-2 0,27-19 0,-1-1 0,-2-2 0,-1-2 0,-2-1 0,-1 0 0,-1-3 0,-2 0 0,-2-1 0,15-36 0,-11-45 0,-36 138 0,-12 318 0,-102 873 0,115-1149 0,6-32 0,-1 0 0,-1 0 0,-2 0 0,-1 0 0,-1-1 0,-2 0 0,-11 23 0,20-48 0,0 0 0,0-1 0,-1 0 0,1 1 0,-1-1 0,1 0 0,-1 0 0,0 0 0,0 0 0,0 0 0,0 0 0,0 0 0,0-1 0,0 1 0,-1-1 0,1 1 0,-1-1 0,1 0 0,-1 0 0,1 0 0,-1 0 0,0-1 0,1 1 0,-1-1 0,0 0 0,0 1 0,1-1 0,-1 0 0,0-1 0,0 1 0,1 0 0,-1-1 0,0 0 0,1 1 0,-1-1 0,1 0 0,-1 0 0,1-1 0,-1 1 0,1 0 0,0-1 0,-1 1 0,1-1 0,-1-1 0,-10-15 0,0-1 0,1 0 0,1-1 0,1 0 0,1-1 0,1 0 0,1 0 0,1-1 0,0 0 0,2 0 0,0 0 0,1-8 0,-1 7 0,0-1 0,1 1 0,1-1 0,2 1 0,0-1 0,1 0 0,2 1 0,0-1 0,2 1 0,0 0 0,2 0 0,0 1 0,2 0 0,0 0 0,11-17 0,17-10-23,2 1 0,2 3 0,2 1 0,2 2 0,24-16 23,21-18-972,-7 10-1710</inkml:trace>
  <inkml:trace contextRef="#ctx0" brushRef="#br0" timeOffset="6623.541">16373 2756 25309,'0'0'5279,"0"0"-3644,-10 23-1174,-33 79-378,36-86-83,1 0 0,1 0 0,1 1 0,0 0 0,1 0 0,1 0 0,1 1 0,0-1 0,2 8 0,-1-23 0,0-1 0,0 1 0,0-1 0,0 1 0,0-1 0,0 0 0,1 1 0,-1-1 0,1 1 0,-1-1 0,1 0 0,-1 1 0,1-1 0,0 0 0,0 0 0,-1 0 0,1 1 0,0-1 0,0 0 0,0 0 0,0 0 0,0 0 0,1-1 0,-1 1 0,0 0 0,0 0 0,1-1 0,-1 1 0,0-1 0,1 1 0,-1-1 0,0 1 0,1-1 0,-1 0 0,1 0 0,-1 0 0,1 0 0,-1 0 0,1 0 0,-1 0 0,0 0 0,1 0 0,-1-1 0,1 1 0,60-27 0,145-201 0,-205 226 0,-1 1 0,0-1 0,1 1 0,-1-1 0,1 1 0,-1 0 0,1-1 0,-1 1 0,1 0 0,0 0 0,0 0 0,0 1 0,-1-1 0,1 0 0,0 1 0,0-1 0,0 1 0,0 0 0,0-1 0,0 1 0,0 0 0,0 0 0,0 0 0,0 1 0,0-1 0,0 0 0,0 1 0,0-1 0,0 1 0,0 0 0,0 0 0,0-1 0,-1 1 0,1 0 0,0 1 0,-1-1 0,1 0 0,-1 0 0,1 1 0,-1-1 0,1 1 0,0 1 0,61 154 0,-55-122-38,-7-19-2321,-1-12-4822</inkml:trace>
  <inkml:trace contextRef="#ctx0" brushRef="#br0" timeOffset="9790.733">9000 4677 23525,'0'0'5467,"0"0"-3779,0 0-1112,0 0-151,0 0-90,26-18 41,-11 6-315,9-5-16,0 1 0,1 1-1,0 0 1,2 2-1,-1 2 1,1 0 0,14-3-45,83-11 0,0 6 0,2 5 0,-1 5 1,1 6-1,10 6 0,257-12 0,106-36 0,-119 8 0,127 13 0,1 24 0,-143 73 0,-153-9 0,-177-62-1202,-27-2-1556,0 0-11982</inkml:trace>
  <inkml:trace contextRef="#ctx0" brushRef="#br0" timeOffset="29687.84">9697 4316 7706,'0'0'6254,"0"0"4926,0 0-7773,0 0-2557,0 0-251,0 0-46,8 16-54,-3-5-417,-4-7-57,1 0 0,0 0 1,0 0-1,0 0 0,0 0 0,1 0 0,-1 0 1,1-1-1,0 1 0,0-1 0,0 0 0,0 0 1,1 0-1,-1 0 0,1-1 0,0 1 1,0-1-1,0 0 0,0 0 0,0-1 0,0 1 1,1-1-1,-1 0 0,0 0 0,1 0 0,4 0-25,167-3 404,0-8 0,44-13-404,-63 7 137,449-30-100,136 25-37,176 1 0,-603 2 0,0 13 0,170 24 0,-99 11 0,74-16 0,721-12 0,-1106 0 0,-1-3 0,0-3 0,0-4 0,0-3 0,-1-3 0,13-7 0,-27-19 0,-58 38 0,0 1 0,0-1 0,-1 1 0,1 0 0,-1-1 0,1 0 0,-1 1 0,0-1 0,0 1 0,1-1 0,-1 1 0,0-1 0,0 0 0,-1 1 0,1-1 0,0 1 0,0-1 0,-1 1 0,1-1 0,-1 1 0,1-1 0,-1 1 0,0-1 0,0 1 0,1 0 0,-1-1 0,0 1 0,0 0 0,0 0 0,-1 0 0,1 0 0,0 0 0,0 0 0,-1 0 0,1 0 0,0 0 0,-1 0 0,1 1 0,-1-1 0,1 0 0,-1 1 0,1 0 0,-1-1 0,1 1 0,-1 0 0,1 0 0,-160-45-1056,76 27-2241</inkml:trace>
  <inkml:trace contextRef="#ctx0" brushRef="#br0" timeOffset="93232.262">927 4608 26942,'0'0'1079,"0"0"-200,0 0-189,-21-3-71,-139-13 781,111 9-267,96-11-1108,148-14-25,0 9 0,2 8 0,0 9 0,19 9 0,-140-2 0,992 1 0,57 67 0,80-22 0,-914-33 0,-1-12 0,1-12 0,78-22 0,-180 9 0,845-78 0,586 24 0,-172 38 0,-1162 37 0,998-57 0,-432 11 0,654-3 0,1538 16 0,-2728 37 0,862 48 0,-367-6 0,1779 2 0,-1691 5 0,-828-42 0,-72-8-2,1-1 0,0 0 0,-1 0 1,1 0-1,-1 1 0,1-1 0,0 0 0,-1 1 0,1-1 1,0 0-1,0 1 0,-1-1 0,1 0 0,0 1 0,0-1 1,-1 0-1,1 1 0,0-1 0,0 1 0,0-1 0,0 0 0,-1 1 1,1-1-1,0 1 0,0-1 0,0 1 0,0-1 0,0 0 1,0 1-1,0-1 0,0 1 0,1-1 0,-1 1 0,0-1 1,0 0-1,0 1 0,0-1 0,0 1 0,1-1 0,-1 0 0,0 1 1,0-1-1,1 0 0,-1 1 0,0-1 0,1 0 0,-1 1 1,0-1-1,1 0 0,-1 0 0,0 1 0,1-1 0,-1 0 1,1 0-1,-1 0 0,0 1 0,1-1 0,-1 0 0,1 0 1,-1 0-1,1 0 0,-1 0 2,-38 15-1276,-11-4-2695</inkml:trace>
  <inkml:trace contextRef="#ctx0" brushRef="#br1" timeOffset="104457.561">19010 1996 24997,'0'0'3142,"-9"18"-1735,-99 240 267,37-37-1341,9 3-1,-19 159-332,80-373 69,-7 42-591,28-69-1525,0-19-972</inkml:trace>
  <inkml:trace contextRef="#ctx0" brushRef="#br1" timeOffset="104707.714">19139 2355 28326,'0'0'1144,"0"0"-111,0 0-489,86 130-120,-58-80-96,1-3-184,-3-2-96,-2-7-48,-2-9-24,11-19-320,-7-8-816,-2-2-1337</inkml:trace>
  <inkml:trace contextRef="#ctx0" brushRef="#br1" timeOffset="104959.289">19560 2182 29438,'0'0'960,"-164"132"-447,24 18-345,8-10-168,20-10-761</inkml:trace>
  <inkml:trace contextRef="#ctx0" brushRef="#br1" timeOffset="114330.913">6654 471 19500,'0'0'8689,"0"0"-6365,-9 18-1808,-28 56-105,38-74-395,0-1 1,0 1-1,0-1 0,1 1 1,-1-1-1,0 1 0,0 0 1,0-1-1,0 1 0,1 0 1,-1 0-1,0 0 0,0 0 0,0 0 1,1 0-1,-1 0 0,0 1 1,0-1-1,0 0 0,1 1 1,-1-1-1,0 0 0,0 1 1,0 0-1,0-1 0,0 1 1,0 0-1,0-1 0,0 1 1,0 0-1,0 0 0,-1 0 0,1 0 1,0 0-1,-1 0 0,1 0 1,0 0-1,-1 0 0,1 0 1,-1 0-1,1 0 0,-1 0 1,0 1-1,0-1 0,1 0 1,-1 0-1,0 0 0,0 1 1,0-1-1,0 0 0,0 0 0,-1 0 1,1 1-1,0-1 0,0 0 1,-1 0-1,1 0 0,-1 0 1,1 0-1,-1 0 0,1 1 1,-1-1-1,0-1 0,0 1 1,1 0-1,-1 0 0,-1 1-16,7-3 3,19-7 22,1-1 0,-2-1 0,1-1-1,-1-2 1,-1 0 0,0-1 0,-1-1-1,-1-1 1,13-13-25,-9 10 8,32-24-8,-1-3 0,-2-2 0,-3-3 0,-1-1 0,-3-3 0,-3-1 0,10-21 0,-42 55 0,-21 41 0,-4 7 0,0 1 0,2 0 0,1 0 0,1 1 0,2 1 0,0 0 0,2 0 0,2 0 0,0 0 0,2 1 0,1 0 0,2 14 0,0-39 0,1 0 0,-1-1 0,1 1 0,0-1 0,1 1 0,-1-1 0,1 0 0,-1 0 0,1 0 0,1 0 0,-1-1 0,0 1 0,1-1 0,0 0 0,-1 0 0,1 0 0,1 0 0,-1-1 0,0 0 0,1 0 0,-1 0 0,1 0 0,-1-1 0,1 1 0,0-1 0,0 0 0,-1-1 0,1 1 0,0-1 0,0 0 0,0 0 0,0-1 0,0 1 0,-1-1 0,1 0 0,0-1 0,-1 1 0,1-1 0,0 0 0,-1 0 0,0 0 0,1 0 0,-1-1 0,0 0 0,0 0 0,22-18 0,-1 0 0,-1-2 0,-1-1 0,-1 0 0,-1-2 0,-1 0 0,-2-1 0,-1-2 0,-1 1 0,5-15 0,41-97 0,-137 428 0,-23 199 0,10-33 0,83-438 0,-1 0 0,0 0 0,-1-1 0,-1 0 0,0 0 0,-1 0 0,-1-1 0,-6 7 0,13-17 0,-1 1 0,0-1 0,-1 1 0,1-1 0,-1-1 0,1 1 0,-1 0 0,0-1 0,-1 0 0,1-1 0,0 1 0,-1-1 0,0 0 0,1 0 0,-1 0 0,0-1 0,0 0 0,0 0 0,0-1 0,0 0 0,0 0 0,0 0 0,0 0 0,-5-2 0,4-2 0,1-1 0,0 0 0,0 1 0,1-2 0,0 1 0,0-1 0,0 0 0,0 0 0,1 0 0,0-1 0,0 1 0,1-1 0,0 0 0,0 0 0,0 0 0,1-1 0,0 1 0,1-1 0,0 1 0,0-1 0,0 1 0,1-1 0,0 0 0,0 1 0,1-1 0,1 0 0,-4-23 0,2 0 0,1 1 0,1-1 0,2 1 0,1-1 0,7-22 0,-3 23-5,1 2 0,2-1 1,1 2-1,1-1 0,1 2 0,1 0 1,1 1-1,2 1 0,0 0 0,2 1 0,0 2 1,20-16 4,148-89-1631,-102 79-898</inkml:trace>
  <inkml:trace contextRef="#ctx0" brushRef="#br1" timeOffset="114641.16">8125 862 29998,'0'0'999,"0"0"-603,-6-17-217,-27-112 106,32 126-280,-18-70-12,19 71-1,-1 0 1,1 1-1,-1-1 1,0 1-1,0-1 0,0 0 1,1 1-1,-1 0 0,0-1 1,-1 1-1,1 0 1,0-1-1,0 1 0,-1 0 1,1 0-1,0 0 1,-1 0-1,1 0 0,-1 0 1,0 0-1,1 1 1,-1-1-1,1 1 0,-1-1 1,0 1-1,0-1 1,1 1-1,-1 0 0,0 0 1,0 0-1,1 0 1,-1 0-1,0 0 0,0 1 1,1-1-1,-1 0 1,0 1-1,1-1 0,-1 1 1,-1 1 7,-5 4-9,0 1 1,1 0-1,-1 0 1,1 1 0,1 0-1,0 1 1,0-1-1,1 1 1,0 0 0,0 1-1,1-1 1,0 1-1,-2 9 9,-1-1 14,0 0 0,2 0-1,0 0 1,1 0 0,1 1 0,1 0-1,0-1 1,1 1 0,2 0-1,0 0 1,0 0 0,2-1-1,0 1 1,2-1 0,2 7-14,-3-19-27,0 0 1,0 0 0,1 0-1,0 0 1,1-1 0,-1 0-1,1 0 1,0 0 0,0-1-1,0 0 1,1 0 0,-1-1-1,1 1 1,0-1 0,0-1-1,0 1 1,1-1-1,-1-1 1,0 1 0,1-1-1,-1-1 1,1 1 0,0-1-1,-1-1 1,1 1 0,-1-1-1,0 0 1,1-1 0,5-1 26,29-11-1725</inkml:trace>
  <inkml:trace contextRef="#ctx0" brushRef="#br1" timeOffset="114923.996">7947 1446 27526,'0'0'2584,"0"0"-1887,0 0-217,-52 122-72,39-73-120,2 7-224,0 3-64,2 20-448,2-12-825,3-20-1639</inkml:trace>
  <inkml:trace contextRef="#ctx0" brushRef="#br1" timeOffset="115172.542">7689 1607 27246,'0'0'3104,"0"0"-2647,0 0-33,17 135 136,1-82-96,2 0-240,4-6-96,4-11-64,5-16 32,9-18-96,8-4 0,7-34 0,4-15 0,5-10 0,18-36 0,-17 14-696,-12 8-5313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6:04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29966,'0'0'1177,"0"0"-945,0 0-40,0 0 208,154-2 0,-106 5-96,-2 13-208,-6 6-96,-8 6 0,-18 29-192,-14-8-568,0-2-1561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6:30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27526,'0'0'1424,"0"0"-393,0 0-291,0 0-216,0 0-149,4 2-60,19 4-197,0-1 1,0-1-1,1 0 0,0-2 1,-1-1-1,1-1 0,2-1-118,8 1 4,876 1-177,-845-1-694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6:34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24933,'0'0'5257,"0"0"-4672,0 0-401,0 0 272,0 0 136,169 55-136,-44-55-152,-2 0-304,-9 0 0,-18-8 0,-26 2 0,24-1 0,-10-1-80,-25 0-1640</inkml:trace>
  <inkml:trace contextRef="#ctx0" brushRef="#br0" timeOffset="332.67">357 234 30246,'0'0'785,"-7"27"-276,-51 244 441,25 83-812,15 1 1,16 24-139,2-365 0,0 0 0,1 0 0,0 0 0,2 0 0,-1 0 0,2-1 0,-1 1 0,2-1 0,0 0 0,1 0 0,0-1 0,1 0 0,0 0 0,5 7 0,-7-16 0,-1 0 0,1-1 0,-1 0 0,1 1 0,0-1 0,0-1 0,0 1 0,0-1 0,0 0 0,0 0 0,0 0 0,0-1 0,0 0 0,1 0 0,-1 0 0,0 0 0,0-1 0,0 0 0,0 0 0,0-1 0,0 1 0,0-1 0,0 0 0,0 0 0,-1-1 0,1 1 0,-1-1 0,0 0 0,0 0 0,1-1 0,31-23-117,-1-2 0,-2-1-1,-1-2 1,-1-1 0,-2-2 0,-2 0-1,0-2 1,-3-1 0,-1-1 0,-2-1-1,8-24 118,10-27-2159</inkml:trace>
  <inkml:trace contextRef="#ctx0" brushRef="#br0" timeOffset="583.43">1057 490 30078,'0'0'1217,"0"0"-665,63 120 16,-23-53-216,6 10-352,4 6 0,3 0 0,-3-2 0,-2-4 0,-4-6 0,-4-10 0,-8-8 0,-5-9 0,-5-11 0,-7-11 0,-2-22-72,-2 0-1320,-4-14-1929</inkml:trace>
  <inkml:trace contextRef="#ctx0" brushRef="#br0" timeOffset="818.263">1675 563 30823,'0'0'824,"0"0"-296,-163 144-56,82-65-352,-4 8-120,10 3 0,14 21 0,19-22-776,23-26-3385</inkml:trace>
  <inkml:trace contextRef="#ctx0" brushRef="#br0" timeOffset="1284.173">2078 1 29246,'0'0'1858,"0"0"-1257,0 0-339,0 0 90,0 0-7,8 0-249,206 4-89,-206 1-7,-1 0 0,-1 0 0,1 0 0,-1 1 0,0-1 0,0 2 0,0-1 0,-1 1 0,0-1 0,-1 1 0,1 1 0,-1-1 0,-1 1 0,1 0 0,-1-1 0,-1 1 0,1 1 0,-1-1 0,-1 0 0,1 0 0,-2 1 0,1-1 0,-1 1 0,0-1 0,-1 5 0,5 21 0,144 1215 0,-140-1191-900,-7-45-1297</inkml:trace>
  <inkml:trace contextRef="#ctx0" brushRef="#br0" timeOffset="1548.823">1833 1537 31519,'0'0'808,"0"0"-504,0 0-168,157 32-136,-76-32 0,9 0 0,5 0 0,40-24 0,-25 3 0,-14-7-2024</inkml:trace>
  <inkml:trace contextRef="#ctx0" brushRef="#br0" timeOffset="1799.399">3240 399 31383,'0'0'1384,"0"0"-1384,0 0 0,0 0 0,0 0 0,0 0 0,0 0 0,63 150 0,-56-106-168,-7-9-1952</inkml:trace>
  <inkml:trace contextRef="#ctx0" brushRef="#br0" timeOffset="2050.118">2832 916 30158,'0'0'1614,"0"0"-1112,0 0-228,27-4-88,188-31-153,101-20-33,-302 58 0,-62 48 0,38-45 0,-150 102-63,67-49-150,2 4 0,3 4 0,2 4 0,-66 73 213,113-97-1950</inkml:trace>
  <inkml:trace contextRef="#ctx0" brushRef="#br0" timeOffset="2313.046">3231 1324 30631,'0'0'1184,"0"0"-1016,-39 160 88,25-87 184,8 0-352,4-8-88,2-6 0,0-15 0,4-15 0,11-19-56,16-18-664,-7-23-1009,0-9-3544</inkml:trace>
  <inkml:trace contextRef="#ctx0" brushRef="#br0" timeOffset="2562.224">3615 1058 28302,'0'0'2263,"0"0"-1541,-28 16-256,-172 107 395,195-120-843,-16 12-1,1 0 0,1 1 0,0 1 0,1 1-1,1 0 1,0 1 0,2 1 0,-9 15-17,22-32 0,1 0 0,-1 0 0,1-1 0,-1 1 0,1 1 0,0-1 0,1 0 0,-1 0 0,0 0 0,1 0 0,0 1 0,-1-1 0,1 0 0,1 0 0,-1 1 0,0-1 0,1 0 0,0 0 0,-1 0 0,1 0 0,1 0 0,-1 0 0,0 0 0,1 0 0,-1 0 0,1 0 0,0-1 0,0 1 0,0 0 0,0-1 0,1 0 0,-1 0 0,0 1 0,1-2 0,0 1 0,-1 0 0,1 0 0,1 0 0,26 9 0,0-2 0,0-1 0,1-1 0,0-1 0,1-2 0,-1-1 0,1-1 0,0-2 0,11-2 0,67-13-1203,-69 0-1003</inkml:trace>
  <inkml:trace contextRef="#ctx0" brushRef="#br0" timeOffset="2815.724">3849 620 31399,'0'0'904,"0"0"-640,-1 30-161,5 254-6,91 469-97,-46-365 0,-40-369-146,-5-43-2334,-4-13-4664</inkml:trace>
  <inkml:trace contextRef="#ctx0" brushRef="#br0" timeOffset="3079.827">4220 1307 31711,'0'0'1056,"0"0"-1056,0 0 0,0 0 0,0 0 0,118 17 0,-105-11 0,11 0 0,-2 0 0,-2-2-856</inkml:trace>
  <inkml:trace contextRef="#ctx0" brushRef="#br0" timeOffset="3080.827">4908 1948 30575,'0'0'0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6:33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31095,'0'0'1096,"0"0"-984,0 0 8,28 124 224,5-67-344,9 7 0,4-1 0,2 0 0,-2-2 0,-4-6 0,-5-6 0,-8-7 0,-1-14 0,-6-11-1048,-9-13-1177</inkml:trace>
  <inkml:trace contextRef="#ctx0" brushRef="#br0" timeOffset="202.214">487 88 27950,'0'0'2801,"0"0"-2521,-136 116-120,64-45-104,-36 47-56,19-15-520,7-12-3153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6:33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0 783 28110,'0'0'890,"0"0"-386,0 0 10,0 0 55,0 0-97,0 0-151,5 19-108,18 54-41,-21-70-149,0-1-1,-1 1 1,1-1-1,0 0 1,0 0-1,0 0 1,0 0-1,0 0 1,1 0-1,-1-1 1,0 1-1,1-1 1,0 1-1,-1-1 0,1 0 1,0 0-1,-1 0 1,1-1-1,0 1 1,0-1-1,0 1 1,0-1-1,-1 0 1,1 0-1,0 0 1,0 0-1,0-1 1,0 1-1,0-1 0,-1 0 1,1 0-1,0 0 1,-1 0-1,1 0 1,0 0-1,-1-1 1,0 0-1,1 1 1,-1-1-23,27-18 16,-2-2 1,0-1 0,-2-1-1,0-1 1,-2-1 0,-1-1-1,17-27-16,-24 35 9,40-56-9,-3-2 0,-3-2 0,-4-2 0,-4-3 0,12-37 0,-49 133 0,-51 226 0,31-153 0,3 2 0,5-1 0,3 1 0,3 6 0,2-80 0,0 1 0,1-1 0,0 1 0,1-1 0,1 0 0,0 0 0,1 0 0,0 0 0,1 0 0,0-1 0,7 11 0,-11-21 0,1 0 0,-1 1 0,1-1 0,0 0 0,-1 0 0,1 0 0,0 0 0,1 0 0,-1 0 0,0-1 0,0 1 0,1-1 0,-1 1 0,1-1 0,-1 0 0,1 0 0,0 0 0,-1 0 0,1-1 0,0 1 0,0-1 0,-1 1 0,1-1 0,0 0 0,0 0 0,-1 0 0,1-1 0,0 1 0,0-1 0,-1 1 0,1-1 0,0 0 0,-1 0 0,1 0 0,-1 0 0,1-1 0,1 0 0,81-71 0,-4-23 0,-5-4 0,-4-3 0,-5-3 0,7-24 0,-49 84 0,-1-1 0,-2-1 0,-3-1 0,-2 0 0,-2-2 0,-2 0 0,0-14 0,-18 255 0,-88 807 0,77-760 0,-16 231 0,-55 232 0,85-689 0,-1 15 0,-1-1 0,-1 0 0,-1 0 0,-1 0 0,-1-1 0,-1 0 0,-1-1 0,-2 0 0,0 0 0,-9 11 0,18-32 0,1-1 0,-1 0 0,1 0 0,-1 0 0,0 0 0,1 0 0,-1 0 0,0-1 0,1 1 0,-1-1 0,0 0 0,0 0 0,0 0 0,1 0 0,-1-1 0,0 1 0,0-1 0,1 1 0,-1-1 0,0 0 0,1 0 0,-1 0 0,1 0 0,-1-1 0,1 1 0,-1-1 0,1 0 0,0 1 0,0-1 0,0 0 0,0 0 0,0 0 0,0-1 0,1 1 0,-1 0 0,1-1 0,0 1 0,-1-1 0,1 1 0,0-1 0,0 1 0,1-1 0,-1 0 0,0-2 0,-22-49 0,3-1 0,2 0 0,2-2 0,3 0 0,2-1 0,3 0 0,2-1 0,2-37 0,0 27 0,2 0 0,3 0 0,3 1 0,3-1 0,3 1 0,12-41 0,7 20 0,3 1 0,4 2 0,4 1 0,3 2 0,4 2 0,3 2 0,22-21 0,49-31-130,-31 56-2810,-20 22-5240</inkml:trace>
  <inkml:trace contextRef="#ctx0" brushRef="#br0" timeOffset="311.128">1942 1523 31103,'0'0'728,"0"0"-175,-10-19-258,-61-122-207,64 124-88,5 10 0,0 0 0,0 0 0,-1 0 0,0 0 0,0 0 0,0 1 0,-1-1 0,0 1 0,0 0 0,-1 0 0,0 0 0,0 1 0,0 0 0,0 0 0,-1 0 0,0 0 0,0 1 0,0 0 0,-1 0 0,1 1 0,-7-2 0,8 8 0,0 1 0,-1 0 0,1 0 0,1 0 0,-1 1 0,0-1 0,1 1 0,0 0 0,0 0 0,1 1 0,0-1 0,-1 1 0,2 0 0,-1 0 0,1 0 0,0 0 0,0 0 0,0 1 0,1-1 0,0 0 0,1 1 0,-1-1 0,1 1 0,0 0 0,-1 150 0,2-153 0,0 1 0,0-1 0,0 1 0,1-1 0,-1 1 0,1-1 0,0 0 0,1 0 0,-1 0 0,1 0 0,0 0 0,-1-1 0,2 1 0,-1-1 0,0 1 0,1-1 0,-1 0 0,1-1 0,0 1 0,0-1 0,0 1 0,1-1 0,-1-1 0,0 1 0,1 0 0,-1-1 0,1 0 0,-1 0 0,1 0 0,0-1 0,2 0 0,7-1-83,-1-2 0,1 1 1,-1-2-1,0 0 0,0 0 0,0-1 1,-1-1-1,0 0 0,0-1 0,0 0 1,-1-1-1,0 0 0,0-1 0,-1 0 1,0 0-1,-1-1 0,0-1 0,3-4 83,8-5-1035,28-30-4354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6:06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6316 2116 30671,'0'0'1080,"0"0"-768,0 0-312,0 0-56,0 0-672,0 0-3897</inkml:trace>
  <inkml:trace contextRef="#ctx0" brushRef="#br0" timeOffset="-2197.296">278 486 29726,'0'0'737,"0"0"-339,27 6-23,107 12 48,34-48 34,600-280 194,-766 309-651,108-19 0,-93 38 0,-17-7 0,0 0 0,-1-1 0,-1 1 0,0 0 0,0-1 0,-1 1 0,0-1 0,-1 0 0,0 0 0,-1 0 0,0 0 0,0-1 0,-1 0 0,0 0 0,-1 0 0,-6 5 0,-97 128 0,-6-6 0,-6-4 0,-56 40 0,-550 497 0,576-511 0,123-103 27,29-54-35,0 0 0,-1 0-1,1 0 1,0 0-1,0 0 1,0 0 0,0 0-1,0 0 1,1 0-1,-1-1 1,0 1 0,0 0-1,0 0 1,1 0-1,-1 0 1,1 0 0,-1-1-1,0 1 1,1 0-1,-1 0 1,1-1 0,0 1-1,-1 0 1,1-1-1,0 1 1,-1 0 0,1-1-1,0 1 1,0-1-1,-1 1 1,1-1-1,0 0 1,0 1 0,0-1-1,0 0 1,0 0-1,-1 1 1,1-1 0,0 0-1,0 0 1,0 0-1,0 0 1,0 0 0,0 0-1,0 0 1,0-1-1,-1 1 1,1 0 0,0 0-1,0-1 1,0 1-1,0 0 1,0-1 0,-1 1-1,1-1 9,51-17-2608,16-29-4095</inkml:trace>
  <inkml:trace contextRef="#ctx0" brushRef="#br0" timeOffset="-1946.057">1121 1257 30302,'-87'156'913,"-5"24"-145,24-20-320,20-10-112,21-14-336,18-36 0,9-33 0,0-29 0,16-28 0,25-34-664,-1-21-688,2-17-1457</inkml:trace>
  <inkml:trace contextRef="#ctx0" brushRef="#br0" timeOffset="-1698.122">1691 790 29662,'0'0'1293,"0"0"-796,-21 18-237,-301 259 263,111-108-503,212-169-20,0 0-1,0 1 1,0-1 0,0 0 0,0 0-1,0 1 1,0-1 0,0 0 0,0 1-1,0-1 1,0 1 0,0 0 0,0-1 0,-1 1-1,1 0 1,0-1 0,0 1 0,-1 0-1,1 0 1,0 0 0,-1-1 0,1 1-1,-1 0 1,1 0 0,-1 0 0,1 0-1,-1 0 1,0 0 0,1 0 0,-1 0-1,0 0 1,0 1 0,0-1 0,0 0-1,0 0 1,0 0 0,0 0 0,0 0-1,0 0 1,-1 0 0,1 0 0,0 0-1,-1 0 1,1 0 0,-1 0 0,1 0 0,-1 0-1,1 0 1,-1 0 0,0-1 0,1 1-1,-1 0 1,0 0 0,0-1 0,1 1-1,-1 0 1,0-1 0,0 1 0,0-1-1,0 1 1,0-1 0,0 1 0,0-1-1,0 0 1,0 0 0,-1 1 0,306 11 31,-269-12-79,0-1 0,0-1 0,-1-3 0,1 0 0,-1-2 1,0-2-1,0-1 0,11-6 48,195-118-2811,-145 62-1396</inkml:trace>
  <inkml:trace contextRef="#ctx0" brushRef="#br0" timeOffset="-1414.936">2483 1 30030,'-3'21'1219,"-34"267"292,6 119-1511,54 607 7,-7-647-7,-17-307-289,-25-207-3886,12 52-1907</inkml:trace>
  <inkml:trace contextRef="#ctx0" brushRef="#br0" timeOffset="-1163.333">2505 997 28894,'0'0'1849,"0"0"-1441,0 0-40,177 53-160,-78-13-168,41-3-40,44-11-448,-24-10-1041,-17-16-9721</inkml:trace>
  <inkml:trace contextRef="#ctx0" brushRef="#br0" timeOffset="-909.551">3627 228 31391,'0'0'704,"0"0"-435,29 0-183,194 2 44,-34 0 25,-187-1-156,0 0 0,1 0 0,-1 0 0,0 1 0,0-1 0,0 1 1,0-1-1,0 1 0,0 0 0,0-1 0,-1 1 0,1 0 0,0 0 0,-1 0 0,0 1 0,1-1 0,-1 0 0,0 1 0,0-1 0,-1 0 1,1 1-1,0-1 0,-1 1 0,1-1 0,-1 1 0,0-1 0,0 1 0,0-1 0,0 1 0,0-1 0,-1 1 0,1 0 0,-1-1 0,0 0 1,1 1-1,-1-1 0,0 1 0,0-1 0,-1 0 0,1 0 0,0 0 0,-1 0 0,0 0 0,1 0 0,-1 0 0,-1 1 1,-19 26-27,-1-1 0,-1-1-1,-2-2 1,0 0 0,-12 6 27,13-8-36,-283 240-1463,-14-11 1499,303-238-161,13-9 29,0 1 0,0-2 0,-1 1 0,0-1 0,0 1 0,0-2 0,0 1 0,-1-1 0,0 0 0,1-1 0,-1 0 0,-7 1 132,4-7-2292,10-19-2999</inkml:trace>
  <inkml:trace contextRef="#ctx0" brushRef="#br0" timeOffset="-659.205">3839 853 24077,'1'36'4733,"-1"-33"-4651,1 81 617,-3 0 0,-4 0 0,-4 0 0,-4 5-699,-39 142 664,66-254-1030,214-501-2154,-227 523 2518,3-9 50,0 0-1,0 0 1,1 1-1,0 0 1,0 0 0,1 0-1,0 0 1,1 1-1,0-1 1,0 1 0,1 1-1,0 0 1,0 0 0,1 0-1,0 0 1,0 1-1,0 1 1,1 0 0,0 0-1,0 0 1,6-1-48,-11 7 31,1 0 0,-1 0 0,0 1 0,0-1 0,1 1-1,-1 0 1,0 0 0,0 0 0,-1 1 0,1 0 0,0-1 0,-1 1 0,0 0 0,0 1 0,0-1 0,0 1 0,0-1 0,-1 1 0,1 0-1,-1 0 1,0 0 0,0 0 0,0 0 0,-1 0 0,0 1 0,0-1 0,0 1 0,0-1 0,0 1 0,-1-1 0,0 1 0,0-1 0,0 1 0,-1-1-1,1 1 1,-1-1-31,3 21 22,-1-1-1,-1 1 0,-1-1 0,-1 1 1,-1-1-1,-1 1 0,-2-1 0,0-1 0,-1 1 1,-2-1-1,0 0 0,-2 1-21,-20 15-233,31-52-62,40-132-2394,-6 58 272</inkml:trace>
  <inkml:trace contextRef="#ctx0" brushRef="#br0" timeOffset="-500.77">5122 88 29006,'20'-3'992,"1"0"-817,-7-1-57,1 0 0,-1 2 0,1 0 0,0 0 1,0 1-1,-1 1 0,1 1 0,0 0 1,0 1-1,-1 0 0,1 1 0,-1 1 1,0 0-1,0 1 0,0 1 0,1 1-118,-10 0 26,-1 1 0,1 0 0,-2 0 0,1 0 0,-1 0 0,-1 0 0,1 1 0,-1-1 0,-1 1 0,0 0 1,0 0-1,0-1 0,-1 1 0,-1 0 0,1 0 0,-2-1 0,1 1 0,-1 0 0,0-1 0,-1 1 0,0-1 0,0 0 0,-1 0 0,0 0 0,0-1 0,-1 1 0,-3 4-26,-16 24-3,-2-1 0,0-1 0,-3-1 0,0-2 0,-2-1 0,-2-1 0,0-1 0,-2-2 0,-1-2 0,-1-1 0,-11 3 3,-22-2-378,68-24 326,0 0 0,1 0 0,-1 0 0,0 0 0,1-1 0,-1 1 0,0 0 0,1-1 0,-1 0 0,1 1 0,-1-1 0,0 0 0,1 0 0,0 0 0,-1 1 0,1-2 0,0 1 0,-1 0-1,1 0 1,0 0 0,0-1 0,0 1 0,0 0 0,0-1 0,0 1 0,0-1 0,1 1 0,-1-1 0,0 1 0,1-1 0,-1 0 0,1 1 0,0-1 0,0 0 0,-1 1 0,1-1 0,0 0 51,-3-50-2376,2-8-735</inkml:trace>
  <inkml:trace contextRef="#ctx0" brushRef="#br0" timeOffset="-156.917">4889 330 27550,'0'0'1854,"0"25"-547,-2 359 54,2-379-1348,0 26 57,1 1-1,2-1 0,1 0 0,1 0 0,2 0 1,1 0-1,1-1 0,12 23-69,-12-41-3,1 0-1,1-1 1,0-1 0,0 0-1,1 0 1,1-1 0,-1-1-1,1 0 1,1-1 0,-1 0-1,1-1 1,1 0 0,-1-1-1,1-1 1,-1-1 0,1 0-1,0 0 1,1-2 0,-1 0-1,9 0 4,41 3-54,-48-4 58,1 0-1,-1 1 1,0 1 0,1 1-1,-1 0 1,0 1-1,-1 1 1,1 1-1,-1 0 1,0 1 0,1 1-4,-13-3-1,0-1 1,0 1-1,-1-1 0,0 1 1,0 0-1,0 0 1,-1 0-1,0 0 1,0 1-1,0-1 1,0 1-1,-1-1 1,0 1-1,0 0 0,-1-1 1,1 1-1,-1 0 1,0-1-1,-1 1 1,1 0-1,-1-1 1,-1 1-1,1 0 1,-1-1-1,0 0 0,0 1 1,-3 4 0,-15 35-55,-2-2 1,-2 0-1,-2-2 0,-2-1 1,-2 0-1,-7 5 55,5-10-113,-2-1 0,-1-2 0,-1-1 1,-2-2-1,-1-2 0,-1-1 0,-1-2 0,-1-2 0,-1-1 0,-1-3 1,0-2-1,-2-1 0,-29 4 113,53-13-100,0-1 0,0-1 0,0-1 0,0-1 0,-1-1 0,1-1 0,-17-3 100,33 1-27,-1-1 0,1-1 1,0 1-1,0-1 0,1 0 0,-1 0 1,1 0-1,0-1 0,0 0 1,0 0-1,1 0 0,0 0 0,0-1 1,0 0-1,0 0 0,1 0 1,0 0-1,1-1 0,-1 1 0,1-1 1,0 1-1,1-1 0,0 0 1,0 0-1,0 1 0,1-1 0,0 0 1,0 0-1,1 0 0,-1 0 1,2 0-1,0-3 27,0-1 50,0 0 1,1 0-1,1 0 1,-1 0-1,2 1 0,0-1 1,0 1-1,0 0 1,2 1-1,-1-1 0,1 1 1,0 0-1,1 1 1,0 0-1,0 0 0,1 1 1,0 0-1,0 0 1,1 1-1,7-3-50,209-89 1080,-165 80-1058,1 2 1,1 3-1,0 3 0,0 3 0,6 2-22,7 2-954</inkml:trace>
  <inkml:trace contextRef="#ctx0" brushRef="#br0" timeOffset="15336.425">12622 4617 31191,'0'-17'637,"17"-162"-135,16 71-415,5 1 1,5 3-1,4 1 1,5 2-1,8-4-87,-36 61 0,1 0 0,2 3 0,2 0 0,2 2 0,27-27 0,-53 61 0,1-1 0,-1 1 0,1 0 0,1 1 0,-1-1 0,1 1 0,-1 1 0,1-1 0,0 1 0,1 0 0,-1 1 0,0 0 0,1 0 0,-1 0 0,1 1 0,0 0 0,-1 1 0,1 0 0,0 0 0,-1 0 0,1 1 0,0 0 0,-1 1 0,1 0 0,-1 0 0,0 0 0,4 2 0,2 8 0,0 0 0,0 1 0,-2 1 0,1 0 0,-2 0 0,0 1 0,0 0 0,-2 1 0,0 0 0,0 0 0,1 8 0,205 549 0,-204-550 0,0 0 0,1 0 0,1-1 0,1-1 0,1 0 0,1-1 0,0 0 0,2-1 0,5 4 0,-20-22 0,-1 0 0,0-1 0,1 1 0,-1 0 0,1-1 0,-1 1 0,1-1 0,-1 0 0,1 1 0,-1-1 0,1 0 0,0 0 0,-1 0 0,1 0 0,-1 0 0,1 0 0,-1-1 0,1 1 0,-1 0 0,1-1 0,-1 1 0,1-1 0,-1 0 0,1 1 0,-1-1 0,0 0 0,1 0 0,-1 0 0,0 0 0,0 0 0,0 0 0,0 0 0,0 0 0,0-1 0,0 1 0,0 0 0,0-1 0,0 1 0,-1-1 0,1 1 0,0-1 0,-1 1 0,0-1 0,1 1 0,-1-1 0,0 1 0,0-1 0,0 1 0,0-1 0,0 1 0,0-1 0,0 0 0,0 1 0,-1-1 0,1 1 0,-1-1 0,2 1 0,136-626 0,22 1 0,-159 623 0,0 1 0,0 0 0,0 0 0,0-1 0,0 1 0,0 0 0,1 0 0,-1-1 0,1 1 0,0 0 0,-1 0 0,1 0 0,0 0 0,0 0 0,1 0 0,-1 0 0,0 0 0,1 0 0,-1 1 0,1-1 0,-1 0 0,1 1 0,0 0 0,0-1 0,0 1 0,0 0 0,0 0 0,0 0 0,0 0 0,0 0 0,0 0 0,0 1 0,0-1 0,1 1 0,-1-1 0,0 1 0,0 0 0,1 0 0,-1 0 0,0 0 0,0 0 0,1 1 0,-1-1 0,0 1 0,0-1 0,0 1 0,0 0 0,3 1 0,6 13 0,0 1 0,0 0 0,-2 0 0,0 1 0,-1 1 0,0-1 0,4 19 0,-2-10 0,165 523 0,-60-164 0,-31-160 0,-81-220-55,-1-1-1,1 0 1,0 0 0,1 0 0,-1 0-1,1-1 1,-1 1 0,1-1-1,0 0 1,0 0 0,1 0-1,-1 0 1,1-1 0,-1 0 0,1 0-1,0 0 1,0 0 0,0-1-1,-1 0 1,1 0 0,1 0 0,-1-1-1,0 0 1,0 0 0,0 0-1,1 0 56,41-1-3571</inkml:trace>
  <inkml:trace contextRef="#ctx0" brushRef="#br0" timeOffset="15746.31">15987 3765 30262,'0'0'709,"6"-17"-259,37-184 840,-41 174-1284,-1 1 0,-1-1 1,-1 1-1,-2-1 0,-1 1 0,0 0 1,-2 0-1,-2 0 0,-6-16-6,8 25 0,0 0 0,-2 0 0,0 0 0,-1 1 0,0 1 0,-1-1 0,-1 1 0,-1 1 0,0 0 0,0 1 0,-2 0 0,0 1 0,0 1 0,-9-6 0,17 15 0,1 1 0,0-1 0,0 1 0,-1 1 0,1-1 0,-1 1 0,1 0 0,-1 0 0,1 0 0,-1 1 0,1 0 0,0 0 0,-1 0 0,1 1 0,0 0 0,0 0 0,0 0 0,0 1 0,0-1 0,1 1 0,-1 0 0,1 1 0,0-1 0,-2 2 0,-91 101-8,32-18-74,3 3 1,5 3-1,4 2 0,4 2 0,4 3 1,4 1-1,-15 69 82,46-131-21,2 1 1,1 1-1,2-1 1,3 1-1,0 22 21,2-57 3,0-1 0,0 0 0,0 0 0,0 0 0,1 0 0,0 0 0,0 0 0,1 0 0,0 0 0,0 0-1,0-1 1,0 1 0,1-1 0,0 1 0,0-1 0,1 0 0,0 0 0,-1-1 0,2 1 0,-1-1 0,0 0 0,1 0 0,0 0 0,0 0 0,0-1-1,0 0 1,1 0 0,-1 0 0,1-1 0,2 1-3,12 3 39,1 0 0,0-1 0,0-2 0,0 0 0,0-1-1,1-1 1,-1-1 0,0-1 0,1-1 0,-1-1 0,0-1 0,0 0-1,-1-2 1,5-2-39,6-5 4,0-2 0,-1-1 0,0-1 0,-1-2 0,-2-1 0,0-1 0,-1-1 0,-1-2-1,-1 0 1,-1-1 0,-1-2 0,-1 0 0,12-24-4,-16 31 0,-1-1 0,-1 0 0,-1-1 0,-2-1 0,0 0 0,-1 0 0,-1-2 0,-1 1 0,-1-1 0,-2 0 0,0-1 0,-2 0 0,-12-92-1406,-15 78-1205</inkml:trace>
  <inkml:trace contextRef="#ctx0" brushRef="#br0" timeOffset="15964.668">15625 3779 31359,'0'0'1176,"0"0"-968,0 0-184,0 0-24,95 122 0,-41-63 0,10 8 0,2 8 0,-3 2 0,-1 0 0,-12-2 0,-10 27 0,-14-21 0,-20-14-1704</inkml:trace>
  <inkml:trace contextRef="#ctx0" brushRef="#br0" timeOffset="2230.677">1032 5968 28302,'0'0'2761,"0"0"-2321,0 0-320,114 6 48,4-10 200,44-12-48,16 1-136,-10 3-80,-40 8-104,-47 4 0,-22 0 0,13 0-48,-8 2-616,-14 0-1345</inkml:trace>
  <inkml:trace contextRef="#ctx0" brushRef="#br0" timeOffset="2591.593">1569 5956 25878,'-6'27'3163,"-190"1109"83,165-934-3143,8 1 1,5 115-104,17-307 9,2 1 0,-1-1 0,2 1 1,0-1-1,0 0 0,1 1 1,0-1-1,1 0 0,0-1 0,0 1 1,2-1-1,-1 0 0,1 0 0,1 0 1,-1-1-1,2 0 0,-1 0 1,1-1-1,1 0 0,-1-1 0,1 1 1,1-2-1,9 7-9,1-6 5,0 0 0,1-1 0,0-1 0,0-1 0,0-1 1,1-1-1,-1-1 0,1 0 0,-1-2 0,1-1 0,18-3-5,258-61-1,-46 21-2144,-178 30 134</inkml:trace>
  <inkml:trace contextRef="#ctx0" brushRef="#br0" timeOffset="2900.501">2603 6694 30294,'0'0'1281,"0"0"-1105,0 0-136,114 77 72,-44-32 336,9 7-80,9 7-320,2 6-48,-3 4 0,-5 4 0,-8-4 0,-10-2 0,-14-6 0,-6-11 0,-13-11 0,-10-23-424,-7-12-696,-8-4-1081</inkml:trace>
  <inkml:trace contextRef="#ctx0" brushRef="#br0" timeOffset="3104.023">3607 6453 30423,'0'0'800,"-107"109"-408,4-3-48,-38 44 64,-10 20-192,9-2-128,19-18-88,40-44-16,28-31-168,26-26-312,23-25-656,6-16-2153</inkml:trace>
  <inkml:trace contextRef="#ctx0" brushRef="#br0" timeOffset="3555.031">4083 5883 30182,'0'0'1913,"0"0"-1374,0 0-459,22 4-51,146 30-5,173 11-24,-337-45 0,-2 0 0,0 0 0,0 0 0,0 0 0,0 0 0,0 0 0,0 0 0,0 1 0,0-1 0,0 1 0,0-1 0,0 1 0,0 0 0,0-1 0,-1 1 0,1 0 0,0 0 0,0 1 0,-1-1 0,1 0 0,-1 0 0,1 1 0,-1-1 0,1 1 0,-1 0 0,0-1 0,0 1 0,0 0 0,0 0 0,0-1 0,0 1 0,0 0 0,-1 0 0,1 0 0,-1 0 0,1 0 0,-1 0 0,-26 197 0,1-69 0,13 16 0,6 1 0,6 0 0,7 8 0,77 609 0,-84-594-359,-2-124-1839,-9-24-3535</inkml:trace>
  <inkml:trace contextRef="#ctx0" brushRef="#br0" timeOffset="3773.916">3776 7937 31471,'0'0'720,"0"0"-560,0 0-24,149 29 144,-33-13-280,38-2 0,14-2 0,3-12 0,-4-2 0,-18-38-368,-37 3-1256,-29-6-8995</inkml:trace>
  <inkml:trace contextRef="#ctx0" brushRef="#br0" timeOffset="3976.702">5628 6550 31695,'0'0'760,"0"0"-592,29 101-120,-14-50-40,2 4 16,1 2-24,-1-1-16,-6 9-560,-6-14-1121,-5-15-9105</inkml:trace>
  <inkml:trace contextRef="#ctx0" brushRef="#br0" timeOffset="4245.026">5163 7231 27910,'0'0'3149,"0"0"-2271,20-4-749,334-75 211,-97 46-235,-256 34-105,1-1 0,-1 2 0,1-1 0,-1 0 0,0 0 0,1 0 0,-1 1 0,0-1 0,0 0 0,0 1 1,0-1-1,0 1 0,0 0 0,0-1 0,-1 1 0,1 0 0,0-1 0,-1 1 0,1 0 0,-1 0 0,0-1 0,0 1 0,0 0 0,0 0 0,0 0 0,0-1 0,0 1 0,0 0 0,-1 0 1,1-1-1,-1 1 0,1 0 0,-1 0 0,0-1 0,0 1 0,1-1 0,-1 1 0,0-1 0,-1 1 0,1-1 0,0 1 0,0-1 0,-1 0 0,1 0 0,0 1 0,-1-1 0,1 0 0,-1-1 1,1 1-1,-1 0 0,-1 0 0,-179 174 16,81-86-10,-128 115-23,-94 118 17,307-305-49,-36 62-698,56-76-556,16-3-1087</inkml:trace>
  <inkml:trace contextRef="#ctx0" brushRef="#br0" timeOffset="4462.822">5562 7625 30134,'-13'105'761,"-11"23"-353,-2 20-168,4-6 240,6-34-200,14-25-176,2-23-80,0-23-24,0-3-112,2-13-80,12-9-64,23-36-176,-4-21-897,-3-12-3200</inkml:trace>
  <inkml:trace contextRef="#ctx0" brushRef="#br0" timeOffset="4731.381">6018 7456 28782,'0'0'1655,"-29"9"-1153,-196 75-361,190-68-134,0 1 0,2 1 0,0 2-1,1 2 1,1 1 0,2 1 0,-1 2-7,27-23 14,0-1 0,0 0-1,0 1 1,1 0 0,-1 0 0,1 0 0,-1 0 0,1 0-1,0 0 1,0 1 0,1-1 0,-1 1 0,1-1-1,-1 1 1,1-1 0,0 1 0,1 0 0,-1 0 0,1 0-1,-1-1 1,1 1 0,0 0 0,1 0 0,-1 0 0,1-1-1,-1 1 1,1 0 0,0 0 0,0-1 0,1 1-1,-1-1 1,1 1 0,2 2-14,10 4 59,2-1 1,-1-1-1,1 0 0,1-2 1,-1 1-1,1-2 1,0 0-1,1-1 0,-1-1 1,1-1-1,-1 0 0,15-1-59,7 2-64,1-1-1,-1-3 0,0-1 1,1-2-1,-1-1 0,0-2 0,-1-2 1,7-4 64,52-23-1459,-16 1-1879</inkml:trace>
  <inkml:trace contextRef="#ctx0" brushRef="#br0" timeOffset="5061.802">6329 6684 30022,'0'23'997,"40"493"-70,-7-173-243,-20 407-553,-15-474-125,2-276-15,0 0-1,0 0 1,0 0 0,1-1-1,-1 1 1,0 0 0,0 0-1,1 0 1,-1 0-1,0 0 1,0 0 0,1 0-1,-1 0 1,0 0 0,0 0-1,1 0 1,-1 0 0,0 0-1,0 0 1,1 0 0,-1 0-1,0 0 1,0 0 0,0 0-1,1 0 1,-1 0 0,0 0-1,0 0 1,1 0-1,-1 0 1,0 1 0,0-1-1,0 0 1,1 0 0,-1 0-1,0 0 1,0 1 0,0-1-1,0 0 1,1 0 0,-1 0-1,0 1 1,0-1 0,0 0-1,0 0 10,14-29-645,-14 28 601,18-51-2303,-2-6-2598</inkml:trace>
  <inkml:trace contextRef="#ctx0" brushRef="#br0" timeOffset="5308.046">6529 7414 31287,'0'0'1176,"0"0"-1040,0 0 16,140 24-136,-85-6-16,6 1 0,-1 5 0,16 10 0,-17-5 0,-17-1-1528</inkml:trace>
  <inkml:trace contextRef="#ctx0" brushRef="#br0" timeOffset="6780.871">7903 6623 23941,'0'0'7370,"0"0"-6842,0 0-384,0 0 136,0 0 152,0 0-360,123 122-72,-68-76 0,2 9 0,2 4 0,-4 6 0,-7-2 0,-6-5 0,-10-9 0,-3-16 0,-1-25-256,-3-8-1120,-8-8-3761</inkml:trace>
  <inkml:trace contextRef="#ctx0" brushRef="#br0" timeOffset="6954.024">8506 6515 30495,'0'0'1536,"0"0"-1096,-151 165-168,52-44-248,-19 36-24,4 11 0,11-18 0,35-45-696,28-48-3657</inkml:trace>
  <inkml:trace contextRef="#ctx0" brushRef="#br0" timeOffset="10122.8">10772 6659 16275,'0'0'5539,"0"0"-3563,0 0-702,0 0 1739,0 0-1676,-17 17-723,-57 55-174,72-71-400,0 1 0,0 0 0,-1-1 0,1 1 0,0 0 0,0 0 0,0 0 0,1 0 0,-1 0 0,0 1 0,1-1-1,0 0 1,-1 1 0,1-1 0,0 1 0,0-1 0,0 1 0,1 0 0,-1-1 0,1 1 0,-1 0 0,1 0 0,0-1 0,0 3-40,1 6 180,0-9-156,0-1 1,0 1 0,0-1-1,1 0 1,-1 1 0,1-1-1,-1 0 1,1 0 0,-1 0-1,1 0 1,0 0 0,-1 0-1,1 0 1,0-1 0,0 1-1,-1-1 1,1 1-1,0-1 1,0 0 0,0 1-1,0-1 1,0 0 0,0 0-1,0-1 1,0 1 0,-1 0-1,1 0 1,0-1 0,0 0-1,0 1 1,-1-1 0,1 0-1,2 0-24,15-8 35,-1 0 0,1-1-1,-2 0 1,1-2 0,-2 0-1,1-1 1,-2 0 0,1-2-1,-2 1 1,5-8-35,27-29 0,-2-3 0,-3 0 0,-2-3 0,-3-2 0,-2 0 0,-3-3 0,0-8 0,-29 101 0,-48 291 0,36-72 0,37-122 0,-26-125 0,1 0 0,-1-1 0,1 1 0,0 0 0,0-1 0,0 0 0,0 1 0,0-1 0,0 0 0,1 0 0,-1 0 0,0 0 0,1-1 0,0 1 0,-1-1 0,1 1 0,0-1 0,0 0 0,0 0 0,0 0 0,0-1 0,0 1 0,0-1 0,0 1 0,0-1 0,0 0 0,0 0 0,1-1 0,-1 1 0,0 0 0,0-1 0,0 0 0,0 0 0,-1 0 0,1 0 0,0 0 0,0-1 0,0 1 0,-1-1 0,1 0 0,0-1 0,16-11 0,0-1 0,-2-1 0,0 0 0,0-1 0,-2-1 0,0-1 0,-2 0 0,0-1 0,2-6 0,-7 14 0,35-52 0,-3-2 0,-3-2 0,-4-1 0,-2-2 0,-3-1 0,-4-1 0,-2-1 0,6-52 0,-25 99 0,0-1 0,-2 32 0,-18 688 0,17-397 0,3 105 0,-18 0 0,-40 199 0,28-464 0,25-131 0,1-1 0,0 1 0,-1-1 0,0 0 0,0 1 0,0-1 0,0 0 0,-1 0 0,1 0 0,-1-1 0,0 1 0,0-1 0,1 1 0,-2-1 0,1 0 0,0 0 0,0 0 0,-1 0 0,1-1 0,-1 1 0,1-1 0,-1 0 0,0 0 0,1-1 0,-1 1 0,0-1 0,0 1 0,0-1 0,1 0 0,-1-1 0,0 1 0,0-1 0,1 1 0,-1-1 0,0 0 0,1-1 0,-1 1 0,1-1 0,-1 1 0,1-1 0,0 0 0,-1 0 0,1 0 0,0-1 0,1 1 0,-1-1 0,0 0 0,-1-2 0,-17-23 0,1-1 0,1-1 0,1-1 0,2-1 0,1 0-1,2-1 1,1 0 0,2-1 0,1-1 0,2 1 0,1-1 0,1-1 0,3 1 0,0 0 0,3-8 0,-4-3-18,2 0 0,2 0 0,2 0 0,1 0 0,3 0 0,2 1 0,2 0 0,10-22 18,1 11-83,2 2 1,3 0-1,2 2 0,2 1 1,2 1-1,3 2 1,1 2-1,3 1 1,2 2-1,1 2 0,16-10 83,21-9-1325,-9 8-1281</inkml:trace>
  <inkml:trace contextRef="#ctx0" brushRef="#br0" timeOffset="10327.576">12622 7323 30158,'0'0'1657,"0"0"-1345,-37 131-192,22-72 224,4 0-168,2-2-176,5 4 0,4-13-808,-5-19-3393</inkml:trace>
  <inkml:trace contextRef="#ctx0" brushRef="#br0" timeOffset="11360.211">13326 6692 28902,'0'0'915,"0"0"-410,0 0-90,0 0 91,26-13-52,-6 4-374,0-1-27,0 0 0,0 0 0,-1-2 0,-1-1 0,0 0 0,0-1 0,-2-1 1,1-2-54,9-10 29,-1-1 0,-2-1 0,0-1 0,-3-1 0,0-1 0,-2 0 0,-1-2 0,-2 0 0,-2-1 0,-1 0 0,-1-1 0,-2 0 0,-2-1 1,-1 0-1,0-15-29,-23 68 121,-34 165-113,31-60-8,5 1 0,5 1 0,6 0 0,5 10 0,-1-123 0,-1-1 0,1 0 0,0 1 0,1-1 0,0 0 0,1 0 0,0 1 0,0-1 0,1 0 0,0-1 0,1 1 0,-1 0 0,2-1 0,-1 0 0,1 0 0,1 0 0,-1-1 0,1 0 0,0 0 0,1 0 0,0-1 0,0 0 0,0 0 0,1 0 0,0-1 0,0-1 0,0 1 0,6 1 0,-5-4 0,0 1 0,0-2 0,0 1 0,0-1 0,1-1 0,-1 0 0,0 0 0,1-1 0,-1 0 0,0 0 0,0-1 0,0-1 0,0 1 0,0-1 0,0-1 0,-1 0 0,1 0 0,-1 0 0,0-1 0,0-1 0,-1 1 0,0-1 0,0 0 0,0-1 0,5-6 0,12-14 0,-1-1 0,-2-1 0,-1-1 0,-1 0 0,-2-2 0,3-9 0,15-39 0,-5 0 0,-2-2 0,-5-2 0,-3 0 0,-3-1 0,-5 0 0,-1-35 0,-8 51 0,4 209 0,41 379 0,-12-148 0,-14 54 0,-20-270 0,-7-1 0,-7 1 0,-21 96 0,21-182 0,-3-1 0,-2-1 0,-4-1 0,-27 60 0,-33-22 0,78-101 0,0-1 0,-1 0 0,1 0 0,-1 0 0,1 0 0,-1 0 0,1-1 0,-1 0 0,0 1 0,0-2 0,1 1 0,-1 0 0,0-1 0,0 1 0,0-1 0,0 0 0,0-1 0,0 1 0,0-1 0,1 1 0,-1-1 0,0 0 0,0-1 0,1 1 0,-1-1 0,0 1 0,1-1 0,0 0 0,-1 0 0,1-1 0,0 1 0,0-1 0,-12-13 0,2 0 0,-1-1 0,2-1 0,1 0 0,0-1 0,1 0 0,1 0 0,1-1 0,0-1 0,2 1 0,0-1 0,-2-21 0,-7-24 0,4-1 0,2 0 0,4 0 0,2-1 0,3 0 0,7-43 0,0 66 8,3 1 1,1 0-1,2 1 0,2 0 1,1 1-1,3 0 1,1 2-1,3 0 0,0 2 1,3 0-1,8-7-8,56-65-571,5 3 0,95-80 571,-124 123-2015</inkml:trace>
  <inkml:trace contextRef="#ctx0" brushRef="#br0" timeOffset="11706.527">15005 6907 30094,'0'0'767,"0"0"-233,18 23-153,60 72 95,58 52 39,-133-142-515,-1 0 0,0 0 0,-1 1 0,1-1 0,-1 1 0,0-1 0,-1 1 0,1-1 0,-1 1 0,0 0 0,-1-1 0,1 1 0,-1 0 0,0-1 0,-1 1 0,1-1 0,-1 0 0,0 1 0,0-1 0,-1 0 0,1 0 0,-1 0 0,0-1 0,-1 1 0,1-1 0,-4 4 0,-114 96 0,111-98 0,-125 79 0,177-77 0,94-4-1130,1-6 0,95-15 1130,-142 3-2349</inkml:trace>
  <inkml:trace contextRef="#ctx0" brushRef="#br0" timeOffset="12002.676">15978 6811 30943,'0'0'808,"0"0"-616,0 0-96,0 0 280,0 0-136,0 0-136,0 0-104,138 73-264,-87-73-784,-5-20-2217</inkml:trace>
  <inkml:trace contextRef="#ctx0" brushRef="#br0" timeOffset="12271.474">16629 6787 30519,'0'0'632,"0"0"-360,0 0 24,0 0-80,0 0-216,0 0-184,0 0-2265</inkml:trace>
  <inkml:trace contextRef="#ctx0" brushRef="#br0" timeOffset="12272.474">17322 6838 31479,'0'0'672,"0"0"-392,0 0-80,0 0-88,74 117-112,-47-88-416,3-9-1456</inkml:trace>
  <inkml:trace contextRef="#ctx0" brushRef="#br0" timeOffset="13276.941">17839 6889 15123,'0'0'12644,"0"0"-9735,0 0-2593,0 0-17,21 6 91,-12-2-347,1-1-1,-1-1 1,1 0-1,0 0 1,0-1-1,0 0 1,0-1-1,0 0 0,0-1 1,0 0-1,0 0 1,0-1-1,0 0 1,-1-1-1,1 0 0,-1-1 1,8-4-43,34-15 2,-1-4 0,-2-1 1,0-2-1,-2-3 0,-2-1 0,-1-3 1,-2-1-1,-1-2 0,-2-1 0,-2-3 1,-2 0-1,-2-3 0,-2 0 0,-2-2 1,-2-1-1,-1-4-2,-1-65 13,-40 162 81,-10 55-57,4 1-1,4 1 1,4 1 0,5 0 0,5 0 0,4 27-37,0-99 0,1 1 0,1-1 0,1 0 0,2 0 0,1 0 0,1 0 0,1-1 0,2 0 0,1-1 0,1 0 0,2 2 0,-10-23 0,1 0 0,-1-1 0,1 1 0,0-1 0,0 0 0,0-1 0,1 1 0,0-1 0,0 0 0,0-1 0,0 1 0,0-1 0,1 0 0,-1-1 0,1 0 0,0 0 0,0 0 0,0-1 0,0 0 0,0 0 0,0-1 0,0 1 0,0-2 0,0 1 0,0-1 0,0 0 0,0-1 0,0 1 0,0-1 0,0-1 0,-1 1 0,1-1 0,3-2 0,4-6 0,0 0 0,0 0 0,-1-2 0,0 0 0,-1 0 0,-1-1 0,0 0 0,-1-1 0,3-6 0,33-56 0,-3-3 0,-4-2 0,-4-1 0,-3-1 0,-4-2 0,-4-1 0,-3-1 0,-4-1 0,-5-1 0,-1-29 0,-6 96 0,-1 56 0,5 807 0,-18-390 0,-20-1 0,-42 167 0,-36-74 0,106-535 0,0-3 0,1 0 0,0 0 0,-1 0 0,0 0 0,0-1 0,0 1 0,0 0 0,0 0 0,-1 0 0,0-1 0,0 1 0,0-1 0,0 1 0,0-1 0,-1 0 0,1 0 0,-1 0 0,0 0 0,0-1 0,0 1 0,-1-1 0,1 1 0,0-1 0,-1 0 0,1-1 0,-1 1 0,0-1 0,0 1 0,-2-1 0,-7-2 0,-1-1 0,1-1 0,-1 0 0,1-1 0,0 0 0,1-1 0,-1-1 0,1 0 0,0 0 0,0-2 0,1 1 0,0-1 0,0-1 0,1 0 0,0 0 0,0-1 0,1-1 0,1 1 0,0-1 0,-1-2 0,-23-27 0,1-1 0,2-2 0,1-1 0,3-1 0,2-1 0,1-1 0,3-1 0,2-1 0,2-1 0,2 0 0,3 0 0,1-1 0,0-36 0,8 72 0,0 0 0,1 0 0,1 0 0,0-1 0,1 2 0,0-1 0,1 0 0,1 0 0,0 1 0,1 0 0,1 0 0,0 0 0,5-6 0,20-27-8,2 2-1,2 2 1,2 0-1,1 3 1,3 1 0,1 3-1,1 1 1,42-25 8,109-69-2958,-159 106 1922,78-49-9930</inkml:trace>
  <inkml:trace contextRef="#ctx0" brushRef="#br0" timeOffset="13642.751">19838 7284 28598,'0'0'2621,"-4"23"-1597,-22 160-511,15 159-502,10-342-11,1 1 0,0-1 0,0 1 0,0 0 0,-1-1 0,1 1 0,0-1 0,0 1 0,0 0 0,0-1 0,0 1 0,0 0 0,1-1 0,-1 1 0,0-1 0,0 1 0,0 0 0,0-1 0,1 1 0,-1-1 0,0 1 0,1-1 0,-1 1 0,0-1 0,1 1 0,-1-1 0,1 1 0,-1-1 0,1 1 0,-1-1 0,1 0 0,-1 1 0,1-1 0,-1 0 0,1 1 0,-1-1 0,1 0 0,-1 0 0,1 0 0,0 0 0,-1 1 0,1-1 0,0 0 0,-1 0 0,1 0 0,-1 0 0,1 0 0,0 0 0,-1 0 0,1-1 0,-1 1 0,1 0 0,0 0 0,-1 0 0,1-1 0,-1 1 0,1 0 0,-1-1 0,1 1 0,-1 0 0,1-1 0,-1 1 0,1-1 0,-1 1 0,1 0 0,-1-1 0,0 1 0,1-1 0,70-111 0,-57 83 0,55-128 0,71-124 0,-139 278 0,0 0 0,0 1 0,0-1 0,0 1 0,1 0 0,-1-1 0,1 1 0,0 0 0,-1 0 0,1 0 0,0 0 0,0 0 0,0 0 0,0 1 0,1-1 0,-1 1 0,0 0 0,1-1 0,-1 1 0,1 0 0,-1 0 0,1 0 0,-1 1 0,1-1 0,0 1 0,-1-1 0,1 1 0,0 0 0,0 0 0,-1 0 0,1 0 0,0 1 0,-1-1 0,1 1 0,0-1 0,-1 1 0,1 0 0,-1 0 0,1 0 0,-1 1 0,0-1 0,1 1 0,-1-1 0,0 1 0,0 0 0,0-1 0,0 1 0,0 0 0,1 2 0,13 26 0,-1 1 0,-1 0 0,-2 1 0,-2 0 0,0 0 0,-3 1 0,5 34 0,-5-31 0,24 192-117,-33-198-1106,-5-12-2662</inkml:trace>
  <inkml:trace contextRef="#ctx0" brushRef="#br0" timeOffset="14460.608">9648 9517 29174,'0'0'816,"0"0"-245,20-10-140,268-107 712,38 34-828,3 14 1,257-17-316,14 31 1,351 20-1,-437 23 0,1591 1 0,-1502 20 0,1021 34 0,-1604-42 0,1556 59 0,-1425-63-461,-128-6-936,-13-3-1378</inkml:trace>
  <inkml:trace contextRef="#ctx0" brushRef="#br0" timeOffset="18951.469">9672 7996 31167,'0'0'561,"0"0"-349,0 0-69,0 0 84,20 0-87,121-2-58,-140 3-80,-1-1 0,1 1-1,0 0 1,0-1 0,-1 1 0,1 0-1,0-1 1,-1 1 0,1 0-1,-1 0 1,1-1 0,-1 1-1,1 0 1,-1 0 0,0 0 0,1 0-1,-1-1 1,0 1 0,0 0-1,0 0 1,1 0 0,-1 0 0,0 0-1,0 0 1,0 0 0,0 0-1,-1 0 1,1 0 0,0 0-1,0 0 1,-1-1 0,1 1 0,0 0-1,-1 0 1,1 0 0,-1 0-1,1-1 1,-1 1 0,1 0 0,-1 0-1,0-1 1,1 1 0,-1 0-1,0-1 1,1 1 0,-1-1 0,0 1-1,0-1 1,0 1 0,0-1-2,-2 3 3,0-1 0,0 0 0,0 0 0,-1-1 0,1 1 0,-1-1 0,1 1 1,-1-1-1,1 0 0,-1 0 0,0-1 0,1 1 0,-1-1 0,0 1 0,0-1 0,1-1 1,-1 1-1,0 0 0,1-1 0,-1 0 0,0 0 0,1 0 0,-1 0 0,1 0 0,-1-1 1,1 0-1,0 0 0,0 0 0,-1 0 0,1 0 0,1 0 0,-1-1 0,0 1 0,1-1 1,-1 0-1,1 0 0,0 0 0,0 0 0,0 0 0,0-1 0,0 1 0,1-1 0,0 1 1,-1-1-1,1 1 0,1-1 0,-1 0 0,0 0-3,1 0 0,-1 0 0,1 0 0,0 1 0,0-1 0,0 0 0,1 0 0,-1 0 0,1 0 0,0 1 0,0-1 0,0 0 0,1 1 0,-1-1 0,1 1 0,0-1 0,0 1 0,0 0 0,0-1 0,0 1 0,1 0 0,0 1 0,-1-1 0,1 0 0,0 1 0,0 0 0,1-1 0,-1 1 0,0 1 0,1-1 0,-1 0 0,1 1 0,0 0 0,-1-1 0,3 1 0,-4 0 0,-1 0 0,1 0 0,0 0 0,0 0 0,0 0 0,0 0 0,0 0 0,0 1 0,0-1 0,0 1 0,0-1 0,0 1 0,0 0 0,1 0 0,-1 0 0,0 0 0,0 0 0,0 1 0,0-1 0,0 1 0,0-1 0,0 1 0,0 0 0,0 0 0,0-1 0,0 1 0,0 1 0,0-1 0,-1 0 0,1 0 0,0 1 0,-1-1 0,1 1 0,-1-1 0,1 1 0,-1 0 0,0 0 0,0-1 0,0 1 0,0 0 0,0 0 0,0 0 0,-1 0 0,1 0 0,0 0 0,-1 0 0,0 1 0,1-1 0,-1 1 0,-7 46 0,3-76 0,28-20 0,-33 47 0,6 1 0,1-1 0,-1 1 0,0 0 0,1-1 0,-1 1 0,0-1 0,0 0 0,1 0 0,-1 0 0,0-1 0,0 1 0,1 0 0,-1-1 0,0 0 0,1 0 0,-1 1 0,1-2 0,-1 1 0,1 0 0,-1 0 0,1-1 0,0 1 0,0-1 0,0 0 0,0 0 0,0 0 0,0 0 0,0 0 0,0 0 0,1 0 0,-1-1 0,1 1 0,0 0 0,0-1 0,0 1 0,0-1 0,0 0 0,0 1 0,1-1 0,-1 0 0,1 0 0,-1 1 0,1 1 0,0 0 0,0-1 0,0 1 0,1 0 0,-1-1 0,0 1 0,0 0 0,1-1 0,-1 1 0,1 0 0,-1-1 0,1 1 0,0 0 0,-1 0 0,1 0 0,0 0 0,0 0 0,0 0 0,0 0 0,0 0 0,0 0 0,0 0 0,0 0 0,0 0 0,0 1 0,0-1 0,1 0 0,-1 1 0,0-1 0,0 1 0,1 0 0,-1-1 0,0 1 0,1 0 0,-1 0 0,0 0 0,1 0 0,-1 0 0,1 0 0,-1 0 0,0 0 0,1 0 0,-1 1 0,0-1 0,0 1 0,2 0 0,9-1 0,-9 4 0,-28 1 0,-43-4 0,66-24-159,6 7-2831,8-8-10064</inkml:trace>
  <inkml:trace contextRef="#ctx0" brushRef="#br0" timeOffset="22635.023">19176 9188 27078,'0'0'773,"0"0"-359,0 0-150,0 0 191,0 0 93,4-7-106,12-18-91,-15 25-309,0-1 0,0 0-1,0 0 1,0 1 0,0-1-1,0 1 1,1-1 0,-1 1-1,0 0 1,0-1 0,1 1-1,-1 0 1,0 0 0,0 0-1,1 0 1,-1 0 0,0 0-1,1 0 1,-1 0 0,0 0 0,0 1-1,1-1 1,-1 1 0,0-1-1,0 1 1,0-1 0,1 1-1,-1-1 1,0 1 0,0 0-1,0 0 1,0 0 0,0 0-42,4 2 99,162 34 874,-96-28-979,120 46 6,-155-41 0,1-2 0,0-2 0,1-1 0,0-1 0,37 1 0,-25-14-155,-37-9-618</inkml:trace>
  <inkml:trace contextRef="#ctx0" brushRef="#br0" timeOffset="55226.367">1667 9586 26238,'0'0'3323,"0"0"-2016,0 0-935,0 0-212,0 0 39,2 0 130,295-18 190,540-47-258,-282 50-202,388 46-59,-379-2 0,1485 104 0,-724 3 0,103-32 0,-1025-72 0,103-16 0,558 26 0,-110 1 0,330-69 0,-430 65 0,-520-43 0,71-20 0,519-36 0,710-37 0,-766 35 0,-408 55 0,-439 10 6,-44 3-152,-15-5-554</inkml:trace>
  <inkml:trace contextRef="#ctx0" brushRef="#br0" timeOffset="59238.444">12528 5134 27406,'0'0'3289,"0"0"-2145,0 0-689,0 0-189,0 0-132,29 1-72,845-29-51,638 47-11,-130 1 0,-1263-24 0,-105-8 0,-41-6 0,-180-54-1482,80 34-1157</inkml:trace>
  <inkml:trace contextRef="#ctx0" brushRef="#br0" timeOffset="59553.061">11980 3137 26830,'0'0'2484,"0"0"-1616,0 0-374,11 28 105,5 15-388,-1 0 1,-3 1-1,-1 0 1,-2 1-1,0 22-211,8 251 418,-15 63-418,-3-223 17,-10 470-17,19-581-8,-8-46-9,1 0 0,-1 0 0,1-1 0,-1 1 0,1-1 0,0 1 0,-1-1-1,1 1 1,0-1 0,0 1 0,0-1 0,-1 1 0,1-1 0,0 0 0,0 1 0,0-1 0,0 0-1,-1 0 1,1 0 0,0 0 0,0 0 0,0 0 0,0 0 0,0 0 0,0 0 0,-1 0 0,1 0-1,0-1 1,0 1 0,0 0 0,0 0 0,-1-1 0,1 1 0,0-1 0,0 1 0,-1-1 0,1 1-1,0-1 1,-1 1 0,1-1 0,0 0 0,-1 1 0,1-1 0,0 0 17,26-33-1749,-2-24-1551</inkml:trace>
  <inkml:trace contextRef="#ctx0" brushRef="#br0" timeOffset="60022.192">12815 2692 30727,'1131'-77'1941,"-1000"67"-1907,851-38 38,-778 49-74,-1 9-1,-1 9 1,166 39 2,70 60 0,-425-114 0,0 0 0,0 1 0,0 0 0,-1 1 0,1 0 0,-1 1 0,-1 0 0,0 1 0,0 1 0,0-1 0,-1 2 0,0 0 0,-14-3 0,-83-10 0,86 27 0,43 156 0,13 72 0,-10 1 0,-11 2 0,-12 2 0,-11 6 0,-10 374 0,-2-614-433,-4-10-1735</inkml:trace>
  <inkml:trace contextRef="#ctx0" brushRef="#br0" timeOffset="60995.101">19045 5181 28062,'0'0'1258,"0"0"-256,-20-17-341,-70-52-156,80 63-433,0 0 0,0 2 0,-1-1 0,1 1 0,-1 1 0,0 0 0,0 0 0,-1 1 0,1 0 0,0 1 0,-1 1 0,1-1 0,0 2 0,-1 0 0,1 0 0,0 1 0,0 0-72,-14 7 4,2 1-1,0 1 0,0 1 0,1 1 0,0 0 1,1 2-1,1 1 0,0 0 0,1 2 0,1 0 1,1 1-1,1 0 0,0 2 0,1 0 1,2 0-1,0 2 0,-2 5-3,-83 142 0,8 3 0,7 5 0,8 2 0,8 4 0,7 3 0,10 2 0,-10 92 0,36-160 0,5 1 0,5 0 0,5 1 0,8 100 0,4-169 0,2-1 0,2 1 0,3-1 0,2 0 0,2-1 0,3-1 0,2 0 0,2-2 0,2 0 0,2-1 0,3-2 0,4 3 0,-7-15 0,2-1 0,1-1 0,2-2 0,1-1 0,1-2 0,1 0 0,1-3 0,2-1 0,0-1 0,2-2 0,0-2 0,1-1 0,0-2 0,2-2 0,-1-2 0,2-1 0,0-2 0,44 3 0,0-5 0,0-3 0,0-4 0,1-3 0,-2-4 0,1-4 0,-1-4 0,-1-4 0,-1-3 0,-1-3 0,-1-5 0,-2-2 0,-1-4 0,-2-4 0,-2-3 0,-1-3 0,-3-3 0,63-58 0,-96 79 0,-1-2 0,-2-1 0,0-1 0,-3-2 0,-1-2 0,-1 0 0,-2-2 0,-2-1 0,-2-1 0,-1-1 0,-3-1 0,-1 0 0,-2-2 0,-2 0 0,-2 0 0,4-35 0,-12 18 0,-3 0 0,-3 0 0,-2 0 0,-3 0 0,-3 1 0,-3 0 0,-2 0 0,-2 2 0,-3 0 0,-3 1 0,-3 1 0,-1 2 0,-3 0 0,-22-26 0,-11-9 0,-3 3 0,-5 3 0,-3 3 0,-3 3 0,-4 4 0,-3 3 0,-79-49 0,-463-274 0,593 375-124,2-2 0,0 0 0,2-2 0,0-2 1,2 0-1,1-2 0,0-1 0,3-1 0,-21-31 124,3-15-3110</inkml:trace>
  <inkml:trace contextRef="#ctx0" brushRef="#br0" timeOffset="62045.378">21090 2252 31599,'0'29'701,"16"483"-234,26-310-467,-30-161 0,-3 1 0,0 1 0,-3 0 0,1 40 0,-49-157-345,24 52-1382</inkml:trace>
  <inkml:trace contextRef="#ctx0" brushRef="#br0" timeOffset="61466.055">18598 2275 30110,'0'0'862,"0"0"-350,0 0-293,0 0-50,0 0 233,25 7-42,369 99-227,-378-101-133,62 18 0,-1 2 0,-1 4 0,-1 4 0,-2 2 0,58 39 0,-126-72 0,0 1 0,-1-1 0,1 1 0,-1-1 0,0 1 0,0 0 0,0 1 0,0-1 0,-1 1 0,1 0 0,-1 0 0,0 0 0,0 0 0,-1 0 0,1 1 0,-1-1 0,0 1 0,0-1 0,0 1 0,0 0 0,-1 0 0,0 0 0,0 0 0,-1 0 0,1 0 0,-1 0 0,0 0 0,0 1 0,-1 1 0,-87 51 0,-279 57 0,342-108-249,1-2 0,-1 0 0,0-2 0,0 0 0,0-2 0,0-1 0,-1-1 249,0-4-2426</inkml:trace>
  <inkml:trace contextRef="#ctx0" brushRef="#br0" timeOffset="61730.547">19904 2279 28438,'0'0'2249,"19"9"-1477,283 151 500,-293-155-1265,120 88 25,-123-88-32,-1 0 0,0 0-1,-1 0 1,1 1 0,-1 0 0,0 0 0,0 0 0,-1 0 0,0 0-1,0 1 1,0-1 0,-1 1 0,0 0 0,0 0 0,-1 0 0,0 0-1,0 0 1,0 0 0,-1 0 0,-1 6 0,-1-6 0,0 1 0,0-1 0,-1 0 0,0 0 0,0-1 0,-1 1 0,1-1 0,-2 1 0,1-1 0,-1-1 0,0 1 0,0 0 0,0-1 0,-1 0 0,0-1 0,0 1 0,-4 1 0,6-3 0,-436 287-764,424-279-881</inkml:trace>
  <inkml:trace contextRef="#ctx0" brushRef="#br0" timeOffset="64508.87">18420 9061 25557,'0'0'4679,"0"0"-2923,0 0-1164,2 5-409,122-6-183,202-37 0,176 31 0,-453 11-108,0 2 0,-1 2 0,1 2 0,-1 2 0,-1 2 0,29 14 108,-44-15-2729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7:18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1464 0 25798,'0'0'3588,"0"0"-2521,-28 14-675,-173 88 92,63-16-486,3 6 0,5 6 0,4 5 0,-4 13 2,-93 76-14,143-128 5,27-23-15,2 2 1,1 2-1,3 2 0,-5 9 24,51-54-5,-1-1 1,1 0 0,-1 0 0,1 1-1,0-1 1,-1 1 0,1-1 0,0 1 0,0 0-1,0-1 1,0 1 0,0 0 0,1 0-1,-1 0 1,0-1 0,1 1 0,0 0-1,-1 0 1,1 0 0,0 0 0,0 0 0,0 0-1,0 0 1,0 0 0,0 0 0,1 0-1,-1 0 1,1 0 0,-1 0 0,1-1-1,0 1 1,0 0 0,0 0 0,0-1-1,0 1 1,0 0 0,0-1 0,0 1 0,1-1-1,0 1 5,154 58 45,-121-51-12,113 28 152,1-6 0,1-6-1,36-5-184,-153-16-132,0-3-1,1 0 0,-1-2 1,0-2-1,0-1 0,23-6 133,15-12-1591</inkml:trace>
  <inkml:trace contextRef="#ctx0" brushRef="#br0" timeOffset="249.359">1665 432 29182,'0'0'640,"0"0"-384,141 6 64,-80 2 1,-2-2-121,-4 0-128,-7 0-72,-13 6-160,-13 0-1105,-20 1-3224</inkml:trace>
  <inkml:trace contextRef="#ctx0" brushRef="#br0" timeOffset="502.509">1356 776 27318,'0'0'2696,"0"0"-2400,0 0-216,0 0 401,0 0-17,116 69-224,-41-54-88,6-5-16,5-2-32,8-2-8,-2 0-40,2-2-48,-2 0-8,11-4-488,-24 0-841,-20-4-1247</inkml:trace>
  <inkml:trace contextRef="#ctx0" brushRef="#br0" timeOffset="676.247">2465 217 29582,'0'0'623,"0"0"-152,26 7 16,163 50 197,0 34-422,-180-86-249,0 1-1,-1 0 0,0 1 0,0 0 1,0 0-1,-1 0 0,0 1 0,-1 1 1,0-1-1,0 1 0,0 0 0,-1 0 0,-1 0 1,1 1-1,-2 0 0,1 0 0,-1 0 1,1 8-13,-5 3 9,-1 0 1,-1 0-1,-1 0 1,0 0-1,-2 0 1,0-1-1,-2 0 0,0 0 1,-1-1-1,-1 0 1,0-1-1,-2 0 1,0-1-1,-1 0 1,-1 0-1,0-2 1,-1 0-1,-1 0 1,-4 2-10,10-7 1,-9 11-213,0 0 0,-2-1 0,0-1 0,-1-2 0,-1 0 0,-1-1 0,0-1 212,-12-3-3165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7:48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32767,'0'0'0,"0"0"0,0 0 0,0 0 0,0 0-1248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7:23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6258 1500 30471,'0'0'880,"0"0"-656,0 0 208,0 0 128,152 156-360,-102-89-200,0 4 0,16 10 0,-15-18-632,-10-21-1793</inkml:trace>
  <inkml:trace contextRef="#ctx0" brushRef="#br0" timeOffset="243.482">6703 1423 30887,'0'0'1184,"0"0"-744,-111 103-184,49-38-256,-28 47 0,14-15 0,8-8-888</inkml:trace>
  <inkml:trace contextRef="#ctx0" brushRef="#br0" timeOffset="-2894.74">0 595 30134,'0'0'1078,"0"0"-755,22 0-159,211-17 621,17-42-504,-167 36-280,1 3-1,0 4 0,1 3 1,1 4-1,70 3 0,-86 20 92,-68-14-129,0 0-1,-1 1 1,1-1 0,0 1 0,-1-1 0,1 1 0,-1 0 0,1 0 0,-1 0 0,1 0 0,-1 0 0,0 0 0,1 0 0,-1 0 0,0 0 0,0 1 0,0-1 0,0 0 0,0 1 0,0-1 0,0 1 0,0-1 0,-1 1 0,1 0 0,-1-1 0,1 1 0,-1 0 0,1-1 0,-1 1 0,0 0 0,0-1 0,0 1 0,0 0 0,0 0 0,0-1 0,-1 1 0,1 0 0,0 0 37,-18 19-4768,-12-4-11434</inkml:trace>
  <inkml:trace contextRef="#ctx0" brushRef="#br0" timeOffset="-2566.066">340 528 28238,'0'0'1102,"0"0"-318,-1 29-49,-21 449 889,-10-123-1335,-9 238-294,40-580 5,0-1 0,1 1 0,0 0 0,1 0 0,1 0 0,0-1 0,1 1 0,0-1 0,1 0 0,0 0 0,1 0 0,0 0 0,1-1 0,0 1 0,1-2 0,1 1 0,-1-1 0,1 0 0,1 0 0,0-1 0,0-1 0,1 1 0,0-1 0,1-1 0,0 0 0,0-1 0,0 0 0,0 0 0,1-1 0,0-1 0,1 0 0,-1 0 0,8 0 0,34-4-76,1-3 0,-1-2 0,-1-3 0,1-1 0,-2-3 0,1-3 0,-2-1 0,0-3 0,-1-2 0,-1-3 0,-1-1 0,-1-2 0,21-19 76,16-9-2061</inkml:trace>
  <inkml:trace contextRef="#ctx0" brushRef="#br0" timeOffset="-2328.344">1526 1074 31423,'0'0'1152,"0"0"-1072,86 109-32,-27-44 16,9 12-64,15 6 0,2 1 0,1-1 0,-3-6 0,-10-8 0,-12-14 0,-11-11 0,-1-34 0,-14-10-1016,-16-6-1585</inkml:trace>
  <inkml:trace contextRef="#ctx0" brushRef="#br0" timeOffset="-2169.603">2206 1015 30551,'0'0'896,"0"0"-360,-130 106-80,49-1-128,-15 31-328,1 8 0,23-24 0,26-37 0,31-37 0,15-23-8,15-7-1048,7-12-1377</inkml:trace>
  <inkml:trace contextRef="#ctx0" brushRef="#br0" timeOffset="-1839.663">2482 674 30438,'0'0'653,"25"-2"-261,395-28 781,-97 12-1094,-313 18-79,-8 0 1,1-1 0,-1 0-1,0 1 1,1 0-1,-1 0 1,0-1 0,1 1-1,-1 1 1,0-1-1,1 0 1,-1 0 0,0 1-1,1 0 1,-1-1 0,0 1-1,0 0 1,0 0-1,0 0 1,1 0 0,-1 1-1,-1-1 1,1 0 0,0 1-1,0-1 1,0 1-1,-1 0 1,1 0 0,-1 0-1,0 0 1,1 0-1,-1 0 1,0 0 0,0 0-1,1 2 0,-17 208 11,7 150-11,12-252 0,-6 1 0,-15 107 0,11-188-168,0-1 0,-2 0 1,-1 0-1,-2-1 0,0 0 0,-6 6 168,-16 30-2410</inkml:trace>
  <inkml:trace contextRef="#ctx0" brushRef="#br0" timeOffset="-1590.887">2611 2096 29798,'0'0'2409,"0"0"-2153,0 0-200,0 0 192,0 0-248,202 34 0,-75-34 0,33-4 0,-20-16-1352,-26-10-4097</inkml:trace>
  <inkml:trace contextRef="#ctx0" brushRef="#br0" timeOffset="-1341.166">4270 1218 30615,'0'0'720,"0"0"-264,0 0-168,0 0 112,0 0-112,112-25-288,-75 44 0,-6 13 0,-11 11 0,-20 36-520,-7-10-1192,-19-12-6666</inkml:trace>
  <inkml:trace contextRef="#ctx0" brushRef="#br0" timeOffset="-1093.181">3792 1774 30911,'0'0'678,"0"0"-427,20-3-80,251-61 568,-268 63-739,72-19 5,1 2-1,1 5 0,0 2 0,41 1-4,-116 10 0,-1-1 0,1 1 0,-1-1 0,1 1 0,-1-1 0,1 1 0,-1 0 0,1 0 0,-1 0 0,1 0 0,0 0 0,-1 0 0,1 0 0,-1 0 0,1 1 0,-1-1 0,1 1 0,-1-1 0,1 1 0,-1-1 0,0 1 0,1 0 0,-1 0 0,0 0 0,1 0 0,-1 0 0,0 0 0,0 0 0,0 0 0,0 0 0,0 0 0,0 1 0,0-1 0,0 0 0,-1 1 0,1-1 0,0 1 0,-1-1 0,1 1 0,-1-1 0,0 1 0,1-1 0,-1 1 0,0-1 0,0 1 0,0 0 0,0-1 0,0 1 0,0-1 0,-1 1 0,1-1 0,0 1 0,-1-1 0,1 1 0,-1-1 0,0 1 0,-86 97 0,-705 542 0,738-606-1316,68-71-509,18-16-2116</inkml:trace>
  <inkml:trace contextRef="#ctx0" brushRef="#br0" timeOffset="-834.116">4279 1960 28934,'0'0'1721,"0"0"-1137,0 0-176,7 156 272,-7-83-240,-14 8-440,-1 5 0,4-1 0,7-4 0,4-16 0,0-15 0,13-19 0,9-19-272,17-12-376,-4-22-744,-6-7-1241</inkml:trace>
  <inkml:trace contextRef="#ctx0" brushRef="#br0" timeOffset="-589.135">4739 1780 30366,'0'0'633,"0"0"-360,-22 7-64,-5-1-94,-101 45 464,117-44-559,1 1 0,0 0 0,0 0 0,1 1 0,0 0 0,0 0 1,1 1-1,0 1 0,1-1 0,0 2-20,4-8 3,1 0 1,0 0 0,0 0-1,1 1 1,-1-1 0,1 1-1,0-1 1,0 1 0,0 0-1,1-1 1,0 1-1,0 0 1,0-1 0,0 1-1,1 0 1,0-1 0,-1 1-1,2-1 1,-1 1 0,1-1-1,-1 1 1,1-1-1,0 0 1,1 0 0,-1 0-1,1 0 1,0 0 0,2 2-4,9 7-100,0-1 0,0 0 1,1-1-1,0-1 1,1 0-1,0-2 0,1 1 1,0-2-1,0 0 1,1-1-1,-1-1 0,1-1 1,1 0-1,-1-1 1,0-1-1,1-1 0,-1-1 1,1 0-1,-1-1 1,1-1-1,-1-1 1,0-1-1,0 0 0,0-2 1,8-3 99,51-25-3726</inkml:trace>
  <inkml:trace contextRef="#ctx0" brushRef="#br0" timeOffset="-403.461">5103 1198 30126,'0'0'1825,"0"146"-1649,20 2-48,6 38 384,1 17-512,-8 2 0,-10-14 0,-7-3 0,-2-11 0,0-37 0,0-39 0,0-42 0,0-35 0,-2-18 0,-5-8 0,-8-81-1024,-2-4-1625,-1-11-20140</inkml:trace>
  <inkml:trace contextRef="#ctx0" brushRef="#br0" timeOffset="-246.222">5046 1761 12051,'0'0'19460,"0"0"-18892,0 0-272,156 21 88,-95 7-376,5 7-8,2 9 0,22 21 0,-18-10-840,-8-9-4337</inkml:trace>
  <inkml:trace contextRef="#ctx0" brushRef="#br0" timeOffset="1909.35">8757 1394 6737,'0'0'19417,"0"0"-14387,0 0-4571,0 0-286,0 0 163,5 0-33,4-3-285,0 0 0,-1-1 0,0 0 0,0-1-1,0 0 1,0 0 0,-1-1 0,0 0 0,0 0 0,-1 0 0,1-1 0,-1 0 0,-1-1-1,1 1 1,-1-1 0,-1 0 0,3-5-18,7-7 8,26-38-8,-4 0 0,-2-3 0,-3-1 0,1-8 0,-26 105 0,-41 183 0,21-142 0,2 0 0,4 0 0,2 26 0,5-97 0,1 1 0,-1 0 0,1 0 0,0-1 0,1 1 0,0 0 0,0 0 0,0-1 0,0 1 0,1-1 0,0 1 0,0-1 0,0 0 0,1 0 0,0 0 0,0 0 0,0 0 0,1 0 0,-1-1 0,1 0 0,0 0 0,1 0 0,-1 0 0,1 0 0,-1-1 0,1 0 0,0 0 0,0 0 0,0-1 0,1 0 0,-1 0 0,4 1 0,2-2 0,0 0 0,1-1 0,-1 0 0,0-1 0,1 0 0,-1 0 0,0-2 0,0 1 0,0-1 0,0-1 0,-1 0 0,0-1 0,1 1 0,-1-2 0,-1 0 0,1 0 0,-1-1 0,0 0 0,5-5 0,140-171 0,-101 103 0,-3-3 0,-4-2 0,-4-1 0,-3-2 0,-1-11 0,11-107 0,-42 256 0,-13 585 0,-46 224 0,40-715 0,-6-1 0,-7-1 0,-13 29 0,38-164 0,-1 0 0,1 0 0,-1 0 0,-1 0 0,1 0 0,-1-1 0,0 1 0,-1 0 0,1-1 0,-1 0 0,-1 1 0,1-1 0,-1-1 0,0 1 0,0 0 0,-1-1 0,0 0 0,0 0 0,0 0 0,0-1 0,-1 0 0,0 0 0,1 0 0,-2-1 0,1 0 0,0 0 0,-1 0 0,1-1 0,-1 0 0,0 0 0,1 0 0,-1-1 0,0 0 0,-4-1 0,6-1 0,-1 0 0,1-1 0,0 0 0,0 0 0,0-1 0,0 1 0,0-1 0,0 0 0,1 0 0,0-1 0,-1 1 0,1-1 0,0 0 0,1 0 0,-1 0 0,1-1 0,0 1 0,0-1 0,0 0 0,0 0 0,1 0 0,0 0 0,-1-3 0,-14-39 0,3 1 0,1-2 0,2 0 0,3 0 0,2-1 0,1 0 0,3 0 0,3-27 0,-4 41-10,2 0 1,1 0-1,2 1 0,1-1 0,2 1 1,1 0-1,2 0 0,1 0 1,1 1-1,2 0 0,2 1 0,1 1 1,1 0-1,9-11 10,-7 20-113,0 1 0,2 1 0,0 1 0,2 0 0,0 2 0,0 0 1,4 1 112,58-35-4885,-17 16-13109</inkml:trace>
  <inkml:trace contextRef="#ctx0" brushRef="#br0" timeOffset="12747.696">21806 1364 11258,'0'0'19461,"0"0"-18717,0 0-176,0 0-384,0 0-184,0 0-280,0 0-1537</inkml:trace>
  <inkml:trace contextRef="#ctx0" brushRef="#br0" timeOffset="13028.958">22145 1337 28870,'0'0'2185,"0"0"-1849,0 0 128,112-8 64,-53 2-144,16-2-384,10 0 0,5 0 0,4 0 0,-6 4 0,-9 0 0,-11 4 0,-13 0-56,-18 0-1336,-17 0-2545</inkml:trace>
  <inkml:trace contextRef="#ctx0" brushRef="#br0" timeOffset="13311.683">22625 950 28238,'0'0'3145,"0"0"-2729,-15 100 104,13-40-88,2 7-416,0 21-16,0-5 0,2 6 0,7 26 0,0-33-400,-1-11-3537</inkml:trace>
  <inkml:trace contextRef="#ctx0" brushRef="#br0" timeOffset="13955.976">23285 1439 30687,'0'0'712,"0"0"-423,0 0-80,0 0 180,0 0-60,26-5-196,-3 0-122,-10 4-10,-1-1-1,1-1 1,-1 0 0,0-1-1,0 0 1,0-1 0,-1 0-1,1-1 1,-1 0 0,0-1-1,-1 0 1,4-4-1,191-212-21,-173 184-11,-32 39 32,0 1 0,1-1 0,-1 0 0,0 1 0,0-1 0,0 1 0,0-1 1,0 1-1,0-1 0,0 0 0,1 1 0,-1-1 0,0 0 0,0 1 0,1-1 0,-1 1 0,0-1 1,0 0-1,1 0 0,-1 1 0,0-1 0,1 0 0,-1 0 0,0 1 0,1-1 0,-1 0 1,1 0-1,-1 0 0,0 1 0,1-1 0,-1 0 0,1 0 0,-1 0 0,0 0 0,1 0 0,-1 0 1,1 0-1,-1 0 0,1 0 0,-1 0 0,0 0 0,1 0 0,-1 0 0,1-1 0,-1 1 1,0 0-1,1 0 0,-1 2 1,-51 341 46,52-173-47,-1-166 0,1 0 0,0 0 0,0-1 0,0 1 0,0 0-1,1-1 1,-1 1 0,1-1 0,0 1 0,0-1 0,0 0 0,0 0 0,1 0 0,0 0 0,-1 0 0,1 0-1,0-1 1,0 1 0,0-1 0,1 0 0,-1 0 0,0 0 0,1-1 0,0 1 0,-1-1 0,1 0-1,0 1 1,-1-2 0,1 1 0,0 0 0,0-1 0,0 0 0,0 0 0,0 0 0,0 0 0,-1-1 0,1 1-1,0-1 1,0 0 0,0 0 0,-1-1 0,1 1 0,0-1 0,9-6-33,1-2 0,-2 1 0,1-2 1,-1 0-1,0 0 0,-1-1 0,-1 0 0,0-1 0,-1 0 0,0-1 1,3-6 32,23-47 23,-3-1 1,-3-2 0,-3 0 0,-3-2 0,-3-1 0,-4 0-1,-2-1 1,-1-35-24,-4 85 164,0 36-138,4 42-41,10 105 15,-7 1 0,-8 1 0,-7 61 0,-13-43 0,-7 0 0,-9-2 0,-7 0 0,-8-3 0,-16 26 0,51-172 0,5-9 0,-2-1 0,0 1 0,-1-1 0,-1 0 0,-1-1 0,-1 0 0,0 0 0,-1-1 0,0 0 0,-6 6 0,14-20 0,1 0 0,-1 0 0,0-1 0,0 1 0,0 0 0,0-1 0,0 1 0,0-1 0,0 1 0,-1-1 0,1 0 0,0 0 0,-1 0 0,1-1 0,-1 1 0,1 0 0,-1-1 0,1 0 0,-1 1 0,1-1 0,-1 0 0,0 0 0,1-1 0,-1 1 0,1 0 0,-1-1 0,1 0 0,-1 1 0,1-1 0,0 0 0,-1 0 0,1 0 0,0-1 0,0 1 0,-1-1 0,1 1 0,0-1 0,1 0 0,-59-86 0,47 52 0,3 0 0,0-1 0,3-1 0,1 1 0,2-1 0,1 0 0,2 0 0,2 0 0,1 0 0,2 0 0,8-33 0,-4 41 9,0 0-1,2 1 1,2 1 0,0 0-1,2 0 1,1 1 0,1 1-1,1 1 1,2 0 0,0 1-1,2 1 1,11-10-9,28-22-439,2 3 0,2 2 1,2 3-1,6 1 439,14-8-2758</inkml:trace>
  <inkml:trace contextRef="#ctx0" brushRef="#br0" timeOffset="15403.553">26663 409 30535,'0'0'736,"0"0"-488,123 0 104,-58 2 88,10 10-232,-1 0-208,19 4-240,-21-2-768,-17-8-3217</inkml:trace>
  <inkml:trace contextRef="#ctx0" brushRef="#br0" timeOffset="15794.813">27434 175 30134,'0'0'641,"0"20"-132,-4 371 877,-2-198-1337,27-214-97,77-138-265,-50 77 194,4 2 0,3 2-1,37-37 120,-90 112 2,0 1 22,-1-1 0,1 1-1,-1-1 1,1 1 0,0 0 0,0 0-1,0 0 1,0 0 0,0 0-1,0 0 1,0 1 0,1-1 0,-1 0-1,1 1 1,-1 0 0,1 0 0,0 0-1,-1 0 1,1 0 0,0 0-1,0 1 1,0-1 0,-1 1 0,1 0-1,0 0 1,0 0 0,0 0-1,0 1 1,0-1 0,-1 1 0,3 0-24,0 6 2,-1 1 0,1 0 0,-1 0 1,-1 1-1,1-1 0,-1 1 0,-1 0 1,0-1-1,0 1 0,-1 0 1,0 0-1,0 6-2,0-4 2,14 116-14,-11-69-27,3 0 1,2-1 0,3-1-1,2 1 1,17 37 38,-28-82-1020</inkml:trace>
  <inkml:trace contextRef="#ctx0" brushRef="#br0" timeOffset="14332.912">24747 1806 27926,'0'0'3255,"0"0"-2314,0 0-605,-6 24-78,-29 155-207,21 22-51,37-252 0,6-20 0,-16 35 0,2 0 0,1 0 0,2 2 0,2 0 0,0 1 0,4-1 0,-21 31 0,-1-1 0,1 1 0,-1 0 0,1-1 0,0 1 0,0 0 0,1 1 0,-1-1 0,0 0 0,1 1 0,0 0 0,0 0 0,-1 0 0,1 0 0,0 1 0,0 0 0,1-1 0,-1 2 0,0-1 0,0 0 0,0 1 0,1-1 0,-1 1 0,0 1 0,1-1 0,-1 0 0,0 1 0,0 0 0,0 0 0,1 0 0,-1 1 0,0-1 0,-1 1 0,1 0 0,3 2 0,1 7-1,-1 1 1,0 0-1,0 1 0,-1 0 0,-1-1 1,0 2-1,-1-1 0,0 1 0,-1-1 1,0 1-1,-1 0 0,-1 7 1,12 45-314,-5-33-1235</inkml:trace>
  <inkml:trace contextRef="#ctx0" brushRef="#br0" timeOffset="14587.33">25254 1392 29350,'0'0'2769,"0"0"-2593,65 100-96,-19-38 80,5 5 72,-1 0-232,-2 0 0,-8-2 0,-5-6 0,-7-12-272,1-19-448,-7-14-1201,-5-14-6184</inkml:trace>
  <inkml:trace contextRef="#ctx0" brushRef="#br0" timeOffset="14837.678">25692 1417 30591,'0'0'848,"0"0"-224,-103 125-224,57-62-232,6 2-168,-6 22-184,11-16-1008,11-16-10867</inkml:trace>
  <inkml:trace contextRef="#ctx0" brushRef="#br0" timeOffset="15153.126">26111 1258 30294,'0'0'807,"0"0"-389,0 0 43,25 20 53,85 67-276,-89-70-233,-1 0 0,-1 1 0,0 1 0,-2 0 0,0 1 0,-1 2 0,3 5-5,-14-19 0,1 0 0,-1 1 0,-1 0 0,1-1 0,-1 1 0,-1 1 0,0-1 0,0 0 0,-1 1 0,0-1 0,-1 1 0,0 0 0,0 0 0,-1 0 0,-1-1 0,1 1 0,-1 0 0,-1 0 0,0-1 0,0 1 0,-1-1 0,-1 0 0,1 0 0,-1 0 0,-1 0 0,1 0 0,-2-1 0,-3 6 0,-24 17 0,-1-1 0,-1-1 0,-1-3 0,-2 0 0,0-3 0,-2-1 0,0-2 0,-2-1 0,0-3 0,-2-1 0,45-15 0,-1 1 0,0-1 0,0 0 0,1 0 0,-1 0 0,0 1 0,0-1 0,1 0 0,-1 0 0,0 1 0,0-1 0,0 0 0,1 0 0,-1 1 0,0-1 0,0 0 0,0 1 0,0-1 0,0 0 0,0 1 0,0-1 0,0 0 0,0 0 0,0 1 0,0-1 0,0 0 0,0 1 0,0-1 0,0 0 0,0 1 0,0-1 0,0 0 0,0 1 0,0-1 0,0 0 0,-1 1 0,1-1 0,0 0 0,0 0 0,0 1 0,0-1 0,-1 0 0,1 0 0,0 1 0,0-1 0,-1 0 0,1 0 0,0 0 0,-1 0 0,1 1 0,0-1 0,0 0 0,-1 0 0,1 0 0,0 0 0,-1 0 0,35 7 0,-29-6 0,76 12-1,-4 1-2,1-3 0,1-4-1,50-2 4,-65-12-312,-11-9-1045</inkml:trace>
  <inkml:trace contextRef="#ctx0" brushRef="#br0" timeOffset="12275.068">20714 1102 31623,'0'0'1112,"0"0"-1080,0 0-32,31 134 0,-18-93 0,4 1 0,3-3 0,6-5 0,12-13 0,-5-9-1472,-5-12-5018</inkml:trace>
  <inkml:trace contextRef="#ctx0" brushRef="#br0" timeOffset="12464.027">21218 1260 22429,'0'0'8546,"0"0"-7914,0 0-192,0 0-32,0 0-112,0 0-280,0 0-16,37 78-232,-15-62-824,-2-6-1889</inkml:trace>
  <inkml:trace contextRef="#ctx0" brushRef="#br0" timeOffset="2146.099">10519 1751 31487,'0'0'1096,"0"0"-928,0 0-152,-15 114-16,13-59 0,2 9 0,0 7 0,0 2 0,-2-2 0,-3-6 0,3-12 0,0-18 0,0-17-1360</inkml:trace>
  <inkml:trace contextRef="#ctx0" brushRef="#br0" timeOffset="2693.041">10951 1248 27014,'0'0'3144,"0"0"-2271,0 0-241,0 0-304,0 0 136,0 0-152,0 0-312,152 138 0,-102-75 0,-2 4 0,-4-4 0,-2-4 0,-7-11 0,-2-11 0,-5-11 0,3-20-104,-9-6-1408,-7 0-3265</inkml:trace>
  <inkml:trace contextRef="#ctx0" brushRef="#br0" timeOffset="2944.047">11458 1157 30414,'0'0'1305,"0"0"-705,0 0-152,-158 118-448,96-49 0,-6 8 0,3 4 0,8 0 0,11 6 0,17-20-1000,14-24-2929</inkml:trace>
  <inkml:trace contextRef="#ctx0" brushRef="#br0" timeOffset="3459.18">11754 991 29678,'0'0'882,"0"0"-361,0 0-1,22 9 66,151 66-21,-155-65-564,-1-1 0,0 2-1,-1 0 1,0 1 0,-1 1 0,0 0-1,-1 1 1,-1 1 0,0 0-1,-1 1 1,0 0 0,-1 1-1,-1 0 1,-1 1 0,-1 0 0,0 0-1,-1 1 1,-1-1 0,-1 2-1,0-1 1,0 11-1,-4-9 0,-1 0 0,0 0 0,-2-1 0,0 1 0,-1 0 0,-1-1 0,-1 0 0,-1 0 0,-1 0 0,0-1 0,-2 0 0,0 0 0,-1-1 0,-1 0 0,0-1 0,-2 0 0,0-1 0,-1 0 0,-12 10 0,2-4 0,-1-1 0,0-1 0,-2-1 0,0-1 0,-1-2 0,-1 0 0,0-2 0,-1-2 0,0 0 0,-1-2 0,0-2 0,-25 4 0,31-9 0,267-46 0,190 26 0,-327-7-516,-66 0-1457</inkml:trace>
  <inkml:trace contextRef="#ctx0" brushRef="#br0" timeOffset="3711.123">12411 526 28990,'0'0'2633,"0"0"-2401,0 0 32,132-4 216,-71 2-312,9 0-168,2 2 0,1 0 0,-5 0 0,15 0 0,-17 0-528,-14 0-1529</inkml:trace>
  <inkml:trace contextRef="#ctx0" brushRef="#br0" timeOffset="3976.901">13393 52 27734,'0'0'4193,"0"0"-3737,0 0-104,0 0-320,-20 152-32,20-61 0,5 35 0,-5 34 0,0 6 0,0-16 0,-13-50-312,2-45-6129</inkml:trace>
  <inkml:trace contextRef="#ctx0" brushRef="#br0" timeOffset="7205.738">13702 1772 28686,'0'0'1766,"0"0"-975,0 0-387,0 0-36,0 0 77,28-2-182,182-15-219,138 11-44,-335 6-138,0 0 0,-1 0 0,1 1 1,-1 1-1,1 0 0,-1 1 0,0 0 0,0 1 0,0 0 1,-1 1-1,1 1 0,-1-1 0,0 2 0,5 3 138,-15-9-3047</inkml:trace>
  <inkml:trace contextRef="#ctx0" brushRef="#br0" timeOffset="7460.082">14103 1402 24333,'0'0'6826,"0"0"-6010,0 0-336,0 0-176,-39 114-296,39-53-8,0 12 0,0 6 0,11 8 0,4 2 0,20 13 0,-6-21-560,-1-26-2945</inkml:trace>
  <inkml:trace contextRef="#ctx0" brushRef="#br0" timeOffset="8364.603">14844 1567 29134,'0'0'1234,"0"0"-726,0 0-236,0 0 153,0 0 9,27-13-154,90-46-140,-94 45-123,0-1 0,-1-1 1,-1-1-1,0-1 0,-1-1 0,16-19-17,17-17 14,-53 56-11,0 0-1,0-1 0,-1 1 0,1 0 1,0 0-1,1-1 0,-1 1 0,0 0 1,0 0-1,0-1 0,0 1 0,1 0 1,-1 0-1,0-1 0,0 1 0,1 0 1,-1-1-1,1 1 0,-1 0 1,1-1-1,-1 1 0,1 0 0,-1-1 1,1 1-1,-1-1 0,1 1 0,0-1 1,-1 0-1,1 1 0,0-1 0,0 0 1,-1 1-1,1-1 0,0 0 0,0 0 1,-1 0-1,1 1 0,0-1 1,0 0-1,-1 0 0,1 0 0,0 0 1,0 0-1,0-1 0,-1 1 0,1 0 1,0 0-1,0 0 0,-1-1 0,1 1 1,0 0-1,-1-1 0,1 1 1,0 0-1,-1-1 0,1 0-2,-1 339 96,-1-332-96,0 0 0,0 0 0,1 0 0,-1 0 0,1 0 0,1 0 0,-1 0 0,1 0 0,0 0 0,0 0 0,1 0 0,0 0 0,0-1 0,0 1 0,1 0 0,-1-1 0,2 0 0,-1 0 0,0 0 0,1 0 0,0 0 0,0-1 0,0 1 0,1-1 0,-1 0 0,1-1 0,0 1 0,0-1 0,1 0 0,-1 0 0,0 0 0,1-1 0,0 0 0,5 1 0,3-4 0,-1-1 0,0 0 0,0-1 0,-1-1 0,1 0 0,-1-1 0,0 0 0,0-1 0,0 0 0,-1-1 0,0 0 0,0-1 0,-1 0 0,0-1 0,0 0 0,-1-1 0,0 0 0,-1 0 0,0 0 0,0-1 0,5-12 0,11-10 0,-2-2 0,-2 0 0,-1-1 0,-2-1 0,-1 0 0,-2-2 0,-1 1 0,-3-2 0,-1 1 0,-1-1 0,-3-1 0,-1 1 0,-2-1 0,-2-3 0,-4 19 0,-5 56 0,-3 74 0,4 0 0,5 0 0,5 0 0,-1-11 0,10 310 0,-2-144 0,-17 160 0,6-389 0,-1 1 0,-1-1 0,-2 0 0,-1 0 0,-2 0 0,0-1 0,-2 0 0,-10 16 0,21-44 0,-1 0 0,0 0 0,0 0 0,0 0 0,0 0 0,0 0 0,0 0 0,0 0 0,-1-1 0,1 1 0,-1 0 0,1-1 0,-1 1 0,0-1 0,0 1 0,0-1 0,1 0 0,-1 0 0,0 0 0,0 0 0,-1 0 0,1-1 0,0 1 0,0 0 0,0-1 0,0 0 0,-1 1 0,1-1 0,0 0 0,0 0 0,-1 0 0,1 0 0,0-1 0,0 1 0,0-1 0,-1 1 0,1-1 0,0 0 0,0 0 0,0 0 0,0 0 0,0 0 0,0 0 0,1-1 0,-1 1 0,0 0 0,1-1 0,-1 0 0,0 1 0,1-1 0,0 0 0,-1 0 0,1 0 0,0 1 0,0-1 0,0-1 0,0 1 0,1 0 0,-21-43 0,1-1 0,3 0 0,2-2 0,2 0 0,3 0 0,1-1 0,2 0 0,3 0 0,1-42 0,1 63 0,0 1 0,2-1 0,1 1 0,1 0 0,2-1 0,0 1 0,2 0 0,1 1 0,1-1 0,3-4 0,6-1-88,1 1 0,2 0 0,1 1 0,1 2 0,1 0 0,2 1 0,1 1 0,0 2 0,24-16 88,28-23-1849</inkml:trace>
  <inkml:trace contextRef="#ctx0" brushRef="#br0" timeOffset="8677.987">16197 1735 26910,'0'0'4005,"0"0"-2824,0 0-805,20 13-128,65 43-201,-80-53-47,1 0 0,-1 0 0,0 1 0,0 0 0,0 0 0,-1 0 0,1 0 0,-1 1 0,0 0 0,0 0 0,-1 0 0,0 0 0,1 0 0,-2 1 0,1 0 0,-1-1 0,1 1 0,-2 0 0,1 0 0,-1 0 0,0 0 0,0 1 0,0-1 0,-1 0 0,0 0 0,0 0 0,-1 1 0,0-1 0,0 0 0,0 0 0,-1 0 0,0 0 0,0 0 0,0 0 0,-1-1 0,-1 3 0,-6 8 0,-1 0 0,-1-1 0,0 0 0,-1-1 0,-1 0 0,0-1 0,0-1 0,-2 0 0,1-1 0,-8 4 0,-81 35 0,404-90-292,-197 25-1443,-4-3-1991</inkml:trace>
  <inkml:trace contextRef="#ctx0" brushRef="#br0" timeOffset="8978.338">16839 1293 28638,'0'0'2689,"0"0"-2425,0 0 248,94 113-48,-41-54-264,4 6-200,0 6 0,-3 2 0,-5 0 0,-10-4 0,-6-6-152,-9-18-1256,-9-21-3025</inkml:trace>
  <inkml:trace contextRef="#ctx0" brushRef="#br0" timeOffset="9226.053">17308 1323 30414,'0'0'1193,"0"0"-705,0 0-112,-140 146-128,94-79-200,10 2-48,10 18 0,11-18-736,6-14-2593</inkml:trace>
  <inkml:trace contextRef="#ctx0" brushRef="#br0" timeOffset="9589.046">17685 1118 30222,'0'0'1026,"0"0"-553,17 17-63,113 118 194,-96-99-595,-2 0-1,-2 2 1,-1 1 0,19 37-9,-42-66 0,-1 0 0,0 0-1,0 0 1,-1 1 0,0 0 0,-1 0 0,0 0 0,-1 1 0,0-1 0,-1 0-1,0 1 1,-1-1 0,0 1 0,-1-1 0,0 1 0,-1-1 0,0 0 0,-1 1 0,0-1-1,0 0 1,-2-1 0,1 1 0,-4 4 0,-14 14 0,-2-1 0,0-2 0,-2 0 0,-1-1 0,-1-2 0,-2 0 0,0-2 0,-1-2 0,0-1 0,-2-1 0,0-1 0,-1-3 0,-14 4 0,-79 15 0,305-24 0,303-4-356,-401-7-1004,-11-10-1437</inkml:trace>
  <inkml:trace contextRef="#ctx0" brushRef="#br0" timeOffset="9840.613">18209 662 30767,'0'0'640,"0"0"-328,0 0-184,158 2 152,-95 0-272,31-2-8,-17 0-992,-11-4-2345</inkml:trace>
  <inkml:trace contextRef="#ctx0" brushRef="#br0" timeOffset="10204.866">18890 277 28598,'0'0'2422,"0"0"-1614,0 0-321,20 17-138,122 99-246,-133-111-103,0 1 0,-1 0 0,1 0 0,-1 1 0,-1 0 0,1 0 0,-1 1 0,-1 0 0,0 0 0,0 1 0,0-1 0,-1 1 0,0 1 0,-1-1 0,0 1 0,0-1 0,-1 1 0,-1 0 0,1 0 0,-2 1 0,1-1 0,-1 0 0,-1 1 0,0-1 0,0 0 0,-1 1 0,-2 9 0,-7 2 0,0 0 0,-1 0 0,-2-1 0,0 0 0,-1-1 0,-1-1 0,0 0 0,-2-1 0,0-1 0,-1-1 0,-2 2 0,16-15 0,-126 106 0,154-104 0,83-12 0,-84 3-5,0 1 1,0 2 0,0 0 0,0 2 0,0 0 0,0 2 0,0 0 0,15 5 4,-7 4-771,-9-6-2450</inkml:trace>
  <inkml:trace contextRef="#ctx0" brushRef="#br0" timeOffset="11774.605">19248 1479 30807,'0'0'1088,"0"0"-624,0 0-256,0 0-24,0 0-168,0 0-16,125-10 0,-51 0 0,9 0 0,-1 4 0,-1 0 0,-5 2 0,-8 0 0,7-14-56,-18 1-1208,-18-7-1441</inkml:trace>
  <inkml:trace contextRef="#ctx0" brushRef="#br0" timeOffset="12025.659">19767 1116 27766,'0'0'1360,"0"0"-7,0 0-673,0 0-240,0 0 8,0 0-64,-41 165-168,38-88-96,1 6-120,2 4 0,-2-2 0,2-2 0,0-8-176,15-10-480,9-20-848,0-25-3578</inkml:trace>
  <inkml:trace contextRef="#ctx0" brushRef="#br0" timeOffset="20547.449">28541 1674 24901,'0'0'1877,"0"0"607,0 0-1449,0 0-377,0 0-74,-12 0-91,-13-1-356,4 1 295,55 5-266,180 15-481,158-7 315,-315-13-1573</inkml:trace>
  <inkml:trace contextRef="#ctx0" brushRef="#br0" timeOffset="21329.148">29558 1552 30775,'0'0'585,"0"0"-300,0 0 15,19-3 127,-2 1-336,-6 1-61,0 0 0,0-1-1,-1 0 1,1 0 0,-1-2 0,1 1-1,-1-1 1,0 0 0,0-1-1,6-5-29,17-11 1,0-2 0,-2-2-1,-1 0 1,0-2 0,-3-2-1,0 0 1,-2-2 0,-1 0-1,-1-2 1,1-6-1,-14 37 0,-12 31 0,-78 266 0,68-236 0,2 1 0,3 0 0,3 0 0,3 15 0,0-71 0,0 0 0,1 0 0,-1 0 0,1 0 0,0 1 0,0-1 0,1 0 0,-1 0 0,1 0 0,0 0 0,0 0 0,0 0 0,1 0 0,-1 0 0,1 0 0,0 0 0,0-1 0,0 1 0,1-1 0,-1 1 0,1-1 0,0 0 0,0 0 0,0 0 0,0-1 0,1 1 0,-1-1 0,1 1 0,-1-1 0,2 0 0,2 0 0,1-1 0,-1 0 0,1 0 0,0-1 0,-1 0 0,1 0 0,-1-1 0,1 0 0,-1-1 0,1 1 0,-1-1 0,0 0 0,0-1 0,0 0 0,0 0 0,0-1 0,0 0 0,-1 0 0,0 0 0,6-5 0,106-114 0,-88 83 0,-1-3 0,-3 0 0,-1-1 0,-2-2 0,-2 0 0,-2-2 0,-3 0 0,-1 0 0,-3-2 0,-1 0 0,-3 0 0,-2-1 0,-1-50 0,-33 402 0,3-26 0,-12-1 0,-12-3 0,-12-2 0,-18 18 0,-53 47 0,131-331 0,0-1 0,0 1 0,0 0 0,0-1 0,0 1 0,-1-1 0,1 1 0,-1-1 0,0 0 0,0 1 0,0-1 0,0 0 0,0 0 0,0-1 0,0 1 0,-1 0 0,1-1 0,-1 1 0,1-1 0,-1 0 0,0 0 0,1 0 0,-1 0 0,0 0 0,0-1 0,0 1 0,1-1 0,-1 0 0,0 0 0,0 0 0,0 0 0,0 0 0,0-1 0,1 1 0,-1-1 0,0 0 0,0 0 0,1 0 0,-1 0 0,-2-1 0,-2-5 0,0-1 0,0 1 0,1-1 0,-1-1 0,2 1 0,0-1 0,0 0 0,0 0 0,1 0 0,-3-10 0,-8-20 0,2 0 0,1-1 0,3 0 0,1-1 0,1 0 0,3 0 0,1 0 0,2-1 0,2 1 0,2 0 0,3 8 0,1 1 0,1-1 0,2 2 0,1 0 0,2 0 0,1 1 0,1 0 0,2 1 0,0 1 0,2 1 0,1 1 0,2 0 0,0 2 0,14-12 0,-12 17-189,0 0 1,1 2-1,1 1 1,0 1-1,1 1 1,1 2-1,0 0 1,1 2 188,45-17-2677</inkml:trace>
  <inkml:trace contextRef="#ctx0" brushRef="#br0" timeOffset="21658.354">30882 2155 28254,'0'0'1283,"0"0"-155,0 0-394,0 0-34,0 0-176,8-16-389,1-2-129,20-82-3,-30 11-3,1 88 0,-1 0 0,0 0 0,1 0 0,-1 0 0,0 0 0,0 0 0,0 0 0,0 1 0,1-1 0,-1 0 0,0 0 0,-1 1 0,1-1 0,0 1 0,0-1 0,0 1 0,0-1 0,0 1 0,0 0 0,-1-1 0,1 1 0,0 0 0,0 0 0,-1 0 0,1 0 0,0 0 0,0 0 0,-1 0 0,1 0 0,0 1 0,0-1 0,0 0 0,0 1 0,-1-1 0,1 1 0,0-1 0,0 1 0,0 0 0,0-1 0,0 1 0,0 0 0,0 0 0,0 0 0,-11 12 0,1 0 0,1 1 0,0 0 0,0 1 0,1 0 0,1 1 0,1-1 0,0 2 0,1-1 0,1 1 0,-1 3 0,-12 133 0,19-151 0,1 0 0,0 0 0,0-1 0,0 1 0,0 0 0,0-1 0,0 0 0,1 1 0,-1-1 0,0 0 0,1 0 0,-1 0 0,1-1 0,-1 1 0,1 0 0,-1-1 0,1 0 0,-1 0 0,1 1 0,0-2 0,-1 1 0,1 0 0,-1 0 0,1-1 0,-1 1 0,1-1 0,-1 0 0,1 0 0,-1 0 0,0 0 0,1 0 0,-1-1 0,0 1 0,1-1 0,18-9-109,1-1 1,-1-2-1,-1 0 1,-1-1-1,0-1 0,-1 0 1,16-19 108,-22 23-356,29-32-1513</inkml:trace>
  <inkml:trace contextRef="#ctx0" brushRef="#br0" timeOffset="22034.281">31428 987 9802,'0'0'16514,"0"0"-12686,0 0-3085,0 0-29,0 0-124,0 0-195,21 5-237,66 20-135,-82-23-23,-1 1 0,0-1 0,0 1 0,0 0 0,-1 0 0,1 0 0,-1 1 0,0-1 0,1 1 0,-2 0 0,1 0 0,0 0 0,-1 0 0,0 0 0,0 1 0,0-1 0,0 0 0,-1 1 0,1 1 0,4 11 0,21 60 0,-4 1 0,-3 1 0,-3 1 0,-3 10 0,-13-83 0,11 68 0,-3 0 0,-3 0 0,-3 1 0,-7 53 0,-1-92 0,-2-1 0,-1 0 0,-2 0 0,-1 0 0,-2-1 0,-1-1 0,-2 0 0,-2-2 0,-1 1 0,-1-2 0,-10 11 0,-15 16 0,-2-3 0,-3-1 0,-2-3 0,-2-1 0,-14 5 0,-31 16-105,14-28-422</inkml:trace>
  <inkml:trace contextRef="#ctx0" brushRef="#br0" timeOffset="23207.282">8387 62 26926,'0'0'3443,"0"0"-2452,0 0-672,0 0 194,-9-10-34,-31-32-383,39 41-96,0 0 0,0 0 0,0 0 0,0 0 0,-1 1 0,1-1 0,0 0 0,0 1 0,0-1 0,-1 1 0,1-1 0,0 1 0,-1 0 0,1-1 0,0 1 0,-1 0 0,1 0 0,0 0 0,-1 0 0,1 0 0,-1 0 0,1 1 0,0-1 0,0 0 0,-1 1 0,1-1 0,0 1 0,-1-1 0,1 1 0,0 0 0,0-1 0,0 1 0,0 0 0,0 0 0,0 0 0,0 0 0,0 0 0,-1 1 0,-2 1 0,-32 31 0,1 2 0,1 2 0,3 1 0,1 1 0,1 1 0,-6 17 0,-10 14 0,3 2 0,4 1 0,3 2 0,3 1 0,4 2 0,3 1 0,4 1 0,-7 55 0,17-55 0,2 0 0,5 1 0,3-1 0,3 1 0,4 0 0,4-1 0,4-1 0,2 0 0,5-1 0,3 0 0,33 72 0,-50-133 0,1-1 0,1-1 0,0 0 0,2 0 0,0-1 0,0 0 0,1-1 0,1 0 0,1-1 0,0-1 0,1 0 0,0-1 0,1 0 0,1-1 0,-1-1 0,1-1 0,1 0 0,0-1 0,0-1 0,15 3 0,209 4-225,-153-19-902</inkml:trace>
  <inkml:trace contextRef="#ctx0" brushRef="#br0" timeOffset="24873.015">724 3017 25669,'0'0'1554,"0"0"-752,0 0-280,0 0-43,0 0 84,0 0 62,16 10-82,-11-7-504,5 3 12,0 0-1,0 0 1,0-1 0,1-1 0,0 0 0,0 0-1,0-1 1,0 0 0,0-1 0,1 0 0,-1-1-1,1-1-50,1781 3 1362,-1309 24-1362,161 42 0,-378-38 0,308 10 0,448-30 0,-614-13 0,730 62 0,-186-82 0,689-9 0,-684-16 0,-815 48 0,1448-21 0,606-27 0,-630 19 0,-507 12 0,1005-45 0,-1417 10 0,798-33 0,885 100 0,78 58 0,-719 67 0,-865-52 0,576-22 0,-1257-66 0,153 0 0,1-12 0,98-25 0,-373 30-115,-23 6-458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18:06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3067 897 28254,'0'0'1616,"0"0"-1168,0 0 153,147 61-153,-75-47 0,9-4-104,0-4-160,0-3-88,-6-3-72,-7 2-24,-9-2-152,-24 0-440,-13 0-1121,-22 0-3984</inkml:trace>
  <inkml:trace contextRef="#ctx0" brushRef="#br0" timeOffset="331.945">3262 1137 27934,'-4'15'174,"-114"418"3734,7 70-3908,95-418 61,4 1 0,4 1 0,4 0 0,4 5-61,0-87 5,0 1-1,1-1 1,0 1-1,0-1 1,0 0 0,1 1-1,0-1 1,0 0-1,0 0 1,1 0-1,-1 0 1,1-1 0,0 1-1,1-1 1,-1 0-1,1 0 1,0 0-1,0 0 1,0 0-1,0-1 1,1 0 0,-1 0-1,1 0 1,0 0-1,0-1 1,0 0-1,0 0 1,0 0 0,4 0-5,164 14 302,-155-16-279,626 19-395,-544-41-1866,-69-2-632</inkml:trace>
  <inkml:trace contextRef="#ctx0" brushRef="#br0" timeOffset="554.629">4099 1506 30519,'0'0'864,"0"0"-544,0 0 208,26 129-72,-4-74-376,2 6-80,1 6 0,-6 6 0,-3 6 0,-10-2 0,-1-8 0,1-22-208,3-19-1184,0-28-1361</inkml:trace>
  <inkml:trace contextRef="#ctx0" brushRef="#br0" timeOffset="819.531">4562 1449 26862,'0'0'3753,"0"0"-3009,-130 87-144,40-14-80,-30 30-232,-27 25-288,2 8 0,31-22 0,42-31 0,30-18-272,23-27-1224,3-13-18093</inkml:trace>
  <inkml:trace contextRef="#ctx0" brushRef="#br0" timeOffset="1228.775">4737 881 30222,'0'0'814,"0"0"-453,0 0-65,25 9 90,165 48 218,82-26-520,-270-30-84,0-1 0,0 1 0,0 0 0,-1 0 0,1 0 0,0 0 0,0 0 0,0 0 0,-1 1 0,1-1 0,-1 0 0,1 1 0,-1-1 0,1 1 0,-1 0 0,0 0 0,0-1 0,0 1 0,0 0 0,0 0 0,0 0 0,0 0 0,-1 0 0,1 0 0,-1 0 0,1 0 0,-1 0 0,0 0 0,0 1 0,0-1 0,0 0 0,0 0 0,-1 0 0,1 0 0,-1 0 0,1 0 0,-1 2 0,0 12 0,-18 498 0,29 151 0,-10-534-248,-2-86-992</inkml:trace>
  <inkml:trace contextRef="#ctx0" brushRef="#br0" timeOffset="1495.173">4678 2532 30839,'0'0'1264,"0"0"-1008,0 0 56,0 0-216,175 34-96,-85-34 0,15-10 0,20-16 0,9-15 0,-16 1-784,-19 1-3769</inkml:trace>
  <inkml:trace contextRef="#ctx0" brushRef="#br0" timeOffset="1757.496">6052 1520 28846,'0'0'2817,"0"0"-2473,0 0-232,0 0-64,0 0-48,0 0 0,0 0-376,103 103-784,-114-74-2113</inkml:trace>
  <inkml:trace contextRef="#ctx0" brushRef="#br0" timeOffset="2010.065">5633 1968 30318,'0'0'717,"0"0"-409,21-2-95,146-28 385,-97 6-463,-43 13-125,1 1 0,0 1-1,1 2 1,0 1 0,0 1 0,0 1-1,1 1 1,11 2-10,-39 2 7,-1 0-1,0 0 1,0 0-1,0 0 1,0 0 0,0 0-1,0 1 1,0-1 0,0 0-1,0 1 1,0-1 0,-1 0-1,1 1 1,0-1-1,-1 1 1,0-1 0,1 1-1,-1-1 1,0 1 0,0-1-1,1 1 1,-1-1 0,-1 1-1,1 0 1,0-1-1,0 1 1,0-1 0,-1 1-1,1-1 1,-1 1 0,1-1-1,-1 1 1,0-1 0,1 0-1,-1 1 1,0-1-1,0 0 1,0 0 0,0 0-1,0 1 1,0-1 0,-1 0-1,1 0-6,-128 129 110,95-101-105,-402 330-972,407-336 8,13-14-1156</inkml:trace>
  <inkml:trace contextRef="#ctx0" brushRef="#br0" timeOffset="2275.258">5914 2234 17156,'0'0'13074,"0"0"-11857,-4 136-769,-10-41 144,-5 27-312,1 24-280,3-15 0,8-33 0,7-43 0,0-31 0,0-8 0,0-10-304,9-6-224,20-53-96,-3-9-1569,0-11-5881</inkml:trace>
  <inkml:trace contextRef="#ctx0" brushRef="#br0" timeOffset="2464.525">6291 1970 29806,'0'0'1027,"-27"17"-564,-172 124 213,188-133-652,1-1 1,0 2-1,1-1 0,-1 2 1,2-1-1,-1 1 0,1 0 1,1 1-1,0 0 0,1 0 1,0 1-1,0-1 0,1 1 1,1 0-1,0 1 0,0-1 1,2 1-1,-1 0 0,2 0 1,0 0-1,0 0-24,5-5 3,0-1 0,1 0 0,0 0 0,0-1 1,1 1-1,-1-1 0,1 0 0,1-1 0,-1 1 0,1-1 0,0-1 0,0 1 1,1-1-1,-1 0 0,1-1 0,0 0 0,0 0 0,0 0 0,0-1 1,0-1-1,1 1 0,-1-1 0,0-1 0,1 1 0,-1-2 0,4 1-3,25 3-183,-1-2 0,1-1 0,-1-1 0,1-3 0,-1 0 0,0-3 0,-1-1 0,12-5 183,40-20-1978,-17-1-2883</inkml:trace>
  <inkml:trace contextRef="#ctx0" brushRef="#br0" timeOffset="2621.554">6659 1688 30455,'0'0'720,"0"114"-184,2-1-96,9 48 176,-4 19-616,-7 3 0,0-11 0,-18-24 0,-3-12 0,1-27 0,4-30 0,6-30 0,5-20 0,1-13 0,2-16 0,2-25-152,0-25-1368,0-9-1689</inkml:trace>
  <inkml:trace contextRef="#ctx0" brushRef="#br0" timeOffset="2777.958">6727 2177 15123,'0'0'15620,"0"0"-14476,0 0-512,151 40-384,-102-13-248,-3 3 0,-7 1 0,-8 3 0,-11-3 0,-20 7 0,0-9-680,-11-13-7410</inkml:trace>
  <inkml:trace contextRef="#ctx0" brushRef="#br0" timeOffset="-886.449">1009 1412 22645,'0'0'6182,"0"0"-4504,0 0-1438,0 0-145,0 0 60,-6 7 57,-8 12-132,8-8-10,-1 0 1,0-1-1,0 1 1,-1-1-1,-1-1 1,1 1-1,-2-2 1,1 1-1,-1-1 1,0-1-1,-1 0 1,0 0-1,0-1 1,0 0-1,-1-1 1,0 0-1,0-1 1,0-1-1,0 0 1,-1 0-1,-1-1-70,657 18 0,-622-18-71,-9-3 3,1 2-1,-1 0 1,1 0 0,-1 1-1,1 1 1,-1 0 0,0 0-1,0 1 1,-1 1 0,1 0-1,-1 1 1,3 2 68,-6 4-1926</inkml:trace>
  <inkml:trace contextRef="#ctx0" brushRef="#br0" timeOffset="-639.416">441 2349 30431,'0'0'712,"0"0"-448,212 10 176,-49-10 32,16-24-56,-8-4-384,-37 3-32,-46 9 0,-31 6 0,-13 4 0,2-2 0,4-14 0,-6 1-1408,-20-5-2129</inkml:trace>
  <inkml:trace contextRef="#ctx0" brushRef="#br0" timeOffset="-390.985">1565 1134 29302,'0'0'1434,"22"9"-903,237 125 672,-228-115-1176,0 0 0,-1 3 0,-1 0 0,-1 2 0,-1 0 0,-1 2 0,-1 1 0,-2 2 0,-1 0 0,-1 1 0,13 26-27,-29-42 0,0 1 0,-1-1 0,-1 1 0,0 0 0,-2 0 0,1 0 0,-2 1 0,0-1 0,0 0 0,-2 0 0,0 0 0,0 0 0,-2 0 0,0 0 0,0-1 0,-2 0 0,0 0 0,0 0 0,-1 0 0,-1-1 0,0 0 0,-4 4 0,-75 92-29,-5-3 1,-105 92 28,131-136-584,12-19-1248</inkml:trace>
  <inkml:trace contextRef="#ctx0" brushRef="#br0" timeOffset="93370.627">6532 9732 27158,'0'0'3401,"0"0"-2897,0 0-128,114 125 0,-61-82-8,2-2-192,2-3-128,-5-3-48,-4-1-80,-4-10-480,-15-9-1025,-10-13-15554</inkml:trace>
  <inkml:trace contextRef="#ctx0" brushRef="#br0" timeOffset="93541.601">7001 9634 30519,'0'0'776,"0"0"-264,-138 128-336,83-67-80,9 2-96,-4 22-56,13-16-1056,6-14-7794</inkml:trace>
  <inkml:trace contextRef="#ctx0" brushRef="#br0" timeOffset="90557.918">2291 9131 14963,'0'0'14859,"0"0"-14018,0 0-553,0 0-16,125-28 32,-51 10-96,10 1-104,3 5-72,-10 10-32,-11 2 0,-16 8-104,-28 25-296,-13-3-921,-9-7-3232</inkml:trace>
  <inkml:trace contextRef="#ctx0" brushRef="#br0" timeOffset="90818.354">2446 9190 3833,'0'0'20028,"0"0"-15171,-15 23-4039,-2 4-636,2 0 0,0 1 0,2 0 0,0 1 0,2 0 0,2 1 1,-1 9-183,-24 110 286,6 1 1,7 1-1,6 1 0,8 1 1,6 34-287,1-176 15,1-1 1,0 1 0,1-1-1,0 0 1,0 1-1,1-1 1,0 0 0,1 0-1,0 0 1,1-1-1,0 0 1,1 0 0,-1 0-1,2 0 1,-1-1-1,1 0 1,0 0 0,1-1-1,0 0 1,0 0-1,1-1 1,0 0-1,0 0 1,0-1 0,0-1-1,1 1 1,0-1-1,0-1 1,2 1-16,8-4-65,1 0 0,-1-1 0,0-1 0,0-1 0,-1-1 0,1 0 1,0-2-1,-1 0 0,-1-1 0,1-1 0,-1-1 0,0-1 0,-1 0 0,0-1 0,-1-1 0,0 0 0,0-1 0,-2-1 0,0 0 1,0-2-1,-2 1 0,7-10 65,19-31-1797</inkml:trace>
  <inkml:trace contextRef="#ctx0" brushRef="#br0" timeOffset="91085.601">2926 9436 17948,'0'0'11802,"0"0"-11186,0 0-55,88 101-97,-37-46-80,6 6-120,-3-3-128,1-5-88,-9-6-32,-2-11-16,-9-9-160,-2-19-304,-9-8-841,-9 0-1823</inkml:trace>
  <inkml:trace contextRef="#ctx0" brushRef="#br0" timeOffset="91336.379">3396 9350 15539,'0'0'13475,"0"0"-12555,-134 152-231,79-75-241,7 5-168,8-1-144,7-4-128,16-10-8,10-12-512,7-19-1209,0-26-2496</inkml:trace>
  <inkml:trace contextRef="#ctx0" brushRef="#br0" timeOffset="91604.366">3663 8906 7498,'0'0'17883,"0"0"-13638,19-1-3573,3-1-498,97 12 537,127 91-335,-241-96-359,0 0 1,-1 0-1,1 0 1,-1 0 0,0 1-1,0 0 1,-1 0-1,0 0 1,0 0-1,0 0 1,-1 1-1,1 0 1,-2-1 0,1 1-1,-1 0 1,0 0-1,0-1 1,-1 1-1,0 0 1,0 0-1,-1 0 1,0 0-1,0 0 1,-1-1 0,-1 6-18,1 20 132,-62 734 505,60-717-1073,-2-1-1,-2 1 1,-2-1 0,-2-1-1,-14 35 437,4-33-2795</inkml:trace>
  <inkml:trace contextRef="#ctx0" brushRef="#br0" timeOffset="91789.219">3512 10423 22581,'0'0'7705,"0"0"-6992,0 0-281,0 0-56,0 0-16,0 0-168,173 43-176,-79-68-16,31-41-576,-22 9-945,-20 0-6432</inkml:trace>
  <inkml:trace contextRef="#ctx0" brushRef="#br0" timeOffset="91960.672">4915 9383 30495,'0'0'632,"0"0"-448,0 0-128,0 0-32,0 0-8,0 0-16,67 117-336,-88-68-825,-43 12-1927,0-14-18501,1-7 19445</inkml:trace>
  <inkml:trace contextRef="#ctx0" brushRef="#br0" timeOffset="92210.929">4426 9886 6993,'0'0'18168,"0"0"-13645,0 0-3702,0 0-357,0 0-153,0 0-32,25-7-85,270-94-76,-112 43-110,-182 58-8,0-1 0,0 1 1,0 0-1,1 0 0,-1-1 0,0 1 0,0 0 1,0 0-1,1 0 0,-1 0 0,0 0 1,0 1-1,0-1 0,1 0 0,-1 1 1,0-1-1,0 0 0,0 1 0,0-1 0,0 1 1,0 0-1,0-1 0,0 1 0,0 0 1,0 0-1,0 0 0,0-1 0,0 1 1,0 0-1,-1 0 0,1 0 0,0 0 1,-1 0-1,1 1 0,-1-1 0,1 0 0,-1 0 1,0 0-1,1 0 0,-1 0 0,0 1 1,0-1-1,0 0 0,0 0 0,0 1 1,0-1-1,0 0 0,0 0 0,-1 0 1,1 1-1,0-1 0,-1 0 0,1 0 0,-1 1 0,-30 69 17,-232 273 10,-134 171-19,326-389-464,72-126 417,-1 0 1,0 0-1,1 0 1,-1 0-1,1 0 1,-1-1 0,0 1-1,1 0 1,-1 0-1,0 0 1,1 0-1,-1 0 1,0 0-1,1 0 1,-1 0-1,1 0 1,-1 1 0,0-1-1,1 0 1,-1 0-1,0 0 1,1 0-1,-1 0 1,0 1-1,1-1 1,-1 0-1,0 0 1,0 0 0,1 1-1,-1-1 1,0 0-1,0 1 1,1-1-1,-1 0 1,0 0-1,0 1 1,0-1-1,0 0 1,1 1-1,-1-1 1,0 1 0,0-1-1,0 0 1,0 1-1,0-1 1,0 0-1,0 1 1,0-1-1,0 0 1,0 1-1,0-1 1,0 1 0,0-1-1,0 0 1,0 1 38,88-119-12902,-35 32 6838,-3 1 1363</inkml:trace>
  <inkml:trace contextRef="#ctx0" brushRef="#br0" timeOffset="92384.073">4623 10261 5793,'0'0'8115,"0"0"2304,0 0-6977,0 0-2378,0 0-268,13 25-72,-4-10-606,-1-1-34,0 0-1,-1 1 0,-1 0 0,0 0 0,-1 0 1,0 1-1,-2 0 0,1-1 0,-2 1 0,0 1 1,-1 5-84,-5 445 265,4-467-289,0 0 1,0-1-1,0 1 0,0-1 0,0 1 0,0-1 1,1 1-1,-1 0 0,0-1 0,0 1 1,0-1-1,1 1 0,-1 0 0,0-1 1,1 1-1,-1 0 0,0 0 0,1-1 0,-1 1 1,0 0-1,1 0 0,-1-1 0,1 1 1,-1 0-1,0 0 0,1 0 0,-1 0 1,1-1-1,-1 1 0,1 0 0,-1 0 0,1 0 1,-1 0-1,0 0 0,1 0 0,-1 0 1,1 0-1,-1 1 0,1-1 0,-1 0 1,1 0-1,-1 0 0,0 0 0,1 1 0,-1-1 1,0 0-1,1 0 0,-1 1 0,1-1 1,-1 0-1,0 0 0,1 1 0,-1-1 0,0 1 1,0-1-1,1 0 0,-1 1 24,42-80-3864,-13 16-3731,-29 62 7505,37-82-15305</inkml:trace>
  <inkml:trace contextRef="#ctx0" brushRef="#br0" timeOffset="92601.457">5215 10040 7834,'0'0'17114,"0"0"-13060,-25 10-3511,-156 82 250,157-77-670,2 1 0,-1 1 0,2 2-1,0 0 1,1 1 0,2 1-1,0 0 1,1 2 0,1 0-1,-7 14-122,21-33 14,0 0 1,0-1-1,1 2 0,-1-1 0,1 0 0,0 0 0,0 0 0,1 0 0,-1 1 0,1-1 0,0 0 0,0 1 0,0-1 0,1 0 0,-1 1 0,1-1 0,0 0 0,1 0 0,-1 0 0,1 0 0,-1 0 1,1 0-1,0 0 0,1 0 0,-1-1 0,1 1 0,-1-1 0,1 0 0,0 0 0,0 0 0,1 0 0,-1 0 0,0-1 0,1 1 0,0-1 0,-1 0 0,1 0 0,0 0 0,0-1 0,0 1 0,1-1 1,-1 0-1,4 0-14,5 3-50,1-1 0,-1 0 0,1-1 0,-1-1 0,1 0 0,0-1 0,0 0 0,-1-1 0,1-1 0,0 0 1,-1-1-1,12-4 50,87-55-6778,-63 18-9933</inkml:trace>
  <inkml:trace contextRef="#ctx0" brushRef="#br0" timeOffset="92881.355">5495 9711 25870,'-3'18'3590,"-10"131"-2474,6 0 0,8 41-1116,-1-96 327,-14 708 421,11-642-748,-12-188-247,-2-148-2457,7 78-618</inkml:trace>
  <inkml:trace contextRef="#ctx0" brushRef="#br0" timeOffset="93138.842">5566 10224 29182,'0'0'1537,"0"0"-1009,103 104-120,-64-58-144,-2-5-192,22 6-72,-10-11-696,-6-11-2329</inkml:trace>
  <inkml:trace contextRef="#ctx0" brushRef="#br0" timeOffset="89524.152">224 9719 9122,'0'0'19660,"0"0"-18956,0 0-136,0 0-272,0 0-103,0 0 87,17-2 56,38 4-160,11-2-32,4 0-64,7-2-56,-9-4-8,-5 6-16,-17 0-328,-19 13-1265,-25 3-9585</inkml:trace>
  <inkml:trace contextRef="#ctx0" brushRef="#br0" timeOffset="89805.469">0 10269 28446,'0'0'1248,"0"0"-864,0 0-7,110 12 71,-38-12-72,14-10-152,4-8-104,2 2-72,-7 7-48,11 5-40,-19 4-504,-22-6-1465</inkml:trace>
  <inkml:trace contextRef="#ctx0" brushRef="#br0" timeOffset="90069.13">895 9294 28774,'0'0'734,"0"0"-353,27 10-18,177 73 478,-162-60-764,-1 2 0,-1 2 0,-1 1 0,-2 2-1,-1 2 1,-1 1 0,-2 2 0,-1 1 0,-2 1-1,7 15-76,-29-39 16,0 0-1,-1 1 0,-1 1 0,0-1 0,-1 1 1,-1 0-1,0 0 0,-1 0 0,-1 1 1,0-1-1,-1 1 0,-1-1 0,0 1 0,-1-1 1,0 1-1,-2-1 0,0 1 0,0-1 0,-2 0 1,-2 5-16,-18 32 23,-3-2 0,-2 0 0,-3-3 1,-1 0-1,-2-2 0,-41 39-23,72-79 1,-209 208-196,111-142-4185,61-55-8420</inkml:trace>
  <inkml:trace contextRef="#ctx0" brushRef="#br0" timeOffset="253806.034">4071 16240 21004,'0'0'7443,"0"0"-5441,0 0-1611,0 0-24,0 0 9,18-27-140,120-186-68,-105 161-161,-1-2-1,-3-1 1,-3-2 0,-2 0-1,-2-2 1,-3 0 0,-2-6-7,-16 104 13,1 521 84,-4-535-81,2 0 0,1 0 0,1 0 0,1 0 0,1 0 0,1 0 0,2-1-1,0 0 1,1 0 0,2-1 0,0 0 0,2-1 0,9 15-16,-19-34 9,0-1-1,0 0 1,-1 0 0,2 0 0,-1 0 0,0-1-1,0 1 1,0 0 0,1-1 0,-1 0 0,1 1-1,-1-1 1,1 0 0,0 0 0,-1-1 0,1 1-1,0 0 1,-1-1 0,1 0 0,0 1-1,0-1 1,0 0 0,-1-1 0,1 1 0,0 0-1,0-1 1,-1 0 0,1 1 0,0-1 0,-1 0-1,1 0 1,-1-1 0,1 1 0,-1 0 0,1-1-10,69-74 109,-35 11-108,-2 0 0,-4-3 0,-2 0 0,-4-2 0,-2-1 0,-4 0 0,-2-2 0,-4 0 0,-3-1 0,-1-42 0,-5 88-6,1 33 5,8 482 9,-6 661-8,-7-1081 0,-3 0 0,-3 0 0,-3 0 0,-3-1 0,-3-1 0,-17 49 0,30-108 0,-1-1 0,1 0 0,-1 1 0,0-1 0,0-1 0,0 1 0,-1 0 0,0-1 0,0 0 0,0 0 0,0 0 0,-1 0 0,1 0 0,-1-1 0,0 0 0,0 0 0,0-1 0,0 1 0,-1-1 0,1 0 0,-1 0 0,1-1 0,-1 0 0,0 0 0,0 0 0,1 0 0,-1-1 0,0 0 0,0-1 0,1 1 0,-1-1 0,0 0 0,0 0 0,-2-2 0,-3-2 0,1-1 0,0-1 0,1 0 0,0 0 0,0-1 0,0 0 0,1 0 0,0-1 0,1 0 0,0-1 0,0 0 0,1 0 0,0 0 0,1 0 0,0-1 0,1 0 0,0 0 0,0-1 0,-7-25 0,2 0 0,1 0 0,2-1 0,2 0 0,1 0 0,2 0 0,1 0 0,5-29 0,-2 48 0,0-1 0,1 1 0,1-1 0,1 1 0,1 1 0,0-1 0,2 1 0,0 0 0,1 1 0,0 0 0,2 1 0,0 0 0,0 1 0,2 0 0,5-5 0,60-57-1076,4 3 0,78-53 1076,-116 93-1450,41-33-6622</inkml:trace>
  <inkml:trace contextRef="#ctx0" brushRef="#br0" timeOffset="254199.196">5629 16804 29774,'0'0'1297,"0"0"-909,-5 18-210,-18 149 607,23-95-735,18-87-16,13-52-112,-12 21-191,3 0 1,1 2-1,3 0 0,1 2 0,23-27 269,-48 65-1,0 1 0,0-1 0,0 1 0,1-1-1,-1 1 1,1 0 0,0 0 0,0 0 0,0 0 0,0 0 0,1 1 0,-1 0-1,1-1 1,-1 1 0,1 0 0,0 1 0,0-1 0,-1 1 0,1 0 0,0 0 0,1 0-1,-1 0 1,0 1 0,0-1 0,0 1 0,0 0 0,0 0 0,0 1 0,1-1-1,-1 1 1,0 0 0,0 0 0,0 1 0,0-1 0,-1 1 0,1-1 0,0 1 0,-1 1-1,1-1 1,-1 0 0,1 1 0,-1 0 0,1 1 1,4 15 98,0 0-1,-1 1 1,-2 0 0,0 0-1,-1 1 1,-1-1 0,0 1-1,-2 0 1,-1 0 0,-1 3-98,4 34 9,-4-56-90,1 1 1,0-1 0,0 1 0,0-1 0,1 0 0,-1 1 0,1-1 0,-1 1-1,1-1 1,0 0 0,0 1 0,0-1 0,0 0 0,0 0 0,0 0 0,0 0-1,1 0 1,-1 0 0,1 0 0,0 0 0,-1-1 0,1 1 0,0 0 0,0-1-1,2 1 81,5 0-3780</inkml:trace>
  <inkml:trace contextRef="#ctx0" brushRef="#br0" timeOffset="254462.824">6243 16755 15539,'0'0'14507,"0"0"-13330,0 0-1049,0 0 120,0 0 168,142 18-168,-91-10-184,3-2-64,19-6-32,-12 0-968,-15 0-1489</inkml:trace>
  <inkml:trace contextRef="#ctx0" brushRef="#br0" timeOffset="257839.073">9785 15938 24661,'0'0'6106,"0"0"-5538,0 0-56,0 0 160,145-47-424,-71 27-248,5 3 0,0 3 0,-5 4 0,14-6 0,-20 4-992,-20-5-1977</inkml:trace>
  <inkml:trace contextRef="#ctx0" brushRef="#br0" timeOffset="256289.827">7650 14879 27894,'0'0'2833,"0"0"-2561,0 0-40,0 0 296,167 12-128,-95-12-224,0 0-120,1 0-56,12 8-104,-21-2-456,-14-4-1177</inkml:trace>
  <inkml:trace contextRef="#ctx0" brushRef="#br0" timeOffset="256713.408">8522 14512 27710,'0'0'2656,"0"0"-2151,0 0 87,-76 136 128,60-67-248,3 10-360,7 6-112,6-2 0,0-6 0,22-12 0,10-14 0,8-15 0,2-15 0,4-13 0,21-21-72,-10-21-984,-10-9-1361</inkml:trace>
  <inkml:trace contextRef="#ctx0" brushRef="#br0" timeOffset="257074.051">8899 14613 24597,'0'0'4415,"-4"17"-2860,-33 248 610,35-94-2130,2-171-35,0 0 0,0-1 0,1 1 0,-1 0 0,0-1 0,1 1 0,-1 0 0,0 0 0,1-1 0,-1 1 0,0 0 0,1 0 0,-1 0 0,0 0 0,1 0 0,-1-1 0,1 1 0,-1 0 0,0 0 0,1 0 0,-1 0 0,1 0 0,-1 0 0,0 0 0,1 0 0,-1 0 0,1 0 0,-1 1 0,0-1 0,1 0 0,-1 0 0,0 0 0,1 0 0,-1 1 0,1-1 0,-1 0 0,0 0 0,0 1 0,1-1 0,-1 0 0,0 0 0,1 1 0,-1-1 0,0 0 0,0 1 0,0-1 0,1 1 0,-1-1 0,0 0 0,0 1 0,0-1 0,0 0 0,0 1 0,0-1 0,0 1 0,0-1 0,0 0 0,0 1 0,0-1 0,0 1 0,0-1 0,0 0 0,0 1 0,0-1 0,0 1 0,0-1 0,50-112-27,-41 94-103,0 0-1,1 0 1,0 1-1,2 0 0,0 1 1,0 0-1,2 1 1,0 1-1,1 0 1,0 1-1,14-9 131,-27 20 1,0 1 0,0-1 0,0 1-1,0-1 1,0 1 0,0 0 0,1 0 0,-1 0 0,0 0 0,1 1-1,-1-1 1,0 1 0,1-1 0,-1 1 0,1 0 0,-1 0 0,0 0-1,1 0 1,-1 0 0,1 1 0,-1-1 0,1 1 0,-1-1 0,0 1-1,1 0 1,-1 0 0,0 0 0,0 0 0,0 0 0,0 1 0,0-1-1,0 1 1,0-1 0,0 1 0,0 0 0,-1 0 0,1 0 0,-1-1-1,1 2 1,-1-1 0,0 0 0,0 0-1,16 128 930,-17-114-868,0-1 0,1 1 0,1 0 0,0-1 0,1 1 1,1-1-1,0 0 0,6 14-62,-9-28-15,0 1 1,-1-1-1,1 0 0,0 0 0,0 0 1,0 0-1,0 0 0,0 0 1,0 0-1,0-1 0,0 1 0,0 0 1,0 0-1,0-1 0,1 1 1,-1-1-1,0 1 0,0-1 0,1 0 1,-1 1-1,0-1 0,1 0 0,-1 0 1,0 0-1,1 0 0,-1 0 1,0 0-1,1 0 0,-1 0 0,0 0 1,0-1-1,1 1 0,-1-1 1,0 1-1,0-1 0,1 1 0,-1-1 1,0 0-1,0 0 0,0 1 1,0-1-1,0 0 0,0 0 0,0 0 1,0 0-1,0 0 0,-1 0 1,1 0-1,0 0 0,-1-1 0,1 1 1,0 0-1,-1 0 0,0-1 0,1 1 1,-1-1 14,12-26-1689</inkml:trace>
  <inkml:trace contextRef="#ctx0" brushRef="#br0" timeOffset="257322.746">9443 14804 9602,'0'0'20909,"0"0"-20117,0 0-144,0 0-184,0 0-224,0 0-240,112-10-240,-84 2-824,-4-1-2593</inkml:trace>
  <inkml:trace contextRef="#ctx0" brushRef="#br0" timeOffset="257543.362">9811 14601 30038,'0'0'858,"0"0"-233,0 0-123,0 0-118,14 19-193,73 98-87,-84-111-103,1-1 1,-1 1 0,0 0-1,-1 0 1,1-1 0,-1 2 0,0-1-1,-1 0 1,1 0 0,-1 1-1,-1-1 1,1 1 0,-1-1-1,0 0 1,0 1 0,-1-1 0,0 1-1,0-1 1,-1 0 0,0 0-1,0 1 1,0-1 0,-1 1-2,-87 123 14,56-89-10,10 23 4,74-53-8,269-17-834,-214 1-1555,-6 0-2846</inkml:trace>
  <inkml:trace contextRef="#ctx0" brushRef="#br0" timeOffset="258412.713">10366 14698 18212,'0'0'2804,"0"0"1956,0 0-2650,0 0-1182,0 0-121,0 0 63,3-12-162,13-32-120,-16 43-572,1 0 0,-1 1 0,0-1 0,1 1 0,-1-1 0,1 1 0,0-1 0,-1 1 0,1-1 0,-1 1 0,1-1 0,0 1 0,-1 0 0,1-1 0,0 1 0,-1 0 0,1 0 0,0 0 0,0-1 0,-1 1 0,1 0 0,0 0 0,0 0 0,-1 0 0,1 0 0,0 0 0,-1 0 0,1 0 0,0 1 0,0-1 0,-1 0 0,1 0 0,0 1 0,-1-1 0,1 0 0,0 1 0,-1-1 0,1 1 0,-1-1 0,1 0 0,0 1 0,-1 0 0,1-1 0,-1 1 0,1-1 0,-1 1 0,0-1 0,1 1 0,-1 0 0,0-1 0,1 1 0,-1 0 0,0 0 0,0 0-16,2 1 40,7 10-58,-1 0 1,0 0-1,0 1 0,-2 1 0,0-1 1,0 1-1,-1 0 0,-1 0 0,0 0 1,-1 1-1,0-1 0,-2 1 1,1 0-1,-2-1 0,0 1 0,-1 0 1,0 0-1,-1-1 0,-1 1 0,0-1 1,-1 1-1,-1-1 0,0 0 1,-5 9 17,-20 22-2508</inkml:trace>
  <inkml:trace contextRef="#ctx0" brushRef="#br0" timeOffset="254710.369">6992 16635 30687,'0'0'1224,"0"0"-1008,-6 104 368,6-52-528,0-1-56,2 4 0,9 0 0,7 10 0,-3-15-464,-9-17-2353</inkml:trace>
  <inkml:trace contextRef="#ctx0" brushRef="#br0" timeOffset="255913.046">7260 15737 30823,'0'0'621,"0"0"-252,0 0-96,0 0 84,27 5-94,-3 0-234,-1-2-24,1 2 1,-1 1-1,1 1 0,-2 1 1,1 0-1,15 10-5,-19-9 0,-2 0 0,1 1 0,-1 1 0,0 1 0,-1 0 0,-1 1 0,0 1 0,-1 0 0,0 1 0,-1 0 0,-1 1 0,0 1 0,-1 0 0,-1 1 0,-1 0 0,0 0 0,-1 1 0,-2 0 0,1 0 0,-2 1 0,3 19 0,-7-25 0,0 0 0,-1 1 0,0-1 0,-1 0 0,-1 0 0,0 0 0,-1 0 0,0 0 0,-1 0 0,-1-1 0,0 0 0,-1 0 0,0 0 0,-1 0 0,0-1 0,-1 0 0,0-1 0,-1 0 0,-1 0 0,-3 2 0,-6 6 0,-1-2 0,0 0 0,-2-1 0,0-1 0,0-1 0,-2-1 0,1-2 0,-2 0 0,1-1 0,-1-1 0,-1-2 0,-23 5 0,251 16 0,-72 5-1,157 22-42,-195-70-1280,-61-9-1311</inkml:trace>
  <inkml:trace contextRef="#ctx0" brushRef="#br0" timeOffset="230633.714">16462 13987 20604,'0'0'3084,"0"0"307,0 0-2303,0 0-674,0 0 29,-4 17-35,-12 114 365,15 1377 1320,-14-569-1624,18-579-469,8-290 0,-6-66 0,-1-26 0,34-295-2132,-24 180-417</inkml:trace>
  <inkml:trace contextRef="#ctx0" brushRef="#br0" timeOffset="231104.3">16845 13887 29822,'0'0'570,"19"-2"-333,258-14 46,697 37 265,-29-3-147,19-42-401,-145 2 12,1494-8-26,-1262 20-30,-1047 10 44,6-2-3,-1 1 0,1 1 0,0 0-1,0 0 1,0 1 0,0 0 0,0 0 0,-1 1 0,1 1 0,-1 0 0,1 0 0,-1 1 0,0 0 0,0 0-1,0 1 1,-1 0 0,0 1 0,0 0 0,0 0 3,3 76-2470,-11-59-802</inkml:trace>
  <inkml:trace contextRef="#ctx0" brushRef="#br0" timeOffset="231495.424">24920 13909 29750,'0'0'807,"0"0"-476,0 0-172,2 28 117,31 423 640,30 566-388,-49-797-528,-11 2 0,-9-1 0,-9-1 0,-27 112 0,-13-148 0,52-179-112,0 0 1,0-1-1,-1 1 0,0-1 1,0 0-1,0 0 0,0 0 1,0-1-1,-1 1 0,0-1 1,0 0-1,0 0 0,0-1 1,0 1-1,0-1 0,-1-1 1,1 1-1,-1-1 0,1 1 1,-1-2-1,1 1 0,-5 0 112,-34 0-4689</inkml:trace>
  <inkml:trace contextRef="#ctx0" brushRef="#br0" timeOffset="232151.439">16836 17367 19060,'0'0'8714,"0"0"-6478,0 0-1897,31 2-41,264 8 344,623-74 353,-550 36-713,1065-64-81,2105-120-201,-1986 2 0,-1266 172 0,-301 51 0,-21 3-217,-15-1-870</inkml:trace>
  <inkml:trace contextRef="#ctx0" brushRef="#br0" timeOffset="237072.137">16994 15879 30022,'0'0'733,"0"0"-417,0 0-147,22-8 72,-10 3-194,144-80 428,-104 42-452,-3-3 0,-1-1 0,-3-3 0,-1-1 0,-3-3 0,-3-1 0,-1-2 0,1-9-23,-27 44 17,-7 48 3,-76 421 203,71-423-217,-1-7-4,0 0 1,2 0-1,0-1 0,0 1 0,2 0 0,0 0 1,1-1-1,1 0 0,0 1 0,1-1 1,4 8-3,-6-20 1,0-1 0,1 0 0,-1 0 0,1 0 0,-1-1 0,1 1 1,0-1-1,0 0 0,0 0 0,0 0 0,0 0 0,1-1 1,-1 1-1,0-1 0,1-1 0,-1 1 0,1 0 0,-1-1 0,1 0 1,-1 0-1,1-1 0,-1 1 0,1-1 0,-1 0 0,0 0 0,1 0 1,-1-1-1,0 1 0,0-1 0,0 0 0,0 0 0,0-1 0,0 1 1,0-1-1,-1 0 0,1 0 0,-1 0 0,0 0 0,0 0 1,0-1-1,-1 0 0,1 1 0,1-5-1,43-47-13,-3-2-1,-2-2 1,-3-1 0,-2-2-1,-4-2 1,-2-1 0,18-56 13,9-52 1,-55 211 48,-29 515 234,20-261-283,0 68 0,-40 234 0,43-565 0,-2 1 0,0-1 0,-3-1 0,0 1 0,-2-1 0,-2 3 0,9-24 0,0 0 0,-1 0 0,0-1 0,0 0 0,0 0 0,-1 0 0,0 0 0,0-1 0,0 1 0,-1-1 0,0-1 0,1 1 0,-2-1 0,1 0 0,-1 0 0,1-1 0,-1 0 0,0 0 0,0-1 0,0 0 0,0 0 0,-1 0 0,1-1 0,-1 0 0,-6 0 0,2-3 0,1 0 0,-1 0 0,1-1 0,0-1 0,0 0 0,0 0 0,1-1 0,-1 0 0,1-1 0,1-1 0,-1 1 0,1-1 0,0-1 0,0 0 0,1 0 0,0 0 0,1-1 0,-1-1 0,2 1 0,0-1 0,0 0 0,0 0 0,1-1 0,1 0 0,0 0 0,0 0 0,1 0 0,1 0 0,0-1 0,0 1 0,1-1 0,1-4 0,-3-7 0,2 0 0,0 0 0,2 0 0,1 1 0,0-1 0,2 0 0,0 1 0,2-1 0,1 1 0,0 1 0,6-11 0,29-48-328,3 2-1,4 1 1,55-63 328,-95 127-121,68-89-1510</inkml:trace>
  <inkml:trace contextRef="#ctx0" brushRef="#br0" timeOffset="237436.126">18474 16148 30535,'-1'21'1080,"-37"344"72,27-179-1152,19-231 0,2 1 0,1 1 0,3 0 0,1 0 0,2 2 0,17-29 0,-30 62 0,-1-4 0,1 1 0,0-1 0,1 1 0,0 0 0,1 1 0,0-1 0,1 1 0,0 1 0,0-1 0,1 1 0,0 0 0,1 1 0,0 0 0,0 0 0,1 1 0,0 0 0,0 1 0,0 0 0,1 0 0,0 2 0,9-4 0,-13 10 0,-1 0 0,0 1 0,0-1 0,0 2 0,-1-1 0,1 0 0,-1 1 0,1 0 0,-1 0 0,0 1 0,-1 0 0,1-1 0,-1 1 0,0 1 0,0-1 0,-1 1 0,1-1 0,-1 1 0,-1 0 0,1 0 0,-1 1 0,0-1 0,0 0 0,-1 1 0,0-1 0,0 1 0,0-1 0,-1 3 0,9 45 0,-2 1 0,-3 0 0,-2 0 0,-3 11 0,1-44 0,0-18-36,0-3 19,-1 0 0,1 0 0,0 1 0,-1-1 0,1 1 0,0-1 0,0 0 0,0 1 0,0-1 0,0 0 0,0 1 0,1-1 0,-1 1 0,0-1 0,1 0 0,-1 0 0,1 1 0,-1-1 0,1 0 0,-1 0 0,1 1 0,0-1 0,0 0 0,0 0 0,0 0 0,-1 0 0,1 0 0,1 0 0,-1 0 0,0-1 0,0 1 0,0 0 0,0 0 0,1-1 0,-1 1 0,0-1 0,0 1 0,1-1 0,-1 0 0,0 1 0,1-1 0,-1 0 0,1 0 17,13 0-2522</inkml:trace>
  <inkml:trace contextRef="#ctx0" brushRef="#br0" timeOffset="237736.123">19074 15564 30687,'0'0'1136,"0"0"-984,0 0 96,73 150 168,-21-77-288,12 9-128,4 5 0,-3 0 0,-5-4 0,-10-10 0,-15-10 0,-9-14 0,-4-23 0,-8-16-1048,-6-10-1185</inkml:trace>
  <inkml:trace contextRef="#ctx0" brushRef="#br0" timeOffset="237893.118">19638 15566 25685,'0'0'5514,"0"0"-4706,-103 110-144,46-35-568,-3 10-96,-8 33 0,18-21 0,6-18-856</inkml:trace>
  <inkml:trace contextRef="#ctx0" brushRef="#br0" timeOffset="239282.453">19920 15372 30134,'0'0'1063,"0"0"-643,0 0-244,0 0 95,19 8 77,268 103 7,-276-106-355,0-1 0,0 2 0,-1-1 0,0 2 0,0-1 0,0 1 0,-1 1 0,0 0 0,0 0 0,-1 1 0,0-1 0,-1 2 0,0-1 0,0 1 0,-1 0 0,0 1 0,-1 0 0,0 0 0,-1 0 0,0 2 0,0 8 0,-2 0 1,0 1-1,-1-1 0,-2 1 1,0-1-1,-1 1 0,-1-1 0,-1 0 1,-1 0-1,-1 0 0,-1-1 1,0 0-1,-2 0 0,0-1 1,-9 13-1,-12 18-12,-3-1 1,-1-2 0,-3-1-1,-1-2 1,-11 7 11,18-20-17,-2 0 1,-1-3-1,-1 0 1,-1-2-1,-12 4 17,107-21 35,389-8 65,-328 20-1352,-98-19-1425</inkml:trace>
  <inkml:trace contextRef="#ctx0" brushRef="#br0" timeOffset="240134.122">20091 14999 29262,'0'0'1361,"0"0"-1001,0 0-144,0 0-16,0 0 184,0 0-192,123 2-136,-77-2-48,-2-4-8,15-7-208,-11 1-424,-10-4-1785</inkml:trace>
  <inkml:trace contextRef="#ctx0" brushRef="#br0" timeOffset="245214.095">20819 14548 28614,'0'0'1055,"0"0"-304,-16 21-240,-95 148 333,94-130-745,2 0 0,1 1 0,3 0 1,1 1-1,1 0 0,3 0 0,1 1 1,2 0-1,2 0 0,2 1-99,-1-29-1,1-1-1,0 1 1,1-1 0,0 0-1,1 1 1,0-1 0,1 0-1,1-1 1,0 1 0,0-1-1,1 0 1,1 0 0,0-1-1,1 0 1,9 11 1,-13-19-79,0 0 0,0 0 0,1 0 0,-1-1 0,1 1 0,0-1 0,-1 0 0,1-1 0,0 1 0,0-1 0,1 0 0,-1 0 0,0 0 0,0-1 0,0 0 0,1 0 0,-1 0-1,0-1 1,0 1 0,0-1 0,0-1 0,0 1 0,0-1 0,0 1 0,0-2 0,0 1 0,0-1 79,36-25-2847</inkml:trace>
  <inkml:trace contextRef="#ctx0" brushRef="#br0" timeOffset="245572.787">21080 14800 22221,'0'0'6747,"0"0"-4764,-5 18-1334,-34 263 518,42-127-1167,5-186-194,1 0 1,1 1-1,2 0 0,1 1 0,1 0 1,2 1-1,0 1 0,12-13 194,-26 37-5,0 2-1,-1-1 1,1 0-1,0 0 1,1 1-1,-1-1 1,0 1-1,1-1 1,-1 1-1,1 0 1,0 0-1,0 0 1,0 1-1,0-1 0,0 1 1,0-1-1,0 1 1,0 0-1,0 0 1,1 0-1,2 0 6,12 42 371,-16 207 709,-2-246-1112,-1 0 0,1 0 0,0 0 0,0 0 0,0 0 0,-1 1-1,2-1 1,-1 0 0,0 0 0,0 0 0,1 0 0,-1 0 0,1 0 0,0 0-1,-1-1 1,1 1 0,0 0 0,0 0 0,0 0 0,0-1 0,1 1 0,-1-1-1,0 1 1,1-1 0,-1 1 0,1-1 0,-1 0 0,1 1 0,0-1 0,-1 0-1,1 0 1,0 0 0,0-1 0,0 1 32,14 1-1558</inkml:trace>
  <inkml:trace contextRef="#ctx0" brushRef="#br0" timeOffset="245823.055">21483 15015 29614,'0'0'985,"0"0"-217,0 0-416,0 0-88,134 0-112,-99 0-120,11-4-32,-9-2-520,-8-4-1785</inkml:trace>
  <inkml:trace contextRef="#ctx0" brushRef="#br0" timeOffset="246072.888">21902 14840 30366,'0'0'873,"0"0"-337,0 0-80,0 0-120,0 120-144,0-75-184,0 5-8,11 11-232,-2-14-768,-5-15-1225</inkml:trace>
  <inkml:trace contextRef="#ctx0" brushRef="#br0" timeOffset="246263.16">22209 14705 30503,'0'0'1064,"0"0"-400,39 101-200,-19-46-392,-3 10-72,-1 8 0,-10 6 0,-6 2 0,0-2 0,-19-4 0,-38 14 0,6-20 0,-1-18-2152</inkml:trace>
  <inkml:trace contextRef="#ctx0" brushRef="#br0" timeOffset="246654.264">22573 16031 29878,'0'0'2193,"0"0"-1649,0 0-392,0 0-152,120-8 0,-63 0 0,37 2 0,-15 1 0,-13-1-784</inkml:trace>
  <inkml:trace contextRef="#ctx0" brushRef="#br0" timeOffset="247597.201">23736 15970 28846,'0'0'1364,"0"0"-877,0 0-88,0 0 49,25-3 3,-7 1-373,-4 1-46,0-1-1,0 0 1,-1-1-1,1 0 1,-1-1-1,0-1 0,0 0 1,0 0-1,0-2 1,-1 1-1,1-3-31,14-9 11,0-2 1,-2-2-1,0 0 1,-1-1-1,-2-2 1,0 0-1,-2-1 1,-1-1-1,-1-1 1,10-22-12,-35 99 140,-2-17-127,3 0 0,0 1 1,2-1-1,2 1 0,1 0 1,1 0-1,4 21-13,-4-50 0,1-1 0,0 1 0,0 0 0,0-1 0,0 1 0,0-1 0,1 1 0,0-1 0,0 0 0,0 0 0,0 0 0,0 0 0,0 0 0,1 0 0,-1-1 0,1 1 0,0-1 0,0 1 0,0-1 0,0 0 0,0 0 0,1-1 0,-1 1 0,0-1 0,1 1 0,-1-1 0,1 0 0,0 0 0,-1-1 0,1 1 0,0-1 0,-1 0 0,1 0 0,0 0 0,-1 0 0,1-1 0,0 1 0,-1-1 0,1 0 0,0 0 0,-1 0 0,0-1 0,1 1 0,2-2 0,12-10 0,0-1 0,0-1 0,-2 0 0,1-1 0,-2-1 0,-1-1 0,0 0 0,-1 0 0,-1-2 0,0 1 0,3-12 0,29-58 0,-5 0 0,-3-3 0,9-48 0,-20 65 0,-18 86 0,-6 843 0,2-647 0,2 70 0,-27 233 0,-17-193 0,39-311 0,0-1 0,0 0 0,0 1 0,-1-1 0,1 0 0,-1 0 0,-1 0 0,1 0 0,-1 0 0,0 0 0,0 0 0,0 0 0,-1 0 0,0-1 0,1 1 0,-2-1 0,1 0 0,0 0 0,-1 0 0,0-1 0,0 1 0,0-1 0,0 0 0,-1 0 0,1 0 0,-1 0 0,0-1 0,1 0 0,-1 0 0,0 0 0,0-1 0,-1 0 0,1 0 0,0 0 0,0 0 0,0-1 0,-1 0 0,-2 0 0,-11-8 0,1 0 0,1-1 0,0-1 0,0-1 0,1-1 0,0 0 0,1-1 0,0 0 0,1-1 0,1-1 0,0 0 0,1-1 0,0 0 0,2-1 0,0 0 0,1-1 0,-7-18 0,-1 2 0,2 0 0,2-1 0,0-1 0,3 0 0,1 0 0,2-1 0,1 0 0,2-1 0,1 1 0,2-1 0,2 1 0,3-13 0,2 29 0,1 1 0,1 0 0,0 0 0,2 1 0,0 0 0,1 0 0,1 1 0,1 1 0,1 0 0,0 1 0,1 1 0,2-1 0,-10 8 0,45-45-927,2 3 1,2 3-1,29-18 927,-67 51-969,63-48-9869</inkml:trace>
  <inkml:trace contextRef="#ctx0" brushRef="#br0" timeOffset="247929.266">25152 16205 25557,'0'0'3976,"2"18"-2372,12 289 26,-33-22-1630,25-348 0,7 11 0,2 0 0,3 1 0,2 1 0,2 1 0,2 1 0,5-5 0,27-15 0,-55 66 0,1 1 0,-1-1 0,0 1 0,1 0 0,-1 0 0,1 0 0,-1 0 0,1 0 0,0 0 0,-1 0 0,1 0 0,0 0 0,0 1 0,0-1 0,0 1 0,-1 0 0,1-1 0,0 1 0,0 0 0,0 0 0,0 0 0,0 0 0,0 0 0,0 1 0,0-1 0,-1 1 0,1-1 0,0 1 0,0-1 0,0 1 0,-1 0 0,1 0 0,0 0 0,-1 0 0,1 0 0,-1 0 0,1 1 0,-1-1 0,0 0 0,0 1 0,1-1 0,-1 1 0,0 0 0,6 11 0,-1 0 0,0 1 0,-1 0 0,0 0 0,-1 0 0,-1 1 0,0-1 0,-1 1 0,0 0 0,-2 0 0,0 7 0,25 122 0,41-57-2168,-29-68-3714</inkml:trace>
  <inkml:trace contextRef="#ctx0" brushRef="#br0" timeOffset="248180.121">25795 15974 22661,'0'0'8642,"0"0"-8186,65 106-224,-8-48 40,9 5 232,2 2-504,-2 2 0,-7-2 0,-13-6 0,-11-6 0,-4-15 0,-11-14-848,-9-24-1841</inkml:trace>
  <inkml:trace contextRef="#ctx0" brushRef="#br0" timeOffset="248426.958">26288 16061 30783,'0'0'1192,"-110"102"-880,45-33-112,1 10-144,7 14-56,15-20-768,16-16-4273</inkml:trace>
  <inkml:trace contextRef="#ctx0" brushRef="#br0" timeOffset="248819.274">26895 15696 23317,'0'0'6155,"0"0"-4402,27 19-972,6 4-563,130 112 313,-150-121-530,1 2-1,-2 0 1,0 0-1,-1 1 1,0 0-1,-1 1 1,-2 0-1,1 1 1,-2 0-1,-1 0 1,0 0-1,-1 1 1,-2 0-1,0 0 1,0 0-1,-2 0 1,-1 1-1,0-1 1,-2 0-1,0 0 1,-1 0-1,-1 0 1,-1 0-1,-3 5 0,-8 9 0,-1-1 0,-2 0 0,-2-2 0,0 0 0,-2-1 0,-1-2 0,-2 0 0,-1-2 0,0 0 0,-2-2 0,-1-1 0,-1-2 0,-1-1 0,-1-1 0,0-2 0,-15 5 0,-11 8 0,79-15 0,482 13 0,-217-23-637,-214-5-2551</inkml:trace>
  <inkml:trace contextRef="#ctx0" brushRef="#br0" timeOffset="249130.259">27553 15396 20036,'0'0'10435,"0"0"-9795,0 0-264,138-6-72,-66 6 48,5 0-56,-5 0-224,16 10-72,-22 0-496,-20-8-1153</inkml:trace>
  <inkml:trace contextRef="#ctx0" brushRef="#br0" timeOffset="249491.486">28462 14993 26694,'0'0'3662,"-4"22"-2367,-70 287-179,54-135-1116,21-174 0,1 0 0,0 0 0,0 0 0,0 0 0,0 0 0,-1-1 0,1 1 0,0-1 0,0 1 0,-1-1 0,1 0 0,0 0 0,-1 0 0,1 0 0,-1 0 0,1 0 0,-1 0 0,1 0 0,-1 0 0,0-1 0,0 1 0,1-1 0,-1 1 0,0-1 0,0 1 0,0-1 0,-1 1 0,1-1 0,0 0 0,-1 0 0,1 1 0,-1-1 0,1 0 0,58-92-124,-25 38-154,2 2 1,3 1 0,1 2-1,13-9 278,-51 57 19,0 0 0,0 0 0,0 0 0,0 0 0,1 0 0,-1 0 0,1 1 0,0-1-1,0 1 1,0 0 0,0 0 0,0 0 0,0 0 0,1 0 0,-1 1 0,1-1 0,-1 1 0,1 0-1,0 0 1,-1 0 0,1 1 0,0-1 0,-1 1 0,1 0 0,0 0 0,0 1 0,-1-1 0,1 0-1,0 1 1,-1 0 0,1 0 0,0 0 0,-1 1 0,1-1 0,-1 1 0,0 0 0,0 0 0,1 0-1,-1 0 1,0 0 0,0 1-19,4 17 48,0-1 0,-1 1-1,-1 0 1,-1 1 0,-1-1 0,-1 1 0,0-1-1,-2 1 1,-1 4-48,3 15 29,-1-18-47,-2-6 2,1 1-1,0 0 1,1-1 0,1 1-1,1-1 1,0 0 0,1 0-1,1 0 1,1 0 0,0-1-1,1 0 1,0 0 0,1 0-1,4 3 17,5-3-1233</inkml:trace>
  <inkml:trace contextRef="#ctx0" brushRef="#br0" timeOffset="262061.084">14697 15437 24869,'0'0'4071,"0"0"-2609,0 0-799,0 0-108,0 0-101,0 0-82,19 1-103,155 29-217,-161-28-52,1 1 0,0 1 0,-1 0 0,0 1 0,0 0 0,0 1 0,-1 1 0,0 0 0,0 0 0,0 1 0,-1 1 0,0 0 0,-1 0 0,0 1 0,-1 0 0,0 1 0,0 0 0,-1 1 0,-1 0 0,0 0 0,0 0 0,-1 1 0,4 13 0,-8-6 0,-1 0 0,-1 1 0,0-1 0,-2 0 0,0 0 0,-2 0 0,0 0 0,-1 0 0,-1-1 0,0 0 0,-2 0 0,0-1 0,-1 0 0,-1 0 0,-10 12 0,-16 23 0,-4-2 0,-1-2 0,-2-2 0,-19 14 0,-119 105 0,148-116 0,43-39 0,167-6 0,-93-15 0,0-4 0,-1-4 0,48-17 0,-47-9-75,-58-15-2752,-22 20-2689</inkml:trace>
  <inkml:trace contextRef="#ctx0" brushRef="#br0" timeOffset="262329.288">14815 14467 22085,'0'0'7913,"0"0"-7408,0 0-161,143 8 32,-88-2-88,-1 1-184,12-1-104,-13-2-552,-18-4-1769</inkml:trace>
  <inkml:trace contextRef="#ctx0" brushRef="#br0" timeOffset="262675.904">15214 14151 5185,'0'0'20140,"0"19"-15449,0 357-2647,1-377-2045,-1 1 0,1 0 0,-1 0-1,1 0 1,-1 0 0,1-1 0,-1 1-1,0 0 1,1 0 0,-1 0 0,1 0 0,-1 0-1,1 0 1,-1 0 0,1 0 0,-1 0-1,1 0 1,-1 1 0,1-1 0,-1 0 0,1 0-1,-1 0 1,1 1 0,-1-1 0,1 0-1,-1 0 1,0 1 0,1-1 0,-1 0 0,0 1-1,1-1 1,-1 0 0,0 1 0,1-1-1,-1 1 1,0-1 0,0 1 0,1-1 0,-1 0-1,0 1 1,0-1 0,0 1 0,0-1-1,0 1 1,0-1 0,0 1 0,0-1 0,0 1-1,0-1 1,0 1 0,0-1 0,0 1-1,0-1 1,0 1 0,0-1 0,0 1 0,-1-1 1,23-38-175,-6-1 22,-1 0-242,1 1 0,2 0 1,1 2-1,3 0 0,13-18 395,-34 53 8,-1 0 0,0 0 1,1-1-1,-1 1 0,1 0 0,-1 0 0,1 0 0,0 0 1,0 0-1,-1 0 0,1 0 0,0 0 0,0 0 0,0 0 1,0 0-1,0 0 0,0 1 0,0-1 0,0 0 0,0 1 1,0-1-1,1 1 0,-1-1 0,0 1 0,0-1 0,1 1 1,-1 0-1,0 0 0,0 0 0,1 0 0,-1 0 0,0 0 1,1 0-1,-1 0 0,0 0 0,0 0 0,1 1 1,-1-1-1,0 1 0,0-1 0,0 1 0,1-1 0,-1 1 1,0 0-1,0-1 0,0 1 0,0 0 0,0 0 0,0 0 1,-1 0-1,1 0 0,0 0 0,0 0 0,-1 0 0,1 1-8,9 215 1159,-10-217-1205,0 1 0,-1 0 0,1 0-1,0-1 1,0 1 0,0 0 0,0 0 0,0 0-1,0-1 1,0 1 0,0 0 0,0 0 0,0-1-1,1 1 1,-1 0 0,0 0 0,0-1-1,1 1 1,-1 0 0,1-1 0,-1 1 0,0 0-1,1-1 1,-1 1 0,1-1 0,0 1-1,-1-1 1,1 1 0,-1-1 0,1 1 0,0-1-1,-1 1 1,1-1 0,0 0 0,-1 1 0,1-1-1,0 0 1,0 0 0,-1 0 0,1 0-1,0 1 1,0-1 0,0 0 0,-1 0 0,1 0-1,0-1 1,0 1 0,-1 0 0,1 0-1,0 0 1,0 0 0,-1-1 0,1 1 0,0 0-1,-1-1 1,1 1 0,0-1 0,0 1 46,10-15-5572</inkml:trace>
  <inkml:trace contextRef="#ctx0" brushRef="#br0" timeOffset="262925.993">15760 14252 5185,'0'0'24181,"0"0"-23517,0 0-320,0 0-344,0 0-192,125 21-4345</inkml:trace>
  <inkml:trace contextRef="#ctx0" brushRef="#br0" timeOffset="263176.791">16098 14116 28934,'0'0'1873,"0"0"-1465,0 0 56,0 100-32,0-66-280,2 1-152,13 15-264,1-9-488,-10-7-2297</inkml:trace>
  <inkml:trace contextRef="#ctx0" brushRef="#br0" timeOffset="263443.106">15352 13873 5401,'0'0'23989,"0"0"-23013,0 0-287,-70 138-25,42-73-64,-5 20-248,9 0-256,4 6-96,11 1 0,9-15 0,11 2 0,27-12 0,45-14-560,-6-19-672,-5-20-2673</inkml:trace>
  <inkml:trace contextRef="#ctx0" brushRef="#br0" timeOffset="263712.074">16442 13958 17212,'0'0'13699,"0"0"-13163,0 0-176,72 120 96,-39-57 8,-2 12-424,-1 22-40,-6 23 0,-24 32 0,-10 12 0,-45 8 0,-22-13 0,16-48-440,4-26-2497</inkml:trace>
  <inkml:trace contextRef="#ctx0" brushRef="#br0" timeOffset="259380.235">11311 15877 29398,'0'0'1790,"0"0"-1281,0 0-373,0 0 98,24-21 37,157-148-105,11-99-182,-181 256 15,-10 36 6,-1-22-5,-38 309 215,27 2-155,12-306-60,0 0 0,0 0 0,1 0 0,0-1 0,1 1 0,-1 0 0,1-1 0,0 0 0,1 1 0,-1-1 0,1-1 0,1 1 0,2 3 0,-6-7 0,1 0 0,0 0 0,0 0 0,0-1 0,0 1 0,0 0 0,0-1 0,0 1 0,1-1 0,-1 0 0,0 0 0,1 0 0,-1 0 0,1 0 0,-1 0 0,1-1 0,-1 1 0,1-1 0,0 0 0,-1 0 0,1 0 0,0 0 0,-1 0 0,1 0 0,-1-1 0,1 1 0,-1-1 0,1 0 0,-1 0 0,1 0 0,-1 0 0,1 0 0,-1 0 0,0-1 0,2-1 0,9-9 0,-1-2 0,0 0 0,-1 0 0,0-1 0,-2 0 0,1-1 0,-2 0 0,0 0 0,0-5 0,3-1 0,28-66 0,-4-2 0,-3-1 0,11-63 0,-32 144 0,-7 51 0,-4-36 0,22 1258 0,-22-1235 0,0 15 0,1-14 0,0-1 0,-2 1 0,-2-1 0,0 1 0,-2-1 0,-1 0 0,-1-1 0,-5 12 0,11-37 0,0 1 0,-1 0 0,1 0 0,-1-1 0,1 1 0,-1-1 0,0 1 0,0-1 0,0 0 0,0 1 0,0-1 0,-1 0 0,1-1 0,-1 1 0,1 0 0,-1-1 0,1 1 0,-1-1 0,0 0 0,0 0 0,0 0 0,0 0 0,0 0 0,0-1 0,0 0 0,0 1 0,0-1 0,0 0 0,0 0 0,0-1 0,0 1 0,0-1 0,0 1 0,0-1 0,0 0 0,0 0 0,0 0 0,1-1 0,-1 1 0,0 0 0,1-1 0,-1 0 0,1 0 0,0 0 0,-1 0 0,1 0 0,0 0 0,0-1 0,-14-10 0,1-1 0,0-1 0,1 0 0,0-1 0,1-1 0,1 0 0,1 0 0,0-1 0,2-1 0,0 0 0,1 0 0,1 0 0,0-1 0,2 0 0,0-1 0,1 1 0,2-1 0,0 0 0,1-4 0,4 9-30,1 0 0,1 1 0,1-1 0,0 1 0,1 0 0,0 1 0,2 0 0,-1 0 0,2 1 0,0 0 0,0 0 0,1 1 0,1 1 0,0 0 0,0 0 0,8-4 30,-6 3-137,68-63-1190,-5 5-1138</inkml:trace>
  <inkml:trace contextRef="#ctx0" brushRef="#br0" timeOffset="259846.67">12584 16140 23493,'0'0'4065,"0"0"-1339,0 0-1773,0 0-451,0 0-41,0 0-78,-5 4-222,4-3-157,-26 50 15,60 301-19,-28-281 0,6-76 0,83-240 0,-87 230 0,-4 4 0,1 0 0,0 1 0,1-1 0,0 1 0,1 0 0,0 0 0,0 0 0,1 1 0,1 0 0,-1 1 0,1-1 0,1 1 0,-1 1 0,2 0 0,-1 0 0,1 1 0,7-4 0,-12 10 0,0 2 0,0-1 0,-1 0 0,1 1 0,-1 0 0,1 0 0,-1 1 0,1-1 0,-1 1 0,0 0 0,0 0 0,-1 0 0,1 0 0,-1 1 0,1-1 0,-1 1 0,0 0 0,0 0 0,-1 0 0,1 1 0,-1-1 0,0 1 0,0-1 0,-1 1 0,1-1 0,-1 1 0,0 0 0,0 0 0,0 0 0,-1 0 0,0 0 0,0 0 0,0 0 0,-1 4 0,1-5 0,10 182 0,-9-187-14,-1 1 0,1-1 0,-1 0 0,1 0 0,0 1 0,-1-1 0,1 0 0,0 1 0,0-1 0,-1 1 0,1-1 0,0 1 0,0-1 1,0 1-1,0 0 0,0-1 0,-1 1 0,1 0 0,0 0 0,0-1 0,0 1 0,0 0 0,0 0 0,0 0 0,0 0 0,0 0 0,0 1 0,0-1 0,0 0 0,0 0 0,0 1 0,-1-1 0,1 0 0,0 1 0,0-1 0,0 1 0,0-1 0,-1 1 0,1-1 0,0 1 0,-1 0 0,1-1 1,0 1-1,-1 0 0,1-1 0,-1 1 0,1 0 0,-1 0 0,1 0 0,-1 0 0,1 0 0,-1-1 0,0 1 0,0 0 0,1 0 0,-1 0 0,0 0 0,0 0 0,0 0 0,0 0 0,0 0 0,0 0 0,0 0 0,-1 0 0,1 0 0,0-1 0,0 1 0,-1 1 14,15-25-2891</inkml:trace>
  <inkml:trace contextRef="#ctx0" brushRef="#br0" timeOffset="260113.102">13136 16315 8706,'0'0'20164,"0"0"-18339,0 0-1001,0 0-240,0 0-264,145 40-112,-99-34-152,0-4-56,9-2-264,-11-2-928,-16-12-3217</inkml:trace>
  <inkml:trace contextRef="#ctx0" brushRef="#br0" timeOffset="260300.558">13630 16140 26510,'0'0'4729,"0"0"-3537,0 0-856,-31 144-336,31-93 0,0-2 0,9-1 0,8 9 0,-4-10-664,-6-15-2497</inkml:trace>
  <inkml:trace contextRef="#ctx0" brushRef="#br0" timeOffset="260723.91">12452 16017 21309,'0'0'7513,"0"0"-5880,0 0-1001,0 0-88,-127 40-80,105-1 16,3 16-288,3 30-192,10 34 0,6 29 0,4-12 0,18-30 0,4-39 0,12-37 0,41-14 0,-7-6-960,-2-10-4337</inkml:trace>
  <inkml:trace contextRef="#ctx0" brushRef="#br0" timeOffset="261056.351">14068 15875 26206,'0'0'5209,"0"0"-4385,0 0-296,0 0-528,59 119 0,-33-72 0,3 8 0,-3 12 0,-6 10 0,-11 8 0,-9 6 0,-7 3 0,-30 1 0,-11-2 0,-44 13 0,13-23-728,2-26-9706</inkml:trace>
  <inkml:trace contextRef="#ctx0" brushRef="#br0" timeOffset="267454.211">21893 17639 28950,'0'0'1270,"0"0"-461,0 0-241,0 0-45,0 0-84,-2-3-256,3 1-183,0 0 1,1 0 0,-1 0 0,1 0-1,0 0 1,-1 1 0,1-1 0,0 1-1,0-1 1,0 1 0,0 0 0,1-1-1,-1 1 1,0 0 0,0 0 0,1 1-1,-1-1 1,1 0 0,-1 1 0,0-1-1,1 1 1,-1 0 0,1 0 0,-1 0-1,1 0 1,-1 1 0,1-1 0,-1 0-1,1 1 1,-1 0 0,3 0-1,10-2 2,486-34-2,273 24 0,271 73 0,-40-25 0,191-51 0,-141-3 0,-984 18 0,1 4 0,-1 3 0,0 3 0,9 5 0,-117-13-32,-28-9-404,-8-6-1136</inkml:trace>
  <inkml:trace contextRef="#ctx0" brushRef="#br0" timeOffset="268397.883">22816 14368 19932,'0'0'5823,"0"0"-3463,0 0-1571,0 0-195,-14 24 62,-93 189 397,-332 962 507,13 151-1560,422-1313 0,-33 106 0,6 0 0,4 2 0,-9 113 0,35-138 0,1-95 0,1 0 0,0 0 0,0 0 0,0 0 0,0 0 0,-1 0 0,2 0 0,-1 0 0,0 0 0,0-1 0,0 1 0,0 0 0,0-1 0,1 1 0,-1-1 0,0 1 0,0-1 0,1 1 0,-1-1 0,0 0 0,1 0 0,-1 0 0,1 1 0,-1-1 0,0-1 0,1 1 0,-1 0 0,0 0 0,1 0 0,-1-1 0,0 1 0,1-1 0,-1 1 0,0-1 0,0 1 0,0-1 0,1 0 0,-1 0 0,0 0 0,0 1 0,0-1 0,0 0 0,0 0 0,0 0 0,-1 0 0,1-1 0,0 1 0,0 0 0,-1 0 0,1 0 0,-1-1 0,1 1 0,-1 0 0,0-1 0,1 1 0,-1-1 0,101-152-163,-40 49-809,-3-4-798</inkml:trace>
  <inkml:trace contextRef="#ctx0" brushRef="#br0" timeOffset="268834.954">23712 14143 30086,'0'0'659,"27"-9"-307,223-56-122,57 40 788,304 14-1018,-473 11 61,1563 23 292,-1258-20-345,844 33-8,-1164-27-14,-1 6 0,86 22 14,-199-36-60,0 0 1,0 1-1,0-1 0,-1 2 1,1-1-1,-1 1 0,0 0 0,1 1 1,-1 0-1,-1 0 0,1 1 1,-1 0-1,1 0 0,-1 1 1,-1 0-1,1 0 0,-1 1 1,0 0-1,-1 0 0,0 0 0,0 0 1,0 1-1,-1 0 0,0 0 1,0 2 59,-2 21-1291,-2-11-1227</inkml:trace>
  <inkml:trace contextRef="#ctx0" brushRef="#br0" timeOffset="269757.877">29968 14613 3753,'0'0'19681,"0"0"-14213,0 0-4844,0 0-321,0 0 116,0 0 116,-8 9-34,-9 10-357,1 0-1,0 2 1,2 0-1,1 0 1,0 2 0,-5 15-144,-151 464 586,-148 385-548,-73 239-41,321-826 3,72-386 0,-2 84-7,0 1 0,-1-1 0,1 0 0,-1 1 0,0-1 0,1 0 0,-1 1 0,0-1 0,0 0 0,0 1 1,0-1-1,0 0 0,0 0 0,-1 1 0,1-1 0,-1 0 0,1 1 0,-1-1 0,1 1 0,-1-1 0,0 0 0,0 1 0,0-1 0,0 1 0,0 0 0,0-1 0,0 1 0,0 0 0,-1 0 0,1 0 1,-1 0 6,-6-9-669,-10-14-3208</inkml:trace>
  <inkml:trace contextRef="#ctx0" brushRef="#br0" timeOffset="271586.64">31831 16295 21661,'0'0'6286,"0"0"-4472,0 0-1409,0 0-70,-11-18 20,-36-59-50,45 73-290,-1-1-1,0 1 0,0-1 1,0 1-1,0 0 0,-1 0 0,0 1 1,0-1-1,0 1 0,0 0 1,0 0-1,0 0 0,-1 0 0,0 1 1,1 0-1,-1 0 0,0 0 1,0 1-1,0-1 0,0 1 1,0 0-1,-1 1 0,1-1 0,0 1 1,0 0-1,-1 0 0,1 1 1,0 0-1,0 0 0,-5 1-14,-2 3 9,0 0 0,1 0 0,-1 1 0,1 1 0,0 0 0,1 0 0,-1 1 0,1 1 0,1 0 0,-5 5-9,-21 28 51,2 1 0,2 2 0,2 1-1,2 1 1,2 1 0,3 1 0,1 1 0,3 2 0,-4 18-51,17-51 17,0 0 1,0 1 0,2-1-1,1 1 1,0 0 0,2 0-1,0 0 1,2 11-18,-1-27 8,0 1 1,0-1-1,0 1 0,1-1 1,-1 0-1,1 1 0,0-1 1,1 0-1,-1 0 0,1-1 1,0 1-1,-1 0 0,2-1 1,-1 0-1,0 1 0,1-1 1,-1-1-1,1 1 0,0 0 1,0-1-1,0 0 0,0 0 1,0 0-1,1 0 0,-1-1 1,1 0-1,-1 0 0,1 0 1,4 0-9,140-3 101,-120-5-100,0-2 0,-1-1 0,0-1 0,-1-2 0,-1-1 0,0 0 0,0-2 0,-2-1 0,0-1 0,-1-1 1,-1-1-1,-1-1 0,0-1 0,-2-1 0,-1-1 0,9-15-1,-17 25-7,-2-1 0,0 0-1,0 0 1,-2-1 0,0 0 0,0 0-1,-2-1 1,0 1 0,-1-1 0,0 0 0,-2 0-1,0-9 8,-1 23-61,0 0 0,0 0 0,-1 1 0,1-1-1,-1 0 1,0 0 0,1 0 0,-1 1 0,-1-1-1,1 0 1,0 1 0,-1-1 0,1 1 0,-1 0 0,0-1-1,0 1 1,0 0 0,0 0 0,0 0 0,0 0-1,0 1 1,-1-1 0,1 1 0,-1-1 0,1 1-1,-1 0 1,0 0 0,1 0 0,-1 0 0,0 0 0,0 1-1,0-1 1,-2 1 61,-31-9-3239</inkml:trace>
  <inkml:trace contextRef="#ctx0" brushRef="#br0" timeOffset="275264.107">29497 17376 26574,'0'0'3247,"0"0"-2267,0 0-773,0 0-52,22 0 115,1174-4 817,-1058 8-1113,1 6 0,132 27 26,-219-21-482,-54-13-1172,-12-3-1624</inkml:trace>
  <inkml:trace contextRef="#ctx0" brushRef="#br0" timeOffset="276135.914">30086 16526 26358,'0'0'3856,"0"0"-3519,163-21-233,-82 19-80,0 2-8,-4 0 8,-9 0-24,4 6-48,-15 5-649,-20-3-2159</inkml:trace>
  <inkml:trace contextRef="#ctx0" brushRef="#br0" timeOffset="276385.456">30514 16146 28814,'0'0'1641,"0"0"-1417,-42 124-80,20-28 16,7 31-96,4 19-64,4-22-32,5-31-1697</inkml:trace>
  <inkml:trace contextRef="#ctx0" brushRef="#br0" timeOffset="4823.212">7646 1412 25822,'0'0'5265,"0"0"-4233,0 0-648,0 0-160,0 0-184,0 0-40,52 86 0,-8-44 0,6 5 0,3 6 0,-7 5 0,-4-3 0,-12-6 0,-5-11 0,-4-26 0,-3-12-768,-5-2-1281</inkml:trace>
  <inkml:trace contextRef="#ctx0" brushRef="#br0" timeOffset="5110.353">7974 1384 30094,'0'0'937,"0"0"-305,-153 150-224,83-75-104,8 4-168,12 0-136,24 2-168,13-18-920,13-28-3657</inkml:trace>
  <inkml:trace contextRef="#ctx0" brushRef="#br0" timeOffset="98888.188">8509 9324 28494,'0'0'946,"0"0"-308,0 0-164,0 0-37,0 0-75,-21 14-53,-68 48-17,5 39 276,44-43-547,3 1-1,2 2 1,3 1 0,3 2-1,3 1 1,2 1-1,4 1 1,2 1-1,3 0 1,4 2-1,2-1 1,3 7-21,5-50 0,-2-11 0,1 1 0,1-1 0,0 1 0,1 0 0,1-1 0,0 1 0,1-1 0,1 1 0,0-1 0,1 0 0,1 0 0,0 0 0,1-1 0,0 1 0,2-1 0,-1-1 0,2 0 0,0 0 0,0 0 0,2-1 0,2-1-10,0-1 0,1 0 1,1-1-1,0-1 0,0 0 0,0-1 1,1-1-1,0 0 0,1-1 0,-1-1 1,1-1-1,-1 0 0,1-1 0,0 0 0,5-2 10,98 3-3046,-22-3-7796</inkml:trace>
  <inkml:trace contextRef="#ctx0" brushRef="#br0" timeOffset="130244.383">20639 10581 29830,'0'0'718,"0"0"-87,0 0-175,0 0-24,25-6-128,80-22-155,-19-32-85,-69 43-60,150-170 31,-167 187-35,1-1 0,-1 1 0,1 0 0,-1-1-1,1 1 1,-1 0 0,1 0 0,-1 0 0,1-1 0,-1 1 0,1 0 0,-1 0-1,1 0 1,-1 0 0,1 0 0,-1 0 0,1 0 0,0 0 0,-1 0 0,1 0 0,-1 0-1,1 0 1,-1 0 0,1 0 0,-1 1 0,1-1 0,-1 0 0,1 0 0,-1 1-1,1-1 1,-1 0 0,1 1 0,-1-1 0,0 0 0,1 1 0,-1-1 0,1 1 0,-1-1-1,0 0 1,0 1 0,1-1 0,-1 1 0,0-1 0,0 1 0,1-1 0,-1 1-1,0 0 1,0-1 0,0 1 0,0-1 0,0 1 0,0-1 0,0 1 0,0-1 0,0 1-1,0-1 1,0 1 0,0 0 0,0-1 0,-1 1 0,1-1 0,0 1 0,0-1-1,0 1 1,-1-1 0,1 0 0,0 1 0,-1-1 0,1 1 0,-1-1 0,0 56 3,0-53-2,-6 73 31,2-37-11,1 1-1,2-1 1,2 1-1,2 0 1,3 13-21,-5-48 0,0 0 0,1 0 1,0 0-1,0 0 0,0 0 0,0 0 1,1 0-1,-1-1 0,1 1 1,1-1-1,-1 1 0,0-1 0,1 0 1,0 0-1,0 0 0,1 0 1,-1 0-1,1-1 0,-1 1 0,1-1 1,0 0-1,0 0 0,1-1 1,-1 1-1,0-1 0,1 0 0,0 0 1,-1-1-1,1 1 0,0-1 1,0 0-1,0 0 0,0-1 1,0 1-1,0-1 0,0 0 0,0 0 1,0-1-1,0 0 0,0 0 1,0 0-1,0 0 0,-1-1 0,1 1 1,0-1-1,1-2 0,17-14 0,-2-1 0,0-1 0,-1-1 0,0 0 0,-2-2 0,-1 0 0,-1-1 0,-1-1 0,8-18 0,1 1 0,-2-1 0,-2 0 0,-2-2 0,-2 0 0,-2-2 0,-2 1 0,-1-1 0,1-35 0,-47 310 0,17 28 0,14 191 0,5-272 0,-3-108 0,-3-1 0,-3 1 0,-2-2 0,-4 1 0,-2-2 0,-3 0 0,-3-1 0,-2-1 0,-22 37 0,39-82 0,-1 0 0,0-1 0,-1 0 0,-1 0 0,0-1 0,-2 0 0,1-1 0,-2 0 0,0-1 0,0 0 0,-1-1 0,-1-1 0,0 0 0,-7 3 0,17-14 0,0 1 0,0-1 0,-1 0 0,1-1 0,0 1 0,0-1 0,0 0 0,0 0 0,0 0 0,0-1 0,1 0 0,-1 0 0,0 0 0,1-1 0,-1 1 0,1-1 0,0 0 0,0 0 0,0-1 0,0 1 0,1-1 0,-1 0 0,1 0 0,0 0 0,0 0 0,1 0 0,-1-1 0,1 1 0,0-1 0,0 0 0,0 0 0,1 0 0,-1 0 0,1 0 0,1 0 0,-1 0 0,1 0 0,0 0 0,0 0 0,0-1 0,-9-39 0,2-2 0,2 1 0,3-1 0,1 1 0,3-22 0,4 38 0,1-1 0,2 1 0,1 1 0,1 0 0,1 0 0,1 1 0,2 0 0,1 2 0,1 0 0,1 0 0,2 2 0,0 0 0,23-19 0,10-11-206,2 2-1,3 3 1,1 2-1,3 3 1,20-9 206,1 2-1865</inkml:trace>
  <inkml:trace contextRef="#ctx0" brushRef="#br0" timeOffset="130541.885">22150 10875 30567,'0'0'784,"0"0"-96,0 0-152,-31 118-344,18-69-192,2 3 0,2-1 0,0 0 0,9 2 0,0-11-112,0-19-2785</inkml:trace>
  <inkml:trace contextRef="#ctx0" brushRef="#br0" timeOffset="127850.631">17525 9801 16628,'0'0'2915,"0"0"1114,0 0-1349,0 0-1339,0 0-289,-9-2-132,2 0-805,1 0 53,0 0 0,0 0 0,0 0 0,0 1 0,0 0 0,-1 0 0,1 1 1,0 0-1,0 0 0,0 0 0,-1 1 0,1 0 0,0 0 0,0 1 0,0-1 1,-5 3-169,-16 16 79,1 2 1,1 0-1,0 1 1,2 2-1,-14 18-79,3 2 0,1 1 0,2 1 0,3 2 0,1 1 0,3 2 0,2 0 0,2 1 0,3 1 0,-8 43 0,16-62 0,2 0 0,1 1 0,2 0 0,2 0 0,1 0 0,2 0 0,1 0 0,1-24 0,0 0 0,0-1-1,1 1 1,1-1 0,0 0 0,1 0 0,0-1 0,0 1-1,1-2 1,0 1 0,1-1 0,0 0 0,1 0-1,0-1 1,0 0 0,1-1 0,0 0 0,0 0 0,0-1-1,1 0 1,0-1 0,0 0 0,1-1 0,-1-1-1,1 1 1,0-2 0,0 0 0,0 0 0,5-1 0,87 12-414,-6-11-1552</inkml:trace>
  <inkml:trace contextRef="#ctx0" brushRef="#br0" timeOffset="128703.566">17700 10557 28622,'0'0'2163,"0"0"-1363,0 0-438,0 0 26,20-6-29,-4 2-323,-1 0-32,1 0 1,-1-2 0,0 1-1,0-2 1,-1 0 0,0-1-1,0 0 1,5-5-5,9-9 0,-1-1 0,-1-1 0,-1-1 0,-1-1 0,-2-1 0,-1-1 0,0-1 0,-3-1 0,0-1 0,7-20 0,-22 63 0,-59 246 0,49-216 0,2 1 0,2 0 0,2 0 0,1 0 0,5 29 0,-4-67 0,1 1 0,0-1 0,0 0 0,0 0 0,1 0 0,-1 0 0,1 0 0,0 0 0,1-1 0,-1 1 0,1-1 0,0 0 0,0 0 0,0 0 0,0-1 0,1 1 0,0-1 0,0 0 0,-1 0 0,1-1 0,1 0 0,-1 0 0,0 0 0,1 0 0,-1-1 0,1 0 0,-1 0 0,1 0 0,-1-1 0,1 0 0,0 0 0,-1 0 0,1-1 0,0 1 0,-1-2 0,1 1 0,-1 0 0,0-1 0,1 0 0,-1-1 0,0 1 0,0-1 0,0 0 0,-1 0 0,5-3 0,28-22 0,-2-1 0,-1-2 0,-1-1 0,-2-1 0,-1-2 0,-2-1 0,-2-1 0,-1-2 0,-1 0 0,-3-1 0,-1-2 0,-2 0 0,-2-1 0,-2 0 0,5-29 0,23-129 0,-65 489 0,-9 108 0,-18-1 0,-33 78 0,70-409 0,7-27 0,-2 0 0,-1 0 0,-2 0 0,-1-1 0,-2-1 0,-2 0 0,-4 5 0,19-37 0,0-1 0,-1 0 0,1 0 0,-1 1 0,1-1 0,-1 0 0,0 0 0,0-1 0,0 1 0,0 0 0,0 0 0,0-1 0,0 0 0,-1 1 0,1-1 0,-1 0 0,1 0 0,-1 0 0,1 0 0,-1-1 0,1 1 0,-1-1 0,0 1 0,1-1 0,-1 0 0,1 0 0,-1 0 0,0-1 0,1 1 0,-1-1 0,0 1 0,1-1 0,-1 0 0,1 0 0,-1 0 0,1 0 0,-1 0 0,-70-70 0,61 48 0,1 0 0,1 0 0,1-1 0,1 0 0,1-1 0,1 0 0,2 0 0,0 0 0,1 0 0,2-1 0,1 1 0,0 0 0,2-1 0,1 1 0,1 0 0,1 0 0,2 0 0,0 1 0,1 0 0,3-2 0,13-22 0,3 1 0,1 1 0,3 2 0,1 1 0,2 1 0,2 2 0,2 2 0,1 1 0,2 2 0,2 2 0,1 1 0,17-7 0,-49 32-95,0 0 0,0 1 0,0 0 0,1 1 0,0 0 0,0 1 0,0 1 0,1 0 0,-1 1-1,1 0 1,2 1 95,17 0-1899</inkml:trace>
  <inkml:trace contextRef="#ctx0" brushRef="#br0" timeOffset="129118.245">19144 10827 24021,'0'0'5641,"0"0"-4202,0 0-1183,0 0 75,0 0 97,0 0-106,14 18-145,42 59-96,-54-73-80,0 1 0,0 0 0,0 0-1,-1-1 1,1 1 0,-1 0 0,-1 1 0,1-1-1,-1 0 1,0 0 0,0 0 0,0 0-1,0 0 1,-1 0 0,0 1 0,0-1 0,-1-1-1,1 1 1,-1 0 0,0 0 0,-1 0-1,1-1 1,-1 0 0,0 1 0,0-1 0,0 0-1,0 0 1,-1 0 0,1-1 0,-1 1-1,0-1 1,-4 3-1,4-2-2,-201 162-535,177-133 517,58-26 105,14-4-211,2-3 1,-1-1-1,-1-3 1,1-1-1,0-3 1,-1-1-1,-1-2 1,0-2-1,15-8 126,-20 2-2207</inkml:trace>
  <inkml:trace contextRef="#ctx0" brushRef="#br0" timeOffset="129367.306">19837 10539 30695,'0'0'832,"0"0"-616,0 0-128,0 0 232,147 18-80,-101-12-224,22-4-16,-11 0-680,-7-2-2121</inkml:trace>
  <inkml:trace contextRef="#ctx0" brushRef="#br0" timeOffset="131010.864">22680 10085 9362,'0'0'16693,"0"0"-12612,0 0-3350,0 0-254,19 3-70,-7-1-335,-5-2-36,0 1 1,0 0 0,0 0 0,-1 1-1,1-1 1,-1 1 0,1 1-1,-1 0 1,1-1 0,-1 2 0,0-1-1,-1 1 1,1 0 0,0 0-1,-1 0 1,0 1 0,0 0 0,-1 0-1,4 4-36,14 27 21,-1 1-1,-2 0 1,-1 2 0,-3 0-1,-1 1 1,-1 0-1,-3 1 1,-1 0-1,-2 1 1,-2 0-1,-2 0 1,-1 6-21,-1-29 0,-1 0 0,-1 0 0,0-1 0,-2 1 0,0 0 0,-1-1 0,-1 0 0,0 0 0,-2 0 0,0 0 0,-1-1 0,0 0 0,-2-1 0,0 0 0,0-1 0,-5 4 0,-118 150-389,76-106-1398</inkml:trace>
  <inkml:trace contextRef="#ctx0" brushRef="#br0" timeOffset="131658.405">23629 10121 24597,'0'0'2828,"0"0"-1531,0 0-411,0 0-82,19-10-107,65-31-99,-78 40-565,-1 0 0,0 0 0,1 0 0,-1 1 0,1 0 1,-1 0-1,1 0 0,-1 1 0,0 0 0,1 0 0,-1 0 0,0 0 0,0 1 1,1 0-1,-1 0 0,-1 1 0,1-1 0,0 1 0,-1 0 0,1 0 1,-1 1-1,0-1 0,0 1 0,0 0 0,0 0 0,-1 0 0,0 0 0,0 1 1,0 0-1,0-1 0,-1 1 0,2 4-33,2 4 0,-1 1 0,-1 0 0,0 0 0,-1 0 0,0 1 0,-1-1 0,-1 1 0,0 0 0,-1-1 0,0 1 0,-1 0 0,-1-1 0,-1 1 0,0-1 0,-1 0 0,0 0 0,-1 0 0,0 0 0,-1-1 0,-1 0 0,0 0 0,-1-1 0,-3 4 0,-14 18-21,-1-1 0,-1-2 0,-2 0-1,-1-2 1,-2-1 0,0-2 0,-2-1 0,-1-2 0,0-1 0,-2-2 0,0-1-1,-2-2 1,-19 5 21,58-21 4,0-1-1,1 0 0,-1 0 1,0 0-1,0 1 0,0-1 1,1 0-1,-1 0 0,0 1 0,0-1 1,0 0-1,0 0 0,0 1 1,1-1-1,-1 0 0,0 1 1,0-1-1,0 0 0,0 1 1,0-1-1,0 0 0,0 1 1,0-1-1,0 0 0,0 0 1,0 1-1,0-1 0,-1 0 1,1 1-1,0-1 0,0 0 1,0 0-1,0 1 0,0-1 0,-1 0 1,1 0-1,0 1 0,0-1 1,0 0-1,-1 0 0,1 1 1,0-1-1,0 0 0,-1 0 1,1 0-1,0 0 0,0 1 1,-1-1-1,1 0-3,35 3 89,-30-3-85,590 24 15,-587-23-46,51-15-1605,-45-6-1510</inkml:trace>
  <inkml:trace contextRef="#ctx0" brushRef="#br0" timeOffset="131944.55">24339 9807 26414,'0'0'3896,"0"0"-3495,0 0-33,169 0-136,-105 0 40,-3 4-136,-4 2-136,4 4-24,-17-2-544,-9-4-1369</inkml:trace>
  <inkml:trace contextRef="#ctx0" brushRef="#br0" timeOffset="132226.445">25245 9456 30270,'0'0'1089,"0"0"-409,-77 136-176,51-71-280,4 6-224,6 6 0,5 20 0,5-18-1040,1-16-4057</inkml:trace>
  <inkml:trace contextRef="#ctx0" brushRef="#br0" timeOffset="135306.328">25569 10652 18396,'0'0'8118,"0"0"-4867,0 0-2381,0 0-388,0 0-19,26 2 4,173 7 153,228-9-1444,-426 0-563,-1-1-1055</inkml:trace>
  <inkml:trace contextRef="#ctx0" brushRef="#br0" timeOffset="135554.093">26045 10366 24621,'0'0'4527,"0"0"-3102,0 0-955,-14 18-16,4-5-344,1-3-19,1 1 1,0 0-1,1 0 1,0 0-1,1 1 1,1 0-1,-1 0 1,2 1-1,0-1 1,-2 13-92,-16 211 271,20-175-287,-3-1-1,-2-1 0,-3 1 0,-4 3 17,14-86-3728,0-6-7506</inkml:trace>
  <inkml:trace contextRef="#ctx0" brushRef="#br0" timeOffset="141983.578">33578 10409 30254,'0'0'843,"0"0"-304,0 0-167,0 0 4,27 19-72,90 63-229,-102-73-75,0 1 1,-1 1-1,0 0 1,0 1-1,-2 0 0,1 1 1,-2 1-1,1 0 1,-2 0-1,5 10 0,-12-19 0,0 1 0,0-1 1,-1 1-1,0 0 0,0 0 0,-1 0 0,1 0 0,-1 0 1,-1 0-1,1 0 0,-1 0 0,0 1 0,0-1 0,-1 0 1,0 0-1,0 0 0,0 0 0,-1 0 0,0 0 0,0 0 1,0 0-1,-1-1 0,0 1 0,0-1 0,-1 0 0,1 0 1,-1 0-1,-2 3 0,-11 9-13,0 0 0,-1-1 0,-1 0 1,-1-2-1,0 0 0,-16 7 13,-277 125-473,312-146 476,0 0 1,0 0 0,1 0 0,-1 0 0,0 0-1,0 0 1,0 0 0,1 0 0,-1 1-1,0-1 1,1 0 0,-1 0 0,0 1 0,0-1-1,1 0 1,-1 1 0,1-1 0,-1 1 0,0-1-1,1 1 1,-1-1 0,1 1 0,-1-1 0,1 1-1,-1 0 1,1-1 0,0 1 0,-1 0-1,1-1 1,0 1 0,-1 0 0,1 0 0,0-1-1,0 1 1,0 0 0,0 0 0,-1-1 0,1 1-1,0 0 1,0 0 0,1-1 0,-1 1 0,0 0-1,0 0 1,0-1 0,0 1 0,1 0 0,-1 0-1,0-1 1,1 1 0,-1 0 0,0-1-1,1 1 1,-1 0 0,1-1 0,-1 1 0,1-1-4,212 28 331,-184-27-333,6 1-42,7 2-145,1-2-1,-1-2 1,1-1 0,-1-3 0,0-1 0,0-2 0,25-8 189,-12-9-1977</inkml:trace>
  <inkml:trace contextRef="#ctx0" brushRef="#br0" timeOffset="142236.843">34253 9987 23037,'0'0'6961,"0"0"-6320,0 0-449,0 0 32,141-14-56,-84 14-32,4 0-136,20 2 0,-15 2-680,-16-4-2217</inkml:trace>
  <inkml:trace contextRef="#ctx0" brushRef="#br0" timeOffset="142600.275">34999 9571 30607,'0'0'620,"0"0"-252,16 17 17,97 116 310,-106-125-691,1 0-1,-1 1 1,-1-1-1,0 1 1,0 1-1,-1-1 1,0 1-1,-1 0 1,0 0-1,0 0 1,-1 1-1,0-1 1,-1 1 0,0 0-1,-1 0 1,0-1-1,-1 1 1,0 0-1,-1 0 1,0 0-1,-1 0 1,0-1-1,0 1 1,-1-1-1,-1 1 1,-4 8-4,-11 1 0,-1-1 0,-1 0 0,-1-2 0,0-1 0,-2 0 0,1-2 0,-2-1 0,0 0 0,-5 0 0,7-2 0,-2 7 0,31-15 0,525-3-597,-492-1-925,-15-4-1816</inkml:trace>
  <inkml:trace contextRef="#ctx0" brushRef="#br0" timeOffset="138784.308">29549 10752 25701,'0'0'4481,"0"0"-3976,0 0-369,0 0-96,158 2-8,-110 0-32,18-2-304,-13 0-2065,-9 0-17771</inkml:trace>
  <inkml:trace contextRef="#ctx0" brushRef="#br0" timeOffset="139571.044">30319 10754 24749,'0'0'5193,"0"0"-3784,0 0-1228,0 0-96,0 0 106,0 0 144,14-2-138,14-2-177,1-2-1,-1-1 1,-1-1-1,0-1 1,0-2 0,24-13-20,23-28 14,-71 66-20,-53 177 184,18 62-55,31-250-123,0 0 0,1 0 0,0-1 0,-1 1 0,1 0 0,0 0 0,0 0 0,1 0 0,-1-1 0,1 1 0,-1 0 0,1 0 0,0-1 0,0 1 0,0 0 0,0-1 0,1 1 0,-1-1 0,1 1 0,-1-1 0,1 0 0,0 0 0,0 0 0,0 0 0,0 0 0,0 0 0,1 0 0,-1-1 0,0 1 0,1-1 0,-1 0 0,1 1 0,0-1 0,-1 0 0,1-1 0,2 1 0,5 0 0,1 0 0,-1-1 0,1-1 0,-1 0 0,1 0 0,-1-1 0,0 0 0,0-1 0,0 0 0,0-1 0,0 0 0,0-1 0,-1 0 0,0 0 0,0-1 0,6-5 0,129-120 0,-131 118 0,11-10 0,-2 0 0,-1-2 0,-1 0 0,-1-1 0,-2-1 0,0 0 0,-2-2 0,-1 0 0,-1 0 0,-1-1 0,-2-1 0,-1 0 0,-2 0 0,0-2 0,-17 236 0,-8-60 0,-6-2 0,-7 0 0,-5-2 0,-7-2 0,-5-2 0,-10 6 0,-165 300 0,218-433 0,-46 46 0,35-96 0,8-69 0,5 0 0,12-109 0,-8 202 0,0 1 0,2-1 0,0 1 0,1 0 0,1 0 0,0 0 0,1 1 0,1 0 0,1 0 0,0 0 0,1 1 0,1 0 0,0 1 0,1 0 0,0 1 0,1 0 0,1 1 0,49-40-31,3 4-1,1 2 1,3 3 0,1 4-1,11-2 32,18-13-632,-50 26-1076</inkml:trace>
  <inkml:trace contextRef="#ctx0" brushRef="#br0" timeOffset="140195.149">31763 10790 9442,'0'0'17822,"0"0"-13791,0 0-3626,0 0-121,0 0 70,0 0-44,13 8-203,-6-4-103,0 0-4,1 0 1,-1 0-1,0 1 1,0 0-1,0 0 0,-1 1 1,0-1-1,0 1 1,0 1-1,-1-1 1,0 1-1,0 0 0,-1 0 1,0 1-1,0-1 1,-1 1-1,0 0 1,0 0-1,0 3 0,-3-4-9,0-1 1,-1 1-1,0 0 1,0-1-1,-1 1 0,1-1 1,-1 1-1,-1-1 1,1 0-1,-1 0 0,-1 0 1,1 0-1,-1 0 1,0-1-1,0 1 1,0-1-1,-1 0 0,0-1 1,0 1-1,0-1 1,0 0-1,-1 0 0,0 0 1,1-1-1,-2 0 1,1 0-1,-2 0 9,8-3-1,1 0 0,-1 0 1,1 0-1,-1 1 0,1-1 0,-1 0 0,0 0 1,1 0-1,-1 1 0,0-1 0,1 0 1,-1 0-1,1 1 0,-1-1 0,0 0 0,0 1 1,1-1-1,-1 0 0,0 1 0,0-1 1,1 0-1,-1 1 0,0-1 0,0 1 0,0-1 1,0 0-1,1 1 0,-1-1 0,0 1 0,0-1 1,0 1-1,0-1 0,0 0 0,0 1 1,0-1-1,0 1 0,0-1 0,-1 1 0,1-1 1,0 0-1,0 1 0,0-1 0,0 1 0,-1-1 1,1 0-1,0 1 0,0-1 0,-1 0 1,1 1-1,0-1 0,0 0 0,-1 1 0,1-1 1,0 0-1,-1 1 0,1-1 0,-1 0 1,1 0-1,0 0 0,-1 0 0,1 1 0,-1-1 1,1 0-1,0 0 0,-1 0 0,1 0 0,-1 0 1,44 7-124,-31-6 69,-2 1-19,122 29-526,-127-30 595,1 1 1,-2 0-1,1 0 0,0 0 1,0 1-1,0-1 0,-1 1 1,0 1-1,0-1 0,1 0 1,-2 1-1,1 0 0,0 0 1,-1 0-1,0 0 0,0 1 0,0-1 1,0 1-1,-1 0 0,0 0 1,0 0-1,0 0 0,0 2 5,-3-2 27,1 1-1,-2 0 1,1-1-1,0 1 0,-1-1 1,0 0-1,0 1 0,-1-1 1,0 0-1,1 0 1,-2 0-1,1-1 0,0 1 1,-1-1-1,0 0 1,0 0-1,0 0 0,-1 0 1,1-1-1,-1 0 1,0 0-1,0 0 0,0 0 1,0-1-1,0 0 0,-1 0 1,1 0-1,-4 0-26,-47 21-166,-1-3 0,-1-2-1,-1-2 1,0-3 0,-1-3 0,-38 1 166,10-4-1993</inkml:trace>
  <inkml:trace contextRef="#ctx0" brushRef="#br0" timeOffset="137955.877">27371 10740 19748,'0'0'6947,"0"0"-4664,0 0-1768,0 0-194,0 0 139,0 0 121,3 8-92,-1-5-469,-1 0 1,1-1-1,-1 1 0,1-1 0,0 0 1,0 1-1,0-1 0,0 0 1,0 0-1,1 0 0,-1 0 0,1-1 1,-1 1-1,1-1 0,-1 0 1,1 1-1,0-1 0,0 0 0,0 0 1,-1-1-1,1 1 0,0-1 1,0 1-1,0-1 0,0 0 0,0 0 1,0 0-1,0-1 0,0 1 1,0-1-1,0 1 0,0-1 0,0 0 1,0 0-1,-1 0 0,1-1 1,0 1-1,1-2-20,29-10 22,-1-2 0,-1-1 0,-1-1 1,0-1-1,-1-2 0,-1-1 0,-1-2 0,-1 0 0,-1-2 1,-1 0-1,-1-2 0,-1-1 0,-2 0 0,-1-1 0,-1-2 1,8-18-23,-38 95 18,-32 75 21,26-78-15,1 0 1,3 0-1,2 2 0,1-1 1,3 2-1,1-1 1,2 19-25,4-61 1,0-1 1,1 1 0,0 0 0,-1-1 0,1 1-1,0-1 1,0 1 0,1 0 0,-1-1-1,1 1 1,-1 0 0,1-1 0,0 1 0,0-1-1,0 1 1,0-1 0,0 0 0,0 1-1,1-1 1,-1 0 0,1 0 0,0 0 0,0 0-1,0 0 1,-1 0 0,2-1 0,-1 1-1,0 0 1,0-1 0,0 0 0,1 0 0,-1 1-1,1-1 1,-1-1 0,1 1 0,-1 0-1,1-1 1,0 1 0,1-1-2,15-1 0,1-2 0,-1-1 0,0 0 0,-1-1 0,1-1 0,-1-1 0,0 0 0,-1-2 0,1 0 0,-2-1 0,1 0 0,-2-2 0,1 1 0,-1-2 0,-1 0 0,-1-1 0,11-14 0,9-4-1,-3-1 1,0-2-1,-2-1 0,-2-2 0,-2 0 1,-1-1-1,-2-2 0,-1 0 0,-3-1 1,-1-1-1,0-7 1,-5-11 4,-30 91 0,-24 109-4,6 2 0,5 1 0,0 56 0,24-152 0,2-12 0,-39 238 0,-12-2 0,-38 88 0,87-331 0,-2-1 0,0-1 0,-2 1 0,-1-2 0,-1 1 0,-10 12 0,20-31 0,-1 0 0,0 0 0,0 0 0,0-1 0,0 0 0,-1 0 0,0 0 0,0-1 0,0 0 0,-1 0 0,1 0 0,-1-1 0,0 0 0,0 0 0,0-1 0,0 0 0,0 0 0,-1-1 0,1 0 0,-1 0 0,1-1 0,-1 0 0,1 0 0,0 0 0,-1-1 0,0-1 0,-4-4 0,0-1 0,0 0 0,0-1 0,1-1 0,0 1 0,1-2 0,0 0 0,0 0 0,1 0 0,0-1 0,1-1 0,1 0 0,-1 0 0,2 0 0,0-1 0,0 0 0,1 0 0,1 0 0,0 0 0,1-1 0,0 0 0,1 0 0,1-3 0,-4-4-63,2-1 1,0 1-1,2 0 0,0-1 0,1 1 1,1-1-1,2 1 0,0-1 0,1 1 1,1 0-1,0 1 0,2-1 0,1 1 1,0 0-1,1 1 0,2 0 0,0 0 1,0 1-1,2 1 0,0 0 0,6-4 63,182-163-3870,-106 109-2769</inkml:trace>
  <inkml:trace contextRef="#ctx0" brushRef="#br0" timeOffset="138579.378">28852 10873 29918,'0'0'790,"0"0"-189,0 0-227,0 0-55,0 0-91,0 0-66,13 9-46,-4-3-105,-1 0 0,0 1 0,0-1 0,0 2 0,-1-1 0,0 1 0,0 0 0,-1 1 0,0-1 0,-1 1 0,1 0 0,-2 1 0,1-1 0,-2 1 0,1 0 0,-1 0 0,0 1-11,-3-1 1,0 1 0,0 0 1,-1-1-1,0 1 0,0-1 0,-2 1 1,1-1-1,-1 1 0,-1-1 0,1 0 0,-2-1 1,0 1-1,0-1 0,0 0 0,-1 0 0,0 0 1,-1-1-1,0 0 0,-1 0 0,1-1 1,-1 0-1,-1 0 0,-5 3-1,-63 46-49,143-76 39,153-80-3624,-180 73-2359</inkml:trace>
  <inkml:trace contextRef="#ctx0" brushRef="#br0" timeOffset="140787.297">28059 9653 10522,'0'0'13400,"0"0"-8996,0 0-3529,-26 12-315,-154 79 419,135-53-799,3 3 0,1 1 0,2 2-1,2 2 1,2 1 0,2 1 0,2 3 0,3 0 0,-8 22-180,30-61 21,-89 164 173,7 5-1,-2 31-193,76-180 0,2 0 0,1 0 0,1 1 0,2 0 0,1 1 0,2-1 0,1 2 0,2-1 0,1 0 0,2 0 0,1 0 0,2 0 0,1 0 0,2 0 0,1-1 0,2 2 0,0-14-177,0-1 0,1 0 0,1-1 1,1 0-1,1-1 0,0 0 0,2-1 0,11 10 177,40 18-2818</inkml:trace>
  <inkml:trace contextRef="#ctx0" brushRef="#br0" timeOffset="141419.306">32395 9961 29326,'0'0'926,"0"0"-225,24 10-130,79 37-5,-94-41-521,0-1 1,-1 1 0,0 0 0,0 1 0,-1 0 0,0 0 0,0 1 0,-1-1 0,0 2 0,0-1 0,0 1 0,-1-1 0,-1 1 0,2 5-46,3 4 13,24 50-8,-4 1 0,-3 1 1,-3 2-1,8 51-5,-21-87 0,-2 0 0,-1 1 0,-2 0 0,-1 0 0,-3 0 0,0 1 0,-3-1 0,-1 0 0,-2 0 0,-1 0 0,-2-1 0,-1 0 0,-3 3 0,-7 0-85,-1-1-1,-2-1 1,-1-1-1,-2-1 1,-2-2-1,-1 0 1,-1-2-1,-2-1 1,-1-1 0,-1-2-1,-1-1 1,-2-2-1,0-1 1,-26 11 85,5-11-3485</inkml:trace>
  <inkml:trace contextRef="#ctx0" brushRef="#br0" timeOffset="149121.029">28725 10835 27134,'0'0'1215,"0"0"-402,0 0-165,0 0-92,0 0-46,0 0-123,-4-7-97,-12-24-36,21 22 218,179-1 16,-180 13-488,-1-1 0,1 1 0,-1-1 0,1 1 0,-1 0 0,0 1 0,0-1 0,0 0 0,0 1 0,-1 0 0,0-1 0,1 1 0,-1 0 0,0 0 0,-1 1 0,1-1 0,-1 0 0,0 0 0,0 1 0,0-1 0,-1 1 0,0-1 0,1 1 0,-1-1 0,-1 3 0,7 27 0,-1-20 0,-2-5 0,1 0 0,-1 0 0,-1 0 0,0 0 0,0 1 0,0-1 0,-1 1 0,-1-1 0,0 1 0,0-1 0,-1 1 0,0-1 0,-1 1 0,0-1 0,0 0 0,-3 8 0,-8 6 0,0-1 0,-2-1 0,0 0 0,-2-1 0,0 0 0,-1-1 0,-1-1 0,0-1 0,-1-1 0,-1-1 0,-1-1 0,0 0 0,-1-2 0,0 0 0,-1-2 0,0-1 0,-1 0 0,-19 3 0,69-34 0,10 2 0,1 3 0,0 1 0,1 1 0,1 2 0,37-7 0,6-4 0,110-27 0,-187 92 0,-5-21 0,-1 1 0,-1-1 0,-1 1 0,0-1 0,-2 0 0,0-1 0,-2 1 0,0-1 0,-1-1 0,-8 14 0,-8 11 0,-1 0 0,-3-2 0,-1-1 0,-1-1 0,-3-2 0,-1-1 0,-1-2 0,-2-2 0,-2-1 0,0-2 0,-2-1 0,-37 16 0,8-14 0,71-31-1,1 1-1,-1 0 1,0-1 0,0 1-1,0 0 1,0-1-1,1 1 1,-1 0 0,0-1-1,0 1 1,0 0 0,0-1-1,0 1 1,0-1-1,0 1 1,0 0 0,0-1-1,0 1 1,0 0 0,0-1-1,0 1 1,0-1-1,0 1 1,-1 0 0,1-1-1,0 1 1,0 0 0,0-1-1,-1 1 1,1 0 0,0-1-1,0 1 1,-1 0-1,1 0 1,0-1 0,0 1-1,-1 0 1,1 0 0,0-1-1,-1 1 1,1 0-1,0 0 1,-1 0 0,1 0-1,0 0 1,-1 0 0,1-1-1,-1 1 1,1 0-1,0 0 1,-1 0 0,1 0-1,0 0 1,-1 0 0,1 0-1,-1 1 1,1-1-1,0 0 1,-1 0 0,1 0 1,24-27-888,-23 27 816,36-35-3535</inkml:trace>
  <inkml:trace contextRef="#ctx0" brushRef="#br0" timeOffset="150174.857">31595 10861 23989,'0'0'4762,"0"0"-2936,0 0-1088,0 0-110,0 0-75,8-3-315,7-1-235,1 1 1,0 0 0,-1 2-1,1-1 1,0 2 0,0 0 0,0 1-1,0 1 1,3 1-4,3 2 0,1 1 0,-2 2 0,1 0 0,-1 1 0,0 2 0,-1 0 0,0 1 0,-1 0 0,14 13 0,-29-18 0,1-1 0,-1 1 0,-1 0 0,1 1 0,-1-1 0,-1 0 0,1 1 0,-1 0 0,-1-1 0,1 1 0,-1 0 0,0 0 0,-1 0 0,0 0 0,0 0 0,-1 0 0,0 0 0,-1 0 0,1-1 0,-1 1 0,-1 0 0,0-1 0,0 1 0,0-1 0,-1 0 0,0 0 0,0-1 0,-1 1 0,1-1 0,-2 0 0,1 0 0,-1 0 0,-5 4 0,-36 33 0,-1-2 0,-2-2 0,-1-2 0,-2-3 0,-2-2 0,0-2 0,-2-3 0,-2-3 0,0-2 0,-9 0 0,40-11 0,50-10 0,344-109 0,-294 93 0,0 4 0,1 3 0,0 3 0,1 3 0,17 4 0,-72-2 0,0 2 0,-1 0 0,1 1 0,0 1 0,-1 0 0,0 2 0,0 0 0,0 1 0,-1 0 0,0 2 0,-1 0 0,0 1 0,0 0 0,8 8 0,-35-45 0,-35-28-1134,20 27-1909</inkml:trace>
  <inkml:trace contextRef="#ctx0" brushRef="#br0" timeOffset="150853.886">31625 10886 27814,'0'0'1603,"0"0"-696,0 0-194,0 0-41,0 0-57,17-9-239,54-31-309,-65 38-67,0 1 0,0-1 0,0 1 0,0 0 0,0 1 0,1-1 0,-1 1 0,0 0 0,0 1 0,0 0 0,1 0 0,-1 0 0,0 1 0,0-1 0,0 1 0,-1 1 0,1-1 0,0 1 0,-1 0 0,0 1 0,0-1 0,0 1 0,0 0 0,0 0 0,1 3 0,3-1 0,-1 0 0,0 0 0,0 0 0,0 1 0,-1 0 0,0 1 0,0 0 0,0 0 0,-1 0 0,-1 1 0,1 0 0,-1 0 0,-1 0 0,0 1 0,0-1 0,-1 1 0,0 0 0,-1 0 0,0 0 0,0 0 0,-1 1 0,-1 2 0,1-5 0,-1-1 0,0 1 0,-1 0 0,0 0 0,0 0 0,-1-1 0,1 1 0,-2 0 0,1-1 0,-1 0 0,0 0 0,-1 0 0,0 0 0,0 0 0,0-1 0,-1 1 0,0-1 0,0 0 0,0-1 0,-3 2 0,-12 9 0,-1-1 0,-1-1 0,0-1 0,0-1 0,-2-1 0,1-1 0,-1-1 0,-1-1 0,1-1 0,-1-2 0,0 0 0,-1-2 0,1 0 0,-1-2 0,0-1 0,-6-1 0,167 23 0,207 8 0,157 22 0,-499-66 0,-100-46-394,84 54-128,-28-10-4059</inkml:trace>
  <inkml:trace contextRef="#ctx0" brushRef="#br0" timeOffset="5439.425">9182 591 28390,'0'0'1427,"0"0"-675,0 0-232,-21 21-57,0-3-343,2-1-10,1 1 1,1 0-1,0 1 0,1 0 0,1 2 0,1 0 0,-5 11-110,-27 65 65,4 2 0,4 1-1,4 2 1,5 1 0,-3 41-65,19-91 0,2 1 0,3 1 0,2 0 0,2 0 0,3 0 0,2 0 0,2 1 0,3-1 0,3-1 0,2 0 0,2 0 0,9 20 0,-19-66 0,0 0 0,0 1 0,1-1 0,0 1 0,1-1 0,-1 0 0,1 0 0,1-1 0,0 0 0,0 0 0,0 0 0,1 0 0,0-1 0,0 0 0,0-1 0,5 3 0,178 43-324,-92-42-1296</inkml:trace>
  <inkml:trace contextRef="#ctx0" brushRef="#br0" timeOffset="5908.579">9632 1569 28638,'0'0'1632,"0"0"-935,0 0-441,0 0-168,0 0 216,0 0-32,146 16-128,-75-16-72,3 0-56,33 0-16,-19-4-296,-13-8-1649</inkml:trace>
  <inkml:trace contextRef="#ctx0" brushRef="#br0" timeOffset="28565.434">28460 1777 28398,'0'0'1028,"0"0"-293,0 0-308,0 0-214,21 7-145,70 23-189,42-23-3212,-66-20-4104,-24 2 6423,-13 8 8506,-5 32-4795,-14-13-2726,2-1-505</inkml:trace>
  <inkml:trace contextRef="#ctx0" brushRef="#br0" timeOffset="30415.551">31533 2193 30799,'0'0'888,"0"0"-501,0 0 2,-4 21-130,-14 67-214,14-34-45,4-53 0,0-1 0,0 1 0,0-1 0,0 1 0,0-1 0,0 1 0,1-1 0,-1 1 0,0-1 0,0 1 0,1-1 0,-1 1 0,0-1 0,1 1 0,-1-1 0,0 1 0,1-1 0,-1 0 0,1 1 0,-1-1 0,1 0 0,-1 1 0,0-1 0,1 0 0,0 0 0,-1 1 0,1-1 0,-1 0 0,1 0 0,-1 0 0,1 0 0,-1 0 0,1 0 0,-1 0 0,1 0 0,0 0 0,-1 0 0,1 0 0,-1 0 0,1 0 0,-1 0 0,1 0 0,-1-1 0,1 1 0,-1 0 0,1 0 0,-1-1 0,1 1 0,-1 0 0,1-1 0,-1 1 0,1 0 0,-1-1 0,0 1 0,1-1 0,-1 0 0,87-98 0,-40 36 0,77-79 0,-123 141 0,0 0 0,0 0 0,0 0 0,0 0 0,0 1 0,0-1 0,0 0 0,0 1 0,0-1 0,0 0 0,0 1 0,0-1 0,0 1 0,0 0 0,0-1 0,1 1 0,-1 0 0,0 0 0,0 0 0,0 0 0,1 0 0,-1 0 0,0 0 0,0 0 0,0 0 0,1 1 0,-1-1 0,0 0 0,0 1 0,0-1 0,0 1 0,0-1 0,0 1 0,0 0 0,0-1 0,0 1 0,0 0 0,0 0 0,0-1 0,0 1 0,-1 0 0,1 0 0,0 0 0,0 0 0,-1 0 0,1 1 0,13 57 0,-13-54 0,8 209 0,-8-210-42,0 0-1,0 0 1,1-1-1,-1 1 1,1-1-1,0 1 1,0-1-1,0 1 1,0-1 0,0 0-1,1 0 1,0 0-1,-1-1 1,1 1-1,0-1 1,0 1-1,0-1 1,1 0 0,-1 0-1,0 0 1,1-1-1,0 1 1,-1-1-1,1 0 1,0 0 0,0 0-1,-1 0 1,1-1-1,0 1 1,0-1-1,0 0 1,0 0-1,0-1 1,-1 1 0,1-1-1,0 0 1,0 0-1,0 0 43,12 1-394,33 0-1936</inkml:trace>
  <inkml:trace contextRef="#ctx0" brushRef="#br0" timeOffset="30840.57">32265 1569 27566,'0'0'2776,"0"0"-2255,0 0-265,0 0 336,0 0-24,64 127-136,-29-80-376,4 0-56,-1-1 0,-3-3 0,-5-1 0,-8-5 0,-4-3 0,-5-7 0,4-15-976,-3-8-697,1-4-9553</inkml:trace>
  <inkml:trace contextRef="#ctx0" brushRef="#br0" timeOffset="30994.813">32623 1648 29966,'0'0'929,"0"0"-529,-123 99-160,75-50-120,-3 22-120,14-8-448,8-9-2945</inkml:trace>
  <inkml:trace contextRef="#ctx0" brushRef="#br0" timeOffset="32042.001">32907 1347 27558,'0'0'1686,"0"0"-634,0 0-365,0 0-185,0 0-75,21-8-45,66-21-77,-82 28-297,-1 1 1,1 0-1,0 0 1,-1 0-1,1 0 0,0 1 1,-1 0-1,1 0 1,-1 0-1,1 0 0,-1 1 1,0-1-1,0 1 1,1 0-1,-1 1 1,0-1-1,-1 1 0,1 0 1,0 0-1,1 2-8,4 1 0,2 3 0,0 0 0,-1 0 0,0 1 0,0 0 0,-1 1 0,0 0 0,-1 0 0,0 1 0,-1 0 0,-1 1 0,0 0 0,0-1 0,-1 2 0,-1-1 0,0 1 0,-1-1 0,0 1 0,-1 0 0,-1 0 0,0 0 0,-1 0 0,-1 0 0,0 0 0,0 0 0,-2 0 0,0 0 0,0 0 0,-1-1 0,-1 0 0,-3 6 0,-14 11 0,-2 0 0,-1-2 0,-1 0 0,-2-2 0,0-1 0,-2-1 0,0-2 0,-2-1 0,0-1 0,-2-2 0,0-1 0,-33 11 0,29-4 0,65-12 0,328-8 0,-350-5 0,278-26 0,-279 25-74,1 1-1,0-1 1,-1 0 0,0 0-1,1-1 1,-1 1-1,0-1 1,0 0 0,-1 0-1,1-1 1,-1 1 0,1-1-1,-1 1 1,0-1-1,-1 0 1,1 0 0,2-4 74,8-19-2321</inkml:trace>
  <inkml:trace contextRef="#ctx0" brushRef="#br0" timeOffset="32297.457">33523 751 30206,'0'0'913,"0"0"-625,0 0 136,149 0 8,-83 0-160,0 0-168,0 0-104,6 10-168,-15 2-496,-13-5-1289</inkml:trace>
  <inkml:trace contextRef="#ctx0" brushRef="#br0" timeOffset="32659.702">34236 524 27406,'0'0'2936,"0"0"-2067,0 0-564,-1 18 100,-3 125 289,-41 152-542,64-346-152,2 1 0,2 0 0,3 2 0,1 1 0,9-7 0,-3 1 0,-25 38 0,-5 9 0,-1 1 0,1 0 0,0 0 0,0 0 0,1 0 0,-1 1 0,1-1 0,0 1 0,1 0 0,-1 0 0,1 0 0,-1 1 0,1-1 0,0 1 0,0 0 0,-2 4 0,0 0 0,0 1 0,-1-1 0,1 0 0,-1 1 0,1 0 0,-1-1 0,1 1 0,-1 0 0,0 0 0,0 0 0,0 1 0,0-1 0,0 0 0,-1 1 0,1-1 0,-1 1 0,0 0 0,1-1 0,-1 1 0,0 0 0,-1 0 0,1 0 0,0-1 0,-1 1 0,0 0 0,1 0 0,-1 0 0,0 0 0,-1 0 0,1 1 0,1 4 0,35 292 0,-18-227-1562,-10-61-2309</inkml:trace>
  <inkml:trace contextRef="#ctx0" brushRef="#br0" timeOffset="32988.574">34992 913 29566,'0'0'1273,"0"0"-728,0 0-17,16 24 18,-10-15-505,12 20 13,0 0-1,-2 1 1,-1 1-1,-2 1 1,7 23-54,166 488 0,-175-511 0,-1 1 0,-2 0 0,-1 1 0,-2 0 0,-1 0 0,-2 0 0,-2 27 0,0-53 0,-2-1 0,1 1 0,-1-1 0,0 0 0,0 1 0,-1-1 0,0 0 0,-1-1 0,1 1 0,-1 0 0,0-1 0,-1 0 0,0 0 0,0 0 0,0-1 0,0 0 0,-1 0 0,0 0 0,-6 3 0,-39 30 0,-2-2 0,-1-2 0,-2-3 0,-13 3 0,-98 45-120,10-22-480</inkml:trace>
  <inkml:trace contextRef="#ctx0" brushRef="#br0" timeOffset="28769.649">29392 1798 30447,'0'0'872,"0"0"-224,0 0-184,155-2-128,-87 6-336,7 6 0,1 2 0,-1 0 0,10 2 0,-19-5-784,-15-5-1233</inkml:trace>
  <inkml:trace contextRef="#ctx0" brushRef="#br0" timeOffset="29005.125">29727 1639 26598,'0'0'4417,"0"0"-3761,-11 110 96,11-49-408,0 8-344,2 4 0,7 2 0,2 2 0,-9 22 0,0-20-544,-2-16-3473</inkml:trace>
  <inkml:trace contextRef="#ctx0" brushRef="#br0" timeOffset="30040.507">30211 1802 21004,'0'0'7079,"0"0"-5130,0 0-1285,0 0-36,0 0-60,0 0-81,24-8-175,144-70-236,-131 52-76,-2-2 0,0-2 0,-2-2 0,-1 0 0,-2-2 0,-1-2 0,5-11 0,-34 47 0,1 1 0,-1-1 0,0 0 0,0 1 0,0-1 0,0 0 0,0 0 0,1 1 0,-1-1 0,0 0 0,0 1 0,0-1 0,1 0 0,-1 0 0,0 0 0,0 1 0,1-1 0,-1 0 0,0 0 0,0 0 0,1 0 0,-1 0 0,0 1 0,1-1 0,-1 0 0,0 0 0,1 0 0,-1 0 0,0 0 0,1 0 0,-1 0 0,0 0 0,1 0 0,-1 0 0,0 0 0,0 0 0,1 0 0,-1-1 0,0 1 0,1 0 0,-1 0 0,0 0 0,1 0 0,-1 0 0,0-1 0,0 1 0,1 0 0,-1 0 0,0 0 0,0-1 0,0 1 0,1 0 0,-1-1 0,-3 42 0,2-35 0,-33 192 0,19-132 0,4 1 0,2 0 0,2 48 0,5-111 0,1-1 0,0 1 0,1 0 0,-1 0 0,1 0 0,0 0 0,0 0 0,0 0 0,0 0 0,0 0 0,1 0 0,0 0 0,0 0 0,0 0 0,1 0 0,-1-1 0,1 1 0,0 0 0,0-1 0,0 1 0,0-1 0,0 0 0,1 0 0,0 0 0,0 0 0,0 0 0,0-1 0,0 1 0,0-1 0,0 0 0,1 0 0,-1 0 0,1 0 0,0 0 0,0-1 0,-1 0 0,1 0 0,0 0 0,0 0 0,0-1 0,0 1 0,0-1 0,0 0 0,0 0 0,0 0 0,0-1 0,0 0 0,0 1 0,0-1 0,1-1 0,10-8 0,-1 0 0,0-1 0,-1-1 0,0 0 0,-1-1 0,0 0 0,-1-1 0,0-1 0,-1 1 0,4-10 0,35-60 0,-3-1 0,-4-3 0,-4-1 0,-3-3 0,0-17 0,-15 89 0,-19 199 0,-66 284 0,27-250 0,-10 116 0,9 63 0,30-152 0,8-238 0,0 0 0,0-1 0,0 1 0,0-1 0,0 1 0,-1-1 0,1 1 0,-1-1 0,1 0 0,-1 0 0,1 0 0,-1 0 0,0 0 0,1 0 0,-1 0 0,0-1 0,0 1 0,0 0 0,1-1 0,-1 0 0,0 1 0,0-1 0,0 0 0,0 0 0,0 0 0,0 0 0,0 0 0,0-1 0,1 1 0,-1-1 0,0 1 0,0-1 0,0 1 0,0-1 0,1 0 0,-1 0 0,0 0 0,1 0 0,-1 0 0,1 0 0,-1-1 0,1 1 0,0 0 0,-1-1 0,1 1 0,0-1 0,0 1 0,0-1 0,0 0 0,0 0 0,0 1 0,1-1 0,-1 0 0,-18-26 0,1-1 0,1 0 0,2-1 0,1-1 0,1 0 0,1-1 0,2 0 0,2-1 0,1 0 0,1-1 0,2 1 0,1-1 0,2 0 0,1 0 0,4-24 0,-3 39 0,0 1 0,2-1 0,0 1 0,1 0 0,1 0 0,1 0 0,0 1 0,1 0 0,1 0 0,1 1 0,0 0 0,9-12 0,8-7-70,1 1 0,2 1-1,1 1 1,1 1 0,2 2 0,1 2 0,1 1 0,34-19 70,10-5-1816</inkml:trace>
  <inkml:trace contextRef="#ctx0" brushRef="#br0" timeOffset="70088.362">28508 6324 21341,'0'0'6581,"0"0"-4387,0 0-1743,0 0-70,0 0 59,0 0-73,5 14-83,-3-5-235,-2-6-41,0 0 0,1-1 0,-1 1 1,1 0-1,-1-1 0,1 1 0,0-1 0,0 1 1,0-1-1,0 1 0,1-1 0,-1 0 0,0 1 0,1-1 1,0 0-1,0 0 0,-1 0 0,1 0 0,0-1 0,1 1 1,-1 0-1,0-1 0,0 1 0,1-1 0,-1 0 0,1 0 1,-1 0-1,1 0 0,-1 0 0,1-1 0,0 1 1,1-1-9,11-1 5,-1 0 1,0-2 0,-1 1-1,1-2 1,0 0 0,-1-1 0,0 0-1,0-1 1,0 0 0,-1-1 0,0-1-1,0 0 1,-1 0 0,0-1-1,-1 0 1,1-1 0,-2-1 0,0 1-1,0-1 1,-1-1 0,0 0 0,-1 0-1,0 0 1,4-11-6,-12 23 4,1 0-1,-1 0 1,1 0 0,-1 0 0,1 0 0,-1 0-1,1-1 1,0 1 0,-1 0 0,1 0 0,-1 0-1,1 0-3,-16 32 5,1 2 0,2 0-1,1 0 1,2 1 0,1 1-1,2 0 1,2 0 0,1 0-1,2 0 1,1 9-5,0-41 4,0 0 1,1 0-1,0 1 0,-1-1 1,2 0-1,-1 1 1,0-1-1,1 0 0,0 0 1,0 0-1,0 1 0,0-1 1,1 0-1,0 0 1,0-1-1,0 1 0,0 0 1,0-1-1,1 1 0,-1-1 1,1 0-1,0 1 1,0-1-1,1-1 0,-1 1 1,0 0-1,1-1 0,0 0 1,-1 0-1,1 0 1,0 0-1,0-1 0,0 1 1,0-1-1,0 0 0,1 0 1,-1 0-1,0-1 1,0 0-1,1 0 0,-1 0 1,0 0-1,4-1-4,3-3 0,0-1 0,-1-1 0,1 0 0,-1 0 0,0-1 0,-1 0 0,0-1 0,0 0 0,0-1 0,-1 1 0,0-1 0,-1-1 0,0 0 0,-1 0 0,5-8 0,-6 10 0,42-68 0,-3-2 0,-4-1 0,0-10 0,-15 34 0,-23 52 0,-2 4 0,0-1 0,0 0 0,1 0 0,-1 1 0,0-1 0,0 0 0,1 0 0,-1 0 0,0 0 0,0 1 0,1-1 0,-1 0 0,0 0 0,1 0 0,-1 0 0,0 0 0,1 0 0,-1 0 0,0 0 0,1 0 0,-1 0 0,1 0 0,-1 0 0,0 0 0,1 0 0,-1 0 0,0 0 0,1 0 0,-1 0 0,0 0 0,1 0 0,-1-1 0,-46 586 0,43-542 0,0 38 0,-3-1 0,-4-1 0,-3 1 0,-3-2 0,-4 0 0,-3-1 0,-4-2 0,-22 44 0,-15-36 0,62-81 0,1 0 0,-1-1 0,0 1 0,0 0 0,0-1 0,0 0 0,0 1 0,0-1 0,-1 0 0,1 0 0,0 0 0,-1 0 0,1 0 0,0-1 0,-1 1 0,1-1 0,-1 0 0,1 0 0,-1 1 0,1-1 0,-1-1 0,1 1 0,-1 0 0,1-1 0,-1 1 0,1-1 0,0 0 0,-1 0 0,1 0 0,0 0 0,0 0 0,0 0 0,-1-1 0,1 1 0,0-1 0,1 1 0,-1-1 0,0 0 0,0 0 0,-8-15 0,1-1 0,0 0 0,2 0 0,0 0 0,1-1 0,1 0 0,0-1 0,2 1 0,0-1 0,1 0 0,1 1 0,1-1 0,1 0 0,1-7 0,-2 19 0,0-13 0,1 0 0,0 0 0,2 1 0,0-1 0,1 0 0,2 1 0,0 0 0,0 0 0,2 1 0,1 0 0,0 0 0,2 1 0,7-11 0,107-118-1436,-65 86-1169</inkml:trace>
  <inkml:trace contextRef="#ctx0" brushRef="#br0" timeOffset="70389.303">29593 6716 22117,'0'0'6981,"0"0"-4986,0 0-1324,0 0-184,0 0-115,13 20-243,37 61-114,-47-77-15,-1 1 0,0-1 0,0 1 0,0-1 0,-1 1 0,0 0 0,0 0 0,0 0 0,0-1 0,-1 1 0,0 0 0,0 0 0,0 0 0,-1 0 0,1 0 0,-1 0 0,0 0 0,-1-1 0,1 1 0,-1 0 0,0-1 0,0 1 0,-1-1 0,1 0 0,-1 0 0,0 0 0,0 0 0,0 0 0,0 0 0,-1-1 0,0 0 0,1 1 0,-1-1 0,-1-1 0,1 1 0,0-1 0,0 1 0,-1-1 0,-3 1 0,-38 34 0,45-36 0,1-1 0,-1 1 0,1-1 0,-1 1 0,1-1 0,-1 1 0,1-1 0,-1 1 0,1-1 0,0 1 0,-1 0 0,1-1 0,0 1 0,-1 0 1,1-1-1,0 1 0,0 0 0,0-1 0,0 1 0,0 0 0,0 0 0,0-1 0,0 1 0,0 0 0,0 0 0,0-1 0,0 1 0,0 0 0,0-1 0,1 1 0,-1 0 0,0-1 0,0 1 0,1 0 0,-1-1 0,1 1 0,-1-1 0,0 1 0,1 0 0,-1-1 0,1 1 0,0-1 1,-1 0-1,1 1 0,-1-1 0,1 1 0,0-1 0,-1 0 0,1 1 0,0-1 0,-1 0 0,1 0 0,0 0 0,-1 1 0,1-1 0,0 0 0,-1 0 0,1 0 0,0 0 0,0 0 0,-1 0 0,1 0 0,0-1 0,-1 1 0,1 0 0,0 0 0,0-1 0,-1 1 0,1 0 0,55-4-29,-47 2-81,0-1 0,0-1 0,0 1 0,0-1 0,-1 0 0,0-1 0,0 0 0,0-1 0,-1 1 1,1-1-1,-1-1 0,5-6 110,47-54-6978,-23 15-11936</inkml:trace>
  <inkml:trace contextRef="#ctx0" brushRef="#br0" timeOffset="70638.138">29994 6454 27382,'0'0'2096,"0"0"-1384,0 0-23,0 0-185,132 136 24,-90-89-144,1 1-144,-5-3-136,-5-2-56,-9-5-48,-7-9 0,-4-7-176,3-18-384,-3-4-608,0-2-1201</inkml:trace>
  <inkml:trace contextRef="#ctx0" brushRef="#br0" timeOffset="70893.707">30463 6466 27022,'0'0'2816,"0"0"-2143,0 0-249,-118 148-48,79-97-176,-12 26-200,10-12-160,6-16-2057</inkml:trace>
  <inkml:trace contextRef="#ctx0" brushRef="#br0" timeOffset="71158.173">30812 6176 27214,'0'0'3533,"0"0"-2585,0 0-791,13 20 39,88 132 475,-91-142-669,0 1 0,-1 0 0,-1 1 0,0 0 0,0 0 0,-1 1 0,-1 0 0,0 0 0,-1 0 0,0 1 0,-1 0 0,-1-1 0,0 2 0,0-1 0,-2 0 0,0 0 0,0 1 0,-2-1 0,0 1 0,0-1 0,-1 0 0,-1 0 0,0 0 0,-3 4-2,-5-1 0,-1-1 0,-1 0 0,-1-1 0,0 0 0,-1-1 0,-1-1 0,0-1 0,-1 0 0,0-1 0,-17 9 0,-61 44 0,95-64 0,-1 0 0,0 0 0,0 1 0,1-1 0,-1 1 0,0-1 0,0 1 0,1-1 0,-1 1 0,1-1 0,-1 1 0,0-1 0,1 1 0,-1 0 0,1-1 0,-1 1 0,1 0 0,0 0 0,-1-1 0,1 1 0,0 0 0,-1 0 0,1 0 0,0-1 0,0 1 0,0 0 0,0 0 0,0 0 0,0 0 0,0-1 0,0 1 0,0 0 0,0 0 0,0 0 0,0 0 0,1-1 0,-1 1 0,0 0 0,1 0 0,-1-1 0,0 1 0,1 0 0,-1 0 0,1-1 0,0 1 0,-1-1 0,1 1 0,-1 0 0,1-1 0,0 1 0,-1-1 0,1 1 0,0-1 0,0 0 0,-1 1 0,1-1 0,0 0 0,0 1 0,-1-1 0,1 0 0,0 0 0,0 0 0,0 0 0,0 0 0,-1 0 0,1 0 0,0 0 0,0 0 0,0 0 0,0 0 0,66 7 0,-65-7 0,15 1-10,1 0 0,0-1 1,0-1-1,-1 0 0,1-2 0,-1 0 1,1 0-1,-1-2 0,0 0 0,-1-1 0,1-1 1,10-6 9,106-75-2756,-79 41-1781</inkml:trace>
  <inkml:trace contextRef="#ctx0" brushRef="#br0" timeOffset="71348.77">31274 5722 29998,'0'0'833,"0"0"-625,0 0-152,145 2-32,-83-2-24,-12 0-280,-8 0-1793</inkml:trace>
  <inkml:trace contextRef="#ctx0" brushRef="#br0" timeOffset="71664.832">31847 5420 29454,'0'0'1074,"0"0"-721,0 0-113,16 19 131,56 62 38,-64-72-397,-1 0-1,0 1 0,-1-1 1,0 1-1,-1 0 0,0 1 1,0 0-1,-1-1 1,0 1-1,-1 0 0,-1 1 1,0-1-1,0 1 0,-1-1 1,0 1-1,-1-1 0,0 1 1,-1-1-1,-1 1 0,1-1 1,-2 0-1,0 1 0,0-1 1,-1 0-1,0-1 0,-1 1 1,0-1-1,-1 0 0,0 0 1,-1 0-1,1-1 0,-2 0 1,1-1-1,-6 5-11,-12 17 1,17-22 1,-1 1-1,1 1 1,1-1-1,0 1 1,0 0-1,1 1 1,0-1-1,1 1 1,0 1-1,1-1 1,0 1 0,1-1-1,0 1 1,0 5-2,6-12 9,-1-1 1,1 0 0,0 0 0,0 0 0,0 0 0,1 0 0,-1 0 0,1-1 0,0 0 0,0 0-1,0 0 1,1 0 0,-1-1 0,0 1 0,1-1 0,0-1 0,0 1 0,-1 0 0,1-1-1,0 0 1,0 0 0,0-1 0,0 1 0,0-1 0,0 0 0,0 0 0,0-1 0,0 0 0,0 1-1,0-2 1,3 0-10,4 2-6,7 1-163,0-2 1,0 0 0,0-1 0,0-1 0,0-1-1,-1 0 1,1-2 0,10-4 168,21-13-3362</inkml:trace>
  <inkml:trace contextRef="#ctx0" brushRef="#br0" timeOffset="80049.351">28804 7752 28822,'0'0'868,"0"0"-280,0 0-213,0 0-25,0 0-54,0 0-79,12-8-90,106-43 118,-16 36-53,2 4 0,-1 5 1,86 6-193,-108 0 45,1190 61 223,-1137-52-279,107 4 11,-216-43-211,-20 13-842</inkml:trace>
  <inkml:trace contextRef="#ctx0" brushRef="#br0" timeOffset="6989.694">10585 1479 26582,'0'0'1201,"0"0"-294,0 0-128,0 0-66,22-19-112,138-116 37,12-55 65,-170 187-684,-2 2-17,0 0 1,0 0-1,0 0 0,0 1 1,1-1-1,-1 0 1,0 0-1,0 0 0,0 1 1,1-1-1,-1 0 0,0 0 1,1 1-1,-1-1 1,1 0-1,-1 1 0,1-1 1,-1 0-1,1 1 1,-1-1-1,1 1 0,0-1 1,-1 1-1,1-1 1,0 1-1,0-1 0,-1 1 1,1 0-1,0-1 1,0 1-1,-1 0 0,1 0 1,0-1-1,0 1 1,0 0-1,0 0 0,-1 0 1,1 0-1,0 0 0,0 0 1,0 0-1,-1 1 1,1-1-1,0 0 0,0 0 1,0 1-1,-1-1 1,1 0-1,0 1 0,0-1 1,-1 1-1,1-1 1,0 1-1,-1-1 0,1 1 1,-1-1-1,1 1 1,-1 0-1,1-1 0,-1 1 1,1 0-1,-1-1 0,1 1-1,18 205 175,-17-137-108,-4-46-54,2 0 1,0-1 0,1 1 0,1 0-1,1 0 1,2-1 0,0 1 0,1-1-1,1 0 1,1-1 0,1 0 0,1 0-1,0-1 1,2 0 0,9 12-15,-16-28 0,-1 0 1,0 0-1,1 0 0,0 0 0,0-1 1,0 0-1,0 0 0,0 0 0,1-1 1,-1 1-1,1-1 0,0-1 1,-1 1-1,1-1 0,0 0 0,0 0 1,0-1-1,0 0 0,0 0 1,0 0-1,0-1 0,0 1 0,0-2 1,0 1-1,-1-1 0,1 1 0,0-1 1,-1-1-1,3-1 0,8-8 0,-1-2 0,0 0 0,-1 0 0,0-2 0,-1 1 0,-1-2 0,0 0 0,-2 0 0,0-1 0,5-12 0,-12 23 0,48-89 0,-6-3 0,-3-2 0,-5-1 0,16-78 0,-22 33 0,-19 196 0,-6 490 0,-69 919 0,60-1406 0,3-26 0,-1 0 0,-2 0 0,0 0 0,-2 0 0,-1-1 0,0 1 0,-4 4 0,8-26 0,0 0 0,-1-1 0,1 1 0,0-1 0,-1 0 0,0 0 0,0 0 0,0 0 0,0 0 0,0-1 0,0 1 0,-1-1 0,1 0 0,-1 0 0,0 0 0,0 0 0,1-1 0,-1 0 0,0 1 0,0-1 0,0-1 0,-1 1 0,1-1 0,0 1 0,0-1 0,0 0 0,0-1 0,0 1 0,0-1 0,0 0 0,0 0 0,0 0 0,0 0 0,0-1 0,0 0 0,0 1 0,1-1 0,-1-1 0,1 1 0,-1 0 0,1-1 0,0 0 0,0 0 0,0 0 0,1 0 0,-1 0 0,1 0 0,-1-1 0,1 0 0,-16-22 0,1-2 0,2 0 0,1-1 0,0-1 0,3 0 0,0-1 0,2 0 0,2 0 0,0-1 0,2 0 0,2 0 0,0-10 0,-5-32 0,4 0 0,2-1 0,4 1 0,7-40 0,-5 81 0,2-1 0,1 1 0,2 0 0,1 0 0,2 1 0,1 0 0,1 1 0,2 1 0,1 0 0,1 1 0,6-5 0,3 3-140,1 0 0,2 2-1,0 2 1,2 0 0,1 2 0,28-15 140,-58 38-38,82-54-1956</inkml:trace>
  <inkml:trace contextRef="#ctx0" brushRef="#br0" timeOffset="7320.502">12457 2246 31207,'0'0'1063,"0"0"-675,-10-19-292,-62-120-83,69 131-13,0 1 0,-1-1 0,0 1 0,0 0 0,-1 0 0,0 0 0,0 0 0,-1 1 0,0 0 0,0 0 0,0 1 0,-1-1 0,1 2 0,-1-1 0,-1 1 0,1-1 0,-1 2 0,1-1 0,-1 1 0,0 1 0,0-1 0,0 1 0,-3 0 0,6 3 0,1-1 0,0 1 0,-1 0 0,1 0 0,0 0 0,0 1 0,0 0 0,0-1 0,0 1 0,1 1 0,-1-1 0,0 0 0,1 1 0,0 0 0,-1 0 0,1 0 0,0 0 0,1 0 0,-1 1 0,1-1 0,-1 1 0,1 0 0,0 0 0,0 0 0,1 0 0,-1 0 0,1 0 0,0 0 0,0 1 0,-22 131 0,22-128 0,1 0 0,0 0 0,0 1 0,1-1 0,0 0 0,0 0 0,1 0 0,0 0 0,0 0 0,1 0 0,0 0 0,0-1 0,1 1 0,0-1 0,0 0 0,1 0 0,0-1 0,0 1 0,1-1 0,-1 0 0,2-1 0,-1 1 0,0-1 0,1 0 0,0-1 0,0 0 0,0 0 0,1 0 0,-1-1 0,1 0 0,0 0 0,0-1 0,0 0 0,0-1 0,2 1 0,2-1-6,-1 0 0,0 0 0,1-1 0,-1 0 1,0-1-1,1 0 0,-1-1 0,0-1 0,0 0 0,0 0 0,0-1 0,-1 0 1,1-1-1,-1 0 0,0 0 0,0-1 0,3-4 6,129-130-3007,-89 71-3096</inkml:trace>
  <inkml:trace contextRef="#ctx0" brushRef="#br0" timeOffset="15781.282">13741 1214 19148,'0'0'8007,"0"0"-5280,0 0-1905,0 0-290,0 0-103,0 0-24,15-2-83,0 0-248,83 3 206,-87 3-279,-1 1 0,1 0 0,-1 1 0,0 1 0,-1-1 0,0 1 0,0 1 0,0 0 0,-1 0 0,0 0 0,0 1 0,-1 1 0,0-1 0,-1 1 0,0 0 1,-1 0-1,0 1 0,0 0 0,-1 0 0,-1 0 0,0 0 0,1 5-1,-1 0 0,0 1 0,0-1-1,-2 0 1,0 1 0,-1 0 0,0-1 0,-2 1 0,0-1 0,0 0 0,-2 1-1,0-1 1,-1 0 0,0-1 0,-2 1 0,-4 7 0,-2-3 0,-1 0 0,-1 0 0,0-2 0,-2 0 0,0-1 0,-1 0 0,-1-2 0,-1 0 0,0-1 0,0-1 0,-1-1 0,-1-1 0,0 0 0,-1-2 0,0-1 0,0-1 0,-1 0 0,1-2 0,-14 1 0,141-27 0,-51 18 0,0 2 0,0 2 0,0 3 0,0 2 0,-1 2 0,48 14 0,-49-9 0,1-3 0,0-2 0,0-2 0,21-1 0,-69-6-27,0 1-1,-1 0 1,1-1-1,0 0 1,0 0-1,-1 0 1,1 0 0,-1-1-1,1 1 1,-1-1-1,0 0 1,1 0 0,-1 0-1,0 0 1,0-1-1,0 1 1,-1-1-1,1 0 1,-1 0 0,1 0-1,-1 0 1,0 0-1,0 0 1,0-1 0,0-2 27,14-26-1988</inkml:trace>
  <inkml:trace contextRef="#ctx0" brushRef="#br0" timeOffset="16222.201">15087 842 27822,'0'0'952,"0"0"-376,0 0-152,-7-18 68,-65-136 239,69 147-702,1 1-1,-1 0 0,0-1 0,0 1 1,0 0-1,-1 1 0,0-1 0,0 1 1,-1-1-1,1 1 0,-1 1 1,0-1-1,0 1 0,-1-1 0,0 2 1,1-1-1,-1 1 0,0-1 0,-1 2 1,1-1-1,-1 1 0,1 0 1,-1 0-1,1 0 0,-1 1 0,0 0 1,0 1-1,0 0 0,0 0 0,1 0 1,-1 1-1,0 0 0,0 0 1,0 0-1,-2 2-28,-2 7 9,0 1-1,1-1 1,0 2 0,1 0 0,0 0 0,1 0-1,0 1 1,1 0 0,1 1 0,0 0 0,1 0-1,0 0 1,1 0 0,0 1 0,2-1 0,0 1-1,0 0 1,1 0 0,1 0 0,1 12-9,-1-22 1,0 0 0,-1-1 0,1 1 0,1 0 0,-1 0 0,1-1 0,0 1 0,0-1 0,0 1 0,1-1 0,-1 1 0,1-1 0,0 0 0,1 1 0,-1-1 0,1 0 0,-1-1 0,1 1 0,0 0 0,1-1 0,-1 0 0,0 1 0,1-2 0,0 1 0,0 0 0,0-1 0,0 1 0,1-1-1,8 2 3,0 0 0,1-1 0,-1-1 0,1 0 0,-1-1 0,1 0 0,0-1 0,0-1 0,-1 0 0,1-1 0,0-1 0,-1 0 0,0 0 0,0-1 0,0-1 0,5-3-3,-5 2-56,-1-1 0,0 0-1,0-1 1,-1 0 0,0-1 0,0-1 0,-1 1-1,0-1 1,4-8 56,22-33-3239,-13 1-8659</inkml:trace>
  <inkml:trace contextRef="#ctx0" brushRef="#br0" timeOffset="14682.745">12878 1270 26622,'0'0'1283,"0"0"565,0 0-1022,0 0-334,0 0-39,0 0-34,18 17-79,109 108 104,95 134-404,-184-234-1619,-29-25-875</inkml:trace>
  <inkml:trace contextRef="#ctx0" brushRef="#br0" timeOffset="14870.656">13288 1329 29550,'0'0'953,"0"0"-401,0 0-136,-136 122-40,87-73-216,3 5-160,-13 23-80,13-14-744,11-10-4257</inkml:trace>
  <inkml:trace contextRef="#ctx0" brushRef="#br0" timeOffset="21633.809">16676 1639 28358,'0'0'1292,"0"0"-740,0 0-237,0 0 69,0 0 0,0 0-98,24-11-144,1 0-120,117-72 31,-121 66-45,0-1 0,-2-1 0,0-1 0,-1 0 0,-1-1 0,-1-1 0,0-1 0,9-20-8,-54 142 310,23-76-302,1-1 0,1 1 1,2 0-1,0 0 1,1 0-1,1 0 0,3 16-8,-2-30 2,0 1 0,0-1-1,1 0 1,1 0 0,0 0-1,0 0 1,0-1 0,1 1-1,1-1 1,-1 0 0,1 0-1,1 0 1,-1-1 0,1 0-1,1 0 1,-1 0 0,1-1-1,0 0 1,1 0 0,1 0-2,-5-3 3,1-1 0,-1 0 0,1 0 1,0 0-1,0-1 0,0 1 1,0-1-1,0-1 0,0 1 0,0-1 1,0 1-1,0-1 0,0-1 1,1 1-1,-1-1 0,0 0 1,0 0-1,0-1 0,-1 1 0,1-1 1,0 0-1,0 0 0,-1-1 1,0 1-1,1-1 0,-1 0 0,3-3-3,95-102 39,-100 106-40,20-25 27,-2-1 0,0-1-1,-2-1 1,0 0 0,-3-1 0,0-1-1,-3-1 1,0 0 0,-2 0-1,-1-1 1,-2 0 0,-2-1 0,-1 1-1,-1-8-25,16 253 27,12 206-27,-17 81 0,-14-380 0,-4 1 0,-6-1 0,-22 100 0,32-212 0,0 0 0,0 0 0,-1 0 0,0 0 0,0 0 0,-1 0 0,0 0 0,0-1 0,0 1 0,0-1 0,-1 1 0,0-1 0,0 0 0,-1 0 0,1 0 0,-1 0 0,0-1 0,0 0 0,-1 1 0,1-2 0,-1 1 0,0 0 0,0-1 0,0 0 0,-1 0 0,1 0 0,-1-1 0,1 0 0,-1 0 0,0 0 0,0-1 0,0 0 0,0 0 0,0 0 0,-4-1 0,3-4 0,0-1 0,1 0 0,-1 0 0,1 0 0,1-1 0,-1 0 0,1 0 0,0 0 0,0-1 0,1 1 0,-1-1 0,2 0 0,-1-1 0,1 1 0,0-1 0,1 1 0,-1-1 0,1 0 0,1 0 0,0-1 0,-1 3 0,-15-56 0,3-1 0,3 0 0,2-1 0,4-1 0,2 1 0,3-16 0,3 59-85,0 1 0,1 0 0,1 0 1,1 0-1,1 0 0,1 1 0,0 0 0,2 1 0,0-1 0,1 2 1,0 0-1,2 0 0,0 1 0,1 1 0,0 0 0,6-3 85,43-47-2195</inkml:trace>
  <inkml:trace contextRef="#ctx0" brushRef="#br0" timeOffset="21878.49">18038 1751 30559,'0'0'816,"0"0"-144,0 0-112,0 138-400,0-91-160,0-1 0,0-7 0,19-7 0,3-14-1128,0-15-1673</inkml:trace>
  <inkml:trace contextRef="#ctx0" brushRef="#br0" timeOffset="22897.769">19519 1398 28918,'0'0'1407,"0"0"-739,0 0-317,0 0-63,21 3 172,24 4-363,0 2-1,-1 1 0,0 3 1,-1 2-1,-1 1 1,0 2-1,35 22-96,-71-36 0,-1 0 0,0 1 0,0-1 0,0 1 0,0 1 0,-1-1 0,1 1 0,-1-1 0,-1 1 0,1 0 0,-1 1 0,0-1 0,-1 1 0,1-1 0,-1 1 0,-1 0 0,1-1 0,-1 1 0,0 0 0,-1 0 0,1 0 0,-1 0 0,-1 0 0,0 0 0,0 0 0,0 0 0,0 0 0,-1 0 0,0-1 0,-1 1 0,-1 2 0,-11 17 0,-2-2 0,0 1 0,-2-2 0,0-1 0,-1 0 0,-2-2 0,0 0 0,-1-1 0,-1-2 0,-18 12 0,-8 2-30,-1-1-1,-1-2 1,-1-3-1,-1-2 1,-7 0 30,36-7-25,252 1 97,-173-18-56,-30 1-15,13 1-16,1-1 0,-1-2 0,0-1 0,-1-3 1,1-1-1,18-6 15,79-44-1658,-85 28-452</inkml:trace>
  <inkml:trace contextRef="#ctx0" brushRef="#br0" timeOffset="23160.578">20247 901 30190,'0'0'833,"0"0"-489,0 0-40,121-14 24,-62 14-80,2 0-120,3 0-96,-3 0-32,9 0-232,-17-2-408,-14-4-1329</inkml:trace>
  <inkml:trace contextRef="#ctx0" brushRef="#br0" timeOffset="23411.025">21034 477 28054,'0'0'2288,"0"0"-1599,-5 110-17,5-51-48,0 6-184,0 2-440,0 2 0,0 34 0,0-18 0,0-10-1392</inkml:trace>
  <inkml:trace contextRef="#ctx0" brushRef="#br0" timeOffset="22146.596">18627 1412 28046,'0'0'3185,"0"0"-2745,0 0-152,0 0 336,0 0-440,125 142-184,-79-85 0,0 2 0,-6 0 0,-3-5 0,-6-9 0,-7-12 0,-7-9 0,-4-12 0,-4-12 0,4-18-656,-2-15-1233,0-7-3840</inkml:trace>
  <inkml:trace contextRef="#ctx0" brushRef="#br0" timeOffset="22334.959">18995 1420 29606,'0'0'1337,"0"0"-833,0 0-152,-111 114-128,78-69-224,-9 26-8,9-11-1016,5-9-4514</inkml:trace>
  <inkml:trace contextRef="#ctx0" brushRef="#br0" timeOffset="20508.539">15447 1538 29286,'0'0'904,"0"0"-229,0 0-221,0 0-136,0 0-27,0 0-13,25-6-86,160-25 8,-159 30-176,0 1 0,0 2 0,0 0 0,0 2 1,0 1-1,-1 0 0,4 3-24,165 55-2489,-179-63-375</inkml:trace>
  <inkml:trace contextRef="#ctx0" brushRef="#br0" timeOffset="20791.247">15764 1358 27814,'0'0'2272,"0"0"-1703,0 0-153,0 0 24,-30 111-32,30-70-144,0 7-152,9 5-72,6 6-40,13 22-328,-3-14-1072,-6-14-17228</inkml:trace>
  <inkml:trace contextRef="#ctx0" brushRef="#br0" timeOffset="28317.104">27906 1840 29982,'0'0'1497,"0"0"-1305,0 0 88,0 0 56,0 0-104,0 0-200,87 112-32,-54-100-616,-4-6-1273</inkml:trace>
  <inkml:trace contextRef="#ctx0" brushRef="#br0" timeOffset="24317.126">21496 1863 28838,'0'0'1048,"0"0"-656,0 0-7,0 0-73,145-25-96,-86 17-120,-2 2-64,-4 4-32,-1 2-128,-12 0-488,-14 10-1329</inkml:trace>
  <inkml:trace contextRef="#ctx0" brushRef="#br0" timeOffset="24565.622">21726 1644 28662,'0'0'1032,"0"0"-287,0 0-369,0 0-32,0 0 24,-41 135-80,39-76-128,2 6-112,0 4-48,0 20-296,8-18-912,6-16-3586</inkml:trace>
  <inkml:trace contextRef="#ctx0" brushRef="#br0" timeOffset="45057.59">13290 6332 21797,'0'0'8289,"0"0"-7656,0 0-297,0 0-176,0 0 96,0 0-56,138 0-72,-90 0-72,0 0-48,-4 0 8,-4 0-16,-10 1-104,-14 13-296,-10 0-1097,-6-2-4960</inkml:trace>
  <inkml:trace contextRef="#ctx0" brushRef="#br0" timeOffset="45310.671">13259 6594 29350,'0'0'944,"0"0"-495,0 0 47,0 0-64,0 0-96,132 8-144,-84-8-112,31-8-80,-11 2-176,-9-4-1088</inkml:trace>
  <inkml:trace contextRef="#ctx0" brushRef="#br0" timeOffset="46126.779">14307 6304 27710,'0'0'1077,"0"0"-79,0 0-291,0 0-127,0 0-75,24-3-64,78-17-145,-96 18-280,1-1 1,0 0-1,0 0 1,-1-1-1,0 1 1,1-2-1,-2 1 1,1-1-1,0 1 1,-1-2-1,0 1 1,0 0 0,0-1-1,0-2-16,9-9 21,6-5-12,-2-1-1,0 0 1,-1-2 0,-1 0 0,-2 0 0,0-2 0,-2 0 0,-1 0 0,-1-1 0,-1-1-1,-2 1 1,1-14-9,-41 312 95,32-243-95,-2 1 0,1 0 0,1 0 0,2 0 0,1 0 0,1 0 0,1-1 0,1 1 0,2-1 0,0 0 0,2 0 0,4 4 0,-11-27 0,0 0 0,0 0 0,1-1 0,-1 1 0,1-1 0,0 0 0,0 0 0,0 0 0,1 0 0,-1 0 0,1-1 0,0 1 0,-1-1 0,1 0 0,0 0 0,0-1 0,0 1 0,0-1 0,1 0 0,-1 0 0,0 0 0,1 0 0,-1-1 0,0 0 0,1 0 0,-1 0 0,0 0 0,1-1 0,-1 0 0,0 1 0,1-2 0,-1 1 0,0 0 0,0-1 0,4-2 0,9-8 0,0 0 0,-1-2 0,0 0 0,-1-1 0,-1 0 0,0-1 0,-1-1 0,-1 0 0,0-1 0,3-7 0,-10 16 0,37-58 0,-3-1 0,-4-2 0,-2-1 0,-4-2 0,-3-1 0,9-44 0,-12-15 0,-23 258 0,-15 752 0,14-759 0,-6 0 0,-4 0 0,-6-1 0,-8 13 0,22-111 0,-2 0 0,0 0 0,-1-1 0,-1 0 0,-1 0 0,0 0 0,-1-1 0,-1-1 0,-1 1 0,0-2 0,-1 1 0,-3 1 0,13-15 0,-1 1 0,0-1 0,0 0 0,0 0 0,0 0 0,-1-1 0,1 1 0,0-1 0,-1 0 0,1 0 0,-1 0 0,1 0 0,-1 0 0,0-1 0,1 1 0,-1-1 0,0 0 0,1 0 0,-1-1 0,0 1 0,1-1 0,-1 0 0,1 0 0,-1 0 0,1 0 0,-1-1 0,1 1 0,0-1 0,0 0 0,0 0 0,0 0 0,0 0 0,0 0 0,0-1 0,1 0 0,-1 1 0,1-1 0,0 0 0,-2-2 0,-7-20 0,0 0 0,2-1 0,0 0 0,2-1 0,1 0 0,1 0 0,2 0 0,0 0 0,2-1 0,1 1 0,1-1 0,2 1 0,0-2 0,2-10-155,2 1 0,1-1 1,3 1-1,0 1 0,3 0 0,1 0 1,1 1-1,2 1 0,2 1 0,1 1 0,1 1 1,2 0-1,1 2 0,2 1 0,1 1 0,26-20 155,13-12-3652</inkml:trace>
  <inkml:trace contextRef="#ctx0" brushRef="#br0" timeOffset="46312.166">15778 6454 29526,'0'0'1513,"0"0"-873,0 0-232,-11 116 80,2-74-296,5 1-192,1 2 0,3 3 0,0-11-968,7-15-1505</inkml:trace>
  <inkml:trace contextRef="#ctx0" brushRef="#br0" timeOffset="58241.241">19464 2798 20916,'0'0'5580,"0"0"-3965,0 0-1177,0 0-150,0 0 189,10 1 77,81 18 1027,-76-11-816,87-55-588,-77 39-180,0 0 1,0 1-1,0 2 0,1 1 1,0 1-1,0 0 0,0 3 1,0 0-1,17 3 3,-8 4 33,-35-7-25,13 8 136,60 15-1213,-66-20-1848</inkml:trace>
  <inkml:trace contextRef="#ctx0" brushRef="#br0" timeOffset="25750.541">22584 1568 28414,'0'0'1024,"0"0"-284,0 0-203,0 0-149,0 0-67,24-6-46,79-16-62,-97 20-194,0 0 0,0 1 0,0 0 0,0 0 0,0 0 0,0 1 0,0 0 0,1 0 0,-1 1 0,0-1 0,0 1 0,0 1 0,0-1 0,0 1 0,-1 0 0,1 1 0,0-1 0,-1 1 0,1 0 0,-1 0 0,0 1 0,0 0 0,-1 0 0,1 0 0,-1 0 0,1 1 0,-1-1 0,-1 1 0,1 0 0,-1 0 0,0 1 0,0-1 0,0 1 0,-1-1 0,0 1 0,0 0 0,0 0 0,-1 0 0,0 0 0,0 0 0,0 0 0,-1 0 0,0 0 0,0 1 0,-1 0-19,23 83 0,-16-60 0,-5-21 0,0-1 0,0 1 0,1-1 0,0 0 0,1 1 0,-1-1 0,2 0 0,-1 0 0,1-1 0,0 1 0,1-1 0,-1 0 0,2 0 0,-1 0 0,3 1 0,-7-7 0,0-1 0,0 1 0,1 0 0,-1-1 0,0 0 0,1 1 0,-1-1 0,0 0 0,1 1 0,-1-1 0,0 0 0,1 0 0,-1 0 0,1 0 0,-1-1 0,0 1 0,1 0 0,-1 0 0,0-1 0,1 1 0,-1-1 0,0 1 0,1-1 0,-1 0 0,0 0 0,0 1 0,0-1 0,0 0 0,0 0 0,0 0 0,0 0 0,0 0 0,0 0 0,0 0 0,0-1 0,-1 1 0,1 0 0,0 0 0,-1-1 0,1 1 0,-1 0 0,0-1 0,1 1 0,-1-2 0,2-1 0,13 51 0,-12-48 0,1 0 0,-1-1 0,1 1 0,-1-1 0,0 0 0,1 0 0,-1 0 0,0 0 0,0-1 0,0 1 0,-1-1 0,1 0 0,-1 0 0,1 0 0,-1 0 0,0 0 0,0 0 0,0-1 0,0-1 0,10-12 0,30-40 0,-3-3 0,-2-1 0,-3-2 0,-3-1 0,-2-2 0,-4 0 0,12-49 0,-30 79 0,-59 256 0,31-23 0,9 1 0,11 146 0,2-177 0,0-44 0,3-39 0,-5 0 0,-2-1 0,-5 1 0,-3-1 0,-15 52 0,-43 30 0,65-158 0,0 0 0,-1-1 0,0 1 0,0-1 0,-1 0 0,0 0 0,0 0 0,0-1 0,-1 0 0,1 0 0,-1-1 0,0 0 0,-1 0 0,1-1 0,-1 0 0,1 0 0,-1 0 0,0-1 0,0-1 0,-1 1 0,-5-1 0,0-1 0,1-1 0,-1 0 0,0-1 0,1-1 0,0 1 0,-1-2 0,1 0 0,0-1 0,1 0 0,-1-1 0,1 0 0,0-1 0,1-1 0,0 1 0,0-2 0,0 0 0,1 0 0,1-1 0,-1 0 0,-2-4 0,-1-2 0,1 0 0,0-1 0,1 0 0,1-1 0,1-1 0,0 1 0,2-1 0,0 0 0,1-1 0,0 0 0,2 0 0,1 0 0,0-1 0,1-2 0,2 9-15,-1 0 0,2 0 0,0 0 0,1 0 1,0 0-1,1 0 0,0 0 0,2 1 0,-1 0 0,2 0 0,-1 0 0,3-3 15,147-205-3298,-80 128-1619</inkml:trace>
  <inkml:trace contextRef="#ctx0" brushRef="#br0" timeOffset="26076.767">23677 1966 30190,'0'0'1165,"0"0"-635,0 0-83,0 0-88,17 20-284,52 66-74,-67-83-1,1 0 0,-1 0 0,0 1 0,-1-1 0,1 1 0,-1-1 0,1 1 0,-1 0 0,0-1 0,0 1 0,-1 0 0,1 0 0,-1 0 0,0 0 0,0 0 0,0-1 0,-1 1 0,1 0 0,-1 0 0,0 0 0,0-1 0,0 1 0,0 0 0,-1-1 0,0 1 0,1-1 0,-1 0 0,0 1 0,-1-1 0,1 0 0,-1 0 0,1 0 0,-3 1 0,3-2 0,-19 22 0,-2-1 0,-1-2 0,-1 0 0,0-2 0,-1 0 0,-22 10 0,25-14 0,23-15 0,1 0 0,-1 0 0,0 0 0,1 0 0,-1 0 0,0 0 0,1 0 0,-1 1 0,0-1 0,0 0 0,1 0 0,-1 0 0,0 0 0,1 1 0,-1-1 0,0 0 0,0 0 0,1 1 0,-1-1 0,0 0 0,0 0 0,0 1 0,1-1 0,-1 0 0,0 1 0,0-1 0,0 0 0,0 1 0,0-1 0,0 0 0,0 1 0,0-1 0,0 0 0,0 1 0,0-1 0,0 0 0,0 1 0,0-1 0,0 1 0,0-1 0,0 0 0,0 1 0,0-1 0,0 0 0,0 0 0,-1 1 0,1-1 0,0 0 0,0 1 0,0-1 0,-1 0 0,1 0 0,0 1 0,0-1 0,-1 0 0,1 0 0,0 1 0,-1-1 0,1 0 0,39 1 0,-33-1 0,72-3-688,0-4 0,-1-4 0,31-9 688,-97 18-216,71-14-2113</inkml:trace>
  <inkml:trace contextRef="#ctx0" brushRef="#br0" timeOffset="26359.012">24186 1731 29702,'0'0'1705,"0"0"-1545,0 0 24,0 0 152,134 121 96,-80-76-184,1 2-248,-4-3 0,-12-3 0,-6-3 0,-11-7 0,-9-7-256,-2-16-536,-5-6-937,-1-2-2199</inkml:trace>
  <inkml:trace contextRef="#ctx0" brushRef="#br0" timeOffset="26517.666">24714 1639 28198,'0'0'1968,"0"0"-1367,0 0-105,-134 112-144,93-63-168,1 8-176,-8 28-8,11-12-712,6-12-2801</inkml:trace>
  <inkml:trace contextRef="#ctx0" brushRef="#br0" timeOffset="26862.883">25089 1469 30438,'0'0'954,"0"0"-599,0 0-110,16 22 109,95 131 62,-105-146-416,0-1 0,-1 1 0,1 0 0,-1 0 1,-1 1-1,0-1 0,0 1 0,0 0 0,-1 0 0,0 1 1,-1-1-1,1 1 0,-2-1 0,1 1 0,-1-1 0,-1 1 1,1 0-1,-2 0 0,1-1 0,-1 1 0,0 0 0,-1-1 1,0 1-1,0-1 0,-1 1 0,0-1 0,-1 0 0,0 0 1,0-1-1,0 1 0,-4 3 0,-26 21 0,-1-2 0,-1-2 0,-2-2 0,-24 14 0,-92 67 0,152-107 0,1 1 0,0-1 0,0 0 0,0 1 0,0-1 0,-1 1 0,1 0 0,0-1 0,0 1 0,0 0 0,0 0 0,0 0 0,0 0-1,1 0 1,-1 0 0,0 0 0,0 0 0,1 0 0,-1 0 0,0 0 0,1 0 0,-1 0 0,1 1 0,0-1 0,-1 0 0,1 0 0,0 1 0,0-1 0,0 0 0,0 0 0,0 1 0,0-1 0,0 0 0,0 1 0,0-1 0,1 0 0,-1 0 0,0 1-1,1-1 1,-1 0 0,1 0 0,0 0 0,-1 0 0,1 0 0,0 0 0,0 0 0,-1 0 0,1 0 0,0 0 0,0 0 0,0 0 0,0 0 0,0-1 0,0 1 0,0 0 0,1-1 0,-1 1 0,0-1 0,0 1 0,0-1 0,1 0 0,-1 0 0,0 1 0,0-1-1,1 0 1,-1 0 0,0 0 0,1 0 0,51 3-221,0-3 1,0-2-1,0-2 0,0-2 0,0-3 0,-1-2 0,-1-3 0,0-1 0,-1-3 0,-1-2 0,8-6 221,1-2-5449</inkml:trace>
  <inkml:trace contextRef="#ctx0" brushRef="#br0" timeOffset="27756.604">26538 1753 29414,'0'0'1369,"0"0"-1137,0 0 104,153-2-16,-80 2 72,5 8-136,1 0-160,0 0-96,-11-2 0,5-4-432,-21-2-864,-17 0-3617</inkml:trace>
  <inkml:trace contextRef="#ctx0" brushRef="#br0" timeOffset="28054.996">26989 1560 26718,'0'0'3272,"0"0"-2703,-33 102-9,27-43-40,6 6-32,0 6-264,22 1-224,30 18-24,-3-17-584,-6-16-1145</inkml:trace>
  <inkml:trace contextRef="#ctx0" brushRef="#br0" timeOffset="27081.006">25527 1057 30639,'0'0'744,"0"0"-552,0 0-104,0 0 32,152-38 8,-95 32-128,17 4-64,-13 0-624,-15 0-1705</inkml:trace>
  <inkml:trace contextRef="#ctx0" brushRef="#br0" timeOffset="27382.507">26154 668 28222,'0'0'2078,"0"0"-1435,0 0-297,0 0 32,20 18-9,60 59-122,-76-74-238,0 1 1,-1 0 0,1 0-1,-1 1 1,0-1-1,0 1 1,0-1 0,-1 1-1,0 0 1,0 0-1,0 0 1,0 0 0,-1 0-1,0 1 1,0-1-1,0 0 1,0 1 0,-1-1-1,0 0 1,-1 1-1,1 0-9,-1 12 11,0-7-8,-1 0 0,-1 0 0,0 0 0,-1-1 0,0 1 0,-1-1 1,0 0-1,0 0 0,-1 0 0,0-1 0,-1 0 0,0 0 0,0 0 0,-1-1 0,-2 1-3,-58 86 3,66-92-3,1 1 0,-1 0-1,1 0 1,0-1 0,0 1-1,0 0 1,0 0 0,1 0-1,-1 0 1,1 0 0,0 0 0,0 0-1,1 0 1,-1 0 0,1 0-1,0 0 1,0 0 0,0 0-1,1 0 1,-1-1 0,1 1-1,0 0 1,0-1 0,0 1-1,1-1 1,-1 0 0,1 0 0,-1 0-1,1 0 1,0 0 0,0-1-1,1 1 1,-1-1 0,0 0-1,1 0 1,-1 0 0,1 0-1,0-1 1,0 0 0,-1 1-1,1-1 1,0-1 0,0 1 0,0 0-1,0-1 1,0 0 0,3 0 0,87 10-897,-51-10-682</inkml:trace>
  <inkml:trace contextRef="#ctx0" brushRef="#br0" timeOffset="76551.381">23377 3282 20140,'0'0'3158,"0"0"1137,21-2-2754,259-26 44,39 12-682,68 16-903,-308 1 67,324 14 694,296 52-761,-622-56 79,0 3 0,-2 3 1,0 4-1,37 16-79,-220-85-289,65 30-1158</inkml:trace>
  <inkml:trace contextRef="#ctx0" brushRef="#br0" timeOffset="41093.749">16600 3885 23941,'0'0'4037,"0"0"-2665,0 0-780,0 0-126,0 0-58,-8-10-53,-23-33-105,30 42-242,1 0-1,-1 0 1,1 0-1,-1 0 1,1 0-1,0 0 1,-1 0-1,1 0 1,0 0-1,0 0 1,0 0-1,0 0 1,0 0-1,0-1 1,0 1-1,1 0 1,-1 0-1,0 0 1,0 0-1,1 0 1,-1 0-1,1 0 0,-1 0 1,1 1-1,-1-1 1,1 0-1,-1 0 1,1 0-1,0 0 1,0 1-1,-1-1 1,1 0-1,0 1 1,0-1-1,0 0 1,0 1-1,0-1 1,0 1-1,0-1 1,0 1-1,0 0 1,0 0-1,0-1-7,3-1 36,12-4 53,1 0 0,-1 2 0,1-1 0,0 2 0,0 0 0,1 1 0,-1 1 0,1 1 0,-1 0 0,15 3-89,18-2 81,-8-1-79,1606 22 13,-1124-8-15,471 29 0,-972-41 0,10 0 0,0 1 0,0 1 0,0 2 0,-1 2 0,0 0 0,15 8 0,-47-16 0,-1 1 0,1-1 0,0 0 0,-1 0 0,1 1 0,0-1 0,-1 0 0,1 1 0,0-1 0,-1 0 0,1 1 0,0-1 0,0 1 0,-1-1 0,1 0 0,0 1 0,0-1 0,0 1 0,-1-1 0,1 1 0,0-1 0,0 0 0,0 1 0,0-1 0,0 1 0,0-1 0,0 1 0,0-1 0,0 1 0,0-1 0,0 1 0,1-1 0,-1 1 0,0-1 0,-26 0-207,0-2 1,0 0-1,0-2 0,0-1 0,1 0 1,0-2-1,-14-7 207,-39-18-5827</inkml:trace>
  <inkml:trace contextRef="#ctx0" brushRef="#br0" timeOffset="47564.593">17726 5337 29814,'0'0'1041,"0"0"-724,-7-20-241,-24-68 37,30 83-93,0-1 0,-1 0 0,1 1 0,-1-1 0,-1 1 0,1 0 0,-1-1 0,0 1 0,0 0 0,0 1 0,-1-1 0,0 1 0,1-1 0,-2 1 0,1 0 0,0 0 0,-1 1 0,0 0 0,0-1 0,0 2 0,0-1 0,0 0 0,-1 1 0,1 0 1,-1 0-1,1 1 0,-1 0 0,0 0 0,0 0 0,0 0-20,-2 7 10,1-1 0,-1 1 1,1 1-1,0-1 0,1 1 1,-1 0-1,2 1 0,-1 0 1,1 0-1,0 0 0,0 0 1,1 1-1,0-1 0,1 1 1,0 0-1,0 1 0,1-1 1,0 0-1,1 1 0,0-1-10,-3 11 44,0-1 0,1 1-1,1-1 1,1 1 0,1 0 0,1 0-1,0 0 1,2-1 0,0 1 0,1 0-44,-2-16 3,0 0 1,1 0-1,-1 0 1,1-1 0,-1 1-1,1-1 1,0 1-1,1-1 1,-1 0-1,0 0 1,1 0 0,0-1-1,-1 1 1,1-1-1,0 0 1,1 0 0,-1 0-1,0-1 1,0 1-1,1-1 1,-1 0 0,1 0-1,-1-1 1,1 0-1,-1 1 1,1-1-1,-1-1 1,1 1 0,-1-1-1,1 1 1,-1-1-1,0 0 1,1-1 0,-1 1-1,0-1 1,0 0-1,0 0 1,0 0-1,0-1 1,0 1 0,-1-1-1,1 0 1,-1 0-1,0 0 1,2-2-4,85-139 11,-51 69-2136,-25 52-1962</inkml:trace>
  <inkml:trace contextRef="#ctx0" brushRef="#br0" timeOffset="47858.74">17785 6065 30390,'0'0'793,"0"0"-289,0 0-96,0 0 232,0 0-608,145 4-32,-84-10 0,-1-2 0,-8 4 0,-6 0 0,0 4 0,-13 0 0,-13 0-1728</inkml:trace>
  <inkml:trace contextRef="#ctx0" brushRef="#br0" timeOffset="50228.658">21205 5454 29982,'0'0'625,"0"0"-433,123-10-64,-62 10 200,3 0-144,-3 0-144,7 18-40,-16-3-416,-10-3-1169</inkml:trace>
  <inkml:trace contextRef="#ctx0" brushRef="#br0" timeOffset="49457.398">20284 6107 26446,'0'0'4961,"0"0"-4593,0 0-160,68 116 40,-33-67 120,-2 5-200,-2-5-168,-5-4 0,-6-5 0,-5-7 0,-6-9 0,4-18-592,-4-6-1000,0 0-3626</inkml:trace>
  <inkml:trace contextRef="#ctx0" brushRef="#br0" timeOffset="49711.001">20602 6032 29854,'0'0'897,"0"0"-193,0 0-184,-112 116-152,75-65-208,0 9-120,2 5-40,-7 23-408,9-13-880,11-21-3785</inkml:trace>
  <inkml:trace contextRef="#ctx0" brushRef="#br0" timeOffset="50007.423">20856 5827 30334,'0'0'727,"0"0"-276,21 9-112,-4-2-256,-5-3-18,0 1-1,0 0 1,-1 1 0,0 1-1,0-1 1,0 2-1,-1-1 1,0 2-1,-1-1 1,0 1-1,2 2-64,1 3 5,-1 0 0,1 0 0,-2 1 0,0 0 0,-1 1 0,-1 0 0,0 0 0,-1 1-1,-1 0 1,0 0 0,-2 0 0,0 1 0,-1 0 0,0 0 0,-2 0 0,0 0 0,-1 0 0,0 0 0,-2 0-1,0 0 1,-1 0 0,-1 0 0,-1-1 0,0 0 0,-2 2-5,-18 22 0,-2-1 0,-2-1 0,-1-2 0,-2-1 0,-36 31 0,-69 82 0,137-150 0,1 1 0,0 0 0,0 0 0,0 0 0,0 0 0,-1 0 0,1 0 0,0 0 0,0 0 0,0 0 0,0 0 0,-1 0 0,1 0 0,0 1 0,0-1 0,0 0 0,-1 1 0,1-1 0,0 0 0,-1 1 0,1-1 0,0 1 0,-1-1 0,1 1 0,0 0 0,-1-1 0,1 1 0,-1-1 0,1 1 0,-1 0 0,1 0 0,-1-1 0,0 1 0,1 0 0,-1 0 0,0-1 0,0 1 0,1 0 0,-1 0 0,0 0 0,0-1 0,0 1 0,0 0 0,0 0 0,0 0 0,0 0 0,0-1 0,-1 1 0,1 0 0,0 0 0,0 0 0,-1-1 0,1 1 0,0 0 0,-1 0 0,1-1 0,-1 1 0,1 0 0,-1-1 0,1 1 0,-1 0 0,0 0 0,38-1 0,0-1 0,0-1 0,0-3 0,-1 0 0,0-3 0,0-1 0,0-1 0,-1-2 0,-1-2 0,0-1 0,-1-2 0,-1-1 0,8-6 0,41-69-3398,-68 64-3094</inkml:trace>
  <inkml:trace contextRef="#ctx0" brushRef="#br0" timeOffset="48954.686">18693 6053 27974,'0'0'1342,"0"0"-207,0 0-557,0 0-172,0 0-25,0 0-21,20 1-110,-9 0-222,-3 0-20,-1 0 1,0-1-1,0 1 0,0-2 0,0 1 0,1-1 1,-1 0-1,0 0 0,0-1 0,0 0 0,-1 0 1,1-1-1,0 0 0,-1 0 0,1 0 0,-1-1 0,0 0 1,3-4-9,7-5 5,0-2 0,-2 0 0,0-1 1,-1 0-1,0-1 0,-1-1 0,-1 0 0,-1 0 1,0-1-1,-2-1 0,0 1 0,-1-1 1,3-18-6,-87 467 64,69-252-44,7-170-20,1 0 0,-1 0 1,1 0-1,0 0 0,1 0 1,-1 0-1,1 0 0,1 0 1,-1 0-1,1 0 1,1 0-1,-1-1 0,1 1 1,0-1-1,1 0 0,-1 0 1,1 0-1,0 0 0,1-1 1,0 0-1,-1 1 0,2-2 1,-1 1-1,0-1 0,1 1 1,0-1-1,0-1 1,0 1-1,0-1 0,1 0 1,0-1-1,-1 0 0,1 0 1,0 0-1,0-1 0,0 0 1,0 0-1,1 0 0,6-8 0,-1 0 0,-1 0 0,1-1 0,-1-1 0,0 0 0,-1-1 0,0 0 0,-1-1 0,0 0 0,-1 0 0,0-1 0,0 0 0,-2-1 0,1 0 0,2-8 0,-1 7 0,20-32 0,-1-1 0,-3-2 0,-2-1 0,-2 0 0,-2-2 0,-3 0 0,-1-1 0,-3 0 0,4-50 0,-18 241 0,6 0 0,17 92 0,5 112 0,-23-263 0,-4 0 0,-3 0 0,-4-1 0,-8 29 0,-5-11 0,-4-1 0,-4-1 0,-15 24 0,42-110 0,0 0 0,-1-1 0,0 0 0,-1 0 0,1 0 0,-1 0 0,-1 0 0,1-1 0,-1 1 0,0-1 0,-1-1 0,0 1 0,1-1 0,-2 0 0,1 0 0,0-1 0,-1 1 0,0-2 0,0 1 0,0-1 0,-1 0 0,1 0 0,-1-1 0,1 0 0,-1 0 0,0-1 0,0 0 0,0 0 0,4-4 0,-1 1 0,1-1 0,0 0 0,0 0 0,0 0 0,0 0 0,1-1 0,-1 1 0,1-1 0,0 0 0,0 0 0,0 0 0,1-1 0,-1 1 0,1-1 0,0 1 0,1-1 0,-1 0 0,1 1 0,0-1 0,0 0 0,0 0 0,0 0 0,1 0 0,0 0 0,0-2 0,0-53 0,2 0 0,2-1 0,3 2 0,3-1 0,2 1 0,3 1 0,3 0 0,2 1 0,2 1 0,3 1 0,2 1 0,3 2 0,2 1 0,37-46 0,-49 70-327,2 1 1,1 1-1,1 1 0,1 1 0,1 1 1,23-15 326,0 3-3489</inkml:trace>
  <inkml:trace contextRef="#ctx0" brushRef="#br0" timeOffset="49208.431">19934 6501 29862,'0'0'1625,"0"0"-881,-33 103-256,22-56-440,6 0-48,5-3 0,0-5 0,7 3 0,8-11 0,3-9-1680</inkml:trace>
  <inkml:trace contextRef="#ctx0" brushRef="#br0" timeOffset="46580.672">16231 6061 30639,'0'0'1160,"0"0"-1032,0 0-64,0 0 192,119 142 88,-84-94-168,-5-3-176,-3-2 0,-10-5 0,-6-9 0,-2-9-184,-5-8-528,-1-10-1401</inkml:trace>
  <inkml:trace contextRef="#ctx0" brushRef="#br0" timeOffset="46768.839">16464 6063 29958,'0'0'905,"0"0"-529,-92 107-232,59-58-40,9 4-40,4 18-64,7-13-520,4-13-1913</inkml:trace>
  <inkml:trace contextRef="#ctx0" brushRef="#br0" timeOffset="47189.371">16766 5755 30759,'0'0'621,"0"0"-334,0 0-62,24 22 147,80 70-12,-87-76-342,0 0 0,-2 2 0,1-1 0,-2 2-1,-1 0 1,0 1 0,-1 0 0,4 12-18,-11-20 0,0 0 0,0 0 0,-2 1 0,1 0 0,-2 0 0,0-1 0,0 2 0,-1-1 0,-1 0 0,0 0 0,-1 0 0,0 0 0,-1 0 0,0 0 0,-1 0 0,-1-1 0,0 1 0,-1-1 0,0 0 0,-1 0 0,0 0 0,-1-1 0,0 0 0,0-1 0,-8 8 0,-6 8 0,-1 0 0,-2-2 0,0-1 0,-1-1 0,-2-1 0,0-1 0,-1-2 0,-1 0 0,0-2 0,-1-1 0,-1-2 0,-24 7 0,20-14 0,23-4 0,30-1 0,349-7 0,-346 5-122,-1-1 1,1 0-1,-1-2 1,0 0-1,0-1 0,0-1 1,-1-1-1,0-1 1,0 0-1,0-1 0,11-9 122,15-14-3007</inkml:trace>
  <inkml:trace contextRef="#ctx0" brushRef="#br0" timeOffset="50476.825">21998 5172 29918,'0'0'1193,"0"0"-497,-4 100-88,4-52-256,2 5-352,7 2 0,-9 44 0,0-15 0,0-5-936</inkml:trace>
  <inkml:trace contextRef="#ctx0" brushRef="#br0" timeOffset="59835.26">22702 3694 18732,'0'0'7742,"0"0"-5244,0 0-1617,0 0-205,0 0-158,-6 0 252,248-10 179,124-24-949,-47 2 1,-106 17-1,1 10 0,-1 9 0,61 15 0,854 86 0,-622-43 0,-498-60 0,1-1 0,1 0 0,-1 1 0,1 0 0,-1 1 0,0 0 0,0 1 0,0-1 0,0 2 0,-1-1 0,1 1 0,-1 1 0,6 5 0,-13-10 0,-1 0 0,1 1 0,-1-1 0,0 0 0,0 1 0,0-1 0,0 0 0,0 0 0,0 1 0,0-1 0,0 0 0,0 0 0,-1 1 0,1-1 0,0 0 0,-1 0 0,1 1 0,-1-1 0,1 0 0,-1 0 0,0 0 0,1 0 0,-1 0 0,0 0 0,0 0 0,0 0 0,0 0 0,0 0 0,0-1 0,0 1 0,0 0 0,0-1 0,0 1 0,0 0 0,-1-1 0,1 0 0,0 1 0,0-1 0,-1 0 0,1 1 0,0-1 0,0 0 0,-1 0 0,1 0 0,0 0 0,-1 0 0,1 0 0,0-1 0,0 1 0,-1 0 0,1-1 0,0 1 0,0-1 0,0 1 0,0-1 0,-1 1 0,1-1 0,0 0 0,0 0 0,-4 1 0,-15 1-219,0-2-1,-1 0 1,1-1-1,0-1 1,0-1-1,0-1 1,1-1-1,0 0 1,-3-3 219,-26-12-4978</inkml:trace>
  <inkml:trace contextRef="#ctx0" brushRef="#br0" timeOffset="60228.786">24935 3907 11370,'0'0'17236,"0"0"-16268,0 0-464,0 0 33,-8 105-17,8-52-96,0 12-88,2 12-96,9 6-56,0 0-48,-2-2-64,-3-10-24,-4-10-40,-2-10-8,0-12-48,0-5-504,-8-14-1081,-6-12-11425</inkml:trace>
  <inkml:trace contextRef="#ctx0" brushRef="#br0" timeOffset="60476.97">24795 4560 22477,'0'0'5898,"0"0"-4155,0 0-1084,3 24-165,11 78-1,-12-92-428,0 0 0,2 0 1,-1 0-1,1 0 0,0-1 0,1 0 0,0 1 1,1-2-1,0 1 0,0-1 0,1 0 0,0 0 0,1 1-65,1 0 45,-5-3-42,1-2 1,0 1-1,0 0 0,0-1 0,0 0 0,0 0 0,1 0 1,0-1-1,0 0 0,0 0 0,0-1 0,0 1 0,1-1 1,-1-1-1,1 1 0,-1-1 0,1 0 0,-1 0 0,1-1 1,0 0-1,-1 0 0,1-1 0,0 0 0,-1 0 0,1 0 1,-1-1-1,1 0 0,-1 0 0,0-1 0,0 0 0,0 0 0,0 0 1,-1-1-1,1 0 0,1-1-3,26-27-39,-2-2-1,0-1 1,-3-1 0,-1-2-1,-2 0 1,6-15 39,-1 0-1180</inkml:trace>
  <inkml:trace contextRef="#ctx0" brushRef="#br0" timeOffset="62647.299">22204 3704 25725,'0'0'2600,"0"0"-1605,0 0-666,0 0-114,0 0 223,0 0 11,10 12-121,71 78 94,-59-65-343,-1 1 0,0 1 0,-2 1 0,-1 0 0,-2 1 0,-1 1 0,-1 1 0,-1 0 0,-2 1 0,-1 0 0,5 31-79,5 48 116,-5 1 0,1 96-116,-2 753 161,-14-910-157,-49 1036-4,-45-312 0,65-572 0,18 48 0,34-198 0,-12-80 0,91-284-1216,-77 235-1633</inkml:trace>
  <inkml:trace contextRef="#ctx0" brushRef="#br0" timeOffset="67167.178">23925 6259 23829,'0'0'4216,"0"0"-2768,0 0-863,0 0-98,0 0 1,0 0-53,-11 11-102,-33 38-28,43-47-289,0 0 0,0 0 1,0 0-1,0 1 1,1-1-1,-1 0 1,1 1-1,-1-1 1,1 0-1,0 1 0,0-1 1,0 0-1,0 1 1,1-1-1,-1 1 1,0-1-1,1 0 1,0 1-1,-1-1 1,1 0-1,0 0 0,0 0 1,1 0-1,-1 0 1,0 0-1,1 0 1,-1 0-1,1 0 1,-1 0-1,1-1 0,0 1 1,0-1-1,0 1 1,0-1-1,0 0 1,0 0-1,0 0 1,0 0-1,2 1-16,1 0 0,-1 0 0,0-1 0,1 1 0,-1-1 0,1 0 0,0 0 0,-1-1 0,1 0 0,0 1 0,-1-1 0,1-1 0,0 1 0,-1-1 0,1 0 0,0 0 0,-1 0 0,1 0 0,-1-1 0,0 0 0,1 0 0,-1 0 0,0-1 0,0 1 0,3-3 0,87-80 0,-86 76 0,18-16 0,-1-2 0,-1 0 0,-2-2 0,0-1 0,-2 0 0,-2-2 0,-1 0 0,-1-1 0,10-30 0,-25 91 0,-60 325 0,57-319 0,0-18 0,0 0 0,1 0 0,0 0 0,2-1 0,0 1 0,0 0 0,2 0 0,0-1 0,1 1 0,0-1 0,2 4 0,-4-16 0,0 0 0,1 0 0,-1 0 0,0 0 0,1-1 0,0 1 0,0-1 0,-1 1 0,1-1 0,0 0 0,1 0 0,-1-1 0,0 1 0,1 0 0,-1-1 0,1 0 0,-1 0 0,1 0 0,-1 0 0,1-1 0,0 0 0,-1 1 0,1-1 0,0 0 0,0-1 0,-1 1 0,1-1 0,-1 1 0,1-1 0,0 0 0,-1-1 0,1 1 0,-1 0 0,0-1 0,0 0 0,1 0 0,-1 0 0,0 0 0,0-1 0,-1 1 0,1-1 0,-1 1 0,1-1 0,-1 0 0,29-29 0,-3 0 0,0-2 0,-2-1 0,-2-1 0,-1-1 0,-2-2 0,-2 0 0,-1 0 0,-2-2 0,-2 0 0,7-33 0,-15 60 0,-3 34 0,-2 150 0,-8 0 0,-7 0 0,-28 128 0,32-230 0,-1 11 0,0 4 0,-3 0 0,-3-1 0,-25 68 0,38-138 0,-2 1 0,1-1 0,-2 0 0,1 0 0,-1-1 0,-1 0 0,0 0 0,-1 0 0,-6 4 0,12-12 0,0 0 0,0 0 0,0-1 0,0 1 0,-1-1 0,1 0 0,-1 0 0,0-1 0,0 1 0,1-1 0,-1 1 0,0-1 0,0 0 0,0-1 0,0 1 0,-1-1 0,1 1 0,0-1 0,0-1 0,0 1 0,0 0 0,0-1 0,0 0 0,0 0 0,0 0 0,0-1 0,0 1 0,1-1 0,-1 0 0,0 0 0,1 0 0,-4-3 0,-6-9 0,1 0 0,0 0 0,1-2 0,1 1 0,0-1 0,1-1 0,1 0 0,0 0 0,1-1 0,1 0 0,1 0 0,1 0 0,0-1 0,1 1 0,1-1 0,1 0 0,1 1 0,0-1 0,2 0 0,2-17 0,-1 21-108,-1 1-1,2 0 1,0 0 0,0 0-1,1 1 1,1-1 0,1 1-1,0 1 1,0-1 0,1 1-1,1 0 1,0 1 0,0 0-1,3-1 109,9-15-847,32-39-2462</inkml:trace>
  <inkml:trace contextRef="#ctx0" brushRef="#br0" timeOffset="67500.421">25047 6669 3705,'0'0'22397,"0"0"-18725,0 0-2365,0 0-833,0 0-82,0 0-20,0 0-121,10 20-149,31 63-60,-39-78-42,0 0 1,-1 0 0,0 0-1,0-1 1,0 1-1,0 0 1,-1 0 0,0 0-1,0 0 1,-1 0 0,1 0-1,-1 0 1,0 0-1,0 0 1,0 0 0,-1 0-1,0-1 1,0 1-1,0-1 1,-1 1 0,1-1-1,-1 0 1,0 0 0,0 0-1,0 0 1,-1-1-1,0 1 1,1-1 0,-1 0-1,-2 2 0,-6 6-1,-148 115-194,246-117 178,212-42-1301,-189 23-607,-9-3-777</inkml:trace>
  <inkml:trace contextRef="#ctx0" brushRef="#br0" timeOffset="67796.685">25510 6296 26478,'0'0'4417,"0"0"-3993,0 0-184,0 0 56,0 0 208,136 95-96,-90-42-408,0 6 0,-7 0 0,-2-3 0,-8-9 0,-5-8 0,-9-11 0,5-16-136,-7-8-920,-2-4-841</inkml:trace>
  <inkml:trace contextRef="#ctx0" brushRef="#br0" timeOffset="68060.443">25970 6284 29310,'0'0'968,"0"0"-343,0 0-225,-127 142-128,94-83-144,2 28-128,12-12-264,3-18-1849</inkml:trace>
  <inkml:trace contextRef="#ctx0" brushRef="#br0" timeOffset="68356.888">26323 6109 25597,'0'0'4651,"0"0"-3376,0 0-1033,0 0-1,20 21 95,66 72-30,-77-83-299,1 0-1,-1 1 0,-1 0 0,0 1 1,0-1-1,-1 1 0,-1 1 0,0-1 1,-1 1-1,0 1 0,-1-1 0,0 0 1,-1 1-1,-1 0 0,0 0 0,-1-1 1,-1 1-1,0 0 0,-1 6-6,-4-3-1,-2 0 1,0-1-1,-1 1 0,0-2 0,-2 1 1,1-1-1,-2-1 0,0 1 1,-1-2-1,0 0 0,-1 0 0,-1-1 1,1-1-1,-2 0 0,0-1 1,0-1-1,-1 0 1,-7 8-9,-134 101-205,156-118 214,0 0-1,0 0 0,0 0 1,0 1-1,0-1 1,0 0-1,0 1 1,0-1-1,0 1 0,0-1 1,0 1-1,0-1 1,0 1-1,1 0 0,-1 0 1,0-1-1,0 1 1,1 0-1,-1 0 0,0 0 1,1 0-1,-1 0 1,1 0-1,-1-1 0,1 1 1,0 0-1,-1 1 1,1-1-1,0 0 0,0 0 1,0 0-1,0 0 1,0 0-1,0 0 0,0 0 1,0 0-1,0 0 1,0 0-1,0 0 0,1 0 1,-1 0-1,0 0 1,1 0-1,-1 0 0,1 0 1,-1 0-1,1 0 1,0 0-1,-1 0 0,1-1 1,0 1-1,-1 0 1,1 0-1,0-1 0,0 1 1,0 0-1,0-1 1,0 1 0,226-3 261,-194-4-534,0 0 0,-1-2-1,0-2 1,-1-1 0,0-1 0,-1-1 0,1-3 273,25-16-2825</inkml:trace>
  <inkml:trace contextRef="#ctx0" brushRef="#br0" timeOffset="68608.148">26792 5542 30286,'0'0'697,"0"0"-441,0 0-48,147 20 48,-79-12-72,2 0-184,26-4-16,-21 0-472,-14-4-1289</inkml:trace>
  <inkml:trace contextRef="#ctx0" brushRef="#br0" timeOffset="68856.794">27621 5215 25309,'0'0'5194,"0"0"-4786,0 0 144,-20 136 0,20-75-48,0 6-256,0 4-248,0 6 0,0 30 0,0-16-640,-2-20-1937</inkml:trace>
  <inkml:trace contextRef="#ctx0" brushRef="#br0" timeOffset="69074.099">27675 6489 25974,'0'0'4449,"0"0"-3905,0 0-144,0 0-96,0 0-16,145 46-88,-57-46-200,-16-2-640,-11-10-3617</inkml:trace>
  <inkml:trace contextRef="#ctx0" brushRef="#br0" timeOffset="79218.763">24697 7843 27918,'0'0'801,"0"0"-204,0 0-121,0 0-20,0 0-37,0 0-74,-5 3-92,4-3-246,1 0-1,-1 0 1,1 0-1,-1 1 1,0-1 0,1 0-1,-1 0 1,1 1-1,-1-1 1,1 0-1,-1 1 1,1-1-1,0 0 1,-1 1-1,1-1 1,-1 1-1,1-1 1,0 1-1,-1-1 1,1 1 0,0-1-1,0 1 1,-1-1-1,1 1 1,0-1-1,0 1 1,0-1-1,0 1 1,-1 0-1,1-1 1,0 1-1,0-1 1,0 1-1,0 0 1,1-1-1,-1 1 1,0-1 0,0 1-1,0-1 1,0 1-1,0 0 1,1-1-1,-1 1 1,0-1-1,1 1 1,-1-1-1,0 1 1,1-1-1,-1 0 1,0 1-1,1-1 1,-1 1-1,1-1 1,-1 0 0,1 1-1,0-1-6,46 19 316,-39-17-292,50 11 121,1-2 0,1-2 0,0-4 0,0-2 0,46-4-145,-40 2 44,684 0-17,-358 55-27,-347-54 0,-71-22 0,21 18-19,1-1 0,0 1 1,0-1-1,0 0 0,0-1 0,1 1 0,0-1 1,-1 1-1,1-1 0,0 0 0,1-1 0,-1 1 0,1 0 1,0-1-1,0 1 0,0-1 0,0 1 0,1-1 1,-1-5 18,-7-21-1787</inkml:trace>
  <inkml:trace contextRef="#ctx0" brushRef="#br0" timeOffset="96318.532">10681 3288 28262,'0'0'775,"0"0"-147,0 0-236,0 0-147,0 0 48,26-3 48,294-17 378,153 31-5,101 29-714,12 2 157,-255-26-104,121 3-32,-2 20 1,44 27-22,-190 5-926,-258-64-1202,-9-5-3523</inkml:trace>
  <inkml:trace contextRef="#ctx0" brushRef="#br0" timeOffset="97120.522">14059 8065 27310,'0'0'2479,"0"0"-1667,25-13-550,-15 7-242,22-11 46,0 1 0,1 1 0,1 2 0,0 1 0,23-4-66,136-14 249,1 8 0,0 8 0,1 9 0,11 9-249,-164-4 25,312 15 126,58 22-151,158 9 245,-435-45-108,-125-45-137,-11 42-19,-1 1-1,0-1 1,1 1-1,-1-1 1,0 1-1,0 0 1,0 0-1,0 0 1,0 0-1,0 0 1,0 0 0,0 0-1,0 1 1,0-1-1,0 1 1,-1-1-1,1 1 1,0 0-1,0 0 1,0 0 0,-1 0-1,1 0 1,0 1-1,0-1 1,-2 1 19,-3-1-246,-50 1-2125,30 0-1167</inkml:trace>
  <inkml:trace contextRef="#ctx0" brushRef="#br0" timeOffset="114999.346">16777 554 23397,'0'0'3993,"0"0"-2862,0 0-794,-21 4-45,-69 18 260,85-21-511,1 0-1,-1 0 0,1 0 1,-1 1-1,1-1 0,0 1 1,0 0-1,0 1 1,0-1-1,0 1 0,0 0 1,1 0-1,-1 0 0,1 0 1,0 0-1,0 1 0,0 0 1,1-1-1,-1 1 1,1 0-1,0 0 0,0 0 1,0 1-1,0-1 0,1 0 1,0 1-1,-1-1 0,2 1 1,-1-1-1,1 1 0,-1 0 1,1-1-1,1 1 1,-1 0-1,1 0-40,-2 4 50,-14 444 941,-22 25-380,-37 106-611,39-297 0,13 2 0,12 37 0,28-349-29,112-291-3460,-79 175-1131</inkml:trace>
  <inkml:trace contextRef="#ctx0" brushRef="#br0" timeOffset="115315.367">17680 58 7458,'28'0'17747,"97"-5"-13715,235-16-3412,6-3-271,1 16-1,0 16 1,35 19-349,-395-26 3,334 39-1252,256 66 1249,-428-58-59,5 0-5455,-114-37-10112</inkml:trace>
  <inkml:trace contextRef="#ctx0" brushRef="#br0" timeOffset="115598.847">20994 293 5449,'0'0'18888,"0"0"-14295,0 0-3907,0 0-413,0 0-190,-9 4 7,3-2-64,4-1-17,0 0 0,0-1 1,0 1-1,0 0 1,0 0-1,0 0 1,0 0-1,0 0 0,1 0 1,-1 0-1,0 1 1,1-1-1,-1 1 1,1-1-1,-1 1 0,1 0 1,0 0-1,0-1 1,0 1-1,0 0 1,0 0-1,0 0 0,0 0 1,1 0-1,-1 0 1,1 0-1,-1 1 1,1-1-1,0 0 0,0 1-9,-1 48 170,-1 0 0,-3-1-1,-2 1 1,-2-1 0,-9 25-170,-265 1006 764,-70 434 20,301-1339-1564,36-155-909,-1-17-1771</inkml:trace>
  <inkml:trace contextRef="#ctx0" brushRef="#br0" timeOffset="116103.847">17187 3274 12051,'0'0'13232,"0"0"-9716,-22 7-2935,-189 89 312,-92 83-131,9 12 0,-30 41-762,54-10 460,-12 31-460,-96 84 93,271-252-908,91-79-1278,14-6-727</inkml:trace>
  <inkml:trace contextRef="#ctx0" brushRef="#br0" timeOffset="116559.84">19320 3489 30671,'0'0'612,"21"13"-358,269 174 53,649 340 616,-541-316-923,-541-297-395,80 43-1579</inkml:trace>
  <inkml:trace contextRef="#ctx0" brushRef="#br0" timeOffset="117189.633">13842 2700 17892,'0'0'12002,"0"0"-11217,0 0-361,0 0-120,0 0 288,0 0-80,193-16-256,-42-10-256,20 3 0,0 7 0,-9 14 0,-17 2 0,-2 20 0,-8 15 0,-36-1-824,-27-5-1489</inkml:trace>
  <inkml:trace contextRef="#ctx0" brushRef="#br0" timeOffset="117657.14">16994 6734 23077,'0'0'5561,"0"0"-3640,0 0-1377,0 0-56,0 0-136,0 0-24,149-32-128,-103 24-72,0-1-80,0-1-48,7-12-248,-14 2-592,-15-5-2065</inkml:trace>
  <inkml:trace contextRef="#ctx0" brushRef="#br0" timeOffset="118123.522">11869 3919 16828,'0'0'11034,"0"0"-10114,0 0 104,0 0-448,0 0-215,0 0-33,0 0-48,16-95-8,21 79-64,13 3-104,14 3-56,15 4-48,26 6-64,42 8-480,-22 11-1361,-11 7-7001</inkml:trace>
  <inkml:trace contextRef="#ctx0" brushRef="#br0" timeOffset="119197.247">15320 7770 25261,'0'0'4363,"0"0"-2907,0 0-748,-19 14-138,-60 45-224,37-20-283,42-38-63,0 1 0,0-1 0,1 0 0,-1 1 0,0-1 0,1 0 0,-1 0 0,1 1 0,-1-1 0,1 0 0,0 0 0,-1 0 0,1 0 0,0 0 0,0 0 0,0 0 0,0 0 0,0 0 0,0 0 0,0 0 0,0-1 0,0 1 0,0 0 0,0-1 0,0 1 0,1-1 0,-1 1 0,0-1 0,0 1 0,1-1 0,-1 0 0,0 0 0,1 0 0,-1 0 0,0 0 0,1 0 0,0 0 0,1 1 0,41 6 0,0-1 0,1-3 0,0-1 0,43-5 0,-4 1 0,312 2 0,-394 2 0,-1-1 0,1 1 0,0-1 0,0 1 0,-1 0 0,1-1 0,-1 1 0,1 0 0,-1 0 0,0 0 0,0 0 0,0 0 0,0 0 0,0 1 0,0-1 0,-1 0 0,1 0 0,-1 1 0,1-1 0,-1 0 0,0 1 0,0-1 0,0 0 0,0 1 0,-1-1 0,1 0 0,0 1 0,-1-1 0,1 2 0,-2 2 0,1 1 0,-1-1 0,0 0 0,-1 0 0,0 0 0,0 0 0,0 0 0,-1-1 0,1 1 0,-1-1 0,0 0 0,-1 0 0,0 0 0,1-1 0,-1 1 0,-4 1 0,-9 11 0,-136 132 0,150-147-4,1 0-1,-1 0 1,1-1 0,-1 1-1,0-1 1,1 0-1,-1 0 1,0 0 0,0-1-1,0 1 1,0-1 0,0 0-1,0 0 1,0 0 0,0-1-1,0 1 1,1-1 0,-1 0-1,0 0 1,0 0-1,0-1 1,1 1 0,-1-1-1,1 0 1,0 0 0,-1 0-1,1-1 1,0 1 0,0-1-1,0 1 1,0-1 0,1 0-1,-1 0 1,1-1-1,0 1 1,0 0 0,0-1-1,0 1 1,1-1 0,-1 0-1,0-2 5,-28-38-1217,7-1-1476</inkml:trace>
  <inkml:trace contextRef="#ctx0" brushRef="#br0" timeOffset="119986.32">22513 358 26830,'0'0'1144,"0"0"-174,0 0-166,0 0-324,0 0-177,-13 38 186,-133 396 498,21 3-607,20 4 0,-9 176-380,-7 378 0,118-847-36,43-288-870,55-139-1253,-45 135 123</inkml:trace>
  <inkml:trace contextRef="#ctx0" brushRef="#br0" timeOffset="120224.146">22897 435 22581,'21'-18'3341,"10"-9"-2964,1 2 0,1 1 0,1 2 0,1 2 0,0 0 1,3 2-378,96-27 380,1 6 0,2 6 1,1 5-1,2 7 0,0 6 0,1 6 1,125 9-381,101 15-76,-1 17 1,154 40 75,94 10-510,-481-69-886,-33-9-2125</inkml:trace>
  <inkml:trace contextRef="#ctx0" brushRef="#br0" timeOffset="120474.662">26547 382 22829,'0'0'4608,"0"0"-3016,0 0-1156,0 0-261,0 0-103,0 0-31,-21 14 116,-62 62 307,45 45-25,-130 616 540,-22 117-725,90-114-1619,88-635-2382</inkml:trace>
  <inkml:trace contextRef="#ctx0" brushRef="#br0" timeOffset="121085.289">23274 4237 9002,'0'0'14824,"0"0"-10923,0 0-3182,0 19-9,-13 221 822,-141 1007 514,34-64-2013,98-884-33,22-300 0,0 1-1,1 0 1,-1 0 0,0-1 0,0 1-1,1 0 1,-1 0 0,0-1 0,0 1-1,1 0 1,-1 0 0,0 0-1,1-1 1,-1 1 0,0 0 0,1 0-1,-1 0 1,1 0 0,-1 0 0,0 0-1,1 0 1,-1 0 0,0 0-1,1 0 1,-1 0 0,1 0 0,-1 0-1,0 0 1,1 0 0,-1 0 0,0 0-1,1 0 1,-1 1 0,0-1 0,1 0-1,-1 0 1,0 0 0,1 1-1,-1-1 1,0 0 0,0 0 0,1 1-1,-1-1 1,0 0 0,0 0 0,1 1-1,-1-1 1,0 0 0,0 1-1,0-1 1,0 0 0,0 1 0,1-1-1,-1 1 1,0-1 0,0 0 0,0 1-1,0-1 1,0 0 0,0 1-1,0-1 1,0 1 0,0-1 0,0 0-1,-1 1 1,1-1 0,0 1 0,27-37-169,70-179-3158,-52 97-3329</inkml:trace>
  <inkml:trace contextRef="#ctx0" brushRef="#br0" timeOffset="122109.232">24195 3996 30503,'34'-9'605,"478"-99"-488,-485 103-135,283-47-208,2 12 0,195 6 226,-362 33-248,0 7-1,34 11 249,1873 216 202,-913-161-127,-912-54-71,-2 10 0,156 41-4,455 98-96,-709-141-43,-2 5 1,-1 6 0,26 16 138,-86-28 40,1-2 0,2-3 0,0-3 0,48 5-40,-102-20-45,-3-2-1,1 1 1,0 1-1,-1 0 0,1 0 1,-1 1-1,0 0 0,0 1 1,0 0-1,-1 1 0,10 5 46,-6-3 51,1-2-1,-1 0 1,2 0-1,-1-1 1,0-1-1,1 0 1,-1-1-1,1 0 1,0-2-1,-1 0 1,1 0-1,0-1 1,2-1-51,31 0 5,-5 2-25,-25-2 18,-1 1 0,1 1 0,0 1 0,-1 1-1,1 0 1,-1 1 0,0 1 0,0 0 0,0 2-1,14 6 3,205 105 469,-225-112-427,-1 0 0,0 0 0,-1 1 0,1 0 1,-1 1-1,0 0 0,0 1 0,-1-1 1,0 2-1,-1-1 0,0 1 0,0 0 0,-1 0 1,0 1-1,0 0 0,-1 0 0,-1 1 0,1-1 1,-2 1-1,1 0 0,-2 0 0,0 0 1,0 0-1,0 0 0,-2 1 0,1-1 0,-2 0 1,1 1-1,-2 5-42,-46 218 753,8 230-742,6-309-11,-6-2 0,-13 17 0,-44 167 0,-107 455 0,193-748-58,-3 0 0,-1-1 1,-2 0-1,-2-1 0,-2-2 0,-2 0 0,-1-1 0,-2-1 1,-2-1-1,-2-2 0,-25 24 58,16-27-2029</inkml:trace>
  <inkml:trace contextRef="#ctx0" brushRef="#br0" timeOffset="123070.149">24622 7831 24749,'0'0'4183,"23"-6"-3041,222-27-916,-157 28-240,391-16 1375,346 32-1361,-492 16 89,444 20-48,837-57 93,-1430 12 77,1 9-1,8 9-210,-92-7 77,23 2 102,-1 5 0,91 28-179,-208-47 0,0 0 0,0 0 0,0 1 0,0 0 0,-1 0 0,1 0 0,-1 1 0,1-1 0,-1 1 0,0 1 0,0-1 0,0 1 0,0-1 0,-1 2 0,1-1 0,-1 0 0,0 1 0,-1 0 0,1 0 0,-1 0 0,0 0 0,0 0 0,0 1 0,-1-1 0,2 5 0,23 6 12,-19-13-56,-23-2-143,-25-3-759,11-5-2822,-8-6-10495</inkml:trace>
  <inkml:trace contextRef="#ctx0" brushRef="#br0" timeOffset="124525.837">20118 7955 27206,'0'0'2614,"0"0"-1822,0 20-412,7 309 1190,-7-308-1552,2 0 1,0 0 0,1 0-1,2 0 1,0-1 0,1 1-1,0-1 1,2 0 0,1-1-1,0 0 1,6 7-19,-13-22 0,1-1 0,0 0 0,0 0 0,0 0 0,1 0 0,-1 0 0,1-1 0,-1 0 0,1 1 0,0-1 0,0 0 0,0-1 0,0 1 0,0-1 0,0 0 0,0 0 0,1 0 0,-1 0 0,0-1 0,1 0 0,-1 0 0,0 0 0,1 0 0,-1-1 0,0 0 0,1 1 0,-1-2 0,0 1 0,0 0 0,0-1 0,0 0 0,0 0 0,0 0 0,-1 0 0,2-1 0,118-100 0,248-311 0,-285 358 0,-84 56 0,-1-1 0,1 1 0,-1 0 0,0-1 0,1 1 0,-1 0 0,1 0 0,-1 0 0,0 0 0,1 1 0,-1-1 0,1 0 0,-1 1 0,0-1 0,1 0 0,-1 1 0,0 0 0,1-1 0,-1 1 0,0 0 0,0 0 0,0-1 0,0 1 0,0 0 0,0 0 0,0 0 0,0 0 0,0 0 0,0 1 0,0-1 0,-1 0 0,1 0 0,0 1 0,-1-1 0,1 0 0,-1 1 0,0-1 0,1 0 0,-1 1 0,0-1 0,0 1 0,0-1 0,0 0 0,0 1 0,0-1 0,20 158 0,-20-133 0,1 1 0,2-1 0,0-1 0,2 1 0,1 0 0,1-1 0,1 0 0,1-1 0,1 0 0,6 9 0,-7-20 0,0-1 0,0 0 0,2-1 0,-1 0 0,1 0 0,1-1 0,0-1 0,0 0 0,1 0 0,0-2 0,1 1 0,-7-4 0,-1-1 0,0 0 0,1 0 0,-1-1 0,1 0 0,0 0 0,0-1 0,0 1 0,0-2 0,0 1 0,0-1 0,0 0 0,0 0 0,0-1 0,0 0 0,0 0 0,-1-1 0,1 1 0,0-2 0,-1 1 0,1-1 0,-1 0 0,1 0 0,4-4 0,16-18 0,-1-1 0,-1-1 0,-1-1 0,-2-2 0,-1 0 0,-1-1 0,8-18 0,-14 25 0,50-90 0,-40 122-8,66 26-2879,-35-22-5236</inkml:trace>
  <inkml:trace contextRef="#ctx0" brushRef="#br0" timeOffset="125355.518">24302 8308 10682,'0'0'13863,"16"-19"-10266,53-61-2626,-67 77-917,1 0 1,-1-1 0,1 1-1,-1 0 1,1 1-1,0-1 1,0 0 0,1 1-1,-1 0 1,0 0-1,1 0 1,-1 0-1,1 0 1,0 1 0,-1-1-1,1 1 1,0 0-1,0 1 1,0-1-1,0 0 1,0 1 0,0 0-1,0 0 1,0 0-1,0 1 1,0-1 0,0 1-1,0 0 1,0 0-1,-1 0 1,1 1-1,0-1 1,-1 1 0,1 0-1,-1 0 1,1 0-1,-1 0 1,0 1 0,0-1-1,0 1 1,0 0-1,0 0 1,-1 0-1,0 0 1,1 1 0,-1-1-1,0 1 1,0-1-1,-1 1 1,1-1-1,-1 1 1,0 0 0,0 0-1,1 3-54,100 418 707,-99-418-707,0 1 0,0-1 0,1 0 0,0 0 0,0 0 0,1-1 0,-1 1 0,1-1 0,1 0 0,-1-1 0,1 1 0,0-1 0,0 0 0,1-1 0,0 1 0,0-1 0,0-1 0,0 1 0,0-1 0,1 0 0,-1-1 0,1 0 0,0 0 0,-1-1 0,1 0 0,0 0 0,0 0 0,0-1 0,0-1 0,0 1 0,0-1 0,0-1 0,0 1 0,-1-1 0,1-1 0,4-1 0,17-10 0,0-2 0,-1 0 0,0-2 0,-1-1 0,-2-1 0,0-2 0,-1 0 0,-1-1 0,-1-2 0,6-9 0,-12 17 0,123-127 0,-139 142 0,1 1 0,0-1 0,0 1 0,0 0 0,0-1 0,0 1 0,0 0 0,1 0 0,-1 0 0,0 0 0,1 0 0,-1 0 0,1 0 0,-1 0 0,1 0 0,-1 1 0,1-1 0,-1 0 0,1 1 0,0 0 0,-1-1 0,1 1 0,0 0 0,-1 0 0,1 0 0,0 0 0,-1 0 0,1 0 0,0 1 0,-1-1 0,1 0 0,0 1 0,-1-1 0,1 1 0,-1 0 0,1 0 0,-1-1 0,1 1 0,-1 0 0,0 0 0,1 0 0,-1 0 0,0 1 0,0-1 0,0 0 0,0 1 0,0-1 0,0 0 0,0 1 0,0-1 0,0 1 0,-1-1 0,1 1 0,-1 0 0,1-1 0,-1 1 0,1-1 0,-1 1 0,0 0 0,0 0 0,0 1 0,9 73 0,-10-63 0,1 0 0,0 0 0,1 0 0,1 0 0,0 0 0,1 0 0,0 0 0,1 0 0,0-1 0,1 0 0,0 0 0,1 0 0,0 0 0,1-1 0,1 0 0,-1-1 0,2 1 0,0-1 0,0-1 0,0 0 0,1 0 0,11 7 0,-4-10 0,0 0 0,1-1 0,0 0 0,0-2 0,0 0 0,0-1 0,0 0 0,0-2 0,1 0 0,-1-2 0,0 1 0,0-2 0,0-1 0,0 0 0,0-1 0,-1-1 0,0 0 0,0-2 0,-1 0 0,0-1 0,0 0 0,12-11 0,221-197 0,-248 216 0,-1-1 0,1 1 0,0 0 0,0 0 0,0 0 0,0 0 0,0 0 0,0 0 0,0 0 0,0 0 0,0 0 0,1 0 0,-1 0 0,0 1 0,0-1 0,1 1 0,-1-1 0,1 1 0,-1-1 0,0 1 0,1 0 0,-1-1 0,1 1 0,-1 0 0,1 0 0,-1 0 0,0 0 0,1 1 0,-1-1 0,1 0 0,-1 0 0,1 1 0,-1-1 0,0 1 0,1 0 0,-1-1 0,0 1 0,0 0 0,1 0 0,-1-1 0,0 1 0,0 0 0,0 0 0,0 0 0,0 0 0,0 1 0,0-1 0,-1 0 0,1 0 0,0 1 0,-1-1 0,1 0 0,0 1 0,-1-1 0,0 0 0,1 1 0,-1-1 0,0 1 0,0 0 0,6 34 0,-6-29 0,0 0 0,1 0 0,0 0 0,0 0 0,0 0 0,1 0 0,0 0 0,0 0 0,1-1 0,0 1 0,0-1 0,1 0 0,-1 1 0,1-2 0,1 1 0,-1 0 0,1-1 0,0 0 0,0 0 0,1 0 0,-1-1 0,1 0 0,119 14 0,-106-18 0,-9-1-82,-1 0 0,0 0 0,0-1 0,0 0 0,0 0-1,-1-1 1,1-1 0,-1 1 0,1-1 0,-1-1 0,0 1 0,-1-2 0,1 1 0,-1-1 0,0 0 0,0 0-1,-1-1 1,1-1 82,30-35-6300</inkml:trace>
  <inkml:trace contextRef="#ctx0" brushRef="#br0" timeOffset="168620.163">29812 3355 28134,'0'0'1016,"0"0"-422,0 0-137,0 0-30,0 0-30,0 0-70,7-2-70,116-18 228,40 1-285,1152-113 272,406 71-471,-1237 48-1,-63 9 0,-366 14 0,-86 4 0,-105-8-1239,91-6-1307</inkml:trace>
  <inkml:trace contextRef="#ctx0" brushRef="#br0" timeOffset="169524.644">32219 3459 23829,'0'0'4905,"0"0"-3881,0 0-728,0 0 121,0 0 127,0 0-128,99 109-128,-64-74-152,-7 1-48,-6 3-64,-6 3-8,-12 1-16,-4 0-208,0-9-328,0-10-1241,-7-18-7913</inkml:trace>
  <inkml:trace contextRef="#ctx0" brushRef="#br0" timeOffset="169790.471">32647 3609 11827,'0'0'14045,"0"0"-10513,0 0-2962,0 0-56,-4 19-13,-41 135 295,40-149-772,0 1 0,-1-1-1,0 0 1,0-1-1,0 1 1,-1-1-1,1 0 1,-1-1 0,0 0-1,0 0 1,0 0-1,0-1 1,-1 0-1,1 0 1,0-1-1,-1 0 1,0 0 0,1-1-1,-1 0 1,1-1-1,-1 1 1,1-1-1,-1-1 1,1 1 0,-1-1-24,-34 0-1,-8 2-425,-79 0-169,46 2-7194,54-2-8910</inkml:trace>
  <inkml:trace contextRef="#ctx0" brushRef="#br0" timeOffset="170699.05">33008 4501 16804,'0'0'9498,"0"0"-6651,0 0-2238,23-22-173,144-144 141,-113 96-316,-3-3-1,-3-1 1,-1-7-261,-47 81 6,0 1-1,-1-1 0,1 1 1,0-1-1,0 1 0,0-1 0,0 1 1,0-1-1,1 1 0,-1-1 1,0 0-1,0 1 0,0-1 0,0 1 1,0-1-1,1 1 0,-1-1 0,0 1 1,0-1-1,1 0 0,-1 1 1,0-1-1,1 1 0,-1-1 0,0 0 1,1 1-1,-1-1 0,1 0 1,-1 0-1,0 1 0,1-1 0,-1 0 1,1 0-1,-1 0 0,1 0 1,-1 1-1,1-1 0,-1 0 0,1 0 1,-1 0-1,1 0 0,-1 0 0,1 0 1,-1 0-1,1 0 0,-1 0 1,1-1-1,-1 1 0,1 0 0,-1 0-5,0 131 84,-3-92-66,1-1 0,2 1 0,2-1-1,2 0 1,1 1 0,2-2 0,2 1 0,1-1-1,6 11-16,-15-45 1,1 0 0,0 0 0,0 1 0,0-1 0,1 0 0,-1-1 1,1 1-1,-1 0 0,1-1 0,0 0 0,0 1 0,0-1 0,0 0 1,1 0-1,-1-1 0,0 1 0,1-1 0,-1 0 0,1 0 1,0 0-1,-1 0 0,1 0 0,0-1 0,0 0 0,-1 0 0,1 0 1,0 0-1,0 0 0,-1-1 0,1 0 0,0 1 0,-1-1 1,1-1-1,-1 1 0,1 0 0,-1-1 0,0 0 0,1 0 0,-1 0 1,0 0-1,0 0 0,-1-1 0,1 0 0,0 0-2,21-22 1,-2-1 0,-1 0 0,-1-2 0,-1-1 0,-2 0 0,-1-1 0,-1-1 0,-1 0 0,-2-1 0,-2-1 0,0 0 0,0-11-1,1-14 79,-10 291 436,-1-118-512,5-17-3,-4 1 0,-5-1 1,-4 0-1,-5 0 0,-3-1 1,-5-1-1,-22 58 0,38-138 0,-1 1 0,-1-2 0,0 1 0,-2-1 0,0 0 0,0-1 0,-1 0 0,-1 0 0,0-1 0,-1-1 0,0 1 0,-1-2 0,-1 0 0,-4 2 0,15-11 0,0-1 0,0 1 0,0-1 0,-1 0 0,1 0 0,0-1 0,-1 1 0,1-1 0,0 1 0,-1-1 0,1 0 0,-1 0 0,1-1 0,-1 1 0,1-1 0,0 0 0,-1 0 0,1 0 0,0 0 0,0 0 0,0-1 0,0 1 0,0-1 0,0 0 0,0 0 0,0 0 0,1 0 0,-1 0 0,1-1 0,-1 1 0,1-1 0,0 0 0,0 0 0,0 1 0,1-1 0,-1 0 0,1-1 0,-1 1 0,-37-131 0,36 116-19,1 0 1,0-1-1,2 1 0,0-1 1,1 1-1,0-1 0,2 1 1,0 0-1,1 0 0,1 0 1,1 0-1,0 1 0,1 0 1,1 0-1,1 1 0,0 0 1,1 0-1,1 1 0,0 1 1,7-7 18,92-70-3153,-64 58-2379</inkml:trace>
  <inkml:trace contextRef="#ctx0" brushRef="#br0" timeOffset="171030.402">34095 4783 23045,'0'0'5750,"0"0"-3768,-1 18-1338,-29 155 662,-12-48-1266,129-273-40,-73 126 4,-7 9-12,0 2 0,0-1 0,1 1 0,1 0 1,0 1-1,0-1 0,1 2 0,0 0 0,7-5 8,-16 14 1,0-1-1,0 1 0,0-1 1,0 1-1,0-1 0,0 1 1,0-1-1,0 1 0,0 0 0,0 0 1,0 0-1,1-1 0,-1 1 1,0 0-1,0 0 0,0 1 1,0-1-1,0 0 0,1 0 1,-1 0-1,0 1 0,0-1 1,0 1-1,0-1 0,0 1 1,0-1-1,0 1 0,0 0 0,0-1 1,0 1-1,0 0 0,-1 0 1,1-1-1,0 1 0,0 0 1,-1 0-1,1 0 0,-1 0 1,1 0-1,-1 0 0,1 0 1,-1 0-1,1 1 0,-1-1 1,0 0-1,0 0 0,1 0 1,-1 1-1,6 66 57,-6-56-63,0 136-1129,0-124-1435</inkml:trace>
  <inkml:trace contextRef="#ctx0" brushRef="#br0" timeOffset="171503.378">34523 4475 4145,'0'0'25477,"0"0"-24660,0 0-433,0 0-8,53 123 0,-27-76-128,0 0-152,3-1-48,-3-5-48,-4-5-32,-5-9-320,-3-7-881,-6-14-1343</inkml:trace>
  <inkml:trace contextRef="#ctx0" brushRef="#br0" timeOffset="171737.774">34836 4489 7370,'0'0'21460,"0"0"-20476,0 0-496,-127 75-119,83-32-105,-2 7-176,-11 29-88,9-10-697,11-10-2463</inkml:trace>
  <inkml:trace contextRef="#ctx0" brushRef="#br0" timeOffset="172038.217">35018 4150 28470,'0'0'1691,"0"0"-1141,23 9-180,0 0-261,-11-6-51,0 1 1,0 1 0,0 0 0,-1 1 0,0 0-1,0 1 1,0 0 0,-1 1 0,0 0-1,-1 1 1,5 5-59,-4-4 25,0 0 1,-1 1-1,0 1 0,-1 0 0,-1 0 0,0 0 1,0 1-1,-1 0 0,-1 0 0,0 1 0,-1-1 1,0 1-1,-1 0 0,-1 0 0,0 0 0,-1 1 1,0-1-1,-1 0 0,-1 0 0,0 1 0,-1-1 1,-1 0-1,0 0 0,-1 0 0,0-1 0,-1 1 1,-1-1-1,0 0 0,-1 0-25,-189 208-266,79-101-17,115-118 282,0-1 0,0 0 0,0 0 0,0 1 1,1-1-1,-1 0 0,1 1 0,-1 0 1,1-1-1,-1 1 0,1 0 0,0 0 0,0 0 1,0 0-1,0 0 0,0 0 0,0 0 1,1 0-1,-1 0 0,1 0 0,-1 1 0,1-1 1,0 0-1,0 0 0,0 1 0,0-1 1,0 0-1,0 0 0,1 0 0,-1 0 0,1 1 1,0-1-1,-1 0 0,1 0 0,0 0 1,1 1 0,166 2 6,-62-12-2230,-66 0-2383</inkml:trace>
  <inkml:trace contextRef="#ctx0" brushRef="#br0" timeOffset="172746.515">35279 3710 16211,'0'0'12395,"0"0"-11571,0 0-416,0 0 136,0 0-39,0 0-153,0 0-128,138-2-144,-90 2-48,1 0-32,-8 0-16,5 2-192,-13 0-688,-11-2-3249</inkml:trace>
  <inkml:trace contextRef="#ctx0" brushRef="#br0" timeOffset="173185.397">35812 3560 27414,'0'0'1113,"0"0"-312,-4 22-203,-32 137 320,-53 50-571,156-326-529,78-125-578,-97 201 719,-47 41 43,0-1-1,0 0 1,0 1-1,0-1 1,0 1-1,0-1 1,0 1 0,0-1-1,0 1 1,1 0-1,-1-1 1,0 1 0,0 0-1,0 0 1,1 0-1,-1 0 1,0 0-1,0 0 1,0 0 0,1 1-1,-1-1 1,0 0-1,0 1 1,0-1-1,0 1 1,0-1 0,1 1-1,-1-1 1,0 1-1,0 0 1,-1-1 0,1 1-1,0 0 1,0 0-1,0 0 1,0 0-1,-1 0 1,1 0 0,0 0-1,-1 0 1,1 0-1,-1 0 1,1 0-1,-1 0 1,0 0 0,1 1-1,-1-1 1,0 0-2,5 149 833,-41 35-2078,35-181-2125</inkml:trace>
  <inkml:trace contextRef="#ctx0" brushRef="#br0" timeOffset="173449.943">36147 3698 12131,'0'0'16987,"0"0"-16315,0 0-424,0 0-8,0 0-87,0 0-113,127 28-40,-107-17-281,2-7-631,-9-2-2480,0-2-15709</inkml:trace>
  <inkml:trace contextRef="#ctx0" brushRef="#br0" timeOffset="173671.797">36279 3546 9802,'0'0'17980,"0"0"-17036,0 0-328,0 0-72,0 0-64,-22 122-263,15-88-161,-2 1-56,1 1-64,-8 1-441,5-9-1239,3-12-18916</inkml:trace>
  <inkml:trace contextRef="#ctx0" brushRef="#br0" timeOffset="173859.623">36632 3568 18684,'0'0'10210,"0"0"-9426,0 0-88,-11 100-111,4-48-185,0 7-200,-4 12-184,-24 49-16,0-15-640,0-13-3201</inkml:trace>
  <inkml:trace contextRef="#ctx0" brushRef="#br0" timeOffset="174727.469">33532 6564 25958,'0'0'3184,"0"0"-2656,0 0 0,0 0-143,0 0 15,0 0-32,0 0-224,158 12-88,-86-18-56,-2 4 0,14 2-208,-21 0-1145,-14 0-3608</inkml:trace>
  <inkml:trace contextRef="#ctx0" brushRef="#br0" timeOffset="176019.339">34234 6270 27606,'0'0'1252,"0"0"-554,0 0-105,0 0 34,24 9-126,82 32-113,-97-38-366,-1 1-1,0 0 0,0 0 0,-1 1 0,1 0 0,-1 1 0,0-1 0,0 1 0,-1 1 0,0-1 1,0 1-1,0 0 0,-1 0 0,0 1 0,0-1 0,-1 1 0,0 0 0,-1 1 0,1-1 1,-2 1-1,1-1 0,-1 1 0,0 0 0,-1 0 0,0 0 0,-1 0 0,0 0 0,0 0 0,0 0 1,-1 0-1,-1 0 0,0-1 0,0 1 0,-1 0 0,1-1 0,-2 1 0,1-1 0,-2 0 1,1 0-1,-2 2-21,-18 23-59,-2-1 0,-1-2 1,-1 0-1,-2-2 0,0-1 1,-2-1-1,-1-2 0,-1-1 0,-22 10 60,-32-4 28,88-29 31,0 0 35,0 0 2,0 0 0,0 0 2,37 8 209,-13 3-308,-19-9 0,0-1 0,1 0 0,-1-1 0,0 1 0,0-1 0,0 0 0,0 0 0,1-1 0,-1 1 0,0-1 0,0 0 0,0-1 0,0 1 0,0-1 0,0 0 0,-1 0 0,1-1 0,-1 1 0,1-1 0,1-2 0,17-6 0,0 0 0,23-9 0,-2-2 0,0-1 0,-1-3 0,-1-1 0,-2-3 0,18-16 0,102-142 0,-25 16 0,-147 167 0,6 11 0,1 0 0,-1 0 0,2 0 0,-1 1 0,1 0 0,0-1 0,0 2 0,0-1 0,1 0 0,0 1 0,1-1 0,-1 4 0,-1 2 0,-164 541 0,14 136 0,148-662 0,6-20 0,0 0 0,0 0 0,-1 0 0,0 0 0,-1 0 0,0-1 0,0 1 0,-1-1 0,0 1 0,0-1 0,0 0 0,-1 0 0,0 0 0,-1 0 0,0-1 0,0 0 0,0 0 0,0 0 0,-1-1 0,0 1 0,0-1 0,-1-1 0,0 1 0,1-1 0,-1 0 0,-1-1 0,1 1 0,-7-3 0,1-1 0,-1 0 0,0-1 0,1-1 0,0 0 0,-1 0 0,1-1 0,0-1 0,0 0 0,1-1 0,-1-1 0,1 0 0,0 0 0,1-1 0,-1-1 0,1 0 0,1 0 0,0-1 0,0 0 0,0-1 0,1 0 0,1-1 0,0 1 0,-6-11 0,9 12-116,0 1 0,1-1 0,0 0 0,0 0 0,1 0 1,0 0-1,1-1 0,0 1 0,0-1 0,1 1 0,0-1 0,1-10 116,-1-12-2506</inkml:trace>
  <inkml:trace contextRef="#ctx0" brushRef="#br0" timeOffset="176381.535">34887 7142 28518,'0'0'1642,"0"0"-909,0 0-174,-3 24-11,-25 141 172,-6-26-673,41-134-47,-6-6 0,182-249-1128,-167 228 928,-13 15 152,1 1 0,0 0 1,0 0-1,1 0 0,0 1 0,0-1 1,0 1-1,0 1 0,1-1 0,0 1 1,0 0-1,0 0 0,0 0 1,5-1 47,-2 64 561,-34 135 343,22-165-925,3-17-4955,0-20-7980</inkml:trace>
  <inkml:trace contextRef="#ctx0" brushRef="#br0" timeOffset="176633.059">35408 6886 28686,'0'0'1152,"0"0"-327,0 0-313,0 0-176,40 132-112,-36-93-104,1-3-96,-3-6-24,-2-7-216,0-13-544,2-8-577,0-2-1767</inkml:trace>
  <inkml:trace contextRef="#ctx0" brushRef="#br0" timeOffset="176820.966">35621 6827 26110,'0'0'3376,"0"0"-2784,0 0-119,-114 84-161,66-36-296,-20 25-16,15-12-897,9-14-4896</inkml:trace>
  <inkml:trace contextRef="#ctx0" brushRef="#br0" timeOffset="177103.064">35766 6693 9362,'0'0'16306,"0"0"-12033,0 0-3595,0 0-221,0 0-98,15 22-87,45 77-104,-57-94-160,-1 1 0,1 0 0,-1 0 0,0 0 0,-1 0 0,1 0-1,-1 0 1,0 0 0,-1 0 0,0 1 0,0-1 0,0 0 0,0 0 0,-1 1 0,0-1 0,-1 0 0,0 3-8,2-7 1,-9 21-1,-1 1 0,-1-2 0,-1 1 0,-1-2 0,-1 1 0,-1-2 1,-1 0-1,0-1 0,-15 13 0,-6 10-65,23-25 38,9-13 25,0 1 1,0 0-1,1 0 0,-1 1 0,1-1 0,1 1 1,-1 0-1,1 0 0,0 0 0,0 0 0,1 1 0,0-1 1,0 1-1,-1 5 2,4-11 12,1 1 0,-1-1 0,0 0 0,1 1 0,-1-1 0,0 0 0,1 0 0,-1 0 0,1 0 0,0-1 0,-1 1 0,1 0 0,0-1 0,-1 1 0,1-1 0,0 1 0,0-1 0,-1 0 0,1 0 0,0 0-1,0 0 1,0 0 0,-1 0 0,1 0 0,0-1 0,0 1 0,-1 0 0,1-1 0,0 0 0,0 0-12,3 1 17,7-3-136,0-1-1,0 0 1,0-1-1,0 0 1,-1-1 0,0 0-1,0-1 1,-1 0-1,1 0 1,-2-1 0,1-1-1,-1 0 1,0 0-1,-1-1 1,0 0 0,-1 0-1,0 0 1,0-1-1,0-4 120,12-22-2620</inkml:trace>
  <inkml:trace contextRef="#ctx0" brushRef="#br0" timeOffset="177383.441">35934 6211 1992,'0'0'27542,"0"0"-26726,0 0-519,0 0-169,121-14-16,-95 20-112,1 10-32,-8 0-761,-3-10-1655</inkml:trace>
  <inkml:trace contextRef="#ctx0" brushRef="#br0" timeOffset="177651.506">36358 6043 4801,'0'0'19707,"0"0"-14578,0 0-4476,0 0-80,1 22-72,-1 142 147,-26 83-414,37-248-261,149-226-1377,-153 219 1358,-3 1 46,1 0 0,0 1-1,0 0 1,0 0 0,0 1 0,1 0 0,0 0 0,1 0 0,-1 0-1,1 1 1,-1 0 0,1 1 0,0-1 0,1 1 0,-1 1 0,1-1 0,-7 4 23,1 0 0,-1 0 1,1 0-1,-1 0 0,0 0 1,1 0-1,-1 0 0,0 0 1,0 1-1,0-1 0,0 1 1,0-1-1,0 0 0,0 1 1,-1 0-1,1-1 0,0 1 1,-1-1-1,1 1 0,-1 0 0,0-1 1,1 1-1,-1 0 0,0-1 1,0 1-1,0 0 0,0 0 1,-1-1-1,1 1 0,0 0 1,-1-1-1,1 1 0,-1 1-23,1 4 92,-6 110 717,4 78-3021,8-176-4616</inkml:trace>
  <inkml:trace contextRef="#ctx0" brushRef="#br0" timeOffset="234722.596">23202 7781 10642,'0'0'15318,"0"0"-11553,0 0-3294,18-2-124,296-49 1018,308-12-1014,3 26 0,190 31-351,1 61 26,-141-4-23,752-25 37,481-12 48,-1483 21-88,-520-59-1104,41 3-929</inkml:trace>
  <inkml:trace contextRef="#ctx0" brushRef="#br0" timeOffset="100077.393">10747 10381 30230,'0'0'1329,"0"0"-689,0 0-80,-13 131-552,11-78-8,0 4 0,2-2 0,0-1 0,0-7 0,0-4 0,6-11-48,1-18-2152</inkml:trace>
  <inkml:trace contextRef="#ctx0" brushRef="#br0" timeOffset="104435.067">15028 9734 11899,'0'0'5111,"0"0"3678,0 0-5855,0 0-2075,-4-21-279,-30-147 483,35 165-1047,-1-1 0,0 0 0,0 0 0,-1 1 0,1-1-1,-1 0 1,0 1 0,0-1 0,0 0 0,0 1 0,0-1 0,-1 1 0,0 0 0,0-1 0,0 1 0,0 0 0,0 0 0,0 0 0,-1 1 0,0-1 0,1 0 0,-1 1 0,0 0 0,0 0 0,-1 0 0,1 0 0,0 0 0,0 0 0,-1 1 0,1 0 0,-1 0 0,0 0 0,1 0 0,-1 0 0,0 1 0,1-1 0,-1 1 0,0 0 0,0 0-1,-1 1-15,-7 5 24,2 1-1,-1 0 1,1 0-1,0 1 1,0 0-1,1 1 1,1 0-1,-1 1 1,1 0-1,1 0 1,0 0-1,0 1 1,1 0-1,0 1 1,-3 9-24,1-3 45,0 1 1,1 0 0,1 0 0,1 0 0,1 1 0,0-1-1,2 1 1,0 0 0,1 0 0,1 0 0,1 5-46,1-19 1,0-1-1,0 1 1,0 0 0,1-1 0,-1 1 0,1-1 0,1 0-1,-1 0 1,1 0 0,0-1 0,0 1 0,0-1 0,1 0 0,-1 0-1,1 0 1,0-1 0,0 1 0,1-1 0,-1-1 0,1 1 0,-1-1-1,1 0 1,0 0 0,0 0 0,0-1 0,0 0 0,0 0-1,0-1 1,0 1 0,0-1 0,0-1 0,0 1 0,0-1 0,0 0-1,0-1 1,0 1 0,0-1 0,-1 0 0,1 0 0,-1-1-1,1 0 1,-1 0 0,0 0 0,4-4-1,-1 1-110,0-1-1,-1 0 1,1-1 0,-2 0-1,1 0 1,-1-1-1,0 1 1,-1-1 0,0-1-1,0 1 1,-1-1 0,0 1-1,-1-1 1,0 0-1,0-1 1,-1 1 0,-1 0-1,0-1 1,0 1 0,-1-1-1,-1-6 111,2-26-4523</inkml:trace>
  <inkml:trace contextRef="#ctx0" brushRef="#br0" timeOffset="100484.188">11098 10368 18396,'0'0'8746,"0"0"-5746,0 0-2199,0 0-121,116-14-72,-72 6-112,2 0-456,0 0-40,-2 4 0,0 2 0,-5-6 0,-6 4-1048,-11-4-4097</inkml:trace>
  <inkml:trace contextRef="#ctx0" brushRef="#br0" timeOffset="101491.637">11773 10525 28662,'0'0'951,"0"0"-252,0 0-139,0 0 1,0 0-79,22-9-182,-8 3-264,1 1-16,-1-1 1,0 0-1,0-2 0,-1 1 1,0-2-1,0 0 1,-1 0-1,0-1 1,-1-1-1,2-1-20,14-19 11,-1-1 0,-1 0-1,-2-2 1,-2-1 0,-1-1 0,-1-1-1,-2 0 1,-2-1 0,-2-1 0,-1 0 0,1-14-11,-8 29 80,-5 38 37,-2 23-121,0 310 4,4-335 0,0 1 0,1-1 0,1 1 0,0-1 0,0 0 0,1-1 0,0 1 0,1-1 0,1 0 0,0 0 0,0 0 0,-4-8 0,-1 0 0,1 0 0,0 0 0,-1 0 0,1 0 0,0 0 0,1-1 0,-1 0 0,0 0 0,1 0 0,-1 0 0,1 0 0,0-1 0,0 1 0,-1-1 0,1 0 0,0 0 0,0 0 0,0-1 0,0 0 0,0 1 0,0-1 0,0-1 0,0 1 0,0 0 0,0-1 0,0 0 0,0 0 0,0 0 0,0-1 0,-1 1 0,1-1 0,-1 0 0,1 0 0,-1 0 0,2-1 0,14-13 0,-1-1 0,-1 0 0,0-1 0,-1-1 0,-1 0 0,-1-1 0,0-1 0,-2 0 0,-1 0 0,0-2 0,-2 1 0,2-9 0,-1 0 0,-1-1 0,-2 1 0,-1-2 0,-1 1 0,-2-1 0,-2 0 0,-1-12 0,-12 97 0,8 95 0,8-1 0,11 55 0,3 95 0,-15-154 0,-6-1 0,-6 0 0,-27 135 0,28-232 0,4-15 0,-2-1 0,-1 0 0,0-1 0,-2 0 0,-2 0 0,-5 10 0,15-35 0,0 1 0,-1 0 0,1-1 0,0 1 0,-1-1 0,0 0 0,1 1 0,-1-1 0,0 0 0,0 0 0,-1 0 0,1 0 0,0-1 0,-1 1 0,1-1 0,-1 1 0,1-1 0,-1 0 0,1 0 0,-1 0 0,0 0 0,0 0 0,0-1 0,1 1 0,-1-1 0,0 0 0,0 0 0,0 0 0,0 0 0,0 0 0,0 0 0,1-1 0,-1 0 0,0 1 0,0-1 0,0 0 0,1-1 0,-1 1 0,1 0 0,-1-1 0,1 1 0,-1-1 0,1 0 0,0 0 0,0 0 0,0 0 0,0 0 0,-1-2 0,-14-24 0,2 0 0,1-2 0,1 1 0,2-2 0,0 1 0,3-2 0,0 1 0,2-1 0,2 0 0,0 0 0,2-16 0,-2 11 0,1 0 0,2 1 0,1-1 0,2 0 0,2 0 0,1 0 0,2 1 0,1 0 0,2 1 0,1-1 0,3 0 0,6 1-244,1 1 1,1 1-1,2 1 0,2 1 0,0 1 1,2 1-1,1 1 0,29-19 244,11-14-3891</inkml:trace>
  <inkml:trace contextRef="#ctx0" brushRef="#br0" timeOffset="101822.396">13264 10689 28550,'0'0'2141,"0"0"-1364,0 0-460,0 0-7,-21-14-77,-64-43-117,81 54-113,-1 0-1,1 0 1,0 1-1,-1-1 1,1 1-1,-1 0 1,0 0-1,0 1 1,0-1-1,0 1 1,0 0-1,0 0 1,0 1-1,0-1 1,0 1-1,0 0 1,0 1-1,0-1 1,0 1-1,0 0 1,0 0-1,0 1 1,0 0-1,0-1 1,1 2-1,-1-1 1,0 0-1,1 1 1,0 0-1,0 0 1,0 0-1,0 1 1,0-1-1,1 1 1,-1 0-1,1 0 1,-2 2-3,-2 7 7,-1-1 0,2 1 1,-1 1-1,2-1 0,0 1 0,1 0 0,0 0 1,1 0-1,0 1 0,1-1 0,1 7-7,0-15 5,1-1 0,-1 1 0,1 0 0,1 0 0,-1 0-1,1 0 1,0 0 0,0-1 0,1 1 0,0 0 0,0-1 0,0 1-1,0-1 1,1 0 0,0 0 0,0 0 0,1 0 0,-1 0 0,1-1 0,0 0-1,0 1 1,1-1 0,-1-1 0,1 1 0,0-1 0,0 0 0,0 0-1,0 0 1,0 0 0,1-1 0,1 0-5,3 2-3,0-1-1,0-1 1,1 0 0,-1 0-1,1-1 1,-1 0-1,1-1 1,0 0 0,-1-1-1,1 0 1,-1-1 0,1 0-1,-1-1 1,0 0 0,0 0-1,0-1 1,0 0-1,-1-1 1,1 0 0,-1-1-1,-1 1 1,1-2 0,0 0 3,66-89-2842,-51 50-3897</inkml:trace>
  <inkml:trace contextRef="#ctx0" brushRef="#br0" timeOffset="103130.978">12963 9766 24405,'0'0'3993,"0"0"-2627,0 0-690,19 14-95,-4-4-455,103 102 810,-88-72-879,-2 2 0,-1 2 0,-3 0 0,-1 1 0,-3 2 0,-2 0 0,-1 1 0,-3 0 0,-2 1 0,-2 1 0,-2 0 0,0 43-57,-8-66 0,-2 0 0,-1-1 0,-2 1 0,0-1 0,-2 0 0,-1 0 0,0-1 0,-2 0 0,-1-1 0,-1 0 0,-14 19 0,-72 108-918,58-105-1333</inkml:trace>
  <inkml:trace contextRef="#ctx0" brushRef="#br0" timeOffset="103931.829">13886 9857 7626,'0'0'17622,"0"0"-13384,0 0-3640,0 0-53,19 3 7,131 38 258,-148-40-799,8 1 23,-1 1-1,1 1 1,-1 0-1,0 0 1,0 1-1,-1 0 1,1 1-1,-1-1 1,0 2-1,0-1 1,-1 1-1,0 0 1,0 1-1,-1-1 1,0 1-1,0 1 1,-1-1-1,0 1 1,2 4-34,-6 4 6,-1-1 0,-1 0 1,0 1-1,-1-1 0,-1 0 0,0 0 1,-1 0-1,-1-1 0,-1 1 0,0-1 0,-1 0 1,0-1-1,-1 1 0,-1-2 0,0 1 1,-1-1-1,0 0 0,-1-1 0,-1-1 0,-2 2-6,0 5 4,-40 46-4,-3-2-1,-2-3 1,-2-3 0,-59 41 0,38-51-24,117-65-126,-6 10 171,1 1 0,1 2 0,-1 1 0,1 1 0,0 2-1,0 1 1,0 1 0,10 3-21,-8-3 8,-6 2-8,0 1 0,-1 2 0,1 0 0,-1 2 0,-1 0 0,1 2 0,-1 1 0,-1 1 0,18 11 0,-37-20-87,0 0 1,0 0-1,0 0 1,0 0-1,0-1 0,0 0 1,1 0-1,-1 0 1,0-1-1,1 1 0,-1-2 1,0 1-1,1 0 0,-1-1 1,0 0-1,0 0 1,0 0-1,3-2 87,22-16-2994</inkml:trace>
  <inkml:trace contextRef="#ctx0" brushRef="#br0" timeOffset="99873.371">9450 10291 20500,'0'0'5431,"0"0"-2110,0 0-2196,0 0-593,0 0-76,0 0-34,8-9-98,12-10-209,18-15-60,-1-2 0,-2-2 0,-1-1 0,-2-1 0,-2-2 0,-2-1 0,-2-2 0,2-7-55,-35 124 101,-9 21-101,4 1 0,3 1 0,5 85 0,3-173 0,1 0 0,0 1 0,0-1 0,1 0 0,0 1 0,0-1 0,1 0 0,0 0 0,0 0 0,0 0 0,1 0 0,0 0 0,1-1 0,-1 1 0,1-1 0,1 0 0,-1 0 0,1-1 0,0 1 0,0-1 0,0 0 0,1 0 0,0-1 0,0 0 0,0 0 0,0 0 0,1-1 0,0 1 0,-1-2 0,1 1 0,0-1 0,0 0 0,1 0 0,-1-1 0,6 1 0,-2-7 0,0-1 0,-1 1 0,0-1 0,0-1 0,0 0 0,0 0 0,-1-1 0,-1 0 0,1-1 0,-2 0 0,1 0 0,-1-1 0,0 0 0,-1 0 0,0-1 0,-1 1 0,4-12 0,-2 11 0,23-45 0,-3-2 0,-2 0 0,-2-2 0,-3 0 0,-3-1 0,-2-1 0,3-42 0,-13 87 0,-1 41 0,93 880 0,-85-408 0,-11-479 0,-2 0 0,0 0 0,-1 0 0,-1 0 0,-1-1 0,0 1 0,-1-1 0,0 0 0,-2 0 0,0 0 0,-1-1 0,0 0 0,-1-1 0,-9 11 0,16-22 0,-1 0 0,1 0 0,-1 0 0,0 0 0,0-1 0,0 0 0,-1 1 0,1-1 0,0 0 0,-1-1 0,1 1 0,-1-1 0,0 1 0,1-1 0,-1 0 0,0-1 0,0 1 0,0 0 0,0-1 0,0 0 0,0 0 0,1 0 0,-1-1 0,0 1 0,0-1 0,0 0 0,0 0 0,1 0 0,-1-1 0,0 1 0,1-1 0,-1 0 0,1 0 0,0 0 0,0 0 0,0-1 0,0 1 0,0-1 0,0 0 0,0 0 0,1 0 0,0 0 0,-1 0 0,0-3 0,-10-18 0,1-2 0,1 1 0,1-1 0,1-1 0,2 0 0,0 0 0,2 0 0,1-1 0,1 0 0,2 0 0,0 0 0,2 1 0,1-3 0,-2 16 0,1-1 0,0 0 0,1 0 0,0 0 0,1 1 0,1-1 0,0 1 0,1 0 0,1 0 0,1-3 0,111-174-1406,-63 107-1109</inkml:trace>
  <inkml:trace contextRef="#ctx0" brushRef="#br0" timeOffset="102587.389">9717 9367 16860,'0'0'9227,"0"0"-6661,0 0-1729,0 0-133,-22 5-105,-74 17-139,9 37 196,75-46-549,-25 32-49,3 2 0,2 1-1,2 1 1,2 2 0,3 1 0,2 1-1,2 1 1,2 0 0,3 2 0,2 0-1,3 1 1,2 0 0,-1 57-58,3-54 0,3 0 0,2 0 0,2 0 0,4 0 0,6 30 0,-7-76 0,0-1 0,1 1 0,1-1 0,0 0 0,0 0 0,2-1 0,0 0 0,0 0 0,1 0 0,0-1 0,1 0 0,0-1 0,1 0 0,0 0 0,1-1 0,0 0 0,0-1 0,1 0 0,0-1 0,12 5 0,17 6-155,0-2-1,1-2 1,1-2 0,0-2-1,1-2 1,-1-1-1,1-2 1,23-2 155,53-1-3366</inkml:trace>
  <inkml:trace contextRef="#ctx0" brushRef="#br0" timeOffset="105893.036">15427 10157 29270,'0'0'1032,"0"0"-399,0 0-145,151-2 16,-81-2-48,7 0-104,4 0-320,0 0-32,-11 4 0,-8 0 0,-12 0 0,-8 0 0,-12 0 0,-5 0-40,-10 0-680,-15 0-736,0-14-3305,-15-6-17148</inkml:trace>
  <inkml:trace contextRef="#ctx0" brushRef="#br0" timeOffset="106155.967">15793 9823 30054,'0'0'867,"0"0"-173,-4 19-134,-14 131 23,53 93-574,-11-124-9,3 168 0,-28-283-243,-3-3-970</inkml:trace>
  <inkml:trace contextRef="#ctx0" brushRef="#br0" timeOffset="302119.54">10129 11774 16275,'0'0'5748,"30"0"-3683,423-23 438,146-71-641,327-38-794,220 33-828,-717 40 172,33-5 208,175 10-620,106 49 551,-486 22-432,-238-7-909,-62-9-391,-35-6-3312,-18-11-8639</inkml:trace>
  <inkml:trace contextRef="#ctx0" brushRef="#br0" timeOffset="581648.16">9636 11715 30799,'0'0'704,"134"0"-520,26-2-104,57 0 0,41-2 224,27 0 80,15-4-152,34-2-232,16-3 0,8-1 0,-10 6 0,-12 8 0,-21 0 0,-89 0-224,-55 0-1408</inkml:trace>
  <inkml:trace contextRef="#ctx0" brushRef="#br0" timeOffset="582063.7">13698 11774 29862,'0'0'937,"0"0"-641,35 107 32,2-44-96,9 4-16,9 0-8,2-4-104,2-8-64,0-9-40,11-17-400,-15-11-680,-16-16-1273</inkml:trace>
  <inkml:trace contextRef="#ctx0" brushRef="#br0" timeOffset="582311.712">14182 11810 29022,'0'0'1921,"0"0"-1513,-147 114-112,83-45-136,5 6-72,11 2-56,11-6-32,28-4-256,9-20-944,0-25-2073</inkml:trace>
  <inkml:trace contextRef="#ctx0" brushRef="#br0" timeOffset="582483.055">14783 11569 30318,'0'0'769,"0"0"63,-42 172-376,-2-50-208,2 28-168,16 6-64,15-16-16,11-48-808,0-34-2769</inkml:trace>
  <inkml:trace contextRef="#ctx0" brushRef="#br0" timeOffset="584095.382">17132 8807 27750,'0'0'712,"0"0"-320,156 20-240,-82-14-88,-1 0-64,8-2-64,-20 0-832,-17-4-18132</inkml:trace>
  <inkml:trace contextRef="#ctx0" brushRef="#br0" timeOffset="584452.174">16869 8918 28486,'-100'421'3221,"-33"337"-3221,87-469 388,-147 760-63,163-897-238,5 0 0,8 2-1,6 0 1,8 49-87,5-198 0,0-1 0,0 1 0,1-1 0,0 0 0,0 0 0,0 0 0,0 0 0,1 0 0,-1 0 0,1-1 0,0 0 0,0 0 0,0 0 0,1 0 0,-1-1 0,1 1 0,-1-1 0,1 0 0,0-1 0,0 1 0,0-1 0,0 0 0,0 0 0,0 0 0,0-1 0,0 0 0,0 0 0,0 0 0,0-1 0,0 1 0,0-1 0,0-1 0,0 1 0,1-1 0,0 2 0,27-4 0,0-1 0,0-2 1,-1-1-1,0-1 0,28-13 0,44-12-61,183-43-1630,-155 46-1167</inkml:trace>
  <inkml:trace contextRef="#ctx0" brushRef="#br0" timeOffset="585435.003">28912 12616 30775,'0'0'858,"27"10"-666,214 54-153,476 37 440,-701-99-474,0 1 0,-1 1 0,1 0 0,-1 1 0,1 1-1,-2 0 1,1 1 0,-1 0 0,0 1 0,0 1 0,-1 0 0,0 1 0,2 3-5,-14-11 7,0 1 0,0-1 0,0 0 0,0 0 1,0 0-1,-1 1 0,1-1 0,-1 0 0,0 1 0,0-1 0,1 1 0,-1-1 0,-1 0 1,1 1-1,0-1 0,-1 0 0,1 1 0,-1-1 0,0 0 0,1 0 0,-1 1 0,0-1 1,0 0-1,-1 0 0,1 0 0,0 0 0,-1 0 0,1 0 0,-1-1 0,0 1 0,1 0 1,-1-1-1,0 1 0,0-1 0,0 0 0,0 0 0,0 0 0,-1 0 0,1 0 1,0 0-1,-2 0-7,-19 18 56,-6 17-55,2 1 0,1 1 1,2 1-1,1 1 0,3 2 0,1 0 0,2 1 1,2 0-1,2 1 0,-5 34-1,18-75 0,-77 317 0,-21 236 0,33-172 0,34-214 0,-139 857 0,154-886-2,-50 278-39,44-351-1999,10-46-342</inkml:trace>
  <inkml:trace contextRef="#ctx0" brushRef="#br0" timeOffset="585702.485">28394 16931 32351,'0'0'416,"0"0"-416,160 0 0,-65 0 0,10 0 0,-9-8 0,29-6 0,18-16 0,3-15-200,-25 2-1472,-40-1-13012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2:49.503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4003 3010 27814,'0'0'2184,"0"0"-1880,0 0-111,0 0 431,0 0-16,175-6-200,-80-14-152,1 3-128,3 1-88,-7 8-16,-7 6-16,-10 2-8,-9 0-136,-20 2-568,-16 2-1345,-21-4-15562</inkml:trace>
  <inkml:trace contextRef="#ctx0" brushRef="#br0" timeOffset="325.16">4220 3203 28654,'-7'31'955,"-85"507"868,92-536-1820,-36 255 351,11 2 1,11 0-1,12 23-354,1-274 9,0 1 0,1 0 0,0-1 0,1 1 0,0 0-1,0-1 1,1 1 0,0-1 0,0 0 0,1 1 0,0-1 0,0 0 0,1-1 0,0 1 0,1 0 0,-1-1 0,1 0 0,1 0 0,0-1 0,-1 0 0,2 0 0,-1 0 0,1 0 0,0-1 0,0 0 0,0-1 0,1 0 0,0 0 0,0 0 0,0-1-9,26 1 0,0-1 0,-1-1 0,1-2 0,0-2 0,0-1 0,0-2 0,-1-1 0,0-1 0,6-4 0,68-11 0,151-4 0,-231 25-303,0-1 1,0-1-1,0-2 1,0-1-1,-1-1 1,26-10 302,-6-5-3858</inkml:trace>
  <inkml:trace contextRef="#ctx0" brushRef="#br0" timeOffset="592.739">5189 3681 17764,'0'0'12971,"0"0"-12443,0 0-320,151 75 264,-76-28 16,4 8-152,-1 10-336,1 6 0,-8 6 0,-15 2 0,-16-4 0,-14-6 0,-13-14 0,-13-39-616,0-16-1257,-4-10-5344</inkml:trace>
  <inkml:trace contextRef="#ctx0" brushRef="#br0" timeOffset="762.089">5857 3576 24117,'0'0'5929,"0"0"-5208,-107 115-201,50-44-80,-2 8 0,0 5-240,4 3-128,7 0-72,6-4-112,7-14-504,13-20-1169,9-29-17579</inkml:trace>
  <inkml:trace contextRef="#ctx0" brushRef="#br0" timeOffset="1139.718">6191 2998 30895,'0'0'554,"0"0"-324,25-3-137,166-11 317,-153 17-352,0 1 1,0 2-1,-1 1 1,1 3-1,-2 0 1,1 3-1,-2 1 1,0 1-1,0 2 1,22 16-59,-46-25 0,-1 0 0,1 1 0,-1 0 0,-1 1 0,0 0 0,0 0 0,-1 1 0,0 0 0,-1 1 0,0 0 0,-1 0 0,-1 0 0,0 1 0,0-1 0,-1 1 0,2 12 0,17 222 0,-21-201 0,0 574 0,-3-563-199,-2 0 0,-3 0 0,-2 0 0,-11 39 199,8-63-2381</inkml:trace>
  <inkml:trace contextRef="#ctx0" brushRef="#br0" timeOffset="1342.804">6377 4797 29726,'0'0'2065,"0"0"-1753,0 0-32,0 0 104,145 26-384,-64-26 0,26-10 0,27-14 0,19-7-168,-26 1-552,-32 5-3577</inkml:trace>
  <inkml:trace contextRef="#ctx0" brushRef="#br0" timeOffset="1561.577">7810 3511 30695,'0'0'800,"0"0"-592,0 0-128,0 0 192,138 95-72,-109-54-136,-9 5-64,-20 25-288,-2-10-1064,-25-12-3505</inkml:trace>
  <inkml:trace contextRef="#ctx0" brushRef="#br0" timeOffset="1825.856">7565 4061 23501,'0'0'6093,"0"0"-4518,0 0-1323,26-4 4,181-39 367,146-45-396,-313 89-249,-52 31-3,-152 115 32,-332 318-815,495-464 783,-53 52-1167,20-23-2359,13-16-5676</inkml:trace>
  <inkml:trace contextRef="#ctx0" brushRef="#br0" timeOffset="2086.908">7883 4194 23285,'0'0'5550,"6"20"-3749,57 255 142,-18 304-1755,-17-473-188,-19-125-173,3-106-3383,-2 58-2717</inkml:trace>
  <inkml:trace contextRef="#ctx0" brushRef="#br0" timeOffset="2357.441">8352 4063 24973,'0'0'4869,"0"0"-3552,-25 13-1092,-83 44-128,100-54-73,0 0-1,1 0 0,-1 1 0,1 0 0,0 0 0,0 1 0,0 0 1,1 0-1,-1 1 0,1 0 0,1 0 0,-1 0 0,1 1 0,0-1 1,1 1-1,-1 0 0,1 1 0,1-1 0,-1 1 0,1 0 0,1 0 1,-1 0-1,1 0 0,1 0 0,0 0 0,0 0 0,0 1 1,1 3-24,5-2 29,0 0 0,1 0 1,0-1-1,0 0 0,1 0 1,0-1-1,1 1 0,0-2 1,0 1-1,1-1 0,0 0 1,0-1-1,0 0 0,1-1 1,0 0-1,0 0 0,1-1 1,1 1-30,5 1-167,-1-1 0,1 0 0,0-2 0,0 1 0,1-2 0,-1 0 0,1-2 0,-1 0 0,1 0 0,-1-2 0,1 0 0,-1-1 0,0-1 1,0 0-1,0-1 0,-1-1 0,1-1 167,40-24-4303</inkml:trace>
  <inkml:trace contextRef="#ctx0" brushRef="#br0" timeOffset="2656.809">8615 3574 29654,'7'27'951,"27"135"65,-6 0-1,-7 10-1015,3 278 143,-16-226-149,9 0 0,14 28 6,-23-222-2,-5-44 8,-5-56-78,-38-128-2478,10 99-2130</inkml:trace>
  <inkml:trace contextRef="#ctx0" brushRef="#br0" timeOffset="2905.824">8860 4160 11602,'0'0'19181,"0"0"-18045,121 30-440,-62-3-544,5 5-152,-5 1 0,-4-1 0,-9-4 0,-11-3 0,-20-7 0,-8-8-304,-7-10-4369</inkml:trace>
  <inkml:trace contextRef="#ctx0" brushRef="#br0" timeOffset="-1268.977">1300 4125 26070,'0'0'4128,"0"0"-3631,0 0 39,0 0-216,0 0-80,0 0 168,101-52 40,-7 46-328,12-3-120,8 1 0,-16 4 0,8 0 0,-10 4 0,-8 0 0,-14 2 0,-19 19-160,-20-3-1376,-31 0-3745</inkml:trace>
  <inkml:trace contextRef="#ctx0" brushRef="#br0" timeOffset="-1078.967">989 4657 29830,'0'0'793,"0"0"-497,0 0-56,0 0 40,129 73 136,5-73-8,44 0-104,12-6-152,-10-8-104,-44 7-48,-46 5 0,-24 2 0,8-12-352,-12-2-1000,-12-8-4002</inkml:trace>
  <inkml:trace contextRef="#ctx0" brushRef="#br0" timeOffset="-782.251">2236 3625 31111,'0'0'680,"0"0"-397,26 4-105,187 41 309,-155-26-483,-1 3 0,-1 3 0,-1 1 0,-2 3 0,0 3 0,-2 1 0,37 34-4,-75-55 0,0 1 0,-1 0 0,-1 1 0,0 0 0,-1 1 0,0 0 0,-2 1 0,1 0 0,-2 0 0,0 0 0,-1 1 0,-1 0 0,-1 1 0,0-1 0,-1 1 0,-1 0 0,0 0 0,-2-1 0,0 1 0,-1 0 0,-1 0 0,0 0 0,-1-1 0,-1 1 0,-5 12 0,-10 14 0,-2-1 0,-2-1 0,-1-1 0,-2-1 0,-2-2 0,-2 0 0,-1-2 0,-2-2 0,-1 0 0,-2-3 0,-1-1 0,-5 2 0,24-16-142,0 0 0,-1-2 0,-1 0 0,-1-1 0,0-1 0,0-1 0,-1-1 0,0-1 0,-1-1 0,-9 2 142,-21-1-3741</inkml:trace>
  <inkml:trace contextRef="#ctx0" brushRef="#br0" timeOffset="12557.196">12481 3689 16684,'0'0'10180,"0"0"-7506,0 0-1998,0 0-111,0 0-117,0 0-94,11 8-7,-6-3-308,-3-3-26,-1 0-1,1 0 1,0 0-1,0 0 1,0-1-1,1 1 1,-1 0-1,0-1 1,0 0-1,1 1 1,-1-1-1,1 0 1,-1 0-1,1-1 1,0 1-1,-1 0 1,1-1-1,0 0 1,-1 1-1,1-1 1,0 0-1,-1-1 0,1 1 1,0 0-1,-1-1 1,1 1-1,0-1 1,-1 0-1,1 0 1,-1 0-1,1 0 1,-1 0-1,0-1 1,1 1-1,0-2-12,27-22 23,-2-1 0,0-2-1,-2-1 1,-2-1 0,0-1-1,-2-1 1,-1-1 0,7-17-23,-10 28-15,-16 27-8,0 164 95,-5-126-51,2 0 0,2-1 0,2 1 0,2 0 0,2-1 0,2 1 0,9 26-21,-17-63 0,1 1 0,0-1 0,0 0 0,0 0 0,1 0 0,0 0 0,0-1 0,0 1 0,1-1 0,0 0 0,0 0 0,0 0 0,1 0 0,0-1 0,0 1 0,0-1 0,0-1 0,0 1 0,1-1 0,0 0 0,-1 0 0,1 0 0,0-1 0,1 0 0,-1 0 0,0-1 0,1 0 0,-1 0 0,0 0 0,1-1 0,-1 0 0,1 0 0,-1 0 0,6-2 0,1-5 0,-1-1 0,-1 0 0,0-1 0,0 0 0,-1-1 0,0 0 0,0-1 0,-1 1 0,-1-2 0,0 0 0,0 0 0,4-10 0,11-19-20,-2-1 0,-1-1-1,-3-1 1,-1 0 0,-3-1 0,-1-1-1,-2 0 1,-3-1 0,-1 1 0,-3-1-1,-1-27 21,-2 74 8,-1 0 0,1 0-1,0 0 1,0 0-1,-1 1 1,1-1 0,0 0-1,0 0 1,-1 0 0,1 0-1,0 0 1,0 0-1,-1 0 1,1-1 0,0 1-1,0 0 1,0 0 0,-1 0-1,1 0 1,0 0-1,0 0 1,-1 0 0,1 0-1,0-1 1,0 1 0,0 0-1,0 0 1,-1 0 0,1 0-1,0-1-7,-8 32-6,-6 307 6,34 706 0,-19-983 0,2-39 0,-2-1 0,0 0 0,-1 1 0,-2-1 0,0 1 0,-1-1 0,-1 0 0,-1 0 0,-1-1 0,0 1 0,-2-1 0,-1-1 0,-3 8 0,9-24 0,0 0 0,1 1 0,-1-1 0,0 0 0,-1-1 0,1 1 0,0 0 0,-1-1 0,1 0 0,-1 0 0,0 0 0,0 0 0,0-1 0,0 1 0,0-1 0,0 0 0,0 0 0,0 0 0,0-1 0,-1 0 0,1 0 0,0 0 0,0 0 0,-1 0 0,1-1 0,0 0 0,0 0 0,0 0 0,0 0 0,0-1 0,0 1 0,0-1 0,0 0 0,1-1 0,-1 1 0,1 0 0,-1-1 0,1 0 0,0 0 0,0 0 0,0 0 0,-1-2 0,-9-18 0,1 0 0,1-1 0,1-1 0,1 1 0,2-1 0,0-1 0,2 1 0,0-1 0,2 0 0,1 0 0,1 0 0,1 0 0,4-26 0,-4 48 0,0-41-8,3 0 0,1 0 1,3 0-1,1 1 0,3 0 0,1 0 0,2 1 0,7-11 8,12-18-630,4 1-1,3 2 1,3 1-1,2 3 1,37-40 630,-41 55-4347</inkml:trace>
  <inkml:trace contextRef="#ctx0" brushRef="#br0" timeOffset="12820.928">13845 4032 30423,'0'0'1064,"0"0"-592,-22 132-184,11-73 56,4 0-168,3-1-176,2-1 0,2-12-536,-2-17-1729</inkml:trace>
  <inkml:trace contextRef="#ctx0" brushRef="#br0" timeOffset="13151.239">14303 3878 10882,'0'0'18260,"0"0"-17340,0 0 17,112 0-353,-66 0-112,6 0-120,3 0-168,4 0-96,0 6-88,12 2-136,-17-2-688,-12-4-3049</inkml:trace>
  <inkml:trace contextRef="#ctx0" brushRef="#br0" timeOffset="13955.022">15219 3935 23141,'0'0'6263,"0"0"-4644,0 0-1282,0 0-113,0 0 104,0 0 4,23-14-157,150-101-102,-142 92-116,0-1 0,-1-2-1,-1-1 1,-2-1 0,-1-2-1,-1 0 1,-1-2 0,5-11 43,-23 31 24,-22 46 45,3 6-19,2 0 0,1 0 0,3 1 0,1 0 0,1 1 0,3-1-1,1 1 1,3-1 0,1 1-50,-2-26 3,1-1-1,1 0 1,0 0 0,1-1-1,0 1 1,1-1-1,1 0 1,1 0-1,0 0 1,0-1-1,1 0 1,10 11-3,-15-21 0,1-1-1,0 1 1,-1-1-1,1 0 1,0 0 0,0-1-1,0 1 1,0-1-1,0 0 1,1 0 0,-1 0-1,0-1 1,0 1-1,1-1 1,-1 0 0,0 0-1,1-1 1,-1 1 0,0-1-1,0 0 1,1 0-1,-1 0 1,0-1 0,0 1-1,0-1 1,-1 0-1,1 0 1,0-1 0,-1 1-1,1-1 1,-1 0-1,0 1 1,0-2 0,0 1-1,0 0 1,0 0-1,-1-1 1,0 0 0,1 1-1,-1-1 1,-1 0-1,1 0 1,0 0 0,0-4 0,38-66-87,-3-3 1,-4-1 0,-3-1-1,-3-2 1,-4-1 0,-3 0 0,4-56 86,-19 258 626,60 890-583,-65-857-43,-6 0 0,-10 28 0,-12 7 0,28-187 0,0 1 0,0 0 0,0 0 0,0-1 0,-1 1 0,1 0 0,-1 0 0,1-1 0,-1 1 0,0 0 0,0-1 0,0 1 0,0-1 0,0 1 0,0-1 0,0 1 0,0-1 0,0 0 0,-1 0 0,1 0 0,0 1 0,-1-1 0,1 0 0,-1-1 0,1 1 0,-1 0 0,0 0 0,1-1 0,-1 1 0,0-1 0,0 1 0,1-1 0,-1 0 0,0 0 0,0 0 0,0 0 0,1 0 0,-1 0 0,0 0 0,0 0 0,1-1 0,-1 1 0,0-1 0,1 1 0,-1-1 0,0 0 0,1 0 0,-2 0 0,-67-55 0,48 30-28,1-1 0,1-1 0,2-1 0,1 0 0,1-1 0,1-1 1,2 0-1,1-1 0,2-1 0,1 0 0,2 0 0,0 0 0,3-1 0,1 0 0,1 0 0,2 0 0,3-21 28,4 26-178,1 1 1,1 1-1,1 0 0,2 0 0,1 1 0,0 0 0,2 1 0,2 1 0,0 0 1,11-10 177,-17 19-200,46-61-3624,-5 9-8319</inkml:trace>
  <inkml:trace contextRef="#ctx0" brushRef="#br0" timeOffset="14269.026">16799 4170 16596,'0'0'11141,"0"0"-7931,0 0-2590,0 0-159,0 0-109,0 0-98,-6-20-144,-22-68-88,28 84-30,-1 0 0,0-1 0,0 1 1,0-1-1,-1 1 0,0 0 0,0 0 0,0 0 1,0 0-1,0 0 0,-1 1 0,0-1 0,0 1 1,0-1-1,0 1 0,0 0 0,-1 0 1,1 0-1,-1 1 0,0-1 0,0 1 0,0 0 1,0 0-1,0 1 0,0-1 0,-1 1 0,1-1 1,0 1-1,-1 1 0,1-1 0,-2 1 8,1 2-5,0 1 0,-1-1-1,1 1 1,0 1-1,0-1 1,1 1 0,-1 0-1,1 0 1,0 0-1,0 1 1,0-1 0,1 1-1,-1 0 1,1 0 0,0 0-1,1 0 1,-1 1-1,1-1 1,0 1 0,0 0-1,1-1 1,0 1-1,0 0 1,0 0 0,1 0-1,-1 0 1,2 0 0,-1 0 5,8 164-3,-7-165 1,1 1 0,-1 0 0,1-1 0,0 1 0,1-1 0,-1 0 0,1 0 0,0 0 0,1 0 0,-1-1 0,1 1 0,0-1 0,0 0 0,0 0 0,0 0 0,1 0-1,0-1 1,0 0 0,0 0 0,0 0 0,0 0 0,0-1 0,1 0 0,-1 0 0,1-1 0,-1 1 0,7 0 2,-8-2-88,0-1 1,1 1-1,-1-1 0,0 0 0,0 0 0,0 0 0,0 0 0,0-1 0,0 0 1,0 0-1,0 0 0,0 0 0,-1 0 0,1-1 0,-1 0 0,0 1 1,0-1-1,0 0 0,0-1 0,0 1 0,-1-1 0,1 1 0,-1-1 0,0 0 1,0 1-1,0-3 88,19-35-3674</inkml:trace>
  <inkml:trace contextRef="#ctx0" brushRef="#br0" timeOffset="14557.086">17150 3456 25685,'0'0'4633,"0"0"-3976,0 0-65,0 0-56,99 136 32,-64-79-472,0 6-96,0 4 0,-7 4 0,-3 2 0,-12 2 0,-11 2 0,-2 4 0,-20 2 0,-56 27 0,1-17-568,-2-18-4961</inkml:trace>
  <inkml:trace contextRef="#ctx0" brushRef="#br0" timeOffset="15321.874">18020 3249 2168,'0'0'23120,"0"0"-19292,0 0-2401,0 0-850,21-3-161,-5 1-309,-9 0-69,0 0 1,0 1 0,1 0 0,-1 1 0,0-1 0,0 1-1,0 1 1,0-1 0,1 1 0,-1 1 0,0-1 0,0 1 0,-1 0-1,1 1 1,0 0 0,-1 0 0,6 3-39,5 5 24,0 2 1,-1 0-1,0 1 1,-1 0-1,0 1 0,-2 1 1,1 0-1,-2 1 1,0 1-1,-2 0 1,1 0-1,-2 1 0,-1 0 1,0 0-1,-1 1 1,-2 0-1,0 1 1,0-1-1,-2 4-24,-1-6 0,0 0 0,-2 0 0,0 0 0,-1 0 0,-1 0 0,-1 0 0,0 0 0,-1 0 0,-1-1 0,-1 0 0,-7 15 0,-2-4-2,0 0 0,-3-1 0,0-1 1,-1-1-1,-2-1 0,0-1 0,-2 0 0,0-2 0,-2 0 0,0-2 0,-1-1 1,-1-1-1,-1-1 0,0-2 0,-20 8 2,-36-10-20,100-32-17,144 7 114,-114 14-70,483 58-6,-478-76-316,-37-18-4531,-8-2-10861</inkml:trace>
  <inkml:trace contextRef="#ctx0" brushRef="#br0" timeOffset="15696.831">19338 2998 25317,'0'0'3908,"0"0"-2633,0 0-878,0 0-147,2-19 31,7-61-76,-8 76-201,0-1-1,0 1 0,-1-1 0,1 1 0,-1 0 0,0-1 0,0 1 0,0-1 1,-1 1-1,0-1 0,1 1 0,-2 0 0,1 0 0,0-1 0,-1 1 0,0 0 1,0 0-1,0 0 0,0 0 0,-1 1 0,1-1 0,-1 1 0,0-1 1,0 1-1,-1 0 0,1 0 0,0 1 0,-1-1 0,0 1 0,0-1 0,0 1 1,0 0-1,0 0 0,0 1 0,0-1 0,0 1 0,-1 0 0,1 0 0,0 1 1,-1-1-1,1 1 0,-1 0 0,1 0 0,-1 0 0,1 1 0,0 0 0,-1 0 1,1 0-1,0 0 0,-1 0 0,1 1 0,0 0 0,0 0 0,0 0 1,-2 2-5,-6 10 35,0 1-1,1 0 0,0 1 0,1 0 0,1 0 1,1 1-1,0 1 0,1-1 0,1 1 0,1 0 1,0 0-1,1 1 0,2 0 0,-1-1 0,2 1 1,1 0-1,0 0 0,2 2-33,-2-16 8,1 0 0,0-1-1,1 1 1,0 0 0,-1-1 0,1 1-1,1-1 1,-1 0 0,1 0 0,-1 0 0,1 0-1,0 0 1,1 0 0,-1-1 0,1 1 0,-1-1-1,1 0 1,0 0 0,0 0 0,0-1 0,1 0-1,-1 0 1,1 0 0,-1 0 0,1 0-1,0-1 1,-1 0 0,1 0 0,0 0 0,0-1-1,0 0 1,0 1 0,0-2 0,0 1 0,-1-1-1,1 1 1,0-1 0,1-1-8,-3 1-23,1 0 0,0-1 0,-1 1 1,1-1-1,-1 0 0,0 0 0,1 0 0,-1 0 0,0-1 0,0 0 1,-1 1-1,1-1 0,0 0 0,-1 0 0,0 0 0,0 0 1,0-1-1,0 1 0,0-1 0,-1 1 0,1-1 0,0-2 23,1 0-90,19-52-2831,-7-1-6908</inkml:trace>
  <inkml:trace contextRef="#ctx0" brushRef="#br0" timeOffset="21459.403">22253 3434 27782,'0'0'1224,"0"0"-496,0 0-144,-121 99-7,82-40-57,-3 26-96,-2 33-40,9 28-112,9 8-96,19-22-80,7-35-96,9-40 0,22-16 0,43-7-184,-6-10-600,5-16-1953</inkml:trace>
  <inkml:trace contextRef="#ctx0" brushRef="#br0" timeOffset="22303.437">22626 4002 29302,'0'0'1135,"0"0"-524,0 0-302,0 0-105,0 0 98,25-12-58,189-113-93,-171 94-149,-1-2 1,-2-1 0,-1-2 0,-2-1 0,-2-2 0,-1-2 0,-2-1 0,-2-2 0,-2-1 0,6-15-3,-16-11 77,-20 71-67,1 0 0,0 0 0,-1 0 0,1 0-1,0 0 1,-1 0 0,1 0 0,0 0 0,0 1 0,-1-1-1,1 1 1,0-1 0,0 1 0,-1-1 0,1 1 0,0-1-1,0 1 1,0 0 0,0 0 0,0 0 0,0 0 0,0-1-1,0 1 1,0 0 0,1 1 0,-1-1 0,0 0 0,1 0-1,-1 0 1,0 0 0,1 1 0,0-1 0,-1 0 0,1 0-1,0 1 1,-1-1 0,1 0 0,0 0 0,0 1 0,0 0-10,-33 65 2,3 2-1,3 2 1,3 0 0,3 2 0,-5 42-2,18-86 0,1 0 0,2 0 0,1 1 0,1-1 0,1 1 0,2 0 0,1 0 0,1-1 0,2 1 0,0-1 0,4 5 0,-7-29 0,0-1 0,1 1 0,0-1 0,-1 0 0,2 0 0,-1 0 0,0 0 0,1 0 0,0 0 0,0-1 0,0 1 0,0-1 0,0 0 0,1 0 0,0 0 0,-1 0 0,1-1 0,0 0 0,0 1 0,0-1 0,1-1 0,-1 1 0,0-1 0,1 1 0,-1-1 0,1-1 0,-1 1 0,1 0 0,0-1 0,-1 0 0,1 0 0,-1-1 0,1 1 0,0-1 0,-1 0 0,1 0 0,-1-1 0,0 1 0,4-3 0,13-9 0,-2-1 0,0-1 0,-1-1 0,0 0 0,-1-2 0,-1 0 0,-1 0 0,0-2 0,-2 0 0,2-4 0,-8 14 0,53-80 0,-5-3 0,-4-2 0,-4-2 0,-5-2 0,-4-2 0,16-70 0,-36 122 0,-13 55 0,-7 90 0,-4 0 0,-18 89 0,-264 1619 0,252-1610 0,36-193 0,0 1 0,0 0 0,-1 0 0,1 0 0,-1-1 0,1 1 0,-1 0 0,0-1 0,1 1 0,-1 0 0,0-1 0,0 1 0,0-1 0,0 1 0,-1-1 0,1 0 0,0 1 0,-1-1 0,1 0 0,0 0 0,-1 0 0,1 0 0,-1 0 0,0 0 0,1 0 0,-1-1 0,0 1 0,0-1 0,1 1 0,-1-1 0,0 0 0,0 1 0,0-1 0,1 0 0,-1 0 0,0 0 0,0 0 0,0-1 0,1 1 0,-1 0 0,0-1 0,0 0 0,1 1 0,-1-1 0,0 0 0,1 0 0,-1 0 0,0 0 0,-8-10 0,0 0 0,1 0 0,1-1 0,0-1 0,0 1 0,1-1 0,1-1 0,0 1 0,1-1 0,0 0 0,-2-12 0,5 19 0,-15-52 0,2-1 0,3 0 0,3-1 0,2 0 0,3 0 0,2 0 0,4-1 0,2-1 0,-1 35 11,2 0-1,1 0 1,2 1-1,0-1 1,2 2 0,0-1-1,2 2 1,1-1-1,1 2 1,2 0 0,0 0-1,6-5-10,31-33-591,3 2 0,2 2 0,36-25 591,-22 20-3219</inkml:trace>
  <inkml:trace contextRef="#ctx0" brushRef="#br0" timeOffset="22645.139">24199 4132 30623,'0'0'681,"0"0"-237,0 0-110,14 22 36,75 122-55,-85-137-315,0 0 0,0 0 0,-1 0 0,0 1 0,0-1 0,-1 1 0,1-1 0,-2 1 0,1 0 0,-1 0 0,0 0 0,-1-1 0,0 1 0,0 0 0,-1 0 0,0 0 0,0 0 0,-1 0 0,0-1 0,0 1 0,-1 0 0,0-1 0,0 0 0,-1 0 0,0 0 0,0 0 0,0-1 0,-1 1 0,0-1 0,0 0 0,-6 4 0,-153 114-201,197-117 115,13-10-340,1-2-1,-1-3 0,0-1 1,0-2-1,18-9 427,-53 17-373,41-13-2419</inkml:trace>
  <inkml:trace contextRef="#ctx0" brushRef="#br0" timeOffset="22897.303">24824 4020 29222,'0'0'1689,"0"0"-1393,0 0 72,132-2 0,-80 14 32,3 2-232,-2 1-168,4 9-96,-16-6-712,-10-4-3449</inkml:trace>
  <inkml:trace contextRef="#ctx0" brushRef="#br0" timeOffset="23773.857">25859 4085 9602,'0'0'17413,"0"0"-13453,0 0-3567,0 0-116,0 0 64,22-8-33,-4 2-262,-6 3-31,0-1 0,0 0 0,0-1 0,0-1 0,-1 0 0,0 0 0,0-1 0,-1-1-1,0 1 1,0-2 0,6-6-15,6-10 3,-1 0-1,-1-1 0,-2-2 0,0 1 1,-2-2-1,-1 0 0,-2-1 0,0-1 1,-3 0-1,8-31-2,-87 304 123,54-162-94,2-1 0,4 2 1,4-1-1,3 39-29,3-114 0,-1 1 0,1 0 0,0-1 0,1 1 0,-1-1 0,1 1 0,0-1 0,1 0 0,-1 0 0,1 0 0,0 0 0,0 0 0,1-1 0,-1 1 0,1-1 0,0 0 0,0 0 0,1 0 0,-1-1 0,1 0 0,0 0 0,-1 0 0,1 0 0,1 0 0,-1-1 0,0 0 0,1 0 0,-1-1 0,1 0 0,-1 0 0,1 0 0,-1 0 0,1-1 0,0 0 0,0 0 0,-1 0 0,1-1 0,-1 0 0,1 0 0,0-1 0,-1 1 0,0-1 0,1 0 0,-1-1 0,1 0 0,14-9 0,-1-1 0,-1-1 0,0-1 0,-1 0 0,-1-2 0,0 0 0,-1 0 0,-1-2 0,0 1 0,8-18 0,14-17 0,-1-2 0,-3-1 0,-3-1 0,-2-2 0,-2-1 0,-4 0 0,-1-2 0,-1-12 0,0-44 0,-61 360 0,24-48 0,7 0 0,11 47 0,0-214 0,28 701 0,-25-677 0,-2 0 0,-2 1 0,-3-1 0,-2 0 0,-2-1 0,-3 0 0,-1 0 0,-3-1 0,-2-1 0,-1 0 0,-6 4 0,22-47 0,0 0 0,0 0 0,-1-1 0,1 1 0,-1-1 0,0 0 0,0 0 0,-1 0 0,1 0 0,-1 0 0,0-1 0,0 1 0,0-1 0,0 0 0,0-1 0,-1 1 0,1-1 0,-1 1 0,0-2 0,0 1 0,0 0 0,0-1 0,0 0 0,0 0 0,0 0 0,0-1 0,0 0 0,-1 0 0,1 0 0,0 0 0,-1-1 0,-2-4 0,0 0 0,0-1 0,1 1 0,0-1 0,0-1 0,0 1 0,1-1 0,0-1 0,1 1 0,-1-1 0,1 0 0,1 0 0,0 0 0,-1-2 0,-11-24 0,1-1 0,2 0 0,2-1 0,0 0 0,3-1 0,1 0 0,2-1 0,2 1 0,1-1 0,1-1 0,1 16 0,0 0 0,1 0 0,1 1 0,1-1 0,1 1 0,1 0 0,1 0 0,1 0 0,1 1 0,1 0 0,0 0 0,2 1 0,1 0 0,0 1 0,1 0 0,1 1 0,11-10 0,244-195-2673,-204 170-1239</inkml:trace>
  <inkml:trace contextRef="#ctx0" brushRef="#br0" timeOffset="24025.054">27467 4357 24661,'0'0'6250,"0"0"-5394,0 0-392,-48 121-104,37-62-184,5 4-176,6-4 0,0-4 0,0-5 0,0-15-1208,2-17-2409</inkml:trace>
  <inkml:trace contextRef="#ctx0" brushRef="#br0" timeOffset="24435.635">27926 3476 29726,'0'0'782,"0"0"-278,0 0-83,0 0 97,21 13-19,-4-3-420,-5-3-57,0 0 0,0 0-1,-1 1 1,0 1-1,-1 0 1,0 0 0,0 1-1,-1 0 1,0 1-1,-1 0 1,6 10-22,4 11 0,-1 1 0,-2 1 0,-2 1 0,-1 0 0,-1 1 0,-2 0 0,-2 0 0,-1 1 0,0 26 0,-2-8 0,-3 0 0,-2 0 0,-2-1 0,-6 24 0,5-57 0,0 0 0,-2-1 0,0 0 0,-2 0 0,0 0 0,-1-1 0,-1-1 0,-1 1 0,0-2 0,-2 0 0,0 0 0,0-1 0,-13 11 0,-156 121-1814,98-94-4950</inkml:trace>
  <inkml:trace contextRef="#ctx0" brushRef="#br0" timeOffset="20751.249">20537 3892 8378,'0'0'21556,"0"0"-20675,0 0-225,0 0-368,0 0 24,0 0 48,122-61-120,-58 53-144,4 6-96,0 2 0,-5 6 0,-3 17 0,-8 7 0,-8 0 0,-15 1-312,-12-7-520,-10-12-1577</inkml:trace>
  <inkml:trace contextRef="#ctx0" brushRef="#br0" timeOffset="20974.995">20773 3547 26030,'0'0'3704,"0"0"-2927,-32 159-185,25-46-176,7 27 24,0 4-160,11-8-216,2-28-64,-6-40-544,-5-25-1817</inkml:trace>
  <inkml:trace contextRef="#ctx0" brushRef="#br0" timeOffset="30951.234">15037 8378 28046,'0'0'1890,"0"0"-1097,0 0-446,0 0-50,0 0 5,21 11-86,66 39-84,-82-48-130,-1 0 1,0 1 0,0-1-1,0 1 1,0 0 0,-1 0-1,1 0 1,-1 0-1,1 1 1,-1-1 0,0 1-1,0 0 1,-1 0-1,1 0 1,-1 0 0,0 0-1,0 1 1,-1-1-1,1 1 1,-1-1 0,0 1-1,0 0 1,0-1 0,-1 1-1,1 0 1,-1 0-1,-1-1 1,1 1 0,0 0-1,-1 0 1,0-1-1,0 1 1,-1-1 0,1 1-1,-1-1 1,-1 2-3,-5 8 2,0 0 0,-1 0 0,-1-1 0,0 0 0,-1 0 0,-1-1 0,0-1 1,-9 7-3,-78 57 4,127-78-60,28-13 20,-34 9 23,0 1 1,0 0-1,1 2 1,0 1 0,-1 0-1,1 2 1,6 1 12,-25 0 1,0 1 0,0 0 0,-1 0 0,1 0 0,0 0 0,-1 1 0,1-1 1,-1 1-1,1 0 0,-1 0 0,0 0 0,0 1 0,0-1 0,0 1 0,0 0 0,-1-1 0,1 1 1,-1 0-1,0 1 0,0-1 0,0 0 0,0 1 0,0-1 0,-1 1 0,0-1 0,1 1 0,-1 0 0,-1 0 1,1-1-1,0 1 0,-1 0 0,0 0 0,0 0 0,0 0 0,-1 1-1,1 9 12,0 0-1,-1 0 0,-1 0 1,0 0-1,-1-1 1,-1 1-1,0-1 1,-1 0-1,-3 7-11,2-7-6,0-1 0,-1 1-1,-1-2 1,0 1 0,0-1-1,-1 0 1,0-1 0,-1 0-1,0 0 1,-1-1 0,0-1-1,-1 1 1,1-2 0,-1 0-1,-1 0 1,1-1 0,-1-1-1,0 0 1,-3 0 6,-40-19-2022,40-12-1594</inkml:trace>
  <inkml:trace contextRef="#ctx0" brushRef="#br0" timeOffset="31122.945">15877 8368 28518,'0'0'1840,"0"0"-1255,0 0-185,120 27-192,-72-17-128,9-4-80,-13-2-640,-11-4-4569</inkml:trace>
  <inkml:trace contextRef="#ctx0" brushRef="#br0" timeOffset="32250.286">16742 8263 29486,'0'0'847,"0"0"-196,22-7-174,-5 1-391,0 1-18,0-1 0,0 0 0,-1-2 0,0 0-1,0 0 1,-1-2 0,0 0 0,4-4-68,6-7 21,-1-2 1,0 0-1,-2-1 1,-1-2-1,-1 0 1,-1-1 0,-1-1-1,-1 0 1,-2-1-1,-1-1 1,7-23-22,-14 39 266,-14 61-103,6-41-188,-20 116 43,6 0 0,0 112-18,15-218 0,0 0 0,0 0 0,2 0 0,0-1 0,1 1 0,0-1 0,1 1 0,1-1 0,0 0 0,1-1 0,1 0 0,0 1 0,1-2 0,9 13 0,-12-22 0,-1 0 0,1-1 0,0 1 0,-1-1 0,2 0 0,-1 0 0,0 0 0,1-1 0,-1 0 0,1 0 0,-1 0 0,1-1 0,0 0 0,0 0 0,0 0 0,0-1 0,0 0 0,0 0 0,0 0 0,0-1 0,-1 0 0,1 0 0,0 0 0,0-1 0,-1 0 0,1 0 0,-1 0 0,1-1 0,-1 0 0,0 0 0,0 0 0,0-1 0,-1 1 0,1-1 0,-1-1 0,0 1 0,0 0 0,0-1 0,-1 0 0,1 0 0,26-34 0,-1-2 0,-3 0 0,-1-2 0,-2-1 0,-2-1 0,-2-1 0,-2 0 0,-2-1 0,-2-1 0,4-30 0,4-208 0,26 888 0,-30-362 0,-12 0 0,-11 27 0,-19 13 0,-52 232 0,68-462 0,8-40 0,1-7 0,0 0 0,0 0 0,1 0 0,-2 0 0,1 0 0,0-1 0,-1 1 0,1 0 0,-1 0 0,0 0 0,0 0 0,0-1 0,0 1 0,0 0 0,-1-1 0,1 1 0,-1-1 0,0 1 0,0-1 0,0 0 0,0 0 0,0 0 0,0 0 0,0 0 0,-1 0 0,1-1 0,-1 1 0,-33-51 0,12-15 0,2-1 0,3 0 0,3-2 0,3 0 0,3 0 0,3-1 0,3 0 0,3-25 0,0 58 0,2 0 0,1 1 0,2-1 0,2 1 0,1 0 0,1 0 0,2 1 0,1 0 0,2 0 0,16-29 0,-7 24-115,1 0 0,2 2 0,1 2 0,2 0 0,2 1 0,0 2 0,3 1 115,78-66-9097,-66 59-2774</inkml:trace>
  <inkml:trace contextRef="#ctx0" brushRef="#br0" timeOffset="32563.985">18259 8693 29230,'0'0'1630,"0"0"-1075,0 0-303,16 17-8,48 58 52,-59-68-280,0 1 0,0 1 0,0-1 0,-1 0 0,-1 1 0,1 0 0,-2 0 0,1 0 0,-1 0 0,0 1 0,-1-1 0,0 0 0,-1 1 0,0-1 0,0 1 0,-1-1 0,0 1 0,-1-1 0,0 0 0,0 0 0,-1 0 0,0 0 0,-1 0 0,0-1 0,0 1 0,-1-1 0,0 0 0,0 0 0,-1-1 0,0 1 0,0-1 0,-1-1 0,0 1 0,0-1 0,-1 0-16,-75 70 0,131-71-3,212-23-337,-186 3-613,-3-2-1384</inkml:trace>
  <inkml:trace contextRef="#ctx0" brushRef="#br0" timeOffset="33047.318">18932 8005 24933,'0'0'3462,"0"0"-2317,22-4-695,3-2-301,-10 2-54,-1 1 0,1 0 0,-1 1-1,1 1 1,0 0 0,0 1 0,0 1-1,12 1-94,-7 4 80,-1 0 0,-1 2 0,1 0 1,-1 0-1,-1 2 0,0 0 0,0 1 0,-1 1 0,0 1 0,-1 0 0,-1 1 0,0 0 0,0 1 0,-2 1 0,0 0 0,-1 1 1,0 0-1,-2 0 0,0 1 0,-1 0 0,0 1 0,-2 0 0,1 5-80,2 12 2,-2 2-1,-1-1 1,-2 1 0,-2 0-1,-1 0 1,-2 0 0,-2 0-1,-1 0 1,-2-1-1,-2 1 1,-1-2 0,-2 1-1,-1-1 1,-2-1 0,-1 0-1,-2-1 1,-7 8-2,12-24-62,0 0 0,-2 0 0,0-1 0,-1-1 0,-1 0 0,0-2 0,-1 1 0,-1-2 1,-11 7 61,-28 15-2468</inkml:trace>
  <inkml:trace contextRef="#ctx0" brushRef="#br0" timeOffset="29493.93">12747 7758 26318,'0'0'2680,"0"0"-1625,-27 12-500,2-2-416,11-5-65,-1 0 1,1 1 0,0 1-1,1 1 1,-1 0 0,2 0-1,-1 1 1,1 1 0,0 0-1,1 1 1,1 0 0,-3 3-75,-20 34 140,2 1 0,2 2 0,2 1 1,3 1-1,2 1 0,2 2 0,3-1 0,-9 55-140,13-46 1,3 1-1,3-1 1,3 2-1,2-1 1,5 24-1,-4-79 0,1 0 0,0 0 0,1 0 0,0 0 0,0 0 0,1 0 0,1 0 0,-1 0 0,2-1 0,-1 1 0,1-1 0,1 0 0,-1 0 0,2-1 0,-1 1 0,1-1 0,0 0 0,1-1 0,0 1 0,0-1 0,1-1 0,0 1 0,0-1 0,0-1 0,1 0 0,0 0 0,0 0 0,0-1 0,0 0 0,1-1 0,8 2 0,184-5-1254,-112-27-1013</inkml:trace>
  <inkml:trace contextRef="#ctx0" brushRef="#br0" timeOffset="30242.789">13053 8309 26494,'0'0'3282,"0"0"-2338,0 0-608,0 0 29,23 4 111,-14-2-427,2 0-7,0 1-1,0-2 1,0 1-1,0-2 1,0 1-1,0-1 1,0-1 0,0 0-1,0-1 1,0 0-1,0-1 1,0 0-1,0 0 1,-1-1 0,4-2-42,29-17 3,-1-1 1,-1-3 0,-2-1 0,0-2 0,-2-1 0,-1-2-1,-2-1 1,-2-2 0,-1-2 0,-1-1 0,-2-1 0,-2-1-1,-2-1 1,-2-1 0,14-40-4,-21 16-3,-25 80 57,-17 49-44,3 2 0,3 1-1,2 0 1,4 1 0,2 1 0,3 0 0,3 1 0,3 0 0,3 10-10,0-70 0,1 0 0,0 1 0,0-1 0,1 0 0,-1 0 0,2 0 0,-1 0 0,1-1 0,1 1 0,-1 0 0,1-1 0,1 1 0,-1-1 0,1 0 0,0 0 0,1-1 0,0 1 0,0-1 0,0 0 0,1 0 0,0-1 0,0 1 0,0-1 0,1 0 0,-1-1 0,1 0 0,0 0 0,1-1 0,-1 1 0,1-1 0,-1-1 0,1 0 0,0 0 0,0 0 0,0-1 0,0 0 0,0-1 0,0 0 0,0 0 0,0-1 0,2 0 0,10-8 0,0-1 0,-1-1 0,-1 0 0,0-2 0,0 0 0,-2-1 0,1-1 0,-2 0 0,0-1 0,-1-1 0,0 0 0,-2-1 0,0-1 0,8-16 0,19-30 0,-2-1 0,-4-2 0,-2-1 0,-4-2 0,-2-1 0,-3-4 0,4-104 0,-39 276 0,-16 184 0,12 2 0,16 162 0,-8 175 0,4-528 0,-5-1 0,-3 0 0,-5-1 0,-21 64 0,37-144 0,0 0 0,0-1 0,-1 1 0,0-1 0,0 0 0,-1 0 0,0 0 0,0 0 0,-1-1 0,0 1 0,-1-1 0,1 0 0,-1-1 0,-1 0 0,1 0 0,-1 0 0,0-1 0,-1 1 0,1-2 0,-1 1 0,0-1 0,0 0 0,0-1 0,-6 2 0,8-6 0,-1 0 0,1-1 0,0 0 0,-1 0 0,1 0 0,0-1 0,1 0 0,-1 0 0,0 0 0,1-1 0,0 0 0,-1 0 0,2 0 0,-1-1 0,0 0 0,1 0 0,0 0 0,0 0 0,0 0 0,1-1 0,0 0 0,0 0 0,0 0 0,1 0 0,0 0 0,0 0 0,1-1 0,-1 1 0,-12-36 0,2-1 0,1 0 0,2-1 0,2 1 0,3-1 0,1-1 0,2 1 0,4-40 0,-1 49 0,1-1 0,2 0 0,2 1 0,1 0 0,2 0 0,1 1 0,1 0 0,2 1 0,2 0 0,8-10 0,41-64-164,6 4-1,77-87 165,-121 157-230,26-34-1507</inkml:trace>
  <inkml:trace contextRef="#ctx0" brushRef="#br0" timeOffset="33820.105">20024 7977 29414,'0'0'868,"0"0"-74,22 10-238,141 78 388,-131-62-902,0 2-1,-2 1 1,0 1-1,-3 2 1,10 15-42,-27-34-1,-1 1-1,-1-1 1,0 2 0,-1-1 0,-1 1 0,0 0 0,-1 0 0,-1 1 0,0-1 0,-1 1-1,-1 0 1,0 0 0,-1 0 0,-1 1 0,-1 9 1,-1-17 0,0 0 0,-1 0 0,0 0 0,0 0 0,-1 0 0,0-1 0,-1 0 0,0 1 0,0-2 0,-1 1 0,0-1 0,0 0 0,-1 0 0,1 0 0,-2-1 0,1 0 0,-1-1 0,-3 3 0,-156 80 0,-69 4 0,304-81 0,30-10 0,1 4 0,-1 4 0,-1 4 0,41 14 0,-19 22 0,-115-53-1756,-15-15-2961</inkml:trace>
  <inkml:trace contextRef="#ctx0" brushRef="#br0" timeOffset="34690.437">20931 7184 25101,'0'0'4136,"0"0"-2820,0 0-820,20 4-53,64 18-19,-78-19-376,1 0-1,-1 0 1,0 0-1,0 1 1,0 0-1,-1 0 1,0 1-1,1 0 1,-1-1-1,-1 2 1,1-1-1,-1 0 1,0 1-1,0 0 1,-1 0 0,1 0-1,1 7-47,-4-11 8,3 6-7,-1-1 0,0 1 0,-1-1 1,1 1-1,-2 0 0,1 0 0,-1 0 0,0 1 0,-1-1 0,0 0 0,0 0 0,-1 0 0,0 0 0,0 0 0,-1 0 0,0 0 0,0 0 0,-1 0 0,0-1 0,-1 1 0,1-1 0,-1 0 0,-1 0 1,1 0-1,-1-1 0,0 0 0,-1 0 0,0 0 0,0 0 0,0-1 0,0 0 0,-1 0 0,-4 1-1,-195 107 0,143-84 0,33-8 0,48-2 0,29-10 0,1-3 0,-1-1 0,1-3 0,44-3 0,-35 0 0,132 1-904,-158 0-1409</inkml:trace>
  <inkml:trace contextRef="#ctx0" brushRef="#br0" timeOffset="37229.126">20131 7299 23397,'0'0'6785,"0"0"-6032,0 0-137,0 0-104,0 0 80,0 0-480,140-6-112,-83-2 0,3 2 0,-1 0 0,-4 2 0,-12 4 0,-21 2 0,-13 12-856,-9-2-10307</inkml:trace>
  <inkml:trace contextRef="#ctx0" brushRef="#br0" timeOffset="25426.395">28936 3527 28566,'0'0'1108,"0"0"-187,0 0-247,0 0-195,0 0-100,0 0-12,26 3-135,-1 0-208,-5-2-22,-1 1 1,1 1-1,-1 1 1,0 1-1,-1 1 1,1 0-1,12 7-2,-20-9 0,0 1 0,0 0 0,-1 1 0,0 0 0,0 0 0,0 1 0,-1 1 0,0 0 0,0 0 0,-1 0 0,0 1 0,-1 1 0,1-1 0,-2 1 0,0 0 0,0 0 0,-1 1 0,0 0 0,0 0 0,-1 0 0,-1 1 0,0-1 0,-1 1 0,1 7 0,-5 9 0,-2 0 0,0 0 0,-2 0 0,-1-1 0,-1 0 0,-1 0 0,-2-1 0,-1-1 0,0 1 0,-2-2 0,-1 0 0,-1-1 0,-1 0 0,-1-1 0,0-1 0,-2-1 0,-20 16 0,5-3 0,-1-1 0,-1-2 0,-2-2 0,0-1 0,-2-2 0,-1-2 0,-1-2 0,-3-1 0,24-10 0,49-5 0,603-6 0,-419 37 0,-189-42-1312,-17-9-1409</inkml:trace>
  <inkml:trace contextRef="#ctx0" brushRef="#br0" timeOffset="25895.692">30236 2554 27054,'0'0'2659,"0"0"-1552,0 0-506,0 0-99,0 0-49,-9 26-125,3-7-298,-34 173 3,22-12-33,-40 164 0,40-133 0,24-182-476,1-28-1905</inkml:trace>
  <inkml:trace contextRef="#ctx0" brushRef="#br0" timeOffset="36432.887">29348 3044 25429,'0'0'4833,"0"0"-4024,0 0-417,0 0 80,143 0-8,-80 0-96,7 0-368,7 0 0,-2 5 0,-12 5 0,-15 6 0,-15-2-1088,-22-4-4866</inkml:trace>
  <inkml:trace contextRef="#ctx0" brushRef="#br0" timeOffset="39271.357">24644 8790 30126,'0'0'2113,"0"0"-2009,0 0-104,0 0-40,0 0 8,110 103 24,-71-90-416,1-11-1745</inkml:trace>
  <inkml:trace contextRef="#ctx0" brushRef="#br0" timeOffset="39505.775">26038 8812 17340,'0'0'12786,"0"0"-12089,0 0-673,0 0-24,0 0-336,0 0-257,0 0-3976</inkml:trace>
  <inkml:trace contextRef="#ctx0" brushRef="#br0" timeOffset="39506.775">27055 8743 25237,'0'0'3849,"0"0"-3345,0 0-504,123 43-920,-97-43-3137</inkml:trace>
  <inkml:trace contextRef="#ctx0" brushRef="#br0" timeOffset="39678.537">28375 8654 29182,'0'0'1257,"0"0"-1121,114 47 88,-70-25-224,-14-2-8,-12-9-929,-16-7-5296</inkml:trace>
  <inkml:trace contextRef="#ctx0" brushRef="#br0" timeOffset="38774.597">22437 9078 29662,'0'0'841,"0"0"-289,0 0-264,127-22 64,-57 14-56,9 0-112,2 3-104,-2 3-64,-9 2-16,-15 0-136,-13 0-416,-16 0-1153,-15 0-9025</inkml:trace>
  <inkml:trace contextRef="#ctx0" brushRef="#br0" timeOffset="39022.984">22886 8806 28494,'0'0'1224,"0"0"-463,-19 161-305,19-86-176,0 2-112,24 18-168,2-20-240,-2-16-1369</inkml:trace>
  <inkml:trace contextRef="#ctx0" brushRef="#br0" timeOffset="40917.781">10469 13150 28150,'0'0'2825,"0"0"-2449,0 0-272,0 0 272,173-26 56,-89 4-192,8 0-104,2 3-80,-2 3-56,-9 6-48,-10 8-264,-5 2-304,-22 0-777,-18 6-2879</inkml:trace>
  <inkml:trace contextRef="#ctx0" brushRef="#br0" timeOffset="41136.756">10818 12572 30511,'0'0'696,"0"0"-376,0 0-160,-16 171 312,23-58 0,19 25-336,-2-12-136,-2-23 0,-6-30 0,-3 7 0,-2-13-976,-5-5-4745</inkml:trace>
  <inkml:trace contextRef="#ctx0" brushRef="#br0" timeOffset="42787.19">12729 12374 24429,'0'0'4290,"0"0"-2721,0 0-969,0 0-157,0 0-13,-8 2-20,-6 1-344,0 0 0,1 1 1,-1 0-1,1 1 0,0 1 0,0 0 1,1 1-1,-1 0 0,-1 3-66,-6 9 0,0 1 0,1 0 0,1 2 0,1 0 0,2 1 0,0 0 0,1 1 0,1 1 0,1 1 0,2-1 0,0 2 0,2-1 0,0 4 0,-7 39 0,2 1 0,3 0 0,3 0 0,3 35 0,4-90 0,-2-1 0,1 0 0,0 0 0,1 0 0,1 0 0,0 0 0,1 0 0,0 0 0,1-1 0,1 1 0,0-1 0,1 0 0,0 0 0,1 0 0,0-1 0,4 4 0,2-1-15,2-1 0,0 0-1,0-1 1,1 0 0,1-1 0,0-1-1,1 0 1,0-2 0,0 0 0,1 0-1,0-2 1,1 0 0,0-1 0,0-1 0,0-1-1,0-1 1,1 0 0,-1-1 0,1-2 15,85 4-1447</inkml:trace>
  <inkml:trace contextRef="#ctx0" brushRef="#br1" timeOffset="102238.289">430 9839 26718,'0'0'2512,"0"0"-2040,-114 111 64,59-44-15,-4 28-97,-7 37-128,5 33-32,11 15 16,26-4-96,24-15 32,4-23-112,35-9-64,5-31-24,7-27-16,-1-27-168,53-17-432,-13-7-640,0-14-2129</inkml:trace>
  <inkml:trace contextRef="#ctx0" brushRef="#br1" timeOffset="102997.672">733 10488 28014,'0'0'2131,"0"0"-1449,0 0-417,0 0 67,0 0 19,0 0-39,14 3-49,-8-1-248,1-2 0,0 1 0,0-1 0,0 0 0,-1 0 1,1-1-1,0 1 0,0-2 0,-1 1 0,1-1 1,-1 0-1,1 0 0,-1-1 0,0 0 0,0 0 0,0 0 1,0-1-1,0 0 0,-1 0 0,0-1 0,4-3-15,59-53 25,-2-2 0,-3-4-1,-4-2 1,46-70-25,-104 150 0,-40 99 0,11-36 0,3 0 0,4 1 0,2 2 0,4 0 0,-5 76 0,19-146 0,0-1 0,1 0 0,-1 1 0,1-1 0,1 1 0,-1-1 0,1 1 0,0-1 0,1 0 0,-1 1 0,1-1 0,1 0 0,-1 0 0,1 0 0,0-1 0,0 1 0,1-1 0,-1 1 0,1-1 0,1 0 0,-1 0 0,0-1 0,1 1 0,0-1 0,0 0 0,1-1 0,-1 1 0,1-1 0,0 0 0,-1 0 0,1-1 0,1 0 0,-1 0 0,0 0 0,0-1 0,5 1 0,7-3 0,0-1 0,0-1 0,-1 0 0,0-1 0,0-1 0,0-1 0,0-1 0,-1 0 0,0-1 0,0 0 0,-1-1 0,0-1 0,-1-1 0,0 0 0,0-1 0,-1 0 0,-1-1 0,0 0 0,3-6 0,38-44 0,-3-2 0,-3-2 0,-2-2 0,-4-2 0,-3-2 0,-3-2 0,0-8 0,-15 37 0,-2-1 0,-2-1 0,-3 0 0,-1-1 0,2-30 0,-19 275 0,-68 659 0,43-508 0,-16-3 0,-53 186 0,43-379 0,54-147 0,0 0 0,0 0 0,0 0 0,-1-1 0,1 1 0,-1-1 0,0 1 0,0-1 0,0 0 0,0 0 0,0-1 0,-1 1 0,0-1 0,1 1 0,-1-1 0,0 0 0,0-1 0,0 1 0,0-1 0,0 1 0,0-1 0,-1-1 0,1 1 0,0 0 0,-1-1 0,1 0 0,0 0 0,-1 0 0,1-1 0,0 1 0,-1-1 0,1 0 0,0-1 0,-3 0 0,0-2 0,0-1 0,1 0 0,-1 0 0,1 0 0,0-1 0,1 0 0,-1 0 0,1 0 0,1-1 0,-1 0 0,1 0 0,0 0 0,0 0 0,1 0 0,0-3 0,-12-30 0,3 0 0,1-1 0,2-1 0,1 1 0,3-1 0,1-1 0,3 1 0,2-24 0,-2 34 0,2 0 0,1-1 0,1 1 0,2 0 0,2 1 0,0 0 0,2 0 0,2 0 0,0 1 0,2 0 0,15-23 0,24-28-47,3 2-1,4 3 1,3 2 0,3 3-1,4 3 1,14-7 47,-9 8-1420</inkml:trace>
  <inkml:trace contextRef="#ctx0" brushRef="#br1" timeOffset="103629.052">2304 11007 28654,'0'0'1272,"0"0"-697,0 0-132,0 0 44,0 0-131,20-11-123,66-34-66,-9 33 45,-75 13-210,0-1 0,0 1 1,0 0-1,0 0 0,0 0 0,0 1 1,0-1-1,0 1 0,0-1 0,0 1 1,-1-1-1,1 1 0,-1 0 0,1 0 1,-1 0-1,0-1 0,0 2 0,0-1 1,0 0-1,0 0 0,0 0 0,0 0 1,-1 1-1,1-1 0,-1 0 0,1 0 1,-1 1-1,0-1 0,0 0 0,0 1 0,0-1 1,-1 0-1,1 1 0,-1-1 0,1 0 1,-2 2-3,2 5 8,-35 235 145,23-197-137,3 1-1,2 0 1,2 1-1,1 24-15,4-71 1,0 0-1,0 0 1,0 0-1,0 0 1,0 0-1,1 0 1,-1 0-1,0-1 1,1 1-1,0 0 1,-1 0-1,1 0 1,0 0-1,0-1 1,0 1-1,0 0 1,0-1-1,0 1 1,1-1-1,-1 1 1,0-1-1,1 0 1,-1 0-1,1 1 1,0-1 0,-1 0-1,1 0 1,0-1-1,0 1 1,-1 0-1,1 0 1,0-1-1,0 1 1,0-1-1,0 0 1,0 0-1,0 1 1,0-1-1,0 0 1,0-1-1,0 1 1,0 0-1,-1 0 1,1-1-1,0 1 1,0-1-1,0 0 1,1 0-1,87-49 23,-66 25-322,-2-2 1,-1 0-1,0-2 0,-3 0 0,0-1 1,-2-1-1,-1 0 0,-2-2 0,8-26 299,8-31-2480</inkml:trace>
  <inkml:trace contextRef="#ctx0" brushRef="#br1" timeOffset="103877.995">2646 10536 28822,'0'0'832,"0"0"-352,0 0-119,57 104-57,-15-72-304,26 11-32,-7-7-817,-10-7-3159</inkml:trace>
  <inkml:trace contextRef="#ctx0" brushRef="#br1" timeOffset="104123.876">2962 11222 29790,'0'0'1169,"0"0"-913,0 0 264,118-4 64,-59-10-336,9-1-160,0-1-88,-4 2-16,8-4-472,-17 5-808,-13-1-2129</inkml:trace>
  <inkml:trace contextRef="#ctx0" brushRef="#br1" timeOffset="104281.277">3286 10881 10442,'0'0'19908,"0"0"-19275,0 0-313,-41 132 208,34-69-120,0 8-216,7 2-136,0 0-48,0-6-8,0-9-248,20-15-344,0-15-857,2-19-2647</inkml:trace>
  <inkml:trace contextRef="#ctx0" brushRef="#br1" timeOffset="104497.437">3788 10690 19852,'0'0'10587,"0"0"-9819,-6 108-8,-16-15-96,-9 27-528,3 24-136,10 0 0,9-39 0,7-36-1176</inkml:trace>
  <inkml:trace contextRef="#ctx0" brushRef="#br1" timeOffset="104907.225">4373 10544 29942,'0'0'1321,"0"0"-937,0 0-160,0 0 104,0 0-8,134-10-184,-35-12-136,35-6-160,-18 3-904,-22 5-2041</inkml:trace>
  <inkml:trace contextRef="#ctx0" brushRef="#br1" timeOffset="105732.772">5174 10698 30799,'0'0'964,"0"0"-639,0 0-63,23-17 70,165-130-247,-125 87-85,-3-4 0,-3-2 0,-2-3 0,-4-2 0,8-19 0,-29 31 0,-30 92 0,-60 284 0,38-1 0,21-310 0,1 0 0,0 1 0,1-1 0,-1 0 0,1 1 0,0-1 0,1 0 0,0 0 0,0 0 0,0 0 0,1 0 0,-1 0 0,2 0 0,-1-1 0,0 0 0,1 0 0,0 0 0,0 0 0,1 0 0,-1-1 0,1 1 0,0-1 0,0-1 0,1 1 0,-1-1 0,1 0 0,-1 0 0,1 0 0,0-1 0,0 0 0,0 0 0,1-1 0,-1 1 0,0-1 0,0-1 0,1 1 0,-1-1 0,1 0 0,-1-1 0,0 1 0,1-1 0,-1 0 0,0-1 0,0 0 0,0 0 0,0 0 0,0-1 0,0 1 0,-1-1 0,4-3 0,13-15 0,0-2 0,-2 0 0,-1-2 0,0 0 0,-2-1 0,-1 0 0,-2-2 0,0 0 0,-2 0 0,0-1 0,1-15 0,-10 39 0,28-71 0,-4-1 0,-3-1 0,-3-1 0,-3-1 0,-5-1 0,-1-12 0,-14 188 0,-76 807 0,-58-1 0,123-806 0,8-48 0,-1 0 0,-3-1 0,-2 0 0,-2 0 0,-8 14 0,21-58 0,0 1 0,-1-1 0,0 0 0,0 0 0,1 0 0,-1 0 0,0 0 0,-1 0 0,1 0 0,0 0 0,-1 0 0,1 0 0,-1 0 0,1-1 0,-1 1 0,0-1 0,0 1 0,1-1 0,-1 0 0,0 0 0,0 0 0,-1 0 0,1 0 0,0 0 0,0 0 0,0-1 0,-1 1 0,1-1 0,0 1 0,0-1 0,-1 0 0,1 0 0,0 0 0,-1 0 0,1-1 0,0 1 0,0-1 0,-1 1 0,1-1 0,0 0 0,0 0 0,0 0 0,0 0 0,0 0 0,0 0 0,0 0 0,-1-1 0,-78-115 0,57 70 0,1-1 0,3 0 0,2-2 0,2 0 0,2-2 0,0-9 0,10 38 0,1 0 0,0 1 0,2-1 0,1 0 0,0 0 0,2 0 0,1 0 0,0 1 0,2-1 0,1 1 0,0 0 0,2 0 0,0 1 0,1 0 0,10-15 0,15-10-146,2 1 0,2 2 0,2 1 0,2 3 0,1 1 0,2 2 0,26-15 146,-39 26-566,73-54-3727</inkml:trace>
  <inkml:trace contextRef="#ctx0" brushRef="#br1" timeOffset="106004.762">6438 10982 30983,'0'0'700,"0"0"-351,0 0-98,0 0 97,25-14-224,84-41-112,-12 33-12,-94 23 0,1 1 0,-1-1 0,0 1 0,0 0 0,0 0 0,0 0 0,0 0 0,0 0 0,-1 1 0,1-1 0,-1 1 0,0 0 0,0 0 0,0 0 0,0 0 0,0 0 0,0 0 0,-1 0 0,0 0 0,1 1 0,-1-1 0,-1 1 0,1-1 0,0 1 0,-1-1 0,0 1 0,1-1 0,-2 1 0,1 0 0,0-1 0,-1 1 0,1-1 0,-1 1 0,0-1 0,0 0 0,-1 2 0,2 15 0,0 223 0,0-241 0,-1 1-1,1-1 1,0 0-1,-1 1 1,1-1 0,0 1-1,1-1 1,-1 0 0,0 1-1,1-1 1,-1 0-1,1 1 1,0-1 0,-1 0-1,1 1 1,0-1 0,1 0-1,-1 0 1,0 0-1,1 0 1,-1 0 0,1-1-1,-1 1 1,1 0-1,0-1 1,0 1 0,0-1-1,0 1 1,0-1 0,0 0-1,0 0 1,0 0-1,0 0 1,1 0 0,-1 0-1,0-1 1,1 1 0,-1-1-1,0 0 1,1 1-1,-1-1 1,0 0 0,1-1-1,-1 1 1,1 0-1,-1-1 1,0 1 0,1-1-1,-1 0 1,0 1 0,0-1-1,1 0 1,-1-1-1,0 1 1,0 0 0,0-1-1,0 1 1,-1-1 0,1 1-1,0-1 1,-1 0-1,1 0 1,0-1 0,90-123-1380,-53 60-825</inkml:trace>
  <inkml:trace contextRef="#ctx0" brushRef="#br1" timeOffset="106272.549">6877 10512 30062,'0'0'1233,"0"0"-993,0 0 48,0 0 32,0 0-320,133 97-232,-84-83-1569</inkml:trace>
  <inkml:trace contextRef="#ctx0" brushRef="#br1" timeOffset="106545.326">7451 9849 29630,'0'0'1434,"0"0"-973,0 0-231,12 20 270,149 245 12,-130-197-512,-4 1 0,-2 1 0,-4 1 0,-3 1 0,-3 1 0,-3 0 0,-3 1 0,-4 0 0,-3 0 0,-3 9 0,-6-30-6,-2 0 0,-3-1-1,-1 0 1,-4-1 0,-1-1 0,-2-1-1,-3 0 1,-2-2 0,-1 0 0,-3-2 0,-2-1-1,-16 17 7,-31 33-1065,2-21-2844</inkml:trace>
  <inkml:trace contextRef="#ctx0" brushRef="#br1" timeOffset="107458.132">8422 10240 29942,'0'0'859,"0"0"-436,0 0-182,23 7 134,23 6-195,-7-5-88,0 3-1,-1 1 0,-1 1 1,0 2-1,-1 2 0,0 2 1,-2 1-1,28 20-91,-55-33 1,0 1 0,-1 0-1,0-1 1,-1 2 0,1-1 0,-1 1-1,-1 0 1,0 0 0,0 0 0,-1 0 0,0 1-1,0-1 1,-1 1 0,-1 0 0,0 0-1,0 0 1,0-1 0,-2 1 0,1 0 0,-1 0-1,0 0 1,-1 0 0,-1 3-1,-5 16-1,-1 0-1,-2-1 1,0 0 0,-2-1 0,-1 0 0,-17 24 1,-24 25-27,-4-4 1,-2-1-1,-3-4 1,-4-2-1,-55 39 27,64-52 10,6 4-17,53-56 7,0 1 0,0-1 0,0 1 0,0-1 0,0 1 0,0-1 0,0 1 0,0 0 0,0-1 0,0 1 0,0-1 0,0 1 0,0-1 0,1 1 0,-1-1 0,0 1 0,0-1 0,1 1 0,-1-1 0,0 1 0,1-1 0,-1 1 0,1-1 0,-1 1 0,0-1 0,1 0 0,-1 1 0,1-1 0,-1 0 0,1 1 0,-1-1 0,1 0 1,-1 0-1,1 0 0,0 1 0,-1-1 0,1 0 0,-1 0 0,1 0 0,-1 0 0,1 0 0,-1 0 0,1 0 0,0 0 0,-1 0 0,1 0 0,-1-1 0,1 1 0,-1 0 0,1 0 0,-1 0 0,1-1 0,-1 1 0,1 0 0,-1 0 0,1-1 0,5 1 1,30-3 16,0-1 1,-1-1 0,0-3-1,0 0 1,0-2 0,-2-2-1,16-8-17,-31 13 2,130-47-51,-3-7-1,2-9 50,25-36-2539,-119 62-2681</inkml:trace>
  <inkml:trace contextRef="#ctx0" brushRef="#br0" timeOffset="28519.22">10217 8435 10762,'0'0'18620,"0"0"-17812,0 0-447,0 0-1,121 22 64,-53-22-40,11 0-104,8 0-136,1-10-88,-5 0-40,-10 0-16,-14 4-16,-15 2-256,-34-6-552,-10 2-1161,0-5-13914</inkml:trace>
  <inkml:trace contextRef="#ctx0" brushRef="#br0" timeOffset="28803.758">10596 8196 28134,'0'0'1072,"-8"105"-264,1-32-111,0 15-129,-4 7-192,9 0-184,0 0-192,2 13-8,0-21-608,2-26-2153</inkml:trace>
  <inkml:trace contextRef="#ctx0" brushRef="#br1" timeOffset="107896.4">8952 9601 30382,'0'0'713,"0"0"-449,0 0-80,0 0 144,0 0-24,143-16-160,-64-4-96,4-3-48,-4 3-152,13 2-288,-17 6-352,-21 6-1385</inkml:trace>
  <inkml:trace contextRef="#ctx0" brushRef="#br1" timeOffset="108246.156">9790 9214 29542,'0'0'1059,"0"0"-709,0 0-198,0 0 133,23 5-25,76 18-111,-95-21-143,0-1-1,1 1 1,-1 0 0,0 0-1,0 0 1,0 1-1,-1 0 1,1-1-1,0 1 1,-1 0-1,0 1 1,0-1-1,0 1 1,0-1-1,0 1 1,-1 0-1,0 0 1,1 0-1,-2 0 1,1 0-1,0 2-5,2 1 4,4 18 5,-1 0 0,-1 0-1,-2 1 1,0-1 0,-1 1-1,-2 0 1,0 0 0,-2 0-1,-1 4-8,0 31 13,9 80 10,-7-140-22,1 1-1,0 0 1,-1 0 0,1-1-1,0 1 1,0 0 0,0-1 0,0 1-1,1-1 1,-1 0 0,0 1-1,1-1 1,-1 0 0,1 0 0,-1 0-1,1 1 1,-1-2 0,1 1-1,0 0 1,-1 0 0,1 0 0,0-1-1,0 1 1,0-1 0,0 0-1,-1 1 1,1-1 0,0 0 0,0 0-1,0 0 1,0 0 0,0-1-1,0 1 1,-1 0 0,1-1 0,0 1-1,0-1 1,0 0 0,-1 0-1,1 1 1,0-1-1,63-45-5,-50 26-301,0 0 0,-1 0 1,-2-2-1,0 1 0,-1-2 0,-1 0 0,5-17 306,6-24-3180</inkml:trace>
  <inkml:trace contextRef="#ctx0" brushRef="#br1" timeOffset="108475.398">9829 8731 29686,'0'0'1257,"0"0"-1113,0 0 112,121 55 72,-12-21-328,-12-7-168,-14-5-11059</inkml:trace>
  <inkml:trace contextRef="#ctx0" brushRef="#br1" timeOffset="123313.541">5412 935 27662,'0'0'2496,"0"0"-1647,0 0-177,0 0-32,0 0-336,0 0-304,18 108-16,-5-96-1016,2-10-2521</inkml:trace>
  <inkml:trace contextRef="#ctx0" brushRef="#br1" timeOffset="123906.669">6024 633 30839,'0'0'989,"0"0"-587,0 0-245,11-22 59,-5 9-184,1-3-17,0 1-1,1 1 1,1-1 0,0 1-1,1 1 1,1-1 0,0 2-1,1 0 1,7-6-15,244-187-108,-257 201 96,-6 5 11,-1-1-1,1 1 0,0-1 1,0 1-1,0-1 0,0 1 1,1-1-1,-1 1 0,0-1 1,0 1-1,0-1 0,0 1 0,0-1 1,1 0-1,-1 1 0,0-1 1,0 1-1,1-1 0,-1 0 1,0 1-1,0-1 0,1 1 1,-1-1-1,1 0 0,-1 1 1,0-1-1,1 0 0,-1 0 0,1 1 1,-1-1-1,1 0 0,-1 0 1,0 0-1,1 0 0,-1 1 1,1-1-1,-1 0 0,1 0 1,-1 0-1,1 0 0,-1 0 0,1 0 1,-1 0-1,1 0 0,-1-1 1,1 1-1,-1 0 0,1 0 1,-1 0-1,1 0 0,-1-1 1,0 1-1,1 0 0,-1 0 1,1-1-1,-1 1 0,0 0 0,1-1 1,-1 1-1,0 0 0,1-1 1,-1 1-1,0-1 0,0 1 1,1-1 1,-42 219 8,31-168-5,3 0 1,2 1 0,2-1 0,2 18-4,1-54 6,1 0 0,0 0 0,1 0-1,1 0 1,0 0 0,1-1 0,0 1 0,1-1 0,1 0-1,0-1 1,1 1 0,0-1 0,0 0 0,2-1 0,-1 0-1,1 0 1,11 9-6,-15-16 4,0-1 0,0 1-1,0-1 1,1 0 0,-1 0 0,1 0-1,0-1 1,0 0 0,0 0-1,0-1 1,0 0 0,0 0 0,1 0-1,-1 0 1,0-1 0,0 0-1,1-1 1,-1 1 0,0-1 0,0-1-1,0 1 1,0-1 0,0 0 0,0 0-1,0-1 1,-1 1 0,1-1-1,-1 0 1,1-1 0,-1 0 0,0 0-4,17-13-2,1-1 1,-2-1-1,-1-1 1,0-1-1,-2-1 1,3-5 1,36-51 0,-3-2 0,-4-3 0,-3-2 0,26-70 0,-12-46 0,-62 259 0,-40 688 0,38-595 0,5-26 0,-5 0 0,-7 0 0,-4 0 0,-6-2 0,-25 82 0,42-193 0,-1-1 0,0 1 0,-1-1 0,0 0 0,0 0 0,-1-1 0,0 1 0,-1-1 0,0-1 0,-1 1 0,0-2 0,-1 1 0,0-1 0,0 0 0,0 0 0,-1-1 0,0-1 0,-1 0 0,1 0 0,-1-1 0,0 0 0,-1-1 0,-2 1 0,7-7 0,-1 0 0,1 0 0,-1-1 0,1 0 0,0 0 0,0-1 0,1 0 0,-1 0 0,1 0 0,0-1 0,0 0 0,0 0 0,1-1 0,-1 1 0,1-1 0,1 0 0,-1-1 0,1 1 0,0-1 0,1 0 0,-1 0 0,2 0 0,-1 0 0,1-1 0,0 1 0,0-1 0,0-6 0,-6-8 0,2 0 0,0-1 0,2 0 0,1 0 0,0 0 0,2 0 0,0 0 0,2 0 0,0 0 0,2-1 0,1 2 0,0-1 0,2 0 0,0 1 0,2 0 0,0 0 0,2 1 0,0 1 0,1-1 0,4-2 0,145-163-340,-80 104-1168</inkml:trace>
  <inkml:trace contextRef="#ctx0" brushRef="#br1" timeOffset="126593.481">12747 503 28166,'0'0'1943,"0"0"-1035,0 0-397,0 0-40,21 10-48,-13-7-388,0 2-17,1-1-1,0 0 0,0 0 0,0-1 0,1 0 1,-1-1-1,1 0 0,0 0 0,0-1 0,-1-1 1,1 1-1,0-1 0,0-1 0,0 0 0,-1-1 1,1 1-1,-1-2 0,3 0-17,44-21 0,0-2 0,-2-3 0,-1-2 0,-1-2 0,-2-3 0,-1-1 0,-2-3 0,29-32 0,-75 96 0,-9 2 0,-4 8 0,1 1 0,2 1 0,2 0 0,1 0 0,1 1 0,2-1 0,2 22 0,1-51 0,1-1 0,0 1 0,0-1 0,0 1 0,0-1 0,1 1 0,1-1 0,-1 0 0,1 0 0,0 0 0,0 0 0,0 0 0,1 0 0,0-1 0,0 0 0,0 0 0,1 0 0,0 0 0,0-1 0,0 0 0,0 0 0,1 0 0,0-1 0,0 0 0,0 0 0,0 0 0,0-1 0,0 1 0,1-2 0,-1 1 0,5 0 0,5-1 0,-1 0 0,0-1 0,1-1 0,-1 0 0,0-1 0,0-1 0,0-1 0,0 0 0,-1 0 0,0-2 0,1 0 0,-2 0 0,1-1 0,-1-1 0,0 0 0,-1-1 0,0-1 0,0 1 0,-1-2 0,0 0 0,6-8 0,15-14 0,-1-1 0,-1-2 0,-2-1 0,-2-1 0,-1-1 0,-3-1 0,0-1 0,-3-1 0,-2-1 0,-1-1 0,-3 0 0,-6-2 0,-23 105 0,-6 56 0,5 2 0,5 0 0,5 0 0,8 100 0,-1-159 0,44 965 0,-43-969 0,2-37 0,-1 0 0,-1 0 0,0 0 0,-1 0 0,-1 0 0,-1 0 0,0 0 0,-1 0 0,-1 0 0,0-1 0,-2 1 0,0-1 0,0 0 0,-2-1 0,0 0 0,0 0 0,-2-1 0,1 0 0,-2 0 0,-2 2 0,9-13 0,0 0 0,0-1 0,-1 1 0,1-1 0,0 0 0,-1 0 0,0 0 0,1 0 0,-1-1 0,0 0 0,0 0 0,0 0 0,1 0 0,-1-1 0,0 0 0,0 0 0,0 0 0,0-1 0,0 0 0,0 0 0,0 0 0,1 0 0,-1-1 0,0 0 0,1 0 0,0 0 0,-1 0 0,1-1 0,0 0 0,0 0 0,0 0 0,0 0 0,1 0 0,-2-3 0,-103-137 0,107 141 0,-19-29 0,1 0 0,1-1 0,2-1 0,2-1 0,1 0 0,1-1 0,2-1 0,2 1 0,1-1 0,2 0 0,1-1 0,2 0 0,2-20 0,2 41 0,2 1 1,0-1-1,0 1 1,2 0-1,0 0 1,1 0-1,0 1 1,1 0-1,0 0 1,1 1-1,1 0 1,0 1-1,10-9 0,160-137-58,-148 134 15,85-66-666,-10 9-1040</inkml:trace>
  <inkml:trace contextRef="#ctx0" brushRef="#br1" timeOffset="126942.199">14594 814 11939,'0'0'15918,"0"0"-12344,0 0-3300,0 0 73,5 20 95,17 119-169,-40 78-273,57-229 0,170-192 0,-201 196 0,1 1 0,0 0 0,0 1 0,1 0 0,-1 1 0,1-1 0,1 2 0,-1 0 0,1 0 0,-1 1 0,1 0 0,0 0 0,0 2 0,1-1 0,0 1 0,-8 4 0,0 0 0,-1 0 0,1 1 0,-1-1 0,0 1 0,0-1 0,0 1 0,-1 0 0,1 0 0,-1 0 0,0 1 0,0-1 0,0 1 0,-1-1 0,1 1 0,-1-1 0,0 1 0,-1 0 0,1-1 0,-1 1 0,0 0 0,0 0 0,0-1 0,-1 1 0,0 0 0,0 0 0,0-1 0,-2 5 0,2 15 0,-4 61 85,0-38-3367,5-21-9372</inkml:trace>
  <inkml:trace contextRef="#ctx0" brushRef="#br0" timeOffset="4458.493">9818 3606 23125,'0'0'6440,"0"0"-4686,0 0-1316,0 0 5,24 17-5,158 117-309,-179-131-129,43 29 0,-2 3 0,-2 1 0,-1 2 0,-2 2 0,-1 2 0,-3 1 0,-1 2 0,19 36 0,-40-53-601,-24-56-1988,-4-11-3967</inkml:trace>
  <inkml:trace contextRef="#ctx0" brushRef="#br0" timeOffset="4737.877">10303 3689 29814,'0'0'1297,"0"0"-729,-138 152-136,72-74-104,0 5-224,-11 22-104,20-22-456,13-20-2457</inkml:trace>
  <inkml:trace contextRef="#ctx0" brushRef="#br0" timeOffset="9084.418">11403 560 22133,'0'0'5277,"0"0"-3673,0 0-1086,0 0-128,0 0-50,-13 3 37,-41 12-72,18 28-10,31-31-243,-73 175 831,-52 192-883,87-243 108,-236 801 377,232-780-485,6 2 0,8 2 0,6 1 0,8 1 0,5 38 0,13 1098 0,10-1171 0,6-1 0,5 0 0,6-2 0,5 0 0,5-3 0,13 19 0,9 42 0,294 993 0,-262-946 0,-79-214-248,-13-27-110,2 11 304,-9-31-1518</inkml:trace>
  <inkml:trace contextRef="#ctx0" brushRef="#br0" timeOffset="11596.133">12166 3223 8210,'0'0'7347,"0"0"2287,0 0-6640,0 0-2139,0 0-237,-4-6-71,4 4-507,-1 0-1,0 0 1,0 0-1,0 0 1,0 0-1,-1 0 1,1 0-1,0 1 1,-1-1-1,1 0 1,-1 1-1,0-1 1,0 1 0,1 0-1,-1-1 1,0 1-1,0 0 1,0 0-1,0 0 1,0 1-1,0-1 1,-1 0-1,1 1 1,0 0-1,0-1 1,0 1-1,-1 0 1,1 0-1,0 0 1,0 0 0,0 0-1,-1 1 1,1-1-1,0 1 1,0 0-1,0-1 1,0 1-1,0 0 1,-2 1-40,-7 8 81,0 1 1,0 1-1,1-1 0,0 2 1,1-1-1,1 1 0,0 1 1,1-1-1,0 1 0,-2 8-81,0-4 54,-23 53-39,3 2 0,3 1 1,3 1-1,4 1 0,2 1 1,5 0-1,2 1 0,4 0 1,4 1-1,6 70-15,-3-133 0,0 1 0,1-1 0,1 1 0,0-1 0,1 0 0,1 0 0,0-1 0,2 1 0,-1-1 0,2-1 0,0 1 0,1-1 0,0 0 0,1-1 0,0 0 0,1-1 0,1 0 0,5 3 0,-10-10-82,1 0 0,0-1 0,0 0 0,0-1 0,0 1 0,1-2 0,-1 1 0,1-1 1,-1 0-1,1-1 0,0 0 0,0-1 0,0 0 0,-1 0 0,1 0 0,0-2 0,0 1 0,5-2 82,29-13-1758</inkml:trace>
  <inkml:trace contextRef="#ctx0" brushRef="#br1" timeOffset="125226.424">9792 854 30743,'0'0'686,"0"0"-332,0 0 17,0 0 21,20 15-200,63 47-163,-81-60-29,1-1 0,-1 1 0,0-1 0,1 1 0,-1 0 0,0 0 0,0 0 0,0 0 0,0 0 0,0 1 0,-1-1 0,1 1 0,-1-1 0,1 1 0,-1-1 0,0 1 0,0 0 0,0 0 0,0-1 0,-1 1 0,1 0 0,-1 0 0,0 0 0,0 0 0,0 0 0,0 0 0,0 1 0,-1 10 0,0-7-28,0 0-1,-1 0 1,0-1 0,0 1-1,-1 0 1,0-1-1,0 0 1,0 1 0,-1-1-1,0-1 1,0 1 0,0 0-1,-1-1 1,0 0-1,0 0 1,0 0 0,0-1-1,-4 2 29,-47 58-383,54-62 395,1-1 0,0 0 0,1 1-1,-1-1 1,0 1 0,0-1-1,0 1 1,1 0 0,-1-1 0,1 1-1,0 0 1,-1-1 0,1 1-1,0 0 1,0 0 0,0-1 0,0 1-1,0 0 1,0 0 0,1-1-1,-1 1 1,1 0 0,-1-1 0,1 1-1,-1 0 1,1-1 0,0 1-1,0-1 1,0 1 0,0-1 0,0 0-1,0 1 1,0-1 0,0 0-1,1 0 1,-1 0 0,0 1 0,1-1-1,-1-1 1,1 1 0,-1 0-1,1 0 1,0-1 0,-1 1 0,1 0-1,0-1 1,-1 0 0,1 1-1,0-1 1,-1 0 0,1 0 0,0 0-1,0 0 1,-1 0 0,3-1-12,100-3 20,-102 4-36,67-17-855,-3-7-1558</inkml:trace>
  <inkml:trace contextRef="#ctx0" brushRef="#br1" timeOffset="125495.31">10879 698 30879,'0'0'736,"0"0"-128,0 0-424,169-18-184,-99 1-424,-6-5-1345</inkml:trace>
  <inkml:trace contextRef="#ctx0" brushRef="#br1" timeOffset="125777.212">11526 734 30254,'0'0'825,"0"0"-113,0 0-224,0 0-176,144 29-312,-73-49-216,-6-7-1528</inkml:trace>
  <inkml:trace contextRef="#ctx0" brushRef="#br1" timeOffset="124156.191">7716 818 30839,'0'0'1280,"0"0"-872,-31 135-168,23-74-240,1 0 0,7 0 0,0 6 0,4-16-24,7-17-2176</inkml:trace>
  <inkml:trace contextRef="#ctx0" brushRef="#br1" timeOffset="124912.266">7977 556 29462,'0'0'1195,"0"0"-728,0 0-178,23-14 42,141-82 129,-43 66-246,-116 32-213,0-1 0,-1 1 0,1 0 0,-1 1 0,0-1 0,1 1 0,-1 0 0,0 0 0,-1 0 0,1 1 0,-1-1 0,1 1 0,-1 0 0,0 0 0,0 0 0,-1 0 0,1 1 0,-1-1 0,0 1 0,0-1 0,0 1 0,-1 0 0,0 0 1,0 0-1,0 0 0,0 0 0,-1-1 0,0 2-1,7 17 5,-5-14-5,6 24 0,1 0-1,2 0 1,1-1-1,2-1 1,0 0-1,2 0 1,2-2-1,1 0 1,1-1-1,1-1 1,13 11 0,-31-36 6,1 0 1,0-1-1,0 0 0,1 0 1,-1 0-1,0 0 0,0-1 1,0 1-1,0-1 0,1 0 0,-1 0 1,0-1-1,0 1 0,0-1 1,1 0-1,-1 0 0,0-1 1,0 1-1,-1-1 0,1 0 1,0 0-1,0 0 0,-1 0 1,1-1-1,-1 1 0,0-1 1,0 0-1,0 0 0,0 0 1,0 0-1,-1-1 0,0 1 1,1-1-1,-1 0 0,0 1 1,-1-1-1,1 0 0,-1 0 1,1 0-1,-1-2-6,7-6-2,359-592-105,-349 582 128,-17 27-11,48 1033 124,-30-770-123,-16-228-11,0-24 0,0 1 0,-1-1 0,-1 1 0,0 0 0,-1 0 0,-1-1 0,-1 1 0,0 0 0,-1-1 0,-1 1 0,-1-1 0,0 0 0,-1-1 0,0 1 0,-2-1 0,-8 14 0,11-25 0,-1 0 0,0 0 0,0-1 0,0 0 0,0 0 0,-1 0 0,1-1 0,-1 0 0,1 0 0,-1-1 0,0 0 0,0 0 0,0 0 0,0-1 0,0 0 0,1 0 0,-1-1 0,0 0 0,0 0 0,0-1 0,1 1 0,-1-2 0,1 1 0,-1-1 0,1 0 0,0 0 0,0 0 0,0-1 0,1 0 0,-1 0 0,1-1 0,0 1 0,0-1 0,0 0 0,1-1 0,0 1 0,0-1 0,0 0 0,-1-2 0,-5-6 0,0 0 0,1-1 0,1 0 0,0 0 0,1 0 0,0-1 0,2 0 0,0-1 0,0 1 0,2-1 0,0 0 0,1 0 0,1 0 0,0 0 0,1 0 0,1 0 0,1 0 0,0 0 0,1 0 0,1 1 0,0-1 0,2 1 0,0-1 0,23-24-17,2 1 0,1 1 0,2 2 0,1 2 0,3 1 0,0 2 0,27-17 17,39-31-916,-12 11-1410</inkml:trace>
  <inkml:trace contextRef="#ctx0" brushRef="#br1" timeOffset="122771.598">2859 392 28614,'0'0'1567,"0"0"-1087,0 0-220,0 0 106,24 2-26,-1 1-263,-11 0-49,0-2-1,0 0 0,-1 0 0,1-1 0,0 0 0,0-1 0,0 0 0,-1-1 1,1-1-1,0 0 0,10-4-27,27-17 26,-1-1 0,-1-3-1,-1-2 1,-2-2 0,-1-2 0,17-18-26,-9 10 1,-47 39-1,-4 3 0,0 1 0,0-1-1,0 1 1,0-1 0,0 0-1,0 1 1,0-1 0,0 1-1,1-1 1,-1 1 0,0-1-1,0 1 1,0-1 0,1 1-1,-1-1 1,0 0 0,0 1-1,1-1 1,-1 1 0,0-1-1,1 0 1,-1 1 0,0-1-1,1 0 1,-1 0-1,1 1 1,-1-1 0,0 0-1,1 0 1,-1 1 0,1-1-1,-1 0 1,1 0 0,-1 0-1,1 0 1,-1 0 0,1 0-1,-1 0 1,1 0 0,-1 0-1,1 0 1,-1 0 0,1 0-1,-1 0 1,1 0 0,-1 0-1,0-1 1,1 1 0,-1 0-1,1 0 1,-1-1 0,1 1-1,-1 0 1,0 0 0,1-1-1,-1 1 1,0 0 0,1-1-1,-1 1 1,0-1 0,-14 142 17,9-111-10,1-1 0,1 1 1,1 1-1,2-1 0,1 0 0,3 11-7,-1-35 2,0 0-1,0 0 1,0 0 0,1 0 0,0-1-1,0 1 1,1-1 0,-1 0 0,1-1-1,0 1 1,0-1 0,1 0 0,0 0-1,-1 0 1,1-1 0,0 0 0,0 0-1,1 0 1,-1-1 0,1 0 0,-1-1-1,1 1 1,0-1 0,-1 0-1,1-1 1,0 1 0,0-2 0,0 1-1,-1-1 1,1 1 0,0-2 0,-1 1-1,1-1 1,0 0 0,-1-1 0,0 1-1,0-1 1,0 0 0,1-2-2,27-14 0,-1-2 1,-1-1-1,-1-2 1,-1-1-1,-1-2 1,-1 0-1,-2-2 1,-1-1-1,-1-1 1,-2-1-1,18-33 0,-25 41 34,-2-1-1,-1-1 1,-1 0-1,-1 0 1,-2-1 0,4-20-34,-7 43 318,-5 39-367,0-22 73,0 87-24,3 173 0,-11 0 0,-12-1 0,-39 174 0,57-435 0,-13 67 0,-2 0 0,-4-2 0,-3 0 0,-26 51 0,48-119 0,-1-1 0,0 1 0,0-1 0,0 0 0,-1 0 0,-1 0 0,1 0 0,-1-1 0,0 0 0,0 0 0,-1 0 0,1-1 0,-1 0 0,-1 0 0,1 0 0,-1-1 0,0 0 0,0 0 0,0 0 0,0-1 0,-1 0 0,1-1 0,-1 0 0,0 0 0,1 0 0,-1-1 0,-3 0 0,7-3 0,0-1 0,0 1 0,0-1 0,1 0 0,-1 0 0,1 0 0,-1 0 0,1-1 0,0 1 0,0-1 0,1 0 0,-1 1 0,1-2 0,-1 1 0,1 0 0,1 0 0,-1-1 0,1 1 0,-1 0 0,1-1 0,1 0 0,-1-3 0,-7-38 0,3-1 0,1 0 0,3 0 0,1 0 0,3 0 0,2 0 0,1 1 0,3-1 0,2 2 0,11-29 0,-9 22 0,2 1 0,3 0 0,2 1 0,2 1 0,2 2 0,24-37 0,73-26-93,-100 95-6,70-52-1160,-1 6-1387</inkml:trace>
  <inkml:trace contextRef="#ctx0" brushRef="#br1" timeOffset="123050.46">4768 980 29222,'0'0'1319,"0"0"-513,0 0 41,-14-15-355,-47-50-411,59 62-81,0 0 0,0 0 0,0 0 0,0 1 0,0-1 0,-1 0 0,1 1 0,-1 0 0,1 0 0,-1-1 0,0 2 0,0-1 0,0 0 0,0 1 0,0-1 0,-1 1 0,1 0 0,0 0 0,-1 0 0,1 0 0,-1 1 0,1-1 0,-1 1 0,1 0 0,0 0 0,-1 0 0,1 1 0,-1-1 0,1 1 0,-1 0 0,1 0 0,0 0 0,0 0 0,-1 1 0,1-1 0,0 1 0,0 0 0,0 0 0,1 0 0,-1 0 0,0 0 0,1 1 0,-1-1 0,1 1 0,0-1 0,0 1 0,0 0 0,0 0 0,0 0 0,1 0 0,-1 0 0,1 1 0,0-1 0,0 0 0,0 1 0,1-1 0,-1 1 0,1-1 0,0 1 0,-1-1 0,2 0 0,-1 1 0,0 1 0,-1 0 0,0 1 0,-1 0 0,2 0 0,-1-1 0,1 1 0,0 0 0,0 0 0,1 0 0,-1 0 0,1-1 0,1 1 0,-1 0 0,1 0 0,0-1 0,0 0 0,1 1 0,-1-1 0,1 0 0,0 0 0,1 0 0,-1 0 0,1-1 0,0 0 0,0 1 0,0-1 0,1-1 0,0 1 0,-1-1 0,1 0 0,0 0 0,1 0 0,-1 0 0,0-1 0,1 0 0,3 1 0,3-1-144,1-1 0,0 0 1,0-1-1,1 0 0,-1-1 0,-1-1 0,1 0 1,0 0-1,0-1 0,-1-1 0,9-3 144,33-14-1955</inkml:trace>
  <inkml:trace contextRef="#ctx0" brushRef="#br1" timeOffset="131103.61">15905 643 28870,'0'0'1971,"0"0"-1341,0 0-348,25-15 63,165-117 161,117-164-351,-261 254-147,-40 45-8,-24 250 0,17-242 0,5 137 0,-3-142 0,0-1 0,0 0 0,0 1 0,1-1 0,0 0 0,0 0 0,1 0 0,-1-1 0,1 1 0,0 0 0,0-1 0,0 0 0,1 0 0,0 0 0,0 0 0,0 0 0,0-1 0,0 0 0,1 0 0,-1 0 0,1 0 0,0-1 0,0 1 0,0-1 0,3 0 0,1 0 0,0 0 0,0-1 0,0 0 0,-1-1 0,1 0 0,0 0 0,0-1 0,0 0 0,0 0 0,-1-1 0,1-1 0,-1 1 0,1-1 0,-1-1 0,0 1 0,0-1 0,0-1 0,-1 0 0,0 0 0,0 0 0,0-1 0,0 0 0,131-153 0,-136 155 0,41-59 0,-3-1 0,-3-2 0,26-66 0,-52 117 0,-11 29 0,-1-9 0,-48 347 0,0 292 0,19-154 0,29-480 0,-31 161 0,31-166 0,-1 1 0,1-1 0,-2 0 0,1 1 0,0-1 0,-1 0 0,0-1 0,0 1 0,0 0 0,-1-1 0,0 0 0,0 0 0,0 0 0,0 0 0,0 0 0,-1-1 0,0 0 0,1 0 0,-1 0 0,0-1 0,-1 1 0,1-1 0,0-1 0,-1 1 0,1-1 0,-1 0 0,1 0 0,-1 0 0,1-1 0,0-1 0,0 0 0,1 0 0,-1 0 0,0 0 0,1-1 0,-1 1 0,1-1 0,0-1 0,-1 1 0,1 0 0,0-1 0,0 0 0,1 0 0,-1 0 0,1 0 0,-1-1 0,1 0 0,0 1 0,0-1 0,1 0 0,-1 0 0,1-1 0,0 1 0,0 0 0,0-1 0,0 1 0,1-3 0,-27-140 0,27 115-23,2 0 1,1 0-1,1 0 0,2 1 1,1-1-1,2 1 0,1 0 1,1 1-1,8-16 23,110-228-2211,-68 165-671</inkml:trace>
  <inkml:trace contextRef="#ctx0" brushRef="#br1" timeOffset="131398.336">17608 661 28006,'0'0'1762,"0"25"-1142,-1 171 399,-22 94-146,42-314-798,65-135-92,-65 116-21,3 0 0,1 2 0,2 1 0,2 1 0,14-14 38,-41 52 2,0 1 0,0-1-1,0 1 1,0-1 0,0 1-1,0 0 1,1-1 0,-1 1-1,0-1 1,0 1 0,0 0 0,0-1-1,1 1 1,-1 0 0,0-1-1,1 1 1,-1 0 0,0-1-1,0 1 1,1 0 0,-1 0-1,1-1 1,-1 1 0,0 0 0,1 0-1,-1 0 1,0 0 0,1-1-1,-1 1 1,1 0 0,-1 0-1,1 0 1,-1 0 0,0 0-1,1 0 1,-1 0 0,1 0 0,-1 0-1,0 0 1,1 0 0,-1 0-1,1 0 1,-1 1 0,1-1-1,-1 0 1,0 0 0,1 0 0,-1 1-1,0-1 1,1 0 0,-1 0-1,0 1 1,1-1 0,-1 0-1,0 1 1,0-1 0,1 0-1,-1 1 1,0-1 0,0 0 0,1 1-1,-1-1 1,0 1 0,0-1-1,0 0 1,0 1 0,0-1-1,0 1 1,0-1-2,0 38 85,0-25-81,-1 2-51,0-9-7,1-1 0,-1 1 0,1-1-1,0 1 1,0-1 0,1 1 0,0-1 0,0 1-1,0-1 1,1 0 0,-1 1 0,1-1-1,0 0 1,1 0 0,-1 0 0,1-1-1,0 1 1,0-1 0,1 1 0,1 1 54,21 8-2137</inkml:trace>
  <inkml:trace contextRef="#ctx0" brushRef="#br1" timeOffset="131650.487">18222 791 27054,'0'0'4081,"0"0"-3737,0 0-192,0 0-72,0 0 80,0 0-96,158-20-64,-86 2-56,-10 1-616,-8 1-2017</inkml:trace>
  <inkml:trace contextRef="#ctx0" brushRef="#br1" timeOffset="131902.154">18759 661 27094,'0'0'3288,"0"0"-2999,0 0-185,0 0 136,-22 102 96,22-72-192,11 1-88,4 5-56,-1 17-112,-6-8-592,-5-3-1961</inkml:trace>
  <inkml:trace contextRef="#ctx0" brushRef="#br1" timeOffset="132107.649">18386 542 30046,'0'0'769,"0"0"-569,0 0 264,0 0 40,0 123-128,0-70-216,0 6-160,0 40-48,0-13-704,-4-9-2017</inkml:trace>
  <inkml:trace contextRef="#ctx0" brushRef="#br1" timeOffset="132389.267">16127 1673 28230,'0'0'3393,"0"0"-3065,127-66-232,20 37 32,72-1 216,39 3-96,23 7-248,-5 2 0,-30 10 0,-12 4 0,-19 4 0,-20 4 0,-9 20 0,-19 4 0,-49-5-384,-34-5-3233</inkml:trace>
  <inkml:trace contextRef="#ctx0" brushRef="#br1" timeOffset="133239.653">18693 2170 30414,'0'0'697,"0"0"-227,0 0-180,-2-22-54,-8-71-95,9 86-139,0 0 0,-1 1-1,0-1 1,0 1 0,0-1 0,-1 1-1,0 0 1,0 0 0,-1 0 0,1 0-1,-1 1 1,-1 0 0,1-1 0,-1 1-1,0 1 1,0-1 0,0 1 0,-1 0-1,1 0 1,-1 0 0,0 1 0,0 0-1,-1 0 1,1 1 0,0 0-1,-1 0 1,0 0 0,1 1 0,-1-1-1,0 2 1,0-1 0,1 1 0,-1 0-1,0 1 1,0-1 0,0 1 0,1 1-1,-1-1 1,0 1 0,1 0 0,0 1-1,-1-1 1,1 1 0,0 1 0,0-1-1,-3 4-1,-1 2 3,0 0 0,1 1 0,1 0 0,0 1 0,0 0 0,1 0 0,0 1 0,1 0 0,0 0 0,1 0 0,0 1 0,1 0 0,1 0 0,0 0 0,1 0 0,0 0 0,1 1 0,0-1 0,1 1 0,1-1 0,0 2-3,0-6 13,0 1-1,0-1 1,1 0 0,0 1 0,1-1-1,-1 0 1,2 0 0,0-1 0,0 1-1,0-1 1,1 1 0,0-1 0,1-1-1,0 1 1,0-1 0,1 0-1,-1 0 1,2-1 0,-1 0 0,1 0-1,-1-1 1,2 0 0,-1 0 0,0-1-1,1 0 1,0-1 0,0 0 0,0 0-1,8 1-12,-6-2-99,0-1-1,0 0 1,0-1-1,0 0 0,1 0 1,-1-2-1,-1 1 0,1-1 1,0-1-1,0 0 1,-1 0-1,1-1 0,-1-1 1,0 1-1,0-2 0,-1 1 1,0-1-1,0-1 1,0 0-1,-1 0 0,0-1 1,0 0-1,3-3 100,31-40-6864</inkml:trace>
  <inkml:trace contextRef="#ctx0" brushRef="#br1" timeOffset="132807.804">17681 2162 27406,'0'0'3521,"0"0"-3089,0 0-80,0 0 56,120-8-88,-74 0-200,0 2-120,13 6-88,-13 0-472,-8 0-1089</inkml:trace>
  <inkml:trace contextRef="#ctx0" brushRef="#br1" timeOffset="132990.955">17632 2444 30895,'0'0'768,"0"0"-632,0 0-88,0 0-48,191-59-112,-105 29-600,-5 0-1513</inkml:trace>
  <inkml:trace contextRef="#ctx0" brushRef="#br1" timeOffset="139403.028">13606 5782 19340,'0'0'5685,"0"0"-3886,0 0-734,0 0-436,18-3-150,133-34 265,-10-9-540,1 8-1,2 5 1,1 6 0,132-5-204,784-12 150,-853 41-67,1933-106 353,562-73-69,663 148-275,-2431 36-89,-411-4-3,905 13 17,-923 15-2272,342 69 2255,-781-85-4700</inkml:trace>
  <inkml:trace contextRef="#ctx0" brushRef="#br0" timeOffset="44098.622">13485 13000 29246,'0'0'1132,"0"0"-694,0 0-171,0 0 103,0 0 2,0 0-95,13 13-64,44 41-20,-54-52-183,1 0 0,-1-1 0,0 1 0,0-1 0,1 0 0,-1 0 0,1 0 0,-1 0 1,1 0-1,-1-1 0,1 0 0,0 0 0,-1 0 0,1 0 0,-1 0 0,1-1 0,-1 1 0,1-1 0,-1 0 0,1 0 0,-1 0 0,0-1 0,1 1 0,-1-1 0,2-1-10,-4 2 0,29-17 1,0-1 0,-2-2 0,0-1 0,-1-1 0,-1-2 0,-2 0 0,0-2 0,4-8-1,1 4 0,-2-2 0,-1 0 0,-1-2 0,-2 0 0,-2-2 0,-1-1 0,-2 0 0,-1-1 0,-3-1 0,-1-1 0,-1 0 0,2-26 0,-13 51 0,-4 40 0,-56 428 0,56-128 0,4-313 0,0 1 0,1-1 0,0 1 0,0-1 0,1 0 0,1 0 0,0 0 0,0 0 0,1-1 0,1 1 0,0-1 0,0-1 0,1 1 0,0-1 0,0 0 0,1-1 0,1 1 0,0-1 0,-4-6 0,-1-1 0,1 0 0,0-1 0,-1 1 0,1-1 0,0 0 0,-1 0 0,1 0 0,0-1 0,-1 1 0,1-1 0,-1 0 0,1-1 0,-1 1 0,1-1 0,-1 0 0,0 0 0,0 0 0,0-1 0,0 1 0,0-1 0,-1 0 0,1 0 0,-1 0 0,0-1 0,0 1 0,0-1 0,0 1 0,0-1 0,-1 0 0,0 0 0,0-1 0,1-1 0,2 0 0,62-88 0,-5-3 0,-4-2 0,27-68 0,-83 164 0,28-54 0,-2-2 0,-3-1 0,-3-1 0,-2-1 0,-3-1 0,8-59 0,-88 438 0,6 70 0,17 2 0,16 54 0,14-261 0,6-111 0,3 8 0,-4-1 0,-3 1 0,-4-1 0,-2-1 0,-4 0 0,-24 59 0,-29-7 0,68-123 0,0-1 0,-1 1 0,1-1 0,-1 0 0,-1 0 0,1 0 0,0-1 0,-1 1 0,1-1 0,-1 0 0,0-1 0,0 1 0,-1-1 0,1 0 0,0 0 0,-1 0 0,1-1 0,-1 0 0,1 0 0,-1 0 0,0-1 0,1 0 0,-5 0 0,3-3 0,0 0 0,0-1 0,0 1 0,1-1 0,-1-1 0,1 1 0,0-1 0,1 0 0,-1 0 0,1-1 0,0 0 0,0 0 0,1 0 0,-1 0 0,1-1 0,1 0 0,0 1 0,-1-1 0,2-1 0,-1 1 0,1 0 0,1-1 0,-1 0 0,-11-40 0,2 0 0,2-1 0,2 0 0,2 0 0,3 0 0,2-1 0,1 1 0,3 0 0,9-39 0,0 44 0,2 1 0,2 1 0,1 0 0,3 1 0,1 1 0,2 1 0,2 2 0,1 0 0,2 2 0,1 0 0,2 3 0,1 0 0,16-9 0,9-12-522,2 2 0,2 3 0,43-23 522,-22 18-2419</inkml:trace>
  <inkml:trace contextRef="#ctx0" brushRef="#br0" timeOffset="44579.879">15287 13487 30134,'0'0'961,"0"0"-604,0 0-224,0 0 127,-1 24 169,-7 165-39,8 106-287,10-295-103,69-142 0,-50 87 7,5-11-98,2 1-1,3 2 1,45-54 91,-83 113 0,1 1 1,-1 0-1,1 0 0,0 0 0,0 0 0,0 1 0,0-1 0,1 1 0,-1-1 1,1 1-1,0 0 0,-1 0 0,1 0 0,0 0 0,0 0 0,0 1 1,1-1-1,-1 1 0,0 0 0,0 0 0,1 0 0,-1 0 0,1 1 0,-1-1 1,0 1-1,1 0 0,-1 0 0,1 0 0,-1 0 0,1 1 0,-1 0 0,1-1 1,-1 1-1,0 0 0,0 1 0,1-1 0,-1 1 0,0-1 0,0 1 1,0 0-1,1 1 0,4 15 26,1 2 0,-2-1 1,-1 1-1,0 0 1,-1 0-1,-2 1 0,0-1 1,-1 1-1,-1 0 0,-1 16-26,0-28-2,3 295 2,1-299-1432,1-8-1825</inkml:trace>
  <inkml:trace contextRef="#ctx0" brushRef="#br0" timeOffset="46193.741">18645 13353 28262,'0'0'2566,"0"0"-1762,-3 25-424,-16 167 238,19 76-481,8-237-137,7-37 0,16-47 0,-2-9-57,3 1 0,3 2 0,2 1 0,17-17 57,-51 70-13,0 1-1,1 0 1,-1 0-1,1 0 1,0 0-1,0 0 1,0 1 0,1-1-1,-1 1 1,1 0-1,0 1 1,0-1-1,0 1 1,0 0 0,0 0-1,2 0 14,-4 4 6,0 0-1,-1-1 0,1 1 0,-1 0 1,0 1-1,0-1 0,0 0 0,0 1 1,0-1-1,0 1 0,0-1 0,-1 1 1,0 0-1,1 0 0,-1 0 0,0 0 1,0 0-1,-1 0 0,1 0 1,-1 0-1,1 0 0,-1 0 0,0 0 1,0 0-1,0 0 0,-1 1 0,1-1 1,-1 0-1,0 0 0,0 1-5,1 6 41,-10 218 24,10-201-777,0-11-1014</inkml:trace>
  <inkml:trace contextRef="#ctx0" brushRef="#br0" timeOffset="46443.201">19340 13536 28606,'0'0'2937,"0"0"-2657,0 0 80,0 0-184,118 0 56,-83 0-88,3 4-144,8 0 0,-7-2-640,-8-2-1705</inkml:trace>
  <inkml:trace contextRef="#ctx0" brushRef="#br0" timeOffset="46786.593">20035 13339 30350,'0'0'865,"0"0"-305,0 0-48,-9 104-32,9-50-480,0 5 0,0 4 0,0 0 0,-2-4 0,0-3 0,2-17-1096,0-19-10939</inkml:trace>
  <inkml:trace contextRef="#ctx0" brushRef="#br0" timeOffset="47268.84">20280 12656 28630,'0'0'1587,"0"0"-872,0 0-302,0 0-30,21 12 129,-12-7-451,10 5 4,-1 1 0,0 1 0,-1 0 0,0 2 0,0-1 0,-2 2 0,8 10-65,2 4 1,-2 2 0,-1 1 0,-2 1 0,-1 0 0,-1 1 0,-3 1 0,0 1 0,-2 0 0,-2 1 0,-1 1 0,3 31-1,-6-20 0,-1 1 0,-3-1 0,-2 1 0,-3 0 0,-4 29 0,3-57 0,-1 0 0,-1-1 0,0 1 0,-2-1 0,-1-1 0,0 1 0,-2-1 0,0-1 0,-1 0 0,-1 0 0,0-1 0,-2-1 0,0 0 0,-8 6 0,-114 90-835,72-74-1963</inkml:trace>
  <inkml:trace contextRef="#ctx0" brushRef="#br0" timeOffset="44958.122">16177 13223 30022,'0'0'905,"0"0"-577,0 0-104,0 0 208,123 5-40,-62-5-176,9 0-128,7 0-88,37-9-64,-20-7-760,-15-2-3481</inkml:trace>
  <inkml:trace contextRef="#ctx0" brushRef="#br0" timeOffset="45800.038">17041 13268 30406,'0'0'613,"0"0"-352,0 0-108,0 0 147,25-8 90,-1 1-309,-5 2-45,-1 0 1,0-2-1,0 0 0,0-1 0,-1 0 0,0-2 0,-1 0 1,0-1-37,7-4 2,-1 0 1,0-2-1,-1 0 1,-1-2 0,-1 0-1,0-1 1,-2-1-1,0 0 1,-1-2 0,-2 0-1,0 0 1,-1-1-1,-2-1 1,0 0 0,-2-1-1,-1 0 1,-1 0-1,-1-1 1,0-6-3,-8-79 29,-4 136 81,3 142-82,8 0 1,6-1-1,9 6-28,-17-152 0,-4-11 0,1 0 0,0 0 0,0 0 0,1 1 0,0-1 0,1 0 0,-1 0 0,2 0 0,-1-1 0,1 1 0,0 0 0,1-1 0,0 0 0,0 0 0,0 0 0,1 0 0,0-1 0,0 1 0,1-1 0,0-1 0,0 1 0,0-1 0,1 0 0,-1 0 0,1-1 0,2 1 0,-3-6 0,0 0 0,0 0 0,0 0 0,0-1 0,0 0 0,0 0 0,0 0 0,0-1 0,-1 0 0,1 0 0,-1 0 0,0-1 0,0 1 0,0-1 0,0-1 0,-1 1 0,0-1 0,1 0 0,-2 0 0,1 0 0,-1 0 0,1 0 0,-2-1 0,1 0 0,1-5 0,-3 10 0,50-88 0,-4-2 0,-3-3 0,-5-1 0,-5-2 0,-3-1 0,14-86 0,-15-28 0,-35 1138 0,-11-347 0,-35 109 0,48-654 0,-24 87 0,26-119 0,-1 1 0,0-1 0,0 0 0,1 0 0,-1-1 0,-1 1 0,1 0 0,0-1 0,0 1 0,-1-1 0,1 0 0,0 1 0,-1-1 0,1 0 0,-1-1 0,0 1 0,1 0 0,-1-1 0,0 1 0,1-1 0,-1 0 0,0 0 0,1 0 0,-1 0 0,0-1 0,0 1 0,1-1 0,-1 1 0,1-1 0,-1 0 0,1 0 0,-1 0 0,1-1 0,-1 1 0,1 0 0,0-1 0,0 0 0,0 1 0,0-1 0,0 0 0,0 0 0,0 0 0,0 0 0,1 0 0,-1-1 0,1 1 0,-1-1 0,-14-22 0,0-1 0,2 0 0,0-1 0,2-1 0,1 0 0,1 0 0,2-1 0,-4-23 0,6 26 0,1-1 0,1 1 0,1-1 0,1 0 0,1 0 0,2 0 0,1 0 0,1 1 0,1-1 0,1 0 0,2 1 0,0 0 0,2 1 0,6-12 0,9-11-73,3 2-1,1 1 1,3 1 0,1 2-1,2 1 1,2 2 0,31-26 73,-5 4-1575</inkml:trace>
  <inkml:trace contextRef="#ctx0" brushRef="#br0" timeOffset="48173.759">21576 12311 29302,'0'0'923,"0"0"-312,0 0-198,0 0 25,27 3 50,172 33 73,-22 46-527,-169-77-34,0 1-1,-1 0 1,1 0 0,-2 1 0,1-1 0,-1 2 0,0-1 0,0 1-1,-1 0 1,0 0 0,0 0 0,-1 1 0,0-1 0,0 1 0,-1 0-1,0 0 1,-1 1 0,0-1 0,0 4 0,-5 13 0,0-1 0,-2 1 0,-1-1 0,-1 0 0,-1-1 0,-1 0 0,-1 0 0,-1-1 0,-2 0 0,0-1 0,-1 0 0,-1-1 0,-1-1 0,-1 0 0,0-1 0,-2-1 0,-6 4 0,-10 16 0,-2-2 0,-1-1 0,-1-3 0,-2 0 0,-1-3 0,-1-2 0,-2-1 0,0-3 0,-23 8 0,133-25 0,408 2 0,-238 2-1678,-176-10-3125</inkml:trace>
  <inkml:trace contextRef="#ctx0" brushRef="#br0" timeOffset="49671.001">25308 11477 30190,'0'0'1545,"0"0"-1137,0 0 104,-26 100-400,26-46-112,0 9 0,0 24 0,0 35 0,0-18 0,-9-13-1632</inkml:trace>
  <inkml:trace contextRef="#ctx0" brushRef="#br0" timeOffset="49170.099">23954 11601 30535,'0'0'605,"-3"21"-309,-18 143 340,23 61-85,-2-226-552,1 1 0,-1-1 0,0 1 0,0-1 1,0 1-1,1-1 0,-1 1 0,0 0 0,1-1 0,-1 1 0,0-1 0,1 1 0,-1 0 0,0-1 1,1 1-1,-1 0 0,1-1 0,-1 1 0,1 0 0,-1 0 0,0 0 0,1-1 0,-1 1 1,1 0-1,-1 0 0,1 0 0,-1 0 0,1 0 0,-1 0 0,1 0 0,-1 0 0,1 0 0,-1 0 1,1 0-1,-1 0 0,1 0 0,-1 0 0,1 1 0,-1-1 0,1 0 0,-1 0 0,1 1 1,-1-1-1,1 0 0,-1 0 0,0 1 0,1-1 0,-1 1 0,0-1 0,1 0 0,-1 1 0,0-1 1,1 1-1,-1-1 0,0 0 0,0 1 0,1-1 0,-1 1 0,0-1 0,0 1 0,0-1 1,0 1-1,0-1 0,0 1 0,0-1 0,0 1 0,0-1 0,0 1 0,0-1 0,0 1 1,79-139-485,-59 104 341,-1-1-91,2 1 0,2 1 1,0 0-1,2 2 0,2 1 1,18-16 234,-44 45 9,0-1 0,0 1 1,-1 0-1,1 0 1,0 0-1,0 0 0,0 0 1,0 0-1,1 0 1,-1 0-1,0 0 1,0 0-1,0 0 0,1 1 1,-1-1-1,0 0 1,1 1-1,-1-1 1,1 1-1,-1 0 0,1 0 1,-1-1-1,0 1 1,1 0-1,-1 0 0,1 0 1,-1 0-1,1 1 1,-1-1-1,1 0 1,-1 0-1,1 1 0,-1-1 1,0 1-1,1 0 1,-1-1-1,0 1 0,0 0 1,1 0-1,-1 0 1,0 0-1,0 0 1,0 0-1,0 0 0,0 0 1,0 0-1,0 0 1,0 0-1,-1 1 1,1-1-1,0 0 0,-1 1 1,1-1-1,-1 0 1,1 1-1,-1-1 0,0 1 1,0-1-1,0 1 1,0-1-1,0 1 1,0-1-1,0 1-9,-5 345 1596,5-346-1631,1 0-1,0 0 0,0 0 0,0 0 0,-1 0 1,1 0-1,0 0 0,0 0 0,0 0 0,0-1 1,0 1-1,1 0 0,-1-1 0,0 1 1,0-1-1,0 1 0,1-1 0,-1 0 0,0 1 1,0-1-1,1 0 0,-1 0 0,0 0 0,0 0 1,1 0-1,-1 0 0,0 0 0,1 0 1,-1-1-1,0 1 0,0 0 0,1-1 0,-1 1 1,0-1-1,0 1 0,0-1 0,0 0 0,0 0 1,0 1-1,0-1 0,0 0 0,1-1 36,22-17-2283</inkml:trace>
  <inkml:trace contextRef="#ctx0" brushRef="#br0" timeOffset="49422.416">24583 11668 25838,'0'0'4625,"0"0"-4161,0 0 0,0 0-208,0 0 0,138 28-152,-81-22-104,-9-4-288,-8-2-1121</inkml:trace>
  <inkml:trace contextRef="#ctx0" brushRef="#br0" timeOffset="48471.54">22553 11713 29294,'0'0'800,"0"0"-319,138-23-9,-70 15-160,-2 2-24,0 2-176,13 4-112,-18 0-360,-13 0-1993</inkml:trace>
  <inkml:trace contextRef="#ctx0" brushRef="#br0" timeOffset="48768.84">23472 11380 30054,'0'0'769,"0"0"-249,-103 101-128,63-36 152,5 25-160,13-1-280,9 6-104,13 0 0,4-24 0,27 2 0,15-18 0,46-16 0,-13-15-792,-4-16-1993</inkml:trace>
  <inkml:trace contextRef="#ctx0" brushRef="#br0" timeOffset="51484.868">25773 11427 28646,'0'0'1136,"0"0"-343,0 0-225,0 0-72,105 119-80,-81-70-80,-4 6-104,-7 4-104,-10 1-112,-3 5-16,-20 4 0,-22 6 0,-43 25-456,8-17-936,0-16-11923</inkml:trace>
  <inkml:trace contextRef="#ctx0" brushRef="#br0" timeOffset="63525.945">24853 13438 22693,'0'0'6677,"0"0"-4776,0 0-1427,0 0-139,0 0-15,14 0-41,449-37-191,-435 34-202,0 2-1,1 1 1,-1 2-1,1 1 1,-1 0 0,0 2-1,-1 2 1,1 0-1,24 11 115,-32-9-1659</inkml:trace>
  <inkml:trace contextRef="#ctx0" brushRef="#br0" timeOffset="63787.49">25293 13011 29862,'0'0'1289,"0"0"-1113,0 0 80,-2 144 240,2-57 48,0 28-400,0-7-144,0-9 0,0-14 0,0-22 0,0 6 0,0 6 0,0 0 0,7-20-1480,1-20-9875</inkml:trace>
  <inkml:trace contextRef="#ctx0" brushRef="#br0" timeOffset="55205.751">26639 13297 29654,'0'0'969,"0"0"-713,0 0-112,0 0 80,125 46 24,-79-38-64,7 0-96,8-2-56,38-1-32,-14 1-168,-10-2-1321</inkml:trace>
  <inkml:trace contextRef="#ctx0" brushRef="#br0" timeOffset="65036.987">27752 13380 27526,'0'0'2679,"0"0"-1824,0 0-430,5-17 33,27-149 337,-30 159-794,-1 0 0,0-1 0,-1 1 0,0-1 0,0 1 0,-1-1 0,0 1 0,0 0 0,0-1 0,-1 1 0,0 0 0,-1 0 0,0 0 0,0 0 0,0 1 0,-1-1 0,0 1 0,0 0 0,0 0 0,-1 0 0,0 1 0,0-1 0,-1 1 0,1 0 0,-1 1 0,0-1 0,0 1 0,-1 1 0,-5-4-1,2 3 0,0 1 0,0 0 0,-1 0 0,1 1 0,0 1 0,-1 0 0,1 0 0,-1 1 0,1 0 0,-1 1 0,1 0 0,-1 0 0,1 1 0,0 1 0,0 0 0,0 0 0,0 1 0,0 0 0,1 1 0,-7 4 0,-8 6 0,1 0 0,0 2 0,2 1 0,0 1 0,1 0 0,1 2 0,-1 1 0,1-1 0,1 1 0,1 0 0,0 1 0,2 1 0,1 1 0,1 0 0,1 0 0,1 1 0,2 1 0,0 0 0,2 0 0,1 1 0,0 8 0,3-26 0,0 1 0,1 0 0,0-1 0,1 1 0,0 0 0,1 0 0,0 0 0,1 0 0,0 0 0,1 0 0,0-1 0,0 1 0,1-1 0,1 1 0,0-1 0,0 0 0,1 0 0,0-1 0,1 1 0,0-1 0,0-1 0,1 1 0,0-1 0,1 0 0,0 0 0,0-1 0,0 0 0,9 4 0,-4-6 0,1 0 0,0-1 0,0-1 0,1 0 0,-1-1 0,0-1 0,1 0 0,-1-1 0,1-1 0,-1 0 0,1-1 0,-1 0 0,0-1 0,0-1 0,0 0 0,0-1 0,-1 0 0,0-1 0,0-1 0,0 0 0,-1-1 0,0 0 0,0-1 0,9-9 0,1-5 0,0-1 0,-2-1 0,-1-1 0,-1 0 0,-1-2 0,-2 0 0,7-16 0,39-68 0,9 23-551,-43 62-1114</inkml:trace>
  <inkml:trace contextRef="#ctx0" brushRef="#br0" timeOffset="65912.266">27452 12293 28862,'0'0'759,"0"0"-35,0 0-122,0 0-58,-24 8-71,4-2-372,9-3-54,0 0 0,1 0 0,-1 1 0,1 0 0,0 1 0,0 1 0,0-1 0,1 1 0,0 1 0,0 0 0,1 0 0,0 0 0,-7 9-47,-57 75 18,5 3 1,4 3-1,4 3 0,5 2 0,4 3-18,12-21 0,5 1 0,3 2 0,4 1 0,3 2 0,5 0 0,4 0 0,3 2 0,5-1 0,4 1 0,4 10 0,-1-74 0,1 0 0,2 0 0,0 0 0,2 0 0,2-1 0,0 1 0,2-2 0,5 11 0,-8-24 0,-1-1 0,2 0 0,0 0 0,0-1 0,1 0 0,1-1 0,0 0 0,0 0 0,1-1 0,0 0 0,0-1 0,1 0 0,0-1 0,1 0 0,-1-1 0,1 0 0,1-1 0,6 1 0,254 40-348,-143-42-1392</inkml:trace>
  <inkml:trace contextRef="#ctx0" brushRef="#br0" timeOffset="56260.556">29004 13148 26510,'0'0'3292,"0"0"-2306,0 0-758,0 0 0,0 0 72,0 0 41,23 5-44,-9-1-258,-5-1-22,-1 0 0,1-1 0,0 0 0,0 0 0,0-1 0,1-1 0,-1 1 0,0-1 0,0-1 0,0 0 0,0 0 0,0-1 0,0 0 0,0 0 0,0-1 0,0 0 0,-1-1 0,1 0-17,53-35 34,-2-2-1,-1-3 1,-3-2-1,-1-3 1,-3-2-1,29-38-33,-46 56 2,-33 37-25,-44 170 68,16-96-31,13-29-14,3 1 0,1 0 0,3 1 1,2-1-1,2 35 0,1-77 0,0 0 0,1 0 0,-1 0 0,2 1 0,-1-1 0,1 0 0,0 0 0,1 0 0,0 0 0,0 0 0,1 0 0,0-1 0,0 1 0,1-1 0,0 0 0,0 0 0,1 0 0,0 0 0,0-1 0,0 0 0,1 0 0,0 0 0,0-1 0,0 0 0,1 0 0,0 0 0,0-1 0,0 0 0,0 0 0,1-1 0,0 0 0,-1-1 0,1 1 0,0-1 0,0-1 0,0 0 0,1 0 0,-1 0 0,0-1 0,0 0 0,0-1 0,3 0 0,8-6 0,-2-1 0,1-1 0,-1-1 0,-1 0 0,1-1 0,-2 0 0,0-2 0,0 0 0,-1 0 0,-1-1 0,0-1 0,-1 0 0,2-6 0,34-39 0,-3-2 0,-2-3 0,-4-1 0,-2-2 0,-4-1 0,-2-2 0,11-46 0,-32 88 0,-3-1 0,0 0 0,-2-1 0,-1 1 0,-2-1 0,-1-8 0,-31 249 0,-18 196 0,18 4 0,5-43 0,-46 194 0,65-524 0,3-9 0,-1 0 0,-2 0 0,-1 0 0,-1-1 0,-1 0 0,-1 0 0,-2-1 0,0 0 0,-15 20 0,25-42 0,-1-1 0,0 1 0,0 0 0,0-1 0,0 0 0,-1 0 0,1 0 0,-1 0 0,0 0 0,0-1 0,0 1 0,0-1 0,0 0 0,-1-1 0,1 1 0,0-1 0,-1 1 0,0-1 0,1-1 0,-1 1 0,1-1 0,-1 1 0,0-2 0,1 1 0,-1 0 0,0-1 0,1 0 0,-1 0 0,1 0 0,-1 0 0,-2-2 0,-2-5 0,-1-1 0,1 0 0,1-1 0,0 1 0,0-2 0,1 1 0,0-1 0,1 0 0,0 0 0,0-1 0,2 0 0,-1 0 0,2 0 0,-1-1 0,2 1 0,-1-4 0,-5-20 0,1 0 0,2 0 0,2-1 0,1 0 0,2 0 0,1 1 0,2-1 0,2 1 0,1-1 0,1 1 0,3 1 0,1 0 0,1 0 0,2 1 0,1 1 0,2 0 0,1 1 0,2 1 0,0 1 0,3 0 0,12-11 0,18-10-301,2 3 0,2 2 1,2 2-1,20-8 301,-34 22-732,53-35-1758</inkml:trace>
  <inkml:trace contextRef="#ctx0" brushRef="#br0" timeOffset="65303.614">28259 13459 25910,'0'0'5457,"0"0"-4985,0 0-80,0 0-64,125 0-120,-64-8-208,7-3 0,0 1 0,-4 2 0,-10 4 0,-5 2 0,-14 2 0,-7 0 0,-8 0 0,-5 2-584,-10-2-1913</inkml:trace>
  <inkml:trace contextRef="#ctx0" brushRef="#br0" timeOffset="58052.356">33410 12019 29214,'0'0'1593,"0"0"-1393,138 0 8,-70 2 80,0 4 56,0-2-160,0 0-184,11-2-64,-16-2-616,-12 0-2033</inkml:trace>
  <inkml:trace contextRef="#ctx0" brushRef="#br0" timeOffset="58381.151">34219 11782 29638,'0'0'893,"-7"18"-344,-39 121 322,34-95-740,2 1 1,2 0-1,2 0 0,0 33-131,7-77-6,1 0-1,-1 0 0,0 0 1,0-1-1,1 1 0,-1-1 1,0 1-1,1-1 0,-1 1 1,1-1-1,-1 0 0,0 0 1,1 1-1,-1-1 0,1 0 1,-1 0-1,0-1 0,1 1 1,-1 0-1,1 0 0,-1-1 1,0 1-1,1-1 0,-1 1 1,0-1-1,1 1 0,-1-1 1,0 0-1,0 0 0,0 0 1,1 1-1,-1-1 0,0 0 1,0-1 6,20-15-125,0-2 1,-2-1-1,0 0 1,-1-2-1,-1 0 1,3-7 124,16-19-218,-6 10 77,-15 16 127,2 0 0,0 1 0,1 1 0,1 1 0,1 1 0,19-14 14,-37 31 26,0-1-1,0 0 1,0 1 0,0 0-1,0-1 1,1 1 0,-1 0-1,0 0 1,1 1 0,-1-1-1,1 0 1,-1 1 0,1-1-1,-1 1 1,1 0 0,-1 0-1,1 0 1,-1 0 0,1 0-1,-1 1 1,1-1 0,-1 1-1,1-1 1,-1 1 0,0 0-1,1 0 1,-1 0 0,0 0-1,0 1 1,1-1 0,-1 1-1,0-1 1,-1 1 0,1 0-1,0 0 1,0-1 0,-1 1-1,1 0 1,-1 1 0,1-1-1,-1 0 1,0 0 0,0 0 0,1 3-26,7 28 113,-1 1 0,-2 1 0,-1-1 0,-1 1 0,-2 34-113,3 16 8,-1-29-281,-1-9-1018</inkml:trace>
  <inkml:trace contextRef="#ctx0" brushRef="#br0" timeOffset="57043.917">31794 12994 29030,'0'0'1112,"0"0"-423,49 100-129,-8-48-32,10 3-8,1 2-200,3 0-312,-5 0-8,-6-3 0,-6-9 0,-8-9-72,3-23-656,-9-11-1113,-6-2-4624</inkml:trace>
  <inkml:trace contextRef="#ctx0" brushRef="#br0" timeOffset="57243.382">32283 12960 30254,'0'0'841,"0"0"-289,-149 132-80,83-65-184,7 4-248,7 26-40,14-20-808,19-14-4481</inkml:trace>
  <inkml:trace contextRef="#ctx0" brushRef="#br0" timeOffset="57803.474">32640 12708 23037,'0'0'5993,"0"0"-4387,0 0-1302,19 11 123,270 182 940,-279-185-1366,-1 0 0,0 1 0,0 1 0,-1-1 1,0 1-1,-1 1 0,0-1 0,-1 1 0,0 0 1,0 1-1,-1 0 0,-1 0 0,0 0 0,-1 0 1,0 0-1,-1 1 0,0-1 0,-1 1 0,0 0 0,-1-1 1,0 1-1,-1 0 0,-1-1 0,0 1 0,-1-1 1,0 0-1,-1 0 0,-1 2-1,-12 21-2,-2 0 0,-2-2 0,-1 0 1,-1-2-1,-2 0 0,-1-2 0,-1-1 0,-1-1 0,-2-1 0,-3 0 2,2 0-29,-2-2 0,-1-1 0,0-2 0,-2-1 0,0-2 0,-1-1 0,-1-2 0,0-2 0,-5 0 29,93-11 31,563-2 218,-602 0-322,0 1 0,-1-1 1,1-1-1,0 0 0,0-1 0,-1 0 0,1 0 0,-1-1 1,1-1-1,-1 1 0,0-2 0,-1 1 0,1-2 1,-1 1-1,0-1 0,0 0 0,0-1 0,-1 0 0,0-1 1,3-3 72,17-29-2337</inkml:trace>
  <inkml:trace contextRef="#ctx0" brushRef="#br0" timeOffset="56602.599">30904 13603 30270,'0'0'822,"-5"25"-111,-40 163 184,27-127-827,-17 104-67,56-183-1,94-163 0,-90 135 0,2 1 0,2 1 0,2 2 0,2 1 0,8-6 0,-40 45 0,1-1 0,-1 1 0,1-1 0,0 1 0,0-1 0,0 1 0,0 0 0,1 0 0,-1 0 0,1 1 0,-1-1 0,1 0 0,-1 1 0,1 0 0,0-1 0,0 1 0,0 0 0,0 1 0,0-1 0,0 0 0,0 1 0,0 0 0,0-1 0,0 1 0,0 0 0,0 1 0,0-1 0,0 0 0,0 1 0,0 0 0,0 0 0,-1 0 0,1 0 0,0 0 0,0 0 0,-1 1 0,1 0 0,0-1 0,-1 1 0,0 0 0,1 0 0,0 1 0,6 18 0,-1 0 0,-1 0 0,-1 1 0,-1 0 0,-1 0 0,0 0 0,-2 0 0,-1 1 0,-1-1 0,-1 7 0,2 10 0,13 87 0,8-104-1283,-12-21-2091</inkml:trace>
  <inkml:trace contextRef="#ctx0" brushRef="#br0" timeOffset="66587.424">31207 12351 28566,'0'0'1463,"0"0"-716,0 0-95,0 0-32,5 19-130,45 125-261,-7-66-229,-5 1 0,-2 2 0,-5 2 0,19 74 0,-30-72 0,-4 0 0,-4 1 0,-3 0 0,-4 1 0,-4 0 0,-8 69 0,-4-92 0,-3-1 0,-2 0 0,-3-1 0,-2 0 0,-4-2 0,-1-1 0,-4-1 0,-2-1 0,-2-2 0,-24 27 0,37-51-86,-1 0 0,-2-1-1,-1-2 1,-1-1 0,-2 0 0,0-2 0,-1-2 0,-11 6 86,-25 4-3448</inkml:trace>
  <inkml:trace contextRef="#ctx0" brushRef="#br0" timeOffset="70403.081">35567 10327 28278,'0'0'1100,"0"0"-606,0 0-318,0 0 25,-1 17 146,-1 0-239,1-9-62,0 0 0,1 0-1,0 0 1,0 0-1,0 0 1,1 0 0,0-1-1,1 1 1,0 0 0,0 0-1,1-1 1,3 7-46,147 259 1004,-108-160-832,-6 2 0,-4 2-1,7 56-171,-32-129-4,20 77 4,54 228 0,-1 97 0,-66-257 0,-8 0 0,-14 169 0,-1-53 0,6-214 0,2 62 0,-6-1 0,-6 1 0,-31 145 0,-15-58 0,-11-3 0,-10-3 0,-10-4 0,-11-4 0,-9-4 0,-9-5 0,-10-6 0,-69 81 0,84-144-18,-7-6-1,-6-4 1,-6-6-1,-6-6 1,-4-5-1,-23 5 19,59-53-553</inkml:trace>
  <inkml:trace contextRef="#ctx0" brushRef="#br1" timeOffset="111166.453">26553 15351 26262,'0'0'1296,"0"0"188,0 0-945,0 0-306,0 0 66,33 3-38,492 78 174,-309-41-399,3-10 0,13-8-36,459-9 533,183-39-533,-515 12 146,2373-35 234,-2205 26-117,-518 24-358,-20 3-293,8-2 271,-23 7-1208</inkml:trace>
  <inkml:trace contextRef="#ctx0" brushRef="#br1" timeOffset="114267.705">25002 16978 27550,'0'0'2878,"0"0"-1893,0 0-578,23-17-87,158-124 28,-134 104-328,-3-2 0,0-2 0,-3-1 0,-2-2 0,21-32-20,-48 54 5,-21 27-3,-15 25-3,2 1-1,1 1 1,1 1-1,2 1 1,2 1-1,0 0 1,3 1 0,1 0-1,2 1 1,1 1-1,2-1 1,1 1-1,3 1 1,0 6 1,2-40 0,0 0 0,1 0 1,-1 0-1,1 0 0,0 0 1,0 0-1,1 0 0,0 0 0,-1 0 1,2 0-1,-1 0 0,0 0 0,1-1 1,0 1-1,0-1 0,1 1 0,-1-1 1,1 0-1,0 0 0,0 0 0,0 0 1,0 0-1,1-1 0,0 1 0,0-1 1,0 0-1,0 0 0,0 0 0,0-1 1,1 0-1,-1 0 0,1 0 1,0 0-1,-1 0 0,1-1 0,0 0 1,0 0-1,0-1 0,0 1 0,0-1 1,4 0-1,5-5 2,0-1 0,-1 0 0,0 0 0,-1-1 0,1-1 0,-1 0 0,-1-1 1,0 0-1,0-1 0,0 0 0,-2-1 0,1 0 0,-1-1 0,6-10-2,2 2 0,41-48 3,-4-3 0,-2-1 1,-4-3-1,-3-2 0,25-62-3,-36 47 117,-137 729-98,79-448-19,-9-1 0,-26 68 0,-72 176 0,129-426 0,1 0 0,-1 0 0,0 0 0,0 0 0,-1 0 0,0 0 0,0-1 0,0 1 0,-1-1 0,1 0 0,-1 0 0,-1 0 0,1-1 0,-1 1 0,1-1 0,-1 0 0,-1 0 0,1-1 0,0 0 0,-1 0 0,0 0 0,1 0 0,-1-1 0,0 0 0,-1 0 0,1-1 0,0 0 0,0 0 0,-1 0 0,1-1 0,0 1 0,-1-2 0,-5 0 0,-5-4 0,-1-1 0,2-1 0,-1 0 0,1-2 0,0 1 0,1-2 0,0 0 0,1-1 0,0-1 0,0 0 0,1 0 0,1-2 0,-10-13 0,16 20 0,1 0 0,0-1 0,0 1 0,0-1 0,1 0 0,1-1 0,-1 1 0,2 0 0,-1-1 0,1 0 0,0 0 0,1 0 0,0 0 0,0 0 0,1 0 0,0 0 0,0 0 0,1 0 0,1 0 0,-1 1 0,3-7 0,4-1 0,0 1 0,1 0 0,1 1 0,1 0 0,0 0 0,0 1 0,1 0 0,12-8 0,66-58-563,4 5 0,3 3 0,81-42 563,-144 92-414,61-39-1452</inkml:trace>
  <inkml:trace contextRef="#ctx0" brushRef="#br1" timeOffset="114661.056">26277 17302 28678,'0'0'1506,"0"17"-675,-13 118 136,-84 121-215,109-297-816,9 2-64,1 1 1,3 1-1,0 1 1,3 1-1,1 1 1,1 2-1,30-25 128,-54 51-1,1 0-1,-1 0 0,1 1 0,0 0 0,1 0 0,-1 1 0,1-1 0,0 2 0,0-1 0,0 1 0,1 0 0,-1 1 0,8-1 2,-13 4 11,1 0 0,-1 1 1,0-1-1,0 1 0,-1 0 0,1 0 0,0 0 0,-1 0 1,1 0-1,-1 0 0,1 1 0,-1 0 0,0-1 0,0 1 0,0 0 1,-1 0-1,1 0 0,-1 0 0,1 0 0,-1 0 0,0 0 1,0 1-1,-1-1 0,1 0 0,-1 1 0,1-1 0,-1 0 0,0 1 1,0-1-1,-1 0 0,1 1 0,-1-1 0,1 0 0,-1 1 1,-1 1-13,2 4 37,0 291 206,0-299-280,-1 0 0,1 0 0,0 1 0,0-1 0,0 0-1,1 0 1,-1 0 0,0 0 0,0 0 0,1 0 0,-1 0 0,0 0 0,1 0-1,-1 0 1,1 0 0,-1 0 0,1-1 0,-1 1 0,1 0 0,0 0-1,-1 0 1,1-1 0,0 1 0,0 0 0,0-1 0,0 1 0,-1 0-1,1-1 1,0 1 0,0-1 0,0 0 0,0 1 0,0-1 0,0 0 0,0 0-1,0 1 1,0-1 0,1 0 0,-1 0 0,0 0 0,0 0 0,0 0-1,0-1 1,0 1 0,0 0 0,0 0 0,0-1 0,0 1 0,0 0-1,0-1 1,0 1 0,0-1 38,19-4-1799</inkml:trace>
  <inkml:trace contextRef="#ctx0" brushRef="#br1" timeOffset="114912.653">26812 17454 28942,'0'0'2073,"0"0"-1769,0 0 232,0 0 8,0 0-176,149 10-368,-103-10 0,-2-2 0,-9-2 0,-4 0 0,-1 0-184,-5 0-648,-10 0-1617</inkml:trace>
  <inkml:trace contextRef="#ctx0" brushRef="#br1" timeOffset="115083.809">27080 17308 28574,'0'0'1552,"0"0"-1007,0 0-193,-53 108-64,44-72-136,3 1-88,3 1-64,3 5-336,0-11-937,5-8-2631</inkml:trace>
  <inkml:trace contextRef="#ctx0" brushRef="#br1" timeOffset="115287.777">27529 17215 29606,'0'0'1481,"0"0"-1001,0 0-32,-29 140 56,21-94-256,1-1-248,-2 0 0,3 1 0,-1 11 0,3-12-784,2-11-2185</inkml:trace>
  <inkml:trace contextRef="#ctx0" brushRef="#br1" timeOffset="115647.377">28064 17140 30142,'0'0'929,"0"0"-665,0 0 80,0 0 128,114 12-192,-55-12-184,7 0-96,34 0-392,-14 0-768,-12-2-2217</inkml:trace>
  <inkml:trace contextRef="#ctx0" brushRef="#br1" timeOffset="116323.884">28986 16969 29718,'0'0'1234,"0"0"-803,0 0-207,19-22 90,63-69 3,54-9-73,-131 97-240,0 1-1,-4 0-3,0 1 1,0-1-1,0 1 0,0 0 1,0 0-1,0-1 0,1 1 1,-1 0-1,1 0 0,-1 0 1,1 0-1,-1 1 0,1-1 1,-1 0-1,1 1 0,0-1 1,-1 1-1,1-1 1,0 1-1,0 0 0,-1 0 1,1-1-1,0 1 0,0 1 1,-1-1-1,1 0 0,0 0 1,0 1-1,-1-1 0,1 1 1,0-1-1,-1 1 0,1 0 1,-1-1-1,1 1 0,-1 0 1,1 0-1,-1 0 0,0 0 1,1 1-1,-1-1 1,0 0-1,0 1 0,0-1 1,0 0-1,0 1 0,0-1 1,1 2-1,-3 29 14,0-1-1,-2 1 1,-2-1 0,-1 0 0,-1 0 0,-1-1 0,-4 6-14,-28 133 83,34-38-27,6-128-56,-1 1 1,1 0-1,1-1 1,-1 1 0,0-1-1,1 1 1,0-1-1,0 1 1,0-1 0,0 1-1,0-1 1,1 0 0,-1 1-1,1-1 1,0 0-1,0 0 1,0-1 0,1 1-1,-1 0 1,1-1-1,-1 1 1,1-1 0,0 0-1,0 0 1,0 0-1,0 0 1,0 0 0,1-1-1,-1 1 1,0-1-1,1 0 1,-1 0 0,1 0-1,-1-1 1,1 1-1,-1-1 1,1 0 0,-1 0-1,1 0 1,0 0-1,-1-1 1,3 0-1,12-4-1,1-1-1,-1-1 1,0-1-1,-1 0 1,1-1-1,-2-1 1,1-1 0,-2 0-1,1-2 1,-2 1-1,1-2 1,-2 0-1,0 0 1,0-1-1,-2-1 1,0 0 0,-1-1 1,-8 16-1,51-70-22,-4-2 0,-3-1 0,-3-3 0,-3-1 0,17-53 23,-52 116 2,4-10 60,-7 32 14,-47 180-76,-18 280 0,48-302 0,-37 162 0,-72 129 0,124-453 0,0 1 0,-1-1 0,1 0 0,-1 1 0,0-1 0,0 0 0,0 0 0,-1 0 0,1 0 0,0 0 0,-1 0 0,0 0 0,0-1 0,0 1 0,0 0 0,0-1 0,-1 0 0,1 1 0,-1-1 0,1 0 0,-1 0 0,0-1 0,0 1 0,0 0 0,0-1 0,0 0 0,0 0 0,0 0 0,0 0 0,-1 0 0,1 0 0,0-1 0,0 0 0,-1 0 0,1 0 0,0 0 0,-1 0 0,1-1 0,0 1 0,-1-1 0,1 0 0,0 0 0,0 0 0,0 0 0,0-1 0,0 1 0,-1-1 0,-5-6 0,0 1 0,0-1 0,1-1 0,0 0 0,0 0 0,1 0 0,0-1 0,1 0 0,0 0 0,1-1 0,0 0 0,1 0 0,0 0 0,0 0 0,1 0 0,1-1 0,0 0 0,0 1 0,1-1 0,1 0 0,0 0 0,1 0 0,0 0 0,0 1 0,1-1 0,1 1 0,0-1 0,1 1 0,0 0 0,4-6 0,23-29-42,3 2-1,1 1 1,2 2-1,3 1 1,0 3-1,11-6 43,47-42-1275,-11 11-1580</inkml:trace>
  <inkml:trace contextRef="#ctx0" brushRef="#br1" timeOffset="116715.645">30398 17434 30270,'0'0'781,"0"0"-191,-11 22-101,-33 71-80,40-85-389,1 1 1,-1 0-1,1 0 0,1 0 1,0 0-1,0 0 0,0 1 1,2-1-1,-1 1 0,1-1 0,1 8-20,-1 9 5,22-25-5,75-91 0,142-122 0,-238 210 0,0 1 0,0-1 0,0 0 0,1 1 0,-1 0 0,0-1 0,1 1 0,-1 0 0,1 0 0,-1 0 0,1 0 0,0 0 0,-1 0 0,1 0 0,0 0 0,0 1 0,0-1 0,-1 1 0,1-1 0,0 1 0,0 0 0,0 0 0,0 0 0,0 0 0,0 0 0,0 0 0,0 0 0,0 1 0,-1-1 0,1 1 0,0-1 0,0 1 0,0 0 0,-1 0 0,1-1 0,0 1 0,-1 1 0,1-1 0,-1 0 0,1 0 0,-1 0 0,0 1 0,1-1 0,-1 1 0,0-1 0,0 1 0,0 0 0,0-1 0,0 1 0,0 0 0,-1-1 0,1 1 0,4 267 0,-16-106-888,7-146-1089</inkml:trace>
  <inkml:trace contextRef="#ctx0" brushRef="#br1" timeOffset="117358.385">25094 16022 28278,'0'0'1144,"0"0"-368,-184 142-303,63-20-105,-21 52-72,-1 23-88,18 6 16,33-10-8,37-17 32,33 2-56,22 1-32,44-1-80,53-3-80,38-23-152,-12-45-944,-2-42-3513</inkml:trace>
  <inkml:trace contextRef="#ctx0" brushRef="#br1" timeOffset="117921.387">31119 16454 28798,'0'0'1547,"0"0"-1057,13 21-266,116 157 721,-100-146-736,-1-7-166,-2 1 0,-1 2-1,-1 0 1,-1 2-1,-2 1 1,-1 0 0,-1 1-1,-2 2 1,-1-1-1,-2 2 1,-1 0-1,-2 1 1,0 7-43,-9-15 0,-2 1 0,-1-1 0,-1 0 0,-2 1 0,-1-1 0,0 0 0,-3-1 0,0 1 0,-2-2 0,0 1 0,-2-1 0,-1-1 0,-1 0 0,-1-1 0,-1-1 0,-2 0 0,0-1 0,-1-1 0,-1 0 0,-11 7 0,-130 120 79,-83 93-2865,222-215-1028</inkml:trace>
  <inkml:trace contextRef="#ctx0" brushRef="#br1" timeOffset="118344.381">31939 16848 28366,'0'0'1538,"0"0"-1024,27 2-227,-4-1-184,-7-1-5,1 1-1,-1 0 1,1 1 0,-1 1 0,1 1 0,-1 0 0,0 1-1,-1 1 1,13 6-98,-16-8 32,-1 0 0,0 2-1,0-1 1,0 1 0,0 1 0,-1 0 0,0 0-1,-1 1 1,0 0 0,0 1 0,0 0 0,-1 1-1,-1-1 1,1 1 0,-2 1 0,1-1 0,-2 1-1,1 1 1,-1-1 0,-1 1 0,0-1 0,-1 1-1,0 0 1,-1 0 0,0 1 0,-1-1-1,0 0 1,-1 1 0,-1-1 0,0 0 0,-1 8-32,-7 0 0,-1 0 0,-1-1 0,0 0 0,-1-1 0,-1 0 0,-1-1 0,-1 0 0,0-1 0,-1-1 0,0 0 0,-5 1 0,-354 269-344,373-284 343,0 0 1,0 0-1,0 0 1,0 0-1,0 0 1,0 1 0,0-1-1,1 1 1,-1-1-1,0 1 1,1 0-1,-1-1 1,1 1 0,0 0-1,0 0 1,0 0-1,0 0 1,0 0-1,0 0 1,0 1 0,1-1-1,-1 0 1,1 0-1,-1 1 1,1-1-1,0 0 1,0 0-1,0 1 1,0-1 0,1 0-1,-1 1 1,0-1-1,1 0 1,0 0-1,-1 0 1,1 0 0,1 2 0,110 13 66,-51-16-80,-1-3-1,0-2 0,1-3 1,-2-2-1,37-12 15,135-50-2083,-140 36-1183</inkml:trace>
  <inkml:trace contextRef="#ctx0" brushRef="#br1" timeOffset="118577.637">32868 16564 30559,'0'0'864,"0"0"-616,0 0-72,0 0 256,112-39-144,-50 25-192,8 4-96,24 0-208,-15 4-624,-13 0-1921</inkml:trace>
  <inkml:trace contextRef="#ctx0" brushRef="#br1" timeOffset="118970.57">33758 16118 29382,'0'0'866,"0"0"-286,0 22-77,-16 150 353,-4-101-646,7-31-168,2 2 1,2-1-1,1 1 1,3 1 0,0 22-43,17-66 34,82-117 25,-54 65-140,2 1 0,3 2 0,2 3 0,42-34 81,-22 53-41,-66 28 41,1 1 1,-1-1 0,0 0 0,1 1 0,-1 0 0,0-1 0,0 1 0,0 0 0,0-1 0,0 1-1,0 0 1,0 0 0,0 0 0,0 0 0,0 0 0,0 0 0,0 0 0,-1 0 0,1 1-1,0-1 1,-1 0 0,1 0 0,-1 1 0,1-1 0,-1 0 0,0 1 0,0-1 0,1 0 0,-1 1-1,0-1 1,0 0 0,0 1 0,0-1 0,-1 0 0,1 1 0,0-1 0,-1 2-1,1 5 13,-6 357 370,6-358-388,-1 0 0,1 0 0,0 0 0,1 0 0,0 0 0,0 0 0,0 0 0,1 0 0,0 0 0,0-1 0,1 1-1,0-1 1,0 1 0,1-1 0,-1 0 0,1 0 0,0-1 0,1 1 0,0-1 0,0 0 0,0 0 0,0 0 0,2 0 5,35 20-1220,-2-11-2677</inkml:trace>
  <inkml:trace contextRef="#ctx0" brushRef="#br1" timeOffset="136166.243">26810 14649 29830,'0'0'689,"-94"154"-465,26-14 56,-7 18 168,9-3 16,18-17-216,11-23-120,11-20-80,10-22-24,12-24-24,4-14-120,20-1-336,13-8-336,2-15-1241</inkml:trace>
  <inkml:trace contextRef="#ctx0" brushRef="#br1" timeOffset="136415.111">27231 14596 30230,'0'0'753,"-103"151"-553,17-18 0,-8 18 200,13-5-80,26-13-200,24-39-120,16-19 0,15-18-256,0-7-288,9-13-1001,4-11-2159</inkml:trace>
  <inkml:trace contextRef="#ctx0" brushRef="#br1" timeOffset="140312.177">14180 10398 27870,'0'0'769,"22"0"-435,348 4 321,796-40 248,-240 60-354,2505 41-243,-3142-65-261,2971 20 319,-1459-28-276,-1772 8-119,171-3-408,1 9-1,-1 9 0,35 14 440,-145-9-2327</inkml:trace>
  <inkml:trace contextRef="#ctx0" brushRef="#br1" timeOffset="141099.213">14209 14927 24701,'0'0'4521,"0"0"-3345,20-10-1029,7-4-128,0 2 0,2 1-1,-1 1 1,1 1 0,1 1-1,-1 2 1,29-2-19,48 10 71,1 4-1,-1 5 1,31 11-71,2-2 128,553 72 583,644 0-711,-122-100 34,645 12 289,34 11 48,-762-75-1026,-1019 60-282,-37 0-1072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6:53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555 0 23501,'0'0'5278,"0"0"-3775,-27 19-1145,8-6-300,-8 4 38,0 1-1,2 2 1,0 1 0,1 1-1,2 1 1,-18 22-96,0 9 99,3 1 0,2 1 0,3 3 0,3 0 0,2 2 0,2 1 0,4 0 0,2 2 0,3 1 0,3 0 0,2 0-1,4 1 1,2 1 0,3-1 0,6 39-99,1-58 2,2 0-1,3 0 0,1-1 0,3 0 0,1-1 0,3-1 1,1 0-1,3-1 0,1-1-1,-14-27-42,2 1 1,0-1-1,0-1 1,2 0-1,-1 0 1,2-1-1,0-1 0,0 0 1,1-1-1,1-1 1,0 0-1,0-1 1,1-1-1,0-1 1,0 0-1,1-1 0,-1-1 1,19 3 41,86 17-1064,-2-12-1149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6:54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1 418 31207,'0'0'562,"0"0"-408,0 0-117,14-23 1,123-151-9,-116 154-32,-3 2-14,0 0 0,2 2 0,0 0 0,0 1 1,2 1-1,12-6 17,-32 19-1,-1 0 1,1 0 0,0 1-1,0-1 1,-1 0 0,1 1-1,0-1 1,0 1 0,0 0-1,0-1 1,0 1-1,0 0 1,0 0 0,0 1-1,0-1 1,0 0 0,-1 0-1,1 1 1,0-1 0,0 1-1,0 0 1,0 0 0,-1-1-1,1 1 1,0 0-1,-1 1 1,1-1 0,-1 0-1,1 0 1,-1 1 0,1-1-1,-1 0 1,0 1 0,0-1-1,0 1 1,0 0-1,0-1 1,0 1 0,0 0-1,-1 0 1,1 0 0,0 0-1,-1-1 1,0 1 0,1 0-1,-1 0 1,0 0-1,0 0 1,0 0 0,0 0-1,0 0 1,-1 0 0,1 0-1,-1 0 1,1-1 0,-1 1-1,0 0 1,1 0 0,-2 0-1,3 270 71,-4-164-28,5 0 0,14 90-42,-16-192 4,0 0 1,0-1-1,0 1 1,1 0-1,0-1 0,0 1 1,1-1-1,-1 1 1,1-1-1,1 1 0,-1-1 1,1 0-1,0 0 1,0 0-1,0-1 1,0 1-1,1-1 0,0 1 1,0-1-1,0 0 1,1-1-1,-1 1 1,1-1-1,0 0 0,0 0 1,0 0-1,0-1 1,0 0-1,1 0 0,-1 0 1,1-1-1,-1 1 1,1-1-1,-1-1 1,1 1-1,0-1 0,0 0 1,0 0-5,1-3 11,0 0 0,-1 0 1,1-1-1,-1 0 0,1 0 0,-1 0 0,-1-1 1,1 0-1,-1 0 0,0 0 0,0-1 1,0 1-1,-1-1 0,1-1 0,-2 1 1,1-1-1,2-4-11,-3 6 4,45-83 5,-3-2 0,-4-2 0,-4-2 0,-4-1 0,-4-1 0,1-29-9,0-66 111,-22 342 8,42 1324-54,-48-1395-65,-3-1 0,-4 0 0,-3 0 0,-4 0 0,-18 61 0,30-137 0,0-1 0,0 1 0,0 0 0,-1 0 0,1 0 0,-1 0 0,0 0 0,1 0 0,-2-1 0,1 1 0,0 0 0,0-1 0,-1 1 0,1-1 0,-1 0 0,0 1 0,0-1 0,0 0 0,0 0 0,0 0 0,0 0 0,-1 0 0,1-1 0,-1 1 0,1-1 0,-1 1 0,1-1 0,-1 0 0,0 0 0,0 0 0,0-1 0,1 1 0,-1-1 0,0 1 0,0-1 0,0 0 0,0 0 0,0 0 0,0-1 0,0 1 0,0-1 0,-3-3 0,0 0 0,0-1 0,0 0 0,1 0 0,0 0 0,0-1 0,0 0 0,1 0 0,0 0 0,0 0 0,0-1 0,1 0 0,0 1 0,1-1 0,-3-7 0,4 12 0,-18-54 0,2 0 0,3-1 0,2-1 0,2 0 0,4 0 0,1-1 0,3 0 0,3 1 0,3-2 0,-3 36-3,1-1-1,2 1 1,0 0 0,2 0-1,0 0 1,2 1-1,0 0 1,2 0 0,0 1-1,2 1 1,0-1 0,1 2-1,2 0 1,0 1-1,1 0 1,0 1 0,2 1 3,185-172-2426,-113 109-2125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6:54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53 289 30310,'0'0'1078,"-6"26"-675,-30 167 144,25-10-118,25-225-429,154-432-245,-95 350-9,-70 120 251,0 0 1,0 0 0,0 1 0,1-1 0,0 1 0,-1 0 0,1 0 0,0 0-1,1 0 1,-1 1 0,0-1 0,1 1 0,-1 0 0,1 1 0,0-1 0,-1 1-1,1 0 1,0 0 0,0 0 0,0 1 0,0-1 0,0 1 0,0 1-1,0-1 1,0 1 0,4 1 2,-2 2 15,0 1-1,0 0 1,-1 1 0,0-1-1,0 1 1,-1 1-1,0-1 1,0 1 0,0 0-1,-1 0 1,0 0 0,0 0-1,-1 1 1,0 0-1,0 0 1,0 0 0,-1 0-1,-1 0 1,1 0-1,-2 0 1,1 4-15,8 53 82,-4 0 0,-2 0 0,-5 60-82,0-21-6,4-31-1541,9-65-1731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6:54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30214,'0'0'865,"0"0"-633,0 0-72,0 0 144,169 45-112,-70-25-128,39 4-64,-20-7-552,-12-5-2313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6:55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0 357 31127,'0'0'622,"0"0"-347,0 0-177,0 0-13,0 0 108,26-15-41,169-108-58,-138 77-89,84-49-1,-139 95-5,-1 1 1,1-1-1,-1 1 0,1-1 1,-1 1-1,1 0 1,-1-1-1,1 1 0,-1 0 1,0 0-1,1 0 0,-1 0 1,0 0-1,0 0 1,0 1-1,0-1 0,0 0 1,0 1-1,0-1 0,0 1 1,0-1-1,-1 1 1,1-1-1,0 1 0,-1-1 1,1 1-1,-1-1 0,0 1 1,0 0-1,0-1 0,1 1 1,-2 0-1,1-1 1,0 1-1,0 0 0,0-1 1,-1 1-1,1-1 0,-1 1 1,1-1-1,-1 1 1,0-1-1,1 1 0,-1-1 1,0 1-1,-1 0 1,1 11 1,-39 291 34,-3 72-2,42-371-33,0 0-1,0 0 1,0 0 0,1 0-1,-1 0 1,1 0 0,1 0-1,-1 0 1,1 0-1,0 0 1,0-1 0,0 1-1,1 0 1,-1 0 0,1-1-1,0 1 1,1-1 0,-1 1-1,1-1 1,0 0 0,0 0-1,0 0 1,1-1 0,-1 1-1,1-1 1,0 1-1,0-1 1,0 0 0,0-1-1,0 1 1,1-1 0,-1 0-1,1 0 1,4 1 0,2-3 3,1 0 1,-1-1-1,1 0 0,-1-1 1,1 0-1,-1-1 1,0 0-1,0 0 0,0-2 1,0 1-1,-1-1 0,0-1 1,0 0-1,0 0 0,-1-1 1,0 0-1,0-1 0,-1 0 1,0 0-1,0-1 1,-1 0-1,0 0 0,0-1 1,-1 0-1,1-3-3,33-41 0,-1-3 0,-4-1 0,-2-1 0,-2-2 0,-3-1 0,-3-1 0,-3-1 0,-3-2 0,6-36 0,-9-80 0,-11 387 0,12 78 0,18 817 0,-37-990 0,-6 0 0,-4-1 0,-5 0 0,-5-1 0,-28 81 0,49-187 0,1 1 0,-1 0 0,0 0 0,0-1 0,0 1 0,-1 0 0,1-1 0,-1 1 0,1-1 0,-1 0 0,0 0 0,0 1 0,0-1 0,0 0 0,0 0 0,0-1 0,0 1 0,-1 0 0,1-1 0,-1 1 0,1-1 0,-1 0 0,0 0 0,1 0 0,-1 0 0,0-1 0,0 1 0,0-1 0,1 1 0,-1-1 0,0 0 0,0 0 0,0 0 0,0-1 0,0 1 0,1-1 0,-1 1 0,0-1 0,0 0 0,1 0 0,-1 0 0,0-1 0,1 1 0,-2-1 0,-14-9 0,1 0 0,1-1 0,-1-1 0,2 0 0,0-1 0,1-1 0,0 0 0,1-1 0,1 0 0,0-1 0,1 0 0,1-1 0,-6-15 0,6 13 0,1-1 0,0 1 0,2-1 0,0-1 0,2 1 0,0-1 0,1 0 0,1-1 0,1 1 0,1 0 0,2-1 0,0 1 0,1 0 0,1 0 0,1 0 0,1 0 0,1 0 0,0 1 0,2 0 0,1 0 0,0 1 0,2 0 0,0 1 0,1 0 0,1 1 0,1 0 0,11-11 0,198-184-1047,-118 122-763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6:56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29 105 30671,'0'0'1001,"0"18"-626,-11 278 345,-7-86-720,49-279 0,-2-13 0,5 1 0,2 1 0,5 3 0,2 1 0,8-4 0,-48 74 0,1 0 0,0 0 0,0 1 0,0 0 0,0-1 0,1 1 0,0 1 0,0-1 0,1 1 0,-1 0 0,1 0 0,0 0 0,0 1 0,0 0 0,1 0 0,-1 1 0,0-1 0,1 1 0,0 1 0,3-1 0,-7 2 0,0 1 0,0 0 0,0-1 0,0 1 0,0 1 0,0-1 0,0 0 0,-1 1 0,1-1 0,0 1 0,-1 0 0,1 0 0,-1 0 0,1 0 0,-1 0 0,0 0 0,0 1 0,0-1 0,0 1 0,-1 0 0,1-1 0,-1 1 0,1 0 0,-1 0 0,0 0 0,0 0 0,0 0 0,0 2 0,19 95 0,-20-98 0,9 265 0,12-203-336,-6-55-1280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6:12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17368 3940 30142,'0'0'937,"0"0"-657,0 0 104,116 51 16,-43-39-80,10-6-152,9-4-168,33-2-144,-24-10-1032,-16-9-10499</inkml:trace>
  <inkml:trace contextRef="#ctx0" brushRef="#br0" timeOffset="802.982">18390 4390 30030,'0'0'1045,"0"0"-536,0 0-260,0 0 70,19-11 92,149-102-207,-102 52-204,-3-2 0,-3-3 0,-3-3 0,-3-2 0,-3-3 0,-4-1 0,28-60 0,-59 106 0,-16 28 0,6-5 0,-5 20 0,-50 212 0,20-128 0,9-21 0,2 0 0,4 0 0,3 1 0,4 1 0,3 7 0,4-78 0,2-1 0,-1 1 0,1-1 0,0 0 0,1 0 0,-1 0 0,2 0 0,-1-1 0,1 1 0,0-1 0,0 0 0,0 0 0,1 0 0,0 0 0,0-1 0,1 0 0,-1 0 0,1 0 0,0-1 0,1 0 0,-1 0 0,1-1 0,-1 1 0,1-1 0,0-1 0,0 1 0,1-1 0,-1-1 0,0 1 0,1-1 0,-1-1 0,0 1 0,1-1 0,-1 0 0,1-1 0,-1 0 0,1 0 0,-1-1 0,0 1 0,0-2 0,0 1 0,0-1 0,0 0 0,0 0 0,3-3 0,14-8 0,-1-1 0,0 0 0,-1-2 0,-1 0 0,-1-2 0,0 0 0,-2-1 0,15-20 0,25-33 0,-4-3 0,-2-2 0,-5-2 0,-2-2 0,-5-2 0,-3-1 0,-4-2 0,-3-2 0,-5 0 0,9-68 0,-27 66 0,-34 261 0,-70 894 0,53-473 0,-51 167 0,81-671 0,6-28 0,-2-2 0,-3 1 0,-2-2 0,-16 36 0,29-88 0,1 0 0,-1 0 0,0 0 0,-1-1 0,1 1 0,0-1 0,-1 0 0,0 0 0,0 0 0,0 0 0,0 0 0,-1-1 0,1 1 0,-1-1 0,1 0 0,-1 0 0,0 0 0,0 0 0,1-1 0,-2 0 0,1 1 0,0-2 0,0 1 0,0 0 0,0-1 0,0 0 0,-1 0 0,1 0 0,0 0 0,0-1 0,0 1 0,0-1 0,0 0 0,0-1 0,0 1 0,0-1 0,0 1 0,0-1 0,0 0 0,1-1 0,-1 1 0,1 0 0,0-1 0,0 0 0,0 0 0,-1-1 0,-13-17 0,1-1 0,1 0 0,1-1 0,1-1 0,1 0 0,1-1 0,1 0 0,1-1 0,2 0 0,0 0 0,2 0 0,1-1 0,0-11 0,-4-4 0,2 1 0,2-1 0,2 0 0,1 0 0,3 0 0,1 1 0,2-1 0,2 1 0,1-1 0,3 2 0,1 0 0,2 0 0,1 1 0,5-4 0,27-35-115,4 2 0,3 3 0,3 1-1,3 4 1,3 2 0,3 2 0,3 4 0,2 3 0,38-21 115,-29 22-2077</inkml:trace>
  <inkml:trace contextRef="#ctx0" brushRef="#br0" timeOffset="-990.348">15174 4500 29670,'0'0'1086,"0"0"-627,0 0-147,2 23 136,14 248 329,-16-214-767,2-8-9,-2 1-1,-2 0 1,-3-1 0,-1 0 0,-3 0 0,-8 24-1,17-100 0,12-16 0,3 1 0,1 0 0,2 1 0,2 1 0,1 1 0,11-13 0,-23 34 0,1 0 0,0 1 0,1 1 0,1 0 0,1 0 0,0 1 0,1 0 0,0 2 0,1-1 0,1 2 0,0 0 0,1 1 0,12-6 0,-26 15 0,0 1 0,0 1 0,0-1 0,0 0 0,0 1 0,0-1 0,1 1 0,-1 0 0,0 0 0,0 0 0,0 1 0,0-1 0,0 1 0,0-1 0,0 1 0,0 0 0,0 0 0,0 0 0,0 1 0,-1-1 0,1 1 0,0 0 0,-1-1 0,1 1 0,-1 0 0,0 1 0,0-1 0,1 0 0,-2 1 0,1-1 0,0 1 0,0-1 0,-1 1 0,1 0 0,-1 0 0,0 0 0,1 2 0,20 118 0,-22-121 0,3 375 0,15-400-575,1-12-1172,-1-5-1468</inkml:trace>
  <inkml:trace contextRef="#ctx0" brushRef="#br0" timeOffset="-712.369">15876 4842 29302,'0'0'1745,"0"0"-1353,0 0 208,135 17-192,-73-13-144,4-2-208,-1-2-56,-1 0 0,-9 0 0,-9 0-40,-7-2-656,-10-9-1057,-16-3-9353</inkml:trace>
  <inkml:trace contextRef="#ctx0" brushRef="#br0" timeOffset="-443.449">16187 4573 29622,'0'0'1201,"0"0"-673,-20 113-104,16-54 8,-1 8-120,5 2-168,0-2-104,0-4-40,0-7-80,0-13-288,3-21-136,12-14-776,2-8-1977</inkml:trace>
  <inkml:trace contextRef="#ctx0" brushRef="#br0" timeOffset="-159.381">16730 4619 29606,'0'0'1401,"0"0"-657,-26 164-120,9-86-232,1 5-392,5-4 0,11 0 0,0-20-248,16-21-1536</inkml:trace>
  <inkml:trace contextRef="#ctx0" brushRef="#br0" timeOffset="1195.418">20465 4538 29422,'0'0'1839,"0"0"-1147,-6 19-261,-33 139-48,19 201-383,20-360 0,0 1 0,1 0 0,-1-1 0,0 1 0,0-1 0,1 1 0,-1 0 0,1-1 0,-1 1 0,0 0 0,1 0 0,-1-1 0,1 1 0,-1 0 0,1 0 0,-1-1 0,1 1 0,-1 0 0,1 0 0,-1 0 0,1 0 0,-1 0 0,1 0 0,-1 0 0,1 0 0,-1 0 0,1 0 0,-1 0 0,1 0 0,-1 0 0,1 0 0,-1 1 0,0-1 0,1 0 0,-1 0 0,1 0 0,-1 1 0,1-1 0,-1 0 0,0 1 0,1-1 0,-1 0 0,0 1 0,1-1 0,-1 1 0,0-1 0,1 0 0,-1 1 0,0-1 0,0 1 0,1-1 0,-1 1 0,0-1 0,0 1 0,0-1 0,0 1 0,0-1 0,0 1 0,0-1 0,0 1 0,0-1 0,0 1 0,101-159 0,144-239 0,-191 342 0,-53 54 0,1 0 0,-1 0 0,0 0 0,0 0 0,1 1 0,-1-1 0,1 0 0,-1 0 0,0 1 0,1-1 0,-1 1 0,1 0 0,0-1 0,-1 1 0,1 0 0,-1 0 0,1 0 0,-1 0 0,1 0 0,0 0 0,-1 0 0,1 0 0,-1 1 0,1-1 0,-1 1 0,1-1 0,-1 1 0,1 0 0,-1-1 0,0 1 0,1 0 0,-1 0 0,0 0 0,0 0 0,1 0 0,-1 0 0,0 0 0,0 1 0,0-1 0,0 0 0,-1 1 0,1-1 0,0 0 0,0 1 0,-1 0 0,8 19 0,0 0 0,-2 1 0,-1 0 0,-1 1 0,0-1 0,-2 1 0,-1 0 0,3 14 0,18 338 0,-34-310-161,-4-57-646</inkml:trace>
  <inkml:trace contextRef="#ctx0" brushRef="#br0" timeOffset="4945.621">21285 3003 28870,'0'0'1194,"0"0"-615,0 0-330,0 0-46,0 0 141,0 0-8,5 10-83,72 72 267,-55-69-501,-2 1-1,1 0 0,-2 2 0,0 1 0,-1 0 1,0 1-1,-2 1 0,0 0 0,-1 2 1,-1 0-1,-1 0 0,0 3-18,18 47 0,-2 2 0,-4 0 0,-4 2 0,-2 1 0,-4 0 0,-3 3 0,4 52 0,-5 1 0,-7 118 0,-9-169 0,-3-1 0,-4 0 0,-3-1 0,-4-1 0,-3 0 0,-3-1 0,-4-2 0,-3-1 0,-3-1 0,-4-2 0,-2-2 0,-3-2 0,-4-1 0,-2-3 0,-18 16 0,32-41-318,-2-1 0,0-1 0,-3-3 0,-26 16 318,-14-4-4857</inkml:trace>
  <inkml:trace contextRef="#ctx0" brushRef="#br0" timeOffset="-1636.762">13125 4088 24149,'0'0'1741,"0"0"984,0 0-1767,0 0-579,0 0-21,-3 12 36,-9 84 622,13-95-992,0 0 0,0 1-1,0-1 1,0 0 0,1 0 0,-1 0 0,0-1-1,1 1 1,-1 0 0,0 0 0,1-1 0,-1 1-1,1-1 1,-1 1 0,1-1 0,-1 0 0,1 1-1,0-1 1,-1 0 0,1 0 0,-1 0 0,1 0-1,0 0 1,-1-1 0,1 1 0,-1 0 0,1-1-1,-1 1 1,1-1 0,-1 0 0,1 1-1,-1-1 1,0 0 0,1 0 0,-1 0 0,0 0-1,0 0 1,0 0 0,1 0 0,-1 0 0,0-1-1,-1 1 1,1 0 0,0-1-24,94-66 0,-3-5 0,-3-3 0,77-87 0,-133 126 0,-2 0 0,-1-3 0,-2 0 0,-1-2 0,-3 0 0,-1-2 0,-3-1 0,-1-1 0,-2 0 0,8-39 0,-16 26 0,-21 79 0,-25 79 0,4 1 0,5 3 0,4 0 0,4 1 0,5 1 0,5 0 0,3 104 0,6-202 0,0 0 0,0 0 0,1 0 0,0 0 0,0 1 0,1-1 0,-1 0 0,2 0 0,-1 0 0,1 0 0,0 0 0,0-1 0,1 1 0,0-1 0,0 1 0,1-1 0,0 0 0,0 0 0,0 0 0,0-1 0,1 0 0,0 1 0,0-2 0,1 1 0,0-1 0,-1 1 0,1-2 0,0 1 0,1-1 0,-1 1 0,1-2 0,-1 1 0,1-1 0,0 0 0,0 0 0,0-1 0,0 0 0,0 0 0,0-1 0,2 0 0,2-3 0,0-1 0,1 0 0,-2 0 0,1-1 0,0 0 0,-1-1 0,0-1 0,-1 1 0,1-1 0,-1-1 0,-1 0 0,1 0 0,-1-1 0,1-2 0,59-64 0,-4-4 0,-3-2 0,-4-2 0,-3-4 0,-4-1 0,-4-2 0,32-93 0,-38 79 0,-5-2 0,-4-1 0,4-44 0,-28 110 0,-30 187 0,-34 198 0,15 3 0,8 138 0,33-464 0,-99 1328 0,96-1311 0,-3 31 0,-3 0 0,-3-1 0,-2 0 0,-4-1 0,-4 3 0,21-64 0,-1 1 0,1-1 0,-1 0 0,0 0 0,0-1 0,-1 1 0,0-1 0,0 0 0,0 0 0,-1 0 0,1 0 0,-1-1 0,0 1 0,-1-1 0,1-1 0,-1 1 0,0-1 0,1 0 0,-1 0 0,-1-1 0,1 1 0,0-1 0,-1-1 0,1 1 0,-1-1 0,1 0 0,-1-1 0,1 0 0,-1 0 0,0 0 0,1-1 0,-1 0 0,1 0 0,-1 0 0,1-1 0,0 0 0,-1 0 0,1-1 0,0 0 0,0 0 0,1 0 0,-1-1 0,-4-3 0,-5-7 0,0-1 0,1 0 0,0-1 0,1-1 0,1 0 0,1 0 0,0-1 0,2-1 0,0 0 0,0 0 0,2-1 0,-4-17 0,-3-16 0,2 0 0,3-1 0,2-1 0,1-20 0,3 35 0,2 1 0,2-1 0,2 0 0,2 1 0,1 0 0,2 0 0,1 0 0,2 1 0,2 1 0,2 0 0,7-13 0,23-23-44,3 1 0,3 3 0,3 2 0,3 2 0,3 3 0,3 2 0,41-28 44,-86 72-68,62-58-1812</inkml:trace>
  <inkml:trace contextRef="#ctx0" brushRef="#br0" timeOffset="4017.466">12789 2630 25982,'0'0'1380,"0"0"950,0 0-1331,0 0-546,0 0-124,-15 7-43,-89 51 187,47-1-339,3 2 0,2 3-1,3 2 1,-31 54-134,31-36 0,2 2 0,5 1 0,3 3 0,4 0 0,4 3 0,4 1 0,4 0 0,4 2 0,4 0 0,1 43 0,0 219 0,17 57 0,-2-324 0,3 0 0,5 0 0,4 0 0,3-1 0,4-1 0,4-1 0,4-1 0,3-1 0,4-1 0,18 24 0,-34-76-69,2-1 0,0-1 0,2-2 0,1 0 0,2-1 1,0-1-1,2-2 0,0-1 0,31 19 69,22 5-2077</inkml:trace>
  <inkml:trace contextRef="#ctx0" brushRef="#br0" timeOffset="16927.547">4300 4976 30967,'0'0'550,"0"0"-342,-1 22-152,-7 142 60,15 28 50,7-171-137,4-49 37,13-62-41,-20 51-50,2 1 0,1 0-1,2 1 1,1 1-1,2 0 1,2 1 0,1 1-1,2 2 1,5-6 25,-27 35 0,0 0 0,0 0 1,0 1-1,1-1 0,-1 0 1,1 1-1,-1-1 0,1 1 0,0 0 1,0 0-1,0 0 0,0 1 1,0-1-1,1 1 0,-1-1 0,0 1 1,1 0-1,-1 0 0,1 1 1,-1-1-1,1 1 0,-1-1 0,1 1 1,0 0-1,-1 1 0,1-1 1,-1 1-1,1-1 0,-1 1 1,1 0-1,-1 0 0,0 0 0,1 1 1,-1-1-1,0 1 0,0 0 1,2 2-2,1 8 32,0 1-1,-1-1 1,0 1-1,-1 1 1,-1-1-1,0 1 0,0-1 1,-2 1-1,1 12-30,0-7 21,12 219 79,-14-236-130,0-1 0,0 0-1,0 1 1,0-1-1,0 1 1,0-1 0,0 0-1,1 1 1,-1-1 0,0 1-1,1-1 1,-1 0 0,1 1-1,0-1 1,-1 0-1,1 0 1,0 1 0,0-1-1,0 0 1,0 0 0,0 0-1,0 0 1,0 0 0,0 0-1,0 0 1,0-1-1,0 1 1,1 0 0,-1-1-1,0 1 1,0-1 0,1 1-1,-1-1 1,1 1 0,-1-1-1,0 0 1,1 0-1,-1 0 1,1 0 0,-1 0-1,1 0 1,-1 0 0,2 0 30,14-4-1929</inkml:trace>
  <inkml:trace contextRef="#ctx0" brushRef="#br0" timeOffset="17177.394">5164 4644 30815,'0'0'1248,"0"0"-1128,0 0-80,118 16-8,-63-16 32,8 0 24,10 0-72,36-2-16,-17-8-1040,-10-1-6514</inkml:trace>
  <inkml:trace contextRef="#ctx0" brushRef="#br0" timeOffset="12082.456">10109 4534 26614,'0'0'1157,"0"0"774,0 0-1100,0 0-480,0 0-72,-3 3 2,3-4-269,1 1 1,-1 0-1,1 0 1,-1-1-1,0 1 0,1 0 1,-1 0-1,1 0 1,-1 0-1,1 0 0,-1 0 1,1 0-1,-1 0 1,1 0-1,-1 0 0,1 0 1,-1 0-1,1 0 1,-1 0-1,1 0 0,-1 1 1,1-1-1,-1 0 1,1 0-1,-1 0 1,1 1-1,-1-1 0,0 0 1,1 1-1,-1-1 1,0 0-1,1 1 0,-1-1 1,0 1-1,1-1 1,-1 0-1,0 1 0,0-1 1,1 1-1,-1-1 1,0 1-1,0-1 0,0 1 1,0-1-1,0 1 1,0-1-1,1 1 0,-1-1 1,0 1-1,0-1 1,-1 1-1,1-1 0,0 1 1,0-1-1,0 1-12,13-1 81,492-14 479,-392 0-560,351-23 0,-437 36 0,-19 0 0,1 0 0,-1 1 0,1 0 0,0 1 0,-1 0 0,1 0 0,-1 1 0,1 0 0,-1 0 0,0 1 0,8 3 0,-16-6-19,0 0-1,-1 0 1,1 0-1,0 0 1,-1 0-1,1 0 1,0 0-1,0 0 1,-1 0 0,1 0-1,0 0 1,-1 0-1,1 1 1,0-1-1,-1 0 1,1 0-1,0 0 1,0 0 0,-1 1-1,1-1 1,0 0-1,0 0 1,0 0-1,-1 1 1,1-1-1,0 0 1,0 1-1,0-1 1,-1 0 0,1 0-1,0 1 1,0-1-1,0 0 1,0 1-1,0-1 1,0 0-1,0 0 1,0 1 0,0-1-1,0 0 1,0 1-1,0-1 1,0 0-1,0 1 1,0-1-1,0 0 1,0 1 0,0-1-1,0 0 1,1 1-1,-1-1 1,0 0-1,0 0 1,0 1-1,0-1 20,-22 0-1963</inkml:trace>
  <inkml:trace contextRef="#ctx0" brushRef="#br0" timeOffset="12411.237">10858 3980 29022,'0'0'1040,"0"0"-599,0 0-33,-19 173 24,19-56 80,0 33-64,0 15-80,0-5-272,8-16-96,-3-37 0,-1-27 0,0-26 0,10-5 0,-3-10 0,-5-11-1112</inkml:trace>
  <inkml:trace contextRef="#ctx0" brushRef="#br0" timeOffset="17977.351">6133 4362 30326,'0'0'743,"0"0"-240,0 0-239,0 0-105,0 0 21,23-19-33,78-66-71,-83 71-68,0 1 0,1 0 0,1 1 0,0 1 1,1 1-1,0 1 0,20-6-8,54-1-4,-91 17 3,-1-1 0,0 1-1,1 0 1,-1 0 0,1 0 0,-1 0 0,0 0 0,0 1 0,1-1-1,-1 1 1,0 0 0,-1 0 0,1 0 0,0 1 0,0-1-1,-1 1 1,0-1 0,1 1 0,-1 0 0,0 0 0,0 0-1,-1 0 1,1 0 0,-1 0 0,1 1 0,-1-1 0,0 0 0,0 1-1,0-1 1,-1 1 0,1-1 1,12 122 6,-13-108-5,1 308 9,-2-323-9,0 0 1,0 1-1,0-1 0,1 1 0,-1 0 1,1-1-1,-1 1 0,1 0 0,0-1 0,0 1 1,0 0-1,0-1 0,0 1 0,1 0 1,-1-1-1,1 1 0,0-1 0,0 1 0,0-1 1,0 1-1,0-1 0,1 0 0,-1 1 1,1-1-1,-1 0 0,1 0 0,0 0 0,0 0 1,0 0-1,0-1 0,0 1 0,0-1 1,0 1-1,0-1 0,1 0 0,-1 1 0,1-1 1,-1 0-1,1-1 0,-1 1 0,1 0 1,-1-1-1,1 0 0,0 1 0,-1-1 0,1 0 1,0 0-2,5-5 19,0 1 1,0-1 0,-1 0-1,0-1 1,0 1-1,0-2 1,-1 1 0,1-1-1,-2 0 1,1 0 0,4-8-20,40-57 10,-3-3 0,-3-1 0,-4-3 1,-3-1-1,-4-2 0,15-60-10,-37 103 0,-2 0 0,-2 0 0,-2-1 0,-1 0 0,-2 0 0,-2-2 0,-11 72 0,-5 290 0,17-237 0,9 621 0,5-457 0,-11 1 0,-10-1 0,-30 174 0,-26-161 0,60-255 0,1 0 0,-1-1 0,0 1 0,0-1 0,0 1 0,-1-1 0,1 0 0,-1 1 0,0-1 0,-1-1 0,1 1 0,0 0 0,-1-1 0,0 0 0,0 0 0,0 0 0,0 0 0,-1-1 0,1 1 0,-1-1 0,1 0 0,-1-1 0,0 1 0,0-1 0,0 0 0,0 0 0,0 0 0,0-1 0,0 1 0,0-1 0,0-1 0,0 1 0,0-1 0,0 0 0,1 0 0,-4-1 0,0-4 0,0-1 0,0-1 0,1 1 0,0-1 0,0 0 0,1-1 0,0 1 0,1-1 0,-1-1 0,2 1 0,-1-1 0,0-4 0,-15-39 0,3-2 0,2 0 0,3 0 0,2-1 0,2-1 0,3 0 0,3 0 0,1 0 0,4-6 0,-1 30 0,0-1 0,3 1 0,0 0 0,3 0 0,0 0 0,2 1 0,2 0 0,0 1 0,3 1 0,10-18 0,15-17-271,3 3 0,3 1-1,2 2 1,3 3 0,2 2 0,36-27 271,-19 19-2238</inkml:trace>
  <inkml:trace contextRef="#ctx0" brushRef="#br0" timeOffset="18337.231">7524 4818 25485,'0'0'3805,"1"22"-2459,-1 321 609,-27-121-1779,35-268-177,2 1-1,2-1 1,1 2-1,15-31 2,-11 27-15,-10 29-4,-1-4-27,2 1 0,0 0 0,2 1 0,0 0 0,1 1 0,1 0 0,1 0 0,8-9 46,-20 28 0,0 0 1,-1 0-1,1 0 1,0 0-1,0 0 0,0 0 1,0 0-1,0 0 1,0 1-1,0-1 1,0 0-1,0 1 0,0-1 1,0 0-1,0 1 1,0-1-1,1 1 0,-1 0 1,0-1-1,0 1 1,1 0-1,-1 0 1,0 0-1,1 0 0,-1 0 1,0 0-1,0 0 1,1 0-1,-1 0 1,0 1-1,0-1 0,1 0 1,-1 1-1,0-1 1,0 1-1,0-1 0,0 1 1,0 0-1,0 0 1,0-1-1,0 1 1,0 0-1,0 0 0,0 0 1,0 0-1,0 0 1,-1 0-1,1 0 0,0 0 1,-1 0-1,1 1 1,-1-1-1,1 0 1,-1 1-1,18 69 149,-13 290-300,-5-361 91,1-1 0,-1 1 0,1-1-1,-1 0 1,1 1 0,-1-1 0,1 1 0,-1 0-1,1-1 1,0 1 0,-1-1 0,1 1-1,0 0 1,-1 0 0,1-1 0,0 1 0,-1 0-1,1 0 1,0 0 0,-1 0 0,1-1 0,0 1-1,0 0 1,-1 0 0,1 1 0,0-1-1,0 0 1,-1 0 0,1 0 0,0 0 0,-1 1-1,1-1 1,0 0 0,-1 1 0,1-1 0,0 0-1,-1 1 1,1-1 0,-1 1 0,1-1-1,-1 1 1,1-1 0,-1 1 0,1-1 0,-1 1-1,1 0 1,-1-1 0,0 1 0,1 0 0,-1-1-1,0 1 1,0 0 0,1 0 60,16-33-4496</inkml:trace>
  <inkml:trace contextRef="#ctx0" brushRef="#br0" timeOffset="18600.074">7998 5023 30262,'0'0'1297,"0"0"-1161,0 0-88,0 0 128,0 0 64,151 4-128,-109-4-72,-1 0-40,3 0-272,-11 0-552,-7 0-2321</inkml:trace>
  <inkml:trace contextRef="#ctx0" brushRef="#br0" timeOffset="18849.471">8563 4792 23317,'0'0'7602,"0"0"-7082,0 0-64,-15 125 168,8-60-376,3 12-248,0 8 0,-1 5 0,3 3 0,-2 19 0,-1-25-712,1-20-4969</inkml:trace>
  <inkml:trace contextRef="#ctx0" brushRef="#br0" timeOffset="20275.581">8866 3058 28790,'0'0'972,"0"0"-145,17 18-299,123 120 322,-61-61-736,-3 3 0,-4 4 1,-4 2-1,-3 3 0,-5 3 1,-3 3-1,38 90-114,-65-119 0,-2 2 0,-4 0 0,-2 2 0,-4 1 0,-3 0 0,-2 1 0,-4 1 0,-3 0 0,-4 0 0,-2 0 0,-4 0 0,-3-1 0,-3 1 0,-14 47 0,-12-12 0,-6-1 0,-3-3 0,-6-1 0,-4-3 0,-4-3 0,-38 46 0,21-39-207,6-23-826</inkml:trace>
  <inkml:trace contextRef="#ctx0" brushRef="#br0" timeOffset="16496.575">2165 4465 27374,'0'0'2814,"0"0"-1949,0 0-686,0 0-103,0 0 39,11 5 145,-6-2-234,-1-1 1,1 0-1,-1-1 1,1 1-1,0-1 1,0 0-1,0 0 1,-1 0-1,1-1 1,0 1-1,0-1 1,0-1-1,0 1 1,0-1-1,0 1 1,0-1-1,-1-1 1,1 1-1,0-1 1,-1 0-1,1 0 1,3-2-27,51-36 50,-2-2 0,-2-3 0,-2-2 0,-2-2 0,-3-2 0,-1-3 1,-3-1-1,-3-3 0,-2-1 0,-1-4-50,99-172 0,-136 234 0,-1 1 0,0 1 0,0-1 0,0 1 0,1-1 0,-1 1 0,0-1 0,1 0 0,-1 1 0,0-1 0,0 0 0,1 1 0,-1-1 0,1 0 0,-1 1 0,0-1 0,1 0 0,-1 0 0,1 0 0,-1 1 0,1-1 0,-1 0 0,0 0 0,1 0 0,-1 0 0,1 0 0,-1 0 0,1 0 0,-1 0 0,1 0 0,-1 0 0,1 0 0,-1 0 0,1 0 0,-1 0 0,1 0 0,-1 0 0,0-1 0,1 1 0,-51 505 0,43-218 0,6-278 0,0 0 0,1 1 0,0-1 0,0 0 0,1 0 0,0 0 0,0 0 0,1 0 0,0 0 0,1 0 0,0 0 0,1-1 0,-1 0 0,1 1 0,1-1 0,0-1 0,0 1 0,1-1 0,-1 0 0,1 0 0,1 0 0,0-1 0,0 0 0,0 0 0,0-1 0,1 0 0,0 0 0,3 0 0,-4-2 0,0-1 0,1 0 0,-1-1 0,1 0 0,-1 0 0,1-1 0,-1 0 0,1 0 0,0 0 0,-1-1 0,1-1 0,-1 1 0,0-1 0,1 0 0,-1-1 0,0 0 0,0 0 0,-1 0 0,1-1 0,0 0 0,-1 0 0,0-1 0,0 1 0,-1-1 0,1-1 0,4-5 0,116-172 0,-77 88 0,-3-2 0,-5-3 0,-4 0 0,-4-3 0,-5-1 0,-5 0 0,2-45 0,-14 44 0,-9 176 0,-49 691 0,33-392 0,2 50 0,-19-1 0,-43 162 0,9-327 0,63-247 0,0-1 0,-1 0 0,1 0 0,-2 0 0,1 0 0,0-1 0,-1 1 0,0-1 0,-1 0 0,1 0 0,-1 0 0,0-1 0,0 1 0,0-1 0,0-1 0,-1 1 0,0-1 0,0 0 0,0 0 0,0 0 0,0-1 0,0 0 0,-1 0 0,1-1 0,-1 0 0,1 0 0,-1 0 0,0-1 0,1 0 0,-1 0 0,0-1 0,1 0 0,-1 0 0,1-1 0,-1 1 0,1-1 0,0-1 0,0 1 0,0-1 0,0 0 0,0 0 0,0-1 0,-2-2 0,-18-20 0,2-2 0,1 0 0,1-1 0,1-1 0,2-1 0,1-1 0,1 0 0,2-2 0,2 0 0,1 0 0,1-1 0,-4-29 0,8 36 0,1 1 0,2-2 0,1 1 0,1 0 0,1-1 0,2 1 0,0-1 0,2 1 0,2 0 0,0 0 0,2 0 0,1 1 0,1-1 0,1 2 0,1 0 0,12-19 0,37-43-214,3 3 1,5 2-1,2 4 0,4 3 0,75-59 214,-141 128-90,73-67-2120</inkml:trace>
  <inkml:trace contextRef="#ctx0" brushRef="#br0" timeOffset="19645.217">2183 3135 24597,'0'0'3097,"0"0"-1865,0 0-529,0 0-155,-20 10-90,5-3-367,4-3-31,-1 2 1,1-1-1,1 1 0,-1 1 0,1 0 1,0 1-1,0 0 0,1 0 1,0 1-1,1 0 0,-5 7-60,-39 64 265,5 3 0,2 1 1,5 3-1,-7 28-265,-6 23 45,6 3 0,6 1 1,6 2-1,7 2 0,6 1 1,6 0-1,5 146-45,10-240 0,2 1 0,3 0 0,2-1 0,2 0 0,3 0 0,2-1 0,2 0 0,2-1 0,3-1 0,2-1 0,2-1 0,2-1 0,26 36 0,-22-45-100,1-2-1,2 0 1,2-3 0,0 0 0,3-3-1,0-1 1,2-1 0,1-3 0,1-1-1,1-2 1,36 12 100,12-2-2346</inkml:trace>
  <inkml:trace contextRef="#ctx0" brushRef="#br0" timeOffset="21865.472">2115 1 20220,'0'0'7191,"0"0"-5357,-23 9-1601,-76 31-119,-12 39 437,81-51-290,-68 61-18,5 5 0,3 4 0,5 4 0,5 3 0,-14 31-243,-120 208 196,10 20-196,201-360 4,-144 273 220,11 7 0,-18 83-224,70-107 86,11 3 1,11 3-1,12 3 0,11 7-86,-87 623 104,113-746-87,7-1 0,6 2 0,8 9-17,14 5 0,7-1 0,33 97 0,-33-143 0,24 95 0,9-2 0,10-4 0,32 55 0,-62-169 0,32 87 0,8-4 0,7-3 0,8-4 0,7-4 0,8-5 0,55 55 0,-130-180 0,1-2 0,1-1 0,2-2 0,2-2 0,0-2 0,20 8 0,-42-26-163,-1-2 1,2 0-1,-1-1 1,1-2-1,0 0 1,0-1-1,1-1 1,9 0 162,18-1-2397</inkml:trace>
  <inkml:trace contextRef="#ctx0" brushRef="#br0" timeOffset="6628.185">24643 2841 29982,'0'0'817,"0"0"-577,0 0-168,0 0 32,162-43 176,-89 39-8,4 4-72,6 0-128,0 4-48,-4 12-24,24 7-224,-20-1-264,-17-12-1529</inkml:trace>
  <inkml:trace contextRef="#ctx0" brushRef="#br0" timeOffset="6879.242">26013 2185 30743,'0'0'880,"0"0"-576,-33 191 88,14-33 56,1 25-448,3 10 0,2-3 0,2-21 0,2-40 0,-2-31-848</inkml:trace>
  <inkml:trace contextRef="#ctx0" brushRef="#br0" timeOffset="5576.465">22598 3875 29742,'0'0'985,"0"0"-705,0 0-168,51 134 96,-3-77 88,7 3-64,4-1-104,2-2-80,-4-4-48,-9-7-48,-6-9-232,-7-17-232,-11-12-1249,-11-8-20419</inkml:trace>
  <inkml:trace contextRef="#ctx0" brushRef="#br0" timeOffset="5766.808">23159 3707 27422,'0'0'3185,"0"0"-2793,-125 129-80,57-54-72,-10 11 32,-6 5-96,-6 18-120,16-15-56,10 29-248,20-25-584,27-37-2521</inkml:trace>
  <inkml:trace contextRef="#ctx0" brushRef="#br0" timeOffset="6342.653">23793 3455 27846,'0'0'1936,"0"0"-1069,0 0-364,0 0-208,0 0-38,0 0 147,24 10-29,22 9-318,-1 3 0,-1 2-1,-1 1 1,0 3 0,-2 1-57,-23-14 0,-1 1 0,0 0 0,-2 1 0,0 1 0,0 0 0,-2 1 0,0 0 0,-2 1 0,0 1 0,-1 0 0,-1 0 0,-1 1 0,-1 0 0,0 0 0,-2 1 0,-1 0 0,-1 0 0,-1 0 0,-1 7 0,-1-11 0,-1-1 0,0 1 0,-2-1 0,0 0 0,-1 1 0,-1-2 0,-1 1 0,-1 0 0,0-1 0,-1-1 0,-1 1 0,0-1 0,-1 0 0,-6 5 0,-27 28-17,-2-2-1,-3-2 1,-1-2 0,-2-2-1,-2-3 1,-1-2 0,-2-2-1,-1-3 1,-2-3 0,-1-1-1,-18 2 18,30-3-6,52-20-16,103-5 28,254-9 207,112-26-213,-456 32-109,0 0 0,0-2 0,-1 0 0,1 0 0,-1-2 0,0 0 0,-1-1 0,1 0 0,-1-1 0,1-2 109,25-22-1871</inkml:trace>
  <inkml:trace contextRef="#ctx0" brushRef="#br0" timeOffset="23183.07">26669 1360 25637,'0'0'543,"-8"-22"1530,-34-153-1121,48 1 670,-5 174-1597,-1-1 1,1 0-1,0 1 1,0-1-1,0 0 1,0 1-1,0-1 1,0 1-1,0-1 1,0 1 0,0 0-1,1-1 1,-1 1-1,0 0 1,0 0-1,0 0 1,0 0-1,0 0 1,1 0-1,-1 0 1,0 0-1,0 1 1,0-1 0,0 0-1,0 1 1,0-1-1,0 0 1,0 1-1,0 0 1,0-1-1,0 1 1,0-1-1,0 1 1,0 0-1,0 0 1,-1 0 0,1-1-1,0 1 1,0 0-1,-1 0 1,1 0-1,-1 0 1,1 0-1,-1 0 1,1 0-1,-1 0 1,0 0 0,1 1-1,-1-1 1,0 0-1,0 0 1,0 0-1,0 0 1,0 0-1,0 0 1,0 1-1,0-1 1,-1 0-1,1 0 1,0 0-26,1 1 25,238 441 358,-161-274-383,-8 4 0,-8 3 0,-7 2 0,26 164 0,-48-209 0,4 16 0,18 58 0,-9 2 0,-9 2 0,8 204 0,-42-314 0,-4-1 0,-5 0 0,-13 63 0,-18 6 0,-9-1 0,-6-2 0,-8-3 0,-6-3 0,-37 55 0,29-65 0,-6-3 0,-6-3 0,-7-5 0,-6-4 0,-5-4 0,-84 77 0,79-101 0,-5-5 0,-4-5 0,-6-4 0,67-53 0,-2-4 0,-1-1 0,-2-4 0,-1-2 0,-1-3 0,-1-3 0,-56 12 0,-86-14-231,135-25-1919,22-16-4215</inkml:trace>
  <inkml:trace contextRef="#ctx0" brushRef="#br0" timeOffset="23686.42">27977 3601 29174,'0'0'975,"0"0"-333,0 0-376,0 0-122,0 0 139,35 29 112,423 343 421,-400-322-804,-2 2 0,-3 3 0,-2 2 0,-3 3 0,-2 1 0,28 52-12,-40-52 0,-26-106-1507,-8-5-1235</inkml:trace>
  <inkml:trace contextRef="#ctx0" brushRef="#br0" timeOffset="23856.172">28863 3490 30983,'0'0'696,"0"0"-480,-195 174-120,74-62 160,-13 29 96,1 6-216,25-3-136,36-29 0,26-20-464,20-32-696,12-30-1945</inkml:trace>
  <inkml:trace contextRef="#ctx0" brushRef="#br0" timeOffset="24434.329">29492 2995 30326,'0'0'633,"0"0"-335,0 0 14,26 23 125,176 158 247,-182-165-680,-1 1-1,0 0 1,-1 1 0,-1 1 0,-1 1 0,-1 0 0,-1 1 0,0 0-1,-2 2 1,0-1 0,-2 1 0,0 1 0,-2 0 0,0 0 0,-2 1 0,-1 0-1,-1 0 1,-1 0 0,-1 0 0,-1 4-4,-10 13-3,-3-1 0,-1 0 0,-1-1 1,-3 0-1,-1-2 0,-2 0 0,-2-1 0,-1-1 0,-1-1 1,-3-1-1,0-1 0,-2-2 0,-2-1 0,0-1 0,-21 13 3,8-1-128,-3-1-1,-1-3 0,-1-2 1,-2-2-1,-2-2 1,0-3-1,-2-2 0,-1-3 1,-4 0 128,4-10 278,477-24 568,-286 11-793,30 1-41,-1-6-1,139-25-11,-287 27-192,-1 0 1,1-1-1,-1-1 0,0-1 1,0 0-1,0-1 1,-1 0-1,0-1 0,0-1 1,-1 0-1,0-1 0,-1-1 1,9-9 191,18-26-4422</inkml:trace>
  <inkml:trace contextRef="#ctx0" brushRef="#br0" timeOffset="24669.953">30643 2467 22829,'0'0'8610,"0"0"-8170,0 0-328,138-14-48,-42 14 56,33 0 168,-6 0-160,-7-4-128,18-8-352,-44 2-904,-11-4-2393</inkml:trace>
  <inkml:trace contextRef="#ctx0" brushRef="#br0" timeOffset="24890.349">32118 1879 30999,'0'0'1064,"-53"138"-928,16 0 64,-3 34 168,7 13-368,9 0 0,5-15 0,-1-4 0,-6-18 0,6-44-16,-2-35-2312</inkml:trace>
  <inkml:trace contextRef="#ctx0" brushRef="#br0" timeOffset="38582.144">155 7708 20036,'0'0'7491,"0"0"-5537,0 0-1651,28-3-102,181-11 196,364 13 470,299 49-867,690 68 279,1248-80-39,-335-173 290,-1557 56-271,1618-83-49,-1242 184-210,64 77 0,524 24 0,1020-92 0,-2103-31 0,1804 20 0,1926 108 0,-4442-123 0,493 22 0,241 53 0,-781-73 0,-21-4 0,0 1 0,0 1 0,-1 0 0,1 2 0,-1 0 0,0 0 0,0 2 0,-1 0 0,0 1 0,0 1 0,5 4 0,-22-13 0,1 0 0,-1 1 0,1-1 0,0 0 0,-1 0 0,1 0 0,-1 0 1,1 1-1,-1-1 0,1 0 0,-1 1 0,1-1 0,-1 0 0,1 1 0,-1-1 0,1 1 0,-1-1 0,1 0 0,-1 1 0,0-1 0,1 1 0,-1-1 0,0 1 1,0 0-1,1-1 0,-1 1 0,0-1 0,0 1 0,0-1 0,1 1 0,-1 0 0,0-1 0,0 1 0,0-1 0,0 1 0,0 0 0,0-1 0,-1 1 0,1-1 1,0 1-1,0 0 0,0-1 0,0 1 0,-1-1 0,1 1 0,0-1 0,-1 1 0,1-1 0,0 1 0,-1-1 0,1 1 0,-1-1 0,1 1 0,0-1 0,-1 0 1,1 1-1,-1-1 0,1 0 0,-1 1 0,0-1 0,1 0 0,-1 0 0,1 1 0,-1-1 0,1 0 0,-49 4-80,-31-14-649,22-7-2684,-6-11-8837</inkml:trace>
  <inkml:trace contextRef="#ctx0" brushRef="#br0" timeOffset="46357.593">14394 7227 29950,'0'0'499,"28"-2"-289,273-28 24,-219 18-136,1122-141 871,-449 109-483,135 34-486,-459 36 50,378 74-50,-107-9-1,1541 36 73,-845-68-9,148 64-1973,-1515-122-2060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6:57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1216 28798,'0'0'2401,"0"0"-2105,0 0 104,143 173-88,-56-64-96,-8-7-80,-13-7-96,-20-20-40,-15-30-304,6-17-480,-6-10-1257,-9-18-11690</inkml:trace>
  <inkml:trace contextRef="#ctx0" brushRef="#br0" timeOffset="171.345">454 1161 30038,'0'0'873,"-99"169"-401,47-66-328,3 29-144,25-35-296,20-40-1873</inkml:trace>
  <inkml:trace contextRef="#ctx0" brushRef="#br0" timeOffset="455.311">1151 928 30046,'0'0'741,"15"28"-109,-2-6-512,5 10 46,-1-1 0,-1 2 0,-2 0-1,-2 1 1,6 23-166,-9-13 67,-2 1-1,-1 0 1,-3 0-1,-1 1 1,-3-1-1,-2 11-66,-4-26 0,-2 0 0,-1 0 0,-1-1 0,-2 0 0,0-1 0,-2-1 0,-2 0 0,0-1 0,-1 0 0,-2-2 0,0 0 0,-2-1 0,-10 7 0,-111 121 0,142-150 0,0 0 0,0 0 0,-1 0 0,1 0 0,0 0 0,0 0 0,0 0 0,0 1 0,0-1 0,0 0 0,1 0 0,-1 1 0,0-1 0,1 1 0,-1-1 0,1 1 0,-1-1 0,1 1 0,-1-1 0,1 1 0,0-1 0,0 1 0,0-1 0,0 1 0,0-1 0,0 1 0,1-1 0,-1 1 0,0-1 0,1 1 0,-1-1 0,1 1 0,-1-1 0,1 0 0,0 1 0,0-1 0,0 0 0,-1 1 0,1-1 0,0 0 0,1 0 0,-1 0 0,0 0 0,0 0 0,0 0 0,1 0 0,0 0 0,151 10 0,-125-12 0,4-1-133,0-2 0,0-1 0,0-1 0,-1-2 0,0-1 0,0-1 0,-1-2 0,-1-1 0,0-2 0,0 0 0,-2-2 0,0-1 0,-1-1 0,-1-2 0,7-7 133,13-23-3614</inkml:trace>
  <inkml:trace contextRef="#ctx0" brushRef="#br0" timeOffset="707.357">1677 300 29766,'0'0'2201,"0"0"-1977,0 0-152,147 14-40,-92 2-16,2 2-16,19 4 0,-12-7-392,-11-7-1457</inkml:trace>
  <inkml:trace contextRef="#ctx0" brushRef="#br0" timeOffset="877.723">2475 1 30687,'0'0'816,"0"0"24,-33 152-472,20-60-312,0 31-56,0 23 0,4-18-160,-2-32-2441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6:56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1141 28286,'0'0'2913,"0"0"-2537,0 0-136,0 0-40,111 16 120,-49-16-64,1 0-144,1 0-72,-3 0-40,9 0-312,-13 0-496,-15 0-2065</inkml:trace>
  <inkml:trace contextRef="#ctx0" brushRef="#br0" timeOffset="247.299">847 896 31023,'0'0'784,"0"0"-184,-13 121-320,13-66-200,0 2-80,0 0 0,0-2 0,21-1 0,-1-17-872,0-15-1185</inkml:trace>
  <inkml:trace contextRef="#ctx0" brushRef="#br0" timeOffset="451.242">1292 1 30711,'0'0'688,"0"0"-272,81 185-200,-35-61 240,-5 32-176,-8 8-280,-20-6 0,-13-12 0,-21-20 0,-21-8 0,-4-19 0,2-24 0,-17-4 0,12-24-1032,6-15-2721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7:02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28726,'0'0'1376,"0"0"-975,0 0-1,0 0-16,171 18-104,-70-20-144,48-24-136,-22 3-232,-11-3-1369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7:04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263 999 25629,'0'0'3815,"22"9"-2774,-8-4-982,4 1 15,0 1 0,-1 1 0,0 1 0,0 0 0,-1 1 0,0 1 0,0 0 0,6 7-74,-9-5 58,-1 0 1,0 1-1,-1 0 0,-1 1 0,0 0 1,0 1-1,-2 0 0,0 1 1,-1-1-1,-1 1 0,0 1 1,-1-1-1,-1 1 0,-1 0 0,0 0 1,-1 0-1,-1 0 0,-1 0 1,-1 0-1,0 0 0,-3 9-58,-8 19 6,-2 0 1,-2-1-1,-2-1 0,-2-1 0,-2 0 1,-1-2-1,-3 0 0,-1-2 0,-2-1 0,-1-1 1,-2-2-1,-2-1 0,-1-2 0,-1-1 1,-4 0-7,-111 117-80,150-147 80,0 0-1,-1 1 1,1-1 0,0 0 0,0 1 0,0-1 0,0 1 0,0 0 0,0-1 0,0 1 0,0 0 0,1-1 0,-1 1-1,1 0 1,-1 0 0,1 0 0,0-1 0,0 1 0,-1 0 0,1 0 0,1 0 0,-1 0 0,0 0 0,0-1 0,1 1 0,-1 0-1,1 0 1,-1 0 0,1-1 0,0 1 0,0 0 0,0-1 0,0 1 0,127 13 80,-90-16-52,46-1 2,-1-3-1,-1-4 1,1-3-1,-1-4 1,-2-4 0,0-3-1,-1-4 1,-1-2 0,32-21-30,-84 36-372,-1-2 1,0 0 0,-1-2-1,-1-1 1,-1 0 0,-1-2-1,18-21 372,17-22-3756</inkml:trace>
  <inkml:trace contextRef="#ctx0" brushRef="#br0" timeOffset="167.642">1377 423 28630,'0'0'3217,"0"0"-2993,138 0-168,-59 0-56,6 0 0,36-14-168,-25 0-448,-15-1-2041</inkml:trace>
  <inkml:trace contextRef="#ctx0" brushRef="#br0" timeOffset="479.847">2315 1 30406,'0'0'662,"0"0"-378,20 15-119,124 93 517,-136-103-669,1 1 1,-1-1 0,-1 2-1,1-1 1,-1 1-1,-1 0 1,1 0-1,-1 1 1,0 0-1,-1 0 1,0 1-1,0-1 1,-1 1-1,0 0 1,0 0 0,-1 1-1,0-1 1,-1 1-1,0-1 1,-1 1-1,0 0 1,0 0-1,-1 0 1,0-1-1,-1 1 1,0 0-14,-5 6-4,-1 0-1,0-1 1,-1 0 0,-1 0-1,0 0 1,-1-1 0,-1-1-1,0 0 1,0 0-1,-9 5 5,-7 11-36,2-1-13,12-16 14,-1 1 1,2 1-1,0 0 0,1 1 1,0 0-1,1 0 1,1 1-1,0 1 0,1-1 1,1 1-1,1 1 1,0-1-1,1 4 35,6-14-20,0 0 0,1-1 0,0 1 0,0 0 0,1-1 0,0 1 0,0-1 1,1 0-1,-1 0 0,1 0 0,0 0 0,1-1 0,0 0 0,0 0 0,0 0 0,0 0 0,1-1 0,-1 0 0,1 0 0,0 0 0,1-1 0,-1 0 0,0 0 0,1-1 0,0 0 0,0 0 0,-1 0 0,5 0 20,12 2-1640,-21-4-423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7:04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18 134 30615,'65'109'640,"-1"-1"-424,-1-1-128,-16-32 128,-19-20 168,1 10-264,1 4-80,-1 0-40,-10-15-224,1-33-392,-7-15-889,-6-8-1111</inkml:trace>
  <inkml:trace contextRef="#ctx0" brushRef="#br0" timeOffset="172.646">585 0 30046,'0'0'865,"-122"162"-481,21-34-112,-11 18-128,18-4-56,15-16-88,35-39-440,11-24-2633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7:03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0 403 28926,'0'0'2126,"0"0"-1511,10-22-490,-4 10-114,-1-2 43,1 0 1,1 0-1,0 1 0,1 0 1,0 0-1,1 1 0,1 0 1,0 0-1,0 1 0,1 0 1,1 1-1,0 0-54,-11 9 7,0-1-1,1 1 1,-1 0-1,0 0 1,0 0-1,1 0 1,-1 1-1,1-1 1,-1 0 0,0 1-1,1-1 1,-1 0-1,1 1 1,0 0-1,-1-1 1,1 1 0,-1 0-1,1 0 1,0 0-1,-1 0 1,1 0-1,-1 0 1,1 0 0,0 1-1,-1-1 1,1 0-1,-1 1 1,1 0-1,-1-1 1,1 1 0,-1 0-1,0 0 1,1-1-1,-1 1 1,0 0-1,0 1 1,1-1 0,-1 0-1,0 0 1,0 0-1,0 1 1,0-1-1,-1 0 1,1 1 0,0-1-1,0 1-6,10 81 6,-11-79-3,-33 640-2,32-640-1,-1-1 0,1 1 0,0-1 0,1 1 0,-1-1 0,1 1 0,0 0 0,0-1 0,0 1 0,0-1 0,0 1 0,1 0 0,0-1 0,-1 1 0,1-1 0,1 1 0,-1-1 0,0 0 0,1 1 0,0-1 0,0 0 0,0 0 0,0 0 0,0 0 0,1 0 0,-1-1 0,1 1 0,0-1 0,-1 0 0,1 1 0,0-1 0,0-1 0,1 1 0,-1 0 0,0-1 0,1 1 0,-1-1 0,1 0 0,-1 0 0,1-1 0,7 0 0,1 0 0,-1-1 0,0-1 0,0 0 0,0 0 0,0-1 0,0 0 0,-1-1 0,1-1 0,-1 1 0,0-2 0,0 1 0,-1-1 0,1-1 0,-1 0 0,-1 0 0,0-1 0,0 1 0,3-5 0,68-65-16,-3-4 0,-4-2 0,-4-4 0,-4-3 0,-3-2 0,45-96 16,13-87-173,-123 308 403,-115 419-191,-85 716-39,140-913 0,-11-4 0,-32 52 0,102-290 0,5-10 0,0 1 0,-1-1 0,1 0 0,-1 0 0,1 0 0,-1 0 0,0 0 0,0 0 0,-1-1 0,1 1 0,0 0 0,-1 0 0,0-1 0,0 1 0,0-1 0,0 0 0,0 1 0,0-1 0,0 0 0,-1 0 0,1 0 0,-1-1 0,1 1 0,-1 0 0,0-1 0,0 0 0,1 0 0,-1 0 0,0 0 0,0 0 0,0 0 0,0-1 0,-1 0 0,1 1 0,0-1 0,0 0 0,0 0 0,-1-1 0,-2-2 0,0-1 0,0 0 0,1-1 0,-1 1 0,1-1 0,0 0 0,0 0 0,1-1 0,0 1 0,0-1 0,0 0 0,0 0 0,1-1 0,0 1 0,0-1 0,-1-5 0,-11-28 0,2 0 0,2 0 0,1-1 0,2-1 0,2 1 0,2-1 0,1-1 0,3 1 0,2-11 0,-2 18 0,3 1 0,1-1 0,1 1 0,2 0 0,2 0 0,1 0 0,1 1 0,2 1 0,1 0 0,2 1 0,8-11 0,0 0-133,2 2 1,2 1-1,2 1 0,1 1 1,1 2-1,2 1 1,2 2-1,1 1 0,1 2 1,2 2-1,14-7 133,-25 17-390,2 1-1,0 1 1,1 1 0,1 2-1,0 1 1,0 2 0,1 1-1,0 2 1,1 1 0,19 0 390,-50 5 87,-1 0 0,1 0 0,0 1 0,0-1 0,0 1 1,-1 0-1,1 0 0,0 0 0,-1 1 0,1-1 1,-1 1-1,0 0 0,1 0 0,-1 0 0,0 0 0,0 0 1,0 1-1,0 0 0,-1-1 0,1 1 0,-1 0 1,0 0-1,1 0 0,-1 1 0,-1-1 0,1 0 0,0 1 1,-1-1-1,0 1 0,0 0 0,0-1 0,0 1 0,0 0 1,-1 0-1,0 2-87,10 273 1300,-5-290-845,21-39-423,2 1 1,2 2 0,2 0-1,2 3 1,21-21-33,-54 62 0,0 0 0,0 1 1,1-1-1,-1 1 0,1 0 1,0-1-1,-1 1 1,1 0-1,0 0 0,0 0 1,1 0-1,-1 0 0,0 1 1,0-1-1,1 1 1,-1-1-1,1 1 0,0 0 1,-1 0-1,1 0 0,0 0 1,-1 0-1,1 1 1,0 0-1,0-1 0,0 1 1,0 0-1,0 0 1,-1 0-1,1 1 0,0-1 1,0 1-1,0-1 0,-1 1 1,1 0-1,0 0 1,-1 0-1,1 1 0,-1-1 1,1 0-1,-1 1 0,0 0 1,1-1-1,-1 1 1,0 0-1,1 2 0,5 21 48,-1 0 1,-1 0-1,-2 1 0,-1-1 1,0 1-1,-2 0 0,-1 0 0,-2 11-48,2-1-10,1 13-3,1-37 6,0 0-1,-1 0 1,0 1 0,-1-1-1,0 0 1,-1 1 0,0-1-1,-1 0 1,-1 0 0,0 0-1,0 0 1,-1 0 0,-1-1 0,0 0-1,0 0 1,-1 0 0,-1 0-1,1-1 1,-7 7 7,-20 0-1083,0-14-1443</inkml:trace>
  <inkml:trace contextRef="#ctx0" brushRef="#br0" timeOffset="935.729">2181 103 29446,'18'112'1337,"6"28"-761,7 28-216,-1 3 72,1-7 8,-9 6-264,-13 5-176,-9-9 0,-24-14 0,-18-36 0,-2-35 0,3-25 0,1-19 0,-6-9-224,-13-28-552,6-12-641,14-30-2871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7:00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255 752 27398,'0'0'1591,"0"0"-848,0 0-246,28-11 5,190-83 264,-153 58-560,-36 19-150,1 1 0,0 1 0,1 1 0,0 2 0,1 1 0,1 2-56,-31 8 0,0 0 0,0 1 0,-1 0 1,1-1-1,0 1 0,0 0 0,0 0 0,0 0 0,0 0 1,-1 0-1,1 0 0,0 1 0,0-1 0,0 1 0,-1-1 1,1 1-1,0 0 0,-1 0 0,1-1 0,0 1 0,-1 0 1,1 0-1,-1 1 0,1-1 0,-1 0 0,0 0 1,0 1-1,1-1 0,-1 1 0,0-1 0,0 1 0,0-1 1,-1 1-1,1 0 0,0 0 0,-1-1 0,1 1 0,-1 0 1,1 0-1,-1 0 0,0-1 0,0 1 0,1 0 0,-2 0 1,1 0-1,0 1 0,-10 247 19,-34-19 11,27-159-22,3-1 0,3 2-1,3-1 1,3 8-8,5-78 1,0 1-1,0 0 1,1-1 0,-1 1 0,0-1 0,1 1-1,-1-1 1,1 1 0,0-1 0,0 1 0,0-1-1,0 1 1,1-1 0,-1 0 0,0 0 0,1 0-1,0 0 1,-1 0 0,1 0 0,0 0 0,0 0-1,0-1 1,0 1 0,0-1 0,1 1 0,-1-1-1,0 0 1,1 0 0,-1 0 0,1 0 0,-1-1-1,1 1 1,-1 0 0,1-1 0,-1 0 0,1 0-1,2 0 0,101-28 102,-65-3-91,-1-2 0,-2-1 1,-2-2-1,-1-1 1,-2-2-1,-1-2 1,11-21-12,33-49 4,-5-2 0,-4-4 1,37-96-5,-92 208 40,-11 41-16,-1-33-25,-42 745 338,32-462-322,7-99-15,-8-1 1,-8 0-1,-32 131 0,-8-162 0,56-150 0,0 0 0,0 0 0,-1-1 0,0 1 0,0-1 0,0 0 0,-1 0 0,1 0 0,-1-1 0,0 1 0,0-1 0,0 0 0,-1-1 0,1 1 0,0-1 0,-1 0 0,0-1 0,1 1 0,-1-1 0,0 0 0,0-1 0,0 1 0,0-1 0,0 0 0,-5-1 0,4-2 0,-1 0 0,1-1 0,0 0 0,0 0 0,0 0 0,0-1 0,1 0 0,0 0 0,0-1 0,1 0 0,-1 0 0,1 0 0,0-1 0,1 0 0,-1 1 0,2-2 0,-1 1 0,1 0 0,0-1 0,0 1 0,1-1 0,0 0 0,0 0 0,1 0 0,0 0 0,0 0 0,1 0 0,0 0 0,-5-26 0,0 0 0,3 0 0,0 0 0,2 0 0,2 0 0,1 0 0,2 0 0,1 0 0,2 1 0,1 0 0,1 1 0,8-15 0,13-6-270,2 2-1,3 1 1,2 1-1,2 3 1,2 1-1,1 2 1,3 1-1,1 3 1,38-22 270,-26 13-1603,9-8-6283</inkml:trace>
  <inkml:trace contextRef="#ctx0" brushRef="#br0" timeOffset="3092.741">513 1 27470,'0'0'1096,"0"0"-96,-155 134-336,65-16-143,-2 48-33,6 25-48,25 12-32,33 1-96,28-11-144,8 4-96,47 6-48,28-5-24,38-5-80,35-19-248,-25-54-704,-2-37-1353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7:00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12 255 29326,'1'19'834,"-7"317"443,5-333-1280,1-3 0,-1 1 0,0 0 0,1-1 0,-1 1 0,1 0 0,0 0 0,-1-1 0,1 1 0,0 0 0,-1 0 0,1-1 0,0 1 0,0 0 0,0 0 1,0 0-1,0 0 0,0 0 0,0-1 0,0 1 0,0 0 0,0 0 0,0 0 0,0 0 0,1-1 0,-1 1 0,0 0 0,0 0 0,1-1 0,-1 1 0,1 0 1,-1 0-1,1-1 0,-1 1 0,1 0 0,-1-1 0,1 1 0,0-1 0,-1 1 0,1-1 0,0 1 0,-1-1 0,1 1 0,0-1 0,0 0 0,0 1 3,181-215-2136,-160 187 1936,-12 12 246,0 1-1,0 1 0,1 0 0,1 0 0,0 1 0,1 0 0,0 1 0,1 1 1,0 0-1,0 1 0,1 0 0,1 1 0,-1 1 0,1 0 0,16-4-45,-29 11 46,0 0 0,-1 0 0,1 0 0,0 0 1,0 0-1,-1 0 0,1 0 0,0 1 0,-1 0 0,1-1 0,-1 1 0,1 0 0,-1 0 0,1 1 0,-1-1 0,1 0 0,-1 1 0,0-1 0,0 1 0,0 0 0,0 0 0,0 0 0,0 0 0,-1 0 0,1 0 0,0 0 0,-1 1 0,0-1 0,1 0 0,-1 1 0,0-1 0,0 3-46,11 95 471,-9-49-430,-3-51-41,0 3-11,0-1 0,0 0 0,0 0 0,1 1 0,-1-1 0,1 0 1,-1 0-1,1 0 0,0 0 0,0 0 0,0 0 0,0 0 0,0 0 0,0 0 0,1 0 0,-1 0 0,0-1 0,1 1 0,0 0 1,-1-1-1,1 0 0,0 1 0,0-1 0,0 0 0,0 0 0,0 0 0,1 0 11,112-12-1740,-54-15-1926</inkml:trace>
  <inkml:trace contextRef="#ctx0" brushRef="#br0" timeOffset="247.542">1148 259 28206,'0'0'1520,"0"0"-543,0 0-505,144 2-184,-91 2-136,26-2-152,-13 0-96,-9-2-1377</inkml:trace>
  <inkml:trace contextRef="#ctx0" brushRef="#br0" timeOffset="698.902">1187 155 30599,'0'0'688,"0"0"-424,-39 140-168,28-75-64,6-2 8,5-8-40,0-10-48,25-23-432,5-12-1337,3-10-17355</inkml:trace>
  <inkml:trace contextRef="#ctx0" brushRef="#br0" timeOffset="954.325">1946 1 18852,'0'0'11971,"0"0"-11275,2 112-256,-2-51-264,-9 10-72,-2 4-104,2 22-40,5-20-1040,2-18-7410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7:06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29390,'0'0'2345,"0"0"-2057,0 0-288,0 0-608,0 0-2505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7:06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1 300 30054,'0'0'729,"0"0"-497,0 0 64,140 53-72,-46-51 104,1-2-96,3 0-136,1-17-64,-22 1-32,13-6-304,-23 4-408,-21 5-1529</inkml:trace>
  <inkml:trace contextRef="#ctx0" brushRef="#br0" timeOffset="268.543">448 0 28110,'0'0'1656,"0"0"-1072,0 0-199,-35 105-33,31-38-24,1 28-80,1 33-152,-2 38-96,-1-22-240,-1-28-1777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7:41.628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28173 1630 16187,'0'0'11419,"0"0"-8564,0 0-2240,0 0-160,0 0-62,1-4-73,-1 3-311,1 0 0,-1 0 1,1 0-1,-1 0 0,1 0 0,-1 0 0,1 0 0,0 1 0,0-1 0,-1 0 0,1 1 1,0-1-1,0 0 0,0 1 0,0-1 0,0 1 0,0-1 0,0 1 0,0 0 1,0-1-1,0 1 0,0 0 0,0 0 0,0 0 0,0 0 0,0-1 0,0 2 0,0-1 1,0 0-1,0 0 0,0 0 0,0 0 0,0 1 0,0-1 0,0 0 0,0 1 0,0-1 1,0 1-1,0-1 0,0 1 0,0-1 0,-1 1 0,1 0 0,0-1 0,0 1 1,-1 0-1,1 0 0,0 0-9,63 43 90,-58-39-95,22 23 5,-1 1 0,-1 2 0,-1 0 0,-2 2 0,-2 1 0,0 0 0,-3 2 0,-1 0 0,-1 1 0,-2 0 0,-2 1 0,7 39 0,28 110 0,-9 1 0,-8 2 0,-9 1 0,-8 1 0,-8 0 0,-10 32 0,0-140 0,-4 1 0,-4-1 0,-3-1 0,-4-1 0,-3 0 0,-4-2 0,-4-1 0,-3-1 0,-3-2 0,-3-1 0,-4-3 0,-25 30 0,55-81-50,-2-1 0,0 0 0,-1-1 1,-1 0-1,0-2 0,-2 0 0,0-1 0,0-1 0,-2-1 0,0-1 1,0-1-1,-1-1 0,-5 1 50,-35 7-2089</inkml:trace>
  <inkml:trace contextRef="#ctx0" brushRef="#br0" timeOffset="1144.138">30917 2212 28278,'0'0'1663,"0"0"-1125,0 0-152,22 21 74,136 140 370,-145-147-800,-1 0 0,0 1-1,-1 1 1,0-1 0,-1 2 0,-1-1 0,-1 1 0,0 1 0,-1-1-1,-1 1 1,-1 1 0,0-1 0,-1 1 0,-1 0 0,-1 0 0,-1 0-1,-1 0 1,-1 17-30,-10 1-18,-1-1 0,-1 1 0,-2-2 0,-2 0-1,-1-1 1,-2-1 0,-1 0 0,-1-2 0,-2-1 0,-1 0-1,-1-2 1,-2-1 0,-1-1 0,-1-2 0,0 0 0,-13 4 18,-179 109-107,174-109 127,57-24 20,156-1 166,0-7 1,37-12-207,157-5-1,-335 21-194,52-6 144,-36-21-3683,-28 4-5137</inkml:trace>
  <inkml:trace contextRef="#ctx0" brushRef="#br0" timeOffset="1428.36">31704 1883 29710,'0'0'977,"0"0"-673,0 0-40,149-20 120,-50 16 0,-3 2-136,5 0-136,-2 0-88,-22 2-24,19 0-400,-24 0-800,-17 0-2713</inkml:trace>
  <inkml:trace contextRef="#ctx0" brushRef="#br0" timeOffset="1712.118">32899 1415 29734,'0'0'1457,"0"0"-1257,-11 107 392,0-32-24,0 11-352,-2 23-216,-7 23 0,-11 32 0,-12-6 0,5-42-696,3-37-8506</inkml:trace>
  <inkml:trace contextRef="#ctx0" brushRef="#br0" timeOffset="362.244">29591 2628 29638,'0'0'1449,"0"0"-1145,0 0-16,0 0 240,97 125-48,-51-60-400,6 8-80,1 2 0,-3 0 0,-6-6 0,-9-10 0,-6-10 0,-12-7 0,-8-17-264,-7-13-1432</inkml:trace>
  <inkml:trace contextRef="#ctx0" brushRef="#br0" timeOffset="608.458">30117 2613 30286,'0'0'865,"0"0"-273,-122 108-144,58-49-96,-2 12-192,-19 50-160,15-17-256,17-11-1280</inkml:trace>
  <inkml:trace contextRef="#ctx0" brushRef="#br0" timeOffset="18617.927">33833 506 24421,'0'0'1111,"0"0"1978,0 0-1565,0 0-669,0 0-355,-3 5-320,3-3-177,-1 1 1,1-1-1,0 0 1,-1 1-1,1-1 0,0 0 1,0 1-1,1-1 1,-1 0-1,0 1 0,1-1 1,0 0-1,-1 1 1,1-1-1,0 0 0,0 0 1,0 0-1,0 0 1,1 0-1,-1 0 0,1 0 1,-1 0-1,1-1 1,-1 1-1,1 0 0,0-1 1,0 1-1,1-1-3,11 16 10,22 35 69,-3 2 1,-1 2-1,-4 1 0,-1 1 0,-4 1 0,-2 1 0,-2 1 0,-3 1-79,1-7 32,62 194 31,-11 3 1,-11 2-1,-11 3 1,-11 1-1,-10 34-63,-19-114 0,-9 0 0,-7 0 0,-25 128 0,4-147 0,-7-1 0,-6-1 0,-7-3 0,-7-3 0,-22 31 0,31-83 0,-4-2 0,-4-3 0,-5-2 0,-3-3 0,-4-3 0,-4-3 0,-3-4 0,-17 10 0,-73 39 0,-6-7 0,-4-8 0,-6-8 0,-3-7 0,-120 40 0,-11 4 0,73-41-100,61-35-400</inkml:trace>
  <inkml:trace contextRef="#ctx0" brushRef="#br0" timeOffset="23963.398">29793 4493 28070,'0'0'1040,"0"0"-288,0 0-248,0 0-87,0 0-9,129 0-16,0 0-16,88 2-64,55 7-24,35 3-136,4 0-96,-30-2-56,-14 4 0,-12 1 0,-38 1-168,-62-4-648,-47-10-2737</inkml:trace>
  <inkml:trace contextRef="#ctx0" brushRef="#br0" timeOffset="-27829.439">375 1295 18076,'0'0'10962,"0"0"-9618,0 0-1087,0 0-113,0 0 80,0 0 144,143 14 56,-23-22-120,-1-4-128,-10 0-88,-12 4-72,-25 2-16,18 0-272,-14 2-880,-27 0-1713</inkml:trace>
  <inkml:trace contextRef="#ctx0" brushRef="#br0" timeOffset="-27532.009">395 1354 29198,'-11'29'1004,"-92"279"165,69-165-894,6 1 0,7 1 0,6 1 1,6 0-1,8 75-275,0-193 2,1 1-1,1 0 1,2 0 0,1-1-1,1 1 1,1-1 0,2 0-1,0-1 1,2 0 0,2 0-1,0-1 1,7 10-2,-8-26 0,0 0 0,1 0 0,0-1 0,0 0 0,1-1 0,0-1 0,1 0 0,0-1 0,0 0 0,0-1 0,0-1 0,1 0 0,0-1 0,0-1 0,0 0 0,0-1 0,0 0 0,0-2 0,0 1 0,0-2 0,9-2 0,-4 1-3,-1-1 1,1-1-1,-1-1 1,0 0-1,0-2 0,-1 0 1,0-1-1,0-1 1,-1-1-1,-1 0 1,1-1-1,-2-1 0,0 0 1,0-1-1,-2-1 1,0 0-1,7-10 3,87-165-2487,-74 106-2224</inkml:trace>
  <inkml:trace contextRef="#ctx0" brushRef="#br0" timeOffset="-27292.499">903 1898 29430,'0'0'1801,"0"0"-1585,0 0 224,134 95 120,-57-42-240,6 7-320,9 1 0,-6 0 0,-5 0 0,-11-4 0,-13-3 0,-13-13 0,-11-13 0,-5-28-64,-10 0-1448,-5-32-1089</inkml:trace>
  <inkml:trace contextRef="#ctx0" brushRef="#br0" timeOffset="-27026.533">1570 1833 1728,'0'0'28222,"0"0"-27077,0 0-753,-123 71 16,77-11 48,-4 15-152,-3 9-192,3 7-112,8 2 0,22 7-144,11-25-624,9-27-1625</inkml:trace>
  <inkml:trace contextRef="#ctx0" brushRef="#br0" timeOffset="-26838.079">2118 1218 31687,'0'0'693,"0"0"-441,0 0-170,26 4-42,165 21-27,-152-22-13,120 21 0,-154-20 0,0 0 0,0 1 0,0-1 0,-1 1 0,0 0 0,1 0 0,-2 0 0,1 1 0,-1 0 0,0-1 0,0 1 0,0 0 0,-1 0 0,0 1 0,0-1 0,0 0 0,-1 1 0,0-1 0,-1 1 0,1-1 0,-1 1 0,0 0 0,-1-1 0,0 1 0,-1 4 0,3 2 0,2 473 0,-38 255 0,35-739-3,-1 26-31,-1-1 0,-1 1-1,-1-1 1,-1 0 0,-1 0 0,-2-1 0,-1 0 0,-1 0 0,-1-1 0,-9 16 34,-2-17-1720</inkml:trace>
  <inkml:trace contextRef="#ctx0" brushRef="#br0" timeOffset="-26586.308">1714 2924 29958,'0'0'2169,"0"0"-1913,0 0-64,134 14 0,-55-14-192,26-6 0,33-21 0,-26 3 0,-18 0-1960</inkml:trace>
  <inkml:trace contextRef="#ctx0" brushRef="#br0" timeOffset="-26257.495">3045 1788 29958,'0'0'1385,"0"0"-1209,0 0-80,0 0 432,0 0-104,79 124-224,-42-90-200,-4 1 0,4 1 0,-10 17 0,-6-10-520,-16-5-1377</inkml:trace>
  <inkml:trace contextRef="#ctx0" brushRef="#br0" timeOffset="-25959.603">2626 2364 30062,'0'0'658,"0"0"-211,0 0-126,0 0 52,29-10 22,199-54 83,-196 58-472,0 1 1,0 2 0,1 2-1,-1 1 1,27 3-7,-56-3 0,1 0 0,-1 1 0,0 0 0,0-1 0,0 1 0,1 0 0,-1 1 0,0-1 0,0 0 0,0 1 0,-1 0 0,1 0 0,0 0 0,-1 0 0,1 0 0,-1 0 0,1 0 0,-1 1 0,0 0 0,0-1 0,0 1 0,-1 0 0,1 0 0,-1 0 0,1 0 0,-1 0 0,0 0 0,0 0 0,0 0 0,-1 1 0,1-1 0,-1 0 0,0 0 0,0 1 0,0-1 0,0 0 0,0 1 0,-1-1 0,0 0 0,0 8 0,-2 1 0,0-1 0,0 0 0,-1-1 0,0 1 0,-1-1 0,0 0 0,-1 0 0,0 0 0,-6 7 0,-57 59-2,-4-3-1,-2-3 1,-3-4-1,-4-3 1,-59 34 2,58-54-963,71-46-1293,10-13-3275</inkml:trace>
  <inkml:trace contextRef="#ctx0" brushRef="#br0" timeOffset="-25677.747">2981 2581 26462,'0'0'3096,"0"0"-1871,0 118-617,0-43 24,-17 10-112,-1 8-296,-1 0-224,1-5 0,7-5 0,9-16 0,2-17 0,0-19-24,13-21-608,24-28-128,-4-19-849,-2-13-10529</inkml:trace>
  <inkml:trace contextRef="#ctx0" brushRef="#br0" timeOffset="-25425.084">3457 2587 29086,'0'0'1010,"-23"3"-322,-161 43 169,147-30-711,1 2 0,1 1 0,0 2 0,2 1-1,0 2 1,-28 27-146,57-48 8,0 0 0,0 0-1,0 1 1,0-1 0,0 1-1,1 0 1,0 0 0,0 0 0,0 1-1,0-1 1,0 1 0,1-1-1,0 1 1,0 0 0,0 0-1,1 0 1,0 0 0,0 0 0,0 0-1,0 0 1,1 0 0,0 1-1,0-1 1,0 0 0,1 0 0,0 0-1,0 0 1,0 1 0,0-1-1,1-1 1,1 3-8,6 0 1,1-1 0,1 0 0,-1-1 0,1 0 0,0-1 0,0 0-1,1 0 1,-1-1 0,1-1 0,-1 0 0,1 0 0,0-2 0,11 1-1,14 1-160,-1-2-1,1-1 1,-1-2-1,0-2 1,0-1-1,0-1 1,-1-2-1,0-2 1,26-12 160,22-13-2117</inkml:trace>
  <inkml:trace contextRef="#ctx0" brushRef="#br0" timeOffset="-25174.015">3799 2027 29934,'-5'25'1213,"-24"242"-5,25 25-796,18 83-412,1-117 0,-13 132 0,-16-281 0,-1-99 0,2-44-1,-8-132-1994,12 76-1418</inkml:trace>
  <inkml:trace contextRef="#ctx0" brushRef="#br0" timeOffset="-25019.476">3838 2433 30479,'0'0'1144,"0"0"-336,132 45-472,-69-11-336,5 5 0,-4 1 0,0-3 0,-12-1 0,-8-5 0,-9-1 0,-9 0 0,-21 7 0,-5-5 0,0-11-848</inkml:trace>
  <inkml:trace contextRef="#ctx0" brushRef="#br0" timeOffset="-24487.802">5200 1871 30294,'0'0'1177,"0"0"-857,0 0-128,0 0 312,83 114-224,-26-58-280,11 5 0,0 2 0,-3 2 0,-8-4 0,-6-4 0,-14-7 0,-6-9 0,-7-11 0,-13-17-112,-5-7-1488,-6-6-5434</inkml:trace>
  <inkml:trace contextRef="#ctx0" brushRef="#br0" timeOffset="-24237.771">5866 1725 29950,'0'0'1377,"0"0"-889,-182 110 48,53-15-120,-36 37-416,-14 20 0,10 14 0,9-4 0,52-46-736,21-27-5305</inkml:trace>
  <inkml:trace contextRef="#ctx0" brushRef="#br0" timeOffset="-13969.477">10145 2918 4409,'0'0'25285,"0"0"-24068,-33 150-777,11-77 24,2-4-80,5-8-224,6-7-128,9-19-32,0-11-664,9-24-2161</inkml:trace>
  <inkml:trace contextRef="#ctx0" brushRef="#br0" timeOffset="-13699.512">10537 2553 25782,'0'0'4264,"0"0"-3775,0 0-121,0 0-184,118-21 136,-41 11-120,11-2-112,6 2-88,29 6-16,-23 2-760,-18 0-3713</inkml:trace>
  <inkml:trace contextRef="#ctx0" brushRef="#br0" timeOffset="-14158.633">8461 2471 26118,'0'0'3056,"0"0"-2182,0 0-662,0 0 95,0 0 93,29-1 1,-11 1-336,-4 0-27,0 0 0,1 0-1,-1-1 1,0-1 0,0-1-1,0 0 1,0-1 0,0 0-1,-1-1 1,1 0-1,-2-1 1,1-1 0,6-4-38,44-35 67,-2-2 0,-2-3 0,-2-3 0,-3-2 0,-2-2 1,22-36-68,-45 46 29,-43 72 14,-17 40-39,3 2 1,3 1-1,3 1 1,3 1 0,3 1-1,3 0 1,3 1-1,3 0 1,2 61-5,4-125-1,1-1 0,0 0 1,0 1-1,0-1 0,1 1 0,0-1 0,0 0 0,0 0 1,1 1-1,0-1 0,0 0 0,1 0 0,0-1 1,0 1-1,0-1 0,0 1 0,1-1 0,0 0 1,0 0-1,1 0 0,-1-1 0,1 0 0,0 0 1,0 0-1,0 0 0,1-1 0,-1 0 0,7 3 1,-6-4 1,0-1 0,1 1 0,-1-1 0,1-1-1,0 1 1,-1-1 0,1 0 0,-1-1 0,1 1 0,0-1 0,-1 0-1,1-1 1,-1 0 0,0 0 0,0 0 0,0-1 0,0 0-1,0 0 1,0 0 0,-1-1 0,1 0 0,-1 0 0,1-1-1,107-121 19,-107 118-19,46-63 0,-4-2 0,-3-1-1,-3-3 1,-3-2 0,-4-1 0,-3-1 0,-4-2 0,-4-1 0,0-16 0,-18 57-7,-3 22 11,-3 29 24,-43 567 177,35-445-168,-15 257-14,-16-1 0,-55 209-23,84-551 0,3-6 0,-2 0 0,-1-1 0,-2 0 0,-1-1 0,-2 0 0,-4 2 0,15-30 0,0-1 0,-1 0 0,0 0 0,0-1 0,-1 1 0,1-1 0,-1 0 0,-1-1 0,1 1 0,-1-1 0,0-1 0,0 1 0,-1-1 0,1 0 0,-1-1 0,0 0 0,0 0 0,0-1 0,0 0 0,0 0 0,0-1 0,-1 0 0,1 0 0,-1-1 0,1 0 0,0-1 0,-1 1 0,1-2 0,0 1 0,-1-1 0,1-1 0,0 1 0,0-1 0,1-1 0,-1 1 0,1-1 0,0-1 0,0 1 0,0-1 0,-4-4 0,-3-12 0,2 1 0,0-1 0,2-1 0,0 0 0,1-1 0,1 0 0,2 0 0,0 0 0,1-1 0,2 0 0,0 0 0,2 0 0,0 0 0,2 0 0,2-13 0,-4-4-36,2-1 0,2 0 0,2 1-1,2 0 1,1 0 0,2 1 0,2 0 0,2 1 0,1 0-1,2 1 1,2 1 0,1 1 0,2 0 0,1 2 0,2 1-1,1 0 1,17-14 36,116-110-3419,-82 81-4510</inkml:trace>
  <inkml:trace contextRef="#ctx0" brushRef="#br0" timeOffset="-11991.922">8897 1388 20604,'0'0'6166,"0"0"-4359,0 0-1188,-25 12-90,-1-1-376,12-5-74,1 0 0,-1 0 1,1 2-1,0-1 0,1 2 1,0-1-1,0 2 1,1 0-1,0 0 0,1 1 1,-2 3-80,-41 55 155,3 3 0,3 2 0,4 1 0,3 3 0,3 1 0,4 1 0,3 2 0,4 2 1,4 0-1,3 1 0,4 1 0,4 0 0,0 76-155,15 227 0,-1-354 0,2 0 0,1 0 0,2 0 0,2-1 0,1-1 0,1 0 0,2 0 0,1-1 0,18 26 0,-24-45-9,0-1 0,2-1 0,-1 0 0,1 0 0,1-1 0,0 0 0,0-1 0,1-1 1,0 0-1,1 0 0,2 0 9,-1 0-55,89 45-1024,2-11-1402</inkml:trace>
  <inkml:trace contextRef="#ctx0" brushRef="#br0" timeOffset="-7559.357">14859 2676 18852,'0'0'8763,"0"0"-6581,0 0-1851,0 0 0,25-6 67,171-40 201,-81 29-969,2 4 0,0 5 0,0 6 0,95 11 370,-197-9-2410</inkml:trace>
  <inkml:trace contextRef="#ctx0" brushRef="#br0" timeOffset="-7170.525">15280 1995 24669,'0'0'4173,"0"0"-2801,0 0-950,0 0-77,0 0 102,-1 20-27,-6 304 499,-42 421-919,36-575-216,13-162-864</inkml:trace>
  <inkml:trace contextRef="#ctx0" brushRef="#br0" timeOffset="-1096.692">17262 985 22373,'0'0'2819,"0"0"-301,0 0-1611,0 0-424,0 0 13,-20 7-24,-62 25-92,70-26-303,0 0 1,1 0 0,0 1-1,0 1 1,0 0-1,1 1 1,0-1 0,0 2-1,1 0 1,-4 6-78,-7 6 101,-49 63 98,3 3 0,5 3-1,3 2 1,5 3 0,4 2 0,-33 95-199,42-97 35,4 1 1,4 2-1,4 1 1,5 2 0,4 0-1,5 1 1,4 11-36,5 68 0,8 1 0,9-1 0,12 36 0,-8-94 0,-3 22 0,7-1 0,6 0 0,6-2 0,6-1 0,7-3 0,6-1 0,10 7 0,-53-129 0,-2-2 0,1-1 0,0-1 0,1 1 0,0-1 0,1-1 0,0 1 0,1-1 0,0-1 0,6 4 0,149 74-667,-82-55-714</inkml:trace>
  <inkml:trace contextRef="#ctx0" brushRef="#br0" timeOffset="17380.258">7657 1 29222,'0'0'884,"0"0"-213,0 0-199,-21 2-56,-68 9-6,81-9-360,0 0 0,0 0 1,1 1-1,-1 0 0,1 1 0,-1 0 1,1 0-1,0 0 0,1 1 0,-1 0 0,1 1 1,0-1-1,-5 6-50,-8 7 27,-26 32-26,3 2 0,2 1 0,2 2 0,3 2 0,2 1 0,2 2 0,4 1 0,2 1 0,3 1 0,2 1 0,2 8-1,-2-10 1,-176 608-1,-46 366 0,182-725 0,14 4 0,14 1 0,13 4 0,14 491 0,5-651 0,6-1 0,8 0 0,7-1 0,6-1 0,8-1 0,6-2 0,61 146 0,-91-269 0,2-1 0,0 0 0,3-1 0,0-1 0,2 0 0,1-1 0,1-1 0,1-1 0,1-1 0,1 0 0,2-2 0,0-1 0,1-1 0,1-1 0,27 13 0,158 53-329,-128-65-1318</inkml:trace>
  <inkml:trace contextRef="#ctx0" brushRef="#br0" timeOffset="21328.065">8461 5013 28542,'0'0'1066,"0"0"-344,0 0-449,0 0-180,0 0-48,1-9-13,-1 6-31,0 1-1,0-1 1,1 1 0,-1-1-1,1 1 1,0 0 0,0-1-1,0 1 1,0 0-1,0 0 1,0-1 0,0 1-1,1 0 1,-1 0-1,1 0 1,0 0 0,-1 1-1,1-1 1,0 0 0,0 1-1,0-1 1,0 1-1,0 0 1,1 0 0,-1 0-1,0 0 1,1 0 0,-1 0-1,0 0 1,1 1-1,-1-1 1,1 1 0,-1 0-1,1 0 1,-1 0-1,1 0 1,-1 0 0,1 0-1,-1 1 1,1-1 0,0 2-1,578-6 68,-195 19 269,-377-16-396,1 1 0,-1 0 0,0 0 0,1 0-1,-1 2 1,1-1 0,-1 1 0,0 0 0,0 1 0,0 0 0,0 0 0,0 1 0,-1 0 0,0 1-1,0 0 1,0 0 0,0 1 0,-1 0 0,0 0 0,0 1 0,0-1 0,4 9 59,2 8-4387</inkml:trace>
  <inkml:trace contextRef="#ctx0" brushRef="#br0" timeOffset="-12970.501">11646 2376 29902,'0'0'634,"0"0"-371,0 0-165,0 0 64,0 0 50,0 0-63,24-8-66,75-16-47,-96 24-35,0 0-1,-1 0 1,1 1 0,0-1 0,-1 1 0,1-1 0,-1 1-1,1 0 1,-1 0 0,0 1 0,1-1 0,-1 0-1,0 1 1,0-1 0,0 1 0,0 0 0,0-1 0,0 1-1,0 0 1,-1 0 0,1 1 0,-1-1 0,1 0 0,-1 0-1,0 1 1,0-1 0,0 1 0,0-1 0,0 1-1,-1-1 1,1 1 0,-1-1 0,1 1 0,-1 0 0,0-1-1,0 1 1,-1 1-1,2 0 2,2 30 1,-1-1 0,-2 1 0,-2 0 0,-1-1 0,-1 1 0,-5 16-3,-10 142 170,19-191-161,0 1 0,0 0 0,0-1 1,0 1-1,0 0 0,1-1 0,-1 1 0,1-1 0,-1 1 1,1-1-1,0 1 0,0-1 0,0 1 0,-1-1 0,1 0 1,0 1-1,1-1 0,-1 0 0,0 0 0,0 0 1,0 0-1,1 0 0,-1 0 0,1 0 0,-1 0 0,0 0 1,1-1-1,-1 1 0,1-1 0,0 1 0,-1-1 0,1 1 1,-1-1-1,1 0 0,0 0 0,-1 0 0,1 0 1,0 0-1,-1 0 0,1 0 0,1-1-9,71-25 303,-34-5-282,-1-1 1,-2-2 0,-1-1 0,-2-2 0,-2-2 0,-1-1-1,-2-1 1,4-12-22,16-21 13,-4-3 0,-4-1 1,-3-3-1,-3 0 0,16-64-13,-49 201 89,-27 219-89,-14 593 0,-136 339 0,134-1009 0,40-196 0,0 0 0,0-1 0,0 1 0,0 0 0,0-1 0,-1 1 0,1-1 0,-1 0 0,1 1 0,-1-1 0,1 0 0,-1 0 0,0 0 0,0 0 0,1 0 0,-1 0 0,0-1 0,0 1 0,0 0 0,0-1 0,0 0 0,0 1 0,0-1 0,0 0 0,0 0 0,0 0 0,0 0 0,0-1 0,0 1 0,0 0 0,0-1 0,1 1 0,-1-1 0,0 0 0,0 0 0,0 0 0,1 0 0,-1 0 0,0 0 0,1 0 0,-1 0 0,1-1 0,-1 1 0,1 0 0,-1-1 0,1 1 0,0-1 0,0 0 0,0 1 0,0-1 0,0 0 0,0 0 0,1 0 0,-1 0 0,1 0 0,-1 0 0,1 1 0,-1-1 0,1 0 0,0-1 0,-22-40 0,2 0 0,1-2 0,3 0 0,2-1 0,1 0 0,3-1 0,2 0 0,1-1 0,3 0 0,2 0 0,2 0 0,5-30 0,7 18 0,2 0 0,3 1 0,3 1 0,2 1 0,3 1 0,2 1 0,3 1 0,2 1 0,2 2 0,2 2 0,3 1 0,14-13 0,182-207-1886,-180 208-1637</inkml:trace>
  <inkml:trace contextRef="#ctx0" brushRef="#br0" timeOffset="-12655.481">13250 3143 28494,'0'0'2098,"0"0"-1373,0 0-481,-11-19-84,-37-63-14,46 77-142,0 0-1,0 0 1,-1 1 0,0-1-1,0 1 1,0-1 0,0 1-1,-1 0 1,0 0 0,1 0 0,-2 1-1,1-1 1,0 1 0,-1 0-1,1 0 1,-1 1 0,0-1-1,0 1 1,0 0 0,0 0 0,0 1-1,0 0 1,-1-1 0,1 2-1,0-1 1,-1 1 0,1 0-1,-1 0 1,1 0 0,0 1 0,-1-1-1,1 1 1,0 1 0,-1-1-1,1 1 1,0 0 0,0 0-1,0 1 1,1-1 0,-2 1-4,-5 8 13,0 0-1,0 0 1,1 1 0,0 0-1,1 1 1,1 0 0,0 1-1,1-1 1,0 1 0,1 1-1,1-1 1,0 1 0,1 0-1,0 0 1,2 1 0,-1-1-1,2 1 1,0-1 0,1 1-1,2 9-12,-2-19 13,0-1 0,1 0 0,0 0 0,0 0 0,1 0 0,0 0 0,0 0 0,0 0 0,0 0 0,1-1 1,-1 1-1,1-1 0,0 1 0,1-1 0,-1 0 0,1-1 0,-1 1 0,1-1 0,1 1 0,-1-1 0,0 0 0,1 0 0,-1-1 0,1 0 0,0 1 0,0-2 0,0 1 0,0 0 0,0-1 0,0 0 0,2 0-13,6 1 8,0 0 0,0-1 0,0-1 0,1 0 0,-1-1 0,0 0-1,0-1 1,0-1 0,0 0 0,-1 0 0,1-1 0,3-3-8,-1-1-251,0 0 1,-1-2-1,0 1 1,-1-2-1,0 0 1,0-1-1,-1 0 1,-1 0-1,0-1 1,-1-1-1,0 0 1,-1 0-1,3-9 251,23-44-7937</inkml:trace>
  <inkml:trace contextRef="#ctx0" brushRef="#br0" timeOffset="-11175.655">13638 1705 12051,'0'0'14245,"0"0"-10735,0 0-3051,0 0-185,0 0 158,3 12-11,26 78 277,8-32-563,-2 2 1,-3 1-1,-2 2 1,-4 1-1,2 14-135,3 32 0,-5 1 0,-6 1 0,-4 0 0,-5 2 0,-5 0 0,-5 2 0,-2-92 0,-1 0 0,-1 0 0,-2-1 0,0 1 0,-2-1 0,0 0 0,-1-1 0,-2 0 0,0 0 0,-1-1 0,-1-1 0,-2 0 0,-2 3 0,-26 32 0,-3-3 0,-2-1 0,-43 34 0,-8 4-188,12-20-752</inkml:trace>
  <inkml:trace contextRef="#ctx0" brushRef="#br0" timeOffset="21825.081">12067 4998 28350,'0'0'1144,"0"0"-400,0 0-383,0 0 167,0 0-56,153-16-104,-63 2-216,13 2-88,5 2-24,-3 0-24,-4 4 8,-7 4-16,-6 2-8,4 2 0,-22 12-408,-22-6-3129</inkml:trace>
  <inkml:trace contextRef="#ctx0" brushRef="#br0" timeOffset="16520.155">0 4118 9802,'0'0'14954,"0"0"-10935,0 0-3194,0 0-293,0 0-25,0 3-7,4 0-421,-1 0 0,1 0 0,-1 0 0,1-1 0,0 1 0,0-1 1,0 0-1,0 0 0,1 0 0,-1 0 0,0-1 0,1 0 0,0 0 1,-1 0-1,1-1 0,-1 1 0,1-1 0,0 0 0,4-1-79,13 4 116,195 24-108,174-4-8,-234-16 1,4 2-1,473 19 0,58-29 0,-232-48 0,-506 40-549,25 7-2156,-8-3-8412</inkml:trace>
  <inkml:trace contextRef="#ctx0" brushRef="#br0" timeOffset="20425.15">818 4216 25685,'0'0'4360,"0"0"-3090,-19-2-905,-59-8 81,48 5 18,42 3-287,125 2-177,1110 4 0,-133 60 0,-756-35 0,-145-16 0,-273-11-1272,26-4-2945</inkml:trace>
  <inkml:trace contextRef="#ctx0" brushRef="#br0" timeOffset="23199.64">18509 5704 28006,'0'0'935,"0"0"-204,0 0-191,9-17-39,-2 2-386,-5 7-71,2 0-1,-1 1 1,1-1-1,1 1 1,-1 0 0,1 1-1,0-1 1,1 1 0,-1 0-1,1 0 1,1 0-1,-1 1 1,1 0 0,1-1-44,29-9 44,0 1 0,1 2 0,0 2 0,1 1 0,0 2 0,0 2 1,0 1-1,1 2 0,0 2 0,-1 1 0,7 3-44,42-2 40,237 11 43,117 28-83,38 3 20,1560 38 55,-1961-79-74,1623 31 7,-824 64-36,-742-79 25,-13-3 13,1-5-1,0-6 1,0-5 0,0-6-1,18-7-9,268-49-2840,-330 43-2371</inkml:trace>
  <inkml:trace contextRef="#ctx0" brushRef="#br0" timeOffset="25927.806">18647 4601 26966,'0'0'2111,"0"0"-757,0 0-617,0 0-150,0 0-76,-2-8-149,-9-23-238,-23 23-109,-85 48-15,-858 427 0,326-123 0,-388 286 0,127-66-931,535-326-632,319-199-456</inkml:trace>
  <inkml:trace contextRef="#ctx0" brushRef="#br0" timeOffset="26823.448">26978 5132 27998,'0'0'951,"0"0"-475,0 0 43,0 0 17,0 0-141,27 21-126,174 126 75,-99-87-163,-2 4 1,-4 4-1,-2 5 1,39 42-182,634 639 553,-484-502-553,-32-31 0,69 92 0,-224-203-220,-34-22-880</inkml:trace>
  <inkml:trace contextRef="#ctx0" brushRef="#br0" timeOffset="30313.892">18612 4272 23845,'0'0'1208,"0"0"-346,0 0 510,0 0-16,0 0-441,-5 16-319,-15 50-91,-23-23 132,31-36-602,-831 492 195,555-339-217,-662 347 2,-180 24-40,-514 135 13,1518-618 12,-1995 764 23,846-313-29,-1352 559 21,852-351-60,1586-645 65,-164 31-20,153-78-110,199-15 111,0 0-1,0 0 0,0 0 0,0 0 0,0 0 1,0 0-1,0 0 0,0 0 0,0-1 0,0 1 0,0 0 1,0-1-1,0 1 0,0-1 0,0 1 0,0-1 1,0 1-1,0-1 0,0 1 0,1-1 0,-1 0 1,0 0-1,0 1 0,1-1 0,-1 0 0,1 0 1,-1 0-1,0 0 0,1 0 0,0 0 0,-1 0 0,1 0 1,0 0-1,-1 0 0,1 0 0,0 0 0,0 0 1,0 0-1,0 0 0,0 0 0,0 0 0,0 0 1,0 0-1,0 0 0,0 0 0,1 0 0,-1 0 0,0 0 1,1 0-1,-1 0 0,1 0 0,-1 0 0,1 0 0,37-55-264,12 6-933</inkml:trace>
  <inkml:trace contextRef="#ctx0" brushRef="#br0" timeOffset="31882.406">26078 4812 21165,'0'0'5135,"0"0"-3428,0 0-860,0 0-47,0 0-102,0 0-163,16 1-150,55 5-116,27 31 304,330 103-243,-343-91-267,-2 4-1,-2 3 1,-3 4-1,-3 3 0,48 53-62,-82-79 10,11 9-10,-3 3 0,-1 2 0,-3 2 1,-2 2-1,-2 2 0,31 59 0,-55-84 0,-3-1 0,1 0 0,2-2 0,1 1 0,1-2 0,2-1 0,0 0 0,2-1 0,1-2 0,1 0 0,11 6 0,31 11 0,1-3 0,2-4 0,1-2 0,35 8 0,115 53 0,-8 21 0,-6 9 0,-5 9 0,72 69 0,-98-56 0,-7 7 0,-7 8 0,32 51 0,-14-37 0,9-8 0,6-8 0,7-9 0,138 73 0,-276-180 0,1000 664 0,-871-583 0,23 12 0,-7 11 0,49 52 0,-250-191 0,7 4 0,-2 0 0,0 1 0,0 1 0,-1 0 0,-1 1 0,0 0 0,-1 0 0,5 10 0,-27-24 0,-109-44-2527,53 12-6845</inkml:trace>
  <inkml:trace contextRef="#ctx0" brushRef="#br0" timeOffset="34303.231">7510 11286 26286,'0'0'2626,"0"0"-1702,0 0-470,0 0-16,0 0 17,25 5-65,-7-1-316,-10-2-50,-1 1 1,1-2-1,0 1 1,0-1-1,0 0 1,0-1-1,0 0 1,-1 0-1,1-1 1,0 1-1,0-2 1,0 1-1,0-1 1,-1-1-1,1 1 1,-1-1-1,0 0 1,0-1-1,0 0 1,0 0 0,2-2-25,46-41 55,-3-2 1,-2-3-1,-2-2 1,-2-1-1,-3-3 1,-2-1 0,-3-2-1,-3-2 1,11-30-56,-35 69 58,-14 33-11,-20 50-47,2 1 0,3 0 0,3 1 0,2 1 0,3 0 0,2 5 0,5-44 0,0 0 0,2 0 0,0 0 0,2 0 0,0 0 0,2 0 0,0 0 0,2-1 0,0 1 0,2-1 0,0-1 0,1 1 0,2-1 0,0 0 0,8 11 0,-15-26 0,1 0 0,-1-1 0,1 1 0,0-1 0,0 0 0,0 0 0,1-1 0,0 1 0,0-1 0,0 0 0,0 0 0,1-1 0,0 0 0,-1 1 0,1-2 0,0 1 0,1-1 0,-1 0 0,0 0 0,0-1 0,1 0 0,-1 0 0,1 0 0,-1-1 0,1 0 0,0 0 0,-1-1 0,1 0 0,-1 0 0,4-1 0,3-6 0,1-1 0,-1-1 0,-1 0 0,0-1 0,0 0 0,-1 0 0,0-1 0,-1-1 0,-1 0 0,1-2 0,-9 14 0,56-78 0,-4-2 0,-4-3 0,-3-2 0,-4-1 0,-4-3 0,-3-1 0,-1-14 0,-24 69 0,-1 0 0,-2 0 0,-1-1 0,-3 0 0,0-19 0,-19 130 0,-23 158 0,10 1 0,2 235 0,24-392 0,-1 64 0,-7 1 0,-6-1 0,-6-1 0,-5-2 0,-7 0 0,-6-2 0,-5-2 0,-7-3 0,-17 25 0,64-144 0,4-7 0,1 0 0,-1 1 0,0-1 0,0 0 0,-1 0 0,1 0 0,-1-1 0,0 1 0,0-1 0,0 1 0,0-1 0,0 0 0,-1 0 0,0 0 0,1-1 0,-1 1 0,0-1 0,0 0 0,-1 0 0,-2 1 0,5-4 0,0 1 0,-1 0 0,1-1 0,0 1 0,0-1 0,-1 0 0,1 0 0,0 1 0,0-2 0,0 1 0,0 0 0,0 0 0,0-1 0,1 1 0,-1-1 0,0 1 0,1-1 0,-1 0 0,1 1 0,-1-1 0,1 0 0,0 0 0,0 0 0,0 0 0,0 0 0,0-1 0,0 1 0,1 0 0,-1-1 0,-1-1 0,-17-35 0,3-1 0,1 0 0,2 0 0,2-2 0,2 1 0,1-2 0,2 1 0,2-1 0,2 1 0,2-1 0,2 0 0,1 1 0,3-1 0,1 1 0,2 0 0,2 1 0,2 0 0,1 1 0,13-22 0,-6 19 0,3 1 0,1 1 0,2 1 0,1 1 0,3 2 0,1 1 0,1 1 0,2 2 0,3 1 0,153-106-1247,-101 76-891</inkml:trace>
  <inkml:trace contextRef="#ctx0" brushRef="#br0" timeOffset="34728.867">9410 11657 28350,'0'0'2309,"0"0"-1571,0 0-546,0 0 103,0 0 113,0 0-133,14 23-144,45 73-82,-53-85-57,0 0 1,-1 0-1,0 1 1,0 0-1,-1 0 0,-1 0 1,0 1-1,-1-1 1,0 1-1,-1-1 0,0 1 1,-1 0-1,0-1 1,-1 1-1,-1-1 1,0 1-1,-1-1 0,0 1 1,0-1-1,-2 0 1,1-1-1,-2 1 0,1-1 1,-2 0-1,1 0 1,-2-1-1,1 1 0,-1-2 1,-1 1-1,0-1 1,0-1-1,0 1 0,-1-1 1,-1-1-1,1 0 1,-2 0 7,-20 15 2,-1-1 0,-1-2 0,0-1 0,-1-2 0,-11 3-2,103-16 127,384-73-204,-308 49-2925,-85 11-2397</inkml:trace>
  <inkml:trace contextRef="#ctx0" brushRef="#br0" timeOffset="34976.933">10118 11509 30863,'0'0'864,"0"0"-664,0 0-72,125 10 224,-63-8-80,10 2-192,9 2-80,44 8-224,-20-2-872,-15-1-2057</inkml:trace>
  <inkml:trace contextRef="#ctx0" brushRef="#br0" timeOffset="35915.3">11162 11460 28702,'0'0'834,"0"0"-233,0 0-183,0 0 118,0 0-36,24-3-174,-7 1-286,-3 1-23,0 0 0,0-1 1,0-1-1,-1 0 0,1-1 0,-1-1 1,0 0-1,0 0 0,0-2 1,0 1-1,4-5-17,42-36 29,-2-3 0,-3-2 0,-1-2 1,25-37-30,37-38-17,-85 104 13,-25 48-16,-44 347 104,17-7-25,21-356-54,1 0 0,0 0 0,0 0 0,1 0 1,0 0-1,0 0 0,0 0 0,1 0 1,0-1-1,1 1 0,-1-1 0,1 1 0,1-1 1,-1 0-1,1 0 0,0 0 0,0 0 0,1-1 1,0 0-1,0 0 0,0 0 0,0-1 0,1 1 1,-1-1-1,1 0 0,0-1 0,1 0 1,-1 0-1,1 0 0,-1-1 0,1 1 0,0-2 1,4 2-6,3-2 6,0 0 0,0-1 0,0-1 0,0 0 0,-1 0 0,1-2 0,0 0 0,-1 0 0,0-1 0,1-1 0,-2 0 0,1-1 0,-1 0 0,0-1 0,0 0 0,0-1 0,5-6-6,18-15 7,-1-1 0,-1-2 0,-2-1 0,20-29-7,-13 16 1,-2-3-1,-2 0 0,-3-2 1,-2-2-1,-2 0 0,-2-2 1,-3-1-1,3-18 0,-10-125 67,-16 156-50,1 43-17,-1 0 1,1 0-1,0 0 0,-1 0 0,1 0 1,-1 0-1,1 0 0,-1 0 1,1 0-1,-1 0 0,1 0 0,-1 0 1,1 0-1,0 0 0,-1 0 0,1 0 1,-1 0-1,1-1 0,-1 1 1,1 0-1,0 0 0,-1-1 0,1 1 1,0 0-1,-1-1 0,1 1 1,0 0-1,-1-1 0,1 1 0,0 0 1,0-1-1,-1 1 0,1-1 0,0 1 1,0 0-1,0-1 0,-1 1 1,1-1-1,0 1 0,0-1 0,0 1 1,0 0-1,0-1 0,-37 164 0,-1 138 0,7 115 0,21-203 0,-10 0 0,-9-1 0,-50 181 0,66-345 0,1-1 0,-2-1 0,-2 0 0,-2-1 0,-19 35 0,35-77 0,1 0 0,-1 0 0,0 0 0,0 0 0,0 0 0,0-1 0,-1 1 0,1-1 0,-1 0 0,1 1 0,-1-1 0,0 0 0,0-1 0,0 1 0,0 0 0,0-1 0,0 0 0,-1 0 0,1 0 0,0 0 0,-1 0 0,1 0 0,0-1 0,-1 0 0,1 0 0,-1 0 0,1 0 0,-1 0 0,1-1 0,0 1 0,-1-1 0,1 0 0,0 0 0,0 0 0,-1-1 0,1 1 0,0-1 0,0 0 0,0 1 0,1-1 0,-1-1 0,0 1 0,1 0 0,-1-1 0,1 1 0,0-1 0,0 0 0,-19-23 0,2-2 0,1 0 0,1-1 0,2-1 0,0-1 0,2 0 0,2 0 0,1-1 0,1-1 0,2 0 0,1 0 0,2 0 0,0-18 0,2 32 0,2-1 0,0 1 0,1-1 0,1 1 0,1 0 0,0-1 0,2 2 0,0-1 0,1 0 0,1 1 0,1 0 0,0 1 0,2-1 0,0 2 0,8-11 0,18-15-72,1 2-1,3 1 1,0 3 0,3 1 0,1 2-1,1 2 1,28-13 72,-38 21-279,80-51-1569</inkml:trace>
  <inkml:trace contextRef="#ctx0" brushRef="#br0" timeOffset="36164.515">13277 11722 30671,'0'0'848,"0"0"-248,-2 142-152,-1-71-248,1 8-200,-4 2 0,-1 0 0,-11 8 0,5-20-992,-2-22-2729</inkml:trace>
  <inkml:trace contextRef="#ctx0" brushRef="#br0" timeOffset="36616.509">6986 10091 27702,'0'0'1016,"-83"126"-272,17-5-48,-4 52-55,13 20-209,30 5-240,27-7 16,20-25 8,33-1-24,17-7-96,18-6-56,15-8-40,13-12-216,-20-37-424,-12-22-1505</inkml:trace>
  <inkml:trace contextRef="#ctx0" brushRef="#br0" timeOffset="37160.359">13853 10249 21901,'0'0'6298,"0"0"-4465,0 0-1250,0 0-229,0 0-72,0 0 95,18 13 1,27 20-202,-1 3 1,-2 1 0,-2 3-1,23 29-176,-28-22 3,-2 1 0,-2 2 0,-3 1-1,-1 2 1,-3 0 0,-3 2-1,-2 0 1,-2 1 0,-3 1 0,-2 0-1,-2 1 1,-4 0 0,-1 1 0,-4-1-1,-2 1 1,-2-1 0,-3 0 0,-3 0-1,-2 0 1,-17 52-3,-32 55 3,-31 119-245,86-242-1355,4-26-2336</inkml:trace>
  <inkml:trace contextRef="#ctx0" brushRef="#br0" timeOffset="37444.386">15197 10884 30527,'0'0'832,"0"0"-352,0 0-344,0 0 160,217 2 88,-64 14-272,18 1-112,-4-3 0,-40-8 0,-39-4 0,-25 0 0,-17-2 0,0 2 0,-4-2-848,-9 0-985,-22-6-10177</inkml:trace>
  <inkml:trace contextRef="#ctx0" brushRef="#br0" timeOffset="37698.244">15784 10371 28894,'0'0'2233,"0"0"-1961,-11 122 112,-2-5-16,0 35 80,0 17-280,2-1-168,11-14 0,-2-24 0,0-33-1048,-5-30-7338</inkml:trace>
  <inkml:trace contextRef="#ctx0" brushRef="#br0" timeOffset="38325.583">18572 9878 21533,'0'0'6977,"-118"49"-6473,46-1-216,-12 17-80,-8 31 104,-4 40-80,-3 48-128,14 19-40,23-4-32,25-9 48,15-19 57,7 7 63,15 3-72,2-5-72,51-12-56,-1-48-344,10-31-1297</inkml:trace>
  <inkml:trace contextRef="#ctx0" brushRef="#br0" timeOffset="39103.42">27524 10436 28142,'0'0'755,"0"0"-350,20-4-74,-16 3-326,12-4 120,1 0 0,0 2-1,0 0 1,-1 1-1,2 1 1,-1 0-1,0 1 1,0 1-1,0 1 1,0 0-1,-1 2 1,1-1-1,8 5-124,2 11 74,0 1 0,-1 1 0,-1 2 0,-1 0 0,-1 2 0,-1 1 0,-1 0 0,-2 1 0,0 2 0,-2 0 0,-1 0 0,-2 2 0,-1 0 0,-1 0 0,3 16-74,16 39 40,-3 2 0,-5 0 0,-3 1 0,-4 2 0,-5-1 0,-3 1 0,-4 1 0,-4-1 0,-4 1 0,-11 56-40,7-96 0,-1-1 0,-3 1 0,-2-2 0,-3 0 0,-1-1 0,-3 0 0,-1-2 0,-21 30 0,-80 49-2,112-117 1,-73 54-287,0-8-1101</inkml:trace>
  <inkml:trace contextRef="#ctx0" brushRef="#br0" timeOffset="39896.442">19594 12829 27966,'0'0'807,"0"0"-343,19-2-136,132-20 424,26-12-230,1 7 1,125-1-523,-190 19 58,1045-43 313,-1066 52-314,1431 29 471,-168 90-471,-284-19 192,-711-70-1191,-324-27-1056</inkml:trace>
  <inkml:trace contextRef="#ctx0" brushRef="#br0" timeOffset="40522.338">29273 11407 29510,'0'0'760,"0"0"-239,0 0-329,0 0 24,0 0 128,86 112-16,-42-51-120,4 6-88,0 2-72,-4-3-32,-2-7-16,-10-4 0,-3-10-8,2-3-288,-9-15-408,-5-13-1441</inkml:trace>
  <inkml:trace contextRef="#ctx0" brushRef="#br0" timeOffset="40818.149">29909 11399 28934,'0'0'1360,"0"0"-1111,0 0 39,-173 112 72,98-47-128,-6 10-152,5 6-80,-10 34-336,20-21-1177,20-19-3336</inkml:trace>
  <inkml:trace contextRef="#ctx0" brushRef="#br0" timeOffset="41196.468">30795 10969 30166,'0'0'597,"0"0"-380,11 19-118,76 167 389,-74-137-377,-2 1 0,-2 0 0,-3 1 0,-1-1 0,-3 1 1,-4 42-112,0-62 8,-2 1 0,-1-1 1,-2 0-1,0 0 1,-3-1-1,0 0 1,-2-1-1,-1 0 1,-1 0-1,-2-2 0,0 0 1,-13 15-9,-11 15-2,-2-1 0,-2-2-1,-3-3 1,-2-1 0,-2-2 0,-2-3 0,-2-2 0,-29 16 2,-3-8 8,118-48-7,80-8 71,0-5 1,-1-5 0,-1-4-1,0-6 1,42-17-73,-86 23-42,-2-4 0,-1-2 1,0-2-1,-3-4 1,33-22 41,55-59-3080,-92 56-2573</inkml:trace>
  <inkml:trace contextRef="#ctx0" brushRef="#br0" timeOffset="41444.712">31829 10521 30046,'0'0'809,"0"0"-625,0 0-64,114 45 168,-39-33 0,12-2-160,5 0-104,-4 0-24,-9 4-64,6 1-312,-21-1-1025,-14-6-2055</inkml:trace>
  <inkml:trace contextRef="#ctx0" brushRef="#br0" timeOffset="41630.261">32956 10385 30374,'0'0'729,"0"0"-265,-66 154 40,33-38-56,-8 40-224,1 20-200,-2-3-24,12-47-400,6-41-2273</inkml:trace>
  <inkml:trace contextRef="#ctx0" brushRef="#br0" timeOffset="44318.362">5191 9990 25237,'0'0'2900,"0"0"-1561,0 0-766,-20 0-119,-63 3-53,-9 33-116,22 10-267,3 2-1,1 3 0,3 2 1,2 4-1,3 2 0,2 2 1,3 3-1,3 2 0,3 3 1,3 1-1,3 2 0,-5 18-17,19-38 34,2 1-1,2 2 1,3 0-1,2 1 1,3 1-1,2 0 1,3 1-1,-2 39-33,9-54 55,1 1 0,3-1 0,1 1 0,2-1 0,2 0-1,2 0 1,2-1 0,2 0 0,12 28-55,5-7-268,3-1 0,2-2 0,3-1 1,3-3-1,16 17 268,10 3-3550</inkml:trace>
  <inkml:trace contextRef="#ctx0" brushRef="#br0" timeOffset="45883.328">33146 9961 28102,'0'0'755,"0"0"-302,0 0-18,0 0 52,0 0-250,11-2-169,-3 1-62,-5 0-4,0 0 0,0 0 0,1 1 0,-1 0 1,0-1-1,1 1 0,-1 0 0,1 1 0,-1-1 0,0 0 0,1 1 1,-1 0-1,0 0 0,0 0 0,1 0 0,-1 1 0,0-1 0,0 1 1,0-1-1,-1 1 0,2 1-2,233 256 332,-191-194-252,-3 2-1,-2 1 1,-4 3-1,-3 1 1,-3 1-1,16 60-79,99 232 238,-78-209-21,-7 3-1,10 62-216,-59-160 149,-2 1 0,-4 0 0,-2 1 0,-3 59-149,-1-115 4,-2 29 4,-2 0-1,-1-1 1,-2 1 0,-1-1-1,-2-1 1,-2 1-1,0-2 1,-3 0 0,0 0-1,-2-2 1,-2 0-1,-1-1 1,-17 21-8,18-25 0,17-24 0,0-1 0,-1-1 0,1-9-1322,2-4-2213</inkml:trace>
  <inkml:trace contextRef="#ctx0" brushRef="#br0" timeOffset="48126.28">30194 4086 29822,'0'0'1873,"0"0"-1577,0 0-208,0 0-32,0 0 296,0 0-72,199 32-280,-10-5 0,26 9 0,2 3 0,-22 5 0,-29 1 0,-12 2 0,-47-11-56,-39-12-2289</inkml:trace>
  <inkml:trace contextRef="#ctx0" brushRef="#br0" timeOffset="48786.105">14366 12062 24197,'0'0'4009,"0"0"-2785,0 0-272,0-101-319,0 97-185,-9 4-240,-19 24-144,-18 25-24,-16 16-32,-8 14-8,-2 6 0,11-2-80,12 8-232,19-22-1201,10-22-5704</inkml:trace>
  <inkml:trace contextRef="#ctx0" brushRef="#br0" timeOffset="49065.374">14377 12253 30022,'0'0'1105,"0"0"-817,0 0-200,0 0-40,0 0-40,140 79-8,-65-51-1080,-3-15-8443</inkml:trace>
  <inkml:trace contextRef="#ctx0" brushRef="#br0" timeOffset="52210.411">19337 11989 19220,'0'0'8071,"0"0"-5717,0 0-1717,0 0-128,0 0-73,0 0-131,-5-9-82,-18-25-74,23 33-147,-1 1-1,0-1 1,1 0 0,-1 1-1,0-1 1,0 1 0,1-1-1,-1 1 1,0 0 0,0-1-1,0 1 1,0 0 0,0 0-1,1-1 1,-1 1-1,0 0 1,0 0 0,0 0-1,0 0 1,0 0 0,0 0-1,0 0 1,0 1 0,1-1-1,-1 0 1,0 0-1,0 1 1,0-1 0,0 0-1,1 1 1,-1-1 0,0 1-1,0-1 1,1 1 0,-1-1-1,0 1 1,1 0 0,-1-1-1,0 1 1,1 0-1,-1 0 1,1-1 0,-1 1-1,1 0 1,0 0 0,-1 0-1,1 0 1,0-1 0,0 1-1,-1 1-1,-1 0 12,-26 25 59,-2-2 1,-1-1 0,0-2 0,-2-1 0,-1-2 0,0-1-1,-1-1 1,-1-2 0,0-2 0,-1-1 0,-21 3-72,-57 24-21,-781 258 21,-121 17 0,-230 64 0,-997 219 0,1090-350 0,-870 60 0,1837-282 0,-1772 206 0,269 66 0,1562-272 0,-516 114 0,-423 156 0,660-178-161,427-127-602,17-12-1274</inkml:trace>
  <inkml:trace contextRef="#ctx0" brushRef="#br0" timeOffset="53177.891">26821 12610 30014,'0'0'666,"0"0"-317,0 0-201,0 0 11,0 0 113,26 5-72,180 42-8,420 226 526,931 299-672,-1097-416-43,562 182-3,13-45 0,914 131 0,-1479-351 0,2-21 0,27-19 0,-419-32 0,-70-15-1206,-10-8-1397</inkml:trace>
  <inkml:trace contextRef="#ctx0" brushRef="#br0" timeOffset="55351.987">7771 15964 27350,'0'0'840,"0"0"-256,0 0 322,0 0-278,0 0-229,35 9 371,-28-1-758,0 0 0,-1 0-1,0 0 1,0 1-1,-1 0 1,0 1 0,0-1-1,-1 1 1,-1-1 0,1 1-1,-2 0 1,1 1-1,-1-1 1,-1 0 0,0 1-1,0-1 1,-2 11-12,4 331 296,-3-350-295,-1 1 0,1-1 0,0 0 0,0 0 0,-1 0 0,1 0 0,1 0 0,-1 0 0,0 0 0,0 1 0,1-1 0,0 0 0,-1 0 0,1 0 0,0 0 0,0-1 0,0 1 0,0 0 0,0 0 0,0 0 0,0-1 0,1 1 0,-1 0 0,1-1 0,-1 0 0,1 1 0,0-1 0,-1 0 0,1 0 0,0 0 0,0 0 0,0 0 0,0 0 0,0 0 0,0-1 0,0 1 0,0-1 0,0 1 0,0-1 0,0 0 0,1 0 0,-1 0 0,0 0 0,0 0 0,2-1-1,6-2 17,1-2 0,-1 1 0,0-1 0,0-1 0,0 0-1,0 0 1,-1-1 0,0 0 0,-1-1 0,0 0 0,0 0 0,5-8-17,4-1 19,93-104 1,-5-5 0,-6-4 1,-6-4-1,21-50-20,-2-51 100,-106 249-53,-2 58-17,-5 1-1,-2 0 1,-3-1 0,-12 52-30,-1 17 51,-9 257 82,20 252-133,8-459-2,2-135 2,-3 0 0,-3-1 0,-2 1 0,-2-1 0,-6 11 0,13-57 0,-1-1 0,0 0 0,0 0 0,-1-1 0,0 1 0,-1 0 0,0-1 0,0 0 0,0 0 0,-1 0 0,0 0 0,-1-1 0,1 0 0,-1 0 0,0 0 0,-1-1 0,1 0 0,-1 0 0,0-1 0,0 0 0,-1 0 0,1 0 0,-1-1 0,0 0 0,1-1 0,-5 1 0,-8-3 0,1 0 0,0-2 0,0 0 0,1-1 0,-1-1 0,0-1 0,1-1 0,0 0 0,1-1 0,-1-1 0,1-1 0,1 0 0,-1-1 0,2-1 0,-1-1 0,2 0 0,0-1 0,0 0 0,1-1 0,1-1 0,0 0 0,1 0 0,-9-17 0,14 15 0,1-1 0,1 1 0,0-1 0,1 0 0,1 0 0,1 0 0,1 0 0,0 0 0,1 0 0,1 0 0,1 0 0,0 0 0,2 1 0,0 0 0,0-1 0,2 2 0,0-1 0,1 1 0,1 0 0,0 0 0,1 1 0,1 1 0,0 0 0,38-55-1,3 3 1,3 2-1,3 3 1,2 2-1,3 3 0,45-30 1,116-79-4272,-161 120-6879</inkml:trace>
  <inkml:trace contextRef="#ctx0" brushRef="#br0" timeOffset="55778.279">9375 16370 30134,'0'0'1005,"0"0"-655,0 0-274,0 0-17,0 0 66,20 10-2,60 32-64,-77-40-58,0 0 0,0 0 0,0 0 0,0 1 0,0-1 0,0 1 0,-1-1 0,1 1 0,-1 0 0,0 0 0,0 1 0,0-1 0,0 0 0,-1 0 0,1 1 0,-1-1 0,0 1 0,0 0 0,0-1 0,0 1 0,-1 0 0,1-1 0,-1 1 0,0 0 0,0 0 0,-1-1 1,1 1-1,-1 0 0,0 0-1,1 4 2,-6 10-4,-1 0 0,0 0 0,-1-1 0,-1 0 0,0-1 0,-1 0 0,-1-1-1,-1 0 1,0 0 0,-1-1 0,0-1 0,-1 0 0,0-1 0,-1-1 0,-4 2 2,-115 80-13,194-110-129,-25 5 143,1 1 0,0 1 0,1 2 0,0 2 0,1 2 0,12 0-1,-48 4 0,0 0 1,0 0-1,0 1 1,1-1-1,-1 0 1,0 1 0,0-1-1,0 1 1,0 0-1,0 0 1,-1 0-1,1 0 1,0 0-1,0 0 1,0 0-1,-1 1 1,1-1-1,-1 1 1,1-1-1,-1 1 1,0-1-1,1 1 1,-1 0 0,0 0-1,0 0 1,0-1-1,0 1 1,-1 0-1,1 0 1,0 0-1,-1 1 1,1-1-1,-1 0 1,0 0-1,0 0 1,0 0-1,0 0 1,0 0 0,0 0-1,-1 0 1,1 1-1,-1 0 0,-29 90 39,10-66-93,0-1 1,-1-1-1,-2-1 0,0 0 0,-2-2 0,0-1 1,-2-1-1,0-2 0,-26 14 54,34-22-968,12-8-946</inkml:trace>
  <inkml:trace contextRef="#ctx0" brushRef="#br0" timeOffset="56032.259">10234 16579 29366,'0'0'1377,"0"0"-913,0 0-272,0 0 24,0 0 176,132-16-168,-55 10-144,48 4-80,-20 0-368,-18 2-1433</inkml:trace>
  <inkml:trace contextRef="#ctx0" brushRef="#br0" timeOffset="57101.592">11453 16782 27166,'0'0'897,"0"0"-445,0 0-162,0 0 306,0 0 139,0 0-187,-9-2 153,56-55-217,141-171-106,78-133-378,-268 391-20,-77 324 116,77-336-94,-1-5-2,0 0 1,0 1-1,1 0 0,1-1 1,0 1-1,1 0 1,1 0-1,0 0 1,1-1-1,0 1 1,1-1-1,1 1 0,0-1 1,0 0-1,1 0 1,1-1-1,1 1 1,-1-1-1,2-1 1,4 7-1,-7-15 1,-1 0 1,0-1-1,0 1 1,1-1 0,-1 0-1,1-1 1,0 1-1,-1-1 1,1 0 0,0 0-1,0 0 1,0-1 0,0 1-1,0-1 1,0-1-1,0 1 1,0 0 0,-1-1-1,1 0 1,0-1-1,0 1 1,-1-1 0,1 0-1,0 0 1,-1 0 0,0 0-1,3-3-1,100-88 35,-79 59-17,-1-1 0,-2-2 0,-2 0 0,-2-2 1,-1 0-1,-1-1 0,-3-1 0,-1-1 0,-3 0 0,-1-1 0,-2 0 0,-1-1 0,-3-6-18,1 300 3,-11-1 0,-11 1 0,-11-2 0,-10-1 0,-26 59-3,61-290-2,-1-1 0,0 0 0,-2 0 0,1-1 0,-2 1-1,0-1 1,-1 0 0,0-1 0,-1 1 0,-1-1 0,0-1 0,0 0 0,-1 0 0,-1-1 0,0 0 0,0-1 0,-1 0 0,-1-1 0,0 0 0,0-1 0,0-1 0,-1 0 0,0 0 0,0-2 0,-11 3 2,20-7 2,0 0 0,-1-1 0,1 0 0,0 0 0,-1 0 0,1-1 0,0 0 1,-1 0-1,1 0 0,0-1 0,0 0 0,0 1 0,0-2 0,0 1 0,1-1 0,-1 1 0,1-1 0,-1-1 0,1 1 0,0-1 0,0 1 1,1-1-1,-1 0 0,1 0 0,0-1 0,0 1 0,0-1 0,0 1 0,-1-5-2,-2-6 3,1 0-1,0 0 1,1 0 0,1 0-1,0-1 1,1 0 0,0 1-1,2-1 1,0-11-3,3 2-12,1-1 0,0 1 0,2 0 0,1 0 1,1 1-1,2 0 0,0 0 0,1 1 0,1 0 0,1 1 0,14-17 12,183-205-1140,-112 149-222,-9 11-606</inkml:trace>
  <inkml:trace contextRef="#ctx0" brushRef="#br0" timeOffset="57357.213">12841 16753 26774,'0'0'1943,"22"3"-1062,146 37-7,-47 36-274,-118-73-597,1 1 0,-1-1 0,1 1 0,-1 0 0,0 0 0,-1 0 0,1 0 0,-1 1 0,0-1 0,0 0 0,0 1 0,0 0 0,-1-1 0,0 1 0,0 0 0,0 0 0,0 0 0,-1 0 0,0 0 0,0 0 0,-1 0 0,1 0 0,-1-1 0,0 1 0,0 0 0,0 0 0,-2 3-3,-5 5 2,0-1 1,0-1-1,-1 0 0,-1 0 0,0 0 0,0-1 0,-1-1 1,0 0-1,-1 0 0,-9 5-2,3-1 0,-204 139 69,221-152-65,-1 0 0,1 0-1,0 0 1,0 1 0,-1-1 0,1 0-1,0 1 1,0-1 0,0 1 0,-1-1-1,1 1 1,0 0 0,0-1 0,0 1 0,0 0-1,0 0 1,0 0 0,0 0 0,0-1-1,1 1 1,-1 1 0,0-1 0,1 0-1,-1 0 1,0 0 0,1 0 0,-1 0-1,1 1 1,0-1 0,-1 0 0,1 0 0,0 1-1,0-1 1,0 0 0,0 0 0,0 1-1,0-1 1,0 0 0,0 0 0,0 1-1,1-1 1,-1 0 0,0 0 0,1 1 0,-1-1-1,1 0 1,0 0 0,-1 0 0,1 0-1,0 0 1,0 0 0,-1 0 0,1 0-1,0 0 1,0 0 0,0 0 0,1 0-4,101 5 165,512-25-1346,-463 9-944</inkml:trace>
  <inkml:trace contextRef="#ctx0" brushRef="#br0" timeOffset="57687.259">14563 16455 29750,'0'0'1441,"0"0"-873,0 0-304,119-28 48,-49 28 16,11 0-224,11 0-104,7 0 0,2 6 0,-5 2 0,-6-4 0,8-4-168,-21-6-1192,-26-12-2185</inkml:trace>
  <inkml:trace contextRef="#ctx0" brushRef="#br0" timeOffset="57877.676">15160 15833 30447,'0'0'1056,"-3"101"-568,3 13-72,0 52-56,0 22-360,0-1 0,3-17 0,19-40 0,-1-37-1120,-3-38-4946</inkml:trace>
  <inkml:trace contextRef="#ctx0" brushRef="#br0" timeOffset="58562.979">18373 14867 27382,'0'0'1003,"-23"4"-224,8-1-663,-5 0 18,1 0 0,0 2 0,0 0 0,1 2 1,-1 0-1,1 0 0,1 2 0,-3 2-134,-19 19 160,1 1 0,2 2-1,1 2 1,2 1 0,2 2 0,1 1 0,2 1-1,1 1 1,3 1 0,-14 34-160,1-6 95,4 2 0,2 1 0,4 1 0,3 2 0,3 0 0,4 1 0,3 1 0,3 4-95,4-25 2,2-1-1,3 1 1,2 0 0,2 0-1,4-1 1,1 0 0,3 0-1,2 0 1,3-2 0,2 1-1,3-2 1,13 24-2,-8-33-274,1-1 0,3-1 0,1-2 0,22 21 274,23 10-1797</inkml:trace>
  <inkml:trace contextRef="#ctx0" brushRef="#br0" timeOffset="59118.601">27502 15275 29942,'0'0'711,"0"0"-389,18 28-82,146 207 429,-85-137-469,-4 3 0,-5 3 1,30 66-201,-81-134 21,-2 0 1,-1 1 0,-2 1 0,-2 1-1,-1 0 1,-2 0 0,-2 1-1,-1 0 1,-3 0 0,-1 0 0,-1 1-1,-3-1 1,-3 15-22,-3-19 0,-1 1 0,-2-2 0,-1 0 0,-2 0 0,-2-1 0,-1-1 0,-1 0 0,-2-2 0,-1 0 0,-4 2 0,5-7-60,-1 0-1,-2-2 1,0 0-1,-1-2 1,-2 0-1,0-2 1,-1-1-1,-1-1 1,-6 2 60,-80 37-918,40-25-3089,14-15-10384</inkml:trace>
  <inkml:trace contextRef="#ctx0" brushRef="#br0" timeOffset="59397.031">28828 15829 31079,'0'0'768,"0"0"-56,0 0-504,0 0-208,0 0 0,119 20 0,-36 33 0,7 11 0,-5 11 0,-10 5 0,-16 1 0,-15-2 0,-13-8 0,-14-8-200,-6-19-904,-9-23-1105</inkml:trace>
  <inkml:trace contextRef="#ctx0" brushRef="#br0" timeOffset="59664.748">29523 15772 30479,'0'0'784,"-112"57"-440,34 1-136,-17 15-80,-3 25-112,10 25-16,27-21-616,26-23-3233</inkml:trace>
  <inkml:trace contextRef="#ctx0" brushRef="#br0" timeOffset="60041.254">30477 15766 30495,'0'0'590,"23"18"-294,0-1-231,122 114 428,-135-118-465,0 0 1,-1 1 0,-1 0-1,0 1 1,-1 0 0,0 0-1,-2 0 1,0 1 0,0 0-1,-1 0 1,-1 0 0,-1 1-1,-1-1 1,0 1 0,-1-1-1,0 1 1,-1-1-1,-1 1 1,-1-1 0,-1 0-1,0 0 1,-1 0 0,0-1-1,-1 1 1,-2 1-29,-29 42-4,-1-3-1,-4-1 1,-1-2-1,-3-2 1,-2-2-1,-2-2 1,-10 4 4,20-14-1,-21 30 14,61-65-12,1 0 1,0 0-1,0-1 0,0 1 0,0 0 0,0-1 0,0 1 0,0 0 1,1-1-1,-1 1 0,0-1 0,1 0 0,-1 0 0,1 1 0,0-1 0,-1 0 1,1 0-1,0 0 0,-1-1 0,1 1 0,0 0 0,0-1 0,0 1 1,0-1-1,0 1 0,0-1 0,0 0 0,0 0 0,0 0 0,0 0 0,0 0 1,0-1-1,0 1 0,-1-1 0,1 1 0,0-1 0,0 1 0,0-1 1,1-1-2,7 2 9,60-6 1,-1-3 0,0-3 0,0-3 1,-1-3-1,-1-3 0,-1-2 0,22-14-10,-34 16 6,201-99-2847,-189 78-2320</inkml:trace>
  <inkml:trace contextRef="#ctx0" brushRef="#br0" timeOffset="60292.118">31632 15522 28526,'0'0'3273,"0"0"-3009,0 0-168,125-24 16,-68 24 168,11 8-104,11 8-136,6 0-40,5-1-16,33-5-424,-25-6-976,-12-4-3241</inkml:trace>
  <inkml:trace contextRef="#ctx0" brushRef="#br0" timeOffset="60446.881">32886 15232 30983,'0'0'1104,"0"0"-896,-42 136 152,3-18-248,-7 48-112,-5 8 0,12-38-576,10-40-6914</inkml:trace>
  <inkml:trace contextRef="#ctx0" brushRef="#br1" timeOffset="69724.341">29558 232 27846,'0'0'2617,"0"0"-1751,0 0-508,0 0 18,0 0 17,-7-6-130,-16-20-211,41 35-56,280 162 4,-143-97 0,4-7 0,40 7 0,-87-31 0,-112-43 0,1 1 0,-1-1 0,1 0 0,-1 1 0,1-1 0,-1 1 0,1-1 0,-1 1 0,1-1 0,-1 1 0,1-1 0,-1 1 0,0-1 0,1 1 0,-1 0 0,0-1 0,0 1 0,0 0 0,1-1 0,-1 1 0,0 0 0,0-1 0,0 1 0,0 0 0,0-1 0,0 1 0,0 0 0,0-1 0,0 1 0,-1 0 0,1-1 0,0 1 0,0-1 0,0 1 0,-1 0 0,1-1 0,0 1 0,-1-1 0,1 1 0,-1-1 0,1 1 0,-1-1 0,1 1 0,-1-1 0,1 1 0,-1-1 0,1 0 0,-1 1 0,1-1 0,-1 0 0,0 1 0,1-1 0,-1 0 0,1 0 0,-1 1 0,0-1 0,1 0 0,-2 0 0,-152 47 0,-535 125 0,625-150-1243,63-22-843</inkml:trace>
  <inkml:trace contextRef="#ctx0" brushRef="#br1" timeOffset="70130.337">30821 202 30975,'0'0'664,"0"0"-343,0 0-113,0 0 159,22 0-166,-5-1-185,-7 0-15,1 0 0,-1 1 1,1 0-1,-1 1 0,1 0 0,-1 1 0,0 0 0,1 1 0,-1 0 1,-1 0-1,1 1 0,0 1 0,3 1-1,79 55 0,-3 4 0,48 48 0,-121-99 0,-2-5 0,0 1 0,-1 0 0,0 1 0,-1 0 0,0 1 0,-1 1 0,0 0 0,-1 0 0,-1 1 0,0 1 0,-1-1 0,0 1 0,-1 1 0,-1-1 0,-1 1 0,1 3 0,-7-13 0,0-1 0,0 0 0,-1 1 0,1-1 0,-1 0 0,-1 0 0,1 0 0,-1 0 0,0-1 0,0 1 0,0-1 0,0 0 0,-1 0 0,0 0 0,0 0 0,0 0 0,0-1 0,0 0 0,-1 0 0,0 0 0,1 0 0,-1-1 0,0 1 0,0-1 0,0-1 0,-1 1 0,1-1 0,-2 1 0,5-2 0,-211 75 10,159-60-71,1 2-1,0 3 1,1 3-1,1 1 1,-5 6 61,22-6-1487</inkml:trace>
  <inkml:trace contextRef="#ctx0" brushRef="#br1" timeOffset="70474.342">32476 178 29758,'0'0'586,"0"0"-286,0 0 87,0 0 177,0 0-169,0 0-199,3 5 29,0 4-203,0 0 1,-1 0-1,0 0 1,0 0-1,-1 0 1,0 1-1,-1-1 1,0 0-1,-1 0 1,0 1-1,0-1 1,-1 0-1,0 0 1,0 0-1,-4 6-22,-4 34 19,-13 82-19,-6-2 0,-5 0 0,-6-2 0,-6-3 0,-16 25 0,2 0-659,46-113-2635</inkml:trace>
  <inkml:trace contextRef="#ctx0" brushRef="#br1" timeOffset="72179.809">29238 8430 29038,'0'0'1769,"0"0"-1175,0 0-336,0 0 142,0 0 59,2 0-242,56 0-213,0 3-1,0 3 1,-1 2-1,0 2 1,-1 3-1,0 3 1,-1 2-1,0 2 1,28 17-4,36 44 0,-116-79 0,-1 1 0,1-1 0,0 1 0,-1 0 0,0-1 0,0 1 0,0 0 0,0 0 0,0 1 0,0-1 0,-1 0 0,1 1 0,-1-1 0,0 1 0,0-1 0,-1 1 0,1-1 0,-1 1 0,1-1 0,-1 1 0,0 0 0,-1-1 0,1 1 0,0 0 0,-1-1 0,0 1 0,0-1 0,0 1 0,0-1 0,-1 0 0,0 1 0,1-1 0,-1 0 0,0 0 0,0 0 0,-1 0 0,1 0 0,-1 0 0,-139 84 0,-270 88 0,314-148-2905,94-27-1592</inkml:trace>
  <inkml:trace contextRef="#ctx0" brushRef="#br1" timeOffset="72518.259">30310 8398 31375,'0'0'859,"0"0"-555,0 0-131,11 6-121,444 221-48,-428-213-4,-5-4 0,-1 0 0,0 1 0,-1 2 0,0 0 0,-1 1 0,0 0 0,-2 2 0,0 0 0,0 1 0,0 3 0,-15-18 0,0 1 0,0 0 0,-1 0 0,1 0 0,-1 1 0,0-1 0,1 0 0,-1 1 0,-1-1 0,1 1 0,0-1 0,-1 0 0,0 1 0,0-1 0,0 1 0,0-1 0,0 1 0,-1-1 0,1 1 0,-1-1 0,0 1 0,0-1 0,-1 0 0,1 0 0,-1 1 0,1-1 0,-1 0 0,0 0 0,0-1 0,0 1 0,-1 0 0,1-1 0,-1 1 0,-1 1 0,-107 64 0,101-63 0,-298 130 0,259-100-2080,46-33-2433</inkml:trace>
  <inkml:trace contextRef="#ctx0" brushRef="#br1" timeOffset="72772.354">31838 8471 31535,'0'0'1232,"0"0"-1232,0 0 0,-9 140 0,-6-45 0,-7 41 0,-15 56 0,-3 31 0,-4 7 0,11-52 0,16-56-2288</inkml:trace>
  <inkml:trace contextRef="#ctx0" brushRef="#br1" timeOffset="73383.271">29561 14565 27822,'0'0'1607,"0"0"-771,0 0-85,0 0-58,-1-18-72,0-53-249,1 70-371,-1 0 0,1 1 0,0-1 0,0 0 0,0 1 0,-1-1-1,1 0 1,0 1 0,0-1 0,0 0 0,0 0 0,0 1 0,0-1 0,0 0 0,0 1 0,1-1 0,-1 0 0,0 1 0,0-1 0,0 0 0,1 1 0,-1-1 0,0 0 0,1 1 0,-1-1 0,1 1 0,-1-1 0,1 1 0,-1-1 0,1 1 0,-1-1 0,1 1 0,-1-1 0,1 1 0,-1 0 0,1-1 0,0 1 0,-1 0 0,1 0 0,0-1 0,-1 1 0,1 0 0,0 0 0,-1 0 0,1 0 0,0 0 0,0 0 0,-1 0 0,1 0-1,0 0 1,-1 0 0,1 0 0,0 0 0,-1 1 0,1-1 0,0 0 0,-1 0 0,1 1 0,0-1 0,-1 0 0,1 1-1,2 0 6,172 79-6,176 54 0,-349-134 0,1 0 0,-1 0 0,1 1 0,-1-1 0,0 1 0,1 0 0,-1-1 0,0 1 0,1 0 0,-1 0 0,0 1 0,0-1 0,0 0 0,0 1 0,0-1 0,0 1 0,0 0 0,-1-1 0,1 1 0,-1 0 0,1 0 0,-1 0 0,1 0 0,-1 1 0,0-1 0,0 0 0,0 0 0,-1 1 0,1-1 0,0 1 0,-1-1 0,0 0 0,1 1 0,-1-1 0,0 1 0,0-1 0,0 1 0,-1-1 0,1 1 0,-1-1 0,1 0 0,-1 1 0,0-1 0,0 0 0,0 1 0,0-1 0,0 0 0,0 0 0,-1 0 0,1 0 0,-2 2 0,-16 9 0,0-1 0,-1-1 0,0 0 0,-1-2 0,0 0 0,0-1 0,-1-1 0,-12 5 0,-314 114-1730,329-120-573</inkml:trace>
  <inkml:trace contextRef="#ctx0" brushRef="#br1" timeOffset="73696.831">30356 14401 29942,'0'0'1339,"0"0"-848,0 0-299,0 0 39,0 0 57,24 10-51,162 75-190,-164-74-47,117 75 0,-134-82 0,0 0 0,-1 1 0,1-1 0,-1 1 0,0-1 0,0 1 0,-1 1 0,0-1 0,0 0 0,0 1 0,0 0 0,-1 0 0,0-1 0,0 1 0,0 0 0,-1 1 0,0-1 0,0 0 0,-1 0 0,0 0 0,0 1 0,0-1 0,-1 0 0,1 1 0,-7 8 0,-1 0 0,0-1 0,-1 0 0,0 0 0,-1-1 0,-1 0 0,0-1 0,-1 0 0,0 0 0,0-2 0,-1 1 0,-1-2 0,0 0 0,0 0 0,-1-1 0,-5 1 0,7-1 0,-196 114-2187,199-117-1795</inkml:trace>
  <inkml:trace contextRef="#ctx0" brushRef="#br1" timeOffset="73951.333">31630 14330 31623,'0'0'792,"0"0"-568,-22 154-104,2-34-112,-6 48-8,-7 20 0,2-39-88,5-32-2609</inkml:trace>
  <inkml:trace contextRef="#ctx0" brushRef="#br1" timeOffset="75456.358">22728 9519 26262,'-312'25'3171,"-133"35"-3171,293-34 134,2 6 0,1 7 0,3 7 0,1 6 0,3 6 0,2 6-1,-91 60-133,107-44 133,4 5-1,3 6 1,5 4-1,3 5 1,6 5-1,3 5 0,-7 21-132,53-61 36,3 2-1,4 3 0,3 2 0,3 1 1,4 2-1,4 2 0,-13 48-35,31-76 22,2 2 0,2 0 1,2 0-1,4 1 0,1 0 0,3 0 0,3 0 0,2 0 0,2-1 0,3 1 0,3-2 0,5 14-22,7 1 8,3-1 0,3-2 0,3 0-1,2-3 1,4 0 0,2-3-1,3-1 1,2-3 0,3-1 0,2-3-1,48 38-7,-12-18 9,3-4-1,3-4 1,3-5-1,3-3 1,2-5-1,2-4 0,47 12-8,28-4 4,2-7-1,2-8 0,1-9 0,2-7 0,1-8 1,1-9-1,-1-7 0,69-14-3,50-17 56,-1-13 1,-3-14-1,236-78-56,-263 59 59,-4-13-1,-3-11 0,-6-11 1,-4-12-1,92-68-58,-240 122 0,-3-6-1,-3-3 1,-4-6-1,-4-3 1,26-36 0,-67 63-1,-3-1 1,-3-3-1,-3-2 1,-2-1-1,-4-3 1,-2-1 0,-4-2-1,-3-1 1,1-13 0,-18 48 0,-2 1 0,-2-2 0,-1 0 0,-2 0 0,-1 0 0,-3 0 0,-1-1 0,-2 1 0,-2-1 0,-1 1 0,-2 0 0,-2 0 0,-2 1 0,-1 0 0,-3 1 0,0 0 0,-3 1 0,-1 1 0,-1 0 0,-2 2 0,-5-4 0,-7-1 1,-2 2 1,-1 2 0,-2 1 0,-1 1 0,-2 3 0,-1 1-1,-1 2 1,-1 2 0,-2 2 0,0 2 0,-11-2-2,-67-20-7,-2 5 1,-1 5 0,-96-10 6,-359-51-1771,501 71-751</inkml:trace>
  <inkml:trace contextRef="#ctx0" brushRef="#br1" timeOffset="75898.272">30080 9805 29174,'0'0'992,"0"0"-607,0 0-185,0 0 256,121 22 56,-1-11-72,51 9-144,31 0-112,6 0-56,-6-3-128,-25-1 0,-10 0 0,-38-4 0,-32-4 0,-25-4-128,-35-4-528,-17 0-3129</inkml:trace>
  <inkml:trace contextRef="#ctx0" brushRef="#br1" timeOffset="79138.552">7398 13310 21797,'0'0'5696,"0"0"-3724,0 0-1244,0 0-302,0 0-136,0 0-30,2 3-28,1-1-213,-1 0 0,0-1-1,1 1 1,-1-1 0,1 0-1,0 0 1,-1 1 0,1-2-1,0 1 1,0 0 0,0-1-1,0 1 1,0-1 0,0 0-1,-1 0 1,1 0 0,0 0-1,0 0 1,0-1 0,0 1-1,0-1 1,0 0-19,9 0 56,600-67 539,-47 51-284,421 45-311,-883-23-7,1606 24 7,268 35 0,-876-82 0,-1026 14 0,-67-8-1028,-8 1-1873</inkml:trace>
  <inkml:trace contextRef="#ctx0" brushRef="#br1" timeOffset="80056.382">7161 9900 29102,'0'0'648,"0"0"-196,0 0-210,0 0-101,-2 22 162,-8 233 414,11-187-622,2 365 621,-25 104-716,-147 958 351,136-1082-351,33-412-3,0-1-1,0 1 1,0 0 0,1-1 0,-1 1-1,0-1 1,0 1 0,1 0-1,-1-1 1,0 1 0,1-1 0,-1 1-1,1-1 1,-1 1 0,0-1-1,1 1 1,-1-1 0,1 0 0,-1 1-1,1-1 1,0 1 0,-1-1-1,1 0 1,-1 0 0,1 1 0,0-1-1,-1 0 1,1 0 0,0 0-1,-1 0 1,1 0 0,-1 0 0,1 0-1,0 0 1,-1 0 0,1 0-1,0 0 1,-1 0 0,1 0 0,0 0-1,-1-1 1,1 1 0,-1 0-1,1 0 1,0-1 0,-1 1 0,1 0-1,-1-1 1,1 1 0,-1-1-1,1 1 1,-1-1 0,1 1 0,-1-1-1,0 1 1,1-1 0,-1 1-1,0-1 1,1 1 0,-1-1 0,0 0-1,0 1 1,0-1 0,1 1-1,-1-1 1,0 0 0,0 1 0,0-1-1,0 0 4,132-170-3432,-64 54-5152</inkml:trace>
  <inkml:trace contextRef="#ctx0" brushRef="#br1" timeOffset="80390.265">8242 9683 29318,'0'0'1765,"31"-4"-1321,322-19-460,1183 21 468,-679 9-367,-806-7-73,1331 28 171,-1058-5-174,-1 14 0,-2 15 0,75 31-9,-287-55-198,-2 4 0,-2 4 0,71 37 198,-117-44-1331,-10-6-1280</inkml:trace>
  <inkml:trace contextRef="#ctx0" brushRef="#br1" timeOffset="80721.157">14311 9836 30222,'0'0'671,"0"0"-371,-5 29-128,-24 259 457,51 386 119,25-83-736,-26 1 1,-27 39-13,-61 101 0,66-728 3,2-34-31,-1 3-224,0-38-1135</inkml:trace>
  <inkml:trace contextRef="#ctx0" brushRef="#br1" timeOffset="82967.175">408 4285 29950,'0'0'746,"0"0"-439,0 0-210,0 0 39,38 2 189,370 4 281,1520-53-29,-568-41-554,-1191 79-23,-227 5-80,-25 2-788,-16-2-1953</inkml:trace>
  <inkml:trace contextRef="#ctx0" brushRef="#br1" timeOffset="85539.26">739 4289 15347,'0'0'12251,"0"0"-12251,0 0-1304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9:14.5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435 634 31407,'0'0'1040,"0"0"-744,0 0-272,0 0-24,0 0 0,208-32 0,-15 1 0,28 1 0,7 9 0,-26 15 0,-46 6 0,-38 2 0,-28 13 0,-40-1 0,-24 12 0,-10-2-1272,-16-5-3737</inkml:trace>
  <inkml:trace contextRef="#ctx0" brushRef="#br0" timeOffset="264.646">1 1393 31727,'0'0'736,"0"0"-576,144 28-72,5-24-32,62-4-56,23 0 0,3-12 0,-24 8 0,-40 4 0,-15 0 0,-16 8 0,-10 0 0,-20-8 0,-31 0 0,-35-10-2256</inkml:trace>
  <inkml:trace contextRef="#ctx0" brushRef="#br0" timeOffset="560.056">1686 1 29934,'0'0'2233,"18"17"-1665,167 128-536,485 234-32,-650-368 0,0 0 0,-1 2 0,-1 0 0,0 1 0,-1 0 0,0 2 0,-1 0 0,-1 1 0,-1 0 0,0 1 0,-1 1 0,-1 0 0,-1 1 0,-1 0 0,0 0 0,-2 1 0,0 1 0,4 20 0,-12-33 0,0 0 0,-1 0 0,0-1 0,0 1 0,-1 0 0,0-1 0,-1 1 0,0-1 0,0 0 0,0 0 0,-1 0 0,-1 0 0,1-1 0,-1 0 0,-1 1 0,1-2 0,-1 1 0,0-1 0,-5 5 0,-290 279 0,251-244-31,-123 106-134,6 7 0,8 8-1,-112 156 166,211-242-2442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9:33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206 0 30559,'0'0'1000,"0"0"-658,0 0-84,18 20 85,109 141-78,-72-69-265,-3 3 0,-5 2 0,-4 1 0,-5 3 0,-4 1 0,11 63 0,-3 35 0,-8 1 0,-8 2 0,-10 7 0,-7-104 0,-4 1 0,-5 0 0,-5-1 0,-5 1 0,-4-2 0,-5 0 0,-4 0 0,-29 74 0,29-117 0,-2-1 0,-4-1 0,-1-1 0,-4-2 0,-2-1 0,-2-2 0,-3-2 0,-1-2 0,-3-1 0,-3-3 0,-1-1 0,-30 19 0,-7-16-205,17-32-822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9:34.2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1 450 28390,'0'0'2641,"0"0"-2313,52 164 184,3-80 24,11 5-176,6-4-360,3-8 0,-5-10 0,-9-12 0,-8-11 0,-14-11 0,-4-19-312,-13-10-816,-13-4-1721</inkml:trace>
  <inkml:trace contextRef="#ctx0" brushRef="#br0" timeOffset="187.206">673 310 31143,'0'0'1024,"-107"112"-736,30-33-40,-13 10-184,3 4-64,-3 19 0,26-23-592,18-22-2345</inkml:trace>
  <inkml:trace contextRef="#ctx0" brushRef="#br0" timeOffset="1332.546">1256 10 28046,'0'0'1186,"0"0"-344,0 0-207,0 0-120,0 0-131,23-3-100,7 0-158,1 1-1,-1 1 0,1 1 1,-1 2-1,28 5-125,-36-5 11,1 1 0,-1 1-1,0 1 1,0 1 0,0 1 0,-1 1-1,0 1 1,-1 1 0,0 0 0,0 2 0,-1 0-1,-1 1 1,0 1 0,-1 1 0,0 0 0,-1 2-1,-1-1 1,-1 2 0,0 0 0,-1 1-1,-1 0 1,-1 0 0,6 16-11,-11-12 0,0-1 0,-2 1 0,-1 1 0,-1-1 0,0 0 0,-2 1 0,-1-1 0,-1 1 0,-1-1 0,0 0 0,-2 0 0,-1 0 0,-1-1 0,-1 0 0,0 0 0,-2-1 0,-2 2 0,-32 47 0,-4-2 0,-3-1 0,-2-4 0,-4-1 0,-1-3 0,-4-3 0,-2-2 0,-2-3 0,-47 26 0,-147 68 0,260-145 0,1 0 0,0 1 0,-1-1 0,1 0 0,0 1 0,-1-1 0,1 1 0,0-1 0,-1 0 0,1 1 0,-1-1 0,1 1 0,-1 0 0,1-1 0,-1 1 0,0-1 0,1 1 0,-1 0 0,1-1 0,-1 1 0,0 0 0,0-1 0,0 1 0,1 0 0,-1 0 0,0-1 0,0 1 0,0 0 0,0-1 0,0 1 0,0 0 0,0 0 0,0-1 0,0 1 0,-1 0 0,1 0 0,0-1 0,0 1 0,-1 0 0,1-1 0,0 1 0,-1 0 0,1-1 0,-1 1 0,1-1 0,0 1 0,-1-1 0,0 1 0,1-1 0,-1 1 0,584 41 0,-501-39 0,-12 0 0,200-8 0,-259 2-68,0 0 0,0-1-1,-1-1 1,1 0 0,-1 0 0,0-1 0,-1 0 0,1-1-1,-1 0 1,0 0 0,-1-1 0,0 0 0,0-1-1,-1 1 1,0-2 0,0 0 68,28-40-2062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9:37.3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35 29006,'0'0'1953,"0"0"-1625,0 0-152,0 0 120,0 0 256,171-6-128,-83-4-392,2 2-32,2 2 0,-7 2 0,-1 4 0,27 0 0,-21 4-296,-20 6-1552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9:39.0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191 1 29270,'0'0'1146,"0"0"-511,0 0-127,0 0 56,0 0-80,-3 5-337,-11 95-135,15-58-11,-5 251-159,-12-1-1,-14 0 1,-12-2 0,-20 34 158,41-246-3168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9:41.2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31 176 27094,'0'0'1009,"0"0"534,0 0-765,0 0-261,0 0-111,-7-12-93,2 4-287,-14-25 210,49 56 209,16 25-183,-31-29-252,1 0 0,0-1 0,2 0 0,0-2-1,1 0 1,0-1 0,1-1 0,1-1 0,0-1 0,1-1-1,1-1 1,-1 0 0,1-2 0,9 2-10,3-9 0,-1 0 0,1-3 0,0 0 0,-1-2 0,0-2 0,0-1 0,0-2 0,-1-1 0,0-2 0,-1-1 0,0-1 0,-1-2 0,1-2 0,437-217 0,-453 226 0,1 1 0,0 0 0,1 1 0,0 2 0,0-1 0,0 2 0,0 0 0,1 2 0,0 0 0,-1 1 0,1 0 0,0 2 0,0 0 0,-1 1 0,1 1 0,-1 1 0,0 1 0,0 0 0,0 1 0,0 1 0,13 8 0,96 68 0,-93-58 0,1-2 0,1-1 0,1-1 0,39 14 0,-26-21 0,0-2 0,1-2 0,0-3 0,1-1 0,-1-3 0,1-2 0,0-3 0,37-6 0,21-8 0,-2-5 0,0-4 0,-1-5 0,53-26 0,144-39 0,-296 91 0,0 1 0,1 0 0,-1 1 0,1 0 0,-1 0 0,1 0 0,0 1 0,-1 1 0,1 0 0,0 0 0,0 0 0,-1 1 0,1 0 0,0 1 0,-1 0 0,1 0 0,-1 1 0,0 0 0,0 1 0,0-1 0,0 2 0,-1-1 0,1 1 0,-1 0 0,0 1 0,-1-1 0,1 1 0,3 5 0,53 133 0,-61-131 0,1-1 0,0 1 0,1-1 0,1 0 0,0 0 0,0-1 0,1 1 0,0-1 0,1-1 0,1 1 0,-1-1 0,2 0 0,-1-1 0,1 0 0,1 0 0,0-1 0,0 0 0,0-1 0,1 0 0,8 4 0,-1-6 0,1 0 0,-1-1 0,1-1 0,0 0 0,0-2 0,0 0 0,15-2 0,-27 1 0,102-6 0,0-4 0,-1-6 0,0-4 0,84-28 0,25-4 0,-199 48-29,0 0-1,1 1 1,0 1 0,-1 0-1,1 2 1,0 0 0,0 1-1,11 3 30,-8 3-1173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9:43.4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24525,'0'0'1319,"0"0"-223,0 0-193,0 0-236,0 0-161,8 14 112,1-1-494,-1 0-1,2 0 0,0-1 1,0-1-1,1 1 0,1-1 1,0-1-1,10 6-123,930 601 815,206 263-307,619 369 188,-1767-1243-689,0 1-1,0 0 0,-1 0 1,0 1-1,-1 0 1,0 1-1,0 0 0,-1 0 1,0 1-1,0 0 1,-1 0-1,0 0 0,-1 1 1,3 8-7,-22 9-40,-155 3-699,67-29-637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9:53.9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1 342 30054,'0'0'743,"0"0"-295,0 0-208,21-13-60,69-43 14,-83 50-181,1 1 1,-1 0 0,2 0-1,-1 1 1,0 0 0,1 1-1,0-1 1,0 2 0,0-1-1,0 1 1,0 1 0,0-1-1,8 1-13,-15 1 0,1 0 0,-1 0 0,0 1 0,1-1 0,-1 1 0,0-1-1,1 1 1,-1 0 0,0 0 0,0 0 0,0 0 0,0 0 0,0 0 0,0 0 0,0 1-1,0-1 1,0 1 0,-1-1 0,1 1 0,0 0 0,-1 0 0,0 0 0,1 0 0,-1 0-1,0 0 1,0 0 0,0 0 0,0 0 0,-1 1 0,1-1 0,0 0 0,-1 0 0,1 3 0,3 92 12,-5-77-3,-33 378 311,33-393-312,0 0 0,0 0 0,0-1 1,1 1-1,0 0 0,0 0 1,0 0-1,0 0 0,1 0 0,0 0 1,0 0-1,0 0 0,1-1 1,0 1-1,-1-1 0,2 1 1,-1-1-1,0 1 0,1-1 0,0 0 1,0 0-1,0 0 0,0-1 1,1 1-1,0-1 0,-1 0 0,1 0 1,0 0-1,1 0 0,-1-1 1,0 0-1,1 1 0,-1-2 0,1 1 1,0 0-1,-1-1 0,1 0 1,0 0-1,0-1 0,0 1 1,0-1-1,0 0 0,0 0 0,0-1 1,0 1-1,0-1-8,10-6 1,0 0 0,0-2 0,-1 1-1,0-2 1,-1 1 0,0-2 0,0 0 0,-1-1 0,-1 0-1,0 0 1,-1-1 0,0-1 0,-1 0 0,1-2-1,-8 14 0,42-62 0,-4-2 0,-2-1 0,-3-2 0,-3-1 0,-3-2 0,11-46 0,-30 85 0,-2-1 0,-2 0 0,-1 0 0,-2 0 0,-1-1 0,-2-1 0,0 36 0,0 0 0,0 0 0,0 1 0,-1-1 0,1 0 0,0 0 0,0 0 0,0 1 0,-1-1 0,1 0 0,0 0 0,0 0 0,-1 0 0,1 0 0,0 0 0,-1 0 0,1 1 0,0-1 0,0 0 0,-1 0 0,1 0 0,0 0 0,-1 0 0,1 0 0,0 0 0,0 0 0,-1-1 0,1 1 0,0 0 0,-1 0 0,1 0 0,0 0 0,0 0 0,-1 0 0,-5 26 0,1 0 0,1 0 0,2 0 0,0 1 0,2 0 0,2 13 0,-2 10 0,32 463 0,-15-345 0,-8 1 0,-7 0 0,-10 34 0,-10-71 0,-6-1 0,-6-1 0,-6-1 0,-26 55 0,48-141 0,-56 121 0,69-162 0,-1 0 0,1 0 0,0 0 0,-1 0 0,0 0 0,1 0 0,-1 0 0,0-1 0,0 1 0,0-1 0,0 0 0,0 1 0,0-1 0,0 0 0,0 0 0,-1 0 0,1 0 0,0-1 0,-1 1 0,1-1 0,0 1 0,-1-1 0,1 0 0,-1 0 0,1 0 0,0 0 0,-1 0 0,1-1 0,-1 1 0,1-1 0,0 1 0,-1-1 0,1 0 0,0 0 0,0 0 0,0 0 0,-1-1 0,1 1 0,0 0 0,1-1 0,-1 1 0,0-1 0,0 0 0,1 0 0,-1 0 0,0-1 0,-66-102 0,54 78 0,0-1 0,2 0 0,1-1 0,1-1 0,1 0 0,2 0 0,1 0 0,2-1 0,1 0 0,1 1 0,1-1 0,2 0 0,1 0 0,2 0 0,1 0 0,1 1 0,3-5 0,17-16-31,3 1 0,2 2 1,2 1-1,2 2 0,2 1 0,1 2 0,3 2 1,1 1-1,2 3 0,46-30 31,8-11-1540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9:55.7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594 1 27886,'0'0'1154,"0"0"-214,0 0-300,-20 5-177,4-2-366,7-2-52,0 1 1,0 0 0,0 1 0,0 0 0,1 0 0,-1 1-1,1 0 1,0 0 0,0 1 0,0 0 0,1 1 0,0 0 0,0 0-1,-1 1-45,-31 42 155,2 1 0,3 1 0,2 3 0,2 0 0,2 2 0,-12 39-155,5-16 3,2 3-1,4 0 1,4 2 0,4 1-1,3 1 1,-4 72-3,17-128 0,1 0 0,2 0 0,1 0 0,2 0 0,0 0 0,3 0 0,0-1 0,2 1 0,1-1 0,1 0 0,1 0 0,2-1 0,1 0 0,1-1 0,1-1 0,13 18 0,-6-22-57,0-1-1,2-1 1,0-1 0,1 0-1,1-2 1,24 12 57,38 9-1528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9:56.3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4531 338 29958,'0'0'753,"0"0"-353,0 0-70,24 25 84,-15-15-370,14 13 53,-2 1-1,0 1 1,-2 1-1,0 0 1,-2 2-1,-1 0 1,-1 1-1,-1 1-96,23 65 26,-3 2 0,-5 1 0,-4 2 0,-2 18-26,-14-66-1,-3 0 0,-2 0 0,-3 1 1,-2 0-1,-2-1 0,-2 0 0,-3 0 0,-2 0 0,-5 11 1,-8 2 0,-4-1 0,-2-2 0,-2-1 0,-4-1 0,-1-2 0,-4-2 0,-2-1 0,-2-2 0,-2-2 0,-3-2 0,-1-3 0,-3-1 0,-18 9 0,-15 2-332,11-22-1328</inkml:trace>
  <inkml:trace contextRef="#ctx0" brushRef="#br0" timeOffset="646.129">44 2926 29566,'0'0'719,"0"0"-277,0 0-113,-9 20 59,-24 59 17,32-78-392,1 0-1,0 0 1,0 0-1,0 0 0,0 0 1,0 0-1,0 0 0,0 0 1,0 0-1,0 0 0,0 0 1,1 0-1,-1 0 1,0 0-1,1 0 0,-1 0 1,1 0-1,-1 0 0,1-1 1,-1 1-1,1 0 0,0 0 1,-1 0-1,1-1 0,0 1 1,0 0-1,-1-1 1,1 1-1,0-1 0,0 1 1,0-1-1,0 1 0,0-1 1,0 1-1,0-1 0,0 0 1,0 0-1,0 1 1,0-1-1,0 0 0,0 0 1,0 0-1,0 0 0,0 0 1,0 0-1,0-1 0,0 1 1,0 0-1,0 0 1,0-1-1,0 1 0,0 0 1,0-1-1,0 1 0,-1-1 1,1 0-1,0 1 0,0-1 1,0 0-1,-1 1 0,1-1 1,0 0-1,-1 0 1,1 0-1,0 1 0,-1-2-12,1 2 13,143-103 73,-96 62-83,-35 30-3,14-16 0,2 2 0,0 1 0,2 1 0,1 2 0,0 1 0,1 1 0,1 2 0,1 1 0,1 2 0,0 2 0,0 1 0,1 1 0,20-1 0,-47 11 0,1 1 0,-1 0 0,1 0 0,-1 1 0,0 1 0,1 0 0,-1 0 0,-1 0 0,1 2 0,0-1 0,-1 1 0,0 0 0,0 1 0,-1 0 0,1 1 0,-1 0 0,-1 0 0,1 0 0,-1 1 0,0 0 0,-1 1 0,0-1 0,2 5 0,26 38 0,-28-40 0,0 0 0,0-1 0,0 0 0,2 0 0,-1 0 0,1-1 0,0 0 0,1-1 0,0 0 0,1 0 0,-1-1 0,1 0 0,1-1 0,-1 0 0,1 0 0,0-1 0,1-1 0,-1 0 0,9 2 0,11-6 0,-1-2 0,1-1 0,0-1 0,-1-2 0,1-1 0,-2-1 0,1-1 0,-1-2 0,-1-1 0,0-1 0,0-2 0,-1-1 0,-1 0 0,-1-2 0,18-17 0,58-31 0,-83 53 0,1 0 0,0 1 0,0 1 0,1 1 0,1 1 0,0 1 0,0 1 0,0 0 0,1 2 0,0 0 0,0 1 0,0 2 0,1 0 0,-1 2 0,1 0 0,-1 1 0,0 1 0,0 2 0,0 0 0,4 2 0,142 64 0,-116-45 0,1-2 0,1-3 0,1-2 0,0-3 0,24 3 0,-30-12 0,-1-1 0,1-3 0,0-1 0,0-3 0,0-2 0,-1-2 0,0-2 0,0-2 0,-1-3 0,0-1 0,32-16 0,-41 13-35,0-2 1,-1-2-1,-1-1 0,-1-2 1,-1-1-1,-1-2 0,0-3 35,23-24-1213</inkml:trace>
  <inkml:trace contextRef="#ctx0" brushRef="#br0" timeOffset="1131.794">5486 1198 23845,'0'0'6690,"0"0"-6186,0 0-328,79 115 192,-13-54 88,35 16-48,-5-6-88,9-4-320,-6-2 0,-24-14 0,-5 4 0,-18-5 0,-14-13 0,-12-21-760,-9-12-1033,-10-4-4576</inkml:trace>
  <inkml:trace contextRef="#ctx0" brushRef="#br0" timeOffset="1412.983">6190 1115 29942,'0'0'881,"0"0"-529,0 0 0,-149 133 104,79-58-120,-7 7-192,-2 7-96,4 2-48,10 15-304,19-21-520,22-28-2329</inkml:trace>
  <inkml:trace contextRef="#ctx0" brushRef="#br0" timeOffset="1725.861">6847 877 27150,'0'0'2746,"0"0"-1681,0 0-551,0 0-218,19-1-15,-18 1-277,13-1 31,1 1 1,-1 0-1,0 1 1,0 1-1,0 0 1,0 1-1,0 0 1,-1 1-1,1 1 1,9 4-36,-8-3 11,0 1 1,-1 1-1,1 0 0,-2 0 0,1 2 1,-1-1-1,-1 2 0,0 0 1,0 0-1,-1 1 0,0 0 1,-1 1-1,-1 1 0,0-1 0,-1 1 1,0 1-1,-1-1 0,-1 1 1,0 1-12,-4 3 0,0 0 1,-1-1 0,-1 1 0,-1 0 0,0 0 0,-2-1 0,0 1-1,-1-1 1,-1 0 0,0 0 0,-2 0 0,0-1 0,-1 1 0,-4 4-1,-149 217-60,-175 113-134,289-283 217,47-68-20,0 0 1,0 0-1,-1 0 1,1 0-1,0 0 0,0 0 1,0 0-1,1 0 0,-1 0 1,0 0-1,0 0 1,0 0-1,1 0 0,-1 0 1,1 0-1,-1 0 1,1 0-1,-1 0 0,1 0 1,-1 0-1,1 0 1,0-1-1,-1 1 0,1 0 1,0-1-1,0 1 1,0 0-1,0-1 0,-1 1 1,1-1-1,0 1 1,0-1-1,0 1 0,0-1 1,0 0-1,0 1 1,0-1-1,0 0 0,0 0 1,0 0-1,0 0 1,0 0-1,1 0 0,-1 0 1,0 0-1,0 0 1,0-1-1,0 1 0,0 0 1,0-1-1,0 1 1,0-1-1,0 1-3,74-3 29,-1-4-1,1-3 1,-1-3 0,-1-3-1,0-3 1,35-16-29,-84 27 8,82-25-1368,-2-4 1,70-37 1359,-110 40-4106</inkml:trace>
  <inkml:trace contextRef="#ctx0" brushRef="#br0" timeOffset="1975.24">7766 368 29918,'0'0'1337,"0"0"-1209,0 0-24,0 0 160,155 23 72,-80-9-160,10-4-160,10 0-16,32-10-504,-22 0-1073,-19-6-3096</inkml:trace>
  <inkml:trace contextRef="#ctx0" brushRef="#br0" timeOffset="2179.753">8884 1 29782,'0'0'1457,"0"0"-1233,-33 134 336,4-16 48,1 44-472,-3 18-136,3-7 0,8-17 0,7-57 0,4-34-1080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9:54.2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51 959 22941,'0'0'8994,"0"0"-8202,-27 101-752,17-46-40,3 6 0,0 4 0,7 0 0,0 12 0,9-16 0,9-21-2889</inkml:trace>
  <inkml:trace contextRef="#ctx0" brushRef="#br0" timeOffset="314.806">542 0 30527,'0'0'1152,"0"0"-872,0 0 304,0 0-360,68 160-224,-20-75 0,9 31 0,-2 28 0,-11 8 0,-23-24 0,-21-31 0,0-34 0,-15-6 0,-16 10 0,-26 30 0,5-14 0,4-22-2873</inkml:trace>
  <inkml:trace contextRef="#ctx0" brushRef="#br0" timeOffset="754.204">1302 509 26598,'0'0'4529,"0"0"-4081,0 0-176,0 0 32,206 10 88,-109-10-168,8 0-224,0-6 0,-19-2 0,1-2 0,8 0 0,-23 1-120,-24-1-1576</inkml:trace>
  <inkml:trace contextRef="#ctx0" brushRef="#br0" timeOffset="1042.125">1826 136 30158,'0'0'1297,"0"0"-833,-55 109-32,38-46-48,4 12-352,4 6-32,7 4 0,2 25 0,6-19-808,5-20-3601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9:51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406 1 29574,'0'0'1441,"-103"108"-873,26 3-136,-8 44-64,13 17-56,23-4-240,30-14-72,19-26 0,6-22 0,23-27 0,1-26 0,10-13 0,45-16-488,-8-11-824,2-13-1433</inkml:trace>
  <inkml:trace contextRef="#ctx0" brushRef="#br0" timeOffset="677.806">792 454 30038,'0'0'1061,"0"0"-425,0 0-328,0 0-85,18-20 39,59-69-91,-70 80-167,1 1 0,0-1 1,0 1-1,1 1 0,0 0 1,0 0-1,1 0 0,0 1 0,0 1 1,0 0-1,0 0 0,1 1 0,0 0 1,0 1-1,0 1 0,2-1-4,-10 4 0,0-1 0,0 1 0,0 0 0,0 0 0,-1 0 0,1 1 0,0-1 0,0 0 0,-1 1 0,1 0 0,-1 0 0,1 0 0,-1 0 0,0 0 0,0 0 0,0 1 0,0-1 0,0 1 0,0-1 0,-1 1 0,0 0 0,1-1 0,-1 1 0,0 0 0,0 0 0,0 0 0,-1 0 0,1 0 0,-1 0 0,1 0 0,-1 0 0,0 0 0,0 0 0,-1 0 0,1 0 0,0 1 0,-1-1 0,0 0 0,0-1 0,0 3 0,1 9 0,-3 653 0,3-663 0,0-1 0,0 0 0,0 1 0,1-1 0,-1 0 0,1 1 0,0-1 0,0 0 0,0 0 0,0 0 0,1 0 0,-1 0 0,1 0 0,0 0 0,0 0 0,0-1 0,0 1 0,0-1 0,1 1 0,-1-1 0,1 0 0,-1 0 0,1 0 0,0 0 0,0 0 0,0-1 0,0 1 0,0-1 0,0 0 0,0 0 0,1 0 0,-1 0 0,0-1 0,1 1 0,-1-1 0,0 0 0,1 0 0,-1 0 0,0 0 0,1-1 0,-1 1 0,0-1 0,0 0 0,1 0 0,-1 0 0,0-1 0,2 0 0,99-97 0,-20-7 0,-4-5 0,-6-2 0,-4-4 0,-5-2 0,5-29 0,-8-20 0,-54 160 0,-7 34 0,-9 720 0,-62 337 0,23-803 0,47-277 0,0-1 0,-1 1 0,1 0 0,0-1 0,-1 1 0,0-1 0,0 1 0,0 0 0,0-1 0,0 0 0,0 1 0,-1-1 0,1 0 0,-1 0 0,0 1 0,1-1 0,-1 0 0,0-1 0,0 1 0,0 0 0,-1-1 0,1 1 0,0-1 0,-1 1 0,1-1 0,0 0 0,-1 0 0,1 0 0,-1-1 0,0 1 0,1 0 0,-1-1 0,0 0 0,1 0 0,-1 1 0,0-2 0,0 1 0,1 0 0,-1 0 0,0-1 0,1 0 0,-1 1 0,1-1 0,-1 0 0,1 0 0,-1-1 0,1 1 0,0 0 0,-1-1 0,1 1 0,0-1 0,-2-1 0,-14-19 0,1-1 0,0 0 0,2-1 0,1-1 0,1-1 0,1 1 0,1-2 0,1 0 0,-1-9 0,-2-6 0,2-2 0,2 1 0,2-1 0,2 0 0,2 0 0,1-1 0,4-24 0,-2 54 0,1 1 0,1-1 0,0 0 0,1 0 0,0 1 0,1 0 0,1 0 0,0 0 0,1 0 0,1 1 0,7-12 0,148-170-673,-81 114-1223</inkml:trace>
  <inkml:trace contextRef="#ctx0" brushRef="#br0" timeOffset="1021.689">2289 983 29454,'0'0'1827,"0"0"-1285,0 0-365,0 0 66,15 21 44,87 120-54,-98-136-233,0 0 0,0 0 0,-1 0 1,0 1-1,0 0 0,0-1 0,-1 1 0,1 0 0,-2 1 0,1-1 0,-1 0 1,0 0-1,0 1 0,0-1 0,-1 0 0,0 1 0,0-1 0,-1 0 0,0 1 1,0-1-1,-1 0 0,1 0 0,-1 1 0,0-1 0,-1-1 0,0 1 0,0 0 1,0-1-1,0 1 0,-1-1 0,-3 3 0,-23 23-6,-2-1 1,-1-2-1,-1-1 0,-32 19 6,52-35 12,30-4-9,14-11-330,0 0 0,0-2 0,-1-1 0,0-1-1,-1-1 1,10-6 327,35-10-1758,22-4-4366,-4 3-13917</inkml:trace>
  <inkml:trace contextRef="#ctx0" brushRef="#br0" timeOffset="1297.855">3047 782 30943,'0'0'720,"0"0"-496,0 0-144,0 0 0,0 0 48,165 17-72,-71-1-56,-15-2-328,-13-6-1985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9:44.3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174 259 18444,'0'0'7125,"0"0"-4807,0 0-899,0 0-712,9-17-211,-2 5-394,-5 6-63,1 1 0,-1 0-1,1-1 1,1 1 0,-1 1 0,1-1 0,-1 0-1,2 1 1,-1 0 0,0 0 0,1 0-1,-1 0 1,1 1 0,0 0 0,0 0-1,1 0 1,-1 0 0,1 1 0,-1 0 0,1 0-1,0 1 1,5-1-39,553-47 1267,-128 42-1231,-283 54-1471,-118-31-523</inkml:trace>
  <inkml:trace contextRef="#ctx0" brushRef="#br0" timeOffset="396.022">266 231 29702,'-8'26'671,"-85"375"431,-48 482-403,120-532-505,20-344-187,0-1 1,0 1-1,1-1 0,0 1 0,1-1 0,0 1 1,0-1-1,0 1 0,0-1 0,1 0 0,0 0 0,1 0 1,-1 0-1,1 0 0,0 0 0,1 0 0,-1-1 1,1 0-1,0 0 0,1 0 0,-1 0 0,1-1 1,0 1-1,0-1 0,0 0 0,0-1 0,1 1 0,0-1 1,0 0-1,0-1 0,1 1-7,255 26 176,299 17-176,-545-44-183,-1 0 1,0-2-1,1 0 0,-1 0 0,1-1 1,-1-1-1,1-1 0,-1 0 1,0-1-1,-1-1 0,1 0 1,5-4 182,23-21-3513</inkml:trace>
  <inkml:trace contextRef="#ctx0" brushRef="#br0" timeOffset="645.056">1280 823 30671,'0'0'792,"0"0"-624,0 0-96,149 122 32,-92-60 232,0 7-48,0 4-144,-6-2-88,-7-2-32,-7-10-24,-11-10-32,-8-7-192,-5-9-320,-6-9-768,-3-12-1409</inkml:trace>
  <inkml:trace contextRef="#ctx0" brushRef="#br0" timeOffset="862.467">1945 754 30142,'0'0'1153,"0"0"-729,-136 160-112,63-77 72,-6 9-120,1 3-176,1-2-88,13-2 0,14-12-144,26-10-416,13-22-968,11-23-3682</inkml:trace>
  <inkml:trace contextRef="#ctx0" brushRef="#br0" timeOffset="1301.481">2427 1 30623,'0'0'712,"0"0"-463,0 0-178,25 7-41,7 5-12,125 23 134,164-29 13,-318-7-165,0 1 0,0-1 0,1 1 0,-1 0 0,0 0 0,1 1 0,-1-1 0,0 0 0,0 1 0,0 0 0,1 0 0,-1 0 0,0 0 0,0 1 0,0-1 0,-1 1 0,1-1 0,0 1 0,0 0 0,-1 0 0,1 1 0,-1-1 0,0 0 0,0 1 0,0-1 0,0 1 0,0 0 0,0 0 0,-1 0 0,1-1 0,-1 2 0,1 0 0,-34 205 447,12-37-301,8 1-1,10 147-145,3-208 9,20 391-9,-12-276 0,-8-225-54,-1 0 0,1 0 0,-1 1 0,0-1-1,0 0 1,0 0 0,0 1 0,0-1 0,0 0 0,-1 1 0,1-1 0,-1 0 0,1 0 0,-1 0-1,0 1 1,0-1 0,0 0 0,0 0 0,0 0 0,-1 0 0,1-1 0,-1 1 0,1 0 0,-1-1-1,1 1 1,-1-1 0,0 1 0,0-1 0,0 0 0,0 1 0,0-1 0,0 0 0,0 0 0,0-1-1,0 1 1,-1 0 0,0-1 54,-26 1-4255</inkml:trace>
  <inkml:trace contextRef="#ctx0" brushRef="#br0" timeOffset="1518.785">2078 2109 31367,'0'0'776,"0"0"-592,0 0-72,149 42 216,-72-42-328,11 0 0,6-4 0,2-10 0,38-6 0,-26 3-728,-16-5-2585</inkml:trace>
  <inkml:trace contextRef="#ctx0" brushRef="#br0" timeOffset="1798.787">3911 397 30447,'0'0'752,"0"0"-368,0 0-224,0 0 272,0 0-72,0 0-128,74 126-232,-61-70 0,-6 9 0,-7 23-408,-11-13-1008,-13-15-3914</inkml:trace>
  <inkml:trace contextRef="#ctx0" brushRef="#br0" timeOffset="2092.718">3411 1109 28870,'0'0'1986,"0"0"-1431,0 0-441,19 6 102,157 24 469,316-73-368,-491 43-317,1-1-1,-1 1 1,1 0 0,-1 0-1,1 0 1,0 0 0,-1 0-1,1 1 1,-1-1 0,1 0-1,-1 1 1,1-1 0,-1 1-1,1-1 1,-1 1 0,0 0-1,1-1 1,-1 1 0,0 0-1,0 0 1,1 0 0,-1 0-1,0 0 1,0 1 0,0-1-1,0 0 1,0 0-1,0 1 1,-1-1 0,1 0-1,0 1 1,-1-1 0,1 1-1,-1-1 1,1 1 0,-1-1-1,0 1 1,0-1 0,0 1-1,0-1 1,0 1 0,0 0-1,0 0 1,-35 61-16,-201 126-5,154-130 5,67-48 12,-59 42-27,1 3 0,3 4 1,3 3-1,2 3 31,-13 53-1531,66-86-1440</inkml:trace>
  <inkml:trace contextRef="#ctx0" brushRef="#br0" timeOffset="2960.698">4051 1318 24901,'0'0'4020,"0"0"-2865,0 0-890,0 0 134,0 0 54,2 27-58,26 368 481,-21 195-573,-6-601-573,0 0 0,1-1 0,0 1 0,1 0 0,0 0 0,1 1 1,0-1-1,0 1 0,1 0 0,6-8 270,15-33-4054</inkml:trace>
  <inkml:trace contextRef="#ctx0" brushRef="#br0" timeOffset="3273.702">4527 1340 28646,'0'0'2003,"0"0"-1339,0 0-478,-22 6-46,-72 22 14,85-25-142,0 1 0,0 0 0,1 1 0,-1 0-1,1 0 1,0 0 0,1 1 0,0 1 0,0-1-1,0 1 1,0 0 0,1 1 0,-2 2-12,-3 5 8,4-10 15,1 1 0,0 0 0,1 1 0,0 0 1,0 0-1,0 0 0,1 0 0,0 1 0,0-1 0,1 1 0,0 0 1,0 0-1,1 1 0,0-1 0,0 0 0,1 1 0,0-1 0,1 1 1,0-1-1,0 1 0,1-1 0,0 1 0,0-1 0,1 1 1,0-1-1,1 0 0,0 0 0,0 1-23,10 4-24,0 0 1,0-1-1,1-1 1,1 0-1,0-1 0,0-1 1,1 0-1,0-1 1,1-1-1,0 0 1,0-1-1,0-1 0,1-1 1,0 0-1,-1-1 1,1-1-1,0-1 0,0-1 1,11-1 23,-5 1-1620</inkml:trace>
  <inkml:trace contextRef="#ctx0" brushRef="#br0" timeOffset="6251.135">5015 732 25061,'0'0'1802,"0"0"300,0 0-1109,0 0-370,0 0-125,-2-14-121,-6-32-140,14 91 260,6 71-210,-6-1 0,-7 95-287,-1-71 3,9 498-3,30-403 0,-37-367-1664,0 59-553</inkml:trace>
  <inkml:trace contextRef="#ctx0" brushRef="#br0" timeOffset="6499.759">5118 1230 29494,'0'0'848,"0"0"-175,0 0-185,163 31-16,-93-19-56,4-2-88,5-2-280,-2 0-48,17 3-8,-19-1-992,-20-6-3257</inkml:trace>
  <inkml:trace contextRef="#ctx0" brushRef="#br0" timeOffset="7085.258">6210 606 16420,'0'0'11461,"0"0"-8549,0 0-2448,0 0-130,13 24 98,107 156 260,-51-106-653,-19-24-37,-2 2 0,-2 2 1,-3 2-1,-2 2 0,-3 1 0,1 9-2,-9-31-1676,-23-41-641</inkml:trace>
  <inkml:trace contextRef="#ctx0" brushRef="#br0" timeOffset="7305.391">6795 634 30254,'0'0'785,"0"0"-281,-125 122-144,57-57-32,-2 8-120,0 2-136,7 2-72,12 20-160,18-22-552,14-18-2009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2:10.8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0 712 29766,'0'0'695,"0"0"-152,0 0-146,0 0-167,19-19-38,81-67-9,46 7-50,405-162-33,-362 182-113,-186 59 10,0 0 1,1 0-1,-1 0 1,0 0-1,0 0 1,0 1-1,1-1 1,-1 1-1,0 0 1,0 0-1,0 0 1,0 0 0,0 1-1,0-1 1,-1 1-1,1 0 1,0 0-1,-1 0 1,1 0-1,-1 0 1,0 0-1,0 1 1,0-1-1,0 1 1,0 0-1,0-1 1,-1 1 0,1 0-1,-1 0 1,0 0-1,0 0 1,0 0-1,0 0 1,0 0-1,-1 1 1,1-1-1,-1 0 1,0 0-1,0 1 1,0-1 0,-1 0-1,1 0 1,-1 0-1,1 1 1,-1-1-1,-1 2 3,-2 44 0,-1-1-1,-2 0 0,-3 0 1,-2-1-1,-1-1 0,-3 0 1,-15 30 0,-15 53 3,40-114-1,1 1 0,1 1 0,0-1 1,2 0-1,-1 1 0,2-1 0,0 1 0,2 11-2,-1-26 2,1 1 0,0-1 0,-1 0 0,1 1 0,0-1 0,0 0 0,0 0 0,1 0 0,-1 0 0,0 0 0,1 0 0,-1 0 0,1 0 0,0 0 0,0-1-1,-1 1 1,1-1 0,0 1 0,0-1 0,1 0 0,-1 0 0,0 1 0,0-2 0,0 1 0,1 0 0,-1 0 0,1-1 0,-1 1 0,0-1 0,1 0 0,-1 0 0,1 0 0,-1 0 0,1 0 0,-1-1 0,0 1 0,1-1-1,-1 1 1,0-1 0,1 0 0,-1 0 0,0 0 0,0 0 0,0 0 0,2-1-2,18-10 10,0 0 0,-1-2 0,0 0 0,-1-2 0,-1 0 0,-1-1 0,0 0 0,5-9-10,51-52-1,-3-3 0,-4-3 0,-4-2 0,-3-4-1,-5-2 1,-3-2 0,-5-3 0,2-15 1,-20 10 216,-48 226-71,9 6-121,5 0-1,7 0 1,5 1-1,5-2 1,10 22-24,4 8 0,-7 1 1,-7 0-1,-8 121 0,-6-253 0,-1 1 0,-1-1 0,-2 0 0,0 0 0,-2 0 0,-1-1 0,-1 0 0,-5 7 0,10-23 0,-1-1 0,0 0 0,0 0 0,-1 0 0,0-1 0,-1 0 0,0 0 0,-1-1 0,1 0 0,-1 0 0,-1-1 0,0 0 0,0-1 0,0 0 0,0-1 0,-1 0 0,0 0 0,0-1 0,0-1 0,-12 3 0,5-5 0,1-1 0,-1-1 0,1 0 0,-1-2 0,1 0 0,0 0 0,0-2 0,0 0 0,0-1 0,1 0 0,0-2 0,0 0 0,1-1 0,0 0 0,0-1 0,1-1 0,1 0 0,0-1 0,0 0 0,1-1 0,1 0 0,0-1 0,1-1 0,0 1 0,-5-13 0,6 12 0,0 1 0,1-2 0,1 1 0,0-1 0,1 0 0,1 0 0,0-1 0,1 1 0,1-1 0,1 0 0,0 0 0,1 0 0,1-1 0,0 1 0,2 0 0,0 0 0,0 0 0,2 0 0,2-5 0,7-6 0,1 1 0,1 1 0,1 1 0,1 0 0,1 1 0,2 1 0,0 0 0,8-4 0,60-58-509,3 4-1,4 5 1,62-38 509,-52 44-2913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2:13.3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1 319 29078,'0'0'656,"0"0"-229,0 0-208,0 0-68,0 0 23,20-17-54,153-115-49,85-38 197,-259 171-264,1 1-1,-1-1 1,1 0-1,0 0 1,0 0 0,-1 0-1,1 1 1,0-1-1,0 0 1,0 0 0,0 0-1,1 1 1,-1-1-1,0 0 1,0 0 0,1 0-1,-1 0 1,1 1-1,-1-1 1,1 0 0,-1 0-1,1 0 1,0 0-1,-1 0 1,1 0 0,0 0-1,0-1 1,0 1-1,0 0 1,-1 0 0,1-1-1,0 1 1,0 0-1,1-1 1,-1 1 0,0-1-1,0 1 1,0-1-1,0 0 1,0 1 0,1-1-1,-1 0 1,0 0-1,0 0 1,0 0 0,1 0-1,-1 0 1,0 0-1,0 0 1,0-1 0,0 1-1,1 0 1,-1-1-1,0 1 1,0-1 0,0 1-1,0-1 1,0 1-1,0-1 1,0 0-4,-113 415 249,97-355-244,2 1-1,3 0 0,3 0 0,2 1 1,3-1-1,3 31-4,0-84 1,0-1 0,0 0 0,1 1 1,0-1-1,0 0 0,0 0 0,1 0 0,0-1 0,0 1 1,0 0-1,1-1 0,-1 0 0,1 0 0,1 0 1,-1 0-1,1-1 0,0 0 0,0 0 0,0 0 1,0 0-1,1-1 0,-1 0 0,1 0 0,0 0 0,0-1 1,0 0-1,0 0 0,1-1 0,-1 1 0,0-1 1,1-1-1,-1 1 0,1-1 0,-1 0 0,0-1 1,1 1-1,4-2-1,2-3 7,0-1 0,0 0 1,-1-1-1,0 0 0,0-1 0,-1 0 1,1-1-1,-2 0 0,1-1 1,-2 0-1,8-9-7,38-45 7,-3-2 0,-3-2-1,-3-2 1,-3-3 0,-3-1 0,-3-2 0,23-72-7,-49 120 134,-2 0 0,-1-1 1,-1-1-1,-1 1 0,-2-1 1,-1 0-1,-1-1-134,-14 107 0,-31 233 0,24-142 0,-8 0 0,-8-2 0,-10 15 0,-136 273 0,31-93 0,131-327 0,-3-59 0,1-42 0,3-2 0,3 0 0,3 0 0,3-1 0,3-1 0,3 1 0,5-21 0,-1 68 0,1-1 0,1 1 0,2 0 0,0 0 0,2 0 0,0 1 0,2 0 0,0 0 0,2 1 0,0 0 0,2 1 0,0 0 0,5-4 0,-10 12-1,10-18 0,1 0 0,1 2 0,2 0-1,1 2 1,1 0 0,1 2-1,1 0 1,1 2 0,1 1 0,23-13 1,154-70-2406,-106 56-2665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2:13.6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1 519 30503,'0'0'800,"0"0"-117,0 0-242,23 5-156,72 18-230,-93-22-55,1-1 0,-1 1 0,1 0 0,-1-1 0,1 1 0,-1 1 0,0-1 0,1 0 0,-1 0 0,0 1 0,0-1 0,0 1 0,0 0 0,0 0 0,0 0 0,-1 0 0,1 0 0,-1 0 0,1 0 0,-1 0 0,0 1 0,0-1 0,0 0 0,0 1 0,0-1 0,0 1 0,-1-1 0,1 1 0,-1 0 0,0-1 0,1 1 0,-1-1 0,-1 1 0,1 0 0,0-1 0,-1 1 0,1 0 0,-1 9 0,-30 173 0,21-100 0,11-83 0,1-1-1,0 1 1,-1-1-1,1 1 1,0-1-1,0 0 1,-1 0 0,1 0-1,0 0 1,0 0-1,0 0 1,1 0 0,-1-1-1,0 1 1,0-1-1,0 0 1,0 1-1,0-1 1,1 0 0,-1 0-1,0 0 1,0-1-1,0 1 1,1-1-1,-1 1 1,0-1 0,0 1-1,0-1 1,0 0-1,0 0 1,0 0 0,0 0-1,-1-1 1,1 1-1,0 0 1,-1-1-1,1 1 1,0-2 0,63-91-987,-36 33-681,-6 2-846</inkml:trace>
  <inkml:trace contextRef="#ctx0" brushRef="#br0" timeOffset="302.858">305 1 29030,'0'0'1072,"0"0"-792,0 0-119,40 156-57,-9-76-104,-3 1-1273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2:11.1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0 507 30623,'0'0'893,"0"0"-653,0 0-165,23 0 62,73-3 118,-94 2-250,0 0 0,0 0 0,0 0 0,0 0 0,0 1 0,0-1 0,1 1 0,-1-1 0,0 1 0,0 0 0,0 0 0,1 0 0,-1 0 0,0 0 0,0 0 0,0 1 0,1-1 0,-1 1 0,0-1-1,0 1 1,0 0 0,0 0 0,0 0 0,0 0 0,0 0 0,0 0 0,-1 1 0,1-1 0,0 1 0,-1-1 0,1 1 0,-1 0 0,1 0 0,-1-1 0,0 1 0,0 0 0,0 0 0,0 0 0,0 0 0,0 0 0,0 0 0,-1 1 0,1-1 0,-1 0 0,0 0 0,0 0 0,1 1 0,-1-1 0,-1 1-5,0 24 4,-2 0 1,-1 0-1,-1 0 1,-2 0-1,0-1 0,-2 0 1,-1 0-1,0-1 1,-2 0-1,-3 1-4,-25 66 0,-6 57 29,47-148-29,-1 0 1,0 0-1,1 0 0,-1 0 0,1 0 0,-1-1 0,1 1 1,0 0-1,-1 0 0,1 0 0,0-1 0,-1 1 0,1 0 1,0-1-1,0 1 0,0 0 0,0-1 0,0 1 0,0-1 1,0 0-1,-1 1 0,1-1 0,0 0 0,1 1 0,-1-1 1,0 0-1,0 0 0,0 0 0,0 0 0,0 0 0,0 0 1,0 0-1,0 0 0,0-1 0,0 1 0,0 0 0,0 0 1,0-1-1,0 1 0,0-1 0,0 1 0,-1-1 0,1 1 1,0-1-1,0 0 0,0 1 0,-1-1 0,1 0 0,0 0 1,-1 0-1,1 1 0,0-1 0,-1 0 0,1 0 0,-1 0 1,1 0-1,120-133-532,-51 43-773,-9 2-962</inkml:trace>
  <inkml:trace contextRef="#ctx0" brushRef="#br0" timeOffset="249.215">428 0 28382,'0'0'784,"0"0"-392,28 107-272,7-34-120,-4-10-288,-5-10-5009</inkml:trace>
  <inkml:trace contextRef="#ctx0" brushRef="#br0" timeOffset="516.588">754 681 30479,'0'0'1176,"0"0"-920,0 0 120,0 0-16,136 0-240,-74-2-120,30-4 0,-16 2-544,-12 2-1377</inkml:trace>
  <inkml:trace contextRef="#ctx0" brushRef="#br0" timeOffset="705.98">1673 416 30695,'0'0'1272,"0"0"-960,0 0 160,0 0-456,-20 152-16,11-65 0,-2 39 0,-6 20 0,-1-19-656,3-39-4265</inkml:trace>
  <inkml:trace contextRef="#ctx0" brushRef="#br0" timeOffset="1189.571">1039 438 28542,'0'0'1128,"0"0"-295,-39 146-433,34-55-128,5 25-168,7 14-104,10-21-216,-3-30-1889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2:07.9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1 673 29950,'0'0'978,"0"0"-666,0 0-120,0 0 185,23-11 88,2 0-398,0-2 0,-2-1 1,1 0-1,-2-2 1,0-1-1,-1 0 1,16-18-68,110-137 21,81-127-21,-191 253 0,-32 54 0,-8 406 0,4-233 0,-1-175 0,1 1 0,0-1 0,0 0 0,0 0 0,0 0 0,1 0 0,0 0 0,0 0 0,1 0 0,0 0 0,0-1 0,0 0 0,1 1 0,-1-1 0,1 0 0,0-1 0,1 1 0,-1-1 0,1 0 0,0 0 0,0 0 0,0-1 0,0 1 0,1-1 0,0-1 0,-1 1 0,1-1 0,0 0 0,0 0 0,0-1 0,0 0 0,1 0 0,-1 0 0,0-1 0,0 1 0,1-2 0,-1 1 0,5-1 0,2-7 0,0-1 0,0 0 0,-1-1 0,0 0 0,-1-1 0,0 0 0,-1-1 0,0 0 0,-1-1 0,0 0 0,-1 0 0,0-1 0,0-3 0,4-2 0,41-73 0,-5-2 0,-3-2 0,30-100 0,-59 137 0,-6 24 0,-11 81 0,-27 806 0,20-360 0,1-306 0,-8-1 0,-37 172 0,52-356 0,-48 159 0,45-154 0,0 1 0,0-1 0,0 0 0,-1 0 0,0-1 0,0 1 0,0-1 0,-1 0 0,0 0 0,0 0 0,0-1 0,-1 1 0,0-2 0,1 1 0,-1 0 0,0-1 0,-1 0 0,1-1 0,-1 1 0,1-1 0,-1 0 0,-2 0 0,0-4 0,1 0 0,-1 0 0,1 0 0,-1-1 0,1 0 0,0-1 0,1 0 0,-1 0 0,0-1 0,1 0 0,0 0 0,0-1 0,1 0 0,0 0 0,0 0 0,0-1 0,0 0 0,1 0 0,1 0 0,-1-1 0,1 0 0,0 1 0,1-2 0,0 1 0,0 0 0,1-1 0,0 1 0,-1-8 0,-10-31 0,2 0 0,2-1 0,2 0 0,2-1 0,3 1 0,1-1 0,3 0 0,3-6 0,1 8-4,2 1 0,2 1 1,1-1-1,3 2 0,2 0 0,2 0 1,2 2-1,1 0 0,2 2 0,2 0 0,2 2 1,27-30 3,-35 46-259,2 1 1,1 1-1,0 1 0,1 1 1,1 0-1,22-10 259,-5 1-926,32-21-2144</inkml:trace>
  <inkml:trace contextRef="#ctx0" brushRef="#br0" timeOffset="750.427">1846 1141 30062,'0'0'603,"-3"22"-361,-19 158 43,-1 121 82,15-309 584,10-7-950,0 0 0,1 0 0,0 1 0,2-1 0,0 1 0,0 0 0,1 0 0,1 1 0,0 0 0,1 0 0,0 0 0,1 1 0,1 0 0,0 1 0,10-9-1,10-18-7,-27 34 5,32-43-17,2 2-1,1 2 1,3 1 0,28-22 19,-66 61 1,1-1 0,-1 1 0,1-1-1,0 1 1,1 0 0,-1 0 0,0 1 0,1 0 0,-1-1 0,1 1 0,0 1 0,0-1-1,0 1 1,0 0 0,0 0 0,0 0 0,0 1 0,0-1 0,0 1 0,0 1 0,0-1-1,0 1 1,0 0 0,0 0 0,0 0 0,0 1 0,0-1 0,0 1 0,-1 0 0,1 1-1,-1-1 1,0 1 0,4 2-1,5 17 20,-1-1 0,-1 2 0,-1 0 0,-1 0 0,-1 0 0,-1 1 0,-1 1 1,-1-1-1,-1 1 0,-1 0 0,-1-1 0,-2 1 0,0 0 0,-4 23-20,4-33 6,-6 133 6,23-167-1188,2-6-1569</inkml:trace>
  <inkml:trace contextRef="#ctx0" brushRef="#br0" timeOffset="1007.116">2817 1283 30975,'0'0'1424,"0"0"-1288,0 0-72,0 0 40,0 0-40,136 83-64,-76-83 0,3 0 0,3 0-256,8-8-520,-17-6-1809,-19-2-3296</inkml:trace>
  <inkml:trace contextRef="#ctx0" brushRef="#br0" timeOffset="1195.259">3078 981 29326,'0'0'1809,"0"0"-1609,-24 111-144,18-46 176,1 10-8,3 5-152,0 1-72,2-8-104,0-6-304,0-21-937,4-21-2031</inkml:trace>
  <inkml:trace contextRef="#ctx0" brushRef="#br0" timeOffset="2121.3">428 798 28982,'21'-32'1469,"96"-109"-1016,-93 125-430,0 0 0,2 1 0,-1 2-1,2 0 1,0 2 0,0 1 0,3 0-23,259-75 96,-75 37 10,2 10 0,2 9 0,0 10 1,1 9-1,165 16-106,-271-1 51,-1 5 1,-1 5-1,0 5 1,-1 5 0,-1 4-1,38 19-51,-143-46 1,14 3 5,0 1-1,0 1 0,-1 0 1,1 2-1,-2 0 0,0 1 1,0 0-1,0 2 0,-1-1 1,-1 2-1,8 9-5,-17-15 1,-1-1 0,-1 1-1,1 0 1,-1 0 0,0 0 0,-1 1-1,0-1 1,0 1 0,0-1 0,-1 1-1,-1 0 1,1-1 0,-1 1 0,0 0-1,-1 0 1,0-1 0,0 1 0,0 0 0,-1-1-1,0 0 1,-1 1 0,0-1 0,0 1-1,-86 122 46,32-75-8,-2-4-1,-2-2 1,-2-3 0,-3-2-1,-1-4 1,-1-2-1,-2-4 1,-2-2-1,-1-4 1,-1-3 0,-56 11-38,-2-2 54,-1-4 0,-1-7 1,-1-6-1,-108 0-54,180-15 3,-1-2 1,1-3-1,0-3 0,-53-13-3,99 16 0,0-1 0,0-1 0,1 0 0,0-1 0,-1-1 0,2-1 0,-1 0 0,1-1 0,1 0 0,0-1-1,0-1 1,1-1 0,0 0 0,1 0 0,0-1 0,1 0 0,1-1 0,0-1 0,-6-10 0,10 10 0,0 1 0,1-1 0,1 0 0,0 0 0,1-1 0,1 1 0,0-1 0,1 1 0,1-1 0,0 0 0,1 1 0,1-1 0,0 1 0,1 0 0,1-1 0,1 1 0,0 1 0,0-1 0,2 1 0,0 0 0,0 0 0,1 1 0,1 0 0,0 0 0,1 1 0,11-11 0,19-13 0,1 2 0,2 2 0,2 2 0,0 2 0,2 2 0,1 2 0,1 2 0,0 2 0,2 2 0,22-3 0,-7 1-40,0 3 0,2 2 0,0 4 0,0 3 0,0 2 0,1 4 0,0 3 0,0 2 0,-1 4 0,0 3 0,8 4 40,73 29-1312,-24-5-1809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2:19.0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484 398 24389,'0'0'4289,"0"0"-2710,0 0-1001,0 0-102,0 0-30,0-21-123,4-157 155,-3 172-459,-3-116 167,2 118-186,-1 1 0,-1-1 0,1 0 1,0 1-1,-1-1 0,0 1 0,0 0 0,0 0 0,0-1 0,0 1 0,0 1 1,-1-1-1,0 0 0,1 1 0,-1-1 0,0 1 0,0 0 0,-1 0 1,1 0-1,0 0 0,-1 0 0,1 1 0,-1-1 0,1 1 0,-1 0 0,0 1 1,1-1-1,-1 0 0,0 1 0,-2 0 0,-4 0 0,0 0 0,0 1 0,0 0 0,1 1 0,-1 0 0,0 1 0,1-1 0,-1 2 0,1 0 0,0 0 0,0 0 0,0 1 0,1 1 0,0-1 0,0 1 0,0 1 0,1-1 0,0 1 0,-2 3 0,-9 10 0,0 1 0,2 0 0,1 2 0,0 0 0,2 0 0,-7 16 0,-1 10 0,3 0 0,1 0 0,3 2 0,2 0 0,2 1 0,3-1 0,2 2 0,2-1 0,3 34 0,0-76 0,0-1 0,1 1 0,1-1 0,-1 0 0,2 1 0,-1-1 0,1 0 0,1 0 0,-1 0 0,2-1 0,-1 1 0,1-1 0,0 0 0,1-1 0,0 1 0,0-1 0,0 0 0,1 0 0,0-1 0,1 0 0,-1 0 0,1-1 0,0 0 0,1 0 0,-1-1 0,1 0 0,0-1 0,1 1 0,4-2 0,0 0 0,0-1 0,0-1 0,0 0 0,0-1 0,0 0 0,0-1 0,0-1 0,0 0 0,0-1 0,-1-1 0,0 0 0,0-1 0,0 0 0,0-1 0,-1 0 0,0-1 0,-1 0 0,0-1 0,2-2 0,10-9 0,-1-2 0,-1 0 0,-1-1 0,-1-1 0,-1-1 0,-1-1 0,-1 0 0,11-27 0,-17 31 0,-1-1 0,-2 1 0,0-2 0,-2 1 0,0-1 0,-2 0 0,0 1 0,-2-2 0,-1 1 0,0 0 0,-3-10 0,-22-34 0,23 68-6,0 0-1,0-1 1,0 1-1,0 0 1,0 0-1,0 0 1,1 0-1,-1 0 1,0 0-1,0 1 1,0-1-1,0 1 1,0-1-1,1 1 1,-1 0-1,0 0 1,0-1 0,1 1-1,-1 0 1,1 1-1,-1-1 1,1 0-1,-1 0 1,1 1-1,0-1 1,-1 1-1,1-1 1,0 1-1,0-1 1,0 1-1,0 0 1,0 0 6,1-1-9,-22 28-1071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2:19.6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134 1 29286,'0'0'944,"0"0"-671,-53 100-73,34-41 200,-1 12-104,7 6-128,0 6-88,6 0-48,0-4-8,5-10 0,2-8-8,0-10-8,0-9-8,0-7-32,0-13-592,0-10-3841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2:20.8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941 158 28806,'0'0'1311,"0"0"-807,0 0-197,-9-19 32,-28-63-42,35 78-294,-1 0-1,0 0 1,1 1-1,-1-1 1,-1 0-1,1 1 1,-1 0-1,1 0 1,-1 0-1,0 0 1,0 1-1,0-1 1,0 1-1,-1 0 1,1 0-1,0 0 1,-1 1-1,0 0 1,1 0-1,-1 0 1,0 0-1,1 1 1,-1 0-1,0 0 1,0 0-1,1 0 1,-1 1-1,0 0 1,1 0-1,-1 0 1,0 0-1,1 1 1,0 0-1,-1 0 1,1 0-1,0 0 1,0 1-1,0 0 1,0 0-1,1 0 1,-1 0-1,1 0 1,-1 1-1,1-1 1,0 1-1,1 0 1,-1 0-1,1 0-2,-18 15-2,1 1 0,1 0-1,1 2 1,1 0 0,1 0 0,0 2-1,2 0 1,1 0 0,1 1-1,1 0 1,1 1 0,2 1 0,0-1-1,2 1 1,1 0 0,0 0 0,3 0-1,0 0 1,2 1 0,1 8 2,-1-33 1,-1 0 0,1 0 0,0 0 0,0 1 0,0-1 0,1 0 1,-1-1-1,1 1 0,0 0 0,-1 0 0,1-1 0,1 1 0,-1-1 0,0 1 1,0-1-1,1 0 0,-1 0 0,1 0 0,0 0 0,0-1 0,0 1 0,0-1 1,0 1-1,0-1 0,0 0 0,0 0 0,0 0 0,0-1 0,0 1 0,1-1 1,-1 0-1,0 0 0,3 0-1,106-31 51,-82 10-43,-1-2 1,-1-1-1,-1-1 0,-1-1 1,-1-1-1,-1-2 0,-2 0 1,-1-1-1,-1-2 0,-2 0 1,8-19-9,5-48-6,-31 98-31,1-1-1,-1 1 0,0 0 0,0 0 0,0-1 0,0 1 1,0 0-1,0 0 0,0-1 0,0 1 0,0 0 0,0 0 0,-1-1 1,1 1-1,-1 0 0,1 0 0,-1 0 0,1 0 0,-1 0 0,1-1 1,-1 1-1,0 0 0,0 0 0,0 1 0,0-1 0,0 0 1,1 0-1,-1 0 0,-1 1 0,1-1 0,0 0 0,0 1 0,0-1 1,0 1-1,0-1 0,-1 1 0,1 0 0,0-1 0,0 1 0,0 0 1,-1 0-1,1 0 0,0 0 0,-1 0 0,1 0 0,0 0 0,0 0 1,-1 1-1,1-1 0,0 0 0,0 1 0,0-1 0,0 1 1,-1-1-1,1 1 38,-31 4-3638</inkml:trace>
  <inkml:trace contextRef="#ctx0" brushRef="#br0" timeOffset="684.268">1 1002 29462,'0'0'1513,"0"0"-1337,0 0-96,0 0 64,138 18 152,-83-18-112,8 0-128,7-2-40,7-8-16,33-8-248,-18 3-1105,-15-3-7192</inkml:trace>
  <inkml:trace contextRef="#ctx0" brushRef="#br0" timeOffset="947.121">1266 691 31247,'0'0'576,"0"0"-576,-20 187-240,20-98-480,0-6-1937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5:36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1 432 27550,'0'0'1271,"0"0"-588,0 0-262,0 0 85,0 0 14,0 0-90,9-25-143,56-172-40,-27 37-50,-39 159-196,1 0-1,0 0 1,0 0 0,0 0-1,0 0 1,1 0-1,-1 0 1,0 0 0,0 0-1,1 0 1,-1 0-1,0 1 1,1-1 0,-1 0-1,1 0 1,-1 0-1,1 0 1,-1 0 0,1 1-1,0-1 1,-1 0-1,1 1 1,0-1 0,0 0-1,0 1 1,-1-1-1,1 1 1,0-1 0,0 1-1,0-1 1,0 1 0,0 0-1,0 0 1,0-1-1,0 1 1,0 0 0,0 0-1,0 0 1,0 0-1,0 0 1,0 0 0,0 0-1,0 0 1,0 1-1,0-1 1,0 0 0,0 1-1,0-1 1,-1 0-1,1 1 1,0-1 0,0 1-1,0-1 1,0 1-1,-1 0 1,1-1 0,0 1-1,0 0 1,-1 0-1,1-1 1,-1 1 0,1 0-1,-1 0 1,1 0-1,62 168 15,64 221-6,-125-383-9,-1-1 1,1 1-1,1-1 1,0 1-1,0-1 1,0 0-1,0 0 1,1 0-1,0-1 0,0 1 1,1-1-1,-1 0 1,1 0-1,0-1 1,1 1-1,-1-1 1,1 0-1,0-1 1,0 1-1,0-1 0,0 0 1,0-1-1,1 0 1,-1 1-1,1-2 1,0 1-1,0-1 1,-1 0-1,1-1 1,0 0-1,0 0 0,0 0 1,0-1-1,-1 0 1,6-1-1,-5-2 0,-1 1 0,0-2 0,0 1 0,0-1 0,0 0 0,-1 0 0,0 0 0,0-1 0,0 0 0,-1 0 0,0 0 0,0 0 0,0-1 0,-1 1 0,0-1 0,0 0 0,1-6 0,18-51 1,-3-1 0,-3-2 0,-2 0 0,-3 0 0,-4-1 0,-2 0 0,-3 0 0,-4 0-1,8 60 8,2 44 0,65 663 188,-55-478-159,-10 1-1,-11 45-36,3-247 10,-1 1 0,-1 0 0,-1-1 0,-1 1 0,0-1 0,-2 0 0,0 0 0,-1-1 0,-1 0 0,-9 15-10,15-30 6,-1 0 0,0 0-1,0-1 1,0 1 0,-1-1 0,1 0-1,-1 0 1,0 0 0,0 0-1,0-1 1,0 1 0,0-1 0,-1 0-1,1 0 1,-1-1 0,1 0-1,-1 1 1,1-1 0,-1-1-1,0 1 1,0-1 0,1 0 0,-1 0-1,0 0 1,0-1 0,1 1-1,-1-1 1,0 0 0,1-1 0,-1 1-1,1-1 1,-1 0-6,-5-7 0,1-1 0,1 0 0,-1-1 0,2 0 0,0 0 0,0 0 0,1-1 0,0 0 0,1-1 0,0 1 0,1-1 0,0 0 0,0-9 0,-12-39 0,4-1 0,2 0 0,3-1 0,3 0 0,2 0 0,4 0 0,2-9 0,7 20-268,1 0 0,3 2 1,2-1-1,2 2 0,2 0 0,2 2 1,3 0-1,1 2 0,14-16 268,5-9-4103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29:28.216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05" units="cm"/>
      <inkml:brushProperty name="height" value="0.05" units="cm"/>
    </inkml:brush>
  </inkml:definitions>
  <inkml:trace contextRef="#ctx0" brushRef="#br0">8981 1635 30238,'0'0'1113,"0"0"-689,0 0-256,0 0 40,0 0 168,112 0-152,-46 0-208,10 0-16,47 0 0,-18 0-320,-15 0-1753</inkml:trace>
  <inkml:trace contextRef="#ctx0" brushRef="#br0" timeOffset="848.08">9904 1716 29014,'0'0'1742,"0"0"-879,0 0-386,0 0-147,20-19-48,274-278-223,-233 223-59,-4-2 0,-3-2 0,-2-5 0,-47 83 0,-18 107 0,-7 5 0,4 0 0,5 2 0,6-1 0,6 86 0,-1-193 0,0 0 0,0-1 0,1 1 0,-1 0 0,1-1 0,0 1 0,1-1 0,-1 1 0,1-1 0,0 1 0,0-1 0,1 0 0,0 0 0,0 0 0,0 0 0,0-1 0,1 1 0,0-1 0,0 0 0,0 0 0,0 0 0,1 0 0,-1-1 0,1 0 0,0 0 0,0 0 0,0-1 0,0 1 0,1-1 0,-1-1 0,1 1 0,-1-1 0,1 0 0,0 0 0,-1 0 0,1-1 0,0 0 0,-1 0 0,1 0 0,0-1 0,0 0 0,-1 0 0,1 0 0,-1-1 0,1 0 0,-1 0 0,0 0 0,0-1 0,0 1 0,0-1 0,0-1 0,0 1 0,3-4 0,19-25 0,-1-2 0,-1 0 0,-3-2 0,0 0 0,-3-2 0,-1 0 0,7-24 0,-19 49 0,47-112 0,-6-1 0,-6-3 0,24-129 0,-62 350 0,-21 862 0,17-857 0,-41 1076 0,22-1025 0,19-147 0,1 1 0,-1-1 0,0 0 0,1 0 0,-1-1 0,0 1 0,0 0 0,0 0 0,0 0 0,0 0 0,0-1 0,0 1 0,0-1 0,0 1 0,0 0 0,0-1 0,0 0 0,-1 1 0,1-1 0,0 0 0,0 1 0,0-1 0,-1 0 0,1 0 0,0 0 0,0 0 0,0 0 0,-1 0 0,1-1 0,0 1 0,0 0 0,0-1 0,0 1 0,-1-1 0,1 1 0,0-1 0,0 1 0,0-1 0,0 0 0,0 1 0,0-1 0,0 0 0,1 0 0,-1 0 0,0 0 0,-97-137 0,89 121 0,-29-49 0,3-2 0,3 0 0,2-3 0,4 0 0,3-2 0,4 0 0,2-2 0,4 1 0,3-2 0,1-37 0,10 101 0,0 0 0,1 0 0,0 0 0,0 0 0,1 0 0,1 1 0,0-1 0,1 1 0,0 0 0,1 1 0,0-1 0,0 1 0,1 0 0,1 0 0,-1 1 0,2 0 0,-1 1 0,5-4 0,24-23 39,0 3 1,2 1-1,2 1 0,1 3 0,31-16-39,53-25-2287,-74 41 84,38-20-12379</inkml:trace>
  <inkml:trace contextRef="#ctx0" brushRef="#br0" timeOffset="1164.03">11824 2224 30767,'0'0'776,"0"0"-415,0 0-214,-13-21-6,-41-72 33,52 86-165,-1 1 1,0-1-1,0 1 1,-1 0 0,1 0-1,-1 0 1,-1 1-1,1-1 1,-1 1 0,0 0-1,0 0 1,-1 1-1,1-1 1,-1 1-1,0 1 1,0-1 0,0 1-1,-1 0 1,1 0-1,-1 1 1,0 0 0,1 0-1,-1 0 1,0 1-1,0 0 1,-2 1-10,0 2 0,0 1 0,0 0-1,1 0 1,-1 1 0,1 0 0,0 1 0,0 0-1,0 0 1,1 1 0,0 0 0,0 0 0,0 1-1,1-1 1,0 2 0,0-1 0,1 0 0,0 1-1,0 0 1,1 1 0,0-1 0,0 1 0,1-1-1,0 1 1,0 0 0,1 0 0,1 0 0,-1 5 0,-4 9 1,2-1 1,0 1 0,2-1-1,0 1 1,2 0 0,0 0-1,2 0 1,0 0 0,2 2-2,-3-17 1,1 0 0,-1-1 1,2 1-1,-1-1 0,1 1 1,0-1-1,0 0 0,1 0 1,0-1-1,1 1 0,-1-1 1,1 0-1,0 0 0,0 0 0,1-1 1,0 0-1,0 0 0,0 0 1,1-1-1,-1 0 0,1 0 1,0 0-1,0-1 0,1 0 1,-1-1-1,1 1 0,-1-2 1,1 1-2,3-1 1,1 0 0,-1-1 0,1-1 0,-1 0 1,0 0-1,1-1 0,-1 0 0,0-1 0,0-1 1,0 0-1,-1 0 0,1-1 0,-1 0 0,0-1 1,-1 0-1,1 0 0,-1-1 0,0 0 0,-1-1 1,0 0-1,0 0 0,-1-1 0,0 0 0,0 0 1,-1-1-1,0 0 0,-1 0 0,0 0 0,0-1 1,-1-1-2,41-166-1610,-40 100-704</inkml:trace>
  <inkml:trace contextRef="#ctx0" brushRef="#br0" timeOffset="2529.692">12181 439 29534,'0'0'925,"0"0"-225,0 0-251,0 0-109,0 0-33,0 0-39,5 15-64,83 155-164,7-41-40,-6 5 0,-6 3 0,-6 4 0,-6 3 0,-6 3 0,20 82 0,-58-135 0,-5 1 0,-4 2 0,-4 0 0,-5 0 0,-4 1 0,-4 0 0,-4 0 0,-13 72 0,5-104 0,-3-1 0,-2 0 0,-4-1 0,-2-1 0,-3-1 0,-2-1 0,-4-1 0,-1-2 0,-26 32 0,37-63 0,-2-1 0,-1-1 0,0-1 0,-2-2 0,-1 0 0,0-2 0,-2 0 0,0-3 0,-1 0 0,-1-2 0,-32 12 0,-34-3 0,95-24-45,0 0 0,1 0 0,-1-1-1,0 1 1,1 0 0,-1-1 0,1 1 0,-1-1 0,1 0 0,-1 1 0,1-1-1,-1 0 1,1 0 0,-1 0 0,1 0 0,0 0 0,0 0 0,0 0 0,-1 0-1,1-1 1,0 1 0,0 0 0,1-1 0,-1 1 0,0-1 0,0 1 0,1-1-1,-1 1 1,1-1 0,-1 1 0,1-1 0,0 0 0,0 1 0,-1-1 0,1 0-1,0 1 1,0-1 0,1 1 0,-1-1 0,0 0 0,1 1 0,-1-1 0,0 0-1,1 1 1,0-2 45,0-10-1598,-1-35-9328</inkml:trace>
  <inkml:trace contextRef="#ctx0" brushRef="#br0" timeOffset="-11768.827">7 619 26302,'0'0'3394,"0"0"-2270,0 0-593,0 0-81,0 0-84,-3 12 113,132-8-358,611-51-121,-486 46 0,-250 0-41,1 0 0,0 1-1,-1 0 1,1 0 0,0 1 0,0-1-1,-1 1 1,1 0 0,-1 0 0,1 0-1,-1 1 1,1 0 0,-1 0 0,0 0-1,0 0 1,0 1 0,0-1 0,0 1-1,0 0 1,-1 0 0,1 1 0,-1-1-1,0 1 1,0-1 0,0 1 0,-1 0-1,3 4 42,-5 6-2399</inkml:trace>
  <inkml:trace contextRef="#ctx0" brushRef="#br0" timeOffset="-11423.83">233 753 29894,'0'0'1017,"-10"23"-480,-63 194 361,54-58-703,6 0 1,8 133-196,4-190 30,4 854-30,-4-920 0,1-1 0,2 0 0,1 1 0,2-1 0,1 0 0,2-1 0,2 0 0,0 0 0,3-1 0,0 0 0,3-1 0,7 11 0,-14-35 0,1 0 0,1-1 0,-1-1 0,1 0 0,0 0 0,0-1 0,1 0 0,0-1 0,0 0 0,0-1 0,0 0 0,0-1 0,1-1 0,-1 0 0,0 0 0,1-1 0,-1-1 0,1 0 0,-1-1 0,0 0 0,0-1 0,0 0 0,0-1 0,4-2 0,413-116-71,-299 91-626,-17 4-1448</inkml:trace>
  <inkml:trace contextRef="#ctx0" brushRef="#br0" timeOffset="-11029.101">1173 1514 30943,'0'0'856,"0"0"-424,0 0-224,0 0 120,125 166-328,-46-85 0,11 6 0,7 3 0,-1 3 0,-4 0 0,-9-4 0,-13-8 0,-15-8 0,-13-16 0,-14-16 0,-10-39-184,-11-2-1304,-7-22-2265</inkml:trace>
  <inkml:trace contextRef="#ctx0" brushRef="#br0" timeOffset="-10858.426">2068 1495 30302,'0'0'1121,"-138"159"-481,21-21-152,-10 22-272,11-2-216,24-12 0,37-20 0,22-13 0,20-36-376,13-32-1801</inkml:trace>
  <inkml:trace contextRef="#ctx0" brushRef="#br0" timeOffset="-10333.177">2473 688 30062,'0'0'1087,"0"0"-463,0 0-253,0 0-4,29-1-148,196-2-182,277 30-37,-501-27 0,1 0 0,-1 0 0,0 0 0,1 0 0,-1 1 0,0-1 0,0 0 0,1 1 0,-1-1 0,0 1 0,0-1 0,1 1 0,-1 0 0,0-1 0,0 1 0,0 0 0,0 0 0,0 0 0,0 0 0,0 0 0,0 0 0,-1 0 0,1 0 0,0 0 0,-1 0 0,1 0 0,0 1 0,-1-1 0,1 0 0,-1 0 0,0 1 0,0-1 0,1 0 0,-1 1 0,0-1 0,0 0 0,0 0 0,0 1 0,0-1 0,0 0 0,-1 1 0,1-1 0,0 0 0,-1 1 0,0 0 0,1 15 0,-30 777 0,20 293 0,-8-987-347,6-83-1386</inkml:trace>
  <inkml:trace contextRef="#ctx0" brushRef="#br0" timeOffset="-10068.239">2535 2822 24173,'0'0'7538,"0"0"-6938,0 0-384,0 0 24,0 0-240,120 103 0,-43-91 0,28-8 0,31-4 0,24-16 0,-24-12-136,-35-7-1624</inkml:trace>
  <inkml:trace contextRef="#ctx0" brushRef="#br0" timeOffset="-9799.615">4115 1546 31535,'0'0'1016,"0"0"-800,0 0-216,0 0 0,0 0 0,0 0 0,61 146 0,-48-89 0,-13 28 0,-6-14-1352,-18-14-5730</inkml:trace>
  <inkml:trace contextRef="#ctx0" brushRef="#br0" timeOffset="-9535.133">3512 2175 31663,'0'0'647,"0"0"-381,25-1-172,382-31 3,-156 31-97,-248 0 0,0 1 0,1 0 0,-1-1 0,0 1 0,0 0 0,1 1 0,-1-1 0,0 1 0,0-1 0,0 1 0,0 0 0,1 0 0,-1 0 0,0 1 0,-1-1 0,1 1 0,0-1 0,0 1 0,-1 0 0,1 0 0,-1 0 0,1 1 0,-1-1 0,0 0 0,0 1 0,0 0 0,0-1 0,-1 1 0,1 0 0,-1 0 0,1 0 0,-1 0 0,0 0 0,0 0 0,-1 0 0,1 0 0,0 1 0,-1-1 0,0 0 0,0 0 0,0 1 0,0-1 0,-1 0 0,1 0 0,-1 0 0,0 1 0,1-1 0,-2 0 0,-89 110 0,-292 204 0,241-207 0,-138 116-305,250-203-614,6-11-1114</inkml:trace>
  <inkml:trace contextRef="#ctx0" brushRef="#br0" timeOffset="-9275.939">3905 2718 30719,'0'0'1360,"-22"124"-920,-3-16-216,-3 32-200,6-11-24,5-27 0,6-33 0,8-31 0,1-5 0,0-7 0,2-14-88,0-36-232,18-21-1056,1-12-2193</inkml:trace>
  <inkml:trace contextRef="#ctx0" brushRef="#br0" timeOffset="-9022.605">4444 2572 29574,'0'0'1186,"0"0"-637,-23 8-285,-157 76 191,165-75-404,-25 14 31,0 2 0,2 2-1,1 1 1,1 2 0,2 1-1,1 2 1,-5 9-82,35-39 4,0 0 1,0 0-1,1 1 1,-1-1-1,1 1 1,0 0-1,0-1 1,1 1-1,-1 0 1,1 0-1,0 0 1,0 1 0,0-1-1,0 0 1,1 0-1,-1 1 1,1-1-1,0 0 1,1 0-1,-1 1 1,1-1-1,0 0 1,0 0-1,0 1-4,7 0 1,0 0-1,0-1 1,1 1-1,0-2 1,-1 1-1,1-1 1,1 0 0,-1-1-1,0 0 1,1-1-1,-1 0 1,0 0-1,1-1 1,6 0-1,-12 0 0,224 1-111,-193-2-263,0-1-1,0-1 1,0-3-1,-1 0 1,32-12 374,-10-1-2658</inkml:trace>
  <inkml:trace contextRef="#ctx0" brushRef="#br0" timeOffset="-8773.621">4615 1929 31359,'5'21'664,"26"167"-478,-7 2 0,-10 0 0,-7 1 0,-13 106-186,-44 252 0,32-404 0,10-128 1,5-64-222,2-26-1115,-1-11-1165</inkml:trace>
  <inkml:trace contextRef="#ctx0" brushRef="#br0" timeOffset="-8521.46">4753 2546 30519,'0'0'1264,"0"0"-608,114 34-328,-55-7-328,2 5 0,1-1 0,-3 1 0,-2-3 0,9 9 0,-18-8 0,-17-9-1608</inkml:trace>
  <inkml:trace contextRef="#ctx0" brushRef="#br0" timeOffset="-7280.823">5290 1504 29574,'0'0'1061,"0"0"-535,0 0-246,0 0 88,0 0 83,14 21-100,107 125-195,-77-103-156,35 34 0,-2 3 0,58 80 0,-116-141-51,-13-24-2548,-6-15-2897</inkml:trace>
  <inkml:trace contextRef="#ctx0" brushRef="#br0" timeOffset="-7026.432">5818 1459 30967,'0'0'856,"0"0"-232,-121 120-304,58-47-320,-9 12 0,-7 26 0,-9 33 0,20-22 0,11-17-592</inkml:trace>
  <inkml:trace contextRef="#ctx0" brushRef="#br0" timeOffset="-684.106">6572 1153 24933,'0'0'3830,"0"0"-2476,0 0-778,0 0-173,-2 7-70,9 21 177,40-53-3,15-31-454,-1-2 1,-4-3-1,-2-2 1,-3-3-1,-3-2 1,13-29-54,-47 91 0,-15 37 0,0-16 0,-2 697 0,4-681 0,2 0 0,1 0 0,1 0 0,1-1 0,2 0 0,10 22 0,-16-42 0,1 0 0,1-1 0,0 0 0,0 0 0,0-1 0,1 1 0,1-1 0,-1 0 0,1-1 0,1 1 0,-1-1 0,1-1 0,0 0 0,1 0 0,0 0 0,0-1 0,0-1 0,0 1 0,1-1 0,-1-1 0,10 3 0,-12-6 0,0 1 0,-1-1 0,1 0 0,0-1 0,-1 1 0,1-1 0,-1 0 0,1-1 0,-1 0 0,0 0 0,1 0 0,-1-1 0,0 0 0,0 0 0,-1 0 0,1-1 0,-1 0 0,0 0 0,0 0 0,2-3 0,26-25 0,-2-1 0,-1-2 0,-2-1 0,-1-1 0,11-22 0,8-10 0,-4-1 0,-3-3 0,-3-1 0,-3-1 0,-4-2 0,-3-1 0,-3-1 0,-4-1 0,-4-1 0,-3 0 0,2-80 0,-19 281 0,-63 1979 0,33-1480 0,35-616 0,1 4 0,-1 1 0,1-1 0,-1 0 0,-1 1 0,1-1 0,-2 0 0,1 0 0,-1 1 0,0-1 0,0 0 0,0 0 0,-1-1 0,0 1 0,-1-1 0,0 1 0,0-1 0,0 0 0,0 0 0,-1-1 0,0 1 0,-1-1 0,1 0 0,-1-1 0,0 1 0,0-1 0,0 0 0,-1 0 0,3-5 0,-1 1 0,1-1 0,0 0 0,0 0 0,0 0 0,0-1 0,0 1 0,0-1 0,0 0 0,1 0 0,-1-1 0,1 1 0,-1-1 0,1 0 0,0 1 0,0-2 0,0 1 0,0 0 0,1 0 0,-1-1 0,1 1 0,0-1 0,0 0 0,0 0 0,0-2 0,1 5 0,-27-50 0,2-1 0,2-1 0,3-1 0,2-1 0,2-1 0,3 0 0,1-8 0,0 4 0,3-1 0,2 0 0,3 0 0,2-1 0,4 0 0,4-29 0,-1 59 0,1 1 0,1-1 0,2 1 0,1 1 0,1-1 0,2 2 0,1-1 0,1 2 0,1 0 0,2 1 0,1 0 0,1 1 0,12-11 0,13-7-252,3 2-1,1 2 1,1 2 0,2 3 0,2 1-1,14-3 253,21-12-2927</inkml:trace>
  <inkml:trace contextRef="#ctx0" brushRef="#br0" timeOffset="-345.788">8461 1990 29790,'0'0'1161,"0"0"-681,0 0-224,0 0 144,0 0 96,-17 165-312,17-88-184,0 8 0,0 4 0,7-2 0,3-4 0,-1-8 0,4-14 0,3-26 0,-3-19-1176,-2-16-4649</inkml:trace>
  <inkml:trace contextRef="#ctx0" brushRef="#br0" timeOffset="1780.877">7078 47 4273,'0'0'18641,"0"0"-13750,0 0-3771,0 0-316,0 0-135,-22-9-131,-70-24-130,90 32-390,-1 0 1,1 1-1,-1-1 1,1 0-1,-1 1 1,0 0-1,1-1 1,-1 1-1,1 0 0,-1 0 1,0 1-1,1-1 1,-1 0-1,1 1 1,-1 0-1,1 0 1,-1-1-1,1 1 0,-1 1 1,1-1-1,0 0 1,0 0-1,0 1 1,-1 0-1,1-1 1,1 1-1,-1 0 0,0 0 1,0 0-1,0 1-18,-7 6 83,-33 38 74,2 2 0,2 1 1,3 2-1,1 1 0,-21 49-157,24-46 1,-70 123-1,9 4 0,7 4 0,9 4 0,8 2 0,-32 160 0,84-288 0,4 0 0,2 1 0,3 0 0,4 1 0,2-1 0,3 1 0,2-1 0,4 1 0,3-2 0,2 0 0,4 0 0,15 38 0,-12-53-29,3-1 0,2-1 0,2-1 0,3-1 1,1-1-1,2-2 0,1-2 0,3-1 0,1-1 0,2-3 0,2-1 0,1-2 0,1-1 0,2-3 1,1-2-1,1-2 0,1-2 0,45 14 29,16-12-2121</inkml:trace>
  <inkml:trace contextRef="#ctx0" brushRef="#br0" timeOffset="4605.901">16846 423 27542,'0'0'1261,"0"0"-174,-23 4-229,7-1-717,-1-1-18,0 1 0,0 1-1,0 0 1,1 2 0,0-1-1,0 2 1,1 0 0,-12 8-123,-35 31 81,2 3 1,2 3-1,3 2 1,1 3-1,4 2 1,2 1-1,3 3 1,2 2-1,4 2 1,2 1-1,-13 40-81,-13 30 0,7 2 0,6 2 0,6 2 0,7 2 0,-14 114 0,37-180 0,4 1 0,2 1 0,5-1 0,3 1 0,3-1 0,5 5 0,3-40 0,2-1 0,2-1 0,2 0 0,2-2 0,2 0 0,2-1 0,1-1 0,2-1 0,2-1 0,1-1 0,2-2 0,1-1 0,2-2 0,1-1 0,2-2 0,1-1 0,35 19 0,-10-12-203,1-2-1,2-3 1,1-3-1,1-3 1,1-3 0,30 4 203,30 2-2581</inkml:trace>
  <inkml:trace contextRef="#ctx0" brushRef="#br0" timeOffset="3796.931">13726 1800 19148,'0'0'10874,"0"0"-9769,0 0-825,0 0-120,0 0 264,185 6-24,-63-6-96,-3 0-232,-12-2-72,-19-2 0,-27 4 0,5 0 0,2 0 0,-13 0 0,-5 0-304,-17-8-896,-15-3-1945</inkml:trace>
  <inkml:trace contextRef="#ctx0" brushRef="#br0" timeOffset="3982.888">14213 1262 29814,'0'0'905,"-24"100"-345,11 3-64,2 33-32,4 8-80,3-6-240,4-15-144,0-17 0,17-5 0,1-26-744,-5-24-2257</inkml:trace>
  <inkml:trace contextRef="#ctx0" brushRef="#br0" timeOffset="14143.016">17492 4288 28678,'0'0'1310,"0"0"-537,0 0-299,-25 11-25,-84 35 3,-275 69 179,-1404 360-631,44-58 0,-699 198 0,-693 145 0,-9 28 0,2076-512 0,-540 236 0,1378-431 0,98-60-232,133-23 199,-1 0-1,1 0 1,0 0 0,0 0-1,0-1 1,0 1 0,0 0 0,1 0-1,-1 0 1,1 0 0,-1 0-1,1 0 1,0 0 0,-1 0-1,1 1 1,0-1 0,0 0 0,1 0-1,-1 1 1,0-1 0,0 0-1,1 1 1,-1-1 0,1 1 0,0 0-1,-1 0 1,1-1 0,0 1-1,0 0 1,-1 0 0,2 0 33,33-33-2609</inkml:trace>
  <inkml:trace contextRef="#ctx0" brushRef="#br0" timeOffset="155235.074">6484 5316 29030,'32'12'427,"133"43"-316,74-24-117,1303 24-22,-1182-48 23,2625 16 1489,-2720-21-1724,-276-2-2639</inkml:trace>
  <inkml:trace contextRef="#ctx0" brushRef="#br0" timeOffset="158565.72">7436 5006 20500,'0'0'6754,"-23"8"-4802,-150 64-395,174-72-1539,-1 0 1,1 0-1,-1 0 1,1 0-1,-1 0 1,1 0 0,-1 0-1,0 1 1,1-1-1,-1 0 1,1 0-1,-1 0 1,1 1-1,-1-1 1,0 0 0,1 1-1,-1-1 1,0 0-1,1 1 1,-1-1-1,0 0 1,1 1-1,-1-1 1,0 0 0,0 1-1,0-1 1,1 1-1,-1-1 1,0 1-1,0-1 1,0 1 0,0-1-1,0 0 1,0 1-1,0-1 1,0 1-1,0-1 1,0 1-1,0-1 1,0 1 0,0-1-1,0 1 1,0-1-1,0 1 1,-1-1-1,1 0 1,0 1 0,0-1-1,-1 1-18,385 22 1058,85-17-1058,-341-6 37,731 0-37,1107 14 0,-1259-8 0,-789 17-972,7-13-2001</inkml:trace>
  <inkml:trace contextRef="#ctx0" brushRef="#br1" timeOffset="364748.783">11263 3738 28174,'0'0'1940,"0"0"-1033,0 0-372,0 0-88,0 0-4,-16-5-170,4 2-248,6 0-24,1 1 0,0 1 0,-1-1 0,0 1 1,1 0-1,-1 0 0,0 1 0,1-1 1,-1 1-1,0 1 0,0-1 0,1 1 1,-1 0-1,0 0 0,1 1 0,-1 0 1,1-1-1,0 2 0,-2 0-1,-55 37 0,1 3 0,3 3 0,1 3 0,-36 40 0,66-62 0,-123 116 0,7 7 0,-29 49 0,165-190 0,5-7 0,-1 0 0,1 0 0,0 0 0,0 1 0,0-1 0,0 1 0,0-1 0,1 1 0,-1 0 0,1 0 0,0 0 0,0 0 0,0 0 0,0 0 0,0 0 0,1 0 0,-1 0 0,1 0 0,0 0 0,0 0 0,0 0 0,0 1 0,15 7 0,122-3 0,50-20 0,0-8 0,13-11 0,-107 16 0,8 0 0,0-5 0,89-30 0,-188 50 0,0 0 0,-1 0 0,1-1 0,-1 1 0,1 0 0,-1 0 0,1-1 0,-1 1 0,1-1 0,-1 1 0,0-1 0,1 0 0,-1 0 0,0 0 0,1 1 0,-1-1 0,0 0 0,0 0 0,0-1 0,0 1 0,0 0 0,0 0 0,0 0 0,0-1 0,0 1 0,-1-1 0,1 1 0,-1 0 0,1-1 0,-1 1 0,1-1 0,-1 1 0,0-1 0,1 1 0,-1-1 0,0 1 0,0-1 0,0 0 0,-1 1 0,1-1 0,0 1 0,0-1 0,-1 1 0,1-1 0,-1 1 0,0 0 0,1-1 0,-1 1 0,0-1 0,0 1 0,0 0 0,-126-125 0,78 85 0,36 29 0,-40-33 0,3-2 0,1-2 0,-39-54 0,89 104-1,0-1 0,1 1 0,-1-1 0,0 0 0,0 0 0,0 0 0,0 0 0,1 1-1,-1-1 1,0-1 0,0 1 0,0 0 0,1 0 0,-1 0 0,0-1 0,0 1 0,0 0 0,0-1 0,0 1 0,0-1 0,0 0 0,0 1 0,0-1 0,0 0 0,0 1-1,0-1 1,0 0 0,0 0 0,-1 0 0,1 0 0,0 0 0,-1 0 0,1 0 0,0 0 0,-1 0 0,0 0 0,1 0 0,-1 0 0,0-1 0,1 1 0,-1 0 0,0 0-1,0 0 1,0 0 0,0-1 0,0 1 0,0 0 0,0 0 0,0 0 0,-1-1 0,1 1 0,0 0 0,-1 0 0,1 0 0,-1 0 0,1 0 0,-1 0 0,0 0 0,1 0-1,-1 0 1,0 0 0,0 0 0,1 0 0,-1 1 0,0-1 0,0 0 0,0 0 0,0 1 1,57-1-616,5 1-1097</inkml:trace>
  <inkml:trace contextRef="#ctx0" brushRef="#br1" timeOffset="365012.717">12129 4724 32215,'0'0'552,"0"0"-552,0 0 0,0 0 0,0 0 0,0 0-528,0 0-880</inkml:trace>
  <inkml:trace contextRef="#ctx0" brushRef="#br1" timeOffset="365310.753">12359 4655 26430,'0'0'6049,"0"0"-6009,0 0-40,0 0-1928,0 0-3202</inkml:trace>
  <inkml:trace contextRef="#ctx0" brushRef="#br1" timeOffset="365311.753">12343 4901 31367,'0'0'656,"0"0"-656,0 0-1440,0 0-5210</inkml:trace>
  <inkml:trace contextRef="#ctx0" brushRef="#br1" timeOffset="369098.835">1 6590 30959,'0'17'572,"0"229"-223,6-251-320,19-140-27,-19 97-66,2 1 1,2 0 0,1 1 0,3 1 0,12-25 63,-26 67-1,1-1 1,0 1 0,0 0-1,0 0 1,1 0-1,-1 0 1,1 0 0,0 0-1,0 0 1,0 0-1,0 1 1,0-1 0,0 1-1,1-1 1,-1 1-1,1 0 1,0 0 0,0 0-1,0 1 1,0-1-1,0 0 1,0 1 0,0 0-1,0 0 1,0 0-1,1 0 1,-1 0 0,0 1-1,1 0 1,-1-1-1,0 1 1,1 1 0,-1-1-1,1 0 1,-1 1-1,0-1 1,1 1 0,-1 0-1,0 0 1,2 1 0,3 8 12,0 0 1,0 1 0,-1 0-1,-1 0 1,0 0-1,0 0 1,-1 1 0,-1 0-1,0 1 1,0 1-13,2 4 22,5 16-7,-11-28-20,1 1 1,0 0-1,1 0 1,0 0-1,0-1 1,0 1-1,0-1 1,1 0-1,0 1 1,1-1-1,-1-1 1,1 1-1,1 0 1,-1-1-1,1 0 1,-1 0-1,1 0 1,1-1-1,-1 1 1,1-1-1,0-1 0,0 1 1,0-1-1,5 2 5,-3-7-184,0 0 0,0-1 0,0 0 0,-1-1 0,1 0 0,-1 0 0,0 0 0,0-1 0,0 0 0,-1 0 0,1-1 0,-2 0 0,1 0 0,0-1 0,-1 1 0,0-1 0,-1 0 0,1-2 184,19-21-1086,-22 29 1047,11-16-7,2 0 0,0 1 0,1 1 0,1 1-1,0 0 1,0 1 0,2 1 0,6-3 46,91-9 3493,-23-74-4595,-78 76-630,15-22-6230</inkml:trace>
  <inkml:trace contextRef="#ctx0" brushRef="#br1" timeOffset="369350.113">864 6044 29382,'0'0'1024,"0"0"-735,0 0-201,0 0 256,0 0-128,0 0-120,68 110-96,-39-67-64,-7-7-752,-3-12-1977</inkml:trace>
  <inkml:trace contextRef="#ctx0" brushRef="#br1" timeOffset="369600.695">1691 5665 29190,'0'0'1417,"0"0"-809,0 0-224,0 0 232,63 150-64,-56-89-552,-5 4 0,0 2 0,0-4 0,3-6 0,-1-11 0,1-13 0,-1-11 0,0-12 0,5-10 0,0-18-632,-5-8-1433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1:38.4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0 733 30110,'0'0'875,"0"0"-275,10-17-297,161-212 385,85-111-497,-239 321-191,-17 56 0,-66 432 0,46-118 0,19-340 0,-1 0 0,2 0 0,-1-1 0,1 1 0,1 0 0,0 0 0,1 0 0,0 0 0,0-1 0,1 1 0,1-1 0,0 0 0,0 0 0,1 0 0,0 0 0,1-1 0,0 0 0,0 0 0,1 0 0,0-1 0,1 0 0,0-1 0,0 1 0,1-1 0,-1-1 0,1-1 0,0-1 0,-1 1 0,1-1 0,1-1 0,-1 0 0,0 0 0,1-1 0,0 0 0,-1 0 0,1-1 0,0-1 0,0 0 0,0 0 0,0-1 0,-1 0 0,1 0 0,0-1 0,-1-1 0,1 1 0,-1-2 0,0 1 0,0-1 0,0-1 0,0 0 0,-1 0 0,0 0 0,0-1 0,0 0 0,-1-1 0,4-4 0,39-39 0,-1-2 0,-4-3 0,-1-1 0,-3-2 0,-3-2 0,-2-2 0,-2-3 0,-3 5 0,-2-2 0,-3-1 0,-3-1 0,-2-1 0,-3-1 0,-4 0 0,-2-1 0,-3-1 0,-3 0 0,-2-21 0,-4 184 0,-2 1029 0,0-960 0,-8-1 0,-7 0 0,-7-2 0,-7 0 0,-7-2 0,-31 73 0,10-93 0,58-137 0,0 1 0,-1-1 0,1 1 0,-1-1 0,1 1 0,-1-1 0,0 0 0,0 0 0,0 0 0,0 0 0,-1 0 0,1 0 0,-1-1 0,1 1 0,-1-1 0,1 0 0,-1 1 0,0-1 0,1 0 0,-1-1 0,0 1 0,0 0 0,0-1 0,1 0 0,-1 1 0,0-1 0,0 0 0,0-1 0,0 1 0,0 0 0,0-1 0,1 0 0,-1 1 0,0-1 0,0 0 0,-1-1 0,-73-79 0,48 25 0,3-1 0,3-1 0,2-2 0,3 0 0,-4-27 0,15 63 0,1-1 0,1 0 0,2 0 0,0 0 0,2 0 0,0-1 0,2 1 0,1 0 0,1 0 0,1 0 0,1 0 0,3-6 0,10-6-14,2 1 0,2 1 0,1 1 0,1 1 0,2 1 0,1 2 0,2 0-1,0 2 1,2 1 0,2 2 0,31-21 14,75-50-1123,-12 15-1552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1:38.6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 30711,'0'0'1440,"0"0"-1048,0 0-168,0 132-224,0-86 0,-4 3 0,4 18 0,0-12 0,0-13-1288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1:40.0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1 30374,'0'0'835,"0"0"-157,20 17-125,121 99-226,-137-114-327,0 0 0,0 0 0,0 1 0,0-1 0,0 1 0,-1 0 0,1 0 0,-1 0 0,0 0 0,0 1 0,0-1 0,0 1 0,-1 0 0,1 0 0,-1 0 0,0 0 0,0 0 0,-1 0 0,1 1 0,-1-1 0,0 0 0,0 1 0,0 0 0,-1-1 0,1 1 0,-1-1 0,0 1 0,-1-1 0,1 1 0,-1-1 0,0 1 0,0-1 0,0 1 0,-1-1 0,-1 5 0,-115 92 0,90-81 0,-134 98 0,162-117 0,0 0 0,0 1 0,0-1 0,0 1 0,0-1 0,0 1 0,0-1 0,1 1 0,-1-1 0,0 1 0,1-1 0,-1 0 0,1 1 0,0-1 0,-1 0 0,1 1 0,0-1 0,0 0 0,0 0 0,0 0 0,0 0 0,0 0 0,0 0 0,0 0 0,0 0 0,1 0 0,-1 0 0,0-1 0,0 1 0,1-1 0,-1 1 0,1-1 0,-1 1 0,0-1 0,1 1 0,-1-1 0,1 0 0,-1 0 0,1 0 0,-1 0 0,1 0 0,-1 0 0,0-1 0,1 1 0,-1 0 0,1-1 0,-1 1 0,1-1 0,-1 1 0,0-1 0,0 0 0,1 1 0,-1-1 0,0 0 0,1-1 0,7 2 0,34-2-193,1-2 0,-1-2 0,0-1-1,-1-3 1,1-2 0,10-5 193,62-20-3042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1:40.3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68 30006,'0'0'721,"0"0"-153,0 0-336,0 0-168,176-46-64,-117 37-376,-9-3-2305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1:40.6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29974,'0'0'905,"0"0"-593,0 0-312,0 0-208,0 0-2449</inkml:trace>
  <inkml:trace contextRef="#ctx0" brushRef="#br0" timeOffset="1">564 103 27374,'0'0'3577,"0"0"-3097,0 0-176,0 0-304,0 0-1329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1:41.5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1 904 30431,'0'0'661,"0"0"-297,0 0-187,0 0 14,27 3 120,102-1-52,-118-5-245,0-1 0,0 0 0,-1-1 1,1 0-1,-1-1 0,0 0 0,0 0 1,-1-1-1,0 0 0,5-5-14,45-37 24,-3-2 0,-2-3-1,-2-2 1,-3-2-1,-2-3 1,-3-1 0,19-39-24,-41 61 48,-11 33-30,-12 31-20,0-21 3,-75 513-1,76-360 0,2-150 0,1 1 0,0-1 0,0 0 0,1 0 0,0 0 0,0-1 0,1 1 0,-1-1 0,1 0 0,0 0 0,0 0 0,1-1 0,-1 0 0,1 0 0,0 0 0,0-1 0,0 0 0,1 0 0,-1-1 0,1 1 0,0-1 0,-1-1 0,1 1 0,0-1 0,0-1 0,0 1 0,0-1 0,0 0 0,0-1 0,0 1 0,0-1 0,0-1 0,0 0 0,0 0 0,8-3 0,0-2 0,0 0 0,0 0 0,-1-1 0,0-1 0,-1-1 0,0 0 0,0 0 0,-1-2 0,-1 1 0,1-2 0,52-58 0,-4-3 0,-3-3 0,-3-1 0,-4-4 0,-3-1 0,-4-2 0,-4-2 0,-3-2 0,3-26 0,7-30 0,-34 139 0,-2 38 0,5 71 0,-5 0 0,-3 76 0,-5-99 0,4 643 0,-11-575 0,-6-1 0,-7 0 0,-6-2 0,-7 0 0,-6-3 0,-6 0 0,-11 9 0,53-141 0,-2 0 0,1-1 0,-1 1 0,-1 0 0,0-1 0,0 1 0,-1-1 0,0-1 0,0 1 0,-1-1 0,0 1 0,-1-2 0,0 1 0,0-1 0,-1 0 0,1 0 0,-2-1 0,1 0 0,-1-1 0,1 0 0,-1 0 0,-1-1 0,1 0 0,-1 0 0,1-1 0,-4 0 0,3-3 0,-1 0 0,1-1 0,0 0 0,0-1 0,0 0 0,0 0 0,0-1 0,0-1 0,1 1 0,-1-2 0,1 1 0,0-1 0,1-1 0,-1 0 0,1 0 0,0 0 0,0-1 0,-5-7 0,-5-5 0,1-1 0,1 0 0,0-2 0,2 0 0,1-1 0,-9-20 0,13 26 0,2 0 0,0-1 0,1 0 0,1 0 0,1 0 0,0 0 0,1-1 0,1 0 0,1 0 0,1 1 0,0-1 0,1 0 0,1 0 0,1 1 0,1-1 0,1 1 0,0 0 0,1 0 0,7-14 0,20-23 0,2 2 0,2 1 0,2 2 0,3 2 0,2 1 0,1 3 0,18-11 0,211-170-339,-181 155-1354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1:41.8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5 30703,'0'0'972,"0"23"-384,0 156-96,-2-138-490,-2-1 1,-1 1-1,-2-1 1,-2 0-1,-3 5-2,32-97 0,3 1 0,2 1 0,2 1 0,2 1 0,27-32 0,-48 69 0,-4 4 0,0-1 0,0 1 0,0 0 0,1 0 0,1 0 0,-1 1 0,1-1 0,0 2 0,0-1 0,1 0 0,-1 1 0,1 1 0,1-1 0,-1 1 0,1 0 0,-1 0 0,1 1 0,0 0 0,0 1 0,0 0 0,1 0 0,0 0 0,-5 3 0,0 1 0,0-1 0,0 1 0,0-1 0,-1 1 0,1 0 0,0 1 0,-1-1 0,0 1 0,0-1 0,0 1 0,0 0 0,0 0 0,0 0 0,-1 0 0,1 1 0,-1-1 0,0 1 0,0 0 0,0-1 0,-1 1 0,1 0 0,-1 0 0,0 0 0,1 3 0,19 107 0,3 55-128,-15-127-512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1:44.6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518 443 31383,'5'-25'1153,"20"-164"-922,-23 181-231,0-1 0,-1 1 0,0-1 0,-1 1 0,0-1 0,0 0 0,-1 0 0,0 1 0,0-1 0,-1 1 0,0-1 0,-1 1 0,1 0 0,-2 0 0,1 0 0,-1 0 0,-1 1 0,1-1 0,-1 1 0,0 0 0,-1 1 0,0-1 0,0 1 0,0 0 0,-1 0 0,1 1 0,-3-1 0,2 3 0,-1 0 0,1 1 0,0 0 0,-1 1 0,1-1 0,-1 1 0,0 1 0,1 0 0,-1 0 0,0 0 0,1 1 0,-1 0 0,1 0 0,-1 1 0,1 0 0,-1 0 0,1 1 0,0 0 0,0 0 0,1 1 0,-1 0 0,-5 4 0,-120 118 0,109-99 0,2 0 0,1 2 0,2 0 0,0 1 0,2 1 0,-5 16 0,17-38 0,0 0 0,1 1 0,0-1 0,0 1 0,1 0 0,1-1 0,0 1 0,0 0 0,1 0 0,0 0 0,0 0 0,1 0 0,1 0 0,0 0 0,0-1 0,1 1 0,0-1 0,0 1 0,1-1 0,0 0 0,1-1 0,0 1 0,1-1 0,3 5 0,2-4 0,1 0 0,0-1 0,0-1 0,1 0 0,0 0 0,0-1 0,0-1 0,1-1 0,-1 1 0,1-2 0,0 0 0,0-1 0,1 0 0,-1-1 0,0-1 0,1 0 0,-1-1 0,0-1 0,0 0 0,1 0 0,-2-2 0,1 0 0,0 0 0,-1-1 0,0-1 0,0 0 0,0-1 0,2-2 0,8-7-7,0 0 0,-1-2-1,-1 0 1,0-2 0,-2 0 0,0-1-1,-2-1 1,0 0 0,-1-1 0,-1-1-1,-2-1 1,0 0 0,-2-1 0,0 0 0,-2 0-1,-1-1 1,-1 0 0,-2-1 0,0 0 7,3-65-687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1:42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0 639 28406,'0'0'1739,"0"0"-899,0 0-421,0 0-142,0 0 56,24-10 117,254-140-147,20-111-303,-270 253 0,-25 46 0,-3-28 0,-65 557 0,65-394 0,1-165 0,1 1 0,1 0 0,-1-1 0,1 0 0,1 1 0,-1-1 0,2-1 0,-1 1 0,1 0 0,0-1 0,0 0 0,1 0 0,0-1 0,0 0 0,1 0 0,0 0 0,0-1 0,0 1 0,0-2 0,1 1 0,0-1 0,0-1 0,0 1 0,1-1 0,-1 0 0,1-1 0,-1 0 0,1-1 0,0 0 0,0 0 0,-1-1 0,1 0 0,0 0 0,0-1 0,0 0 0,0 0 0,5-3 0,5-6 0,0-1 0,-1-1 0,0-1 0,-1-1 0,0 0 0,-2-1 0,1 0 0,-2-2 0,0 0 0,6-10 0,55-82 0,-5-4 0,-5-3 0,-5-3 0,-5-2 0,-5-3 0,20-84 0,-49 149 0,-3 31 0,-11 75 0,-16 959 0,7-842 0,-7 1 0,-7-1 0,-7-1 0,-8-1 0,-6-1 0,-47 120 0,9-152 0,72-125 0,-1 0 0,1 0 0,-1 0 0,0-1 0,-1 0 0,1 0 0,0 0 0,-1 0 0,0-1 0,0 1 0,1-1 0,-1 0 0,-1-1 0,1 0 0,0 1 0,0-1 0,0-1 0,-1 1 0,1-1 0,0 0 0,-1 0 0,1-1 0,0 1 0,0-1 0,-1-1 0,-1 0 0,-5-4 0,1 0 0,0-1 0,0-1 0,0 0 0,1 0 0,0-1 0,0 0 0,1-1 0,1 0 0,-1-1 0,2 1 0,-1-2 0,2 1 0,-1-1 0,-3-11 0,-1 3 0,2-1 0,0 0 0,1-1 0,1 1 0,1-1 0,1-1 0,1 1 0,1-1 0,1 1 0,1-1 0,1 0 0,1 0 0,1 1 0,1-1 0,6-22 0,7-1-13,2 0 0,3 1 0,1 1 0,2 1 0,1 1 0,3 1 0,1 1 0,19-17 13,17-18-806,3 3 0,3 3 0,3 4 1,9-2 805,10-7-3378</inkml:trace>
  <inkml:trace contextRef="#ctx0" brushRef="#br0" timeOffset="423.515">2017 1045 29198,'-1'19'1574,"-25"148"-138,5-96-1038,8-32-366,2 2 0,1-1 1,2 1-1,2 1 0,1 12-32,14-52 0,84-159 0,-68 113 0,-7 6 0,3 1 0,1 1 0,1 1 0,2 1 0,1 1 0,2 2 0,25-22 0,-51 50 0,0 1 0,0 0 0,1 0 0,-1 0 0,1 0 0,0 0 0,0 1 0,-1-1 0,1 1 0,0 0 0,0-1 0,0 2 0,0-1 0,1 0 0,-1 0 0,0 1 0,0 0 0,0-1 0,1 1 0,-1 1 0,0-1 0,0 0 0,0 1 0,0-1 0,1 1 0,-1 0 0,0 0 0,0 1 0,0-1 0,-1 0 0,1 1 0,0 0 0,0 0 0,-1-1 0,1 2 0,-1-1 0,0 0 0,0 0 0,2 3 0,5 15 0,-1 0 0,-2 0 0,0 1 0,-1 0 0,-1 0 0,-1 0 0,0 1 0,-2-1 0,-1 1 0,0-1 0,-2 4 0,2 6 0,-1-30-10,1-1 0,0 1-1,-1-1 1,1 1 0,0-1 0,0 1-1,-1-1 1,1 1 0,0 0 0,0-1-1,0 1 1,0-1 0,0 1 0,0 0-1,0-1 1,0 1 0,0-1 0,0 1-1,0 0 1,0-1 0,0 1 0,1-1 0,-1 1-1,0 0 1,0-1 0,1 1 0,-1-1-1,0 1 1,1-1 0,-1 1 0,0-1-1,1 1 1,-1-1 0,1 0 0,-1 1-1,1-1 1,-1 0 0,1 1 0,-1-1-1,1 0 1,-1 1 0,1-1 0,0 0 0,-1 0-1,1 0 1,-1 0 0,1 1 0,0-1-1,-1 0 1,1 0 0,-1 0 0,1 0-1,0 0 1,-1-1 0,1 1 0,-1 0-1,1 0 1,-1 0 0,1 0 0,0-1-1,-1 1 1,1 0 0,-1-1 0,1 1 0,-1 0 9,29-31-1229,77-126-177,-100 152 1588,0 1 0,1 0 1,-1 1-1,1 0 0,0 0 1,0 0-1,0 1 0,1 0 1,-1 0-1,1 1 1,-1 0-1,1 0 0,-1 1 1,1 0-1,-1 0 0,7 1-181,13-1 237,67-6-775,0-5 1,-1-3-1,64-20 538,-66 10-2775</inkml:trace>
  <inkml:trace contextRef="#ctx0" brushRef="#br0" timeOffset="748.387">3049 838 28846,'0'0'1665,"0"0"-1225,0 0 120,0 0 112,-41 105-176,36-54-408,1 8-88,-1 8 0,3 6 0,-2-2 0,2-4 0,2-5 0,11-19-784,4-19-1961</inkml:trace>
  <inkml:trace contextRef="#ctx0" brushRef="#br0" timeOffset="1015.181">3836 846 31959,'0'0'808,"0"0"-808,-39 119 0,23-58 0,8 6 0,3 0 0,5 2 0,0 2 0,0 29 0,5-17-56,1-14-4497</inkml:trace>
  <inkml:trace contextRef="#ctx0" brushRef="#br0" timeOffset="1311.555">254 2093 30727,'0'0'598,"30"3"-335,897 23 892,-872-26-1159,1141 19 32,393 86-28,-1132-45 0,-388-31-219,-67-19-874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1:39.0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1 726 31119,'0'0'848,"0"0"-720,0 0-128,0 0-64,0 0 0,0 0-240,114 18-504,-77-30-1857</inkml:trace>
  <inkml:trace contextRef="#ctx0" brushRef="#br0" timeOffset="726.407">19 661 29726,'0'0'1167,"0"0"-495,0 0-161,0 0-68,8-8-228,50-46-210,-2-3 1,-2-2-1,-3-3 1,-3-1-1,-2-3 1,-3-2-6,-23 31 0,-20 37 0,0 0 0,0 1 0,0-1 0,1 1 0,-1-1 0,0 0 0,0 1 0,0-1 0,1 1 0,-1-1 0,0 0 0,1 1 0,-1-1 0,0 0 0,1 0 0,-1 1 0,0-1 0,1 0 0,-1 0 0,0 1 0,1-1 0,-1 0 0,1 0 0,-1 0 0,0 0 0,1 0 0,-1 0 0,1 0 0,-1 0 0,1 0 0,-1 0 0,1 0 0,-2 4 0,-37 225 0,19-132 0,5 2 0,-2 82 0,15-172 0,0 0 0,0 0 0,1 0 0,1-1 0,0 1 0,0 0 0,0 0 0,1 0 0,1 0 0,-1-1 0,1 1 0,1-1 0,-1 0 0,2 0 0,-1 0 0,1-1 0,0 1 0,1-1 0,-1 0 0,1-1 0,1 1 0,-1-1 0,1-1 0,0 1 0,1-1 0,-1 0 0,1-1 0,0 1 0,0-2 0,0 1 0,1-1 0,-1 0 0,1-1 0,7 1 0,-7-3 0,-1 0 0,1 0 0,-1-1 0,1-1 0,-1 1 0,0-2 0,0 1 0,1-1 0,-2 0 0,1 0 0,0-1 0,-1 0 0,1-1 0,-1 0 0,0 0 0,-1 0 0,1-1 0,0-1 0,56-51 0,-3-3 0,-3-2 0,-3-3 0,-2-2 0,-4-3 0,-3-1 0,5-17 0,147-320 0,-183 388 0,-7 26 0,-4 50 0,-3-50 0,-12 259 0,-42 224 0,37-357 0,-16 136 0,-27 220 0,-55 160 0,59-450 0,56-193 0,-1-1 0,1 1 0,-1-1 0,0 1 0,0-1 0,0 1 0,0-1 0,-1 0 0,1 0 0,-1 1 0,0-1 0,0 0 0,0 0 0,0-1 0,-1 1 0,1 0 0,-1-1 0,1 0 0,-1 1 0,0-1 0,0 0 0,0 0 0,0-1 0,0 1 0,-1-1 0,1 1 0,0-1 0,-1 0 0,1 0 0,-1-1 0,1 1 0,-1-1 0,1 1 0,-1-1 0,1 0 0,-1-1 0,0 1 0,1-1 0,-1 1 0,1-1 0,-1 0 0,1 0 0,0-1 0,0 1 0,-1-1 0,1 1 0,0-1 0,0 0 0,0 0 0,0 0 0,1-1 0,-1 0 0,-8-11 0,1-1 0,1-1 0,0 0 0,1-1 0,1 1 0,0-1 0,1-1 0,1 1 0,1-1 0,0-2 0,-6-31 0,2-1 0,2 0 0,2 0 0,3-1 0,2 1 0,2-1 0,2 1 0,3 0 0,2 1 0,2 0 0,3 0 0,1 2 0,3 0 0,2 0 0,3 1 0,6-6-18,2 0 0,3 3 0,2 1 0,2 1 0,3 2 0,1 2 0,2 3 0,2 1 0,2 2 0,51-31 18,-11 15-1242,-9 7-1545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1:51.7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6 26310,'0'0'1045,"0"0"917,0 0-1019,0 0-523,0 0-165,0 0-39,-4-6 102,141 86 133,192 177 63,-161-110-322,-102-85-157,4-2 0,1-3 1,3-3-1,81 42-35,-25-36 0,2-6 0,2-6 0,3-5 0,1-7 0,2-6 0,4-5 0,10-7 0,2-7 0,-1-7 0,3-7 0,24-9 0,-2-9 0,0-8 0,-2-7 0,-2-8 0,27-17 0,-4-4 0,-4-9 0,-3-9 0,-4-8 0,104-70 0,-247 136 0,0-3 0,-2-1 0,-1-2 0,-1-2 0,20-23 0,-57 52 0,0 1 0,-1-1 0,0 0 0,0 0 0,0 0 0,0 0 0,-1 0 0,1-1 0,-1 1 0,0-1 0,0 1 0,-1-1 0,1 0 0,-1 0 0,0 0 0,-1 0 0,1 0 0,-1 0 0,0 0 0,0 0 0,-1-2 0,-11-4-12,-75 14-1370,41 10-1225</inkml:trace>
  <inkml:trace contextRef="#ctx0" brushRef="#br0" timeOffset="1760.792">2717 213 28430,'0'0'943,"0"0"-47,0 0-301,0 0-144,0 0-82,0 0-114,-19 9-140,16-8-112,-13 6 9,1 0 0,0 1 0,0 1 0,1 0 0,0 1 0,1 1 0,0 0 0,0 0 1,-8 11-13,-28 40 69,2 2 0,3 2 0,3 1 0,3 3 0,4 1 1,2 1-1,3 2 0,-16 71-69,33-92 10,2 1-1,3 1 1,3 0-1,1-1 1,4 2-10,-2-43 0,1-1 0,1 1 0,1 0 0,-1-1 0,2 1 0,0-1 0,0 0 0,1 0 0,1 0 0,0 0 0,0-1 0,1 0 0,1 0 0,0 0 0,0-1 0,1 0 0,1 0 0,-1-1 0,1 0 0,1-1 0,0 0 0,0 0 0,1-1 0,-1 0 0,1-1 0,1-1 0,-1 1 0,1-2 0,0 0 0,0 0 0,1-1 0,-1 0 0,10 0 0,7-5 0,0-2 0,-1 0 0,1-2 0,-1-1 0,0-1 0,-1-2 0,1 0 0,-2-2 0,0-1 0,0-1 0,-2-1 0,1-2 0,-2 0 0,0-1 0,-2-1 0,0-2 0,-1 0 0,16-21 0,-5 4 0,-1-2 0,-1 0 0,-3-2 0,-1-1 0,-3-1 0,-1-1 0,-2-1 0,-2-1 0,-3 0 0,5-28 0,-12 43 0,-1 0 0,-2-1 0,-2 0 0,0 0 0,-2 0 0,-2 1 0,-5-31 0,5 54 0,-1-1 0,0 0 0,0 1 0,-1 0 0,0 0 0,-1 0 0,0 0 0,0 1 0,-1 0 0,0 0 0,-1 0 0,1 1 0,-1 0 0,-1 0 0,1 1 0,-1 0 0,-1 0 0,1 1 0,-1 0 0,0 0 0,0 1 0,0 0 0,0 1 0,-9-3 0,-17-3 0,-1 2 0,0 1 0,0 1 0,-1 3 0,1 0 0,-4 3 0,36-1 0,1 0 0,-1 0 0,1 1 0,-1 0 0,1-1 0,0 1 0,-1 0 0,1 0 0,0 1 0,0-1 0,0 1 0,0 0 0,0 0 0,0 0 0,0 0 0,0 0 0,1 0 0,-1 1 0,1-1 0,-1 2 0,17 35-922,-8-26-2565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1:58.4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1 23309,'0'0'3283,"0"0"-2108,0 0-713,0 0-218,0 0-100,0 0-38,-10 17-15,-30 52 7,40-68-93,-1 0 1,0 0-1,1-1 1,-1 1-1,0 0 1,1 0-1,-1 0 1,1 1-1,0-1 1,-1 0 0,1 0-1,0 0 1,0 0-1,-1 0 1,1 0-1,0 0 1,0 1-1,0-1 1,0 0 0,1 0-1,-1 0 1,0 0-1,0 0 1,1 0-1,-1 0 1,0 0-1,1 0 1,0 0-1,-1 0 1,1 0 0,-1 0-1,1 0 1,0 0-1,0 0 1,-1 0-1,1-1 1,0 1-1,0 0 1,0 0 0,0-1-6,4 5 39,415 448 1539,-382-408-1466,20 25 33,2-3 1,4-3-1,1-3 0,14 6-145,14-4 88,2-4-1,3-3 1,3-5-1,1-5 1,2-4 0,3-5-1,0-4 1,2-5 0,1-5-1,2-5 1,-1-4-1,1-6 1,27-4-88,-38-5 12,-1-4 1,0-5-1,-1-4 0,0-5 0,-2-4 1,0-4-1,-2-4 0,-1-4 0,-1-5 1,-3-3-1,-1-4 0,-3-5 0,-2-2 1,-3-5-1,32-31-12,-51 31-16,-4-2-1,-2-3 1,41-61 16,-95 122-336,-4 5-823,-9 10-1754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1:59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30238,'0'0'639,"0"0"-376,3 19-160,37 134 231,6-75-170,3-2-1,3-3 1,3-2-1,4-2 1,2-3-1,29 21-163,-84-81 10,141 144 96,6-7 1,118 82-107,-216-184-2,2-2 1,1-3 0,2-2-1,2-3 1,0-3-1,2-3 1,1-2 0,1-3-1,1-3 1,21 1 1,-4-10 0,-1-4 0,1-3 0,0-3 0,0-5 0,-1-3 0,0-3 0,-1-5 0,0-3 0,-2-3 0,-1-4 0,75-37 0,-9-7 0,-2-7 0,-5-5 0,-3-7 0,-4-5 0,81-81 0,-186 155 0,-9 10 0,-1 0 0,0-1 0,-1-1 0,0 0 0,-1-1 0,-1 0 0,0-2 0,-1 1 0,-1-1 0,-1-1 0,0 0 0,-1-1 0,-1 1 0,5-21 0,-12 38 0,-1-1 0,0 1 0,0 0 0,0-1 0,0 1 0,-1 0 0,1-1 0,0 1 0,0-1 0,-1 1 0,1 0 0,-1-1 0,1 1 0,-1 0 0,0 0 0,0 0 0,1-1 0,-1 1 0,0 0 0,0 0 0,0 0 0,0 0 0,0 0 0,0 0 0,0 1 0,0-1 0,-1 0 0,1 0 0,0 1 0,0-1 0,-1 1 0,1-1 0,0 1 0,-1 0 0,1-1 0,-1 1 0,1 0 0,0 0 0,-1 0 0,1 0 0,-1 0 0,1 0 0,0 1 0,-1-1 0,1 0 0,-1 1 0,-191-5-1070,87 4-1141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1:37.3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4044 1496 29190,'0'0'2033,"0"0"-1529,0 0-160,0 0-16,0 0 0,0 0-288,0 0-40,0 2 0,3-2 0,14 0 0,-1 0-216,-3 0-1832</inkml:trace>
  <inkml:trace contextRef="#ctx0" brushRef="#br0" timeOffset="-817.935">0 918 26222,'0'0'3304,"0"0"-2095,0 0-843,0 0-147,0 0-2,4 9 54,-4-8-260,0 1 1,0-1-1,0 1 0,1-1 0,-1 0 1,1 1-1,-1-1 0,1 0 0,0 1 1,-1-1-1,1 0 0,0 0 0,0 1 1,0-1-1,0 0 0,0 0 1,0 0-1,0 0 0,0 0 0,0-1 1,0 1-1,1 0 0,-1 0 0,0-1 1,1 1-1,-1-1 0,0 1 0,1-1 1,-1 0-1,0 1 0,1-1 0,-1 0 1,1 0-1,-1 0 0,1 0 0,-1 0 1,1 0-1,-1-1 0,0 1 0,1 0 1,-1-1-1,1 1 0,-1-1 0,0 1 1,0-1-1,1 0 0,-1 1 0,0-1 1,0 0-1,0 0 0,0 0 1,1 0-1,-2 0 0,1 0 0,0 0 1,0 0-1,0-1 0,0 1 0,-1-1-11,67-48 37,-3-4 0,-2-2 0,-2-3 0,-4-3-1,-2-2 1,-2-2 0,-4-2 0,18-38-37,28-46 0,-94 151 0,1 1 0,-1-1 0,0 0 0,0 1 0,0-1 0,0 1 0,1-1 0,-1 1 0,0-1 0,0 1 0,1-1 0,-1 1 0,0-1 0,1 1 0,-1 0 0,1-1 0,-1 1 0,0-1 0,1 1 0,-1 0 0,1 0 0,-1-1 0,1 1 0,-1 0 0,1 0 0,0-1 0,-1 1 0,1 0 0,-1 0 0,1 0 0,-1 0 0,1 0 0,-1 0 0,1 0 0,0 0 0,-1 0 0,1 0 0,-1 0 0,1 0 0,-1 0 0,1 1 0,-1-1 0,1 0 0,-1 0 0,1 1 0,-1-1 0,1 0 0,-1 1 0,1-1 0,-1 0 0,1 1 0,-1-1 0,0 1 0,1-1 0,-1 0 0,0 1 0,1-1 0,-1 1 0,0 0 0,7 40 0,-7-40 0,3 633 0,-5-624 0,1 0 0,0 0 0,1 0 0,0 0 0,0 0 0,1 0 0,1-1 0,0 1 0,0 0 0,0-1 0,2 1 0,-1-1 0,1 0 0,0 0 0,1 0 0,0 0 0,0-1 0,1 0 0,0 0 0,1-1 0,-1 1 0,2-1 0,-1-1 0,1 1 0,0-1 0,0-1 0,0 0 0,1 0 0,1 1 0,-2-4 0,-1 1 0,1-2 0,0 1 0,-1-1 0,1 0 0,0 0 0,0-1 0,0 0 0,0 0 0,-1-1 0,1 0 0,0-1 0,0 1 0,-1-1 0,1-1 0,-1 0 0,0 0 0,0 0 0,0-1 0,0 0 0,-1 0 0,4-3 0,10-10 0,-1 0 0,0-1 0,-2-1 0,0-1 0,-1 0 0,7-13 0,27-49 0,-3-2 0,-4-1 0,-4-3 0,-4-1 0,-4-1 0,-4-2 0,-4-1 0,-3 0 0,2-63 0,-20 258 0,3 1495 0,-6-1458 0,-5 0 0,-7 0 0,-5-1 0,-7-1 0,-22 61 0,46-187 0,-1 1 0,0-1 0,-1 0 0,0 0 0,-1 0 0,0 0 0,-1 0 0,0-1 0,-1 0 0,0 0 0,-1-1 0,0 1 0,0-1 0,-1-1 0,0 0 0,0 0 0,-1 0 0,0-1 0,0 0 0,-1-1 0,0 0 0,0-1 0,-7 3 0,6-8 0,0 0 0,1-1 0,-1 0 0,0-1 0,1 0 0,-1 0 0,1-2 0,0 1 0,0-1 0,0-1 0,0 1 0,1-2 0,0 1 0,0-1 0,0-1 0,1 0 0,0 0 0,0 0 0,0-1 0,1 0 0,1-1 0,-1 0 0,1 0 0,1 0 0,0 0 0,0-1 0,1 0 0,0 0 0,1 0 0,-1-5 0,-14-26 0,3-1 0,2 0 0,1-1 0,2 0 0,2-1 0,3 1 0,0-2 0,3 1 0,4-38 0,1 46 0,1 1 0,2-1 0,2 1 0,1 0 0,2 0 0,1 1 0,2 1 0,1 0 0,1 1 0,2 0 0,5-3 0,20-33 0,4 3 0,2 2 0,3 2 0,3 2 0,59-49 0,-65 70-537,2 1 0,2 3 0,1 2 0,2 2 0,3 2 537,45-19-4901</inkml:trace>
  <inkml:trace contextRef="#ctx0" brushRef="#br0" timeOffset="-457.693">2657 1662 30903,'0'0'541,"-8"-24"-316,-53-157 21,58 167-212,-1 0-1,-1 0 1,0 0 0,-1 1-1,0 0 1,-1 0 0,0 1-1,-1 0 1,-1 0 0,0 1-1,0 0 1,-1 1 0,0-1-1,-1 2 1,0 0 0,-1 0 0,0 1-1,0 0 1,-3 0-34,10 8 7,1 0 0,0 0 0,0 0-1,0 1 1,0-1 0,0 1 0,0 0 0,0 0 0,0 1 0,0-1 0,0 1-1,0 0 1,1 0 0,-1 0 0,1 0 0,0 1 0,-1-1 0,1 1-1,0 0 1,0 0 0,1 0 0,-1 0 0,1 0 0,-1 1 0,1-1 0,0 1-1,0 0 1,0 1-7,-42 114 19,26 53-18,17-164-1,1 0 0,-1 0 0,1 0 0,1 0 0,0 0 0,0 0 0,0 0 0,1 0 0,0-1 0,1 1 0,0-1 0,0 1 0,0-1 0,1 0 0,0 0 0,1 0 0,-1-1 0,1 0 0,0 0 0,1 0 0,0 0 0,0-1 0,0 0 0,0 0 0,1 0 0,0-1 0,0 0 0,0-1 0,0 1 0,2-1 0,2 0 0,-1-1 1,0-1-1,0 1 0,1-2 1,-1 1-1,1-2 0,-1 1 1,0-1-1,1-1 0,-1 0 1,0 0-1,0-1 0,0 0 0,0-1 1,-1 0-1,0-1 0,1 0 1,-1 0-1,0-1 0,142-129-75,-150 134 73,67-74-670,-11 6-1346</inkml:trace>
  <inkml:trace contextRef="#ctx0" brushRef="#br0" timeOffset="22716.147">759 2987 29438,'0'0'1169,"0"0"-631,0 0-367,0 0-90,36 0 21,144-10 16,54-31-20,-160 26-79,1014-176 405,60 76 181,-979 114-601,-195 8-185,-4 0-726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2:42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1146 1 28846,'0'0'2729,"0"0"-2153,0 0-440,0 0-96,0 0 16,0 0 48,60 93-16,-34-70-56,0 3-32,-15 15-456,-6-3-896,-5-7-5258</inkml:trace>
  <inkml:trace contextRef="#ctx0" brushRef="#br0" timeOffset="294.754">0 1133 30575,'0'0'736,"0"0"-467,31-3-177,19-5 3,1-2 1,-1-2-1,-1-2 0,-1-2 0,12-8-95,129-60 338,-12 5-57,184-57-281,-202 105 0,-157 30 0,0 0 0,1 1 0,-1-1 0,1 1 0,0-1 0,-1 1 0,1 0 0,-1 0 0,1 0 0,-1 1 0,1-1 0,-1 0 0,1 1 0,-1 0 0,1-1 0,-1 1 0,0 0 0,1 0 0,-1 1 0,0-1 0,0 0 0,0 1 0,0-1 0,0 1 0,0 0 0,0 0 0,0 0 0,-1 0 0,1 0 0,-1 0 0,1 0 0,-1 0 0,0 0 0,0 1 0,0-1 0,0 0 0,0 1 0,-1-1 0,1 1 0,-1-1 0,1 1 0,-1 0 0,0-1 0,0 1 0,0 1 0,-2 11 0,0 0 0,-1-1 0,-1 1 0,0-1 0,-1 1 0,0-1 0,-1-1 0,-1 1 0,0-1 0,0 0 0,-2-1 0,0 0 0,0 0 0,-10 9 0,13-13 0,-182 219 0,-10-9 0,-22 4 0,2 0 0,-32 42 0,199-176-1119,51-84-923</inkml:trace>
  <inkml:trace contextRef="#ctx0" brushRef="#br0" timeOffset="546.812">798 1510 26318,'0'0'4153,"13"172"-3497,-13-7-96,0 36-72,-2 13 16,-7-5-416,3-34-88,3-35 0,3-45 0,0-44 0,0-25 0,0-14 0,5-12 0,34-75-496,-4-16-664,5-23-2057</inkml:trace>
  <inkml:trace contextRef="#ctx0" brushRef="#br0" timeOffset="798.7">1640 1175 30166,'-22'16'1003,"-351"302"158,42 19-724,323-329-437,0 1 0,0-1 0,1 2 0,0-1 0,1 1 0,0 0 0,1 0 0,0 1 0,0-1 0,1 1 0,1 0 0,-1 1 0,2-1 0,0 0 0,0 1 0,1-1 0,0 1 0,1 4 0,1-12 0,0-1 0,0 0 0,0 1 0,1-1 0,-1 0 0,1 0 0,0 0 0,-1 0 0,1 0 0,1 0 0,-1-1 0,0 1 0,1-1 0,-1 1 0,1-1 0,0 0 0,0 0 0,-1 0 0,2 0 0,-1-1 0,0 1 0,0-1 0,0 0 0,1 0 0,-1 0 0,0 0 0,1 0 0,-1-1 0,1 0 0,-1 0 0,1 0 0,-1 0 0,4 0 0,34 2 0,0-2 0,0-1 0,0-2 0,-1-2 0,1-2 0,16-6 0,27-9-501,-2-4 1,0-3-1,-2-4 0,-1-3 1,36-26 500,-19 5-4314</inkml:trace>
  <inkml:trace contextRef="#ctx0" brushRef="#br0" timeOffset="1068.498">2074 415 31383,'-3'2091'1384,"4"-1800"-1384,1-264 0,-1-140-848,-4-4-1106,-9-10-1541</inkml:trace>
  <inkml:trace contextRef="#ctx0" brushRef="#br0" timeOffset="1257.103">2113 1445 30006,'0'0'1169,"0"0"-809,0 0 136,167 23-160,-99-1-120,6 6-144,45 1-72,-19-3-776,-12-12-4873</inkml:trace>
  <inkml:trace contextRef="#ctx0" brushRef="#br0" timeOffset="1596.641">3227 930 30142,'0'0'1027,"0"0"-703,23-5-180,437-96 949,-437 96-1074,-8 1-17,0 0 0,0 1 0,1 1 0,-1 0 0,1 1 0,-1 1 0,1 0 0,0 1 0,0 1-2,-14 0 0,0-1 0,0 0 0,0 1 0,0 0 0,0-1 0,-1 1 0,1 0 0,0 0 0,-1 0 0,1 0 0,-1 0 0,0 0 0,0 1 0,0-1 0,0 0 0,0 1 0,0-1 0,-1 0 0,1 1 0,-1-1 0,0 1 0,1-1 0,-1 1 0,0-1 0,0 1 0,-1-1 0,1 1 0,-1-1 0,1 1 0,-1-1 0,0 0 0,1 1 0,-1-1 0,-1 0 0,1 0 0,0 0 0,0 1 0,-1-1 0,0 0 0,-70 116 0,-101 87-8,-9-7 0,-8-9 0,-65 41 8,156-140-25,-5-1-744,104-90 734,0 1 0,0-1-1,0 1 1,0-1 0,0 0-1,-1 1 1,1-1-1,0 1 1,0-1 0,0 1-1,-1-1 1,1 1-1,0-1 1,-1 1 0,1-1-1,0 1 1,-1-1-1,1 1 1,-1-1 0,1 1-1,-1 0 1,1-1-1,-1 1 1,1 0 0,-1-1-1,1 1 1,-1 0 0,1 0-1,-1 0 1,1-1-1,-1 1 1,1 0 0,-1 0-1,0 0 1,1 0-1,-1 0 1,1 0 0,-1 0-1,0 0 1,1 0-1,-1 0 1,1 1 0,-1-1-1,0 0 1,1 0-1,-1 0 1,1 1 0,-1-1-1,1 0 1,-1 1 0,1-1-1,-1 0 36,25-45-5318,18-18-14200</inkml:trace>
  <inkml:trace contextRef="#ctx0" brushRef="#br0" timeOffset="1924.862">3518 1520 28470,'8'25'1375,"3"17"-1089,-2 1 0,-2-1 1,-2 2-1,-1-1 0,-3 20-286,-5 15 212,-4 0 0,-4 0 1,-2-1-1,-5-1 0,-2-1 0,-4 0 1,-3-1-213,7-30 5,17-50-5,25-132 0,-13 113 0,20-78-7,5 3 1,4 0-1,4 3 0,5 1 1,36-54 6,-74 136-4,1 0 1,1 1 0,0 0-1,1 0 1,0 1-1,1 0 1,0 1 0,1 0-1,0 1 1,1 1 0,0 0-1,1 1 1,-1 0 0,2 1-1,-1 1 1,1 0-1,0 2 1,0-1 0,0 2-1,0 0 1,17 0 3,-29 2 0,0 0 0,1 0 0,-1 1 0,0 0 0,1 0 0,-1 0 0,1 0 0,-1 1 0,0 0 1,1 0-1,-1 0 0,0 0 0,0 0 0,0 1 0,0 0 0,0 0 0,0 0 0,0 0 0,-1 1 0,1 0 0,-1-1 0,0 1 0,1 0 0,-1 1 0,1 0 0,1 11 7,-1 0 0,0 0 0,0 1-1,-2-1 1,0 1 0,0-1 0,-2 1-1,0 0 1,0-1 0,-2 1 0,0-1-1,-1 1 1,0-1 0,-2 3-7,-4 9 1,-1 0 0,-1-1-1,-1-1 1,-1 0 0,-1 0 0,-1-2 0,-2 0-1,0 0 1,-1-2 0,-19 18-1,1-14-43,36-25 39,0 1 0,-1-1 0,1 0 0,0 0-1,-1 1 1,1-1 0,0 0 0,-1 0 0,1 0-1,-1 0 1,1 0 0,0 0 0,-1 1 0,1-1-1,-1 0 1,1 0 0,0 0 0,-1 0 0,1 0-1,-1-1 1,1 1 0,0 0 0,-1 0 0,1 0-1,-1 0 1,1 0 0,0 0 0,-1-1 0,1 1-1,0 0 1,-1 0 0,1-1 0,0 1 0,-1 0-1,1 0 1,0-1 0,0 1 0,-1 0 0,1-1-1,0 1 1,0 0 0,0-1 0,-1 1 0,1-1-1,0 1 1,0 0 0,0-1 0,0 1 0,0-1-1,0 1 1,0 0 0,0-1 0,0 1 0,0-1-1,0 1 1,0 0 0,0-1 0,0 1 0,0-1-1,0 1 1,0 0 0,1-1 0,-1 1 0,0 0-1,0-1 1,0 1 0,1-1 4,58-202-2590,-5 74-593</inkml:trace>
  <inkml:trace contextRef="#ctx0" brushRef="#br0" timeOffset="2481.247">4855 297 28070,'0'0'1192,"25"-2"-400,84-2-86,-103 4-660,1 0 1,-1 0-1,1 1 0,-1 0 1,0 0-1,1 1 0,-1 0 1,0 0-1,0 0 1,0 1-1,0 0 0,0 0 1,0 0-1,-1 1 0,0 0 1,0 0-1,0 0 0,0 1 1,-1-1-1,1 1 1,-1 0-1,0 1 0,-1-1 1,1 1-1,-1-1 0,0 1 1,0 1-47,2 8 61,0 0 0,-2 0 0,1 1 1,-2-1-1,0 1 0,-1-1 1,0 1-1,-1-1 0,-1 1 0,-1 4-61,-8 33 13,-2 0-1,-3-1 1,-1-1-1,-3 0 1,-2-2-1,-3 0 1,-1-1-1,-12 13-12,16-23-131,-1-1 0,-3-1 0,-1-1-1,-1-1 1,-3-1 131,17-21-144,0 0 1,-1-2-1,0 0 0,-1 0 1,-1-1-1,1-1 0,-1-1 1,0 0-1,-1-1 0,0-1 1,0 0-1,0-2 0,0 1 0,-1-2 1,1-1-1,-9 0 144,18-1-60,1-1 0,0 1 1,0-2-1,0 1 0,0-1 0,0 0 1,0 0-1,0-1 0,1 0 0,-1 0 1,1-1-1,0 0 0,0 0 0,0 0 0,0-1 1,1 0-1,0 0 0,0 0 0,0 0 1,0-1-1,1 0 0,0 0 0,0 0 0,1-1 1,-1-2 59,-4-7 220,1-1 1,0 0-1,1 0 0,1 0 1,1-1-1,1 0 1,0 0-1,1 0 0,1-15-220,5 31 489,2 5-411,0 0 0,0 1 0,0 0 1,-1 0-1,1 0 0,-1 1 0,0-1 1,-1 1-1,1 0 0,-1 1 1,0-1-1,0 1 0,0 0 0,2 5-78,7 10 168,119 212 570,-110-184-735,2-2 0,3 0 0,1-2 1,3-1-1,1-1 0,25 24-3,294 190 0,-345-252 0,-1 1 0,1-1 0,-1 1 0,1 0 0,-2 0 0,1 1 0,-1 0 0,0-1 0,0 2 0,-1-1 0,0 0 0,0 0 0,-1 1 0,0 0 0,0-1 0,-1 1 0,0 0 0,0 0 0,-1 0 0,0 0 0,0 0 0,-1-1 0,0 1 0,0 0 0,-1 0 0,0-1 0,0 1 0,-1-1 0,0 1 0,-3 4 0,-15 22 0,-1-2 0,-1 0 0,-2-2 0,-1 0 0,-30 24 0,-2 6 0,-3-3 0,-3-3 0,-1-3 0,-3-2 0,-2-4 0,-2-2 0,-2-4 0,-2-3 0,61-29 0,1-1 0,-1 0 0,0-1 0,-1-1 0,1-1 0,-1 0 0,0-1 0,0 0 0,0-2 0,0 0 0,0 0 0,-1-2 0,15 1 0,-1 0 0,1 0 0,-1 0 0,1-1 0,-1 0 0,1 1 0,0-1 0,0 0 0,0 0 0,0 0 0,0 0 0,0 0 0,1-1 0,-1 1 0,1 0 0,0-1 0,-1 1 0,1-1 0,0 0 0,0 1 0,1-1 0,-1 0 0,1 1 0,-1-1 0,1 0 0,0 0 0,0 0 0,0 1 0,0-1 0,0 0 0,1 0 0,-1 0 0,1 1 0,0-1 0,0 0 0,0 1 0,0-1 0,0 1 0,1-1 0,0-1 0,10-14 0,0-1 0,2 2 0,0 0 0,1 0 0,0 1 0,1 1 0,1 1 0,1 0 0,4-1 0,-7 2 0,662-468-765,-573 402-2135</inkml:trace>
  <inkml:trace contextRef="#ctx0" brushRef="#br0" timeOffset="2749.632">6032 1766 31535,'0'0'632,"171"-47"-480,-15 4-104,30-9-48,3 1-88,-51 14-448,-46 7-1873</inkml:trace>
  <inkml:trace contextRef="#ctx0" brushRef="#br0" timeOffset="3046.929">8213 567 27166,'0'0'3569,"-35"103"-3265,-15 13-48,-36 46 16,-26 19 104,-10-1-40,3-19-136,29-42-128,27-28-72,28-36-296,19-43-328,12-10-825,4-8-1383</inkml:trace>
  <inkml:trace contextRef="#ctx0" brushRef="#br0" timeOffset="3298.571">7990 1563 30134,'-27'164'785,"-25"21"-233,3-21-328,12-34-112,22-41-112,15-51-272,17-33-1313,10-10-2832</inkml:trace>
  <inkml:trace contextRef="#ctx0" brushRef="#br0" timeOffset="3753.714">8759 492 29742,'0'0'843,"22"0"-120,74 7-182,-91-5-516,0 0-1,-1 1 0,1-1 0,0 1 1,-1 0-1,0 0 0,0 1 0,0-1 0,0 1 1,0 0-1,-1 0 0,0 0 0,0 0 1,0 1-1,0 0 0,-1-1 0,1 1 0,-1 0 1,0 0-1,-1 0 0,1 0 0,-1 0 1,0 1-1,0-1 0,-1 0 0,0 0 0,0 1 1,0-1-1,0 0 0,-1 1 0,0-1 1,0 0-1,0 0 0,-1 0 0,0 0 0,0 0 1,-1 3-25,-15 42 2,-1-1 1,-2-1 0,-3 0-1,-2-2 1,-1-1-1,-3-1 1,-1-2 0,-13 11-3,41-49 0,-28 37 0,-2-1 0,-2-2 0,-1-1 0,-2-2 0,-1-1 0,-2-3 0,-15 8 0,37-27 0,-2 3 0,-1-1 0,0-1 0,-1-1 0,0-2 0,-1 0 0,-16 4 0,40-13 0,-1-1 0,1 1 0,-1-1 0,0 0 0,1 1 0,-1-1 0,0 0 0,0 0 0,1 1 0,-1-1 0,0 0 0,1 0 0,-1 0 0,0 0 0,0 0 0,0 0 0,1 0 0,-1 0 0,0 0 0,0 0 0,1 0 0,-1-1 0,0 1 0,1 0 0,-1 0 0,0-1 0,1 1 0,-1 0 0,0-1 0,1 1 0,-1-1 0,1 1 0,-1-1 0,0 1 0,1-1 0,-1 0 0,1 1 0,0-1 0,-1 1 0,1-1 0,-1 0 0,1 1 0,0-1 0,0 0 0,-1 0 0,1 1 0,0-1 0,0 0 0,0 0 0,0 1 0,0-1 0,0 0 0,0 0 0,0 1 0,0-1 0,0 0 0,0 0 0,1 1 0,-1-1 0,0 0 0,0 1 0,1-1 0,-1 0 0,1 1 0,-1-1 0,0 0 0,1 1 0,-1-1 0,1 0 0,7-15 0,1-1 0,1 2 0,0-1 0,1 1 0,0 1 0,2 0 0,-1 1 0,2 0 0,-1 1 0,2 0 0,13-8 0,-16 10 0,10-9 0,0 1 0,2 0 0,0 2 0,1 1 0,0 1 0,1 1 0,0 1 0,1 1 0,1 2 0,0 1 0,19-3 0,-44 10 0,1 0 0,-1 0 0,1 0 0,0 1 0,-1-1 0,1 1 0,0 0 0,0 0 0,-1 0 0,1 1 0,0 0 0,-1-1 0,1 1 0,-1 0 0,1 1 0,-1-1 0,1 1 0,-1-1 0,0 1 0,0 0 0,1 0 0,-2 0 0,1 1 0,0-1 0,0 1 0,-1 0 0,1-1 0,-1 1 0,0 0 0,0 1 0,0-1 0,0 0 0,-1 0 0,1 1 0,-1-1 0,0 1 0,0 0 0,0-1 0,0 1 0,-1 0 0,1 2 0,-1 11 0,0-1 0,-2 1 0,0-1 0,0 0 0,-2 0 0,0 0 0,0 0 0,-2 0 0,0-1 0,-1 0 0,0 0 0,-1-1 0,-1 1 0,-81 138 0,-6-4 0,-19 12 0,56-79 0,34-36 0,37-48 0,193-131 0,-133 79 0,115-71 0,-184 122 0,0 0 0,1 1 0,-1 0 0,0-1 0,1 1 0,-1 0 0,1 1 0,0-1 0,-1 1 0,1-1 0,0 1 0,0 0 0,0 1 0,0-1 0,0 1 0,0-1 0,0 1 0,0 0 0,0 1 0,0-1 0,0 1 0,0 0 0,0 0 0,0 0 0,-1 0 0,1 1 0,0-1 0,-1 1 0,1 0 0,-1 0 0,1 1 0,-1-1 0,0 0 0,0 1 0,0 0 0,0 0 0,-1 0 0,1 0 0,-1 0 0,0 1 0,0-1 0,0 1 0,0 0 0,9 117 0,-21-11 0,-4 0 0,-5-1 0,-4-1 0,-35 92 0,43-144 0,-2 31 0,28-83 0,37-32 0,-10-11 0,-2-2 0,-2-2 0,-1-1 0,26-48 0,0-1-50,-4-3-1,-4-2 1,-4-2-1,-5-2 1,-4-2-1,10-54 51,-23 41-1513</inkml:trace>
  <inkml:trace contextRef="#ctx0" brushRef="#br0" timeOffset="4335.508">10694 68 29838,'0'0'881,"0"0"-505,0 0-48,136 45-8,-74-5-32,1 7-48,3 0-80,-5 5-96,-4 1-64,-17 28-232,-16-14-448,-24-4-1249</inkml:trace>
  <inkml:trace contextRef="#ctx0" brushRef="#br0" timeOffset="5317.814">9780 946 30230,'0'0'645,"0"0"-219,28 3-194,122 5 24,-4-21-50,-1-6 0,-1-6 0,-1-6-1,102-39-205,604-180 155,-728 234-906,-198 38-936,-211 36 772,280-55 975,0 1-1,0 0 1,0 0-1,0 1 0,1 0 1,-1 1-1,1-1 1,1 1-1,-1 1 0,1-1 1,0 1-1,1 0 1,-1 1-1,1-1 1,1 1-1,0 0 0,0 0 1,0 0-1,1 1 1,0-1-1,0 3-59,-23 196 731,25-186-693,-26 1019 1298,23-987-1336,1 14 0,-3-1 0,-4 0 0,-2 0 0,-3-1 0,-8 20 0,22-82 0,0 0-1,0 1 1,0-1-1,0 0 1,0 0 0,-1 0-1,1 0 1,-1 0-1,0 0 1,0 0 0,0 0-1,0-1 1,0 1 0,-1-1-1,1 1 1,-1-1-1,0 0 1,0 0 0,0 0-1,1-1 1,-2 1-1,1-1 1,0 1 0,0-1-1,0 0 1,-1 0-1,1-1 1,0 1 0,-1-1-1,1 1 1,-1-1-1,1 0 1,0 0 0,-1-1-1,1 1 1,-1-1 0,1 0-1,0 0 1,0 0-1,-1 0 1,0-1 0,-7-9-69,1-1-1,1 0 1,0-1 0,1 0 0,0 0-1,1-1 1,0 0 0,2 0 0,-1-1-1,2 1 1,-2-7 69,1 7-89,-98-329-1967,67 207 298,-6 2-1,-5 2 1,-51-94 1758,54 148-13,39 70 327,0 0 0,-1 0 0,0 0 0,0 1 1,0 0-1,-1 0 0,0 0 0,-1 1 0,1 0 1,-1 1-1,0 0 0,-1 0 0,1 1 0,-1-1 0,0 2 1,0-1-1,0 2 0,0-1 0,-4 0-314,-67 2 1132,79 1-1122,0 0 0,0-1-1,1 1 1,-1 0-1,0 0 1,0 1-1,0-1 1,1 0 0,-1 0-1,0 0 1,0 0-1,1 1 1,-1-1-1,0 0 1,1 1 0,-1-1-1,0 0 1,1 1-1,-1-1 1,0 1-1,1-1 1,-1 1 0,1 0-1,-1-1 1,1 1-1,-1-1 1,1 1 0,0 0-1,-1-1 1,1 1-1,0 0 1,-1 0-1,1-1 1,0 1 0,0 0-1,0 0 1,-1-1-1,1 1 1,0 0-1,0 0 1,0 0 0,0-1-1,1 1 1,-1 0-1,0 0 1,0-1-1,0 1 1,1 0 0,-1 0-1,0-1 1,1 1-1,-1 0 1,0-1-1,1 1 1,-1 0 0,1-1-10,41 18 178,205-9 81,316-70-152,-550 61-103,-10-2-4,0 1 0,0 0 0,0 0-1,0 0 1,0 0 0,0 1 0,1 0 0,-1-1 0,0 1 0,0 0 0,0 0 0,0 0 0,1 1 0,-1-1 0,0 1 0,0 0 0,0 0 0,0 0 0,0 0-1,0 0 1,0 1 0,-1-1 0,1 1 0,0 0 0,-1 0 0,1 0 0,-1 0 0,0 0 0,0 1 0,0-1 0,0 1 0,0-1 0,0 1 0,-1 0 0,1-1-1,-1 1 1,1 0 0,-1 0 0,0 0 0,-1 0 0,1 0 0,0 0 0,-1 1 0,-1 9 0,-1-1 0,0 0 0,-1 0 0,0 0 1,-1 0-1,0-1 0,-1 1 0,-1-1 0,1 0 0,-2-1 0,1 1 0,-2-1 0,1 0 0,-1-1 1,-1 0-1,-7 7 0,-1 3 1,-151 173 11,-8-8 0,-51 31-12,145-152-7,89-88-64,186-164-235,42-10-99,9 11 1,211-122 404,-304 217 10,-153 107 220,-132 183 629,-1 113-764,71-214-95,-4-3 0,-4-2 0,-4-5 0,-3-2 0,-5-4 0,-2-4 0,-67 44 0,-98 60 0,-9-10 0,-6-12 0,-7-11 0,-225 82 0,281-144 0,216-84-20,0-1 0,1 0 0,-1 0-1,0 0 1,0 0 0,0 1 0,0-1 0,0 0-1,1 0 1,-1-1 0,0 1 0,0 0 0,0 0 0,0 0-1,0 0 1,1-1 0,-1 1 0,0 0 0,0-1 0,1 1-1,-1-1 1,0 1 0,0-1 0,1 1 0,-1-1 0,0 0-1,1 1 1,-1-1 0,1 1 0,-1-1 0,1 0 0,-1 0-1,1 1 1,0-1 0,-1 0 0,1 0 0,0 0 0,0 1-1,-1-1 1,1 0 0,0 0 0,0 0 0,0 0 0,0 0-1,0 1 1,0-1 0,0 0 0,0 0 0,1 0 0,-1 0-1,0 0 1,0 1 0,1-1 0,-1 0 0,0 0 0,1 1-1,-1-1 1,1 0 0,-1 0 0,1 1 0,-1-1 0,1 0 20,0 1-42,19-41-2547</inkml:trace>
  <inkml:trace contextRef="#ctx0" brushRef="#br0" timeOffset="5569.787">11398 2033 32207,'0'0'560,"175"142"-560,-10-40 0,21-1 0,-8-28 0,-47-30 0,-43-27 0,-27-8 0,-13-4 0,-6 2 0,-20 2 0,-9-2-168,-13 0-2129</inkml:trace>
  <inkml:trace contextRef="#ctx0" brushRef="#br0" timeOffset="6307.694">1922 3210 27910,'0'0'741,"0"0"-383,19-2-159,237-49 481,-18-4-212,265-51 117,5 22 1,313-4-586,370 67 346,-556 60-255,131 45-91,-106-9 17,1567 130 673,-1239-110-642,-744-52-72,-243-44-27,0 1-1,0 0 1,0-1-1,0 1 1,0-1-1,0 0 1,0 1 0,0-1-1,0 0 1,0 0-1,0 1 1,0-1 0,-1 0-1,1 0 1,0 0-1,-1 0 1,1 0-1,-1 0 1,1 0 0,-1 0-1,1 0 1,-1-1-1,0 1 1,1 0 0,-1 0-1,0 0 1,0 0-1,0-1 1,0 1-1,0 0 1,0 0 0,0 0-1,-1 0 1,1 0-1,0-1 1,-1 1 0,1 0-1,0 0 1,-1 0-1,1 0 1,-1 0-1,0 0 1,1 0 0,-1 0-1,0 0 1,0 0-1,1 1 1,-1-1-1,0 0 1,0 0 0,0 1-1,0-1 1,0 1-1,0-1 52,-24-37-6089</inkml:trace>
  <inkml:trace contextRef="#ctx0" brushRef="#br0" timeOffset="6559.411">11996 3358 32767,'0'0'0,"0"0"0,0 0 0,0 0-9106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2:52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27902,'0'0'1216,"0"0"-520,0 0-336,0 0-47,0 0 319,0 0-200,189 15-72,-49-15-104,48 0-40,16-5-24,-4-3-88,-25 6-56,-52 2-48,-5 8-96,-34 7-480,-34 1-1040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2:50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0 206 28942,'0'0'1489,"0"0"-841,0 0-374,0 0-66,20-4 119,103-19 113,2 6-1,94 0-439,-206 16 0,0 1 0,0 0 0,0 1 0,0 0 0,0 1 0,-1 1 0,1 0 0,-1 0 0,1 1 0,-1 1 0,0 0 0,-1 1 0,1 0 0,-1 1 0,0 0 0,-1 1 0,0 0 0,0 0 0,2 4 0,4 8 0,-2 0 0,0 2 0,-2-1 0,0 2 0,-2 0 0,0 0 0,-1 0 0,-2 1 0,0 1 0,-2-1 0,0 1 0,-2 0 0,-1 0 0,-1 0 0,-1 0 0,-1 0 0,-1 0 0,-1 0 0,-2 0 0,0 0 0,-3 4 0,-3 10-9,-2 0 1,-2-1-1,-1-1 1,-2 0-1,-1-1 0,-2-1 1,-2-2-1,0 0 1,-3-1-1,-1-1 1,-1-1-1,-1-2 0,-1-1 1,-2-1-1,-1-2 1,-2 0 8,-14 0-288,48-24 249,0 0 0,-1 0 0,1 0 0,0-1 1,0 1-1,-1 0 0,1-1 0,0 1 0,0-1 1,0 1-1,0-1 0,0 0 0,0 0 0,0 1 1,0-1-1,0 0 0,0 0 0,0 0 0,0 0 1,0 0-1,1 0 0,-1 0 0,0 0 0,1 0 1,-1 0-1,1 0 0,-1-1 0,1 1 0,-1 0 1,1 0-1,0 0 0,0-1 0,0 1 0,0 0 1,0 0-1,0-1 0,0 1 0,0 0 0,0 0 1,0-1-1,1 1 0,-1 0 0,1 0 0,-1-1 1,1 0 38,-1-3-324,4-51-3142</inkml:trace>
  <inkml:trace contextRef="#ctx0" brushRef="#br0" timeOffset="278.323">1631 1 30054,'0'0'854,"-31"19"-267,-249 182 192,227-160-725,1 3 1,3 2 0,1 2 0,3 2 0,2 2 0,2 2-1,3 2 1,2 1 0,-20 44-55,48-79 0,0 0 0,1 1 0,1-1 0,1 1 0,1 1 0,2-1 0,0 7 0,3-18 0,0-1 0,2 0 0,-1 0 0,1 0 0,1 0 0,0 0 0,1-1 0,0 1 0,0-1 0,1 0 0,0-1 0,1 0 0,0 0 0,1 0 0,-1-1 0,2 0 0,-1 0 0,1-1 0,0 0 0,1-1 0,0 0 0,0 0 0,0-1 0,0 0 0,10 2 0,22 10-17,0-3-1,1-1 1,1-2 0,0-1-1,0-3 1,1-2 0,-1-2-1,1-1 1,0-3 0,0-2-1,1-1 18,130-21-1071,-34-15-1020</inkml:trace>
  <inkml:trace contextRef="#ctx0" brushRef="#br0" timeOffset="527.172">2188 474 31639,'0'0'720,"0"0"-528,0 0-120,0 0-8,116 0 16,-57 0-80,4-2 0,14 2 0,-15 0-824,-19 0-1825</inkml:trace>
  <inkml:trace contextRef="#ctx0" brushRef="#br0" timeOffset="715.737">2334 797 30783,'0'0'712,"0"0"-464,0 0-144,125-35-56,-17-5-48,-14 5-448,-9-1-3377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2:55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178 152 26790,'0'0'2576,"0"0"-2160,0 0 72,-43 101 81,21-44-169,-3 8-112,1 6-112,5 2-104,-1 0-32,7-4-40,4-12-16,7-13-216,2-25-456,13-15-865,9-4-1687</inkml:trace>
  <inkml:trace contextRef="#ctx0" brushRef="#br0" timeOffset="200.911">746 0 26774,'0'0'3464,"0"0"-2863,-22 119 31,-4-44-88,-5 27-16,-4 24-304,-2 30-224,0 10 0,10-10 0,10-44-8,4-45-1768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2:54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1 28446,'0'0'1600,"0"0"-1127,0 0-81,0 0-48,-118 87 16,78-32-16,-3 14-64,-1 10-136,0 6 0,0 3-56,7 1-32,6-8-24,9-10-32,11-14 0,11-15-232,31-42-456,15 0-993,4-30-6800</inkml:trace>
  <inkml:trace contextRef="#ctx0" brushRef="#br0" timeOffset="329.141">1011 40 29798,'0'0'1261,"-25"30"-696,14-17-517,-179 249 638,147-185-550,3 1 1,4 3-1,-20 66-136,44-32 0,13-111 0,0-1 0,0 1 0,0-1 0,1 0 0,0 1 0,0-1 0,0 0 0,0 0 0,0 0 0,0 0 0,1-1 0,0 1 0,-1 0 0,1-1 0,0 0 0,0 0 0,0 0 0,1 0 0,-1 0 0,0-1 0,1 1 0,-1-1 0,1 0 0,-1 0 0,1 0 0,0-1 0,-1 1 0,2-1 0,16 1 0,-1-1 0,1 0 0,-1-2 0,1-1 0,-1 0 0,0-1 0,0-2 0,0 0 0,-1-1 0,0 0 0,0-2 0,-1 0 0,0-2 0,-1 1 0,0-2 0,0-1 0,-1 0 0,-1-1 0,-1 0 0,11-14 0,-22 25 0,1 0 0,-1 0 0,-1 0 0,1-1 0,0 0 0,-1 1 0,0-1 0,0 0 0,0 0 0,0 0 0,0 0 0,-1 0 0,0-1 0,0 1 0,0 0 0,-1-1 0,1 1 0,-1-1 0,0 1 0,0 0 0,0-1 0,-1 1 0,0-1 0,0 1 0,-1-3 0,-4 2 0,1 0 0,-2 1 0,1 1 0,0-1 0,-1 1 0,1 0 0,-1 0 0,0 1 0,0-1 0,0 2 0,-1-1 0,1 1 0,-2 0 0,-105-14-20,92 15-48,0-2 1,1 0-1,-1-1 1,1-2-1,-1 0 1,1-1-1,1-1 1,-1-1-1,1-1 1,1-1-1,-7-4 68,-10-22-1958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2:57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1 347 29414,'0'0'667,"0"0"-220,0 0-166,0 0 93,0 0-12,0 0-72,22-9-81,73-29-91,-91 38-110,1-1 1,-1 1 0,1 0 0,-1 0 0,1 0-1,-1 1 1,0 0 0,1 0 0,-1 0 0,0 0-1,0 1 1,1-1 0,-1 1 0,0 0 0,-1 0-1,1 1 1,0-1 0,-1 1 0,1 0 0,-1 0-1,0 0 1,0 0 0,0 0 0,0 1 0,0 0-1,-1-1 1,0 1 0,0 0 0,0 0 0,0 0-1,0 0 1,-1 1 0,0-1 0,0 0 0,0 1-1,0-1 1,-1 0 0,0 1 0,0-1 0,0 4-9,11 245 185,-11-250-184,-1 1 1,2 0-1,-1-1 1,0 1-1,1 0 0,-1-1 1,1 1-1,0-1 1,0 1-1,1-1 0,-1 1 1,1-1-1,0 0 0,0 1 1,0-1-1,0 0 1,0 0-1,0-1 0,1 1 1,0 0-1,-1-1 1,1 0-1,0 1 0,0-1 1,1 0-1,-1-1 1,0 1-1,0 0 0,1-1 1,-1 0-1,1 0 1,0 0-1,-1 0 0,1-1 1,0 1-1,-1-1 1,1 0-1,0 0 0,-1 0 1,1-1-1,0 1 0,-1-1 1,1 0-1,-1 0 1,1 0-2,21-8 0,-1-1 0,0-2 1,-1 0-1,0-1 1,-1-1-1,-1-2 1,0 0-1,-1-1 0,-1-1 1,0 0-1,-2-2 1,0 0-1,1-4 0,24-26 0,-3-3 0,-1-1 0,-3-2 0,-3-1 0,-2-1 0,-2-2 0,17-59 0,-41 105 0,-1 5 0,-2 27 0,-20 156 0,-112 915 0,113-976 0,-5-1 0,-5-2 0,-29 74 0,56-177 0,-1-1 0,1 1 0,-1-1 0,-1 0 0,1 0 0,-1 1 0,0-2 0,0 1 0,-1 0 0,0-1 0,0 1 0,0-1 0,-1 0 0,1-1 0,-1 1 0,0-1 0,-1 0 0,1 0 0,-1 0 0,0-1 0,0 0 0,0 0 0,0 0 0,0-1 0,0 0 0,-1 0 0,1-1 0,-1 0 0,0 0 0,1 0 0,-1-1 0,0 0 0,1 0 0,-1-1 0,1 0 0,-1 0 0,0 0 0,1-1 0,0 0 0,-1 0 0,1-1 0,0 0 0,0 0 0,-1-1 0,-5-12 0,1 0 0,0-1 0,1 0 0,1-1 0,1 0 0,0 0 0,2-1 0,0 0 0,1 0 0,0-1 0,2 1 0,1-1 0,0 0 0,1 0 0,1 0 0,1 1 0,1-1 0,1 0 0,3-10 0,-1-11 0,2-1 0,2 1 0,2 0 0,2 1 0,1 0 0,2 1 0,2 1 0,1 1 0,2 0 0,16-19 0,-11 25-54,1 1 0,2 1 0,1 2 0,1 1 0,1 2 0,6-3 54,1-2-240,80-57-1733,-8 11-3172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2:57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29526,'0'0'1329,"0"0"-1113,0 0-8,0 0 88,155-18 72,-74 1-128,9-1-160,44 4-80,-22 4-240,-22 2-1224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2:58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28678,'0'0'976,"0"0"-127,0 0-337,0 0-64,0 0-72,0 0-208,0 0-120,17-24-24,40 22-8,31-2-16,57-3-88,-18-1-432,-9-6-1969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3:21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 30238,'0'0'657,"0"0"-537,2 112-120,-30-29-176,-1-10-769,-8-10-6488</inkml:trace>
  <inkml:trace contextRef="#ctx0" brushRef="#br0" timeOffset="1">0 807 31727,'0'0'776,"0"0"-512,0 0-264,0 0 0,127 73 0,-89-73-904,-14 0-5706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3:19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776 0 30358,'0'0'1561,"0"0"-1289,0 0-128,0 0 32,0 0 80,0 0-256,-52 75 0,6-21 0,-33 28 0,-33 25 0,0-3 0,5-9 0,17-14 0,24-24 0,7-4 0,22-25-424,21-18-776,16-12-1257</inkml:trace>
  <inkml:trace contextRef="#ctx0" brushRef="#br0" timeOffset="171.983">829 308 29854,'0'0'817,"0"0"-329,0 0-8,-57 105 104,-7-44-216,-8 10-240,-9 2-128,0 2-64,-13 13-464,19-18-704,16-25-1777</inkml:trace>
  <inkml:trace contextRef="#ctx0" brushRef="#br0" timeOffset="552.971">143 947 29398,'-83'547'2944,"75"-489"-2941,3 0 1,3 0-1,2 1 1,2-1 0,3 1-1,3-1 1,2-1-1,3 1 1,2-2 0,3 0-4,-18-56-19,1-1 0,-1 0 0,1 1 0,-1-1 0,1 0 0,-1 1 0,1-1 0,0 0 0,-1 1 0,1-1 0,0 1 0,0-1 0,-1 1 0,1-1 0,0 1 0,0 0 0,0-1 0,-1 1 0,1 0 0,0 0 0,0 0 0,0 0 0,0-1 0,0 1 0,-1 0 0,1 0 0,0 1 0,0-1 0,0 0 0,0 0 0,0 0 0,-1 1 0,1-1 0,0 0 0,0 1 0,0-1 0,-1 0 0,1 1 0,0-1 0,0 1 0,-1 0 0,1-1 0,0 1 0,-1-1 0,1 1 0,-1 0 0,1 0 0,-1-1 0,1 1 0,-1 0 0,0 0 0,1-1 0,-1 1 0,0 0 0,0 0 0,1 0 0,-1 0 0,0 0 0,0-1 0,0 1 0,0 1 19,15-186-388,-8 73 321,5 0 1,5 1 0,5 1 0,5 1 0,6-6 66,-27 97 38,1 0 0,1 0-1,0 0 1,1 1 0,0 1 0,2 0 0,0 0 0,0 0 0,1 2 0,1 0-1,1 0 1,-1 1 0,2 1 0,0 0 0,7-3-38,-1 0 71,2 1 0,-1 1-1,2 1 1,-1 1 0,2 2 0,-1 0-1,1 1 1,0 2 0,0 0 0,1 2 0,-1 1-1,1 1 1,17 1-71,-32 1 25,0 1 1,0 0-1,-1 1 0,1 0 0,-1 0 0,0 1 0,1 1 1,-2 0-1,1 0 0,0 1 0,-1 0 0,0 0 0,-1 1 1,0 0-1,0 1 0,0 0 0,-1 0 0,0 1 0,0-1 1,-1 2-1,0-1 0,3 8-25,6 14 36,-2 1-1,-1 0 1,-2 0 0,0 1 0,-3 0-1,4 30-35,-1-2 2,-3-1-1,-3 1 0,-2 1 0,-3-1 0,-3 0 0,-2 0 1,-3-1-1,-2 0 0,-10 24-1,18-71 0,-1 1 0,-1-1 0,0 0 0,-1-1 0,-1 1 0,0-1 0,0 0 0,-1-1 0,-1 0 0,0 0 0,0-1 0,-1 0 0,0 0 0,-8 5 0,10-13-109,1 1-1,-1-1 1,1 0-1,-1-1 1,0 0 0,0 0-1,0 0 1,0-1-1,0 0 1,1-1-1,-1 0 1,0 0 0,0-1-1,1 0 1,-1 0-1,1-1 1,-1 0 0,1 0-1,0 0 1,0-1-1,0 0 1,1-1 0,-1 1-1,1-1 1,-2-3 109,-58-43-3490</inkml:trace>
  <inkml:trace contextRef="#ctx0" brushRef="#br0" timeOffset="945.044">481 1243 27286,'0'0'1416,"0"0"-297,19 2-284,63 12-303,-77-12-513,-1 1-1,1 0 1,-1 0 0,0 0 0,0 1 0,0-1-1,-1 1 1,1 0 0,-1 0 0,0 1-1,0-1 1,0 0 0,-1 1 0,1 0-1,-1 0 1,0 0 0,-1 0 0,1 0-1,-1 0 1,0 0 0,0 0 0,-1 0-1,1 1 1,-1-1 0,-1 0 0,1 0-1,0 1 1,-2 3-19,2 5 16,-3 19-12,-2 0 0,-1-1 0,-2 0 0,-1 0 0,-1 0 0,-2-2 0,-1 1 0,-1-1 0,-2-1 0,-1-1 0,-1 0 0,-1-1 0,-2-1 0,0-1 0,-2-1 0,-1-1 0,-1 0-4,47-59 263,43-47-556,-4-2-1,-3-3 1,-5-2 0,-3-2-1,-4-3 1,-5-1-1,0-14 294,-32 83-377,-4 37 270,-4 528 2848,16-429-2716,-17-108-39,0-1 0,0 1 0,0 0 0,0 0-1,0 0 1,0 0 0,0-1 0,0 1 0,1 0 0,-1 0 0,0 0-1,1 0 1,-1-1 0,0 1 0,1 0 0,-1 0 0,1-1-1,-1 1 1,1 0 0,-1-1 0,1 1 0,0-1 0,-1 1 0,1-1-1,0 1 1,-1-1 0,1 1 0,0-1 0,0 1 0,-1-1-1,1 0 1,0 0 0,0 1 0,0-1 0,-1 0 0,1 0 0,0 0-1,0 0 1,0 0 0,0 0 0,0 0 0,-1 0 0,1 0-1,0 0 1,0-1 0,0 1 0,-1 0 0,1 0 0,0-1 0,0 1-1,0-1 1,-1 1 0,1-1 0,0 1 0,-1-1 0,1 1-1,0-1 1,-1 1 0,1-2 14,26-46-936,-26 45 907,29-76-2181,-5-14-3063</inkml:trace>
  <inkml:trace contextRef="#ctx0" brushRef="#br0" timeOffset="1589.293">1515 99 27870,'0'0'1294,"26"-8"-237,1-1-821,143-23 751,-164 31-958,-1 0-1,1 1 1,0-1 0,0 1-1,-1 1 1,1-1 0,0 1-1,0 0 1,-1 0 0,1 1-1,-1-1 1,1 1 0,-1 1-1,0-1 1,0 1 0,0 0-1,0 0 1,0 0-1,0 1 1,-1-1 0,0 1-1,0 0 1,0 1 0,0-1-1,0 1 1,-1-1 0,0 1-1,0 0 1,-1 0 0,1 1-1,-1-1 1,0 0 0,0 1-1,-1-1 1,1 1-29,-3 13 18,0 0 0,-1 0-1,-1-1 1,-1 1 0,0-1 0,-1 0 0,-1 0 0,-1 0-1,-1-1 1,0 0 0,-1-1 0,-1 0 0,0 0-1,-1-1 1,-1 0 0,0-1 0,-1 0 0,-11 8-18,15-11-1,-175 195 1,183-206 0,1 1 0,-1-1 0,0 1 0,0 0 0,0-1 0,1 1 0,-1 0 0,0 0 0,1 0 0,-1 0 0,1-1 0,-1 1 0,1 0 0,-1 0 0,1 0 0,0 0 0,0 0 0,-1 0 0,1 0 0,0 0 0,0 0 0,0 0 0,0 0 0,0 0 0,0 0 0,0 0 0,0 0 0,1 0 0,-1 0 0,0 0 0,0 0 0,1 0 0,-1 0 0,1 0 0,-1 0 0,1 0 0,-1 0 0,1 0 0,0-1 0,-1 1 0,1 0 0,0-1 0,0 1 0,-1 0 0,1-1 0,0 1 0,0-1 0,0 1 0,0-1 0,0 1 0,0-1 0,0 0 0,0 1 0,0-1 0,0 0 0,0 0 0,66 0 0,-54-1 0,161-49 0,-36 6 0,-137 44 0,0 1 0,0 0 0,0-1 0,0 1 0,-1 0 0,1 0 0,0-1 0,0 1 0,0 0 0,-1 0 0,1 0 0,0 0 0,-1 0 0,1 0 0,-1 0 0,0 0 0,1 0 0,-1 1 0,0-1 0,1 0 0,-1 0 0,0 0 0,0 0 0,0 1 0,0-1 0,0 0 0,0 0 0,0 0 0,-1 0 0,1 0 0,0 1 0,-1-1 0,1 0 0,-1 0 0,1 0 0,-1 0 0,1 0 0,-1 0 0,0 0 0,1 0 0,-1 0 0,0-1 0,0 1 0,0 0 0,0 0 0,1-1 0,-1 1 0,0 0 0,0-1 0,-1 1 0,1-1 0,0 1 0,-164 190-13,-123 90 10,221-204 16,67-76-13,-1-1 0,1 1 0,0 0 1,0 0-1,0-1 0,0 1 0,0 0 0,0 0 0,0-1 0,0 1 0,0 0 0,0-1 0,0 1 0,0 0 0,1 0 0,-1-1 0,0 1 0,1 0 0,-1-1 0,0 1 0,1-1 1,-1 1-1,0 0 0,1-1 0,-1 1 0,1-1 0,0 1 0,-1-1 0,1 1 0,-1-1 0,1 1 0,0-1 0,-1 0 0,1 1 0,-1-1 0,1 0 0,0 0 0,0 0 0,-1 1 1,1-1-1,0 0 0,-1 0 0,1 0 0,0 0 0,0 0 0,-1 0 0,1 0 0,0 0 0,0-1 0,-1 1 0,1 0 0,0 0 0,-1 0 0,1-1 0,47-5 0,-8-6 0,-1-2 0,-1-2 0,0-1 0,-2-2 0,26-17 0,4-2 0,80-31-595,-145 69 566,0 1 0,-1 0 1,1-1-1,0 1 0,0 0 0,-1-1 0,1 1 0,0 0 0,-1 0 0,1 0 0,0 0 0,-1 0 1,0 0-1,1-1 0,-1 1 0,1 0 0,-1 0 0,0 0 0,0 0 0,1 0 0,-1 1 1,0-1-1,0 0 0,0 0 0,0 0 0,-1 0 0,1 0 0,0 0 0,0 0 0,0 0 0,-1 0 1,1 0-1,-1 0 0,1 0 0,-1 0 0,1-1 0,-1 1 0,1 0 0,-1 0 29,-92 146-1689,-365 378 1563,427-481 1448,30-44-1304,1 1 1,-1 0 0,1-1-1,0 1 1,-1 0 0,1 0-1,0-1 1,0 1 0,0 0-1,0 0 1,0 0 0,0-1 0,0 1-1,0 0 1,0 0 0,0 0-1,0-1 1,0 1 0,0 0-1,0 0 1,1-1 0,-1 1-1,0 0 1,1 0 0,-1-1-1,1 1 1,-1 0 0,1-1-1,-1 1 1,1 0 0,-1-1-1,1 1 1,-1-1 0,1 1-1,0-1 1,-1 1 0,1-1-1,0 0 1,0 1 0,-1-1-1,1 0 1,0 0 0,0 1-1,-1-1 1,1 0 0,0 0-1,0 0 1,0 0 0,-1 0-1,1 0 1,0 0 0,0 0-1,0 0 1,-1 0 0,1-1-19,20-2 48,-1-2 1,0-1-1,0 0 0,-1-2 1,0 0-1,0-1 1,-1-1-1,0 0 1,0-2-1,-1 0 0,-1-1 1,0-1-1,12-14-48,-27 28 0,33-29-40,0-2 0,-3-1 0,-1-2 0,-1-1 0,-2-1 0,3-7 40,-16 20-770,-1 0 1,-1-1-1,-2-1 0,0 0 1,-1 0-1,4-25 770,-4-7-7338</inkml:trace>
  <inkml:trace contextRef="#ctx0" brushRef="#br0" timeOffset="1868.262">1879 987 23669,'0'0'4049,"0"0"-2713,0 0-248,0 0-559,-72 114 111,61 26-40,2 26-56,5 5-232,4-9-312,0-14 0,0-6 0,0 2 0,0-12 0,13-29 0,2-32 0,16-53-936,-7-18-1441,-2-20-3728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3:32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0 22373,'0'0'3425,"0"0"-705,0 0-1792,0 0-649,0 0-74,-8 5 63,4-3-233,-1 1 0,1 0 0,0 0 0,0 1 0,0-1 0,1 1 1,-1 0-1,1 0 0,-1 0 0,2 1 0,-1-1 0,0 1 0,1-1 0,0 1 0,0 0 0,-1 2-35,-96 378 630,94-363-896,1-1-1,2 1 1,0-1-1,1 1 1,1 0-1,1-1 1,2 8 266,8 3-2646</inkml:trace>
  <inkml:trace contextRef="#ctx0" brushRef="#br0" timeOffset="364.61">906 351 27238,'0'0'849,"0"0"-257,0 0-175,0 0 65,0-18-103,-4-123 139,3 137-503,0 0 1,-1 1-1,0-1 1,0 1 0,0-1-1,0 1 1,0 0-1,-1 0 1,1 0 0,-1 0-1,0 0 1,0 0-1,0 1 1,0 0 0,-1-1-1,1 1 1,0 1-1,-1-1 1,0 0 0,1 1-1,-1-1 1,0 1 0,0 0-1,0 1 1,1-1-1,-1 1 1,0-1 0,0 1-1,0 0 1,0 1-1,0-1 1,0 1 0,0-1-1,0 1 1,0 1-1,1-1 1,-1 0 0,0 1-1,1 0 1,-1 0-1,1 0 1,0 0 0,-1 0-1,-1 3-15,-3 2 1,1 0-1,0 1 0,0 0 0,1 0 0,0 1 0,1-1 1,0 1-1,0 1 0,1-1 0,0 1 0,0-1 1,1 1-1,0 0 0,1 0 0,1 1 0,-1-1 1,1 0-1,1 0 0,0 1 0,1-1 0,0 4 0,1-11-10,1 1 0,-1-1 0,1 0 0,0 0 0,0 0 0,0 0 0,0 0 0,1-1 0,-1 1 0,1-1 0,-1 0-1,1 0 1,0 0 0,0-1 0,0 1 0,0-1 0,0 0 0,0 0 0,0 0 0,1-1 0,-1 1 0,0-1 0,0 0 0,1-1 0,-1 1-1,0-1 1,0 1 0,0-1 0,3-1 10,119-31-1713,-71 4-601</inkml:trace>
  <inkml:trace contextRef="#ctx0" brushRef="#br0" timeOffset="566.242">1430 28 28830,'0'0'888,"0"0"-360,0 0-175,-40 130-1,31-83-152,5 2-128,2 3-40,2-1-32,0-6-80,2-7-368,13-14-545,3-15-1471</inkml:trace>
  <inkml:trace contextRef="#ctx0" brushRef="#br0" timeOffset="738.439">1964 14 28574,'0'0'1008,"0"0"-184,-6 100-423,-5-44-73,0 7-176,2 6-112,-2 24-40,5-19-1089,-3-16-5272</inkml:trace>
  <inkml:trace contextRef="#ctx0" brushRef="#br0" timeOffset="1112.219">0 742 28774,'0'0'851,"0"0"-430,20 4-153,94 12 168,-1-5-1,2-5 0,87-7-435,-98 0 93,1162 9 636,-1186 0-1791,-106-8-896</inkml:trace>
  <inkml:trace contextRef="#ctx0" brushRef="#br0" timeOffset="2272.57">1614 686 28398,'0'0'1176,"0"0"-792,0 0-240,0 0 112,0 0-111,-71 135-113,32-80-32,6-10-689,-4-5-7176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3:54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1 551 26542,'0'0'3256,"0"0"-2615,0 0-265,0 0-104,116-30 8,-55 12-120,7 3-104,-2 3-40,-2 2-16,-5 2-96,2-8-384,-13 3-929,-17-3-2840</inkml:trace>
  <inkml:trace contextRef="#ctx0" brushRef="#br0" timeOffset="251.563">411 125 18132,'0'0'10146,"0"0"-9274,-46 122-200,28-55-200,3 10-151,4 4-185,4 0-136,5-4-56,2-6-577,0-22-1007,0-23-3385</inkml:trace>
  <inkml:trace contextRef="#ctx0" brushRef="#br0" timeOffset="408.214">636 247 27158,'0'0'1080,"0"0"-208,0 0-280,117 26-224,-82-1-128,-2 1-79,-9 4-97,-7-1-40,-10 3-8,-7-1-8,-7 5-8,-21-1 0,-7 3-193,-16-3-287,12-9-536,8-12-2136</inkml:trace>
  <inkml:trace contextRef="#ctx0" brushRef="#br0" timeOffset="626.564">1099 146 27894,'0'0'1360,"0"0"-568,0 0-207,-112 97-105,77-50-192,9 9-128,4 1-72,13-2-32,9-4-40,0-5-16,26-7 0,49-5-80,-7-13-528,0-11-1681</inkml:trace>
  <inkml:trace contextRef="#ctx0" brushRef="#br0" timeOffset="1051.083">1625 389 28574,'0'0'992,"0"0"-456,0 0-272,0 0-55,0 0 87,158-49-184,-99 41-72,0 2-40,7 4-296,-16 2-489,-15 0-975</inkml:trace>
  <inkml:trace contextRef="#ctx0" brushRef="#br0" timeOffset="1219.745">1974 142 27526,'0'0'1288,"0"0"-720,0 0-112,-55 129-40,42-72-159,4 4-209,9 16-48,0-14-753,0-16-2271</inkml:trace>
  <inkml:trace contextRef="#ctx0" brushRef="#br0" timeOffset="1516.689">2456 338 28598,'0'0'812,"0"0"-249,0 0-220,-2-20-76,-10-62-114,11 79-153,0 0 0,0 0-1,0 0 1,0 0 0,0 0 0,-1 1 0,1-1 0,-1 0 0,0 1-1,0 0 1,0-1 0,0 1 0,0 0 0,0 0 0,-1 0-1,1 0 1,-1 0 0,1 1 0,-1-1 0,1 1 0,-1 0 0,0 0-1,0 0 1,0 0 0,0 0 0,0 0 0,0 1 0,0 0-1,0-1 1,0 1 0,0 0 0,0 0 0,0 1 0,0-1 0,0 1-1,0-1 1,0 1 0,0 0 0,0 0 0,0 1 0,1-1-1,-1 0 1,0 1 0,1 0 0,-1-1 0,1 1 0,0 0-1,-1 0 1,1 1 0,0-1 0,0 0 0,0 2 0,-8 7 1,0 1 1,2 0 0,-1 1-1,1 0 1,1 0-1,1 0 1,-1 1 0,2 0-1,0 1 1,1-1-1,1 1 1,0 0 0,0 0-1,2 0 1,0 7-2,1-19 4,0 0 0,1 0 0,-1 0 0,1 1 0,0-1 0,0 0 0,0 0 0,1 0 0,-1-1 0,1 1 0,-1 0 0,1 0 0,0-1 0,0 1 0,0-1 0,1 0 0,-1 1 0,0-1 0,1 0 0,-1 0 0,1-1 0,0 1 0,0-1 0,0 1 0,0-1 0,0 0 0,0 0 0,0 0 0,0 0 0,0-1 0,0 1 0,0-1 0,2 0-4,117 3-161,-103-4 49,46-5-1351,-8-6-3040</inkml:trace>
  <inkml:trace contextRef="#ctx0" brushRef="#br0" timeOffset="1999.846">3177 373 29150,'0'0'824,"0"0"-504,0 0-31,0 0-1,0 0-104,160 0-120,-101 2-64,29 4-32,-16 0-496,-11-4-1329</inkml:trace>
  <inkml:trace contextRef="#ctx0" brushRef="#br0" timeOffset="2298.833">3793 139 28894,'0'0'1136,"0"0"-864,0 0-184,0 0 153,120 7 127,-91 15-120,-7 8-64,-7 3-48,-10 3-16,-5 1 0,-5-1-40,-23-1-32,-7 1-48,-3-5-120,-1 3-200,10-8-536,12-11-1681</inkml:trace>
  <inkml:trace contextRef="#ctx0" brushRef="#br0" timeOffset="2576.144">4137 0 29286,'0'0'864,"0"0"-455,0 0 7,-103 109-16,83-62-136,7 5-120,13-1-64,0-6-32,18-5 0,12-9-24,5-5-24,3-4 0,-3-7-112,6 3-256,-10-6-704,-9-6-1153</inkml:trace>
  <inkml:trace contextRef="#ctx0" brushRef="#br0" timeOffset="3010.943">439 890 28246,'0'0'996,"0"0"-514,20 1-161,236 3 578,508-55-346,431 34-297,-978 17-174,817 31 186,-1074-30-680,-8-1-1105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4:15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653 909 7082,'0'0'19541,"0"0"-15113,0 0-4086,0 0-134,0 0 72,4 1-13,188 6 352,317 8-1327,-455-13-2613,-13-1-7629</inkml:trace>
  <inkml:trace contextRef="#ctx0" brushRef="#br0" timeOffset="346.836">1484 568 26430,'0'0'3891,"0"0"-2851,0 0-846,19 1 122,297 50 580,-289-44-896,0 1 0,-1 1 0,1 1 0,-2 1 0,0 2 0,19 12 0,-37-21 0,-1 1 0,0-1 0,0 2 0,0-1 0,0 0 0,-1 1 0,0 0 0,0 0 0,-1 1 0,0-1 0,0 1 0,0 0 0,-1 0 0,0 0 0,0 1 0,-1-1 0,0 1 0,0-1 0,-1 1 0,0 0 0,0 0 0,-1-1 0,0 1 0,0 0 0,-1 0 0,-1 4 0,-6 12 0,0-1 0,-2-1 0,-1 0 0,-1 0 0,-1-1 0,0 0 0,-2-1 0,0-1 0,-1-1 0,-1 0 0,-18 15 0,14-11 0,-13 14-63,11-10-192,-1 0 1,-2-1-1,0-2 0,-2 0 1,-24 14 254,39-33-1713</inkml:trace>
  <inkml:trace contextRef="#ctx0" brushRef="#br0" timeOffset="645.295">2378 491 30238,'0'0'855,"0"0"-196,0 0-163,-21 5-96,-68 22-289,84-25-111,-1 1 1,0 0-1,1 0 1,0 0-1,0 1 1,0-1-1,0 1 1,0 0-1,1 1 1,0-1-1,0 1 1,0 0-1,1 0 1,-1 0-1,1 1 1,0 0-1,-4 5 0,-4 9 0,0 1 0,1 1 0,2 0 0,0 0 0,1 1 0,1 0 0,1 0 0,2 1 0,0-1 0,1 1 0,1-1 0,2 1 0,0 0 0,3 14 0,1-21-8,0 0 0,1-1-1,1 1 1,0-1 0,1 0 0,1-1 0,0 0 0,1 0-1,1-1 1,0 0 0,1-1 0,0 0 0,1-1-1,1-1 1,0 0 0,0 0 0,1-2 0,0 0 0,1 0-1,0-2 1,0 0 0,1-1 0,0 0 0,0-1-1,0-1 1,0-1 0,1-1 0,0 0 0,-1-1 0,1-1-1,0-1 1,0 0 0,-1-1 0,1-1 0,-1-1-1,0 0 1,12-5 8,25-23-1513</inkml:trace>
  <inkml:trace contextRef="#ctx0" brushRef="#br0" timeOffset="1055.478">0 505 23229,'0'0'6713,"0"0"-6136,0 0-185,121-32-8,-58 12-24,12-1-80,6-3-152,-4 6-80,-5 4-48,0 8-184,-15 6-480,-20 0-1961</inkml:trace>
  <inkml:trace contextRef="#ctx0" brushRef="#br0" timeOffset="1335">186 507 27238,'0'17'1952,"-61"1056"1241,60-1063-3180,0 0-1,1 0 1,0-1-1,1 1 1,0 0 0,0 0-1,1-1 1,1 1 0,-1-1-1,1 0 1,1 0-1,0 0 1,0 0 0,1 0-1,0-1 1,0 0 0,1 0-1,0 0 1,1-1-1,-1 0 1,2 0 0,-1-1-1,0 1 1,1-2 0,0 1-1,1-1 1,-1 0-1,1-1 1,0 0 0,7 2-13,23-2-20,0-2 0,0-1 1,1-2-1,-1-2 0,0-1 1,0-2-1,-1-2 0,0-1 1,0-2-1,22-11 20,-28 13-89,120-39-1156,-24 0-1620</inkml:trace>
  <inkml:trace contextRef="#ctx0" brushRef="#br0" timeOffset="1778.755">2744 3 30615,'0'0'574,"0"0"-330,0 0-53,24 0 168,156 0 101,-167-2-451,0 1-1,0 1 1,0 1-1,0 0 1,-1 0 0,1 1-1,0 1 1,-1 0-1,0 1 1,1 0 0,-1 1-1,-1 0 1,1 1 0,-1 0-1,0 1 1,0 0-1,-1 1 1,0 0 0,0 1-1,-1 0 1,0 0 0,-1 1-1,0 0 1,0 0-1,-1 1 1,3 7-9,-1 23 19,-2 0 0,-1 0 0,-3 0 0,-1 0 1,-2 2-20,3 49 4,49 597-4,-45-455-1548,-7-201-1969</inkml:trace>
  <inkml:trace contextRef="#ctx0" brushRef="#br0" timeOffset="2044.158">2841 1548 27006,'0'0'4777,"0"0"-4369,0 0-288,0 0 40,0 0 88,175 38-200,-35-88-48,-21 5-376,-5-4-1601</inkml:trace>
  <inkml:trace contextRef="#ctx0" brushRef="#br0" timeOffset="2297.826">4277 443 31375,'0'0'808,"0"0"-680,0 0-72,0 0-32,0 0-24,0 0-64,54 115-672,-54-82-1817</inkml:trace>
  <inkml:trace contextRef="#ctx0" brushRef="#br0" timeOffset="2456.76">3772 1019 31071,'0'0'689,"0"0"-427,0 0-114,25 0 185,-13 0-292,11-1-3,1 0-1,0-1 0,0-1 0,-1-2 0,1 0 0,19-8-37,38-19 0,-41 15-1,0 1 1,2 2-1,0 2 0,36-5 1,-78 17-1,-1 1 1,1-1-1,-1 1 0,1 0 0,-1-1 0,1 1 0,0 0 0,0-1 0,-1 1 0,1 0 0,0 0 1,0-1-1,0 1 0,0 0 0,0 0 0,-1-1 0,1 1 0,1 0 0,-1 0 0,0-1 1,0 1-1,0 0 0,0 0 0,1-1 0,-1 1 0,0 0 0,0-1 0,1 1 0,-1 0 0,1-1 1,-1 1-1,0-1 0,1 1 0,0 0 0,-1-1 0,1 1 0,-1-1 0,1 1 0,-1-1 0,1 0 1,0 1-1,-1-1 0,1 0 0,0 1 0,0-1 0,-1 0 0,1 0 0,0 0 0,-1 1 1,1-1-1,0 0 0,0 0 0,-1 0 0,1 0 0,0 0 0,0-1 0,-1 1 0,1 0 0,0 0 1,0 0-1,-1-1 0,1 1 0,0 0 0,-1-1 0,1 1 0,0 0 0,-1-1 1,-88 99 4,36-47 3,-94 93-40,8 6 1,3 8 32,122-141-293,0 1 1,1 1-1,1 0 1,0 0 0,2 1-1,0 0 1,1 1-1,-4 19 293,3-5-2776</inkml:trace>
  <inkml:trace contextRef="#ctx0" brushRef="#br0" timeOffset="2614.097">4051 1416 29510,'0'0'1241,"0"0"-665,0 156-120,-9-60 128,-4-5-248,2 2-272,6-8-64,5-30 0,0-8-48,3-23-296,16-24-192,23-30-312,-7-17-1193,-2-12-9785</inkml:trace>
  <inkml:trace contextRef="#ctx0" brushRef="#br0" timeOffset="2819.701">4390 1262 25349,'0'0'4505,"0"0"-3728,-138 69-257,77-27-112,6 1-112,16-4-96,19-3-56,18-8-72,4-3-32,33-5-8,13-2 32,9-7 0,9-5-48,4-4-16,-2-2-104,24-4-320,-17-13-312,-14-7-2249</inkml:trace>
  <inkml:trace contextRef="#ctx0" brushRef="#br0" timeOffset="3055.834">4822 828 29894,'0'0'1545,"0"130"-1337,0-15-80,-2 39 408,-4 13-200,-8-3-216,-3-16-120,2-42 0,4-29-128,4-29-264,7-27-112,0-21-360,0 0-1169,0-7-20852</inkml:trace>
  <inkml:trace contextRef="#ctx0" brushRef="#br0" timeOffset="3323.53">4881 1321 29990,'0'0'1425,"0"0"-841,0 0-152,143 28-96,-93 1-336,-1 7 0,-6 3 0,-1 17 0,-11-13-1560,-16-5-6418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4:29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26158,'0'0'3320,"0"0"-2279,0 0-769,0 0-120,0 0 152,0 0-80,0 0-120,132 12-80,-93-12-24,-1 0 0,3 4-72,-8 2-408,-15 0-1425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4:30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29070,'0'0'1569,"0"0"-1265,0 0 168,0 0 48,0 0-112,114 30-184,-63-28-152,36-2-72,-10 0-256,-11 0-1088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4:31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418 280 29510,'0'0'1119,"0"0"-475,0 0-201,0 0-37,0 0-52,-12-19-139,-34-61-147,19 0-60,27 76-8,0 0 0,-1 0 0,1-1 0,-1 1 0,0 0 0,0 0 0,0 0 0,0 0 0,-1 0 0,0 0 0,0 0 0,0 0 0,0 1 0,0-1 0,-1 1 0,1-1 0,-1 1 0,0 0 0,0 0 0,-1 0 0,1 1 0,0-1 0,-1 1 0,0 0 0,1 0 0,-1 0 0,0 0 0,0 1 0,0-1 0,0 1 0,-1 0 0,1 0 0,0 1 0,0-1 0,-1 1 0,1 0 0,-2 1 0,0 0 0,-1 0 0,1 1 0,0 0 0,0 0 0,0 0 0,1 1 0,-1-1 0,0 1 0,1 1 0,0-1 0,0 1 0,0 0 0,0 0 0,1 1 0,-1-1 0,1 1 0,0 0 0,0 0 0,1 1 0,0-1 0,-2 4 0,-58 134 0,62-140 0,-11 31 0,2 0 0,1 1 0,2 0 0,1 0 0,2 1 0,1-1 0,2 1 0,3 28 0,-2-55 0,1 1 0,0 0 0,1 0 0,0 0 0,1-1 0,0 1 0,0-1 0,1 1 0,0-1 0,1-1 0,0 1 0,0-1 0,1 1 0,0-2 0,1 1 0,4 4 0,-10-11 0,1 0 0,0 1 0,0-1 0,0 0 0,-1 0 0,1-1 0,0 1 0,0 0 0,0-1 0,0 1 0,0-1 0,0 0 0,1 1 0,-1-1 0,0 0 0,0 0 0,0-1 0,0 1 0,0 0 0,0-1 0,0 1 0,0-1 0,0 1 0,0-1 0,0 0 0,0 0 0,-1 0 0,1 0 0,0 0 0,0-1 0,-1 1 0,1 0 0,-1-1 0,1 1 0,-1-1 0,1-1 0,42-71 0,-36 57 0,121-177-199,-20 82-3583,-56 66-3943</inkml:trace>
  <inkml:trace contextRef="#ctx0" brushRef="#br0" timeOffset="330.063">1099 313 28918,'0'0'1759,"0"0"-929,0 0-246,0 0-149,-7-21-227,-27-68-175,32 82-33,0 1 0,0-1 0,0 0 0,-1 1 0,1 0 0,-2 0 0,1 0 0,-1 0 0,0 0 0,0 1 0,0-1 0,-1 1 0,0 0 0,0 1 0,0-1 0,0 1 0,-1 0 0,0 0 0,0 1 0,0-1 0,0 1 0,0 1 0,-1-1 0,0 1 0,1 0 0,-1 1 0,0 0 0,0 0 0,1 0 0,-1 1 0,0 0 0,0 0 0,-2 1 0,0 0 0,1 1 0,-1 0 0,1 1 0,0 0 0,0 0 0,0 0 0,0 1 0,0 1 0,1-1 0,0 1 0,0 1 0,0-1 0,0 1 0,1 0 0,0 0 0,0 1 0,1 0 0,0 0 0,0 0 0,-1 3 0,-67 164 0,66-150 0,2 0 0,1 1 0,1-1 0,0 1 0,2 0 0,1 0 0,3 20 0,-2-40 0,0 0 0,0-1 0,0 1 0,1 0 0,0-1 0,0 1 0,0-1 0,0 1 0,1-1 0,-1 0 0,1 0 0,0 0 0,0 0 0,1-1 0,-1 1 0,1-1 0,0 0 0,0 0 0,0 0 0,0 0 0,0-1 0,1 0 0,-1 0 0,1 0 0,-1 0 0,1-1 0,0 0 0,0 0 0,0 0 0,0 0 0,4-1 0,2 1 0,1 0 0,0-2 0,-1 1 0,1-1 0,-1-1 0,1 0 0,-1-1 0,0 0 0,0-1 0,0 0 0,0 0 0,-1-1 0,3-2 0,135-106-1222,-105 79-525</inkml:trace>
  <inkml:trace contextRef="#ctx0" brushRef="#br0" timeOffset="1361.011">1410 554 29046,'0'0'1276,"0"0"-483,0 0-185,0 0-12,-5-3-216,-24 0-306,35 13-80,22 44 6,-45-126 0,28 75 0,17 45 0,-13-38-1514,-14-22-3269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4:33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0 28870,'0'0'888,"0"0"-286,0 0-185,0 0-15,-10 27 6,-46 194 263,33 14-162,6 134-509,17-366-32,1-1-1,-1 0 1,0 0 0,1 1-1,-1-1 1,1 0-1,-1 0 1,1 0 0,0 1-1,0-1 1,0 0 0,0 0-1,1 0 1,-1-1 0,0 1-1,1 0 1,0 0-1,-1-1 1,1 1 0,0-1-1,-1 1 1,1-1 0,0 0-1,0 0 1,0 0 0,0 0-1,1 0 1,-1 0-1,0-1 1,0 1 0,0-1-1,1 1 1,-1-1 0,0 0-1,1 0 1,-1 0 0,0 0-1,0 0 1,1 0-1,-1-1 1,2 0 32,29 2-2010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4:35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30535,'0'0'872,"0"0"-152,0 172-104,4-52-592,3 32-24,-3-8 0,0-31 0,-2-36 0,1-36 0,-1-1 0,2 7 0,1-8 0,-5-17-2112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4:34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288 277 26822,'0'0'2766,"0"0"-1829,0 0-555,0 0-49,0 0-38,-16-18-59,-48-56-100,62 72-132,1 0-1,-1 0 1,0 0 0,0 0-1,0 0 1,0 0 0,0 1-1,0-1 1,-1 1 0,1-1-1,0 1 1,-1 0 0,1 0-1,-1 0 1,1 0 0,-1 1 0,1-1-1,-1 1 1,0-1 0,1 1-1,-1 0 1,0 0 0,1 0-1,-1 0 1,0 1 0,1-1-1,-1 1 1,0-1 0,1 1-1,-1 0 1,1 0 0,-1 0 0,1 0-1,0 1 1,-1-1 0,1 1-1,0-1 1,0 1 0,0 0-1,0 0 1,0 0 0,1 0-1,-1 0 1,1 0 0,-1 0 0,1 1-1,-1-1-3,-10 16 5,0-1 0,1 1 0,1 1 0,0 0 0,2 0 0,0 1 0,1 0 0,1 1 0,1-1 0,1 1 0,1 0 0,0 0 0,2 0 0,1 1 0,0 5-5,0-24 4,1-1 0,-1 0-1,1 0 1,-1 0 0,1 0 0,0 0 0,-1 1 0,1-1-1,0 0 1,0 0 0,1-1 0,-1 1 0,0 0 0,1 0 0,-1-1-1,1 1 1,-1-1 0,1 1 0,0-1 0,0 1 0,0-1 0,0 0-1,-1 0 1,1 0 0,1 0 0,-1 0 0,0-1 0,0 1-1,0-1 1,0 1 0,1-1 0,-1 0 0,0 0 0,0 0 0,0 0-1,1 0 1,-1 0 0,0-1 0,1 1-4,84-31 74,170-191-2913,-207 179-2584</inkml:trace>
  <inkml:trace contextRef="#ctx0" brushRef="#br0" timeOffset="269.798">860 1 30551,'0'0'640,"0"0"-472,0 0-88,0 0 256,-51 136 24,45-83-168,4 4-104,-1 6-40,3 1-24,0-3-24,0-10 0,0-10-96,25-11-312,-6-14-336,1-16-1449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4:39.524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1317 1054 29230,'0'0'700,"0"0"-105,0 0-253,4-18-97,61-128 214,-38 108-405,1 2 1,2 1 0,2 1-1,1 1 1,1 2 0,20-12-55,-52 41 1,0 0 0,0 0 0,-1 0 0,2 1 0,-1-1 0,0 0 0,0 1 0,0-1 0,1 1 0,-1 0 0,1 0 0,-1 0 0,1 0 0,-1 1 0,1-1 0,-1 0 0,1 1 0,0 0 0,-1 0 0,1 0 0,0 0 0,-1 0 0,1 0 0,0 1 0,-1-1 0,1 1 0,0 0 0,-1 0 0,1 0 0,-1 0 0,0 0 0,1 0 0,-1 1 0,0-1 0,0 1 0,0-1 0,0 1 0,0 0 0,0 0 0,0 0 0,0 0 0,-1 0 0,1 1 0,-1-1 0,1 1-1,7 29 7,-2-1-1,-1 2 1,-1-1-1,-2 1 1,-1 0-1,-2 29-6,1-2 6,0-19-5,-1-10-1,1 0 1,1 0-1,1 0 0,2 0 0,1-1 0,2 0 0,3 7 0,-10-34-1,0 0 1,0 0 0,1 0-1,-1 0 1,1-1 0,0 1-1,-1 0 1,1-1 0,1 0-1,-1 1 1,0-1 0,1 0-1,-1 0 1,1 0 0,-1 0-1,1-1 1,0 1-1,0-1 1,0 1 0,0-1-1,0 0 1,0 0 0,0 0-1,0-1 1,0 1 0,0-1-1,1 0 1,-1 0 0,0 0-1,0 0 1,0 0-1,1-1 1,-1 1 0,0-1-1,0 0 1,0 0 0,0 0-1,0 0 1,0-1 0,0 1-1,-1-1 1,1 0 0,0 0-1,-1 0 1,2-1 0,112-131 0,-46 34-43,-5-3 0,-5-3 0,-4-2 0,33-94 43,-41 36 149,-45 175 71,15 1027 375,-26-924-595,-5 0 0,-5-1 0,-4-1 0,-5-1 0,-6 0 0,28-87 0,-2 0 0,0-1 0,-2 0 0,0 0 0,-1-1 0,-1 0 0,-1-1 0,-1 0 0,-1-1 0,0 0 0,-1-1 0,-1-1 0,-13 11 0,27-26 0,0 1 0,1-1 0,-1 1 0,0-1 0,0 0 0,0 0 0,0 0 0,0 0 0,0-1 0,0 1 0,-1 0 0,1-1 0,0 1 0,0-1 0,-1 0 0,1 0 0,0 0 0,0 0 0,0 0 0,-1 0 0,1-1 0,0 1 0,0-1 0,0 0 0,-1 1 0,1-1 0,0 0 0,0 0 0,0 0 0,1-1 0,-1 1 0,0 0 0,0-1 0,1 1 0,-1-1 0,0 1 0,1-1 0,0 0 0,-1 0 0,1 0 0,0 0 0,0 0 0,0 0 0,0-1 0,-24-106 0,21 52 0,3 0 0,2 0 0,2 0 0,3 1 0,2 0 0,3 0 0,2 0 0,3 2 0,2 0 0,8-13 0,-11 27-15,3 0 0,1 1 0,2 1 0,1 1 0,2 1 0,2 0 0,1 3 0,2 0 0,2 0 15,120-82-1227,-82 64-644</inkml:trace>
  <inkml:trace contextRef="#ctx0" brushRef="#br0" timeOffset="952.892">214 131 28430,'0'0'840,"0"0"-112,0 0-424,0 0 97,0 0 23,175-4-144,-87 4-96,4-6-88,-2-2-64,-11 4-32,-16 4-64,-21 8-392,-20 10-897,-22 1-2920</inkml:trace>
  <inkml:trace contextRef="#ctx0" brushRef="#br0" timeOffset="1204.213">201 373 16011,'-7'27'10184,"-57"271"-6408,-39 466-2423,77-368-1056,26-389-278,-1 0 0,1 0 0,1 0 0,-1 0 0,1 0 0,0 0 0,1 0 0,-1-1-1,1 1 1,1 0 0,-1-1 0,1 0 0,0 1 0,1-1 0,0 0 0,-1-1-1,2 1 1,-1-1 0,1 1 0,0-1 0,0-1 0,0 1 0,1-1 0,-1 0 0,1 0-1,0-1 1,0 1 0,1-1 0,-1-1 0,1 1 0,6 1-19,165 0 60,-105-16-225,-1-3-1,0-3 1,58-24 165,49-21-1418,-23-4-1809</inkml:trace>
  <inkml:trace contextRef="#ctx0" brushRef="#br0" timeOffset="1622.609">2763 60 30823,'0'0'556,"0"0"-354,25-10-154,-1-1-37,-10 5-2,1-1 1,0 2-1,0 0 1,0 1-1,0 0 1,1 1-1,-1 1 1,1 1-1,13 0-9,15 1 44,-1 3 0,1 1-1,-1 3 1,0 1 0,-1 2-1,0 2 1,14 7-44,-53-17 16,-1 1 1,1-1 0,-1 1-1,0-1 1,1 1 0,-1 0-1,0 0 1,-1 0-1,1 0 1,-1 0 0,1 1-1,-1-1 1,0 0 0,0 1-1,0-1 1,0 1-1,-1-1 1,0 1 0,1-1-1,-1 1 1,-1-1-1,1 1 1,0-1 0,-1 1-1,0-1 1,1 1 0,-2-1-17,1 21 96,1 93 21,18 678-43,-15-751-75,-3 239-6,-41-182-2422,13-75-3624</inkml:trace>
  <inkml:trace contextRef="#ctx0" brushRef="#br0" timeOffset="1873.416">2693 1715 30783,'0'0'1184,"0"0"-800,129 22 24,-50-18-400,9-3-8,4-1 0,-2 0 0,-5 0 0,5-1 0,-22-7-1592,-22-4-18133</inkml:trace>
  <inkml:trace contextRef="#ctx0" brushRef="#br1" timeOffset="5096.19">4486 1052 23669,'0'0'6265,"0"0"-5136,0 0-425,0 0-72,0 0-264,0 0-368,-44-57 0,57 69 0,9 7 0,2 7 0,-2 2 0,0 1 0,-6 5 0,-10 3 0,-6 20 0,-6-7-1112,-16-7-1033</inkml:trace>
  <inkml:trace contextRef="#ctx0" brushRef="#br1" timeOffset="5376.144">3956 1573 28998,'0'0'943,"0"0"-325,0 0-84,26 0-19,181-13 175,-99-17-461,-68 17-189,0 2 0,0 2-1,1 1 1,0 2 0,17 1-40,-57 6 0,0 0 1,0 0 0,0 0-1,0 0 1,0 0 0,0 0-1,0 0 1,-1 1 0,1-1-1,-1 0 1,1 0-1,-1 1 1,1-1 0,-1 0-1,1 0 1,-1 1 0,0-1-1,0 1 1,0-1 0,0 0-1,0 1 1,0-1 0,0 0-1,0 1 1,-1-1 0,1 0-1,0 1 1,-1-1 0,1 0-1,-1 1 1,0-1 0,1 0-1,-1 0 1,0 0-1,0 0 1,1 0 0,-1 0-1,0 0 1,0 0 0,0 0-1,0 0 1,-1 0 0,1 0-1,0-1 1,-1 1-1,-195 182 12,-366 246-12,468-346-1066,97-84-1071,17-10-2350</inkml:trace>
  <inkml:trace contextRef="#ctx0" brushRef="#br1" timeOffset="5623.311">4348 1792 24949,'0'0'4537,"0"0"-3600,0 0-193,0 0-152,59 158-8,-54-91-200,-5 6-344,0 4-40,0-2 0,0-6 0,0-8 0,0-12 0,0-13 0,0-13 0,4-11-152,7-12-488,0-20-536,0-9-2073</inkml:trace>
  <inkml:trace contextRef="#ctx0" brushRef="#br1" timeOffset="5872.434">4865 1695 29974,'0'0'1034,"0"0"-469,-21 11-209,-129 73 165,6 26-396,142-109-126,0 1 1,0 0-1,1 0 1,-1 0-1,1 0 1,-1 0-1,1 0 1,0 0-1,-1 0 0,1 1 1,1-1-1,-1 0 1,0 1-1,0-1 1,1 1-1,0-1 1,-1 1-1,1-1 1,0 1-1,0-1 0,0 1 1,1-1-1,-1 1 1,0-1-1,1 0 1,0 1-1,0-1 1,-1 1-1,1-1 0,1 0 1,-1 0-1,0 0 1,0 1-1,1-1 1,-1 0-1,1-1 1,0 1-1,0 0 0,1 1 1,89 46 6,-72-44-141,0-1 1,0 0-1,1-2 1,0 0-1,-1-1 1,1-1-1,0-1 0,-1-1 1,1-1-1,-1-1 1,11-3 134,30-15-1937</inkml:trace>
  <inkml:trace contextRef="#ctx0" brushRef="#br1" timeOffset="6155.534">5141 1247 15187,'0'0'12827,"0"0"-9776,0 29-2491,5 415 577,0 667-1132,-6-1030-5,1-64 0,0-54 0,11-123-2219,-2 102-675</inkml:trace>
  <inkml:trace contextRef="#ctx0" brushRef="#br1" timeOffset="6323.545">5247 1950 17004,'0'0'12890,"0"0"-12065,0 0-81,0 0-56,140 37-168,-96-5-424,0 3-96,2 5 0,15 15 0,-11-10-200,-8-7-1664</inkml:trace>
  <inkml:trace contextRef="#ctx0" brushRef="#br1" timeOffset="6798.594">6062 902 30110,'0'0'1113,"0"0"-857,0 0 160,125-20-16,-72 11-32,1 3-264,1 4-104,0 2 0,2 6-32,-11 11-728,-22-1-1529</inkml:trace>
  <inkml:trace contextRef="#ctx0" brushRef="#br1" timeOffset="7078.916">5937 1212 30118,'0'0'809,"0"0"-409,0 0-128,0 0 256,0 0-152,171 4-208,-94-4-136,4-4-32,24 4-304,-24 0-448,-19 0-2321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4:49.3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481 0 25573,'0'0'4145,"0"0"-3745,0 0-280,-86 113-72,53-58 0,0 6 113,-2 8-49,0 4-64,-2 4-16,4 2-32,2 18-72,12-20-513,10-22-1375</inkml:trace>
  <inkml:trace contextRef="#ctx0" brushRef="#br0" timeOffset="298.189">1002 470 27774,'0'0'1119,"0"0"-446,0 0-194,3-22-19,5-70-114,-9 88-334,1 0-1,0-1 1,-1 1 0,0 0 0,0-1 0,0 1 0,-1 0 0,1 0 0,-1 0 0,0 0 0,0 0 0,0 1 0,-1-1 0,0 0 0,1 1 0,-1 0 0,0 0 0,0 0 0,-1 0 0,1 0 0,-1 0-1,1 1 1,-1 0 0,0 0 0,0 0 0,-3-1-12,2 0 7,-2-1-6,-1 1-1,1-1 1,-1 1-1,0 1 1,0 0-1,0 0 1,0 0 0,-1 1-1,1 0 1,0 1-1,-1 0 1,1 0-1,0 1 1,-1 0 0,1 0-1,0 1 1,0 0-1,0 1 1,0 0-1,0 0 1,1 0 0,-1 1-1,1 0 1,0 1-1,0-1 1,0 1-1,1 1 1,0-1 0,0 1-1,0 0 1,1 1-1,-3 4 0,-3 1-11,2 0 0,0 1 0,0 1-1,1 0 1,1 0 0,0 0 0,1 1-1,1 0 1,0 0 0,1 1 0,0-1 0,2 1-1,-1 0 1,2-1 0,0 1 0,2 14 11,2-24-29,-1-1 0,2 1-1,-1-1 1,0 0 0,1-1 0,0 1 0,0 0 0,0-1 0,1 0 0,0 0 0,0 0 0,0-1 0,0 0 0,0 0 0,0 0 0,1 0 0,0-1 0,-1 0 0,1 0-1,0 0 1,0-1 0,0 0 0,0 0 0,0-1 0,0 0 0,0 0 0,1 0 0,-1 0 0,0-1 0,0 0 0,0-1 0,0 1 0,2-2 29,68-10-1362,-5-9-1903</inkml:trace>
  <inkml:trace contextRef="#ctx0" brushRef="#br0" timeOffset="628.386">1467 448 28518,'0'0'868,"0"0"-298,0 0-65,0 0-73,0-19-197,0-61-144,1 75-96,-1 1 0,-1-1 1,1 1-1,-1-1 1,1 1-1,-1 0 0,-1-1 1,1 1-1,0 0 0,-1 0 1,0 0-1,0 0 0,0 0 1,-1 0-1,1 1 1,-1-1-1,0 1 0,0 0 1,0 0-1,0 0 0,-1 0 1,1 0-1,-1 1 1,0-1-1,0 1 0,1 0 1,-1 0-1,-1 0 0,1 1 1,0 0-1,0-1 1,-1 1-1,1 1 0,0-1 1,-1 1-1,1 0 0,-1 0 1,1 0-1,-1 0 1,1 1-1,0 0 0,-1 0 1,1 0-1,0 0 0,0 1 1,0-1-1,0 1 0,0 0 1,0 1-1,0-1 1,-2 3 4,-5 7 0,0 0 0,2 1 0,-1 1 0,2-1 0,0 1 0,0 1 0,2 0 0,0 0 0,0 0 0,1 1 0,1-1 0,1 1 0,0 0 0,1 0 0,1 0 0,0 1 0,1-1 0,1 0 0,2 10 0,-3-22-3,0 0 0,0 0 0,0 0 0,1 0 0,0-1 0,0 1 0,0 0 0,0 0 0,0-1 0,1 1 0,-1-1 1,1 1-1,0-1 0,0 1 0,0-1 0,1 0 0,-1 0 0,1 0 0,0-1 0,0 1 0,0 0 0,0-1 0,0 0 0,0 0 0,1 0 1,-1 0-1,1 0 0,-1-1 0,1 0 0,0 1 0,0-1 3,114-9-1354,-63-16-970</inkml:trace>
  <inkml:trace contextRef="#ctx0" brushRef="#br0" timeOffset="878.653">2140 30 29038,'0'0'1304,"0"0"-799,-55 138-81,13-39-16,-17 39-120,-13 33-192,-3 7-96,18-42-312,18-43-1497</inkml:trace>
  <inkml:trace contextRef="#ctx0" brushRef="#br0" timeOffset="1097.449">1 1028 27782,'155'28'1240,"40"3"-624,31 5-16,-9-11-287,-26-9-97,-14-4-144,-19-2-72,-33-2-344,-44-2-697,-30-2-4584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4:59.1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29262,'0'0'0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5:22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61 3969,'0'0'18364,"0"0"-13651,0 0-3884,0 0-81,0 0 675,11 5-628,35 13-333,-39 1 912,-8-18-1284,-92 80-90,20-19 0,-162 164 0,196-157 0,40-68 0,0 0 0,-1 0 0,1 0 0,0 0 0,-1 0 0,1 0 0,0 0 0,0-1 0,0 1 0,0 0 0,0 0 0,0-1 0,0 1 0,0 0 0,0-1 0,0 1 0,1-1 0,-1 1 0,0-1 0,0 0 0,0 0 0,1 1 0,-1-1 0,0 0 0,0 0 0,1 0 0,-1 0 0,0 0 0,0-1 0,1 1 0,-1 0 0,0-1 0,0 1 0,0 0 0,1-1 0,8 0 0,51-3 0,-1-3 0,-1-3 0,0-2 0,0-3 0,8-6 0,32-6 0,-77 22 0,-18 5 0,0 0 0,1 0 0,-1-1 0,0 1 0,1-1 0,-1 0 0,0-1 0,0 1 0,0 0 0,0-1 0,0 0 0,0 0 0,0 0 0,-1-1 0,1 1 0,-1-1 0,1 0 0,-1 0 0,0 0 0,0 0 0,-1-1 0,1 1 0,-1-1 0,1 0 0,-1 0 0,0 1 0,-1-1 0,1-1 0,-1 1 0,1 0 0,0-4 0,-4-7 1,1-1 1,-2 0-1,0 1 0,-1 0 1,0 0-1,-1 0 0,-1 0 0,0 1 1,-1 0-1,-1 0 0,0 1 1,0 0-1,-4-3-1,-57-118-201,61 103-719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4:52.564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05" units="cm"/>
      <inkml:brushProperty name="height" value="0.05" units="cm"/>
    </inkml:brush>
  </inkml:definitions>
  <inkml:trace contextRef="#ctx0" brushRef="#br0">2448 1249 25389,'0'0'3593,"0"0"-2525,0 0-858,-24-19-64,-79-58 40,97 72-167,0 0 0,-1 1 1,1 0-1,-1 0 0,0 0 0,-1 1 0,1 0 1,0 0-1,-1 0 0,0 1 0,0 1 1,1-1-1,-1 1 0,0 1 0,0-1 0,0 1 1,0 1-1,0-1 0,0 1 0,0 1 1,0-1-1,1 2 0,-1-1 0,1 1 0,-1 0 1,1 0-1,0 1 0,0 0 0,0 0 1,-5 5-20,-4 5 26,2 0 0,0 1 0,1 1 0,0 0 1,1 0-1,1 1 0,1 1 0,0 0 0,1 0 1,-3 12-27,6-13 16,0 0 1,1 0-1,1 0 0,0 1 1,1 0-1,1 0 1,1-1-1,1 1 1,0 0-1,2 0 1,0 7-17,-1-18 13,1 0 0,-1 0 0,1 0 0,0-1 0,1 1 1,-1-1-1,1 1 0,1-1 0,-1 0 0,1 0 0,0 0 1,0-1-1,1 1 0,0-1 0,0 0 0,0 0 0,0-1 1,1 0-1,0 0 0,0 0 0,0 0 0,0-1 0,1 0 1,-1 0-1,1-1 0,-1 0 0,1 0 0,0-1 1,7 1-15,-3-1 24,0 0-1,0-2 0,-1 1 0,1-1 1,0-1-1,0 0 0,0-1 0,-1 0 1,1 0-1,-1-1 0,0-1 0,0 1 1,-1-2-1,1 1 0,-1-1 0,0-1 1,0 0-1,-1 0 0,0 0 0,-1-1 1,1 0-1,2-6-22,221-274-1414,-197 238-969</inkml:trace>
  <inkml:trace contextRef="#ctx0" brushRef="#br0" timeOffset="2419.476">3297 978 28406,'0'0'914,"0"0"-148,0 0-152,0 0-157,0 0-147,-12 18-105,1-4-159,-54 116 290,-68 397 134,126-471-1091,27-64-3623,1-16-5443</inkml:trace>
  <inkml:trace contextRef="#ctx0" brushRef="#br0" timeOffset="2686.361">3976 1024 29678,'0'0'1377,"0"0"-985,-30 162 128,8-83-32,0 3-176,4-1-312,5-4 0,6-8 0,5-10 0,2-13 0,0-15-120,18-27-520,6-4-744,0-8-2665</inkml:trace>
  <inkml:trace contextRef="#ctx0" brushRef="#br0" timeOffset="2953.248">4895 1050 30230,'0'0'1585,"-27"116"-1177,3-41 72,-4 14-416,-1 3-64,5-15 0,2 6 0,5 8 0,6-20 0,2-16-1016</inkml:trace>
  <inkml:trace contextRef="#ctx0" brushRef="#br0" timeOffset="6439.474">0 2415 29574,'0'0'1057,"0"0"-709,0 0-138,0 0 214,0 0 21,27 1-136,173 4 34,464-57-286,798-7-57,-851 100 0,-80-2 0,-234-33 0,624 32 0,-624-5 0,-281-43 0,-38-10 0,-64-31-1415,43 28-2043</inkml:trace>
  <inkml:trace contextRef="#ctx0" brushRef="#br0" timeOffset="5376.464">908 714 30302,'0'0'857,"0"0"-221,0 0-168,0 0-111,-14 17-226,2-3-122,2-3-9,1 0 1,1 0 0,0 1 0,0 0 0,1 0 0,1 1-1,0 0 1,0 0 0,-2 11-1,-167 632 0,153-584 0,3 1 0,3 1 0,4 1 0,2 0 0,4 12 0,26-139-401,-3 13-1510</inkml:trace>
  <inkml:trace contextRef="#ctx0" brushRef="#br0" timeOffset="5625.711">1188 1572 27638,'0'0'3601,"0"0"-2801,0 0-144,0 0-584,59 125-72,-41-102 0,2-5 0,-3-2 0,1-4 0,-3-5 0,-6-3 0,-3-2 0,-1-2 0,-5-6 0,-2-11-288,-18-7-5977</inkml:trace>
  <inkml:trace contextRef="#ctx0" brushRef="#br1" timeOffset="32762.122">1585 329 26798,'0'0'1433,"0"0"-696,0 0-440,0 0-120,0 0 214,2 20 50,50 462 606,-43 373-580,-10-830-459,-22 240 45,23-266-57,-1 1-1,1-1 0,-1 1 0,0-1 0,1 1 0,-1-1 0,1 1 0,-1-1 0,1 1 0,-1 0 0,0 0 0,1-1 0,-1 1 0,0 0 0,0 0 0,1 0 0,-1-1 0,0 1 0,1 0 0,-1 0 0,0 0 0,1 0 0,-1 0 0,0 1 1,0-1-1,1 0 0,-1 0 0,0 0 0,1 1 0,-1-1 0,0 0 0,1 1 0,-1-1 0,1 0 0,-1 1 0,0-1 0,1 1 0,-1-1 0,1 1 0,-1-1 0,1 1 0,0-1 0,-1 1 0,1 0 0,-1-1 0,1 1 0,0-1 1,0 1-1,-1 0 0,1-1 0,0 1 0,0 0 0,0 0 5,-4-134-2487,4 59-623</inkml:trace>
  <inkml:trace contextRef="#ctx0" brushRef="#br1" timeOffset="33080.096">2170 41 29110,'0'0'656,"28"-2"-370,377-18 98,834 1 571,-1093 23-964,0 6 1,-1 6-1,-1 7 0,0 6 1,-2 6-1,-2 7 1,9 9 8,139 32-2450,-228-70 111</inkml:trace>
  <inkml:trace contextRef="#ctx0" brushRef="#br1" timeOffset="33471.015">5449 217 27678,'0'0'1172,"0"0"-680,0 0-76,0 0 239,-3 23-71,-11 284 469,13 682-336,-31-311-717,32-732-1180,0 19-1489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4:36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62 27702,'0'0'1112,"0"0"-228,0 0-320,0 0-102,0 0-29,0 0-43,32-8-36,-31 8-351,48-12 136,1 2 1,0 2-1,1 3 1,37 1-140,656 44 323,-79 1-341,-346-40 18,0-14 0,46-19 0,-227 16-409,-101 8-1414</inkml:trace>
  <inkml:trace contextRef="#ctx0" brushRef="#br0" timeOffset="108785.912">311 1 22021,'0'0'4423,"-20"7"-1790,-16 5-2179,-1-2 1,1-1-1,-2-1 1,1-3-1,-22 1-454,33-6 429,4 0 365,46-3-599,472-5-195,480 72 0,194-38 0,-558 14 0,486 13 0,-939-53 0,0-7 0,72-16 0,-231 23 0,1 1 0,0-1 0,-1 0 0,1 1 0,0-1 0,0 0 0,-1 0 0,1 1 0,0-1 0,0 0 0,-1 0 0,1 0 0,0 0 0,0 0 0,0 0 0,-1 0 0,1 0 0,0-1 0,0 1 0,-1 0 0,1 0 0,0-1 0,0 1 0,-1 0 0,1-1 0,0 1 0,-1-1 0,1 1 0,0-1 0,-1 1 0,1-1 0,-1 1 0,1-1 0,-1 1 0,1-1 0,-1 0 0,1 1 0,-1-1 0,0 0 0,1 0 0,-1 1 0,0-1 0,0 0 0,0 0 0,1 1 0,-1-1 0,0 0 0,0 0 0,0 0 0,0 1 0,0-1 0,0 0 0,-1 0 0,1 0 0,0 1 0,0-1 0,0 0 0,-1 0 0,1 1 0,0-1 0,-1 0 0,1 1 0,-1-1 0,1 0 0,-1 1 0,1-1 0,-1 1 0,1-1 0,-1 1 0,0-1 0,-134-73-688,42 32-2561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3:39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8503 1518 25645,'0'0'1563,"0"0"-597,0 0-267,0 0-36,-3 0-77,1-1-503,-1 0 0,0-1 0,1 1 0,-1-1-1,1 0 1,-1 0 0,1 1 0,0-2 0,-1 1-1,1 0 1,0 0 0,1-1 0,-1 1 0,0-1-1,1 1 1,-1-1 0,1 0 0,0 0 0,0 1-1,0-1 1,0 0 0,1 0 0,-1 0-83,-22-41 453,19 39-446,0 1 0,-1-1-1,1 1 1,-1 0 0,0 1-1,-1-1 1,1 1 0,0 0 0,-1 0-1,0 1 1,1 0 0,-1 0-1,0 0 1,0 1 0,0-1 0,-1 1-1,1 1 1,0-1 0,0 1-1,0 0 1,-1 1 0,1 0-1,0 0 1,0 0 0,0 0 0,0 1-1,0 0 1,0 0 0,1 1-1,-1 0 1,1 0 0,-1 0-1,1 0 1,0 1 0,0 0 0,1 0-1,-1 0 1,-3 5-7,-4 9 0,0 2-1,2-1 1,0 1-1,0 1 1,2 0-1,1 0 1,1 0-1,0 1 1,2 0-1,1 0 1,0 1-1,2-1 1,0 0-1,2 17 1,-1-35 0,0 0 0,0-1 0,1 1 0,-1 0 0,1 0 0,-1-1 0,1 1 0,0 0 0,1-1 0,-1 1 0,0-1 0,1 1 0,0-1 0,0 0 0,0 0 0,0 0 0,1 0 0,-1 0 0,1 0 0,0-1 0,-1 1 0,1-1 0,0 0 0,1 0-1,-1 0 1,0 0 0,1 0 0,-1-1 0,1 1 0,-1-1 0,1 0 0,-1 0 0,1 0 0,0-1 0,0 1 0,-1-1 0,1 0 0,0 0 0,0-1 0,2 1 0,8-3-1,0-1-1,0 0 1,0 0 0,-1-1-1,0-1 1,0 0 0,0-1 0,-1-1-1,0 0 1,0 0 0,-1-1-1,0 0 1,-1-1 0,0-1-1,1-1 2,22-18-25,130-95-3488,-122 92-1315</inkml:trace>
  <inkml:trace contextRef="#ctx0" brushRef="#br0" timeOffset="218.752">9088 1222 29646,'0'0'953,"0"0"-457,0 0-72,-13 136 96,13-75-64,0 5-184,0 5-272,5 2 0,6 2 0,2-1 0,-4-6 0,-1-7 0,1-12-88,11-17-624,-5-17-760,3-15-2785</inkml:trace>
  <inkml:trace contextRef="#ctx0" brushRef="#br0" timeOffset="589.144">9906 1621 30455,'0'0'622,"0"0"-350,0 0-172,0 0 35,-6-21 66,-37-116 21,42 132-218,-1 0 0,1 0 0,-2 1 1,1-1-1,0 0 0,-1 1 0,0-1 0,0 1 0,0 0 1,-1 0-1,1 0 0,-1 1 0,0-1 0,0 1 0,0 0 1,0 0-1,-1 0 0,1 1 0,-1-1 0,0 1 0,0 0 1,1 1-1,-1-1 0,-1 1 0,1 0 0,0 0 0,0 0 1,0 1-1,0 0 0,-1 0 0,1 0 0,0 1 0,0 0 1,0 0-1,0 0 0,0 0 0,0 1 0,0 0 0,0 0 1,-2 2-5,-6 6 7,1 1 0,1 0 0,0 1 0,1 0 0,0 1 0,1 0 0,0 1 0,1 0 0,1 0 0,0 1 0,1 0 0,0 0 0,1 0 0,1 1 0,0-1 0,2 1-7,-11 134 16,14-145-15,-1-1-1,1 1 1,0-1-1,0 0 1,1 1-1,-1-1 1,1 0-1,0 0 1,0 0-1,0 0 1,1 0-1,-1-1 1,1 1-1,0-1 1,0 0-1,0 1 1,0-1-1,1-1 1,-1 1-1,1 0 1,0-1-1,0 0 1,0 0-1,0 0 1,0 0-1,0 0 1,0-1-1,1 0 1,-1 0-1,0 0 1,4 0-1,5 0-17,1-1 1,-1 0 0,0-1 0,1-1 0,-1 0-1,0 0 1,0-2 0,0 1 0,0-2 0,-1 1 0,1-2-1,-1 0 1,-1 0 0,1-1 0,-1 0 0,0-1 0,-1-1-1,6-5 17,66-65-2992,-45 37-4053</inkml:trace>
  <inkml:trace contextRef="#ctx0" brushRef="#br0" timeOffset="1030.316">10599 1147 29566,'0'0'945,"0"0"-385,0 0-280,0 0 192,0 0 32,-9 146-64,9-57-440,0 25 0,0-3 0,7-12 0,-1-15 0,9-9 0,-1-12 0,-6-15-1664</inkml:trace>
  <inkml:trace contextRef="#ctx0" brushRef="#br0" timeOffset="3937.155">7151 993 11146,'0'0'14162,"0"0"-10317,0 0-2898,0 0-332,0 0-203,0 0-175,-2 2-116,-10 64 293,13-47-317,-23 791 674,13-481-771,40-380-539,-12 21-1034</inkml:trace>
  <inkml:trace contextRef="#ctx0" brushRef="#br0" timeOffset="4552.099">7523 1940 28910,'0'0'971,"0"0"-245,0 0-184,0 0-56,0 0-109,0 0-145,-3-5-114,3 4-110,-1 0-5,0 1-1,1 0 0,-1 0 1,1 0-1,-1 0 1,1-1-1,-1 1 0,1 0 1,0-1-1,-1 1 1,1 0-1,-1-1 0,1 1 1,0 0-1,-1-1 1,1 1-1,0-1 0,-1 1 1,1 0-1,0-1 0,-1 1 1,1-1-1,0 1 1,0-1-1,0 1 0,0-1 1,0 0-1,-1 1 1,1-1-1,0 1 0,0-1 1,0 1-1,0-1 1,0 1-1,1-1 0,-1 1 1,0-1-1,0 1 1,0-1-1,0 1 0,1-1 1,-1 1-1,0-1 1,0 1-1,1-1 0,-1 1 1,0-1-1,1 1 1,-1 0-1,0-1 0,1 1 1,-1 0-1,1-1 1,-1 1-1,1 0 0,-1-1 1,1 1-1,-1 0 1,1 0-1,-1 0 0,1-1 1,-1 1-1,1 0 1,-1 0-1,1 0 0,0 0-2,9 7 22,1 0-1,-1 0 0,0 1 0,-1 1 0,0 0 1,0 0-1,-1 0 0,0 1 0,0 0 1,-1 1-1,3 7-21,-6-13 5,4-32-5,-14-33 0,0 21 0,16 87-132,0-26-528</inkml:trace>
  <inkml:trace contextRef="#ctx0" brushRef="#br0" timeOffset="-14971.56">1169 974 26886,'0'0'1073,"0"0"253,0 0 200,0 0-688,0 0-292,-4 0-151,43-19-218,-6 9-177,1 2 0,0 1 0,0 1 0,0 2 0,1 2 0,-1 1 0,1 1 0,-1 2 0,1 2 0,-1 1 0,18 5 0,-38-6 0,0-1 0,-1 2 0,1 0 0,-1 0 0,-1 2 0,1-1 0,-1 1 0,0 1 0,0 0 0,-1 1 0,0 0 0,-1 1 0,0 0 0,-1 1 0,0 0 0,0 0 0,-1 1 0,-1 0 0,0 0 0,0 1 0,-1 0 0,-1 0 0,4 13 0,-8-8 0,0 0 0,-1 0 0,0 0 0,-2 0 0,0 0 0,-1 0 0,-1 0 0,-1-1 0,0 0 0,-1 0 0,-1 0 0,0-1 0,-2 1 0,0-2 0,0 1 0,-1-2 0,-1 1 0,-1-1 0,0-1 0,-1 0 0,0 0 0,-21 23-5,-2-1-1,-1-1 1,-1-3 0,-2-1-1,-1-1 1,-10 2 5,5-9-236,45-21 198,0-1 0,0 0 1,0 1-1,0-1 0,1 0 0,-1 0 0,0 1 1,0-1-1,0 0 0,0 0 0,0 0 0,0 0 1,0 0-1,0 0 0,0-1 0,0 1 0,0 0 1,0 0-1,0-1 0,0 1 0,0-1 0,1 1 1,-1-1-1,0 1 0,0-1 0,0 1 1,1-1-1,-1 0 0,0 1 0,1-1 0,-1 0 1,0 0-1,1 1 0,-1-1 0,1 0 0,-1 0 1,1 0-1,0 0 0,-1 0 0,1 0 0,0 0 1,0 1-1,-1-1 0,1 0 0,0 0 0,0 0 1,0 0-1,0 0 0,0 0 0,1 0 0,-1 0 1,0 0-1,0 0 38,-1-40-2578</inkml:trace>
  <inkml:trace contextRef="#ctx0" brushRef="#br0" timeOffset="-14686.54">2267 670 23165,'0'0'6317,"0"0"-4480,0 0-1308,-22 16-75,1-1-342,6-6-74,0 1 1,1 1 0,1 0 0,0 1 0,0 1 0,1 0-1,1 0 1,0 1 0,-3 7-39,-5 8 0,1 2 1,2 1-1,0 0 0,3 0 0,0 2 1,2-1-1,2 2 0,1-1 0,2 1 1,1 0-1,1 1 0,3-1 0,0 1 1,3-1-1,1 1 0,3 12 0,-4-36 0,0 0 0,1 0 0,1-1 0,0 1 0,0-1 0,1 0 0,1 0 0,0 0 0,0-1 0,1 0 0,0 0 0,1-1 0,0 0 0,0 0 0,1-1 0,0 0 0,1 0 0,0-1 0,0 0 0,0-1 0,1 0 0,0-1 0,0 0 0,0-1 0,1 0 0,10 2 0,-9-5 0,1 0 0,-1-1 0,1 0 0,-1-1 0,1-1 0,-1 0 0,0-1 0,1-1 0,-1 0 0,-1 0 0,5-3 0,222-129-207,-139 64-826</inkml:trace>
  <inkml:trace contextRef="#ctx0" brushRef="#br0" timeOffset="-14206.352">1 619 25894,'0'0'3240,"0"0"-2608,0 0-144,0 0-191,0 0 111,134-44-96,-60 34-104,12 0-96,1 1-40,-4 1-64,-4 4-8,-13 4-16,-4 0-360,-19 10-1105,-19-1-4712</inkml:trace>
  <inkml:trace contextRef="#ctx0" brushRef="#br0" timeOffset="-13831.565">213 498 27654,'0'0'1023,"0"0"-406,0 0-229,0 19 144,-3 454 975,-79 5-1140,8-70-281,69-368-79,-7 200 19,14-236-25,1 0 0,0 0 0,0-1 0,0 1 1,1 0-1,-1-1 0,1 0 0,-1 0 0,1 0 0,0 0 1,0-1-1,1 1 0,-1-1 0,0 0 0,1 0 0,0-1 1,-1 0-1,1 1 0,0-1 0,-1-1 0,1 1 0,0-1 0,0 0 1,0 0-1,0 0 0,-1-1 0,1 1 0,0-1 0,0 0 1,3-2-2,13 3 14,373-51 22,-198 20-1963,172-51 1927,-245 44-1111</inkml:trace>
  <inkml:trace contextRef="#ctx0" brushRef="#br0" timeOffset="-13342.724">2749 1 10682,'0'0'16799,"0"0"-13028,0 0-3543,19-1-73,137 11 398,-141-7-498,76 15 69,-1 5 1,-1 3-1,28 15-124,-112-40 3,0 1-1,1-1 0,-1 1 1,0 0-1,-1 0 0,1 0 0,0 1 1,-1 0-1,1 0 0,-1 0 1,0 0-1,0 1 0,0 0 1,0 0-1,-1 0 0,1 0 1,-1 0-1,0 1 0,0-1 0,-1 1 1,0 0-1,1 0 0,-2 0 1,1 0-1,0 0 0,0 4-2,-13 490 91,10 314-91,1-791-88,-1 0 1,-1 0-1,-2-1 1,0 1-1,-1-1 1,-1 0-1,0 0 0,-2 0 1,-4 6 87,-12 11-2085</inkml:trace>
  <inkml:trace contextRef="#ctx0" brushRef="#br0" timeOffset="-13079.246">2842 1753 24997,'0'0'6522,"0"0"-6082,0 0-240,111 29 80,-47-25-8,15-4-216,26 0-56,44-23-328,-20-5-376,-15-5-2169</inkml:trace>
  <inkml:trace contextRef="#ctx0" brushRef="#br0" timeOffset="-12846.786">4510 565 30182,'0'0'1217,"0"0"-841,0 0-176,0 0 104,0 0-168,0 0-136,100 121-48,-93-68-600,-7-4-1441</inkml:trace>
  <inkml:trace contextRef="#ctx0" brushRef="#br0" timeOffset="-12568.221">3981 1232 28686,'0'0'1883,"0"0"-1156,0 0-432,0 0 81,0 0 19,30 5-98,-8 0-261,192 13 36,76-44-72,-289 26 0,0-1 0,0 1 0,0-1 0,0 1 0,0 0 0,1 0 0,-1-1 0,0 1 0,0 0 0,0 0 0,0 0 0,1 0 0,-1 1 0,0-1 0,0 0 0,0 0 0,0 1 0,1-1 0,-1 0 0,0 1 0,0 0 0,0-1 0,0 1 0,0-1 0,0 1 0,0 0 0,0 0 0,-1 0 0,1-1 0,0 1 0,0 0 0,-1 0 0,1 0 0,0 0 0,-1 0 0,1 0 0,-1 0 0,0 1 0,1-1 0,-1 0 0,0 0 0,1 0 0,-1 0 0,0 1 0,0-1 0,0 0 0,0 0 0,0 0 0,0 1 0,-1-1 0,1 0 0,0 0 0,0 0 0,-1 0 0,1 0 0,-1 0 0,1 0 0,-1 1 0,0-1 0,0 0 0,-81 86 0,-380 269-100,108-86-545,349-269-1461,10-14-1228</inkml:trace>
  <inkml:trace contextRef="#ctx0" brushRef="#br0" timeOffset="-12361.581">4284 1648 29342,'0'0'1425,"0"109"-865,-9-32-80,-2 11 72,2 3-216,5-2-264,4-8-72,0-14 0,0-16 0,13-19-208,9-20-416,9-28-384,-5-22-761,-2-11-19347</inkml:trace>
  <inkml:trace contextRef="#ctx0" brushRef="#br0" timeOffset="-12125.15">4654 1467 28702,'0'0'906,"0"0"-317,-25 13-194,-3 1-279,11-6-54,0 0 0,1 2 0,0 0-1,0 1 1,1 0 0,0 1 0,1 1 0,-3 4-62,8-9 12,1 0 0,0 0 0,0 1 0,1 0 1,0 1-1,1 0 0,0 0 0,0 0 0,1 0 1,1 1-1,0 0 0,0 0 0,1 0 0,0 1 1,1-1-1,0 1 0,1-1 0,0 1 0,1-1 1,1 1-1,0 4-12,5-6 8,0-1 1,0 0 0,1-1-1,0 1 1,0-1-1,1 0 1,0-1 0,1 0-1,0 0 1,0-1-1,0 0 1,1-1 0,-1 0-1,1 0 1,1-1-1,-1-1 1,0 1 0,1-2-1,0 1 1,2-1-9,22 5-373,1 0 0,-1-3 0,1-1 0,0-1 1,21-3 372,-32 1-609,34 0-871</inkml:trace>
  <inkml:trace contextRef="#ctx0" brushRef="#br0" timeOffset="-11840.217">4987 1045 30511,'0'21'577,"65"822"1083,-54-490-1641,-17 52-19,-10-280 0,6-133-251,-11-136-1961,9 39 9,-1-3-2629</inkml:trace>
  <inkml:trace contextRef="#ctx0" brushRef="#br0" timeOffset="-11575.158">5036 1642 24725,'0'0'4993,"0"0"-4160,0 0-185,138 26-192,-92-4-88,0-1-168,0 3-200,11-2-8,-13-4-768,-7-9-3793</inkml:trace>
  <inkml:trace contextRef="#ctx0" brushRef="#br0" timeOffset="-11387.087">5825 1272 28630,'0'0'2097,"0"0"-1689,0 0-80,0 0 0,125 35-112,-68-15-160,24 11-56,-15-5-456,-18-2-1625</inkml:trace>
  <inkml:trace contextRef="#ctx0" brushRef="#br0" timeOffset="-11209.348">5869 1723 30679,'0'0'1112,"0"0"-600,0 0-248,0 0-64,127 0-200,-57-10 0,28-7 0,-16 3-904,-19 0-2385</inkml:trace>
  <inkml:trace contextRef="#ctx0" brushRef="#br0" timeOffset="9617.356">6634 1058 26638,'0'0'1029,"0"0"-437,0 0-133,0 0 25,0 0-116,0 0-112,1-15-29,6-68 724,-7 83-656,0 0-66,0 0-41,0 0-21,0 0-22,0 2-21,-23 200 470,3 135-594,15-222 21,1 386-21,4-527-540,0-6-2161</inkml:trace>
  <inkml:trace contextRef="#ctx0" brushRef="#br0" timeOffset="56219.084">6991 3000 27494,'0'0'1153,"0"0"-407,0 0-327,0 0-23,21 0 49,266-7 269,1155-18-399,-917 29-178,-508-4-141,2298 43 356,-2246-39-838,-30 0-901</inkml:trace>
  <inkml:trace contextRef="#ctx0" brushRef="#br0" timeOffset="267515.27">6544 2976 28630,'0'0'1226,"0"0"-678,0 0-227,0 0-57,0 0 102,20 21 127,-2-3-390,-1 0 0,-1 2-1,-1 0 1,0 0 0,-2 2-1,0 0 1,-2 0 0,7 18-103,5 30 81,-17-46-79,1 1 1,1-2-1,2 1 0,0-1 0,1-1 1,2 0-1,9 13-2,-18-30 0,0-1 0,0 0 0,0 0 0,0 0 0,0 0 0,1-1 0,0 1 0,0-1 0,0-1 0,0 1 0,0-1 0,0 0 0,1 0 0,-1 0 0,1-1 0,-1 1 0,1-2 0,0 1 0,0 0 0,-1-1 0,1 0 0,0-1 0,-1 1 0,1-1 0,0 0 0,-1 0 0,1-1 0,-1 0 0,1 0 0,-1 0 0,0-1 0,0 1 0,1-2 0,17-9 0,0-2 0,-1-1 0,-1 0 0,-1-1 0,0-2 0,8-9 0,72-84 0,-70 75 0,2 1 0,2 1 0,1 1 0,2 3 0,35-25 0,-63 51 0,-1 0 0,1 1 0,0-1 0,0 2 0,1-1 0,-1 2 0,1-1 0,-1 1 0,1 0 0,0 1 0,0 0 0,0 1 0,0 0 0,0 1 0,0 0 0,-1 0 0,1 1 0,0 0 0,-1 1 0,1 0 0,-1 0 0,0 1 0,0 1 0,0-1 0,-1 1 0,1 1 0,6 6 0,75 63 0,-74-58 0,-1-2 0,2 0 0,0-1 0,1 0 0,1-2 0,-1 0 0,2-1 0,0-1 0,0 0 0,1-2 0,0-1 0,0 0 0,1-1 0,0-2 0,2 0 0,6-6 0,0-2 0,0-1 0,-1-1 0,1-2 0,-1-1 0,-1-1 0,0-2 0,0 0 0,-1-2 0,-1-1 0,0-1 0,-1-1 0,12-12 0,-18 16 0,109-79 0,-85 58 0,1 2 0,1 2 0,2 2 0,0 2 0,27-9 0,-67 32 0,0 0 0,0 0 0,0 0 0,1 1 0,-1 0 0,1 0 0,0 1 0,-1 0 0,1 1 0,0-1 0,0 1 0,-1 1 0,1 0 0,0 0 0,0 0 0,-1 1 0,1 0 0,-1 0 0,0 1 0,0 0 0,1 1 0,-2-1 0,1 1 0,0 1 0,-1-1 0,2 2 0,64 138 0,-68-141 0,0-1 0,1-1 0,-1 1 0,1-1 0,-1 0 0,1 0 0,0 0 0,-1 0 0,1-1 0,0 0 0,0 0 0,-1 0 0,1-1 0,0 0 0,0 1 0,-1-2 0,1 1 0,-1 0 0,1-1 0,-1 0 0,0 0 0,1 0 0,-1-1 0,0 1 0,0-1 0,-1 0 0,1 0 0,1-2 0,49-29 0,-38 21 0,2 1 0,0 0 0,0 2 0,1 0 0,0 1 0,1 1 0,0 1 0,0 0 0,1 2 0,-1 0 0,14 0 0,-23 7 0,-1 0 0,0 1 0,0 1 0,0 0 0,0 0 0,-1 1 0,0 0 0,1 1 0,-2 0 0,1 0 0,-1 1 0,0 0 0,0 0 0,-1 1 0,0 0 0,-1 0 0,1 1 0,-2 0 0,1 0 0,3 9 0,24 26 0,-23-30 0,0-1 0,1-1 0,1 0 0,0 0 0,0-1 0,1-1 0,1 0 0,-1-1 0,2 0 0,-1-1 0,1-1 0,1 0 0,-1-1 0,1-1 0,0 0 0,0-1 0,0-1 0,14 1 0,-5-2 0,-1-2 0,1 0 0,0-1 0,-1-2 0,1-1 0,-1 0 0,0-2 0,0-1 0,0-1 0,13-6 0,70-35 0,-65 27 0,1 3 0,1 1 0,0 3 0,2 1 0,7 1 0,-15 6 0,0 2 0,-1-2 0,0-1 0,-1-1 0,0-3 0,-1-1 0,0-1 0,-1-2 0,11-7 0,-38 22-173,-4 7-694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2:59.243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269 1731 27310,'0'0'1408,"0"0"-440,0 0-175,0 0-209,0 0-232,0 0-104,0 0 48,66 12-144,-3-4-88,14-3-64,50 1-184,-17 0-664,-14-6-2353</inkml:trace>
  <inkml:trace contextRef="#ctx0" brushRef="#br0" timeOffset="269.151">1464 1717 30551,'0'0'824,"0"0"-616,0 0-112,188-2 144,-41 2 144,39 0-112,9 10-144,-19 6-96,-47-1-16,-48-3-16,-24 0-128,0 10-264,-13-4-608,-13-5-3369</inkml:trace>
  <inkml:trace contextRef="#ctx0" brushRef="#br0" timeOffset="533.75">1668 2336 30767,'0'0'1032,"-93"109"-912,26-14-64,-19 31 104,7 22 80,13-16-96,31-33-88,24-38-56,11-34-64,0-1-144,18-10-192,34-16-248,-1-16-985,2-19-9961</inkml:trace>
  <inkml:trace contextRef="#ctx0" brushRef="#br0" timeOffset="863.734">2417 2311 30503,'-16'20'982,"-244"330"235,259-350-1217,-29 45 11,1 2 0,2 1-1,2 0 1,3 2 0,1 1 0,0 11-11,18-50 0,0-1 0,1 1 0,0 0 0,1 0 0,1 0 0,0 0 0,0 0 0,1 0 0,1 0 0,0 2 0,-1-10 0,1 0 0,-1 0 0,0 0 0,1-1 0,0 1 0,0 0 0,0 0 0,0-1 0,1 0 0,-1 1 0,1-1 0,0 0 0,0 0 0,0 0 0,0-1 0,1 1 0,-1-1 0,1 0 0,0 0 0,-1 0 0,1 0 0,0-1 0,0 1 0,0-1 0,0 0 0,0 0 0,0-1 0,2 1 0,14-2 0,-1-1 0,1 0 0,-1-1 0,0-2 0,0 0 0,0 0 0,-1-2 0,0 0 0,0-2 0,-1 0 0,0 0 0,0-2 0,-1 0 0,0-1 0,-1 0 0,-1-2 0,0 1 0,-1-2 0,0 0 0,8-13 0,-17 24 0,1-1 0,-1 0 0,0-1 0,-1 1 0,1-1 0,-1 1 0,0-1 0,0 0 0,-1 0 0,0 0 0,0-1 0,0 1 0,-1 0 0,0-1 0,0 1 0,0-1 0,-1 1 0,0-1 0,0 1 0,-1-1 0,0 1 0,0-1 0,-1 1 0,1-1 0,-3-3 0,-8 0 0,-1 1 0,0 0 0,0 1 0,-1 1 0,0 0 0,0 1 0,-1 0 0,1 1 0,-1 1 0,0 0 0,-1 1 0,1 1 0,-7 0 0,15 1 0,-135-40-151,126 24-602</inkml:trace>
  <inkml:trace contextRef="#ctx0" brushRef="#br0" timeOffset="9241.204">2213 531 28254,'0'0'1319,"0"0"-726,0 0-114,0 0 47,0 0-2,2-4 183,160-162-342,-152 155-365,0 0 0,-1-1 0,0 0 0,-1-1 0,-1 0 0,0 0 0,0-1 0,-2 1 0,0-1 0,0-1 0,-1 1 0,-1-1 0,0 1 0,-1-1 0,-1 0 0,0 0 0,-1 0 0,-1-2 0,0 12 0,0 0 0,0 1 0,-1-1 0,0 0 0,0 1 0,0 0 0,0-1 0,-1 1 0,0 0 0,0 0 0,0 0 0,0 0 0,-1 1 0,1-1 0,-1 1 0,0 0 0,0 0 0,0 1 0,0-1 0,-1 1 0,1 0 0,-1 0 0,1 0 0,-1 0 0,0 1 0,0 0 0,-1 0 0,-7-2 0,0 1 0,-1 0 0,1 1 0,-1 1 0,1 0 0,-1 0 0,1 2 0,-1 0 0,-7 2 0,10-2 0,0 1 0,1 0 0,-1 1 0,1 0 0,0 0 0,0 1 0,0 0 0,1 1 0,0 0 0,0 1 0,1 0 0,-1 0 0,1 1 0,1 0 0,0 0 0,0 0 0,0 1 0,1 1 0,0-1 0,1 1 0,0-1 0,1 2 0,0-1 0,1 0 0,0 1 0,0 0 0,1-1 0,0 1 0,1 0 0,0 0 0,1 0 0,0 0 0,1 0 0,0 0 0,1 0 0,0 0 0,1-1 0,0 1 0,1-1 0,0 1 0,2 2 0,10 12 0,-4-10 0,-1 0 0,0 1 0,-2 1 0,0 0 0,0 0 0,-2 0 0,0 1 0,-1 1 0,-1-1 0,-1 1 0,0-1 0,-1 3 0,-3 5 0,-1 0 0,0 0 0,-2 0 0,-1 0 0,-2 0 0,0 0 0,-1-1 0,-2 0 0,0-1 0,-13 22 0,-101 194-461,62-137-1142</inkml:trace>
  <inkml:trace contextRef="#ctx0" brushRef="#br1" timeOffset="491016.174">786 1409 29350,'-22'7'732,"-271"118"583,254-102-1236,1 2-1,1 1 0,1 1 0,1 2 0,2 2 0,1 1 1,1 1-1,2 2 0,2 1 0,1 1 0,2 1 0,1 2 1,-13 33-79,12 73 48,24-141-47,1 0 1,-1-1-1,2 1 1,-1 0-1,0-1 1,1 0-1,0 1 1,0-1-1,0 0 1,0 0-1,1 0 1,-1 0-1,1 0 1,0 0-1,1-1 1,-1 0 0,0 0-1,1 1 1,0-2-1,0 1 1,0 0-1,0-1 1,0 0-1,0 0 1,1 0-1,-1-1 1,1 1-1,-1-1 1,1 0-1,-1 0 1,4 0-2,153 1 74,-126-8-67,0-1 0,-1-2-1,0-1 1,0-2 0,-1-1 0,-1-2 0,0-1-1,-1-1 1,-1-2 0,-1-1 0,0-1 0,-2-2-1,0-1 1,-2-1 0,-1 0 0,0-2 0,-2-1-1,-2-1 1,0-1 0,4-12-7,-15 24-1,-1-1 1,-1-1-1,0 1 1,-2-1-1,0 0 0,-1 0 1,-1-1-1,-1 1 1,-1-1-1,0 0 0,-2-1 1,1 14-1,0 0 1,-1 0-1,0 0 0,0 0 0,-1 0 0,0 0 0,0 1 0,-1-1 0,0 1 0,0-1 1,-1 1-1,0 0 0,0 0 0,-1 0 0,0 1 0,0 0 0,0 0 0,-1 0 0,0 0 1,0 1-1,0 0 0,-1 1 0,0-1 0,0 1 0,0 0 0,0 1 0,-1 0 0,1 0 1,-1 0-1,0 1 0,1 0 0,-1 1 0,-6-1 1,10 2-47,-1 1 0,1-1 0,-1 1-1,0 0 1,1 0 0,-1 1 0,1-1 0,0 1 0,0 0 0,0 0-1,-1 1 1,2-1 0,-1 1 0,0-1 0,1 1 0,-1 1-1,-1 1 48,-19 26-1611</inkml:trace>
  <inkml:trace contextRef="#ctx0" brushRef="#br1" timeOffset="491284.537">532 1753 32079,'0'0'584,"0"0"-584,0 0-168,0 0 168,0 0 0,0 0 0,48 106 0,-30-78-224,-1 7-376,14 11-528,-5-11-809,1-9-13162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2:51.629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341 958 28734,'0'0'1905,"0"0"-1409,0 0-264,0 0-80,0 0 352,0 0-88,182 17-192,-92-17-120,24 0-104,35 0-136,-24 0-1072,-22-10-17204</inkml:trace>
  <inkml:trace contextRef="#ctx0" brushRef="#br1" timeOffset="497866.025">1106 1 30070,'0'0'743,"-25"6"-203,7-2-465,-6 1-3,-1 2 1,1 0-1,0 2 1,1 0-1,0 1 0,0 2 1,-13 9-73,-28 29 58,2 3 0,2 3 0,3 2 0,2 2 0,3 3 0,-14 27-58,-2-3 84,4 3-1,4 3 1,4 2 0,4 3 0,-34 94-84,74-161 11,3 1-1,0 0 1,2 0 0,2 1 0,1 0 0,0 24-11,3-51 0,0-1 0,1 0 0,0 0 0,0 0 0,0 0 0,0 1 0,1-1 0,0 0 0,0 0 0,0 0 0,1 0 0,0 0 0,0 0 0,0-1 0,0 1 0,1 0 0,0-1 0,0 0 0,0 0 0,0 0 0,1 0 0,0 0 0,-1-1 0,1 1 0,1-1 0,-1 0 0,0 0 0,1-1 0,-1 1 0,1-1 0,0 0 0,0-1 0,2 2 0,16 3 0,-1-1 0,1-1 0,0-1 0,0-1 0,0-1 0,0-1 0,0-1 0,0-1 0,0-1 0,0-1 0,-1-1 0,0-1 0,12-5 0,-7 1 0,0-2 0,-1 0 0,-1-2 0,0-1 0,-1-1 0,0-1 0,-1-1 0,-2 0 0,0-2 0,0-1 0,-2-1 0,2-4 0,21-29 0,-2-2 0,-4-2 0,-1-1 0,7-25 0,-27 55 0,-2 0 0,-1-2 0,-1 1 0,-2-1 0,-1-1 0,0-11 0,-7 39 0,1 0 0,-1 1 0,-1-1 0,1 0 0,-1 0 0,1 0 0,-2 0 0,1 0 0,0 0 0,-1 0 0,0 0 0,0 1 0,0-1 0,-1 0 0,0 0 0,0 1 0,0 0 0,0-1 0,-1 1 0,1 0 0,-1 0 0,0 0 0,-1 0 0,1 1 0,-1-1 0,1 1 0,-1 0 0,0 0 0,0 0 0,0 0 0,-1 1 0,-3-2 0,-13-3 0,0 1 0,-1 0 0,1 2 0,-1 1 0,0 0 0,0 2 0,0 1 0,0 0 0,0 2 0,-7 1 0,-36 3-8,1 3 1,0 2-1,0 4 0,1 2 1,1 3-1,1 3 0,1 2 1,-11 9 7,64-32-80,1 0 1,-1 0 0,1 1 0,0 0-1,0 0 1,0 1 0,1 0 0,-1 0-1,1 0 1,0 0 0,0 1 0,0 0 0,1 0-1,-1 0 1,1 1 0,0-1 0,1 1-1,0 0 1,0 0 0,0 0 0,0 1-1,1-1 1,0 0 0,0 1 0,1 0-1,0-1 1,0 1 0,1 0 0,0 0-1,0-1 1,0 1 0,1 0 0,0 0 0,0-1-1,1 1 1,1 4 79,27 38-4672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3:10.551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338 12 29990,'0'0'1257,"0"0"-897,0 0-192,0 0-40,228-6 248,-43 3-32,27 1-200,5 2-144,-6 0 0,-27 0 0,-5 13 0,-8 13 0,-24 8-288,-44-7-912,-33-5-3209</inkml:trace>
  <inkml:trace contextRef="#ctx0" brushRef="#br1" timeOffset="478075.058">1 44 30671,'0'0'657,"0"0"-286,0 0-223,22-4-99,225-17 142,14 21 314,124 22-505,788 152 169,-933-133-163,47-1-6,-281-51 0,-132-123-2068,88 88-3698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3:10.050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776 97 28302,'0'0'842,"-24"3"-140,-174 22 695,451-92-76,-87 41-1254,0 7 0,2 8-1,144 10-66,1032 71-2,-1146-55-5,778 66-1644,-745-64-495</inkml:trace>
  <inkml:trace contextRef="#ctx0" brushRef="#br1" timeOffset="477724.805">30 141 27470,'0'0'1047,"0"0"-243,0 0-260,0 0-155,0 0 5,-8 0-6,-14 2 121,648-35-3,715-7 41,-291 27-378,-900 21-169,0 7 0,79 20 0,-141-19 0,-86-14-1130,-2-2-933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5:11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99 30046,'0'0'705,"0"0"-457,2 115-144,-2-35 320,0 33-88,0 25-120,0-10-112,-4-29-56,1-38-40,3-35-8,0-9 0,-2-11-48,2-6-96,0-23-176,0-66-408,0 6-697,0-4-2600</inkml:trace>
  <inkml:trace contextRef="#ctx0" brushRef="#br0" timeOffset="289.458">130 0 28926,'0'0'880,"19"2"-214,132 36 299,-108-18-798,-1 3-1,-1 2 0,-1 1 0,-1 2 0,-2 2 1,-1 1-1,-1 2 0,23 29-166,-53-56 0,0 0 0,0 0 0,-1 1 0,0 0 0,-1-1 0,1 2 0,-1-1 0,0 0 0,-1 1 0,0-1 0,0 1 0,-1-1 0,0 1 0,0 0 0,0 0 0,-1 0 0,-1-1 0,1 1 0,-1 0 0,-1 0 0,1-1 0,-1 1 0,0-1 0,-1 1 0,-2 3 0,-7 6 0,-1-1 0,0 0 0,-1-1 0,0-1 0,-2 0 0,0-1 0,-12 7 0,13-8 0,-422 285-325,316-227-1302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5:09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756 131 25894,'0'0'3472,"0"0"-1947,0 0-833,0 0-111,0 0-139,-2-6-297,2 6-145,0-1 1,0 1-1,0-1 0,0 1 1,0-1-1,0 0 0,0 1 0,-1-1 1,1 1-1,0-1 0,0 1 1,0 0-1,-1-1 0,1 1 1,0-1-1,0 1 0,-1-1 1,1 1-1,0 0 0,-1-1 0,1 1 1,-1 0-1,1-1 0,0 1 1,-1 0-1,1-1 0,-1 1 1,1 0-1,-1 0 0,1 0 1,-1-1-1,1 1 0,-1 0 0,1 0 1,-1 0-1,1 0 0,-1 0 1,1 0-1,-1 0 0,1 0 1,-1 0-1,1 0 0,-1 0 0,1 0 1,-1 1-1,1-1 0,-1 0 1,1 0-1,-1 0 0,1 1 1,-1-1-1,1 0 0,0 1 1,-1-1-1,1 0 0,-1 1 0,1-1 0,-30 42-2,23-31 3,-613 1025-1,545-884 0,75-153-18,1 0 0,-1 0 0,1 0 0,0 0 1,-1 0-1,1 0 0,0 1 0,0-1 0,0 0 0,-1 0 0,1 0 0,0 1 0,0-1 0,0 1 1,0-1-1,0 0 0,0 1 0,0 0 0,1-1 0,-1 1 0,0 0 0,0-1 0,0 1 0,0 0 1,0 0-1,1 0 0,-1 0 0,0 0 0,0 0 0,0 0 0,0 1 0,1-1 0,-1 0 0,0 1 1,0-1-1,0 1 0,0-1 0,0 1 0,0-1 0,0 1 0,0 0 0,0-1 0,0 1 0,-1 0 1,1 0-1,0 0 0,0 0 0,-1-1 0,1 1 0,0 0 0,-1 0 0,1 1 0,-1-1 1,1 0-1,-1 0 0,0 0 0,1 0 0,-1 0 0,0 0 0,0 0 0,0 1 0,0-1 0,0 0 1,0 0-1,0 0 0,0 0 0,-1 1 0,1-1 0,0 1 18,39-35-2046</inkml:trace>
  <inkml:trace contextRef="#ctx0" brushRef="#br0" timeOffset="188.351">991 1 30046,'0'0'753,"46"175"-105,-22-23-248,-5 24 72,-10-5-40,-9-38-416,0-47-16,0-30 0,-6-23 0,-12-1 0,-8-7-264,-33-13-464,6-10-1177,-4-2-3400</inkml:trace>
  <inkml:trace contextRef="#ctx0" brushRef="#br0" timeOffset="376.83">425 679 23501,'0'0'5561,"0"0"-4673,0 0-504,123-49 121,0 37-89,47 0-224,21 5-192,4-7-144,-22 0-1457,-54 2-239,-34-2-7866</inkml:trace>
  <inkml:trace contextRef="#ctx0" brushRef="#br0" timeOffset="562.574">1869 230 30278,'0'0'889,"0"0"-545,-28 177-96,13-55 232,4 24-56,4 2-320,5-27-104,2-38 0,0-38 0,0-17 0,0-21-344,4-7-464,5 0-1089</inkml:trace>
  <inkml:trace contextRef="#ctx0" brushRef="#br0" timeOffset="828.253">1905 167 30334,'0'0'630,"19"-1"-313,-1-1-279,10 0 69,0 1 0,-1 1 0,1 1 0,0 1 0,0 2 0,8 3-107,-25-5 13,0 1 0,-1 0 0,0 1 0,0 0 0,0 0 0,0 1 0,-1 1 0,1-1 0,-1 2 0,-1-1 0,1 1 0,-1 0 0,0 1 0,-1 0 0,0 0 0,0 1-1,-1 0 1,0 0 0,0 0 0,-1 1 0,-1 0 0,1 0 0,-2 0 0,1 0 0,-1 1 0,-1 0 0,0 2-13,-1 4 5,-2-1 0,0 0 0,0 0 0,-2 0 0,0 0 0,-1 0 0,0 0 0,-2-1 1,0 1-1,0-1 0,-1-1 0,-1 1 0,-1-1 0,0-1 0,-4 4-5,-15 19 6,-2-1-1,-1-2 1,-2-1 0,-33 25-6,54-47-12,-7 8-49,-1-1 1,0-1-1,-1-1 0,-1-1 1,-1 0-1,0-2 0,-1 0 1,0-2-1,-20 6 61,16-13-913,13-3-1164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5:12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663 321 26318,'0'0'3207,"0"0"-1996,0 0-648,0 0-50,0 0-1,-3 0-140,1-2-369,0 0 1,0 0-1,0-1 0,1 1 0,-1-1 0,0 1 0,1-1 0,0 1 0,0-1 1,0 0-1,0 0 0,0 1 0,0-1 0,1 0 0,-1 0 0,1 0 0,0 0 1,0 0-1,0 0 0,0 0 0,0 0 0,1-1-3,-5-31 2,2 23-2,-1 1 0,0-1 0,-1 1 0,0 0 0,-1-1 0,0 2 0,-1-1 0,0 1 0,-1 0 0,0 0 0,0 1 0,-1 0 0,0 0 0,-1 1 0,0 0 0,0 0 0,-1 1 0,0 0 0,0 1 0,0 0 0,-1 1 0,0 0 0,0 0 0,-12-2 0,13 6 0,0-1 0,0 2 0,0 0 0,0 0 0,-1 0 0,1 2 0,0-1 0,0 1 0,0 1 0,0-1 0,1 2 0,-1-1 0,1 1 0,0 1 0,0 0 0,0 0 0,1 1 0,-1 0 0,1 0 0,1 1 0,-1 0 0,1 0 0,-4 6 0,-10 15 0,1 0 0,1 1 0,1 1 0,2 1 0,1 0 0,-3 13 0,0-1 0,3 0 0,1 2 0,3-1 0,1 2 0,2 0 0,3 0 0,1 0 0,2 0 0,3 1 0,1 3 0,-1-39 0,0-1 0,1 1 0,0 0 0,1-1 0,0 1 0,0-1 0,1 0 0,1 0 0,0-1 0,0 1 0,1-1 0,0 0 0,0 0 0,1-1 0,0 0 0,1 0 0,-1-1 0,2 0 0,-1 0 0,1-1 0,0 0 0,0 0 0,1-1 0,-1 0 0,1-1 0,0 0 0,1-1 0,-1 0 0,0 0 0,1-1 0,0-1 0,0 1 0,-1-2 0,1 0 0,0 0 0,0-1 0,-1 0 0,1-1 0,0 0 0,-1 0 0,1-1 0,-1-1 0,0 0 0,0 0 0,8-6 0,16-21 0,-2-2 0,0-1 0,-3-1 0,-1-2 0,-1-1 0,-3-1 0,-1-1 0,-1-1 0,-3-1 0,12-38 0,43-185 0,-53 171 0,-19 83-98,1 0 1,0 0-1,1 1 0,0-1 0,1 1 1,0 0-1,1 0 0,0 1 0,0-1 1,1 2-1,0-1 0,1 1 0,0 0 1,3-3 97,24-14-2713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5:14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654 483 28574,'0'0'1774,"0"0"-927,0 0-415,0 0-19,-10-19-71,-55-110-16,60 120-324,0 1 0,0-1 0,-1 1-1,0 1 1,0-1 0,-1 1-1,0 0 1,0 0 0,-1 1 0,0 0-1,0 1 1,0-1 0,0 1-1,-1 1 1,0 0 0,0 0 0,0 1-1,-1 0 1,1 0 0,-1 1 0,0 1-1,1-1 1,-1 1 0,0 1-1,0 0 1,0 1 0,1-1 0,-1 2-1,0-1 1,1 2 0,-1-1 0,1 1-1,0 1 1,0-1-2,-11 9 0,2 0 0,0 1 0,0 1 0,1 0 0,1 2 0,1 0 0,0 0 0,1 2 0,1-1 0,0 2 0,1 0 0,2 0 0,0 1 0,0 0 0,2 1 0,0 3 0,-2 0 0,1-1 0,1 2 0,2-1 0,0 1 0,1 0 0,2 0 0,0 1 0,2-1 0,1 0 0,1 1 0,1-1 0,1 2 0,-1-22 0,-1 0 0,0 0 0,1 0 0,0 0 0,0-1 0,1 1 0,-1-1 0,1 1 0,0-1 0,0 0 0,0 0 0,1 0 0,-1-1 0,1 1 0,0-1 0,0 0 0,0 0 0,1 0 0,-1-1 0,1 1 0,-1-1 0,1 0 0,0 0 0,0-1 0,0 1 0,0-1 0,0 0 0,0-1 0,0 1 0,0-1 0,4 0 0,2 0 0,0-1 0,0 0 0,0-1 0,0 0 0,0-1 0,0 0 0,0 0 0,-1-1 0,0-1 0,0 1 0,0-2 0,0 0 0,-1 0 0,1-1 0,28-30 0,-2-2 0,-1-2 0,-3-1 0,-1-1 0,-2-2 0,-2 0 0,-2-2 0,17-47 0,-41 91 0,12-22-145,1 1 0,1 0 0,1 1 0,1 1 0,1 0 0,9-7 145,11-8-1819</inkml:trace>
  <inkml:trace contextRef="#ctx0" brushRef="#br0" timeOffset="364.312">1605 554 30334,'0'0'713,"0"0"-272,-3-17-10,-1-4-299,-6-34 47,-2-1 0,-3 2 0,-2 0 0,-11-20-179,25 66 0,0-1 0,-1 1 0,0 1 0,-1-1 0,1 1 0,-1-1 0,-1 1 0,1 1 0,-1-1 0,-1 1 0,1 0 0,-1 0 0,0 1 0,0 0 0,-1 0 0,1 1 0,-1 0 0,0 0 0,0 1 0,0-1 0,-1 2 0,1 0 0,-1 0 0,0 0 0,1 1 0,-1 0 0,0 1 0,0 0 0,0 0 0,1 1 0,-8 1 0,5 4 0,1 1 0,0 0 0,0 0 0,1 1 0,0 0 0,1 1 0,-1 0 0,2 0 0,-1 1 0,1 0 0,1 0 0,0 0 0,-1 4 0,-12 17 0,1 0 0,2 2 0,2 0 0,1 1 0,1 0 0,2 1 0,1 0 0,2 0 0,1 1 0,2 0 0,2 0 0,2 35 0,0-63 0,1-1 0,-1 0 0,1 1 0,1-1 0,0 0 0,0 0 0,0 0 0,1 0 0,0 0 0,0 0 0,0-1 0,1 1 0,0-1 0,1 0 0,-1-1 0,1 1 0,0-1 0,1 1 0,-1-2 0,1 1 0,0-1 0,0 1 0,0-2 0,1 1 0,0-1 0,-1 0 0,1 0 0,0-1 0,0 1 0,1-2 0,-1 1 0,0-1 0,0 0 0,1-1 0,-1 0 0,1 0 0,4-1 0,9-6-6,0-1-1,0-1 1,-1 0-1,0-2 1,-1-1 0,0 0-1,-1-1 1,0-1 0,-1-1-1,-1 0 1,0-1-1,-1-1 1,12-18 6,-27 35-1,242-275-3298,-168 194-528</inkml:trace>
  <inkml:trace contextRef="#ctx0" brushRef="#br0" timeOffset="725.881">2605 380 30703,'0'0'649,"0"0"-360,0 0-59,0 0 263,0-19-150,-11-128-283,7 132-60,0 1 0,-2 1 0,0-1 0,0 1 0,-1 0 0,-1 0 0,0 1 0,-1 0 0,0 1 0,0 0 0,-2 0 0,1 1 0,-9-6 0,15 12 0,-1 0 0,-1 0 0,1 1 0,0 0 0,-1 0 0,0 0 0,1 1 0,-1 0 0,0 0 0,0 1 0,0-1 0,-1 1 0,1 0 0,0 1 0,0 0 0,0 0 0,-1 0 0,1 1 0,0-1 0,0 2 0,0-1 0,0 1 0,0-1 0,0 2 0,0-1 0,0 1 0,1 0 0,-1 0 0,1 0 0,0 1 0,0 0 0,0 0 0,-2 3 0,-17 20 0,1 1 0,2 1 0,1 1 0,1 1 0,2 0 0,1 2 0,1 0 0,2 0 0,-5 23 0,9-32 0,2 1 0,1 0 0,1 0 0,1 0 0,1 0 0,1 1 0,1 14 0,1-33 0,0 0 0,1 0 0,0 0 0,0 0 0,0 0 0,1 0 0,0 0 0,0-1 0,1 1 0,0-1 0,0 1 0,0-1 0,1 0 0,0 0 0,0-1 0,1 1 0,-1-1 0,1 0 0,0 0 0,1 0 0,-1-1 0,1 0 0,0 0 0,0 0 0,0-1 0,0 0 0,1 0 0,-1 0 0,4 0 0,1-1 0,-1 0 0,1 0 1,0-1-1,0-1 0,0 0 0,0 0 0,-1-1 0,1 0 1,0-1-1,0 0 0,-1-1 0,1 0 0,-1-1 1,0 0-1,0 0 0,0-1 0,-1-1 0,0 1 0,8-8 0,147-146-1426,-121 104-368</inkml:trace>
  <inkml:trace contextRef="#ctx0" brushRef="#br0" timeOffset="1117.456">3440 388 30831,'0'0'1200,"0"0"-597,-6-21-478,-42-124-117,45 136-8,0 1 0,-1 0 0,0-1 0,0 2 0,-1-1 0,0 0 0,0 1 0,0 0 0,-1 0 0,-1 1 0,1-1 0,-1 1 0,0 1 0,0-1 0,-1 1 0,1 1 0,-1-1 0,0 1 0,0 1 0,-1-1 0,1 1 0,-1 1 0,0 0 0,0 0 0,1 0 0,-1 1 0,0 1 0,0-1 0,0 2 0,0-1 0,0 1 0,0 0 0,0 1 0,0 0 0,-5 2 0,-1 7 0,1-1 0,0 2 0,0 0 0,1 1 0,0 0 0,2 1 0,-1 0 0,2 1 0,0 0 0,0 1 0,0 2 0,-9 14 0,0 0 0,2 1 0,2 1 0,1 1 0,2 0 0,1 0 0,1 1 0,2 1 0,2 0 0,2-1 0,0 32 0,6-60 0,1-1 0,0 0 0,1 0 0,0 0 0,0 0 0,1 0 0,-1-1 0,1 0 0,1 0 0,-1 0 0,1-1 0,0 0 0,0 0 0,1 0 0,0-1 0,-1 0 0,1 0 0,1 0 0,-1-1 0,0 0 0,1-1 0,0 0 0,-1 0 0,1-1 0,0 1 0,0-2 0,0 1 0,0-1 0,0 0 0,0-1 0,0 0 0,0 0 0,-1-1 0,1 0 0,1-1 0,18-7 0,0-1 0,0-2 0,-2-1 0,0 0 0,0-2 0,-2-1 0,0-1 0,0-1 0,-2-1 0,-1-1 0,0 0 0,9-16 0,4-3-48,-2-1 0,-1-1 0,-3-2 0,-1-1 0,1-10 48,7-21-1200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5:12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734 425 30214,'0'0'994,"0"0"-410,0 0-97,-17-24-80,-103-152-326,111 160-81,-1 0 0,-1 1 0,0 0 0,-1 1 0,0 0 0,-1 1 0,-1 0 0,0 1 0,0 0 0,-1 1 0,-1 1 0,0 1 0,0 0 0,-1 1 0,0 1 0,-1 0 0,1 1 0,-1 1 0,0 1 0,-1 1 0,1 0 0,-17 0 0,23 7 0,0 1 0,1 1 0,0 0 0,1 0 0,-1 1 0,1 0 0,0 1 0,1 0 0,0 0 0,0 1 0,1 1 0,0-1 0,1 1 0,0 0 0,0 1 0,1 0 0,0 0 0,1 0 0,1 1 0,0-1 0,0 1 0,1 0 0,0 1 0,1 4 0,-12 31 0,3 1 0,2 0 0,2 1 0,3-1 0,1 1 0,3 1 0,4 27 0,-5-70 0,2 1 0,-1-1 0,1 0 0,0 0 0,1 0 0,0 0 0,0 0 0,1 0 0,0 0 0,1-1 0,-1 1 0,1-1 0,1 0 0,-1 0 0,1 0 0,0-1 0,1 0 0,0 0 0,0 0 0,0-1 0,0 0 0,1 0 0,0 0 0,0-1 0,0 0 0,1 0 0,-1-1 0,1 0 0,0 0 0,0-1 0,0 0 0,0-1 0,0 1 0,5-1 0,3-1 0,-1 0 0,0-1 0,1 0 0,-1-2 0,0 1 0,0-2 0,0 0 0,-1-1 0,1 0 0,-1-2 0,-1 1 0,1-2 0,-1 1 0,0-2 0,-1 0 0,1 0 0,-2-1 0,7-8 0,14-14 0,-2-2 0,-2 0 0,-1-2 0,-2-1 0,18-35 0,65-149-257,-85 168-1030</inkml:trace>
  <inkml:trace contextRef="#ctx0" brushRef="#br0" timeOffset="1442.462">1091 697 24349,'0'0'4014,"0"0"-2451,0 0-805,0 0-235,0 0-158,0 0-114,-3 24 277,3-22-518,0 0-1,0 0 1,-1 0-1,1 0 1,-1-1 0,1 1-1,-1 0 1,0 0-1,0 0 1,0 0 0,0-1-1,0 1 1,0-1 0,0 1-1,-1-1 1,1 1-1,0-1 1,-1 1 0,1-1-1,-1 0 1,0 0 0,1 0-1,-1 0 1,0 0-1,0 0 1,0-1 0,0 1-1,1 0 1,-1-1-1,0 0 1,0 1 0,0-1-1,0 0 1,0 0 0,0 0-1,0 0 1,0 0-1,0-1 1,0 1 0,0-1-1,0 1 1,0-1 0,0 0-10,-4 1 2,6-1-2,-1 0 0,0 1 0,0-1 0,1 0 0,-1 0 0,1 0 0,-1 0 0,1-1 0,-1 1 0,1 0 0,0 0 0,-1 0 0,1 0 0,0 0 0,0 0 0,0-1 0,0 1 0,0 0 0,0 0 0,0 0 0,0 0 0,0-1 0,1 1 0,-1 0 0,0 0 0,1 0 0,-1 0 0,1 0 0,-1 0 0,1 0 0,0 0 0,-1 0 0,1 0 0,0 0 0,0 0 0,0 0 0,4-3 0,0-1 0,0 1 0,0 0 0,0 0 0,1 1 0,0 0 0,0 0 0,0 0 0,0 1 0,0 0 0,0 0 0,1 0 0,-1 1 0,5-1 0,-24 8-21,13-5 5,-1 0 0,1-1-1,0 1 1,-1-1-1,1 1 1,0-1-1,-1 1 1,1-1-1,-1 1 1,1-1 0,-1 0-1,1 1 1,-1-1-1,1 0 1,-1 1-1,1-1 1,-1 0-1,0 1 1,1-1 0,-1 0-1,1 0 1,-1 0-1,0 0 1,1 0-1,-1 0 1,0 0-1,1 0 1,-1 0 0,1 0-1,-1 0 1,0 0-1,1 0 1,-1 0-1,0 0 1,1-1-1,-1 1 1,1 0 0,-1 0-1,1-1 1,-1 1-1,1 0 1,-1-1-1,1 1 1,-1-1-1,1 1 1,-1-1-1,1 1 1,0-1 0,-1 1-1,1-1 1,0 1-1,-1-1 1,1 1-1,0-1 1,0 0-1,-1 1 17,1-18-1723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13.7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28 482 24933,'0'0'3422,"0"0"-2119,0 0-653,0 0-129,0 0-141,-6 0-129,-16 0-109,36 0 60,351-8 609,-205 37-1623,-120-14-857</inkml:trace>
  <inkml:trace contextRef="#ctx0" brushRef="#br0" timeOffset="425.339">651 149 28302,'0'0'1011,"0"0"-476,0 0-113,0 0 85,0 0-131,25-2-104,85-5-73,-96 7-155,0 1 1,0 0-1,0 0 1,-1 2-1,1 0 0,-1 0 1,1 1-1,-1 1 0,0 0 1,-1 1-1,1 0 1,0 2-45,10 3 66,11 7-34,0 1 0,-2 1 0,0 1 0,-1 3 0,-1 0 0,-1 2 0,-1 1 0,-2 1 0,-1 1 0,-1 1 0,-1 1 0,-2 2 0,-2 0 0,0 1 0,-3 0 0,0 2 0,5 21-32,-9 36-763,-15-93-302,-7-4-1380</inkml:trace>
  <inkml:trace contextRef="#ctx0" brushRef="#br0" timeOffset="614.48">1447 1 30214,'0'0'1097,"0"0"-833,0 0-8,-174 167 32,82-46-136,-22 40-152,16-18-232,17-25-1801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18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50 575 21293,'0'0'9033,"0"0"-8360,0 0-481,0 0 176,123-16 120,-57-2-144,11-4-80,4 1-152,0 1-112,-2 4 0,-9 4 0,-9 8 0,-13 4 0,-8 0 0,-12 0 0,-10 0-592,-9 0-992,-9 0-3225</inkml:trace>
  <inkml:trace contextRef="#ctx0" brushRef="#br0" timeOffset="251.135">557 121 29614,'0'0'1593,"0"0"-1177,0 0-176,0 0 288,-18 122-152,18-67-376,0 10 0,0 12 0,0 6 0,0 36 0,0-21-488,0-19-2625</inkml:trace>
  <inkml:trace contextRef="#ctx0" brushRef="#br0" timeOffset="1857.114">1944 726 24021,'0'0'2346,"0"0"413,0 0-1528,0 0-615,0 0-150,0-15-70,-1-17-248,1 7-50,0 0 0,-2 0 0,0 0 0,-2 1 0,-1-1 0,-1 1 0,-1 0 0,-8-19-98,13 39 0,1-1 0,-1 1 0,0 0 0,-1 0 0,1 0 0,-1 0 0,1 1 0,-1-1 0,0 1 0,-1-1 0,1 1 0,0 0 0,-1 0 0,0 1 0,0-1 0,0 1 0,0 0 0,0 0 0,0 0 0,0 0 0,-1 1 0,1-1 0,-1 1 0,1 1 0,-1-1 0,1 0 0,-1 1 0,0 0 0,1 0 0,-1 1 0,1-1 0,-1 1 0,0 0 0,1 0 0,0 0 0,-1 1 0,1 0 0,-3 1 0,-4 9 0,1 0 0,0 1 0,1 1 0,1-1 0,0 1 0,0 1 0,2-1 0,0 1 0,0 3 0,2-10 0,-10 28 0,1 0 0,1 1 0,2 1 0,2 0 0,1 0 0,2 0 0,2 1 0,2 3 0,0-36 0,0-1 0,0 1 0,1 0 0,0-1 0,0 1 0,1 0 0,-1-1 0,1 1 0,1 0 0,-1-1 0,1 1 0,0-1 0,0 0 0,0 0 0,1 0 0,0 0 0,0 0 0,0 0 0,1-1 0,-1 1 0,1-1 0,0 0 0,0 0 0,1-1 0,-1 1 0,1-1 0,0 0 0,0 0 0,0 0 0,0-1 0,0 0 0,0 0 0,1 0 0,-1-1 0,1 1 0,-1-1 0,4 0 0,6-3 0,-1-1 0,0 0 0,0-1 0,0 0 0,0-1 0,-1-1 0,1 0 0,-1-1 0,-1 0 0,0-1 0,0 0 0,0-1 0,-1 0 0,0-1 0,-1-1 0,0 1 0,4-7 0,16-12 0,230-194-1706,-181 157-1333</inkml:trace>
  <inkml:trace contextRef="#ctx0" brushRef="#br0" timeOffset="2204.089">3102 579 30575,'0'0'828,"0"0"-199,-14-18-23,-83-110-477,92 121-129,0 0 0,-1 0 0,1 0 0,-1 1 0,-1 0 0,1 0 0,-1 0 0,0 1 0,0 0 0,-1 1 0,1 0 0,-1 0 0,0 0 0,0 1 0,-1 0 0,1 1 0,-1 0 0,1 0 0,-1 1 0,1 0 0,-1 0 0,0 1 0,0 0 0,1 1 0,-1 0 0,0 0 0,1 1 0,-1 0 0,1 0 0,-1 1 0,1 0 0,0 1 0,0-1 0,1 2 0,-1-1 0,-4 5 0,-10 13 0,2 1 0,1 0 0,0 2 0,2 0 0,1 1 0,1 1 0,2 0 0,0 1 0,2 1 0,-2 10 0,-26 144 0,38-177 0,1-1 0,-1 1 0,2-1 0,-1 1 0,0 0 0,1-1 0,0 1 0,1-1 0,-1 0 0,1 1 0,0-1 0,0 0 0,1 0 0,0 0 0,-1 0 0,2-1 0,-1 1 0,0-1 0,1 1 0,0-1 0,0-1 0,0 1 0,0 0 0,1-1 0,0 0 0,-1 0 0,1 0 0,0-1 0,0 1 0,1-1 0,-1-1 0,0 1 0,1-1 0,-1 0 0,1 0 0,-1 0 0,3-1 0,14-1 0,0-1 0,-1-1 0,1-1 0,-1-1 0,1-1 0,-2-1 0,1-1 0,-1-1 0,0 0 0,0-1 0,-2-2 0,1 0 0,-1-1 0,-1 0 0,0-2 0,-1 0 0,-1 0 0,0-2 0,-1 0 0,6-11 0,-17 24 0,2-1 0,0 0 0,-1 0 0,1 0 0,-1-1 0,-1 1 0,1-1 0,-1 0 0,0 0 0,0 0 0,-1-1 0,0 1 0,0-1 0,-1 1 0,1-1 0,-1 0 0,0-4 0,-37-9-369,1 19-1478</inkml:trace>
  <inkml:trace contextRef="#ctx0" brushRef="#br0" timeOffset="8923.083">3932 792 26574,'0'0'3492,"0"0"-2221,0 0-713,0 0-230,0 0-83,-3 0-43,4-1-199,-1 1 1,0 0-1,0 0 1,1 0-1,-1 0 1,0 0-1,0 0 0,1 0 1,-1 0-1,0 0 1,1 0-1,-1 0 1,0 0-1,0 0 1,1 0-1,-1 0 1,0 0-1,0 0 1,1 1-1,-1-1 1,0 0-1,0 0 1,1 0-1,-1 0 1,0 0-1,0 1 1,0-1-1,1 0-3,-1-48 0,-8 39 0,29-31-1599,-6 11-3195</inkml:trace>
  <inkml:trace contextRef="#ctx0" brushRef="#br0" timeOffset="9396.998">5241 156 26414,'0'0'3486,"0"0"-2034,0 0-891,0 0-106,-6 18-120,-79 407-271,6-19-64,75-273 0,5-130-28,1 0 1,-1-1-1,1 1 1,0 0-1,-1-1 1,1 1-1,0-1 1,1 0-1,-1 0 1,0 0-1,1 0 1,-1 0-1,1 0 1,-1-1-1,1 1 0,0-1 1,0 1-1,0-1 1,0 0-1,0 0 1,0-1-1,0 1 1,0-1-1,0 1 1,0-1-1,0 0 1,0 0-1,1 0 1,-1-1-1,0 1 1,0-1-1,0 0 0,0 0 1,0 0-1,0 0 1,-1 0-1,1 0 1,0-1-1,0 0 1,-1 1-1,1-1 1,-1 0-1,1 0 1,-1 0-1,0-1 28,53-34-2994</inkml:trace>
  <inkml:trace contextRef="#ctx0" brushRef="#br0" timeOffset="9757.039">6457 606 7458,'0'0'20127,"0"0"-15341,-8-21-4431,-58-128-314,61 140-41,0-1 0,0 1 0,0 0 0,-1 0 0,-1 0 0,1 1 0,-1 0 0,-1 0 0,1 1 0,-1 0 0,-1 0 0,1 1 0,-1 0 0,0 0 0,-1 1 0,1 0 0,-1 1 0,0 0 0,0 1 0,0 0 0,-1 0 0,1 1 0,-1 1 0,1 0 0,-1 0 0,0 1 0,1 0 0,-10 2 0,7 3 0,-1 1 0,1 1 0,0 1 0,1 0 0,0 0 0,0 1 0,0 1 0,2 0 0,-1 0 0,1 1 0,0 1 0,1-1 0,1 1 0,0 1 0,1 0 0,0 0 0,0 0 0,2 1 0,0 0 0,0 0 0,1 0 0,1 1 0,-1 11 0,0-18 0,1 0 0,1 1 0,-1-1 0,1 1 0,1 0 0,-1 0 0,1-1 0,1 1 0,0 0 0,0 0 0,1 0 0,0 0 0,0-1 0,1 1 0,0 0 0,1-1 0,0 0 0,0 1 0,1-1 0,0 0 0,0-1 0,1 1 0,0-1 0,0 0 0,1 0 0,0 0 0,0-1 0,0 0 0,1 0 0,0-1 0,5 4 0,-2-6 1,-1 0 0,1-1-1,1 0 1,-1 0 0,0-1 0,0-1-1,0 0 1,1 0 0,-1-1 0,0 0 0,0 0-1,0-1 1,0-1 0,0 0 0,0 0-1,-1-1 1,1 0 0,-1-1 0,0 0 0,0 0-1,-1-1 1,1 0 0,1-2-1,23-21-42,-1 0 1,-1-3 0,-2 0-1,22-32 42,-28 34-103,29-32-2064,-7 7-3905</inkml:trace>
  <inkml:trace contextRef="#ctx0" brushRef="#br0" timeOffset="10019.004">7385 164 31383,'0'0'704,"0"0"-464,0 0 64,-51 101-168,45-52-136,1 10 0,3 10 0,0 6 0,2 4 0,0-4 0,0-8 0,0-11 0,2-19 0,20-25-592,-2-12-1265,-1-6-15954</inkml:trace>
  <inkml:trace contextRef="#ctx0" brushRef="#br0" timeOffset="10224.079">8198 1 31119,'0'0'1368,"0"0"-1088,9 147-280,-7-70 0,-2 24 0,0 19 0,0-7 0,0-13 0,6 23 0,7-42 0,-6-6-752</inkml:trace>
  <inkml:trace contextRef="#ctx0" brushRef="#br0" timeOffset="11318.903">0 1527 28422,'0'0'1103,"0"0"-488,0 0-220,0 0 77,0 0-39,27 1-57,172 2 158,1126 9-117,-282-9-417,-871-16 0,0-7 0,-2-8 0,-1-8 0,1-7 0,366-69 0,127 11 0,-422 61 0,2 12 0,241 2 0,-458 26 0,244-3 0,262 32 0,277 65 0,-347-50 0,124 41 0,-299-27 0,-36-6 0,215 15 0,-315-63 0,-136-8 2,-35-6-120,-26-11-3440,-13-5-12028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31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436 336 26358,'0'0'1539,"0"0"-721,0 0-513,0 0 128,0 0 662,-1-13-84,0-1-920,-1 1 0,-1-1 1,-1 0-1,0 1 0,0 0 1,-1 0-1,-1 0 1,0 0-1,-1 1 0,0 0 1,-5-6-92,8 13 7,0-1 0,0 1 0,-1 0 0,0 0 1,0 1-1,0-1 0,0 1 0,-1 0 0,1 0 1,-1 1-1,0 0 0,0 0 0,0 0 0,-1 0 1,1 1-1,-1 0 0,1 1 0,-1 0 0,0 0 1,1 0-1,-1 1 0,0-1 0,0 2 0,-2-1-7,4 2 1,0 0 0,0-1-1,0 2 1,0-1 0,1 0-1,-1 1 1,1 0 0,-1 0-1,1 0 1,0 1 0,1-1-1,-1 1 1,0 0 0,1 0-1,0 0 1,0 1 0,0-1-1,1 1 1,-1-1 0,0 5-1,-19 35-2,3 1 1,1 1 0,3 0-1,1 1 1,3 1 0,-6 47 1,6-27-2,2 1 0,4 0 0,2 1 0,6 42 2,22-19 1,-24-91-1,0 0 0,0 0 0,1 1 0,-1-1 0,1 0 0,-1 0 1,1 0-1,0-1 0,-1 1 0,1 0 0,0-1 0,0 1 0,0-1 0,1 0 0,-1 1 1,0-1-1,0 0 0,1 0 0,-1-1 0,1 1 0,-1 0 0,0-1 0,1 1 0,-1-1 1,1 0-1,0 0 0,-1 0 0,1 0 0,-1-1 0,1 1 0,-1 0 0,0-1 0,1 0 1,-1 0-1,1 0 0,-1 0 0,0 0 0,1 0 0,96-95 27,328-529-75,-415 611-281,0 1-1,0 0 1,1 0 0,1 2 0,0-1 0,0 2 0,1 0 0,1 1 0,4-2 329,18-8-3902</inkml:trace>
  <inkml:trace contextRef="#ctx0" brushRef="#br0" timeOffset="390.085">1538 383 29990,'0'0'1053,"0"0"-537,0 0-146,-8-24 35,-50-147-1,-21 33-373,76 134-31,-1 0 0,0 0 0,-1 0 0,1 0 0,-1 0 0,1 1 0,-1 0 0,0 0 0,0 0 0,-1 1-1,1 0 1,0 0 0,-1 0 0,1 0 0,-1 1 0,0 0 0,1 0 0,-1 1 0,0 0 0,0 0 0,0 0-1,1 0 1,-1 1 0,0 0 0,1 0 0,-5 2 0,-1 2 0,0 1 0,0 0 0,1 1 0,0 0 0,0 1 0,1-1 0,0 2 0,0 0 0,1 0 0,0 0 0,1 1 0,0 0 0,0 0 0,-4 10 0,-16 29 0,2 0 0,1 1 0,4 1 0,1 1 0,3 1 0,2 1 0,2 0 0,3 0 0,2 1 0,2 0 0,3 27 0,1-78 0,1-1 0,0 1 0,0 0 0,0 0 0,0 0 0,0 0 0,1 0 0,0 0 0,-1-1 0,1 1 0,1 0 0,-1 0 0,1-1 0,-1 1 0,1-1 0,0 0 0,0 1 0,1-1 0,-1 0 0,1 0 0,-1 0 0,1-1 0,0 1 0,0 0 0,0-1 0,0 0 0,1 0 0,-1 0 0,0 0 0,1-1 0,0 1 0,-1-1 0,1 0 0,0 0 0,0 0 0,0 0 0,-1-1 0,3 1 0,5-1 0,-1 0 0,0 0 0,1-1 0,-1 0 0,0-1 0,0 0 0,1-1 0,-2 0 0,1-1 0,0 0 0,-1 0 0,1-1 0,-1 0 0,-1 0 0,1-1 0,-1-1 0,0 1 0,0-1 0,-1-1 0,0 1 0,3-4 0,8-12 0,0-1 0,-1-1 0,-1 0 0,-2-1 0,0 0 0,-2-1 0,-1-2 0,48-179-1327,-50 173-1251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33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30102,'0'0'1185,"0"0"-433,0 0-312,0 0-152,0 0-288,0 0 0,0 0 0,0-5 0,22 9 0,20 17 0,-7 1-144,-7-4-2153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33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28302,'0'0'1224,"0"0"-319,0 0-417,0 0-216,0 0 176,-46 132 64,31-57-88,-1 10-232,1 4-192,4-2 0,2-4 0,5-9 0,4-10 0,0-15 0,33-16-712,2-15-1097,-2-16-17995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33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387 478 30382,'0'0'725,"0"0"-135,0 0-112,6-25-75,25-160-214,-30 156-189,-6-117 0,4 141 0,0 0 0,0 1 0,-1-1 0,0 1 0,1-1 0,-1 1 0,0 0 0,-1 0 0,1 0 0,-1 0 0,0 0 0,0 0 0,0 1 0,-1-1 0,1 1 0,-1 0 0,0 0 0,1 0 0,-1 1 0,-1-1 0,1 1 0,0 0 0,0 0 0,-1 0 0,1 1 0,-1 0 0,-4-1 0,-1 2 0,0 0 0,0 1 0,0 1 0,0-1 0,0 2 0,0-1 0,0 1 0,1 1 0,-1 0 0,1 0 0,0 1 0,0 0 0,0 0 0,1 1 0,0 0 0,0 1 0,1 0 0,-1 0 0,2 0 0,-1 1 0,1 0 0,0 0 0,1 1 0,-1 0 0,2 0 0,-2 5 0,-9 7 0,2 2 0,0-1 0,2 2 0,0 0 0,2 0 0,1 0 0,0 1 0,2 1 0,1-1 0,1 1 0,2 0 0,-1 12 0,3-33 0,-1 0 0,1 0 0,0 0 0,0 0 0,1 1 0,-1-1 0,1 0 0,0 0 0,1-1 0,-1 1 0,1 0 0,0 0 0,0-1 0,0 1 0,1-1 0,0 1 0,0-1 0,0 0 0,0 0 0,0 0 0,1-1 0,0 1 0,0-1 0,0 0 0,0 0 0,0 0 0,1-1 0,-1 1 0,1-1 0,2 1 0,6 0 1,-1 0 0,1-1 0,0 0 1,0-1-1,0 0 0,-1-1 0,1-1 0,0 0 0,0-1 1,0 0-1,-1-1 0,0 0 0,1-1 0,-1 0 0,0-1 1,10-7-3,167-110-412,-108 58-1060,-13 4-1996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34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30150,'0'0'665,"0"0"-297,0 0-88,0 0 120,0 0-112,0 0 24,0 0-8,-13 89-304,6-32 0,-2 8 0,1 6 0,1 0 0,3 0 0,1-6 0,3-9 0,11-15-144,11-13-944,2-20-1393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34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31223,'0'0'768,"0"0"-344,0 122-72,0-51-352,0 10 0,0 8 0,0 2 0,0-3 0,0-1 0,4 20 0,5-24 0,-7-18-2473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36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433 126 22557,'0'0'1732,"0"0"166,-19-12-644,-62-39-377,65 42-584,0 0-1,0 1 0,-1 1 1,0 1-1,-1 0 1,1 1-1,-1 1 1,0 0-1,-13 0-292,26 4-23,124 54-822,-63-35 870,-47-18-13,0 0 1,1 0-1,-1 1 0,0 0 0,-1 1 0,1 0 1,0 0-1,-1 1 0,0 0 0,0 0 0,0 1 1,0 0-1,-1 1 0,1 0 0,-1 0 0,-1 0 1,1 1-1,-1 0 0,-1 0 0,1 0 0,-1 1 1,0 0-1,-1 0 0,0 0 0,0 1 0,-1-1 1,0 1-1,0 0 0,-1 0 0,0 4-12,-3-6 10,-2 0 0,1 0 0,-1 0-1,0 0 1,0 0 0,-1 0 0,0-1 0,0 1-1,-1-1 1,0-1 0,0 1 0,0 0 0,0-1-1,-1 0 1,0-1 0,0 1 0,-1-1 0,1 0-1,-1 0 1,0-1 0,0 0 0,0 0 0,0-1 0,0 0-10,-17 10 12,-34 16-32,-1-3 0,-1-3 0,-1-2 0,-1-4 0,-7 0 20,73-7-1379,8-8-1601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36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28558,'0'0'1034,"0"0"-440,0 0-212,0 0-39,0 0-73,0 0-72,12 6-96,103 45-3,-73-35-52,0 2-1,-1 2 1,-2 1 0,31 23-47,-67-42 4,1 0 0,0 1 1,-1 0-1,0 0 0,0 0 1,0 0-1,0 1 0,0-1 0,0 1 1,-1-1-1,0 1 0,0 0 1,0 0-1,0 0 0,0 0 0,-1 0 1,0 1-1,0-1 0,0 0 1,0 1-1,-1-1 0,0 1 1,0-1-1,0 0 0,0 1 0,-1-1 1,1 1-1,-1-1 0,0 0 1,-1 1-1,1-1 0,-1 0-4,-9 14 10,0-1 0,-2 0 0,0-1 0,-1 0 0,0-2-1,-1 1 1,-1-2 0,0 0 0,-6 3-10,0 1 5,-171 133 1,163-102-2293,31-46-2601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36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0 29702,'0'0'753,"0"0"-465,0 0-88,0 0 216,-24 105 0,11-62-96,-5 11-56,-4 7-64,3 6-72,-6 4-48,1 2-80,7 0 0,6-2 0,11 23-32,0-19-624,11-7-1289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37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31263,'0'0'736,"0"0"-520,0 0-216,0 0-216,0 0-1336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38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464 196 26718,'0'0'2423,"0"0"-1328,0 0-514,0 0-138,0 0-75,-6 1-65,-17 5-79,12-26-29,10 11-182,-1 0 1,-1 0 0,0 0 0,0 0 0,0 0 0,-1 1 0,-1-1 0,1 1 0,-1 0 0,-1 1 0,1-1 0,-1 1-1,-1 0 1,1 0 0,-1 1 0,0 0 0,-1 0 0,1 1 0,-1 0 0,0 0 0,-1 1 0,1 0 0,-1 0 0,0 1-1,0 0 1,0 1 0,0 0 0,0 0 0,0 1 0,-9-1-14,7 8 0,0 1 0,1 0 0,0 1 0,0-1 0,0 2 0,1 0 0,1 0 0,-1 0 0,1 1 0,1 0 0,0 1 0,0 0 0,1 0 0,1 0 0,0 1 0,0-1 0,1 1 0,0 0 0,1 1 0,0 6 0,-14 37 0,3 1 0,2 1 0,3 0 0,2 0 0,3 1 0,3 0 0,0-51 0,1 0 0,0 0 0,0 0 0,1 0 0,0 0 0,1 0 0,0 0 0,0 0 0,0 0 0,1-1 0,0 1 0,1-1 0,0 0 0,0 0 0,0 0 0,1-1 0,0 1 0,0-1 0,1 0 0,0-1 0,0 1 0,0-1 0,1 0 0,-1-1 0,1 1 0,0-1 0,1-1 0,-1 0 0,0 0 0,1 0 0,0-1 0,0 0 0,0 0 0,0-1 0,0 0 0,0 0 0,0-1 0,2 0 0,1-6 0,0-1 0,0 0 0,-1-1 0,0 0 0,0-1 0,-1 0 0,0 0 0,0-1 0,-1 0 0,-1-1 0,0 0 0,0 0 0,-1 0 0,0-1 0,-1 0 0,3-10 0,-6 17 0,119-278 0,-112 265-244,1 1-1,1 0 1,0 0-1,1 2 1,1-1 0,1 1-1,0 1 1,10-7 244,14-12-2766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39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510 331 30342,'0'0'755,"0"0"-220,0 0-79,0-21-50,-6-135-144,5 148-261,-1 1-1,1-1 0,-1 1 0,-1 0 1,1 0-1,-1 0 0,0 0 0,-1 0 1,0 1-1,0 0 0,0-1 0,-1 1 1,0 1-1,0-1 0,0 1 0,-1 0 1,0 0-1,0 0 0,0 1 0,0 0 1,-1 0-1,1 1 0,-1 0 0,0 0 1,0 0-1,0 1 0,-1 0 0,1 1 1,-1-1-1,1 1 0,-1 1 0,1-1 1,-1 1-1,1 1 0,-1-1 0,1 1 1,-1 1-1,1-1 0,0 1 0,0 1 1,0-1-1,0 1 0,0 0 0,-8 9 0,0-1 0,1 2 0,0 0 0,1 0 0,1 1 0,0 1 0,1 0 0,1 1 0,0 0 0,-3 9 0,-6 12 0,2 0 0,1 2 0,2 0 0,2 1 0,2 0 0,1 1 0,2 0 0,2 0 0,2 1 0,1 20 0,1-58 0,1 0 0,0 1 0,-1-1 0,2 1 0,-1-1 0,0 0 0,1 1 0,0-1 0,0 0 0,0 0 0,1 1 0,-1-1 0,1 0 0,0 0 0,0 0 0,1-1 0,-1 1 0,1 0 0,-1-1 0,1 0 0,0 0 0,1 0 0,-1 0 0,0 0 0,1 0 0,0-1 0,-1 0 0,1 1 0,0-2 0,0 1 0,0 0 0,1-1 0,-1 0 0,3 1 0,4-1 1,0 0-1,0-1 1,0 0 0,0 0-1,0-1 1,0-1 0,0 0-1,0-1 1,0 0 0,-1 0-1,1-1 1,-1 0-1,0-1 1,0-1 0,-1 1-1,0-1 1,0-1 0,0 0-1,0 0 1,2-4-1,153-175-128,-147 164 70,41-57-1239,-10 10-1890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39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30447,'0'0'2288,"0"0"-2256,0 0-32,0 0 0,0 0 0,0 0 0,0 0 0,51 100 0,-40-88-1456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40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429 293 28358,'0'0'1134,"0"0"-337,0 0-331,0 0-28,0 0-20,-4-17-66,-31-119 331,31 126-672,0 0 0,0 0 0,-1 0 0,0 1 0,-1 0 0,0 0 0,0 0 0,-1 1 0,0 0 0,0 1 0,-1-1 0,-5-3-11,10 9-1,-1-1 1,1 1 0,-1 0-1,1 0 1,-1 0 0,0 1-1,0-1 1,0 1 0,0 0-1,0 0 1,0 0 0,0 1-1,0-1 1,0 1 0,0 0 0,-1 0-1,1 0 1,0 1 0,0 0-1,0-1 1,0 1 0,0 1-1,0-1 1,0 1 0,1-1-1,-1 1 1,0 0 0,1 0-1,-1 1 1,1-1 0,0 1-1,0 0 1,-1 0 0,-15 20 0,0-1 0,2 2 0,1 0 0,1 2 0,1-1 0,1 2 0,1-1 0,1 2 0,2 0 0,1 0 0,1 0 0,1 1 0,2 0 0,1 0 0,1 0 0,2 28 0,-1-53 0,0 0 0,0 0 0,1 0 0,-1 1 0,1-1 0,0 0 0,1 0 0,-1 0 0,1 1 0,-1-1 0,1 0 0,0 0 0,1 0 0,-1 0 0,1 0 0,0 0 0,0-1 0,0 1 0,0-1 0,1 1 0,-1-1 0,1 0 0,0 1 0,0-2 0,0 1 0,0 0 0,1 0 0,-1-1 0,1 0 0,-1 0 0,1 0 0,0 0 0,0-1 0,0 1 0,0-1 0,3 1 0,7-3 0,0-1 0,0 0 0,1-1 0,-2-1 0,1 0 0,0-1 0,-1 0 0,0-1 0,0 0 0,-1-1 0,1-1 0,-1 0 0,-1 0 0,0-1 0,0-1 0,-1 0 0,0 0 0,-1-1 0,1-1 0,-2 3 0,256-235-1482,-205 193-1477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40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 27342,'0'0'4009,"0"0"-3433,0 0-216,0 0 72,-48 118-384,32-66-48,1 11 0,0 8 0,4 10 0,4 21 0,5-19-96,-2-16-2385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41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399 372 30030,'0'0'777,"0"0"-225,-2-19-158,-11-121 289,-6-6-456,18 142-225,-1 0 0,1 0 0,-1 0 0,0 1 0,0-1 0,-1 1 1,1-1-1,-1 1 0,1 0 0,-1 0 0,0 0 0,0 0 0,-1 1 0,1-1 0,0 1 0,-1 0 0,0 0 0,1 0 0,-1 0 0,0 1 0,0-1 0,0 1 0,0 0 0,0 0 0,0 1 0,0-1 0,0 1 0,0 0 0,-1 0 0,1 0 0,0 1 0,0-1 0,0 1 0,-1 0-2,-8 5 2,-1 0-1,1 1 1,0 1 0,0 0-1,1 0 1,0 1-1,1 1 1,0 0-1,1 0 1,-1 1-1,2 1 1,0 0 0,0 0-1,1 0 1,1 1-1,0 0 1,1 1-1,0 0-1,-3 2 1,1 0-1,1 1 1,1 0-1,0 0 1,1 1-1,1-1 1,0 1-1,1 0 1,2 0-1,-1 0 1,2 0-1,1 0 1,1 14-1,2-24 0,-1-1 0,1-1 0,0 1 0,0 0 0,1-1 0,0 0 0,0 0 0,0 0 0,1-1 0,0 0 0,0 0 0,0 0 0,1-1 0,-1 0 0,1 0 0,0-1 0,0 0 0,1 0 0,-1 0 0,1-1 0,-1 0 0,1-1 0,0 1 0,-1-2 0,1 1 0,0-1 0,0 0 0,0-1 0,-1 1 0,1-2 0,2 0 0,6 1-9,0-1 0,0-1-1,0-1 1,0 0 0,-1-1 0,0-1 0,0 0 0,0-1-1,-1-1 1,3-1 9,-10 4-23,92-49-846,-13-3-1300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41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0 31383,'0'0'784,"0"0"-232,0 0-504,0 0-48,0 0 0,0 148 0,-15-85 0,-5 12 0,7 24 0,4-20 0,2-14-920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42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28654,'0'0'1471,"0"0"-649,0 0-302,0 0-66,0 0-80,0 13 42,-41 437-360,13-219-56,28-231-19,1 1 1,-1-1-1,1 1 1,0 0-1,0-1 1,-1 1-1,1-1 1,0 0-1,0 1 0,-1-1 1,1 0-1,0 1 1,0-1-1,0 0 1,0 0-1,0 0 1,-1 0-1,1 0 1,0 0-1,0 0 0,0 0 1,0 0-1,0 0 1,0 0-1,-1-1 1,1 1-1,0 0 1,0 0-1,0-1 0,-1 1 1,1-1-1,0 1 1,0-1-1,-1 1 1,1-1-1,0 1 1,-1-1-1,1 0 1,-1 1-1,1-1 0,-1 0 1,1 0-1,-1 1 1,1-1-1,-1 0 1,0 0-1,1 0 1,-1 1-1,0-2 19,2 0-225,25-21-2178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42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28518,'0'0'2673,"0"0"-2057,0 0-216,0 0-8,0 0-224,0 0-168,0 0 0,-6 97 0,6-44-208,6-8-928,-1-1-2265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43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474 0 25197,'0'0'6018,"0"0"-4914,0 0-656,0 0-448,0 0 0,-98 134 0,52-88 0,-9 3 0,-44 28 0,14-12 0,-5-10-416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45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0 27958,'0'0'1296,"0"0"-149,0 0-492,0 0-184,0 0-74,-8 1-131,3 0-224,3-2-35,1 1 1,-1 0 0,1 0-1,0 0 1,-1 0 0,1 1-1,-1-1 1,1 0 0,-1 1-1,1-1 1,-1 0 0,1 1 0,0 0-1,-1-1 1,1 1 0,0 0-1,0 0 1,-1 0 0,1 0-1,0 0 1,0 0 0,0 0-1,0 0 1,0 0 0,0 0-1,1 1 1,-1-1 0,0 0-1,1 0 1,-1 1 0,0-1-1,1 1 1,0-1 0,-1 1-1,1 0-7,-70 345 289,43-236-294,5 1-1,4 1 1,5 1-1,5 17 6,8-129-4,-1 0-1,0 0 1,0 0 0,0-1-1,1 1 1,-1 0-1,1 0 1,-1 0 0,1 0-1,0 0 1,-1 0-1,1 0 1,0 0 0,0 1-1,1-1 1,-1 0-1,0 0 1,1 0 0,-1 0-1,1 0 1,0-1-1,-1 1 1,1 0 0,0 0-1,0 0 1,0 0-1,1-1 1,-1 1 0,0-1-1,1 1 1,-1-1-1,1 1 1,-1-1 0,1 0-1,-1 0 1,1 1-1,0-1 1,0-1 0,0 1-1,0 0 1,-1 0-1,1-1 1,0 1 0,0-1-1,0 1 1,0-1-1,0 0 1,1 0 0,-1 0-1,0 0 1,0 0-1,0 0 1,0-1 0,1 1 4,42-20-1822,0-14-2776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45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367 255 29750,'0'0'1633,"0"0"-873,0 0-388,2-18-159,13-141-174,-16 155-39,0 0 0,0 0 0,0 0 0,-1 0 0,0 0 0,0 0 0,0 1 0,0-1 0,-1 1 0,1-1 0,-1 1 0,0 0 0,0 0 0,0 0 0,-1 1 0,1-1 0,0 1 0,-1 0 0,0-1 0,0 2 0,1-1 0,-1 0 0,0 1 0,0 0 0,0 0 0,-1 0 0,1 0 0,0 0 0,0 1 0,0 0 0,-1 0 0,1 0 0,0 1 0,0-1 0,0 1 0,-1 0 0,1 0 0,0 0 0,0 1 0,1 0 0,-1-1 0,0 1 0,0 1 0,-1 0 0,-12 8 0,1 0 0,0 1 0,1 0 0,0 1 0,1 1 0,1 0 0,0 1 0,1 1 0,1 0 0,0 0 0,1 1 0,1 1 0,0 0 0,-3 11 0,4-9 0,1 1 0,1-1 0,1 1 0,0 0 0,2 1 0,0-1 0,2 0 0,0 12 0,0-30 0,1 0 0,0 0 0,0 0 0,0 0 0,1 0 0,-1 0 0,1 0 0,-1 0 0,1 0 0,0 0 0,0 0 0,0-1 0,1 1 0,-1 0 0,0-1 0,1 1 0,0-1 0,0 1 0,0-1 0,0 0 0,0 0 0,0 0 0,0 0 0,1 0 0,-1 0 0,1-1 0,-1 1 0,1-1 0,0 0 0,0 0 0,-1 0 0,1 0 0,0 0 0,0 0 0,0-1 0,0 0 0,0 1 0,0-1 0,0 0 0,0 0 0,0-1 0,0 1 0,0-1 0,0 1 0,0-1 0,2-1 0,9-4 0,1 0 0,-1-1 0,-1-1 0,1 0 0,-1-1 0,0 0 0,-1-1 0,0 0 0,-1-1 0,0-1 0,-1 1 0,0-2 0,-1 1 0,0-2 0,5-9 0,92-132-1891,-76 110-1747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46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30134,'0'0'865,"0"0"-417,0 0-96,-62 146 88,49-83-16,2 8-320,0 6-104,0 6 0,5 0 0,1-6 0,3-8 0,2-12 0,4-22-552,14-15-272,-1-18-1969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46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31519,'0'0'720,"0"0"-192,-11 111-528,9-58 0,2 4 0,0 2 0,0 5 0,0 1 0,2 0 0,-2-4 0,0-4 0,0-17 0,0-17-992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6:58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142 151 21341,'0'0'5723,"0"0"-2387,0 0-2420,0 0-560,0 0 64,-10 19-44,-33 61-149,34-59-217,0 1-1,2 0 1,0 0 0,2 1 0,0 0-1,2 0 1,-1 9-10,-3 26 4,-18 155-4,78-526 0,15-45 0,-74 460 0,-45 143 0,25-134 0,4 0 0,-2 73 0,40-284 0,5 18 0,13-58 0,5 2 0,6 2 0,32-58 0,-76 223 0,-57 199 0,35-155 0,3 0 0,3 2 0,4 0 0,2 0 0,4 5 0,5-138-1794,0 14-5126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02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94 27182,'0'0'3058,"0"0"-1997,0 0-563,0 0-29,0 0-99,-6-2-253,-10-6-104,43 7-15,-7 2 3,502-1-1,-950-10 0,242-12 0,289 20 0,-20 1 0,-44-2 0,1 2 0,-1 2 0,0 1 0,1 2 0,-1 2 0,-1 1 0,1 3 0,10 4 0,-50-14 0,1 0 0,0 0 0,-1 0 0,1 0 0,0 0 0,-1 0 0,1 0 0,0 0 0,-1 0 0,1 0 0,0 0 0,-1 0 0,1 0 0,0 0 0,-1 1 0,1-1 0,0 0 0,-1 0 0,1 0 0,0 1 0,0-1 0,-1 0 0,1 0 0,0 0 0,0 1 0,-1-1 0,1 0 0,0 1 0,0-1 0,0 0 0,0 1 0,-1-1 0,1 0 0,0 1 0,0-1 0,0 0 0,0 1 0,0-1 0,0 0 0,0 1 0,0-1 0,0 0 0,0 1 0,0-1 0,0 0 0,0 1 0,0-1 0,0 0 0,0 1 0,1-1 0,-1 0 0,0 1 0,-44 3 0,41-4 0,-44 5 0,-1-2 0,1-2 0,-1-2 0,1-2 0,0-3 0,0-1 0,0-3 0,-38-12 0,142 19 0,322 3 0,-374-15 0,4-5-108,2-6-432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04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47 29726,'0'0'1275,"0"0"-479,0 0-205,14-7-267,118-30-269,-49 35-55,-1 4 0,1 3 0,-1 4 0,27 9 0,46 17 0,-241-40 0,-667-6 0,1259 32 0,-73-21 0,-1044-10 0,1010 24 0,-195-14-3,-225 0-10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09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426 391 30182,'0'0'843,"0"0"-312,-8-16-192,-48-118 229,50 116-521,5 6-35,-2 0 0,1 0-1,-2 0 1,1 0 0,-2 1-1,0-1 1,0 1 0,-1 0-1,0 1 1,-1-1 0,0 1-1,0 0 1,-1 1 0,-1 0-1,0 0 1,0 1 0,0 0-1,-1 1 1,0 0 0,-1 0-1,0 1 1,0 0-12,6 6 0,1-1 0,0 1 0,-1 0 0,1 1 0,0-1 0,0 1 0,-1 0 0,1 0 0,0 0 0,0 1 0,0-1 0,0 1 0,0 0 0,1 0 0,-1 0 0,0 1 0,1-1 0,0 1 0,-1 0 0,1 0 0,0 0 0,0 1 0,1-1 0,-1 0 0,1 1 0,0 0 0,0 0 0,-1 2 0,-45 120 0,45-118 0,-9 36 0,3 0 0,1 1 0,2 0 0,2 0 0,2 16 0,1-54 0,0 0 0,0-1 0,1 1 0,0-1 0,1 1 0,-1 0 0,1-1 0,1 1 0,-1-1 0,1 1 0,0-1 0,0 0 0,1 0 0,0 0 0,0 0 0,0 0 0,1-1 0,0 1 0,0-1 0,0 0 0,1 0 0,0-1 0,0 1 0,0-1 0,0 0 0,1-1 0,-1 1 0,1-1 0,0 0 0,0 0 0,0-1 0,0 1 0,1-2 0,-1 1 0,1-1 0,-1 0 0,1 0 0,0 0 0,-1-1 0,1 0 0,-1-1 0,1 1 0,0-1 0,-1-1 0,4 0 0,7-7 0,-1-2 0,-1 1 0,1-2 0,-2 0 0,0-1 0,0 0 0,-1-1 0,-1-1 0,0 0 0,-1 0 0,5-10 0,-14 21 0,247-340-1803,-195 277-2315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09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401 231 29230,'0'0'1843,"0"0"-1231,0 0-227,0 0 128,1-18-344,5-111-154,-7 124-15,0 1 0,-1-1 0,0 1 0,0 0 0,0-1 0,-1 1 0,1 0 0,-1 0 0,0 0 0,0 1 0,-1-1 0,1 1 0,-1-1 0,1 1 0,-1 0 0,0 1 0,0-1 0,0 1 0,-1 0 0,1 0 0,-1 0 0,1 0 0,-1 1 0,1 0 0,-1-1 0,0 2 0,0-1 0,1 1 0,-1 0 0,0 0 0,0 0 0,0 0 0,0 1 0,1 0 0,-1 0 0,0 0 0,1 1 0,-1-1 0,1 1 0,-1 0 0,1 1 0,0-1 0,0 1 0,-2 1 0,-15 14 0,2 0 0,0 1 0,2 1 0,0 1 0,1 0 0,1 1 0,1 1 0,1 0 0,1 1 0,-6 17 0,10-26 0,1 0 0,0 0 0,1 1 0,1 0 0,0 0 0,1 0 0,1 1 0,0-1 0,1 1 0,1 0 0,1 0 0,1 8 0,1-19 0,0-1 0,0 0 0,0 0 0,1 0 0,0 0 0,0 0 0,1 0 0,-1-1 0,1 0 0,0 1 0,0-1 0,0-1 0,1 1 0,-1-1 0,1 0 0,0 0 0,0 0 0,0 0 0,0-1 0,1 0 0,-1 0 0,0-1 0,1 1 0,0-1 0,-1 0 0,1-1 0,-1 1 0,1-1 0,0 0 0,0-1 0,-1 1 0,1-1 0,-1 0 0,1 0 0,0-1 0,-1 0 0,0 0 0,0 0 0,1-1 0,-1 1 0,-1-1 0,1-1 0,2 0 0,34-20-15,-1-1 1,0-2-1,-3-2 1,0-1-1,11-14 15,-36 33-28,82-75-1054,-13 6-2400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10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26734,'0'0'3905,"0"0"-3361,0 0-368,0 0 240,0 0 32,0 0-232,107 102-128,-46-72-88,-6-4-272,-11-11-1200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11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30 403 29310,'0'0'1930,"0"0"-1259,0 0-254,18-25-51,57-86-293,-70 103-73,0-1 0,-1 0 0,-1 1 0,1-1 0,-1-1 0,-1 1 0,0 0 0,0-1 0,-1 1 0,0-1 0,0 0 0,-1 1 0,-1-1 0,0-5 0,0-17 0,2 29 0,-1 0 0,1 0 0,-1 0 0,1 0 0,-1 0 0,0 0 0,0 0 0,-1 0 0,1 0 0,0 0 0,-1 0 0,0 0 0,0 0 0,0 0 0,0 0 0,0 0 0,0 1 0,-1-1 0,0 0 0,1 1 0,-1-1 0,0 1 0,0 0 0,0 0 0,0-1 0,-1 1 0,1 1 0,-1-1 0,1 0 0,-1 1 0,0-1 0,1 1 0,-1 0 0,0 0 0,0 0 0,0 0 0,0 0 0,0 0 0,-3 1 0,0 3 0,0 1 0,1 0 0,-1 0 0,1 0 0,0 1 0,0 0 0,0 0 0,0 0 0,1 1 0,0-1 0,0 1 0,1 0 0,0 0 0,0 0 0,0 1 0,0-1 0,1 1 0,0 0 0,1-1 0,-1 1 0,1 0 0,1 0 0,-1 5 0,-5 166-547,7-170 415,0 0 0,1 0 0,0 0-1,1-1 1,0 1 0,0-1 0,0 1 0,1-1 0,0 0-1,1 0 1,-1-1 0,1 1 0,1-1 0,-1 0-1,1-1 1,0 1 0,5 3 132,16 14-2143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11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509 163 24141,'0'0'6695,"0"0"-4957,-16-20-1564,-55-61-155,65 75-19,-1 0 0,0 0 0,0 1 0,-1 0 0,0 0 0,0 0 0,0 1 0,0 1 0,0 0 0,-1 0 0,0 0 0,1 1 0,-1 0 0,0 1 0,0 0 0,0 0 0,0 1 0,0 0 0,0 1 0,0 0 0,0 0 0,0 1 0,0 0 0,0 1 0,1-1 0,-1 2 0,1-1 0,0 1 0,0 1 0,0-1 0,1 1 0,0 1 0,0-1 0,0 1 0,0 1 0,1-1 0,-5 7 0,-1 1 0,0 0 0,2 0 0,-1 1 0,2 1 0,0 0 0,1 0 0,1 0 0,0 1 0,1 0 0,1 1 0,0-1 0,2 1 0,0 0 0,1 0 0,0 0 0,2 17 0,0-29 0,-1 0 0,1 0 0,1 0 0,0 0 0,-1 0 0,2 0 0,-1 0 0,1 0 0,0 0 0,0-1 0,0 1 0,1 0 0,0-1 0,0 0 0,0 0 0,1 0 0,0 0 0,0-1 0,0 1 0,1-1 0,-1 0 0,1 0 0,0 0 0,0-1 0,0 0 0,0 0 0,1 0 0,-1-1 0,3 1 0,6 2 0,0-2 0,1 0 0,-1-1 0,0 0 0,1-1 0,-1-1 0,1 0 0,-1-1 0,1 0 0,-1-1 0,0-1 0,0 0 0,0-1 0,0-1 0,0 0 0,-1-1 0,0 0 0,10-7 0,7-5 0,0-2 0,-1 0 0,-1-2 0,-2-1 0,0-2 0,-1 0 0,3-6 0,-15 15-269,-1-1 0,0 0 0,-2 0-1,1-1 1,-2-1 0,-1 1 0,0-2 0,-1 1 0,-1-1 0,-1 0-1,0-7 270,2-39-6913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10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379 266 30142,'0'0'761,"0"0"-237,0 0-104,-5-21-45,-46-148 14,48 165-386,0 1 1,-1 0-1,1-1 1,-1 1-1,0 1 1,0-1-1,0 0 1,0 1-1,0 0 1,-1 0-1,1 0 1,-1 1-1,1 0 1,-1-1-1,0 1 0,0 1 1,1-1-1,-1 1 1,0 0-1,0 0 1,1 0-1,-1 1 1,0-1-1,0 1 1,1 1-1,-1-1 1,1 0-1,-1 1 1,1 0-1,-1 0 0,1 1 1,0-1-1,0 1 1,0 0-1,0 0 1,1 0-1,-1 0 1,1 0-1,0 1 1,0 0-1,0 0 1,0 0-1,1 0 1,0 0-1,-2 3-3,-12 15 0,0 1 0,2 0 0,0 1 0,2 0 0,1 1 0,0 1 0,2 0 0,1 0 0,2 0 0,0 1 0,2 0 0,0 0 0,2 7 0,1-30 0,0 0 0,0 0 0,0 0-1,1 0 1,0 0 0,0 0 0,0 0 0,0 1 0,0-1-1,1 0 1,0 0 0,0 0 0,0-1 0,0 1 0,1 0 0,-1 0-1,1 0 1,0-1 0,0 1 0,0-1 0,1 0 0,-1 0-1,1 0 1,0 0 0,0 0 0,0 0 0,0-1 0,0 1-1,1-1 1,-1 0 0,1 0 0,-1 0 0,1 0 0,3 0 0,11-2-33,-1-1 1,0-1-1,1-1 1,-1-1-1,-1 0 0,1-1 1,0-1-1,-1 0 1,0-1-1,-1-1 1,0 0-1,0-2 1,-1 1-1,0-2 1,0 0-1,-1 0 1,-1-1-1,0-1 1,0 0-1,2-5 33,14-9-89,153-147-1249,-108 105-716</inkml:trace>
  <inkml:trace contextRef="#ctx0" brushRef="#br0" timeOffset="346.097">1330 353 30823,'0'0'718,"0"0"-125,0 0-99,-5-22-363,0-2-126,-40-102-2,38 113-3,0 0 0,0 1 0,-1-1 0,-1 1 0,0 1 0,-1 0 0,0 0 0,-1 1 0,0 0 0,0 1 0,-1 1 0,0-1 0,-1 2 0,1 0 0,-2 0 0,1 1 0,-1 1 0,-3-1 0,11 8 0,0 0 0,1 0 0,-1 1 0,1 0 0,0 0 0,0 1 0,0-1 0,0 1 0,1 0 0,0 0 0,-1 0 0,1 1 0,1 0 0,-1 0 0,1 0 0,0 0 0,0 0 0,0 1 0,1-1 0,0 1 0,0-1 0,0 1 0,1 0 0,0 0 0,0 0 0,0 0 0,1 0 0,0 0 0,0 2 0,0-8 0,-6 32 0,1-1 0,1 1 0,2 0 0,1 0 0,2 0 0,1 0 0,6 30 0,-7-54-52,0 0 1,1 0-1,0 0 1,0-1-1,1 1 1,-1-1-1,2 1 1,-1-1-1,1 0 1,0 0-1,1-1 1,0 1-1,0-1 1,0 0-1,1-1 1,-1 1-1,1-1 1,1 0-1,-1 0 1,1-1-1,0 0 1,0 0-1,0 0 1,0-1-1,1 0 1,-1-1-1,1 0 1,0 0-1,4 0 52,-7-2-105,1-1 0,0 0 0,0-1-1,0 1 1,0-1 0,-1-1 0,1 1 0,-1-1-1,0 1 1,1-2 0,-1 1 0,-1 0 0,1-1-1,0 0 1,-1 0 0,0-1 0,0 1-1,0-1 1,1-1 105,4-4-166,49-56-2920,-5-3-8005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08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1 446 30775,'0'0'752,"0"0"-560,0 0-56,140-2 304,-72-2-96,6 0-216,1 2-128,0 2 0,-8 0 0,-7 0 0,-10 0 0,-10 0-560,-16 2-848,-16-2-2977</inkml:trace>
  <inkml:trace contextRef="#ctx0" brushRef="#br0" timeOffset="248.772">340 1 30439,'0'0'896,"0"0"-448,-35 163 96,27-80-104,1 20-440,7-11 0,0 29 0,11-27-640,4-34-4017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07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1 292 27750,'0'0'1778,"0"0"-877,0 0-295,0 0-81,0 0-98,0 0-151,-1 4-137,5-1-122,0 0 0,0 0 0,0-1 0,0 1 0,0-1 0,1 0 0,-1 0 0,0 0 0,1-1 0,0 0 0,-1 1 0,1-2 0,0 1 0,0 0 0,-1-1 1,1 0-1,0 0 0,0-1 0,0 1 0,-1-1 0,1 0 0,4-2-17,12 3-10,522-10 10,-462-2-1942,-79 2-493</inkml:trace>
  <inkml:trace contextRef="#ctx0" brushRef="#br0" timeOffset="268.607">312 44 28590,'0'0'1648,"0"0"-1255,-22 108 95,9-51 88,4 5-104,-4 3-184,4 0-192,1 2-48,8-2-48,0 12-216,17-18-480,1-16-2089</inkml:trace>
  <inkml:trace contextRef="#ctx0" brushRef="#br0" timeOffset="721.78">1213 253 28422,'0'0'799,"0"0"-248,0 0 102,0 0-33,-7-19-257,-35-108-11,42 122-332,-1 0 1,0 0-1,0 0 0,0 1 0,0-1 0,-1 0 1,0 1-1,0-1 0,0 1 0,0 0 0,-1 0 1,1 0-1,-1 0 0,0 0 0,-1 0 0,1 1 1,-1-1-1,1 1 0,-1 0 0,0 0 1,0 0-1,0 1 0,-1 0 0,1-1 0,0 2 1,-1-1-1,0 0 0,1 1 0,-1 0 0,0 0 1,0 0-1,0 1 0,1-1 0,-1 1 0,0 0 1,0 1-1,0-1 0,0 1 0,-1 0-20,-5 6 5,1 0-1,0 1 0,1 0 0,-1 0 0,2 1 1,-1 0-1,1 0 0,0 1 0,1 0 1,1 1-1,-1 0 0,1 0 0,1 0 1,-3 9-5,0-4 7,-6 10 3,1 1 1,2 0-1,1 0 1,1 1-1,1 0 1,1 1-1,2 0 1,0 0-1,3 0 0,0 0 1,2 1-1,2 20-10,-1-46 1,0 1 0,1 0-1,-1 0 1,1-1-1,0 1 1,0-1-1,0 0 1,1 0 0,0 0-1,0 0 1,0 0-1,0 0 1,0-1 0,1 1-1,-1-1 1,1 0-1,0 0 1,0 0 0,0-1-1,1 1 1,-1-1-1,1 0 1,-1 0 0,1-1-1,-1 1 1,1-1-1,0 0 1,0-1-1,0 1 1,0-1 0,-1 0-1,1 0 1,0 0-1,0 0 1,0-1 0,0 0-1,-1 0 1,1-1-1,0 1 1,-1-1 0,1 0-1,-1 0 1,0 0-1,1-1 1,1-1-1,8-10-23,-1 0 0,0-1 0,-2-1 0,1 0-1,-2 0 1,0-1 0,-1 0 0,-1-1 0,0 0 0,-2 0 0,3-12 23,-2 12-153,15-46-1400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12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1 162 26158,'0'0'1637,"0"0"-602,0 0-363,0 0-182,0 0-69,0 0-41,4 0 3,520-50 1295,520-29-1765,111 50 87,-310 25 0,-540 24 0,73 24 0,-1 0 0,102-16 0,123-23 0,368 19 0,-956-23 0,1077 54 0,412-58 0,-1200 19 0,-240 1 0,-63-16-30,0 0 0,1 0-1,-1 1 1,0-1 0,-1 0 0,1 0 0,0 0-1,0 0 1,0 1 0,-1-1 0,1 0 0,0 0 0,-1 0-1,1 0 1,-1 0 0,1 0 0,-1 0 0,0 0-1,0 0 1,1 0 0,-1 0 0,0-1 0,0 1-1,0 0 1,0 0 0,0-1 0,0 1 0,0-1-1,0 1 1,0-1 0,0 1 0,0-1 0,0 1-1,0-1 1,0 0 0,0 0 0,-1 0 0,1 1-1,0-1 1,0 0 0,0-1 0,0 1 0,0 0 0,-1 0-1,1 0 1,0-1 0,0 1 0,0 0 0,0-1-1,-1 0 31,-46 3-3579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14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26910,'0'0'4369,"0"0"-3905,0 0-56,0 0 208,0 0-616,0 0 0,123 118 0,-84-98 0,-8-2 0,-3-6-1136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14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391 256 29502,'0'0'1147,"0"0"-491,0 0-305,0 0 1,0 0-68,0 0-126,-19-22-57,-56-74-42,36 36-22,37 56-33,1-1-1,-1 1 1,0 0-1,0-1 0,-1 1 1,1 0-1,-1 0 1,0 1-1,0-1 1,0 0-1,-1 1 1,1 0-1,-1 0 1,0 0-1,0 0 1,0 1-1,0-1 0,0 1 1,-1 0-1,1 0 1,0 1-1,-1-1 1,0 1-1,1 0 1,-1 0-1,0 1 1,0-1-1,1 1 1,-1 0-1,0 1-3,-4 3 1,1 0-1,0 1 1,0 0 0,0 1-1,1-1 1,0 2 0,0-1 0,0 1-1,1 0 1,0 0 0,0 1-1,1 0 1,0 0 0,0 0-1,1 0 1,0 1 0,0 0 0,1 0-1,0 0 1,1 0 0,0 0-1,0 1 1,1 3-1,-4 9 0,0-1 0,2 1 0,1-1 0,0 1 0,2 0 0,0 0 0,2 0 0,1 7 0,-2-24 0,1 1 0,-1-1 0,1 0 0,0 0 0,1-1 0,-1 1 0,1 0 0,0-1 0,0 0 0,0 1 0,1-1 0,-1-1 0,1 1 0,0 0 0,0-1 0,1 0 0,-1 0 0,1 0 0,-1 0 0,1-1 0,0 0 0,0 0 0,0 0 0,0 0 0,0-1 0,0 0 0,1 0 0,2 0 0,5 0 0,1 0 0,-1 0 0,0-1 0,0-1 0,0 0 0,0-1 0,0 0 0,0-1 0,0-1 0,0 0 0,4-2 0,29-19-324,-1-1 1,-1-2-1,-1-3 1,-1-1-1,-2-2 1,0-3 323,-36 33-146,70-63-3872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14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30775,'0'0'768,"0"0"-120,0 0-72,-3 144-576,-1-93 0,0 1 0,4 11 0,0-12 0,6-10-1296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15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415 175 30463,'0'0'722,"0"0"-248,-23-12-216,-75-40-100,21-3 58,72 49-202,-1 0 0,-1 1 0,1 0 0,-1 0 0,0 1-1,0 0 1,0 0 0,-1 1 0,1 0 0,-1 0 0,0 1 0,1-1 0,-1 2 0,-2-1-14,7 3 2,0-1 0,-1 1 1,1 0-1,0 0 0,0 0 1,0 0-1,0 0 0,0 1 1,1-1-1,-1 1 0,0 0 0,1 0 1,-1 0-1,1 0 0,0 0 1,-1 1-1,1-1 0,0 1 1,1-1-1,-1 1 0,0 0 1,1 0-1,-1 0 0,1 0 1,0 0-1,0 0 0,0 0-2,-26 91 3,23-85-2,1 1 1,0-1-1,1 1 1,0-1-1,0 1 1,1 0-1,1 0 0,-1 0 1,2 0-1,-1 0 1,1-1-1,1 1 1,0 0-1,0 0 0,1-1 1,0 1-1,0-1 1,1 0-1,1 0 1,0-1-1,0 1 0,0-1 1,1 0-1,0 0 1,1-1-1,-1 1 1,8 4-2,3-5 14,1 0 1,0-1 0,0-1 0,1-1 0,0-1-1,0 0 1,-1-2 0,1 0 0,0 0-1,0-2 1,0-1 0,13-2-15,-5-2-126,-1 0 0,0-2 0,0-1 0,-1-1 0,0-1 0,-1-1 0,0-1 0,-1-1 0,-1-1 0,0-1 0,-1-1 0,-1-1 0,0-1 0,14-18 126,24-26-3573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15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30495,'0'0'1312,"0"0"-488,0 105-688,0-44-136,0 12 0,0 6 0,0 4 0,4 17 0,5-21 0,-7-19-1304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16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30390,'0'0'678,"0"0"-354,0 0-132,0 0 156,0 0 70,17 2-125,-3-1-260,47 4-10,0 3 0,0 2-1,-1 3 1,0 3-23,-14 2 0,-1 3 0,-1 1 0,-1 2 0,-1 3 0,-1 0 0,-2 3 0,0 2 0,-3 1 0,9 10 0,-42-40 0,0-1 0,0 1 0,1 0 0,-2 0 0,1 0 0,0 0 0,-1 0 0,1 0 0,-1 1 0,0-1 0,0 1 0,0 0 0,-1-1 0,1 1 0,-1 0 0,0 0 0,0 0 0,0 0 0,-1 0 0,1 0 0,-1 1 0,0-1 0,0 0 0,-1 0 0,1 0 0,-1 0 0,0 0 0,0 0 0,0 0 0,-2 3 0,-114 59 0,100-59 0,-207 63 176,119-40-5292,102-30-10092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16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29302,'0'0'1439,"0"0"-995,19 8-204,7 2-111,4-1-13,-1 2 1,0 1 0,-1 1-1,-1 1 1,0 2 0,-1 1-1,-1 1 1,0 1 0,-1 1-1,10 12-116,-30-26 2,-1 0 0,0 0 0,0 0 0,-1 0 1,1 0-1,-1 1 0,-1-1 0,1 1 0,-1-1 0,0 1 0,-1-1 0,0 1 0,0 0 0,0-1 0,0 1 0,-1 0 0,-1-1 0,1 1 0,-1-1 0,0 0 0,0 1 0,-1-1 0,0 0 0,0 0 0,0-1-2,-104 136-6,99-133 8,-137 148-618,138-148-1056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16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30038,'0'0'1673,"0"0"-1489,0 0-80,0 0 512,-22 154-464,15-77-152,-2 21 0,3 23 0,2 21 0,-3-6 0,0-38-392,-1-32-5025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18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31135,'0'0'1224,"0"0"-1088,0 0 8,0 0-16,0 0-128,0 0-672,0 0-2417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18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328 209 28966,'0'0'1483,"0"0"-819,0 0-325,0 0-50,0 0 58,0 0-89,-5-22-117,-17-68-52,22 86-85,-1 0 0,1-1 0,-1 1-1,1 0 1,-1 0 0,0 0-1,-1 0 1,1 0 0,-1 1 0,0-1-1,0 0 1,0 1 0,0-1 0,0 1-1,-1 0 1,0-1 0,1 1 0,-1 0-1,0 1 1,-1-1 0,1 1 0,0-1-1,-1 1 1,0 0 0,1 0 0,-1 0-1,0 1 1,0 0 0,0-1-1,0 1 1,0 0 0,0 1 0,0-1-1,0 1 1,0 0 0,0 0 0,0 0-1,-1 1 1,1-1 0,0 1 0,0 0-1,0 0 1,0 0 0,0 1 0,1-1-1,-1 1 1,0 0 0,1 0 0,-1 0-1,1 1 1,-2 1-4,-9 11 0,1 1 0,0 1 0,1 0 0,1 1 0,1 0 0,0 0 0,1 1 0,1 1 0,1-1 0,1 1 0,1 0 0,0 1 0,0 10 0,0-6 0,1 0 0,1 0 0,1 0 0,1 0 0,1 1 0,1-1 0,5 21 0,-5-42 0,0 0 0,1 0 0,0 0 0,0-1 0,0 1 0,0 0 0,0-1 0,1 1 0,-1-1 0,1 0 0,0 0 0,0 0 0,0 0 0,1-1 0,-1 1 0,1-1 0,-1 0 0,1 0 0,0 0 0,0 0 0,0-1 0,0 0 0,0 0 0,0 0 0,0 0 0,0 0 0,0-1 0,1 0 0,-1 0 0,0 0 0,0 0 0,131-28 0,-83-2-8,-1-2 1,-2-2-1,-1-2 0,-2-3 1,1-4 7,-10 11-58,58-50-688,-12 10-1157</inkml:trace>
  <inkml:trace contextRef="#ctx0" brushRef="#br0" timeOffset="330.347">1400 380 30438,'0'0'711,"0"0"-79,0 0 143,-6-18-572,0 3-200,5 5-3,-1 0 1,-1-1-1,0 1 0,0 1 0,-1-1 0,-1 1 1,1-1-1,-1 1 0,-1 0 0,0 1 0,0-1 1,-1 1-1,0 1 0,0-1 0,0 1 0,-1 0 1,-1 1-1,1 0 0,-1 0 0,0 1 0,0 0 1,0 0-1,-1 1 0,-9-3 0,12 7 0,1 1 0,0-1 0,0 1 0,0 0 0,0 0 0,0 1 0,0-1 0,1 1 0,-1 1 0,0-1 0,1 1 0,0 0 0,-1 0 0,1 1 0,0-1 0,1 1 0,-1 0 0,1 1 0,0-1 0,0 1 0,0 0 0,0 0 0,1 0 0,0 0 0,0 0 0,-1 3 0,-3 8 0,0-1 0,0 2 0,2-1 0,0 1 0,1 0 0,0 0 0,2 0 0,-1 16 0,0-26 0,1 1 0,1-1 0,0 1 0,0 0 0,0 0 0,1-1 0,0 1 0,0 0 0,1 0 0,0 0 0,1-1 0,0 1 0,0 0 0,0-1 0,1 0 0,0 1 0,0-1 0,1-1 0,0 1 0,0 0 0,1-1 0,0 0 0,0 0 0,0 0 0,1-1 0,0 1 0,0-1 0,0-1 0,1 1 0,-1-1 0,1 0 0,0-1 0,5 2 0,-3-3 3,0-1-1,0 0 1,1-1-1,-1 0 1,1 0-1,-1-1 1,0 0-1,0-1 1,1 0-1,-1 0 1,0-1-1,-1 0 1,1-1-1,0 0 1,-1 0-1,0-1 1,0 0-1,0 0 1,-1-1-1,0 0 1,4-4-3,10-11-316,-2 0 1,-1-1 0,0-1 0,-2-1-1,-1-1 1,5-11 315,8-18-2242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17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462 265 29390,'0'0'1865,"0"0"-1272,0 0-234,-15-17 100,-90-96-358,99 106-101,0 1 0,-1 1 0,1-1 0,-1 1 0,-1 0 0,1 0 0,-1 1 0,0 0 0,0 1 0,0 0 0,0 0 0,0 0 0,-1 1 0,0 0 0,1 1 0,-1 0 0,0 1 0,1-1 0,-1 2 0,0-1 0,0 1 0,1 0 0,-1 1 0,1 0 0,-1 0 0,1 1 0,0 0 0,0 1 0,0 0 0,0 0 0,0 1 0,-2 6 0,1 0 0,1 1 0,0 0 0,1 0 0,0 1 0,1 0 0,0 0 0,1 0 0,0 1 0,2-1 0,-1 1 0,2 0 0,-1 0 0,2 1 0,0-1 0,1 0 0,0 0 0,1 1 0,3 8 0,-4-18 0,1-1 0,-1 1 0,1-1 0,1 1 0,-1-1 0,1 0 0,-1 0 0,1 0 0,0 0 0,1 0 0,-1 0 0,1 0 0,0-1 0,-1 1 0,2-1 0,-1 0 0,0 0 0,1 0 0,-1 0 0,1-1 0,0 1 0,0-1 0,0 0 0,0 0 0,0 0 0,0-1 0,0 0 0,1 1 0,-1-1 0,1-1 0,-1 1 0,1-1 0,5 1 0,0-1 0,0 0 0,-1 0 0,1-1 0,0 0 0,-1-1 0,1 0 0,-1-1 0,1 0 0,-1 0 0,0-1 0,-1 0 0,1-1 0,6-4 0,299-273-139,-221 198-746,-14 15-908</inkml:trace>
  <inkml:trace contextRef="#ctx0" brushRef="#br0" timeOffset="313.383">1367 275 30503,'0'0'992,"0"0"-279,-10-23-243,-33-76-381,43 93-89,-1 0 0,-1 0 0,1 1 0,-1-1 0,0 0 0,-1 1 0,1 0 0,-1-1 0,0 1 0,0 0 0,-1 0 0,1 1 0,-1-1 0,0 1 0,-1 0 0,1 0 0,-1 0 0,1 0 0,-1 1 0,0 0 0,-1 0 0,1 0 0,0 1 0,-1 0 0,1 0 0,-1 0 0,0 0 0,0 1 0,1 0 0,-1 1 0,0-1 0,0 1 0,-5 0 0,4 4 0,1 0 0,0 1 0,0 0 0,0 0 0,0 0 0,1 0 0,0 1 0,0 0 0,1 0 0,0 1 0,0-1 0,0 1 0,0 0 0,1 0 0,1 0 0,-1 0 0,1 0 0,0 1 0,1-1 0,-1 1 0,2-6 0,-9 31 0,2-1 0,1 2 0,1-1 0,3 0 0,0 1 0,2 0 0,3 24 0,-2-53 0,-1-1 0,0 1 0,1-1 0,0 1 0,0-1 0,0 0 0,0 0 0,1 1 0,0-1 0,0 0 0,0 0 0,0-1 0,0 1 0,1 0 0,0-1 0,0 1 0,0-1 0,0 0 0,0 0 0,1 0 0,-1 0 0,1-1 0,0 0 0,0 1 0,0-1 0,0-1 0,0 1 0,0 0 0,1-1 0,-1 0 0,0 0 0,1 0 0,-1-1 0,1 0 0,-1 1 0,0-1 0,1-1 0,-1 1 0,1-1 0,-1 0 0,1 0 0,-1 0 0,0 0 0,89-67-149,33-75-2527,-73 76-2325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13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401 372 24525,'0'0'5205,"0"0"-3694,0 0-1012,0 0 33,0 0-137,-15-19-300,-46-67-90,7-39-5,0 12 0,52 111 0,1 0 0,-1 0 0,0-1 0,0 2 0,0-1 0,0 0 0,0 0 0,0 1 0,0-1 0,0 1 0,-1-1 0,1 1 0,0 0 0,-1 0 0,0 0 0,1 1 0,-1-1 0,1 0 0,-1 1 0,0 0 0,1 0 0,-1-1 0,0 2 0,1-1 0,-1 0 0,0 0 0,1 1 0,-1 0 0,1-1 0,-1 1 0,1 0 0,-1 0 0,1 0 0,-1 1 0,1-1 0,0 0 0,0 1 0,0 0 0,0-1 0,-9 15 0,1 0 0,0 0 0,1 0 0,1 1 0,1 1 0,1-1 0,0 1 0,-2 11 0,-4 13 0,1 1 0,3 0 0,1 0 0,2 1 0,1 31 0,3-69 0,1 0 0,0 0 0,0 0 0,0 0 0,1 0 0,-1 0 0,2 0 0,-1-1 0,1 1 0,-1 0 0,2-1 0,-1 1 0,0-1 0,1 0 0,0 0 0,1 0 0,-1 0 0,1 0 0,0-1 0,0 1 0,0-1 0,0 0 0,1 0 0,0-1 0,0 1 0,0-1 0,0 0 0,0-1 0,1 1 0,-1-1 0,1 0 0,1 0 0,3-1 0,0-1 1,1 1-1,-1-2 0,1 0 1,-1 0-1,0 0 1,0-2-1,1 1 0,-1-1 1,-1-1-1,1 1 0,0-2 1,-1 1-1,0-2 1,0 1-1,-1-1 0,3-2 0,134-126-48,-110 97-19,42-43-699,-7 10-984</inkml:trace>
  <inkml:trace contextRef="#ctx0" brushRef="#br0" timeOffset="326.778">1346 325 29678,'0'0'1451,"0"0"-900,0 0-37,0-18-37,0 9-455,-18-154 60,17 158-83,0 0 1,-1 0 0,1 0 0,-1 0-1,0 0 1,-1 0 0,1 1 0,-1-1-1,0 1 1,0 0 0,0 0 0,-1 0 0,1 0-1,-1 0 1,0 1 0,0-1 0,0 1-1,-1 0 1,1 1 0,-1-1 0,0 1-1,1 0 1,-1 0 0,0 0 0,0 0-1,0 1 1,-1 0 0,1 0 0,0 1-1,0-1 1,-1 1 0,-2 1 0,-4 2 0,2 2 0,-1 0 0,0 0 0,1 1 0,0 0 0,0 1 0,1 0 0,0 0 0,0 1 0,1 0 0,0 1 0,0 0 0,1 0 0,0 1 0,1 0 0,0 0 0,0 0 0,1 1 0,0 0 0,1 0 0,1 0 0,-1 2 0,-5 9 0,1 0 0,1 0 0,1 1 0,1-1 0,1 1 0,1 1 0,1-1 0,1 0 0,1 1 0,1-1 0,2 2 0,-3-21 0,1-1 0,0 0 0,0 1 0,1-1 0,-1 0 0,0 0 0,1 0 0,0 0 0,0 0 0,0 0 0,0 0 0,0-1 0,1 1 0,-1-1 0,1 0 0,-1 1 0,1-1 0,0 0 0,0-1 0,0 1 0,0 0 0,0-1 0,1 0 0,-1 0 0,0 0 0,1 0 0,-1 0 0,0-1 0,1 1 0,-1-1 0,1 0 0,-1 0 0,1 0 0,-1-1 0,1 1 0,0-1 0,124-36 0,44-64-1417,-129 74-761,22-15-6350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20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9 28022,'0'0'1207,"0"0"-379,0 0-182,0 0-69,0 0-90,0 0-130,-6-2-111,3 1-205,3 0-36,-1 1 0,1-1-1,0 1 1,-1 0 0,1-1-1,-1 1 1,1-1 0,-1 1-1,1 0 1,-1 0 0,1-1-1,-1 1 1,1 0 0,-1 0-1,1 0 1,-1 0-1,0-1 1,1 1 0,-1 0-1,1 0 1,-1 0 0,0 0-1,1 0 1,-1 0 0,1 1-1,-1-1 1,1 0 0,-1 0-1,0 0 1,1 0 0,-1 1-1,1-1 1,-1 0-1,1 1 1,-1-1 0,1 0-1,0 1 1,-1-1 0,1 0-1,-1 1 1,1-1 0,0 1-1,-1-1 1,1 1 0,0-1-1,-1 1 1,1-1 0,0 1-1,0-1 1,0 1-1,-1 0 1,1-1 0,0 1-1,0-1 1,0 1 0,0-1-1,0 1-4,-32 443 91,31-438-147,1 0 1,0 0-1,0 0 0,0 0 0,1 0 1,0 0-1,0 0 0,1 0 0,-1 0 1,1-1-1,1 1 0,-1 0 0,1-1 1,0 0-1,0 0 0,0 1 1,1-2-1,0 1 0,0 0 0,0-1 1,1 0-1,-1 0 0,1 0 0,2 0 56,30 15-2655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21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314 327 25685,'0'0'4715,"0"0"-3376,0 0-810,0-19-111,-2-121-337,1 132-81,1 1 0,-1-1 0,-1 1 0,1 0 0,-1 0 0,0-1 0,-1 1 0,0 1 0,0-1 0,0 0 0,-1 1 0,0 0 0,0-1 0,-1 2 0,0-1 0,0 0 0,0 1 0,-1 0 0,1 0 0,-1 1 0,0-1 0,-1 1 0,1 1 0,-1-1 0,0 1 0,1 0 0,-1 1 0,-1 0 0,1 0 0,0 0 0,0 1 0,-1 0 0,-4 0 0,7 2 0,0 1 0,0-1 0,0 1 0,0 0 0,0 0 0,0 1 0,1 0 0,-1 0 0,1 0 0,0 0 0,-1 0 0,2 1 0,-1 0 0,0 0 0,1 0 0,0 0 0,0 0 0,0 1 0,0 0 0,1-1 0,-1 1 0,0 5 0,-36 118 0,27 38 0,10-160 0,1 0 0,0 0 0,1-1 0,-1 1 0,1 0 0,1 0 0,-1 0 0,1 0 0,0 0 0,0-1 0,0 1 0,1 0 0,0-1 0,0 1 0,1-1 0,-1 1 0,1-1 0,1 0 0,-1 0 0,0-1 0,1 1 0,0-1 0,0 0 0,1 0 0,-1 0 0,1 0 0,0-1 0,-1 1 0,2-1 0,-1-1 0,0 1 0,1-1 0,-1 0 0,1 0 0,-1 0 0,1-1 0,5 1 0,-3-5 0,0 0 0,0 0 0,0-1 0,-1 0 0,1-1 0,-1 0 0,0 0 0,0 0 0,0-1 0,-1 0 0,0 0 0,0-1 0,-1 1 0,1-1 0,-1-1 0,-1 1 0,0-1 0,0 1 0,0-1 0,2-9 0,1 5 0,83-156-856,-53 93-1345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21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25253,'0'0'5698,"0"0"-4906,0 0-248,0 0-272,0 0-64,0 0-208,11 150 0,-4-95 0,1 4 0,-3 2 0,-3 2 0,0-2 0,0-7 0,18-11 0,2-15-568,-2-19-1425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22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27990,'0'0'3409,"0"0"-2225,0 0-1000,20 144-184,-16-88 0,-2 1 0,1 4 0,-3-2 0,6 14 0,1-16 0,-3-15-2336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22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27574,'0'0'3673,"0"0"-2953,0 0-200,0 0-296,0 0-168,0 0-56,0 0 0,38 97 0,-19-36 0,-3-8-496,-8-4-2033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22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478 1 30671,'0'0'1592,"0"0"-1088,0 0-504,-149 124 0,94-79 0,-4 5 0,-24 15 0,15-14 0,4-12-3297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24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29198,'0'0'1023,"0"0"-189,0 0-274,0 0-133,0 0-85,-10 21-95,-55 158-111,-54 476-136,117-498 0,3-154-114,0 0 0,-1 0 0,1 0 0,1-1 1,-1 1-1,0 0 0,1-1 0,-1 1 0,1-1 0,0 1 0,0-1 0,0 0 1,0 1-1,0-1 0,1-1 0,-1 1 0,0 0 0,1 0 0,0-1 0,-1 1 1,1-1-1,0 0 0,2 1 114,27 1-7623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24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394 197 30310,'0'0'706,"0"0"-173,0 0-191,0 0 62,-3-17-119,-13-101-105,15 114-180,-1 0 1,0 0-1,0 1 0,-1-1 0,1 1 0,-1-1 0,0 1 1,0 0-1,0 0 0,0 0 0,0 0 0,-1 1 0,1-1 0,-1 1 1,1 0-1,-1 0 0,0 0 0,0 1 0,0-1 0,0 1 1,0 0-1,-1 0 0,1 0 0,0 1 0,0-1 0,-1 1 0,1 0 1,0 1-1,0-1 0,-1 1 0,1-1 0,0 1 0,0 0 1,0 1-1,0-1 0,0 1 0,0 0 0,0 0 0,0 0 0,1 0 1,-1 1-1,1-1 0,0 1 0,-2 2 0,-12 6 0,1 1 0,0 1 0,1 0 0,0 1 0,1 0 0,1 2 0,1-1 0,0 1 0,1 1 0,0 0 0,2 1 0,0 0 0,1 0 0,0 1 0,2 0 0,0 0 0,1 1 0,1-1 0,1 1 0,1 0 0,1 10 0,2-26 0,1 0 0,1 0 0,-1-1 0,0 1 0,1-1 0,0 1 0,0-1 0,0 0 0,0 0 0,1 0 0,-1-1 0,1 1 0,-1-1 0,1 0 0,0 0 0,0 0 0,0 0 0,0-1 0,0 0 0,0 1 0,1-2 0,-1 1 0,0 0 0,1-1 0,-1 0 0,0 0 0,1 0 0,-1 0 0,0-1 0,1 0 0,-1 0 0,0 0 0,0 0 0,0-1 0,2 0 0,18-7 0,0 0 0,-1-2 0,0 0 0,-1-1 0,0-2 0,-1 0 0,-1-1 0,0-2 0,8-8 0,4-1 0,161-121-245,-106 90-3051,-42 29-5206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25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30166,'0'0'1449,"0"0"-1065,0 0 120,-24 108-240,19-51-264,1 9 0,-3 7 0,1 7 0,-3 1 0,0 0 0,2-10 0,5-6 0,2-17 0,0-25-2617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26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30527,'0'0'853,"0"0"-183,0 0-166,-7 23-315,-40 161-165,-25 429-24,69-549 0,10-54-432,1-28-1729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29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29622,'0'0'1001,"0"0"-529,0 0-272,0 0-24,0 0 200,0 0 0,0 0-152,167 0-96,-95 0-88,5 0-8,6 0-16,22 2-16,44 20-24,-19-3-560,-12-3-1481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30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29606,'0'0'1241,"0"0"-857,0 0 72,0 0 120,156-27-120,-86 21-408,11 0-48,7 4 0,2 0 0,-5 2 0,-4 0 0,-8 0 0,-12 10 0,-13 3 0,-10 7 0,-17-2-64,-18-4-1728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32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321 135 28950,'0'0'1184,"0"0"-689,0 0-119,0 0-28,-10-20-170,-38-61-125,47 78-53,-1 1 0,1-1 0,-1 1-1,0 0 1,0 0 0,0 0 0,0 0 0,0 0 0,0 1-1,0-1 1,-1 0 0,1 1 0,-1 0 0,1 0 0,-1-1-1,1 1 1,-1 1 0,0-1 0,0 0 0,1 1 0,-1-1-1,0 1 1,0 0 0,0 0 0,1 0 0,-3 1 0,-6-1-9,5 0 3,-1 1 1,1 0-1,-1 0 0,1 1 1,-1 0-1,1 0 1,0 0-1,0 1 0,0 0 1,0 0-1,0 0 1,1 1-1,0 0 0,-1 0 1,1 0-1,1 1 1,-1 0-1,1 0 0,-1 0 1,2 0-1,-1 1 1,0-1-1,1 1 0,0 0 1,-1 5 5,-5 8 3,2 1 0,0-1-1,1 1 1,1 0 0,1 0 0,0 0 0,1 18-3,1-33 2,1 0 1,0-1-1,0 1 1,0 0-1,1 0 1,0 0 0,0 0-1,0 0 1,0-1-1,1 1 1,0 0-1,0 0 1,0 0-1,1-1 1,-1 1 0,1-1-1,0 1 1,0-1-1,1 0 1,0 1-1,-1-1 1,1 0-1,0-1 1,1 1-1,-1-1 1,1 1 0,0-1-1,-1 0 1,1 0-1,1-1 1,-1 1-1,0-1 1,1 0-1,2 1-2,5-1-22,-1 0-1,1-1 1,0-1-1,0 1 1,0-2 0,0 0-1,0 0 1,0-1-1,-1-1 1,1 0-1,-1 0 1,1-1-1,-1-1 1,0 0-1,-1 0 1,4-3 22,61-44-3659,-43 24-6336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33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30431,'0'0'1512,"0"0"-1336,0 0 56,-20 113 184,14-58-416,6 8 0,0 8 0,0 30 0,0-18 0,6-18-1888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33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29782,'0'0'789,"0"0"-424,0 0-60,0 0 53,0 0-13,21 13-107,139 85-6,-153-94-218,156 113 179,-155-110-190,-1-1 0,-1 1 0,1 1-1,-1-1 1,0 1 0,-1 0 0,0 0 0,0 1 0,-1 0-1,0-1 1,-1 1 0,0 1 0,0-1 0,-1 0 0,0 1-1,0-1 1,-1 1 0,-1 0 0,1 3-3,-3-8 1,1 0 0,-1 1 0,1-1 0,-1 0 0,-1 0 0,1 0 0,-1 0-1,0 0 1,0-1 0,0 1 0,-1-1 0,0 0 0,0 0 0,0 0 0,0 0 0,0-1 0,-1 0 0,1 0 0,-1 0 0,0 0 0,0-1 0,-3 2-1,-119 41-90,126-45 88,-128 11-1503,103-19-948</inkml:trace>
  <inkml:trace contextRef="#ctx0" brushRef="#br0" timeOffset="300.265">590 0 30406,'0'0'1006,"0"0"-714,0 0-124,20 4 184,132 22 152,-98-18-477,-23-5-26,1 1 1,-1 1-1,0 2 0,-1 1 1,0 1-1,0 2 0,-1 1 1,0 2-1,4 3-1,-29-14 0,0 0 0,0 0 0,0 0 0,-1 0 0,0 0 0,0 1 0,0 0 0,0 0 0,0 0 0,-1 0 0,1 0 0,-1 0 0,0 0 0,-1 1 0,1-1 0,-1 1 0,1-1 0,-2 1 0,1 0 0,0-1 0,-1 1 0,0 0 0,0 0 0,0-1 0,-1 1 0,1 0 0,-1 0 0,0-1 0,-1 1 0,-69 117 0,50-97-34,-2-1 1,-1-1-1,0-1 0,-2-2 1,0 0-1,-2-1 1,0-2-1,0-1 0,-18 6 34,19-15-1289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32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0 255 25589,'0'0'4337,"0"0"-3616,0 0-241,0 0-184,0 0-104,0 0 72,90-2-48,-31-4-112,5-4-24,-3 4-32,-1 2-32,-6 2-16,-5 2-280,-1-2-344,-11-2-1185,-15-3-3600</inkml:trace>
  <inkml:trace contextRef="#ctx0" brushRef="#br0" timeOffset="157.164">369 0 27910,'0'0'1000,"0"0"-608,-35 107 96,21-50 16,8 2-295,6 28-209,0-16-64,4-14-1249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37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0 22613,'0'0'3625,"0"0"-2061,0 0 368,0 0-851,0 0-583,1 7-159,2 32 560,-32-41-683,28 2-216,-4-2 0,1 0 0,-1 0 0,0 0 0,0 1 0,0 0 0,0 0 0,0 0 0,0 1 0,0-1 0,0 1 0,0 0 0,0 1 0,0-1 0,0 1 0,0 0 0,0 0 0,0 1 0,1 0 0,-1-1 0,0 2 0,1-1 0,-3 2 0,-6 11 0,0 1 0,2 0 0,0 1 0,0 1 0,2-1 0,0 2 0,1-1 0,1 1 0,1 0 0,-2 7 0,0 0 0,0-1 0,1 1 0,2 1 0,0-1 0,2 1 0,1 0 0,2 0 0,0 0 0,4 23 0,-4-47 0,1 0 0,0 1 0,0-1 0,0 0 0,1 0 0,-1 1 0,1-1 0,0 0 0,-1-1 0,1 1 0,1 0 0,-1 0 0,0-1 0,1 1 0,-1-1 0,1 0 0,0 0 0,0 0 0,-1 0 0,1 0 0,1-1 0,-1 1 0,0-1 0,0 0 0,0 0 0,1 0 0,-1 0 0,1-1 0,-1 1 0,1-1 0,-1 0 0,0 0 0,3 0 0,3-1 0,0 0 0,0 0 0,0-1 0,0 0 0,0 0 0,-1-1 0,1 0 0,-1-1 0,0 0 0,0 0 0,0-1 0,3-2 0,15-14 0,-1-2 0,-1 0 0,-1-2 0,-1 0 0,-1-2 0,-1 0 0,-2-1 0,-1-1 0,-1-1 0,-1 0 0,-2-1 0,-1 0 0,-2-1 0,4-18 0,-11 27-37,-4 22 20,1 0 0,0 0 0,0 0 0,0 0 0,0 0 1,0 0-1,0 0 0,0 0 0,1 0 0,-1 0 0,0 0 0,0 0 0,1 0 0,-1 0 0,0 1 1,1-1-1,-1 0 0,1 0 0,-1 0 0,1 1 0,0-1 0,-1 0 0,1 0 0,0 1 1,-1-1-1,1 1 0,0-1 0,0 1 0,0-1 0,0 1 0,-1-1 0,1 1 0,0 0 0,0-1 1,0 1-1,0 0 0,0 0 0,0 0 0,0-1 0,0 1 0,0 0 0,0 0 0,0 1 0,0-1 1,0 0-1,0 0 0,-1 0 0,2 1 17,11-1-1873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38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430 160 30294,'0'0'1625,"0"0"-981,-16-17-465,-87-95-154,100 109-25,0 0 0,-1 0 0,1 1 0,-1-1 0,0 1 0,1 0 0,-1 0 0,0 0 0,-1 0 0,1 1 0,0-1 0,0 1 0,-1 0 0,1 1 0,-1-1 0,1 1 0,0 0 0,-1 0 0,1 0 0,-1 0 0,1 1 0,-1 0 0,1 0 0,0 0 0,0 0 0,-1 1 0,1 0 0,0 0 0,0 0 0,1 0 0,-1 0 0,0 1 0,1 0 0,-1 0 0,1 0 0,-101 123 0,95-112 0,1 1 0,1-1 0,0 1 0,0 0 0,2 1 0,0 0 0,1 0 0,0 0 0,1 0 0,0 16 0,3-30 0,0 1 0,1-1 0,-1 1 0,1-1 0,0 1 0,0-1 0,0 0 0,0 1 0,0-1 0,0 0 0,1 0 0,-1 0 0,1 0 0,0 0 0,-1 0 0,1 0 0,0 0 0,0-1 0,0 1 0,0-1 0,0 1 0,1-1 0,-1 0 0,0 0 0,1 0 0,-1 0 0,0 0 0,1-1 0,-1 1 0,1-1 0,-1 1 0,1-1 0,94 6 0,-81-6 0,11-1-117,0-2 1,1-1-1,-2-1 1,1-1-1,-1-1 1,0-2-1,0 0 1,-1-2-1,0-1 0,11-7 117,25-13-1891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38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29150,'0'0'2065,"0"0"-1497,0 0-24,0 0-160,0 0-384,0 0-104,0 0-1176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38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264 219 28038,'0'0'1687,"0"0"-805,0 0-322,0 0-30,0 0-8,0 0-131,0-11-251,5-148-123,-6 156-17,0 0 0,-1 1 0,1-1 0,-1 0 0,0 0 0,0 1 0,0-1 0,0 1 0,0 0 0,0-1 0,0 1 0,-1 0 0,0 0 0,1 1 0,-1-1 0,0 0 0,0 1 0,1 0 0,-1-1 0,0 1 0,0 0 0,-1 1 0,1-1 0,0 1 0,0-1 0,0 1 0,0 0 0,-1 0 0,1 0 0,0 0 0,0 1 0,0 0 0,0-1 0,0 1 0,0 0 0,0 0 0,0 1 0,-2 0 0,-5 5 0,1 1 0,1 0 0,-1 0 0,1 1 0,1 0 0,0 0 0,0 1 0,1 0 0,0 0 0,0 0 0,1 1 0,0 3 0,0-5 0,-6 15 0,0-1 0,2 2 0,1-1 0,0 1 0,2 0 0,1 1 0,1-1 0,2 1 0,0 16 0,2-39 0,0-1 0,0 1 0,1 0 0,-1 0 0,1 0 0,0-1 0,0 1 0,0 0 0,0-1 0,1 1 0,-1-1 0,1 1 0,-1-1 0,1 0 0,0 1 0,0-1 0,0 0 0,0 0 0,0 0 0,0-1 0,1 1 0,-1 0 0,1-1 0,-1 0 0,1 1 0,-1-1 0,1 0 0,0 0 0,0-1 0,-1 1 0,1-1 0,0 1 0,0-1 0,0 0 0,0 0 0,2 0 0,109-24 0,186-179-1922,-221 144-1461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39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376 274 30326,'0'0'999,"0"0"-328,0 0-81,0-13-421,0-2-163,1 1-5,0 0 0,-2 0-1,0 0 1,0 0-1,-1 0 1,-1 0-1,0 0 1,-1 1-1,-1-1 1,-4-10-1,5 18 0,0 0 0,0 0 0,0 1 0,0-1 0,-1 1 0,0 0 0,0 1 0,0-1 0,-1 1 0,0 0 0,1 0 0,-1 1 0,-1 0 0,1 0 0,0 0 0,-1 1 0,1 0 0,-1 0 0,0 0 0,0 1 0,0 0 0,0 1 0,1-1 0,-1 1 0,0 1 0,0-1 0,0 1 0,0 0 0,0 1 0,1 0 0,-1 0 0,0 0 0,1 1 0,0 0 0,0 0 0,-1 1 0,2-1 0,-2 2 0,-5 9 0,0 0 0,1 1 0,1 0 0,0 0 0,1 1 0,1 0 0,1 1 0,0 0 0,1 0 0,0 1 0,2-1 0,0 1 0,1 0 0,1 0 0,1 0 0,0 16 0,1-29 0,0 0 0,0 0 0,1 0 0,-1 0 0,1 0 0,0 0 0,0 0 0,1-1 0,0 1 0,0 0 0,0-1 0,0 1 0,1-1 0,-1 0 0,1 0 0,0 0 0,0 0 0,1 0 0,-1 0 0,1-1 0,0 0 0,0 0 0,0 0 0,0 0 0,0-1 0,1 1 0,-1-1 0,1 0 0,0-1 0,-1 1 0,1-1 0,0 0 0,0 0 0,2 0 0,10 2 10,0-1-1,0 0 1,0-2 0,0 0 0,0 0-1,0-2 1,0 0 0,0-1-1,0-1 1,0 0 0,-1-1-1,0-1 1,0-1 0,-1 0 0,1-1-1,7-6-9,10-8-332,0-2 0,-2-1-1,0-2 1,-2 0-1,-1-3 1,10-14 332,10-18-3434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39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360 240 29830,'0'0'1398,"0"0"-614,0 0-374,-9-17-122,-80-140-231,87 152-57,-1 1 0,0 0 0,1-1 0,-1 1 0,-1 1 0,1-1 0,0 0 0,-1 1 0,0 0 0,0 0 0,0 0 0,0 0 0,0 0 0,-1 1 0,1 0 0,-1 0 0,1 0 0,-1 1 0,0-1 0,0 1 0,0 0 0,0 1 0,0-1 0,0 1 0,0 0 0,0 0 0,0 1 0,0-1 0,1 1 0,-1 0 0,0 0 0,0 1 0,0-1 0,1 1 0,-1 0 0,1 1 0,-1-1 0,1 1 0,0 0 0,0 0 0,-1 1 0,-6 12 0,1 0 0,0 1 0,2 0 0,0 1 0,1-1 0,0 1 0,2 1 0,0-1 0,1 1 0,1 0 0,0 0 0,2 0 0,0 1 0,2 9 0,-1-23 0,0-1 0,0 1 0,0-1 0,1 0 0,-1 1 0,1-1 0,1 0 0,-1 0 0,1 0 0,0 0 0,0 0 0,0 0 0,1 0 0,0-1 0,0 1 0,0-1 0,0 0 0,1 0 0,0 0 0,-1 0 0,1-1 0,1 1 0,-1-1 0,0 0 0,1 0 0,0-1 0,0 1 0,-1-1 0,1 0 0,1-1 0,-1 1 0,4 0 0,6 1 0,1-1-1,0 0 1,-1-1-1,1-1 1,0 0 0,-1-1-1,1-1 1,-1 0 0,1-1-1,-1-1 1,0-1-1,0 0 1,-1 0 0,5-4 0,151-81-1083,-98 48-1062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40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31111,'0'0'1264,"0"0"-872,0 0-392,0 0 0,0 0 0,0 0 0,0 0 0,-4 176 0,-3-98 0,-2 9 0,-2 0 0,3-14 0,-1 6 0,9-2 0,0-20 0,0-17-1520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40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384 254 28470,'0'0'1731,"0"0"-971,0 0-208,0 0-5,0 0-55,0-15-301,1-8-177,1 15-14,-1 0 1,0 0-1,0 0 0,0-1 1,-1 1-1,0 0 0,-1-1 1,0 1-1,0 0 1,-1 0-1,0-1 0,0 1 1,-1 0-1,0 1 0,0-1 1,-1 1-1,0-1 1,0 1-1,-1 0 0,0 1 1,0-1-1,-1 1 1,0 0-1,0 0 0,0 1 1,-1-1-1,-6-3 0,5 7 0,1 1 0,-1-1 0,0 2 0,0-1 0,0 1 0,0 0 0,1 1 0,-1 0 0,0 0 0,0 0 0,1 1 0,-1 1 0,1-1 0,-1 1 0,1 0 0,0 1 0,0-1 0,1 2 0,-1-1 0,1 1 0,0 0 0,0 0 0,0 0 0,1 1 0,-3 3 0,-5 6 0,1 1 0,0 0 0,1 0 0,1 1 0,1 0 0,0 1 0,1 0 0,1 0 0,-4 17 0,8-22 0,-1 1 0,2-1 0,0 1 0,1 0 0,0 0 0,1 0 0,1 0 0,0 0 0,1 0 0,1 4 0,-2-13 0,0 0 0,1 0 0,0 0 0,0-1 0,0 1 0,1-1 0,-1 1 0,1-1 0,0 0 0,0 0 0,1 0 0,-1 0 0,1 0 0,0-1 0,0 0 0,0 0 0,0 0 0,0 0 0,1-1 0,-1 1 0,1-1 0,0 0 0,0-1 0,0 1 0,0-1 0,0 0 0,0 0 0,0 0 0,1-1 0,3 1 0,0-1 0,1 0 0,-1-1 0,0 0 0,0 0 0,0-1 0,0 0 0,0-1 0,0 0 0,-1 0 0,1-1 0,-1 0 0,0-1 0,0 1 0,0-2 0,-1 1 0,0-1 0,4-3 0,211-176-879,-118 92-987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41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28670,'0'0'2153,"0"0"-1329,0 0-40,0 0-448,0 0-336,0 0 0,0 0 0,-28 142 0,23-71 0,1 6 0,2 2 0,2-6 0,0-6 0,0-10 0,0-9 0,11-13 0,8-11 0,-1-16-2449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42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25798,'0'0'2040,"0"0"-297,0 0-580,0 0-562,0 0-175,0 0-34,-1 3 32,56 79-244,-38 53-383,-16-102-810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43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483 1 31047,'0'0'1336,"0"0"-952,0 0-384,0 0 0,0 0 0,-3 118 0,1-82 0,-11 7 0,-11 6 0,-13 11 0,-20 9 0,-11 6 0,-40 17 0,16-19 0,13-25-2216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44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0 29774,'0'0'1409,"0"0"-817,0 0-112,0 0-144,0 0-160,-75 150-176,58-89 0,-3 10 0,-2 6 0,-2 4 0,2 0 0,0-6 0,4-4 0,3-8 0,11-10 0,8-9 0,25-17 0,1-15-2048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45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574 799 30655,'0'0'1272,"0"0"-724,0-23-301,2-186-202,-1 142-45,-2 65 0,-1 0 0,1 1 0,0-1 0,-1 1 0,1 0 0,-1-1 0,0 1 0,1 0 0,-1 0 0,0 0 0,0 0 0,1 1 0,-1-1 0,0 0 0,0 1 0,0-1 0,0 1 0,0 0 0,0-1 0,0 1 0,0 0 0,0 0 0,0 1 0,0-1 0,0 0 0,0 1 0,0-1 0,0 1 0,0-1 0,0 1 0,0 0 0,1 0 0,-1 0 0,0 0 0,0 0 0,1 0 0,-1 0 0,1 1 0,-1 0 0,-109 111 0,93-91 0,1 0 0,1 0 0,1 2 0,2 0 0,0 0 0,1 1 0,1 1 0,2 0 0,1 0 0,0 1 0,2 0 0,1 0 0,2 1 0,0 1 0,3-26 0,-1 0 0,1 0 0,0-1 0,0 1 0,0 0 0,0 0 0,1-1 0,-1 1 0,1 0 0,0 0 0,-1-1 0,1 1 0,0-1 0,1 1 0,-1-1 0,0 1 0,1-1 0,-1 0 0,1 0 0,0 1 0,0-1 0,0 0 0,0-1 0,0 1 0,0 0 0,0-1 0,1 1 0,-1-1 0,0 1 0,1-1 0,0 0 0,-1 0 0,1 0 0,-1-1 0,1 1 0,0-1 0,0 1 0,-1-1 0,1 0 0,0 0 0,0 0 0,-1 0 0,1-1 0,15-1-6,-1-1 0,0 0-1,0-2 1,0 0 0,0-1 0,-1 0-1,0-2 1,0 0 0,-1 0 0,0-2-1,-1 1 1,0-2 0,0 0 0,-1-1-1,-1 0 1,0-1 0,0 0 0,-1-1-1,2-5 7,50-58-1340,-9 2-3106</inkml:trace>
  <inkml:trace contextRef="#ctx0" brushRef="#br0" timeOffset="10540.236">775 229 29678,'0'0'1154,"0"0"-489,0 0-279,-7-17-10,-60-128 129,64 141-505,0-1 0,0 0 1,0 1-1,-1 0 0,1 0 0,-1 0 0,0 0 0,0 0 0,-1 1 0,1 0 0,-1 0 0,0 0 0,1 0 0,-1 1 1,-1 0-1,1 0 0,0 0 0,0 1 0,-1-1 0,1 1 0,0 1 0,-1-1 0,1 1 0,-1 0 0,1 0 0,-1 0 0,1 1 1,-1 0-1,1 0 0,-1 0 0,1 1 0,0 0 0,0 0 0,-3 2 0,-12 5 0,1 2 0,0 1 0,1 0 0,0 1 0,1 1 0,1 1 0,0 0 0,-5 8 0,-18 19 0,2 1 0,3 1 0,1 2 0,2 2 0,2 1 0,3 0 0,2 3 0,2 0 0,2 1 0,2 0 0,3 2 0,3 0 0,1 0 0,0 33 0,9-74 0,0 0 0,1 1 0,0-1 0,1 1 0,1-1 0,0 0 0,1 1 0,0-1 0,1 0 0,1 0 0,0 0 0,1-1 0,1 1 0,0-1 0,1-1 0,0 1 0,1-1 0,0 0 0,7 6 0,1-5 0,1 0 0,0-2 0,1 0 0,0-1 0,1-1 0,0-1 0,1 0 0,0-1 0,0-2 0,0 0 0,0-1 0,1-1 0,0 0 0,0-2 0,-1-1 0,1 0 0,0-2 0,0 0 0,-1-1 0,1-1 0,-1-2 0,0 1 0,0-2 0,3-3 0,9-1 0,-2-2 0,1-2 0,-2 0 0,0-2 0,-1-1 0,-1-2 0,0 0 0,-2-2 0,0-1 0,-2-1 0,0-1 0,-2 0 0,-1-2 0,-1-1 0,-1 0 0,-2-1 0,0-1 0,-2 0 0,-2-1 0,-1-1 0,-1 0 0,-1 0 0,-1-6 0,-5 26 0,0 1 0,-1-1 0,-1 1 0,1-1 0,-2 0 0,1 1 0,-2-1 0,0 0 0,0 0 0,-1 1 0,0-1 0,-1 1 0,0 0 0,-1 0 0,-1 0 0,1 0 0,-2 0 0,1 1 0,-1 0 0,-1 0 0,0 1 0,0 0 0,-1 0 0,0 1 0,-1 0 0,0 0 0,0 1 0,-2-1 0,-106-19 0,63-10-1518,43 21-1589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47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916 418 30198,'0'0'769,"0"0"-351,-8 30 58,-41 210 374,-19 291-794,78-689-56,87-398 0,-92 523 0,-4 34 0,-1-1 0,0 0 0,0 0 0,0 0 0,1 0 0,-1 0 0,0 0 0,0 0 0,0 0 0,1 0 0,-1 0 0,0 0 0,0 0 0,1 0 0,-1 0 0,0 0 0,0 0 0,1 0 0,-1 0 0,0 0 0,0 0 0,0 0 0,1 0 0,-1 0 0,0-1 0,0 1 0,-4 446 0,48-752 0,-30 212 0,-76 308 0,57-83-149,5-85-598</inkml:trace>
  <inkml:trace contextRef="#ctx0" brushRef="#br0" timeOffset="7679.223">1170 93 28678,'0'0'1426,"0"0"-717,-23-12-253,-3-3-319,11 6-47,0 1 0,0 1 0,-1 0 0,0 0 0,0 2 1,0 0-1,-1 1 0,-8-1-90,2 2 38,-1 0-1,1 1 1,0 2-1,-1 0 1,1 1 0,0 2-1,-1 0 1,1 2 0,1 0-1,-1 1 1,1 2 0,0 0-1,1 1 1,0 2 0,0 0-1,1 1 1,-1 2-38,-28 25 0,2 2 0,1 2 0,3 2 0,1 1 0,3 3 0,1 1 0,3 2 0,3 1 0,1 2 0,3 1 0,2 3 0,6-17 0,2 0 0,2 2 0,2 0 0,2 0 0,2 1 0,2 1 0,2-1 0,2 1 0,2 0 0,3 35 0,-1-74 0,1 0 0,0 0 0,1 0 0,0 0 0,0 0 0,0 0 0,1 0 0,0 0 0,0-1 0,1 1 0,0-1 0,0 0 0,0 0 0,1-1 0,0 1 0,0-1 0,0 0 0,1-1 0,0 1 0,0-1 0,0 0 0,0 0 0,0-1 0,6 2 0,7 3 0,0-2 0,0 0 0,1-1 0,0-1 0,0-1 0,0-1 0,1-1 0,7-1 0,26-3 0,-1-3 0,-1-2 0,1-2 0,-1-3 0,-1-2 0,-1-2 0,0-2 0,-1-3 0,-1-1 0,-1-3 0,-2-2 0,0-1 0,-2-3 0,4-6 0,-25 22 0,0 0 0,-2-2 0,0 0 0,-1-2 0,-1 0 0,-1-1 0,0 0 0,-2-1 0,0-1 0,-2-1 0,-1 0 0,-1 0 0,0-1 0,-2-1 0,-1 0 0,-2 0 0,0 0 0,-1-1 0,-2 0 0,-1 0 0,-1 0 0,-1-6 0,-5 17 0,-1 1 0,-1 0 0,0 0 0,-1 0 0,-1 1 0,0 0 0,-1 0 0,0 1 0,-1 1 0,0 0 0,-1 0 0,-1 1 0,0 1 0,0 0 0,-1 1 0,0 0 0,0 1 0,-1 0 0,0 1 0,-14-3 0,-109-54-191,-3 6 1,-2 7-1,-1 6 0,-18 3 191,41 12-1477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7:45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29854,'0'0'862,"0"0"-474,27 2-160,215 34 312,106 71-353,-5 16 0,-6 14-1,-6 15 1,2 19-187,-202-106 12,1148 528 124,-495-267-136,-605-217 0,-166-96-615,-35-38-1100,9 3-372</inkml:trace>
  <inkml:trace contextRef="#ctx0" brushRef="#br0" timeOffset="261.478">4443 1482 27822,'0'0'3398,"0"0"-2431,0 0-804,0 0-39,0 20 53,-1-1-142,17 108 46,-10-114-81,0 0 0,0 0 0,-1 1 0,-1 0 0,0 0 0,-1 0 0,0 0 0,-1 1 0,-1-1 0,0 0 0,-1 1 0,0 4 0,-3-16 0,1-1 0,-1 1 0,1-1 0,-1 0 0,0 0 0,0 0 0,1 0 0,-2 0 0,1-1 0,0 1 0,0-1 0,0 0 0,-1 0 0,1 0 0,-1 0 0,1 0 0,-1-1 0,1 0 0,-1 0 0,1 0 0,-1 0 0,1 0 0,-1-1 0,1 1 0,-2-1 0,-7 0 0,-137-4 0,-43-53-652,113 23-1233</inkml:trace>
  <inkml:trace contextRef="#ctx0" brushRef="#br0" timeOffset="11509.356">2554 1742 30703,'-138'-29'768,"-38"-3"-344,-30 3-312,16 5-112,25 8-368,47 6-1241,28 3-8097</inkml:trace>
  <inkml:trace contextRef="#ctx0" brushRef="#br0" timeOffset="12054.945">1916 1253 28278,'0'0'2313,"0"0"-1368,-19 3-478,-135 37-67,64 3-361,2 4 0,2 3 0,2 5 0,-13 14-39,93-67-5,0 0 0,-1 1 0,1-1 0,0 1-1,0 0 1,0 0 0,1 1 0,-1-1 0,1 1 0,0 0 0,0-1 0,0 1 0,0 1 0,1-1-1,0 0 1,0 1 0,0-1 0,0 1 0,0 0 0,1-1 0,0 1 0,0 0 0,1 0 0,-1 0-1,1 0 1,0 0 0,0 0 0,0-1 0,1 1 0,0 0 0,0 0 0,0 0 0,1-1 0,-1 1-1,1 0 1,0-1 0,1 0 0,-1 1 0,1-1 0,0 0 5,11 7-87,1-2 0,1 0 0,-1 0 0,1-1 0,1-1 0,-1-1 0,1-1 0,0 0 0,1-1 0,-1 0 0,1-2 0,0 0 0,-1-1 0,7-1 87,-17 0-100,65 5-2003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8:00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29918,'0'0'737,"0"0"-457,-22 107 208,22-46-24,0 12-184,0 10-88,0-2-112,0 4-40,6-5-32,7-9-8,3-9-272,8-15-360,0-15-1129,-4-19-4712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8:01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32599,'0'0'168,"0"0"-168,0 0 0,0 0 0,0 0 0,0 0 0,0 0 0,22-20 0,-11 0-3337</inkml:trace>
  <inkml:trace contextRef="#ctx0" brushRef="#br0" timeOffset="252.693">161 81 32599,'0'0'168,"0"0"-168,0 0 0,0 0 0,0 0-336,0 0-4025</inkml:trace>
  <inkml:trace contextRef="#ctx0" brushRef="#br0" timeOffset="423.848">213 89 31311,'0'0'1456,"0"0"-1456,0 0 0,0 0 0,0 0 0,0 0-304,0 0-3345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8:00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1 231 29990,'0'0'1241,"0"0"-1065,0 0-48,0 0 264,0 0-56,0 0-24,151 2-144,-78-2-144,1-6-24,1 0 0,-3 0 0,0 6 0,-8 0 0,-9 0 0,4 0-64,-18 0-720,-19 0-1321</inkml:trace>
  <inkml:trace contextRef="#ctx0" brushRef="#br0" timeOffset="499.997">790 179 30471,'0'-13'922,"0"-48"-444,25 60-61,164-3 46,-167 5-462,1 0-1,0 2 1,-1 0 0,0 2-1,0 0 1,0 2 0,-1 0-1,0 1 1,0 1 0,-1 1-1,0 1 1,0 1 0,-1 1-1,-1 0 1,-1 1 0,0 1-1,0 1 1,-2 0 0,0 1-1,-1 1 1,0 0 0,-2 1-1,0 1 1,2 6-1,-5 10-148,-2 1 1,-1 0-1,-3 0 0,0 0 1,-3 0-1,-1 7 148,1-17-784,0-15-1483</inkml:trace>
  <inkml:trace contextRef="#ctx0" brushRef="#br0" timeOffset="718.977">1616 1 28894,'0'0'2329,"0"0"-1697,0 0-32,0 0-288,-157 89-312,86-16 0,-14 29 0,-14 34 0,14 1 0,23-35 0,23-35-1776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8:10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30807,'0'0'1376,"0"0"-1232,0 0-40,0 0 232,-14 154-336,10-83 0,-2 8 0,-3 6 0,-2 0 0,0-2 0,2-16 0,0-10 0,9-16-8,0-25-624,18-12-912,-1-4-6274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8:11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31599,'0'0'816,"0"0"-536,-11 142-208,5-75-72,6 4 0,0 0 0,0-2 0,0 4 0,11-14-56,-5-18-1912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8:11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32151,'0'0'616,"0"0"-616,0 0 0,0 0 0,0 0 0,0 0 0,0 0 0,68 57-656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8:11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352 160 16828,'0'0'10990,"0"0"-8229,0 0-2213,0 0 113,0 0-17,-5-7-352,-13-25-261,16 25-31,0 1 1,-1-1-1,0 1 1,0-1-1,0 1 0,-1 0 1,0 0-1,0 0 1,0 1-1,-1 0 0,0-1 1,0 2-1,0-1 1,-1 0-1,1 1 0,-1 0 1,0 1-1,0-1 1,-1 1-1,1 0 0,-1 1 1,1-1-1,-1 1 1,0 1-1,0-1 0,0 1 1,0 0-1,0 1 1,0 0-1,-3 0 0,0 5 0,1 0 0,-1 1 0,1 1 0,1-1 0,-1 1 0,1 0 0,0 1 0,1 0 0,0 0 0,0 1 0,1 0 0,0 0 0,1 1 0,0-1 0,0 1 0,1 0 0,0 0 0,1 1 0,-1 0 0,-2 10 0,0-1 0,1 1 0,1 0 0,1 0 0,1 0 0,0 1 0,2 6 0,0-24 0,0 0 0,0 0 0,0 0 0,1 0 0,-1 0 0,1 0 0,0 0 0,0 0 0,1 0 0,-1 0 0,1-1 0,0 1 0,0-1 0,0 1 0,0-1 0,1 1 0,-1-1 0,1 0 0,0 0 0,0 0 0,0-1 0,0 1 0,0-1 0,1 0 0,-1 0 0,1 0 0,0 0 0,-1 0 0,1-1 0,0 0 0,0 1 0,0-1 0,0-1 0,0 1 0,0-1 0,0 1 0,0-1 0,2-1 0,8 0 0,1-1 0,-2-1 0,1 0 0,0-1 0,-1 0 0,1-1 0,-1-1 0,0 0 0,-1-1 0,0 0 0,0-1 0,0 0 0,-1-1 0,0 0 0,-1-1 0,0-1 0,-1 4 0,226-194-1338,-167 138-1413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8:12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30927,'0'0'1504,"0"0"-1168,0 0-336,-39 108 0,23-64 0,1 3 0,4 2 0,6 5 0,5 7 0,3-12-160,10-13-2353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8:29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117 170 28462,'0'0'2677,"0"0"-1830,0 0-533,0 0-27,-11 21-132,-33 68-130,11 74-25,4 30 0,47-233 0,29-94 0,-6-3 0,-6-2 0,1-44 0,-45 289 0,4-70 0,-18 116 0,7 2 0,4 61 0,49-749 0,-24 402 0,-73 481 0,31-14 0,36-345 0,53-413 0,-46 285 0,-43 230 0,6-8 0,4 1 0,4 1 0,3 0 0,4 0 0,4 8 0,20-183 0,77-475 0,-219 1102 0,121-495 0,12-152 0,60-244 0,-57 332 0,-10 36 0,0-13 0,-44 370 0,51-398-193,1-6-774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8:31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25317,'0'0'937,"0"0"-937,129-2-464,-63-10-865,-2-3-3400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8:35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24573,'0'0'1234,"0"0"968,0 0-1206,0 0-485,0 0-185,0 0-144,1 3 30,3 0-161,1 0 1,-1 0-1,1 0 0,-1-1 1,1 0-1,0 0 1,0 0-1,0 0 0,0-1 1,0 0-1,0 0 1,0 0-1,0 0 0,1-1 1,-1 0-1,0 0 1,0-1-1,4 0-51,14 2 92,1539 73 1075,-1038-51-1057,-383-1-1025,-115-16-606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8:46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6865,'0'0'15036,"0"0"-15036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8:12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522 718 30503,'0'0'1491,"0"0"-1007,0 0-266,0-19-152,-1-64-61,2 80-5,-1 0 0,0 0 0,0 0 0,1 0 0,-2 0 0,1 0 0,0 0 0,-1 0 0,1 0 0,-1 0 0,0 1 0,0-1 0,0 0 0,0 0 0,0 1 0,-1-1 0,1 1 0,-1-1 0,0 1 0,0-1 0,1 1 0,-2 0 0,1 0 0,0 0 0,0 0 0,-1 1 0,1-1 0,-1 0 0,1 1 0,-1 0 0,0 0 0,1-1 0,-1 2 0,0-1 0,0 0 0,0 0 0,0 1 0,0 0 0,0 0 0,0-1 0,1 2 0,-1-1 0,0 0 0,0 1 0,0-1 0,0 1 0,0 0 0,0 0 0,1 0 0,-1 0 0,0 0 0,1 1 0,-1-1 0,1 1 0,-1 0 0,1 0 0,0-1 0,-1 3 0,-9 8 0,1 0 0,1 1 0,0 0 0,1 0 0,0 1 0,1 1 0,1-1 0,0 1 0,1 1 0,1-1 0,0 1 0,1 0 0,1 0 0,0 0 0,1 0 0,1 1 0,1-1 0,0 1 0,0-13 0,0-1 0,1 0 0,-1 0 0,1 0 0,0 0 0,-1 0 0,1 0 0,1 0 0,-1 0 0,0 0 0,1-1 0,-1 1 0,1 0 0,0-1 0,0 1 0,0-1 0,0 0 0,0 0 0,1 0 0,-1 0 0,1 0 0,-1 0 0,1 0 0,0-1 0,-1 1 0,1-1 0,0 0 0,0 0 0,0 0 0,0 0 0,0-1 0,0 1 0,3-1 0,110 2 0,-111-2 0,11-3-56,-1-1 1,1 0-1,-1-1 0,0 0 1,0-1-1,0-1 0,-1-1 1,0 0-1,-1 0 1,1-2-1,4-4 56,21-16-1973</inkml:trace>
  <inkml:trace contextRef="#ctx0" brushRef="#br0" timeOffset="279.348">1017 766 29446,'0'0'3225,"0"0"-3129,0 0-96,0 0 0,0 0 0,0 0 0,0 0 0,79 85 0,-35-58 0,-9-5-144,-6-4-1872</inkml:trace>
  <inkml:trace contextRef="#ctx0" brushRef="#br0" timeOffset="1248.283">1307 387 24733,'0'0'2325,"0"0"-701,0 0-449,0 0-105,0 0-269,0 0-118,-5-9-372,4 8-306,-21-25 37,-1 62-44,-8 64 2,5 0 0,3 1 0,6 2 0,3 0 0,3 61 0,20-174 0,19-68 0,-3 0 0,-4-2 0,-3 0 0,-4-2 0,-2-12 0,-3-111 0,-26 228 0,-18 71 0,3 1 0,5 2 0,-6 54 0,28-100 0,66-287 0,0 4 0,-56 229 0,-5 21 0,-77 229 0,38-17-633,38-181-2535</inkml:trace>
  <inkml:trace contextRef="#ctx0" brushRef="#br0" timeOffset="20783.278">1353 150 27350,'0'0'1798,"0"0"-854,0 0-259,0 0-69,0 0-176,0 0-121,-10 19-15,-55 136 7,-18 413-311,108-743 0,68-178 0,-88 360 0,-46 208 0,3-50 0,40-207-753,2 8-2503</inkml:trace>
  <inkml:trace contextRef="#ctx0" brushRef="#br0" timeOffset="41021.325">255 20 22661,'0'0'6401,"0"0"-5081,0 0-1071,0 0-113,0 0 96,138-10 40,-68 4-136,11 2-96,7 4-16,2 0-24,4 14-160,35 16-376,-19-3-265,-20-3-3023</inkml:trace>
  <inkml:trace contextRef="#ctx0" brushRef="#br0" timeOffset="41321.328">0 1298 30286,'0'0'1401,"0"0"-1289,0 0-48,141 4-16,-14-17 56,42-17-32,17-2-72,-13 5-144,-55 7-608,-43 10-1793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5:17.166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1935 1213 24821,'0'0'4935,"0"0"-3356,0 0-959,0 0-259,3-24-91,21-92-116,45-9-127,407-561-27,-465 670 0,-5 6 0,0 0 0,0 1 0,1 0 0,0 0 0,1 1 0,0 0 0,0 0 0,0 1 0,1 0 0,0 0 0,1 1 0,-1 0 0,6-2 0,-12 8 0,0 1 0,-1-1 0,1 0 0,-1 1 0,1-1 0,0 1 0,-1 0 0,1-1 0,-1 1 0,1 1 0,-1-1 0,0 0 0,1 1 0,-1-1 0,0 1 0,0-1 0,0 1 0,0 0 0,0 0 0,-1 0 0,1 0 0,0 0 0,-1 1 0,0-1 0,1 0 0,-1 1 0,0-1 0,0 1 0,0-1 0,-1 1 0,1-1 0,-1 1 0,1 0 0,-1-1 0,0 1 0,0 0 0,0-1 0,0 1 0,-1 0 0,3 4 0,99 612 0,-98-604 0,0 0 0,1-1 0,1 1 0,0-1 0,1 0 0,1-1 0,0 0 0,0 0 0,2 0 0,-1-1 0,2 0 0,-1-1 0,2 0 0,-1 0 0,2-1 0,1 1 0,-7-10 0,0 1 0,0-1 0,0 0 0,0-1 0,0 1 0,0-1 0,0 0 0,0-1 0,0 0 0,0 0 0,0 0 0,-1 0 0,1-1 0,0 0 0,-1 0 0,1-1 0,-1 0 0,0 1 0,1-2 0,-1 1 0,-1-1 0,1 1 0,-1-1 0,1-1 0,-1 1 0,0-1 0,-1 1 0,1-1 0,-1 0 0,0 0 0,0-1 0,0 1 0,-1-1 0,0 1 0,1-4 0,60-96 0,-5-3 0,-5-2 0,37-110 0,-20 47 0,-66 164 0,-4 5 0,1-1 0,0 1 0,-1 0 0,2 0 0,-1 0 0,0-1 0,1 1 0,0 1 0,0-1 0,0 0 0,0 0 0,0 1 0,1-1 0,0 1 0,0 0 0,0 0 0,0 0 0,0 0 0,0 0 0,1 1 0,-1-1 0,1 1 0,0 0 0,0 0 0,0 0 0,0 1 0,0-1 0,0 1 0,0 0 0,1 0 0,-1 1 0,0-1 0,0 1 0,1 0 0,2 0 0,-1 4 0,-1 0 0,0 1 0,0-1 0,-1 1 0,1 0 0,-1 0 0,0 0 0,0 0 0,-1 1 0,1 0 0,-1-1 0,-1 1 0,3 6 0,-3-9 0,29 76 0,-2 0 0,-5 2 0,-2 0 0,0 28 0,-8-47 0,1 9 0,-8-30 0,2-1 0,2 0 0,1-1 0,2 0 0,5 5 0,-19-43-1,1 0 1,0 0-1,0 0 0,0 1 0,0-1 1,0 0-1,1 0 0,-1-1 1,0 1-1,0 0 0,1 0 1,-1 0-1,0-1 0,1 1 0,-1-1 1,1 1-1,-1-1 0,1 0 1,-1 1-1,0-1 0,1 0 1,-1 0-1,1 0 0,0 0 0,-1 0 1,1 0-1,-1-1 0,0 1 1,1 0-1,-1-1 0,1 1 0,-1-1 1,1 1-1,-1-1 0,0 0 1,0 0-1,1 0 0,-1 1 1,0-1-1,0 0 0,0-1 0,0 1 1,0 0-1,0 0 0,0 0 1,0-1-1,0 1 0,-1 0 0,1-1 1,-1 1-1,1 0 0,-1-1 1,1 0 0,37-49-538,3-12-1440</inkml:trace>
  <inkml:trace contextRef="#ctx0" brushRef="#br0" timeOffset="389.403">5190 475 30390,'0'0'635,"0"0"-188,0 0 73,0 0 36,2-22-358,7-148-177,-7 155-21,-1 0 0,-1-1 0,0 1 0,-1 0 0,-1 0 0,0 0 0,-1 0 0,-1 0 0,0 0 0,-1 1 0,-1 0 0,0 0 0,-1 0 0,0 1 0,-1 0 0,0 0 0,-6-5 0,9 15 0,0 1 0,0-1 0,0 1 0,0 0 0,0 1 0,0-1 0,-1 1 0,1 0 0,-1 0 0,1 0 0,-1 1 0,1 0 0,-1 0 0,1 1 0,-1-1 0,1 1 0,0 0 0,-1 1 0,1-1 0,0 1 0,0 0 0,0 1 0,0-1 0,0 1 0,0 0 0,1 0 0,-1 0 0,1 1 0,0-1 0,0 1 0,-1 1 0,-32 31 0,1 1 0,1 2 0,3 2 0,1 0 0,2 2 0,2 2 0,2 0 0,-6 19 0,14-30 0,1 2 0,1 0 0,2 0 0,2 1 0,1 1 0,2 0 0,2 0 0,1 0 0,2 1 0,2 0 0,3 32 0,-1-64 0,0 1 0,1-1 0,0 0 0,0 0 0,0 0 0,1 0 0,0 0 0,1 0 0,0-1 0,0 1 0,0-1 0,1 0 0,-1 0 0,1-1 0,1 0 0,-1 1 0,1-2 0,0 1 0,0-1 0,0 0 0,1 0 0,0 0 0,-1-1 0,5 1 0,6 2 0,0 0 0,1-1 0,-1-1 0,1-1 0,0 0 0,0-2 0,0 0 0,0-1 0,12-1 0,3-6 0,0-1 0,0-1 0,-1-2 0,0-1 0,-1-2 0,0-1 0,-2-1 0,0-1 0,0-2 0,-2-1 0,0-1 0,-2-2 0,0 0 0,-2-1 0,0-2 0,9-14 0,-24 31-45,-1 0 0,0-1 0,0 0 0,-1 0 0,0-1 0,-1 1 0,0-1 0,-1 0 0,0-1 0,0 1 0,-1-1 0,0-4 45,-22-46-6117,-13 32-13128</inkml:trace>
  <inkml:trace contextRef="#ctx0" brushRef="#br0" timeOffset="640.46">4741 686 26582,'0'0'4937,"0"0"-4433,0 0-336,0 0 336,0 0-432,118 95-72,-50-53 0,11 3 0,0 4 0,-2 1 0,-9-3 0,-13-6 0,-14-5 0,-15-5 0,-12-3 0,-28-4 0,-18-7-368,-17-9-15756</inkml:trace>
  <inkml:trace contextRef="#ctx0" brushRef="#br0" timeOffset="27209.864">1468 2385 24573,'0'0'5449,"0"0"-4896,0 0-153,-37 114-64,13-51 72,-4 14 40,-8 20-128,-3 21-80,-3 17-200,7-9-40,9-28 0,8-28 0,10-21 0,1 6 0,7 12-40,0-10-720,7-19-1105</inkml:trace>
  <inkml:trace contextRef="#ctx0" brushRef="#br0" timeOffset="27714.916">3178 3152 30278,'0'0'827,"0"0"-255,0 0-201,-6-20 12,-39-128-47,43 135-336,-1 0 0,-1 1 0,0-1 0,0 1 0,-1 0 0,-1 0 0,0 0 0,-1 1 0,0 0 0,-1 0 0,0 1 0,-1 0 0,0 0 0,0 1 0,-1 0 0,0 0 0,-1 1 0,1 1 0,-2 0 0,1 1 0,-1 0 0,0 0 0,0 1 0,-8-2 0,9 5 0,-1 0 0,1 0 0,0 1 0,-1 0 0,1 1 0,-1 0 0,1 1 0,-1 1 0,1-1 0,0 2 0,0 0 0,0 0 0,0 1 0,0 0 0,1 1 0,-1 0 0,1 0 0,0 2 0,-4 3 0,-13 9 0,1 2 0,2 0 0,0 2 0,1 0 0,1 2 0,1 1 0,1 0 0,2 1 0,1 1 0,1 1 0,1 1 0,2 0 0,1 0 0,1 2 0,1-1 0,2 1 0,2 0 0,1 1 0,-1 26 0,6-54 0,0 1 0,1-1 0,0 0 0,0 1 0,0-1 0,0 0 0,1 0 0,0 0 0,0 0 0,0 0 0,1 0 0,0 0 0,0-1 0,0 0 0,0 1 0,1-1 0,-1 0 0,1 0 0,0-1 0,0 1 0,1-1 0,-1 0 0,1 0 0,0-1 0,-1 1 0,1-1 0,0 0 0,0 0 0,1-1 0,-1 1 0,0-1 0,1 0 0,-1-1 0,0 1 0,1-1 0,9 1 0,0-2 0,-1 1 0,1-2 0,0 0 0,-1 0 0,0-1 0,1-1 0,-1-1 0,-1 0 0,1-1 0,-1 0 0,0-1 0,0 0 0,-1-1 0,0-1 0,0 0 0,0-1 0,179-192 0,-149 151 0,78-85-1684,-68 81-1489</inkml:trace>
  <inkml:trace contextRef="#ctx0" brushRef="#br0" timeOffset="28078.525">4243 2641 29990,'0'0'827,"0"0"-121,0 0-71,0 0-177,-12 26-320,-148 389-125,144-369-13,2 0 0,2 2 0,2-1 0,2 2 0,3-1 0,1 1 0,3 43 0,2-90-12,0-1 0,0 1 1,0 0-1,1 0 0,-1-1 0,0 1 0,1-1 1,-1 1-1,1-1 0,-1 1 0,1-1 0,0 0 1,0 0-1,-1 0 0,1 0 0,0 0 0,0 0 1,0-1-1,0 1 0,0-1 0,0 1 0,0-1 1,1 0-1,-1 1 0,0-1 0,0 0 0,0-1 1,0 1-1,0 0 0,0 0 0,0-1 0,0 0 1,0 1-1,0-1 0,0 0 0,0 0 0,0 0 1,0 0-1,-1 0 0,1 0 0,0-1 0,-1 1 1,1 0-1,-1-1 0,1 1 0,0-3 12,37-26-1465</inkml:trace>
  <inkml:trace contextRef="#ctx0" brushRef="#br0" timeOffset="28330.284">5092 2756 31175,'0'0'1072,"0"0"-552,0 0-520,-46 140 0,30-79 0,3 4 0,-2 6 0,-3 2 0,1-2 0,-1-4 0,1-8 0,3-11 0,6-17 0,8-27 0,15-4-1144,11-16-2617</inkml:trace>
  <inkml:trace contextRef="#ctx0" brushRef="#br0" timeOffset="31936.908">16078 718 28702,'0'0'2289,"0"0"-1937,-14 107 112,-1-48 56,-2 8-104,-1 6-392,0 0-24,-6 23-160,5-19-920,-1-13-4746</inkml:trace>
  <inkml:trace contextRef="#ctx0" brushRef="#br0" timeOffset="32469.923">14508 3006 30046,'0'0'629,"0"0"-223,-6-22-80,-25-74 71,27 85-345,0 1-1,-1-1 1,0 1-1,-1 0 0,0 1 1,-1-1-1,0 1 1,0 0-1,-1 1 1,0 0-1,0 0 1,-1 1-1,0 0 1,-1 0-1,1 1 1,-1 0-1,-3 0-51,6 2 3,-1 0 0,0 0 0,0 1 0,0 0-1,-1 1 1,1 0 0,0 0 0,-1 1 0,1 0 0,-1 0 0,0 1 0,1 0 0,-1 1 0,0 0-1,1 0 1,0 1 0,-1 0 0,1 0 0,0 1 0,0 0 0,0 1 0,0-1 0,0 2 0,1-1-1,0 1 1,0 0 0,0 0 0,1 1 0,-1 0 0,2 0 0,-1 1 0,0-1 0,-1 4-3,-11 15-1,1 0 0,1 1 0,1 1 0,1 0 0,2 1 0,1 1 0,1 0 0,-5 23 1,6-18 0,2-1 0,1 1 0,1 1 0,3-1 0,0 1 0,2-1 0,4 25 0,-1-47 0,2-1 0,-1 0 0,1 0 0,1 0 0,0-1 0,0 0 0,1 0 0,1 0 0,-1-1 0,1 0 0,1-1 0,0 0 0,0 0 0,1 0 0,-1-2 0,2 1 0,-1-1 0,1-1 0,0 1 0,0-2 0,0 0 0,1 0 0,-1-1 0,1 0 0,0-1 0,0-1 0,0 0 0,0 0 0,0-1 0,0-1 0,0 0 0,0 0 0,-1-2 0,1 1 0,3-2 0,7-3 0,0-1 0,0-1 0,-1-1 0,0-1 0,-1-1 0,0-1 0,-1 0 0,-1-1 0,0-1 0,0-1 0,-2-1 0,0 0 0,-1-1 0,-1-1 0,0 0 0,-2-1 0,0 0 0,-1-1 0,-1 0 0,-1-1 0,-3 6-40,0-1 1,-1 1-1,0-1 1,-2 0-1,0 0 0,-1 0 1,0 0-1,-1 0 1,-1-1-1,-1 1 0,-1 0 1,0 0-1,-1 0 0,-1 0 1,0 0-1,-2 1 1,0 0-1,0 0 0,-2 0 1,-1-1 39,-38-45-2041</inkml:trace>
  <inkml:trace contextRef="#ctx0" brushRef="#br0" timeOffset="30950.602">12702 696 27542,'0'0'851,"0"0"-438,0 0-93,0 0 76,0 0 52,26 9-40,-10-3-334,-8-2-47,-1 0 1,1-1-1,0-1 0,0 1 1,0-1-1,0-1 0,0 1 1,0-1-1,1-1 1,-1 1-1,0-2 0,1 1 1,-1-1-1,0 0 0,0-1 1,0 0-1,0 0 1,0-1-1,0 1 0,0-2 1,4-2-28,63-45 124,-2-4 1,-2-2-1,-3-4 1,-3-2-1,34-44-124,117-168 40,-215 274-39,-1 0-1,0 0 0,0 0 1,0 0-1,0 1 0,0-1 0,0 0 0,0 0 1,0 0-1,1 0 0,-1 1 0,0-1 0,0 0 0,1 0 1,-1 1-1,0-1 0,1 0 0,-1 0 0,1 1 1,-1-1-1,1 0 0,-1 1 0,1-1 0,0 1 0,-1-1 1,1 1-1,0-1 0,-1 1 0,1-1 0,0 1 1,0 0-1,-1-1 0,1 1 0,0 0 0,0 0 0,0-1 1,-1 1-1,1 0 0,0 0 0,0 0 0,0 0 1,-1 0-1,1 0 0,0 0 0,0 1 0,0-1 0,0 0 1,-1 0-1,1 1 0,0-1 0,0 0 0,-1 1 1,1-1-1,0 0 0,-1 1 0,1-1 0,0 1 0,-1 0 1,1-1-1,-1 1 0,1-1 0,-1 1 0,1 0 1,-1-1-1,1 1 0,-1 0 0,1 0 0,-1-1 0,0 1 1,0 0-1,1 0 0,-24 574 312,22-574-307,1 1 0,0 0 0,0 0 0,0-1 0,0 1 0,0 0 0,0 0 0,0 0 0,1-1 0,-1 1 1,1 0-1,-1-1 0,1 1 0,0 0 0,0-1 0,0 1 0,-1-1 0,2 1 0,-1-1 0,0 1 0,0-1 0,0 0 0,0 0 0,1 1 0,-1-1 0,1 0 1,-1 0-1,1 0 0,-1-1 0,1 1 0,0 0 0,-1 0 0,1-1 0,0 1 0,-1-1 0,1 0 0,0 0 0,0 1 0,-1-1 0,1 0 0,0 0 0,0 0 1,0-1-1,-1 1 0,1 0 0,0-1 0,0 1 0,-1-1 0,1 0 0,-1 1 0,1-1 0,0 0 0,-1 0 0,1 0 0,-1 0 0,0 0 0,1 0 0,-1-1 1,0 1-6,14-13 28,0-1 1,-1 0 0,-1-1 0,-1 0 0,0-1 0,-1 0 0,6-14-29,-1 4 7,149-268 21,-119 235-28,-46 60 0,1 0 0,0-1 0,-1 1 1,1 0-1,0 0 0,-1 0 0,1 0 0,0 0 0,0-1 0,-1 1 1,1 0-1,0 1 0,-1-1 0,1 0 0,0 0 0,-1 0 1,1 0-1,0 0 0,-1 1 0,1-1 0,0 0 0,-1 1 1,1-1-1,0 0 0,-1 1 0,1-1 0,-1 1 0,1-1 0,-1 1 1,1-1-1,-1 1 0,1-1 0,-1 1 0,0-1 0,1 1 1,-1 0-1,0-1 0,0 1 0,1 0 0,-1-1 0,0 1 0,0 0 1,0-1-1,0 1 0,0 0 0,1-1 0,-1 1 0,-1 0 1,1-1-1,0 1 0,0 0 0,0 0 0,9 166 143,-10-42-135,-4-2 0,-6 1 0,-5-1 0,-6-1 0,-5-1 1,-5-1-1,-6-2 0,-39 84-8,73-189 0,-1-1 0,0 0 0,0 0 0,-1-1 0,0 0 0,-1 0 0,-1 0 0,0-1 0,0 0 0,-1 0 0,0-1 0,0 0 0,-1-1 0,0 0 0,-1-1 0,0 0 0,0 0 0,-1-1 0,1-1 0,-1 0 0,0 0 0,-1-2 0,-10 3 0,19-5 0,0-1 0,0 0 0,0 0 0,-1-1 0,1 1 0,0-1 0,0 0 0,0 0 0,0 0 0,0-1 0,0 1 0,1-1 0,-1 0 0,0 0 0,1 0 0,-1-1 0,1 1 0,0-1 0,0 0 0,0 0 0,0 0 0,0 0 0,1 0 0,0-1 0,-1 1 0,1-1 0,0 1 0,1-1 0,-1 0 0,1 0 0,-1 0 0,1 0 0,0 0 0,1 0 0,-1 0 0,1 0 0,0-1 0,0 1 0,-2-14 0,1-1 0,1 1 0,1 0 0,1 0 0,0-1 0,1 1 0,1 1 0,5-12 0,14-25-22,2 2-1,2 1 1,3 1 0,2 2 0,2 1-1,2 1 1,21-19 22,-6 9-555,1 2-1,4 2 1,1 3 0,3 2-1,12-5 556,-3 6-2468</inkml:trace>
  <inkml:trace contextRef="#ctx0" brushRef="#br0" timeOffset="31250.931">14556 976 29302,'0'0'783,"-10"22"-131,-81 152 522,83-162-1056,9-12 39,8-14-160,225-262-708,-230 271 703,1-1 6,0-1 0,1 1 1,0 0-1,0 0 0,0 0 1,1 1-1,-1 0 0,1 0 1,0 1-1,1 0 0,-1 0 1,1 1-1,0 0 0,0 0 1,0 1-1,0 0 0,0 0 1,1 1-1,1 0 2,-7 4 17,1 0 0,0 0 0,-1 0 1,1 1-1,-1-1 0,0 1 0,0 0 0,-1 0 0,1 0 0,-1 0 0,0 1 1,0-1-1,0 0 0,-1 1 0,1 0 0,-1-1 0,0 1 0,-1 0 0,1-1 1,-1 1-1,0 0 0,0 0 0,0 0 0,-1-1 0,0 1 0,0 3-17,1-4 14,2 153 87,27-137-1828,-5-19-572</inkml:trace>
  <inkml:trace contextRef="#ctx0" brushRef="#br0" timeOffset="31498.136">15159 902 28790,'0'0'1921,"0"0"-1513,0 0 40,0 0-144,140-16-40,-87 14-152,2 2-112,30 0-312,-12 0-296,-12 0-1569</inkml:trace>
  <inkml:trace contextRef="#ctx0" brushRef="#br0" timeOffset="31749">15442 665 26030,'0'0'4697,"0"0"-4313,0 0-232,-22 114 120,22-64 104,0 3-200,0 6-144,13 14-32,2-14-464,3-15-1537</inkml:trace>
  <inkml:trace contextRef="#ctx0" brushRef="#br0" timeOffset="45794.933">335 1602 29286,'0'0'823,"0"0"-223,0 0-152,0 0-40,25-3-61,-4 2-281,-9 0-45,1 0 1,-1 0 0,1-1-1,-1-1 1,0 0 0,0 0-1,0-1 1,0-1 0,-1 0-1,0-1 1,0 0 0,0 0-22,24-18-10,-2 0 0,-1-3 1,-1 0-1,-1-2 0,-2-1 1,-1-1-1,-1-2 0,11-20 10,-30 50-1,-7 5 1,-52 282 239,52-281-237,-1-1 0,1 0 1,-1 0-1,1 0 0,-1-1 0,1 1 0,-1 0 0,1 0 1,0 0-1,0 0 0,0 0 0,0 0 0,1 0 0,-1 0 1,0 0-1,1 0 0,-1 0 0,1 0 0,0-1 0,-1 1 1,1 0-1,0 0 0,0-1 0,0 1 0,1 0 0,-1-1 1,0 1-1,0-1 0,1 0 0,-1 1 0,1-1 0,0 0 1,-1 0-1,1 0 0,0 0 0,-1 0 0,1 0 0,0-1 1,0 1-1,0-1 0,0 1 0,0-1 0,0 1 0,-1-1 1,1 0-1,0 0 0,0 0 0,0 0 0,0 0-2,10-4 4,0-1 0,-1 0 0,1 0 0,-1-1 1,-1 0-1,1-1 0,-1 0 0,0-1 0,-1 0 0,0 0 0,0-1 0,0 0 0,-1-1 0,-1 0 0,0 0 0,0-1 0,-1 0 0,2-4-4,-6 11-1,93-172 21,-88 208 83,11 506-35,-17-533-68,-1 0 0,1 0 0,0 0 0,-1 0 0,0 0 0,0 0 0,-1 1 0,0-1 0,0 0 0,0 0 0,0 0 0,-1-1 0,1 1 0,-1 0 0,0 0 0,-1-1 0,1 1 0,-1-1 0,0 0 0,0 0 0,-1 0 0,1 0 0,-1-1 0,1 1 0,-1-1 0,0 0 0,-1 0 0,1 0 0,0-1 0,-1 1 0,0-1 0,1 0 0,-2 0 0,-1 1 0,1 0 0,-1-1 0,0 0 0,0 0 0,0 0 0,0-1 0,0 0 0,0-1 0,0 1 0,0-1 0,0-1 0,0 1 0,0-1 0,0 0 0,0-1 0,0 0 0,0 0 0,0 0 0,1-1 0,-1 0 0,1 0 0,0-1 0,0 0 0,0 0 0,1 0 0,-1-1 0,1 0 0,0 0 0,0 0 0,0 0 0,1-1 0,0 0 0,0 0 0,1 0 0,-3-5 0,6 2-142,0-1 1,0 0-1,1 0 1,0 1-1,0-1 1,1 0-1,1 1 1,-1 0-1,2-1 0,-1 1 1,1 0-1,0 1 1,1-1-1,0 1 1,1 0-1,0 0 1,0 0-1,0 1 0,1 0 1,0 0-1,4-2 142,33-37-3988</inkml:trace>
  <inkml:trace contextRef="#ctx0" brushRef="#br0" timeOffset="46079.894">1648 1706 28102,'0'0'1688,"0"0"-529,0 0-425,0 0-89,-6-6-270,2 3-361,-1-3-11,-1-1-1,0 1 1,0 1 0,-1-1 0,1 1 0,-1 0-1,-1 1 1,1-1 0,0 1 0,-1 1 0,0 0-1,0 0 1,0 0 0,0 1 0,-1 0-1,1 1 1,0 0 0,-6-1-3,10 5 0,1 0 0,-1 0 0,1 1 0,0-1 0,0 0 0,0 1 0,1 0 0,-1 0 0,1 0 0,0 0 0,0 0 0,0 0 0,1 0 0,-1 1 0,1-1 0,0 1 0,0-1 0,1 1 0,-1-1 0,1 1 0,0-1 0,0 1 0,1 0 0,-1-1 0,1 1 0,0-1 0,0 0 0,2 5 0,0-5 0,1-1 0,-1 0 0,1 1 0,0-1 0,0 0 0,0-1 0,0 1 0,0-1 0,1 1 0,-1-1 0,1-1 0,0 1 0,-1-1 0,1 1 0,0-1 0,0-1 0,0 1 0,-1-1 0,1 0 0,0 0 0,0 0 0,0-1 0,0 1 0,0-1 0,0 0 0,-1-1 0,3 0 0,96-45-735,-64 16-1339</inkml:trace>
  <inkml:trace contextRef="#ctx0" brushRef="#br0" timeOffset="44525.599">6043 1476 28894,'0'0'848,"0"0"-273,0 0-259,18-20-88,115-118-25,-13 22-120,-119 116-77,0 0-1,0 0 1,0 0 0,0 1 0,0-1 0,0 0 0,0 1 0,0-1-1,0 1 1,0-1 0,0 1 0,0-1 0,0 1 0,-1 0 0,1-1-1,0 1 1,0 0 0,-1 0 0,1 0 0,0 0 0,-1-1 0,1 1-1,-1 0 1,1 0 0,-1 0 0,1 0 0,-1 0 0,0 0 0,0 0-1,1 0 1,-1 1 0,0-1 0,0 0 0,0 0 0,0 0 0,0 0 0,0 0-1,-1 0 1,1 0 0,0 0 0,0 0 0,-1 0 0,1 0 0,-1 0-1,1 0 1,-1 0 0,1 0 0,-1 0 0,1 0 0,-1 0-6,0 9 64,3 184 396,-1-190-456,0 1 0,1-1 0,0 0 1,-1 1-1,1-1 0,1 0 0,-1 0 0,1 0 0,-1 0 0,1-1 0,0 1 0,1-1 1,-1 0-1,1 0 0,-1 0 0,1 0 0,0 0 0,0-1 0,0 0 0,0 0 0,0 0 0,1 0 1,-1-1-1,1 1 0,-1-1 0,1 0 0,-1-1 0,1 1 0,0-1 0,-1 0 0,1 0 1,0 0-1,-1-1 0,1 1 0,-1-1 0,1 0 0,-1-1 0,1 1 0,-1-1 0,0 0 0,1 0 1,-1 0-1,0 0 0,0-1 0,-1 0 0,1 0 0,-1 0 0,1 0 0,-1 0 0,0-1 1,2-2-5,14-18 20,-1-1 0,0 0 0,-3-1 0,0-1 0,-1-1 0,-2 0 0,0 0 0,-3-1 0,4-14-20,-7 87 264,-8 289-116,1-307-148,-1 0 0,-2-1 0,0 1 0,-2-1 0,-1 0 0,-1-1 0,-1 0 1,-1 0-1,-1 0 0,-1-2 0,-1 1 0,-7 8 0,-60 21 0,78-52 0,0 1 0,0-1 0,0 1 0,0-1 0,0 0 0,0 1 0,0-1 0,0 0 0,0-1 0,0 1 0,0 0 0,0 0 0,0-1 0,0 1 0,0-1 0,0 0 0,0 0 0,0 0 0,0 0 0,1 0 0,-1 0 0,0 0 0,1 0 0,-1-1 0,1 1 0,-1 0 0,1-1 0,0 0 0,-1 1 0,1-1 0,0 0 0,0 1 0,0-1 0,0 0 0,1 0 0,-1 0 0,0 0 0,1 0 0,0 0 0,-1 0 0,1 0 0,0 0 0,0 0 0,-2-9-10,1 1 0,0-1 0,1 0 0,0 1 0,0-1 0,1 1 1,1-1-1,0 1 0,0 0 0,1-1 0,0 1 0,1 1 0,0-1 0,1 0 0,0 1 0,0 0 0,1 0 0,0 0 0,0 1 1,1 0-1,0 0 0,1 1 0,0 0 0,0 0 0,5-3 10,111-68-1820,-68 45-1097</inkml:trace>
  <inkml:trace contextRef="#ctx0" brushRef="#br0" timeOffset="44856.283">7025 1525 15771,'0'0'12335,"0"0"-9308,0 0-2481,0 18-65,0 150 126,0-169-607,1 1 0,-1 0 0,0-1 0,1 1 0,-1 0 0,0 0 0,1 0 0,-1-1 0,1 1 0,-1 0 0,1 0 0,-1 0 0,0 0 0,1 0 0,-1 0 0,1 0 0,-1 0 0,1 0 1,-1 0-1,1 0 0,-1 0 0,0 0 0,1 0 0,-1 0 0,1 0 0,-1 0 0,1 1 0,-1-1 0,0 0 0,1 0 0,-1 0 0,1 1 0,-1-1 0,0 0 0,1 1 0,-1-1 0,0 0 0,0 1 0,1-1 0,-1 0 0,0 1 0,0-1 0,1 1 0,-1-1 0,0 0 0,0 1 0,0-1 0,0 1 0,0-1 0,1 1 0,-1-1 0,0 0 0,0 1 0,0-1 1,0 1-1,0-1 0,-1 1 0,1-1 0,0 1 0,0-1 0,0 1 0,28-42-16,-22 32-6,109-144-790,-114 151 818,0 1 0,0-1 0,0 1-1,1 0 1,-1-1 0,0 1 0,1 0 0,-1 0 0,1-1 0,-1 1 0,1 0 0,-1 1 0,1-1-1,0 0 1,0 0 0,-1 1 0,1-1 0,0 1 0,0-1 0,0 1 0,-1 0 0,1 0 0,0 0-1,0 0 1,0 0 0,0 0 0,-1 1 0,1-1 0,0 0 0,0 1 0,0 0 0,-1-1 0,1 1-1,0 0 1,-1 0 0,1 0 0,-1 0 0,1 0 0,-1 0 0,1 0 0,-1 0 0,0 1 0,1-1 0,-1 1-1,0-1 1,0 1 0,1 1-6,4 20 54,0 0 0,-2 0 0,0 1-1,-2 0 1,0-1 0,-2 1 0,0 0 0,-2 0-1,-1 5-53,-4 0-661,-3-13-1000</inkml:trace>
  <inkml:trace contextRef="#ctx0" brushRef="#br0" timeOffset="50270.643">13872 4081 30030,'0'0'1067,"0"0"-639,0 0 46,26 6 6,169 28-192,149-32-288,-476-1 0,8 2 0,1-5 0,0-6 0,-109-22 0,214 18 0,44 0 0,59-5 0,2 3 0,-1 4 0,2 4 0,56 5 0,-101 0 0,0 2 0,1 3 0,-1 1 0,0 2 0,-1 2 0,0 1 0,0 3 0,8 4 0,-29-4 0,-38-5 0,-538 2 0,531-10 0,1-2 0,0 0 0,0-1 0,1-1 0,-1-1 0,1-2 0,-4-1 0,84 0 0,555 9 0,-499 17 0,-133-13 0,-3-13 0,-2-4 0</inkml:trace>
  <inkml:trace contextRef="#ctx0" brushRef="#br0" timeOffset="51907.035">13294 3186 29062,'0'0'832,"0"0"-512,0 0-240,0 0 0,0 0 121,0 0-185,0 0-16,-48-18-1289</inkml:trace>
  <inkml:trace contextRef="#ctx0" brushRef="#br0" timeOffset="95173.295">7435 4778 28518,'0'0'995,"0"0"-303,0 0-173,20-2-54,126-10 234,-110 13-577,1 1 0,-1 2-1,0 2 1,0 1 0,0 2 0,-1 1-1,29 13-121,417 215 27,-10 8-27,509 246 0,-765-394 0,-4 9 0,153 108 0,-35 10 0,-69-44 0,260 134 0,-485-297 0,155 82 0,113 82 0,401 305 0,-686-475 0,-2 0 0,0 1 0,0 1 0,-1 1 0,-1 0 0,-1 1 0,0 0 0,-1 1 0,4 7 0,32 35 0,-45-72-1734,-1-7-1973</inkml:trace>
  <inkml:trace contextRef="#ctx0" brushRef="#br0" timeOffset="95640.795">13296 7287 30863,'0'0'1000,"0"0"-403,4 5-333,101 127-242,-7 5-1,19 44-21,-90-140 0,-2 2 0,-1 0 0,-3 1 0,-2 1 0,12 39 0,-23-5 0,-68-71 0,24-11 0,1-2 0,0-1 0,0-2 0,0-1 0,1-2 0,-20-9 0,-9-2 0,-505-184-596,529 191-2385</inkml:trace>
  <inkml:trace contextRef="#ctx0" brushRef="#br0" timeOffset="28593.219">6501 2574 32055,'0'0'712,"0"0"-712,0 0 0,-33 131 0,24-53 0,-4 31 0,2-5 0,3-5 0,-6-12 0,1-20 0,-4 4 0,-5 6 0,-13 8 0,6-22 0,-4-16-640</inkml:trace>
  <inkml:trace contextRef="#ctx0" brushRef="#br0" timeOffset="43676.824">5927 3916 26846,'0'0'736,"0"0"1032,0 0-816,0 0-383,0 0-169,0 0 64,68 41-80,-18-39-104,16 2-120,6 0-88,9 6-32,0 4-40,25 9-16,-25-1-560,-18-10-1305</inkml:trace>
  <inkml:trace contextRef="#ctx0" brushRef="#br0" timeOffset="49151.09">5881 4012 26734,'0'0'1027,"0"0"1042,0 0-1028,0 0-363,0 0-83,0 0-143,-17 0-298,-52-4-137,56-4-17,362-50 0,-182 39 0,1 7 0,66 7 0,-213 6 0,-1 0 0,1 2 0,-1 0 0,0 1 0,0 1 0,0 1 0,0 1 0,-1 1 0,0 0 0,-1 1 0,0 2 0,0-1 0,12 12 0,-30-23 0,1 1 0,-1 0 0,1 0 0,-1 1 0,1-1 0,-1 0 0,1 0 0,-1 0 0,1 0 0,-1 0 0,1 0 0,-1 1 0,0-1 0,1 0 0,-1 0 0,1 1 0,-1-1 0,1 0 0,-1 1 0,0-1 0,1 0 0,-1 1 0,0-1 0,1 1 0,-1-1 0,0 0 0,0 1 0,1-1 0,-1 1 0,0-1 0,0 1 0,0-1 0,0 1 0,0-1 0,0 1 0,0-1 0,1 1 0,-1-1 0,-1 1 0,1-1 0,0 1 0,0-1 0,0 1 0,0-1 0,0 1 0,0-1 0,0 1 0,-1-1 0,1 1 0,0-1 0,0 0 0,-1 1 0,1-1 0,0 1 0,-1-1 0,1 0 0,0 1 0,-1-1 0,1 0 0,-1 1 0,1-1 0,0 0 0,-1 0 0,1 1 0,-1-1 0,1 0 0,-1 0 0,-42 2 0,28-2 0,-15 1 0,-777 8 0,767-11 0,1-1 0,1-3 0,-1-1 0,1-2 0,0-1 0,1-2 0,-36-17 0,85 26 0,37 3 0,311 2 0,50 20 0,-298-5 0,-168-16 0,-409-76 0,143 12 0,397 61 0,572-22 0,-645 24 0,8-1 0,1 1 0,-1 0 0,0 0 0,1 1 0,-1 0 0,0 1 0,0 0 0,0 1 0,0 0 0,0 0 0,0 1 0,-1 1 0,0-1 0,7 6 0,-16-10 0,0 1 0,0 0 0,0 0 0,0-1 0,-1 1 0,1 0 0,0-1 0,0 1 0,-1 0 0,1-1 0,0 1 0,-1-1 0,1 1 0,0 0 0,-1-1 0,1 1 0,-1-1 0,1 1 0,-1-1 0,1 1 0,-1-1 0,1 0 0,-1 1 0,0-1 0,1 1 0,-1-1 0,0 0 0,1 0 0,-1 1 0,0-1 0,1 0 0,-1 0 0,0 0 0,1 0 0,-1 0 0,0 0 0,0 0 0,1 0 0,-1 0 0,0 0 0,1 0 0,-1-1 0,0 1 0,1 0 0,-1 0 0,0-1 0,1 1 0,-1 0 0,-2 0 0,-223 0 0,223 1-2,0-1-1,0 0 1,0 0 0,0-1-1,0 1 1,0-1 0,0 1-1,0-1 1,0 0 0,0 0 0,0 0-1,1 0 1,-1-1 0,1 1-1,-1-1 1,1 0 0,-1 0-1,1 0 1,0 0 0,0 0-1,0 0 1,0 0 0,0-1-1,0 1 1,1-1 0,-1 1-1,1-1 1,0 0 0,-1 1 0,1-1-1,1 0 1,-1 0 0,0 0-1,1 0 1,-1 0 0,1 0-1,0 0 1,0 0 2,-1-31-440</inkml:trace>
  <inkml:trace contextRef="#ctx0" brushRef="#br0" timeOffset="52439.835">7308 2730 22853,'0'0'832,"0"0"-832,0 0-1072,0 0-464,0 0-1777,0 0 864,0 0 2025,-16 20 424,16-20 3705,0-8-520,0 0-3185,0-2-15604</inkml:trace>
  <inkml:trace contextRef="#ctx0" brushRef="#br0" timeOffset="94274.512">7108 2795 28078,'0'0'858,"0"0"-284,0 0-158,0 0 85,0 0-44,5-19-140,27-136 141,-31 143-412,0-1 0,-1 1 0,0-1 0,-1 1 0,-1 0 0,0-1 0,0 1 0,-1 0 0,-1 0-1,0 1 1,0-1 0,-1 1 0,-1 0 0,0 0 0,0 0 0,-1 1 0,-1 0-46,-10-12 16,-1 2-1,-1 0 1,0 2-1,-2 0 1,0 1 0,-1 1-1,-1 1 1,0 2-1,-1 0 1,0 1-1,-1 2 1,0 0 0,-1 2-1,0 1 1,0 1-1,0 2 1,-1 0-1,0 2 1,0 1-1,1 1 1,-24 3-16,18 5 0,0 1 0,1 2 0,0 1 0,1 1 0,0 2 0,1 1 0,1 1 0,1 2 0,0 1 0,1 1 0,2 1 0,-23 25 0,-7 5 0,2 3 0,2 2 0,4 3 0,2 1 0,2 2 0,3 2 0,4 2 0,2 1 0,-11 35 0,16-32 0,4 1 0,2 0 0,3 2 0,4 1 0,3 0 0,3 0 0,4 1 0,3 1 0,3 15 0,1-73 0,0 0 0,1 1 0,0-1 0,2 0 0,0-1 0,2 1 0,0-1 0,1 0 0,0 0 0,2-1 0,0 0 0,1 0 0,0-1 0,1 0 0,1-1 0,1-1 0,0 0 0,1 0 0,0-1 0,1-1 0,1 0 0,0-2 0,9 6 0,30 6 0,1-2 0,1-3 0,1-2 0,0-2 0,1-3 0,0-3 0,0-2 0,1-3 0,18-3 0,-55 2 0,1-1 0,-1-1 0,1-1 0,-1-1 0,0-1 0,0-1 0,-1-1 0,1-1 0,-1-1 0,-1-1 0,1-1 0,-2-1 0,1-1 0,9-7 0,-11 3 0,-1 0 0,0 0 0,-1-2 0,-1 0 0,-1-1 0,0 0 0,-2-1 0,0-1 0,-1 0 0,-1-1 0,-1 0 0,-1-1 0,-1 0 0,-1 0 0,-2-1 0,0 1 0,-1-1 0,-1 0 0,-1-2 0,-3-54 0,13-71-417,0 125-1005,3 10-1836</inkml:trace>
  <inkml:trace contextRef="#ctx0" brushRef="#br1" timeOffset="285143.124">144 3482 23845,'0'0'5100,"0"0"-3465,0 0-1090,0 0-194,0 0-78,0 0-27,-9 3-61,1 0-157,9-3-23,0 0 1,-1 1 0,1-1-1,0 1 1,-1-1 0,1 1-1,-1-1 1,1 1 0,-1-1-1,1 1 1,-1 0 0,1-1-1,-1 1 1,0 0 0,1-1-1,-1 1 1,0 0 0,1-1-1,-1 1 1,0 0 0,0 0-1,0-1 1,0 1-1,0 0 1,0 0 0,0-1-1,0 1 1,0 0 0,0 0-1,0-1 1,0 1 0,-1 0-1,1 0 1,0-1 0,0 1-1,-1 0 1,1-1 0,-1 1-1,1 0 1,0-1 0,-1 1-1,1-1 1,-1 1 0,0 0-1,1-1 1,-1 0 0,1 1-1,-1-1 1,0 1 0,1-1-1,-1 0 1,0 1 0,1-1-1,-1 0 1,0 0 0,0 1-1,1-1 1,-1 0 0,0 0-6,53 30 25,2-3 0,1-2 0,2-2 0,0-3 0,1-3 0,0-2 0,1-2 0,1-3 0,9-2-25,-20-5 0,1-2 0,0-2 0,-1-3 0,1-2 0,-1-1 0,-1-3 0,24-9 0,-16-2 0,-1-3 0,-1-2 0,-2-2 0,-1-3 0,-1-1 0,-1-3 0,34-33 0,57-61 0,94-114 0,-205 211 0,24-26 0,-2-2 0,-3-3 0,-3-1 0,24-49 0,-31 47 0,-3-2 0,-3-2 0,-3 0 0,-3-2 0,-3-1 0,-4-1 0,-2-1 0,-4 0 0,0-43 0,-10 71 0,-3 0 0,-1-1 0,-3 1 0,-1 0 0,-3 1 0,-2 0 0,-15-44 0,-10 9 0,-4 1 0,-3 2 0,-3 2 0,-4 2 0,-3 2 0,-35-35 0,33 45-24,-2 2 0,-2 3 0,-3 3 0,-62-43 24,101 83-22,0 0 0,0 2 1,-1 0-1,-1 2 0,0 0 0,0 2 1,-1 0-1,0 2 0,0 1 0,0 1 0,-1 1 1,0 1-1,1 1 0,-1 1 0,0 2 0,1 0 1,-1 2-1,1 1 0,0 1 0,0 1 1,-4 3 21,-26 10-12,0 3 1,1 3 0,1 1 0,2 3 0,1 3 0,1 1 0,2 3 0,2 1 0,1 2 0,3 3 0,1 1 0,2 2 0,2 1 0,-26 47 11,-10 39 84,6 4-1,7 3 1,5 1 0,-8 54-84,26-82 74,4 2 1,6 1 0,4 1-1,6 1 1,2 42-75,9-63-3,4 1 0,5-1 0,4 0 0,4 0 1,4-1-1,6 5 3,37 30-1810,-42-106-276</inkml:trace>
  <inkml:trace contextRef="#ctx0" brushRef="#br1" timeOffset="288276.256">1315 3741 32615,'0'4'127,"4"13"-102,57-19-172,-14-12-586</inkml:trace>
  <inkml:trace contextRef="#ctx0" brushRef="#br1" timeOffset="288711.709">2207 4123 20324,'0'0'8330,"0"0"-6036,0 0-1753,0 0-278,0 0-68,0 0 158,-1 13-17,11 93-205,6-55-131,69 169 0,-81-214 0,0-1 0,0 0 0,1 0 0,-1 0 0,1 0 0,1 0 0,-1-1 0,0 0 0,1 0 0,0-1 0,0 0 0,0 0 0,0 0 0,1 0 0,-1-1 0,1 0 0,-1-1 0,1 1 0,0-1 0,0-1 0,-1 1 0,1-1 0,0 0 0,0-1 0,0 1 0,-1-2 0,4 0 0,184-60 0,-185 58 0,21-9 0,40-22 0,1 4 0,2 2 0,0 4 0,2 3 0,1 3 0,0 4 0,1 3 0,0 3 0,1 3 0,2 5 0,-59 5 0,-1 1 0,1 1 0,-1 1 0,-1 0 0,0 2 0,0 0 0,0 1 0,-1 1 0,-1 1 0,0 1 0,0 0 0,-2 1 0,1 0 0,-2 2 0,0 0 0,-1 0 0,0 1 0,-2 1 0,0 0 0,-1 0 0,0 1 0,-2 0 0,0 1 0,-2 0 0,0 1 0,8 15 0,-9-22 0,0 0 0,0 0 0,1 0 0,1-1 0,1 0 0,0 0 0,0-1 0,1 0 0,8 8 0,-9-17 0,1 0 0,0 0 0,0-1 0,0 0 0,0 0 0,0-1 0,0-1 0,0 1 0,1-1 0,-1-1 0,0 0 0,0 0 0,0-1 0,0 0 0,0 0 0,0-1 0,0 0 0,-1-1 0,0 0 0,1 0 0,-1-1 0,-1 0 0,1 0 0,-1-1 0,3-3 0,201-144 0,-164 113 0,3 2 0,1 3 0,2 1 0,1 3 0,1 3 0,13-3 0,-51 25 0,1 0 0,0 2 0,0 0 0,1 2 0,-1 0 0,1 0 0,-1 2 0,1 0 0,-1 2 0,1 0 0,-1 0 0,0 2 0,0 1 0,0 0 0,0 1 0,-1 0 0,0 2 0,0 0 0,-1 1 0,0 1 0,-1 0 0,10 9 0,83 70 0,-90-71 0,1 0 0,1-1 0,0-1 0,1 0 0,1-2 0,1-1 0,0-1 0,0 0 0,1-2 0,0-1 0,1-1 0,23 5 0,-11-8 0,1-1 0,-1-2 0,1-1 0,-1-2 0,0-2 0,1-1 0,-1-2 0,-1-1 0,1-2 0,-1-2 0,-1-1 0,33-17 0,-43 13-32,0-1 0,-1 0 1,-1-2-1,-1-1 0,-1-1 0,18-22 32,-18 20-242,38-43-1862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40:09.34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2555 306 29582,'0'0'804,"0"0"-271,-25-17-187,-153-102 400,133 94-668,-1 1 1,-1 3-1,-1 1 0,0 3 1,-2 2-1,0 2 1,0 2-1,-1 2 0,-4 2-78,-20 2-19,0 3 0,-1 3-1,1 4 1,0 2 0,0 4-1,1 4 1,1 2 0,0 4-1,2 3 1,-60 28 19,45-9 1,1 5 1,3 2-1,2 5 0,2 2 1,3 4-1,3 4 0,2 2 1,4 3-1,-22 34-1,63-72 13,2 0 1,1 2-1,2 1 0,1 0 1,2 1-1,1 1 0,3 1 1,0 0-1,3 0 0,1 1 1,1 1-1,3-1 0,1 1 1,2 0-1,2 0 0,1 0 1,3 7-14,0-21 0,2 0 0,0-1 1,1 0-1,2 0 0,0 0 1,2-1-1,1-1 0,0 0 1,2 0-1,1-1 0,0-1 1,2-1-1,0 0 0,1-1 1,1-1-1,1 0 0,13 8 0,4-1 0,1 0 0,0-3 0,2-1 0,0-2 0,1-2 0,1-2 0,1-1 0,0-2 0,1-2 0,5-2 0,127 7 0,1-9 0,0-7 0,-1-7 0,0-9 0,0-7 0,164-45 0,-294 60 0,225-44 0,165-59 0,-355 86 0,-2-2 0,-2-4 0,0-4 0,-3-3 0,-1-3 0,-2-3 0,35-30 0,-72 46 0,-1 0 0,-1-3 0,-1 0 0,-2-2 0,-2-1 0,-1-2 0,-1 0 0,-3-1 0,-1-2 0,1-6 0,-11 20 0,-1-2 0,-1 1 0,-1-1 0,-2 0 0,-1-1 0,-1 1 0,-1-1 0,-2 0 0,-1 0 0,-1 0 0,-1 1 0,-2-1 0,-1 0 0,-1 1 0,-1 0 0,-4-4 0,-6-6 0,-3 1 0,-1 1 0,-2 1 0,-1 1 0,-2 1 0,-1 1 0,-1 2 0,-2 0 0,-1 2 0,-1 2 0,-1 0 0,-2 3 0,0 0 0,-2 3 0,0 1 0,-1 1 0,-1 2 0,0 2 0,-1 2 0,0 1 0,-32-3 0,-11 2-166,-1 4 1,0 3-1,0 3 1,0 5-1,1 3 0,-1 4 1,1 3-1,1 4 1,1 4-1,0 3 1,2 3-1,-57 30 166,-7 5-3238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40:10.27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2641 337 27134,'0'0'2202,"-3"-20"-1006,2 10-1093,0-4 42,-1 0-1,0 0 1,-1 1-1,-1-1 1,0 1-1,-1-1 1,0 1 0,-1 0-1,-1 1 1,0 0-1,-1 0 1,-4-6-145,-8 3 24,0 0 1,0 2 0,-2 0 0,0 1 0,0 1 0,-1 1-1,0 2 1,0 0 0,-1 1 0,0 1 0,-1 2 0,1 0-1,-1 2 1,0 0 0,1 2 0,-12 1-25,-56 1 0,1 3 0,0 5 0,1 3 0,0 4 0,1 5 0,1 3 0,1 4 0,2 3 0,1 5 0,2 3 0,2 3 0,-42 33 0,-16 11 0,5 6 0,-102 93 0,178-136 0,2 3 0,3 3 0,2 1 0,3 3 0,2 1 0,3 3 0,-3 12 0,29-47 0,2 1 0,1 0 0,1 1 0,2 1 0,1 0 0,1 0 0,2 1 0,1 0 0,2 0 0,1 0 0,2 0 0,3 26 0,-3-50 0,2 0 0,-1 0 0,1-1 0,1 1 0,0 0 0,0-1 0,0 1 0,1-1 0,0 0 0,1 0 0,0-1 0,0 0 0,1 1 0,-1-2 0,2 1 0,-1-1 0,1 1 0,0-2 0,0 1 0,5 2 0,12 5 0,0-1 0,1-1 0,1-1 0,-1-1 0,2-2 0,7 2 0,168 27 0,0-8 0,2-9 0,1-8 0,179-16 0,-116 3 0,969 3 0,-1119-5 0,0-5 0,0-5 0,-2-5 0,0-6 0,-1-4 0,41-21 0,-90 26 0,-2-3 0,-1-2 0,-1-4 0,-2-2 0,-1-2 0,-2-4 0,-2-1 0,-1-3 0,-3-3 0,-2-1 0,19-27 0,-49 55 0,-1-1 0,0 0 0,-2-1 0,0-1 0,-2-1 0,-1 0 0,-1-1 0,-1-1 0,-1 1 0,-1-2 0,-2 1 0,-1-1 0,-1 0 0,-1 0 0,-1-1 0,-2 1 0,-1-1 0,-1 1 0,-2-1 0,0 1 0,-2 0 0,-8-25 0,-4 18 0,-2 2 0,-2 1 0,-1 0 0,-1 1 0,-1 2 0,-2 0 0,-1 2 0,-1 1 0,-2 1 0,0 1 0,-1 2 0,-1 1 0,-2 2 0,-13-6 0,-10-4 0,-2 2 0,-1 3 0,-1 2 1,-1 3-1,-1 3 0,0 2 0,-1 4 0,0 2 0,0 2 0,-1 4 0,-56 5 0,13 7-2,0 4-1,1 5 0,1 4 0,1 5 0,1 5 0,-71 33 3,-113 65-197,60-14-754,45-9-1190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40:11.03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2375 1030 29622,'0'0'1085,"0"0"-724,0 0-200,-17-21-21,2 0-88,2 2 9,0 1 0,-2 1-1,0 0 1,-1 1-1,0 0 1,-1 2-1,-5-3-60,-29-15 66,-1 3 0,-2 1 0,-1 3 0,-1 3 0,-1 2-1,0 2 1,-2 3 0,1 2 0,-2 3 0,0 3 0,0 2-1,0 3 1,0 3 0,-35 5-66,44 1 0,0 1 0,1 3 0,1 3 0,0 1 0,1 2 0,0 3 0,2 1 0,0 3 0,2 1 0,-39 30 0,-5 11 0,2 4 0,4 3 0,2 4 0,-34 47 0,84-95 0,1 0 0,2 3 0,0 0 0,3 1 0,1 1 0,1 2 0,2 0 0,1 1 0,2 1 0,2 1 0,2 0 0,1 1 0,2 0 0,2 1 0,-2 27 0,10-59 0,1-1 0,0 1 0,1-1 0,0 1 0,0-1 0,0 0 0,1 0 0,1 0 0,-1 0 0,1 0 0,1-1 0,0 1 0,0-1 0,0-1 0,0 1 0,1-1 0,0 1 0,1-2 0,6 6 0,155 85 0,-72-61 0,2-4 0,1-4 0,1-5 0,1-4 0,1-4 0,0-5 0,1-4 0,0-5 0,37-7 0,132-19 0,-3-13 0,-1-11 0,163-57 0,-257 66 0,-2-9 0,-3-6 0,-2-8 0,-3-8 0,-146 66 0,-1-2 0,0 0 0,0-1 0,-1-1 0,-1 0 0,1-1 0,-1-1 0,-1 0 0,0-1 0,-1-1 0,-1 0 0,0-1 0,-1 0 0,0 0 0,-1-1 0,-1-1 0,-1 0 0,3-8 0,-3-4 0,-3 0 0,0 0 0,-2-1 0,-1 1 0,-1-1 0,-2 0 0,-1 1 0,-1-1 0,-1 1 0,-2 0 0,-1 0 0,-1 1 0,-2 0 0,0 0 0,-2 1 0,-10-17 0,-4-2 0,-2 1 0,-2 1 0,-2 2 0,-2 1 0,-1 1 0,-3 2 0,0 2 0,-3 2 0,-1 1 0,-48-30 31,-3 3-1,-2 5 1,-3 4-1,-2 5 1,-1 3-1,-3 6 1,-1 4-1,-31-3-30,-194-34-1619,-3 15-1,-9 14 1620,172 20-5911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9:13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336 208 5017,'0'0'18015,"0"0"-13441,0 0-2414,0 0-1058,0 0-459,-1-16-70,-6-46 110,-2 108-683,-2-1 0,-3 0 0,-1-1 0,-2-1 0,-7 9 0,-2 9 0,-145 340 0,162-376 0,1 0 0,1 0 0,2 1 0,0 0 0,2 1 0,0 24 0,3-51 0,0-1 0,1 1 0,-1 0 0,0 0 0,0-1 0,1 1 0,-1 0 0,1 0 0,-1 0 0,0 0 0,1 0 0,-1-1 0,0 1 0,1 0 0,-1 0 0,1 0 0,-1 0 0,0 0 0,1 0 0,-1 0 0,0 0 0,1 0 0,-1 1 0,1-1 0,-1 0 0,0 0 0,1 0 0,-1 0 0,0 0 0,1 1 0,-1-1 0,0 0 0,1 0 0,-1 1 0,0-1 0,1 0 0,-1 0 0,0 1 0,0-1 0,0 0 0,1 1 0,-1-1 0,0 0 0,0 1 0,0-1 0,0 1 0,1-1 0,-1 0 0,0 1 0,0-1 0,0 0 0,0 1 0,0-1 0,0 1 0,0-1 0,0 0 0,0 1 0,0-1 0,0 1 0,-1-1 0,2-1 0,94-138 0,-76 105 0,35-66 0,-5-3 0,-4-1 0,-4-3 0,-5-1 0,-5-1 0,-5-2 0,1-39 0,-23 135 0,-4 37 0,-2 28 0,-2 0 0,-3-1 0,-1 0 0,-3 0 0,-2 0 0,-2-2 0,-2 0 0,-13 23 0,-41 74 0,-87 133 0,117-209 0,20-54 0,18-51 0,3 36 0,6-53 0,1 0 0,3 1 0,3 0 0,1 1 0,3 0 0,2 2 0,3 0 0,1 1 0,21-30 0,33-48 0,-72 142 0,-8 10 0,0-1 0,-1 1 0,-2-1 0,0 0 0,-2-1 0,-1 0 0,-5 10 0,-18 55 0,25-64 0,1 1 0,1 0 0,1 0 0,1 0 0,1 0 0,2 22 0,1-51 0,0-1 0,1 1 0,-1 0 0,1 0 0,0 0 0,0 0 0,0 0 0,1 1 0,-1-1 0,1 1 0,0-1 0,0 1 0,0 0 0,0 0 0,1 0 0,-1 1 0,1-1 0,3-1 0,148-101-277,-76 55-1110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9:15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681 332 25349,'0'0'3791,"0"0"-2618,0 0-675,0 0 110,0 0 47,6 1-169,-3-1-450,-1 1-32,0 0 0,1-1 1,-1 1-1,0-1 0,0 0 0,1 1 0,-1-1 0,0 0 0,0 0 0,1 0 0,-1-1 0,0 1 0,0-1 0,1 1 0,-1-1 0,0 1 0,0-1 0,0 0 1,0 0-1,0 0 0,0-1 0,0 1 0,0 0 0,0-1 0,-1 1 0,1-1 0,-1 1 0,1-1 0,-1 0 0,1 0 0,-1 0 0,0 0 0,0 0 0,0 0 1,0 0-1,0 0 0,0 0 0,-1 0 0,1 0 0,-1-1 0,1 1 0,-1-2-4,-2-7 0,-1 0 0,-1 0 0,1 0 0,-2 1 0,1 0 0,-2 0 0,1 0 0,-1 0 0,-1 1 0,0 0 0,0 0 0,0 1 0,-1 0 0,-1 0 0,1 1 0,-1 0 0,0 0 0,-1 1 0,-6-3 0,8 3 0,-4-5 0,-1 1 0,1 0 0,-1 1 0,-1 1 0,0 0 0,0 1 0,-1 0 0,0 1 0,0 1 0,0 0 0,0 1 0,-1 1 0,0 0 0,0 1 0,0 1 0,0 0 0,0 1 0,0 1 0,1 1 0,-1 0 0,0 1 0,-13 4 0,12 1 0,0 1 0,0 1 0,1 0 0,0 1 0,1 1 0,0 1 0,0 0 0,2 0 0,0 2 0,0-1 0,2 2 0,0 0 0,0 0 0,2 1 0,0 0 0,0 0 0,2 1 0,0 0 0,2 1 0,0-1 0,1 1 0,0 0 0,2 1 0,0-1 0,1 0 0,1 0 0,1 1 0,2 5 0,-1-12 0,1-1 0,0 0 0,1-1 0,1 1 0,0-1 0,0 0 0,1 0 0,1 0 0,0-1 0,0 0 0,1 0 0,0-1 0,1 0 0,0 0 0,0-1 0,1 0 0,0-1 0,0 0 0,1 0 0,-1-1 0,2-1 0,9 4 0,3 0 0,1 0 0,0-2 0,0-1 0,1-1 0,0-1 0,0-2 0,0 0 0,0-2 0,0 0 0,13-3 0,-22 0 0,-1 0 0,1-2 0,-1 1 0,1-2 0,-2 0 0,1-1 0,-1-1 0,0 0 0,0-1 0,-1 0 0,0-1 0,-1-1 0,0 0 0,-1-1 0,0 0 0,-1-1 0,0-1 0,-1 1 0,0-2 0,-1 1 0,-1-1 0,-1-1 0,0 1 0,-1-1 0,0 0 0,-1-1 0,-1 1 0,0-9 0,-1 17 0,-1 0 0,-1-1 0,1 1 0,-1-1 0,0 1 0,-1-1 0,0 1 0,-1-1 0,0 1 0,0-1 0,0 1 0,-1 0 0,-1-1 0,1 1 0,-1 0 0,-1 0 0,1 1 0,-1-1 0,-1 1 0,1 0 0,-1 0 0,-1 0 0,1 0 0,-1 1 0,0 0 0,-1 1 0,1-1 0,-1 1 0,0 0 0,0 1 0,-1-1 0,0 2 0,1-1 0,-3 0 0,-18 0-31,0 1 0,0 2 0,0 0 0,0 2 0,0 1 0,0 1 0,-5 3 31,-81 27-1087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9:16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24149,'0'0'1921,"0"0"1119,0 0-2328,123-47-79,-20 17-169,42 5-200,39 7-96,11 12-80,-5 6-56,-16 14-32,-60 4-352,-29-3-1425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9:18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27902,'0'0'1016,"-9"122"-168,-2-11-328,-6 37-15,-1 12-185,5-10-168,11-18-152,2-45-40,0-26-1241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9:51.511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522 1223 26734,'0'0'2696,"0"0"-1762,0 0-611,0 0-213,-5 1-108,6-1-3,-1 1 1,0-1-1,1 0 1,-1 1 0,0-1-1,1 0 1,-1 1-1,0-1 1,0 1 0,1-1-1,-1 0 1,0 1-1,0-1 1,0 1 0,0-1-1,1 1 1,-1-1-1,0 0 1,0 1 0,0-1-1,0 1 1,0-1-1,0 1 1,0-1 0,0 1-1,0-1 1,-1 1-1,1-1 1,0 0 0,0 1-1,0-1 1,0 1-1,-1-1 1,1 0 0,0 1-1,0-1 1,-1 1-1,1-1 1,0 0 0,-1 1-1,1-1 1,0 0-1,-1 0 1,1 1 0,-1-1-1,1 0 1,0 0-1,-1 1 1,1-1 0,-1 0-1,1 0 1,-1 0-1,1 0 1,-1 0 0,1 0-1,0 0 1,-1 0-1,1 0 1,-1 0 0,52 17-31,480 64 347,-527-80-311,1-1 0,-1-1 0,1 1 0,-1 0 0,1 0 0,-1 1 0,0-1-1,1 1 1,-1 0 0,1 1 0,-1-1 0,0 0 0,0 1 0,0 0 0,0 0 0,0 1 0,0-1 0,0 1 0,-1-1 0,1 1 0,-1 0 0,0 1 0,0-1-1,0 0 1,0 1 0,-1 0 0,1 0 0,-1 0 0,0 0 0,0 0 0,0 0 0,-1 0 0,0 0 0,1 1 0,-2-1 0,1 1 0,0 2-5,-5 6 10,-1-1 0,0 0 0,-1-1 0,-1 1 1,0-1-1,0 0 0,-1-1 0,0 0 0,-1 0 0,0-1 1,0 0-1,-1 0 0,0-1 0,-1 0 0,0-1 0,-1 0-10,-4 4-156,-1-1-1,0 0 1,0-1-1,-1-1 1,0-1 0,0-1-1,0 0 1,-1-1-1,0-1 1,0-1-1,-1-1 1,-3 0 156,-26-1-4939</inkml:trace>
  <inkml:trace contextRef="#ctx0" brushRef="#br0" timeOffset="299.853">1548 945 30511,'0'0'581,"0"0"-352,0 0-167,23 8-25,242 80 118,-235-79-131,0-2 7,-1 1 1,0 2-1,-1 1 1,0 1-1,-1 1 0,0 1 1,5 6-32,-28-18 4,-1 1 0,1 0 0,-1 0 0,0 1 0,1-1 0,-2 1 0,1-1 0,0 1 0,-1 0 0,1 0 0,-1 0 0,0 1 0,-1-1 0,1 0 0,-1 1 0,0-1 0,0 1 0,0-1 0,0 1 0,-1 0 0,0-1 0,0 1 0,0 0 0,-1-1 0,1 1 0,-1-1 0,0 1 0,0-1 0,-1 1 0,0-1 0,1 0-4,-83 118 116,42-80-656,-2-3 0,-2-1 0,-1-3 0,-1-1 1,-17 6 539,25-21-4435</inkml:trace>
  <inkml:trace contextRef="#ctx0" brushRef="#br0" timeOffset="767.921">2828 625 28710,'0'0'747,"0"0"-284,19-7-186,-7 3-219,131-26 564,-126 31-586,0 1 0,0 0 0,0 1 0,-1 1 0,1 1 0,-1 0 0,0 1 0,0 1 0,-1 0 0,0 1 0,0 1 0,0 0 0,-2 1 0,1 1 0,-1 0 0,0 1 0,-1 0 0,-1 1 0,0 0 0,-1 1 0,4 5-36,-10-9 16,0-1-1,0 0 0,-1 1 0,0 0 0,-1 0 0,0 0 0,-1 0 1,1 0-1,-2 0 0,0 0 0,0 1 0,-1-1 0,0 0 0,0 0 1,-2 0-1,1 0 0,-1 0 0,0-1 0,-1 1 0,-1 1-15,-110 176 21,80-140-135,-22 34-814,5-15-1677</inkml:trace>
  <inkml:trace contextRef="#ctx0" brushRef="#br0" timeOffset="1052.456">3243 1842 32047,'0'0'720,"0"0"-720,0 0 0,0 0 0,0 0 0,0 0 0,0 0-216,-20 44-1592,20-58-14972</inkml:trace>
  <inkml:trace contextRef="#ctx0" brushRef="#br0" timeOffset="1488.294">707 2383 400,'0'0'23525,"0"0"-19616,0 0-2426,0 0-815,0 0-74,37 9-41,147 28-117,28-28-184,314-21 359,18-25-611,-393 22 67,-1-7 1,0-6-1,-3-6 1,-1-7-1,22-14-67,-92 26 0,-1-3 0,-2-3 0,-2-3 0,-1-3 0,-2-3-1,-2-3 1,-3-3 0,-1-3 0,-3-2 0,25-33 0,-59 60 0,-1-2 0,-1 0 0,-2-1 0,-1-2 0,-2 0 0,-1 0 0,-1-2 0,-2 0 0,-2-1 0,-1 0 0,-2-1 0,-1 0 0,-2-1 0,-2 1 0,-1-1 0,-2 0 0,-1 0 0,-3 1 0,0-1 0,-3 0 0,-1 1 0,-2 0 0,-12-15-31,-2 1 0,-3 2 1,-1 0-1,-3 2 0,-2 1 0,-2 1 0,-1 2 1,-3 2-1,-1 1 0,-38-28 31,33 30-128,-1 2 0,-2 2 1,-2 2-1,0 2 0,-2 3 0,-1 2 0,-2 2 1,0 2-1,-1 3 0,0 2 0,-2 3 0,-39-4 128,13 10-128,0 3-1,0 4 1,0 4-1,0 3 0,1 4 1,0 3-1,1 4 1,1 4-1,1 3 1,1 3-1,1 4 1,-21 14 128,-17 14-187,3 5 1,3 5-1,3 5 1,3 4 0,4 5-1,3 4 1,-43 56 186,71-69 130,3 3 1,4 2-1,3 4 1,4 1-1,-1 13-130,31-50 85,1 0-1,3 2 0,2 0 0,3 1 1,1 1-1,3 1 0,2-1 0,2 1 1,3 1-1,2 25-84,2-51 65,2 0 0,1-1-1,1 1 1,1-1 0,1 0 0,2 0 0,1-1 0,0 0-1,2-1 1,1 0 0,2 0 0,0-1 0,1-1 0,1-1-1,2 0 1,0-1 0,1-1 0,11 9-65,7 1 28,1 0-1,2-3 1,1-1 0,1-2 0,1-2-1,1-2 1,1-2 0,0-2 0,1-2-1,18 3-27,69 7-1187</inkml:trace>
  <inkml:trace contextRef="#ctx0" brushRef="#br1" timeOffset="4218.227">1 177 29958,'0'0'613,"0"0"12,0 0-166,0 0-221,0 0-148,20 2-27,31 6 31,0 2 0,0 2 0,-1 3 0,-1 1 0,20 12-94,1970 823 251,-1034-398-251,-928-422 0,-2 3 0,-1 4 0,18 16 0,-59-34 0,-25-19 0,-83-102-1915,27 34-1867</inkml:trace>
  <inkml:trace contextRef="#ctx0" brushRef="#br1" timeOffset="4509.834">3705 142 29838,'0'0'1841,"0"0"-1529,0 0-144,-237 92 80,34 43 112,-65 42-360,-45 44 0,-38 36 0,-19 23 0,-27 35 0,-13 13 0,105-82-920,58-54-1769</inkml:trace>
  <inkml:trace contextRef="#ctx0" brushRef="#br1" timeOffset="24027.23">775 335 29702,'0'0'915,"0"0"-287,0 0-370,0 0-177,0 0-18,36 27 139,351 229 439,715 384-364,-851-505-277,150 53 0,-320-154 0,-76-44-45,-5-107-2102,-6 37-1406</inkml:trace>
  <inkml:trace contextRef="#ctx0" brushRef="#br1" timeOffset="24294.764">3164 254 31567,'0'0'1024,"-239"201"-848,-11 7-176,-57 50 0,-22 10 0,25-21 0,65-56 0,50-55 0,69-53-592,56-57-1217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40:18.377"/>
    </inkml:context>
    <inkml:brush xml:id="br0">
      <inkml:brushProperty name="width" value="0.1" units="cm"/>
      <inkml:brushProperty name="height" value="0.1" units="cm"/>
      <inkml:brushProperty name="color" value="#CC0066"/>
    </inkml:brush>
    <inkml:brush xml:id="br1">
      <inkml:brushProperty name="width" value="0.05" units="cm"/>
      <inkml:brushProperty name="height" value="0.05" units="cm"/>
    </inkml:brush>
  </inkml:definitions>
  <inkml:trace contextRef="#ctx0" brushRef="#br0">787 5080 29246,'0'0'654,"0"0"-333,0 0-202,4 29 37,68 456 904,-26-13-679,-21 3 1,-21 36-382,-3-420-168,8-90-172,45-94-1973,-24 14-1516</inkml:trace>
  <inkml:trace contextRef="#ctx0" brushRef="#br1" timeOffset="-96390.988">16520 1290 27862,'0'0'2603,"0"0"-1789,-1-17-464,-45-185 788,43 193-1138,0 0 0,-2 0 0,1 0 0,-1 1 0,0 0 0,0-1 0,-1 2 0,-1-1 0,1 1 0,-1 0 0,0 0 0,-1 1 0,1 0 0,-1 0 0,0 1 0,-1 0 0,1 0 0,-1 1 0,0 0 0,0 1 0,-1 0 0,1 0 0,-1 1 0,1 0 0,-1 1 0,0 0 0,1 1 0,-1-1 0,0 2 0,0 0 0,1 0 0,-5 1 0,-6 8 0,1 0 0,0 1 0,0 1 0,2 1 0,-1 0 0,2 1 0,0 1 0,0 1 0,2 0 0,0 1 0,0 0 0,2 1 0,0 1 0,1 0 0,2 0 0,-6 15 0,-5 2 0,3-1 0,1 2 0,2 0 0,1 1 0,2 1 0,2 0 0,1 0 0,2 0 0,2 1 0,1 0 0,3 0 0,1 16 0,2-49 0,0 1 0,0 0 0,1-1 0,0 0 0,0 0 0,0 0 0,1 0 0,0-1 0,0 0 0,1 0 0,0 0 0,0-1 0,0 1 0,1-2 0,0 1 0,0-1 0,0 0 0,0 0 0,0-1 0,1 0 0,0 0 0,0-1 0,-1 0 0,1 0 0,1-1 0,-1 0 0,0 0 0,0-1 0,0 0 0,0 0 0,0-1 0,0 0 0,5-2 0,3 1 0,0 0 0,-1-2 0,1 1 0,0-2 0,-1 0 0,0-1 0,0-1 0,-1 0 0,0-1 0,0-1 0,-1 0 0,0 0 0,0-2 0,-1 1 0,1-3 0,157-191 0,-140 160 0,-3-1 0,-2-1 0,-2-1 0,-1-2 0,-3 0 0,11-47 0,-28 88-22,-1 4 5,-1-1 1,1 1-1,0-1 1,1 1-1,-1 0 1,1-1-1,0 1 1,0 0-1,0 0 1,0 0-1,1 0 1,0 1-1,-1-1 1,2 1-1,-1 0 1,0-1-1,2 0 17,10-1-1513</inkml:trace>
  <inkml:trace contextRef="#ctx0" brushRef="#br1" timeOffset="-96078.249">17228 945 30318,'0'0'1369,"0"0"-1017,0 0-96,0 0 216,-57 150-472,48-81 0,5 6 0,0 6 0,-1 4 0,3-4 0,0-8 0,2-8 0,0-16 0,13-25 0,11-16-552,0-8-1697</inkml:trace>
  <inkml:trace contextRef="#ctx0" brushRef="#br1" timeOffset="-95812.406">18353 819 31007,'0'0'1280,"0"0"-1024,0 0-32,-27 126-224,23-61 0,0 26 0,-3-4 0,-2 6 0,-6 1 0,-3-19 0,-1 2 0,1-14 0,5-11 0,4-19 0,7-17-1984</inkml:trace>
  <inkml:trace contextRef="#ctx0" brushRef="#br1" timeOffset="-95404.296">19753 872 30663,'0'0'1096,"0"0"-752,0 0-72,0 0 24,0 0-200,0 128-96,2-72-384,-2-1-1168</inkml:trace>
  <inkml:trace contextRef="#ctx0" brushRef="#br1" timeOffset="-95213.557">19854 1707 31079,'0'0'1224,"0"0"-760,0 0-464,-79 104 0,33-66 0,-11 1 0,-17 7 0,-29 19 0,-68 33 0,22-11-352,-5-6-6001</inkml:trace>
  <inkml:trace contextRef="#ctx0" brushRef="#br1" timeOffset="-88715.251">5911 1269 24837,'0'0'4467,"0"0"-2936,0 0-851,0 0-81,0 0-113,-8 9-334,1-1-150,1 0-1,1 0 0,-1 1 0,1 0 0,1 0 1,-1 1-1,2-1 0,-1 1 0,1 0 1,1 0-1,0 0 0,-1 11-1,-38 172 0,-9-1 0,-25 48 0,40-93 0,36-145-20,-1 0 1,1 1-1,0-1 0,1 0 1,-1 0-1,0 0 1,0 0-1,1 0 0,0 0 1,-1 0-1,1 0 0,0-1 1,0 1-1,0-1 0,0 1 1,0-1-1,0 0 0,0 1 1,0-1-1,0-1 1,1 1-1,-1 0 0,0 0 1,1-1-1,-1 1 0,1-1 1,-1 0-1,1 0 0,-1 0 1,0 0-1,1 0 1,-1 0-1,1-1 0,-1 1 1,1-1-1,-1 0 0,0 0 1,0 1-1,1-1 0,-1-1 1,0 1-1,0 0 0,0-1 1,1 0 19,55-28-1665</inkml:trace>
  <inkml:trace contextRef="#ctx0" brushRef="#br1" timeOffset="-88484.592">6990 1174 30991,'0'0'1208,"0"101"-640,0-28-568,0 13 0,-5 3 0,3-2 0,0-4 0,-2-8 0,-3-8 0,0-8 0,1-8 0,1-5 0,3-15-584,2-15-6642</inkml:trace>
  <inkml:trace contextRef="#ctx0" brushRef="#br1" timeOffset="-88197.611">8320 1823 31759,'0'0'1008,"0"0"-1008,0 0 0,0 0 0,0 0 0,0 0 0,0 0 0,51 91 0,-38-91 0,-2 0 0,-5-12-1952</inkml:trace>
  <inkml:trace contextRef="#ctx0" brushRef="#br1" timeOffset="-87590.742">10122 1375 30366,'0'0'854,"0"0"-130,0 0-253,-9-20-175,-44-129-240,53 143-56,0 1 0,0-1 0,-1 1 0,0 0 0,0-1 0,-1 1 0,1 0 0,-1-1 0,0 1 0,-1 0 0,1 0 0,-1 1 0,0-1 0,0 0 0,0 1 0,-1 0 0,0 0 0,1 0 0,-1 0 0,-1 0 0,1 1 0,-1 0 0,1 0 0,-1 0 0,0 0 0,0 1 0,0 0 0,0 0 0,0 0 0,-1 1 0,1 0 0,-1 0 0,1 0 0,-1 1 0,1-1 0,-1 1 0,1 0 0,-1 1 0,-4 0 0,-3 7 0,-1 0 0,1 0 0,0 1 0,0 1 0,1 0 0,1 1 0,-1 0 0,2 0 0,0 2 0,0-1 0,1 1 0,1 0 0,0 1 0,1 0 0,0 0 0,1 1 0,-3 10 0,-8 15 0,1 1 0,2 0 0,1 1 0,3 0 0,1 1 0,3 0 0,1 0 0,2 1 0,2-38 0,0 0 0,0-1 0,1 1 0,0 0 0,0 0 0,1-1 0,-1 1 0,1 0 0,0-1 0,1 1 0,0-1 0,-1 1 0,2-1 0,-1 0 0,1 0 0,-1 0 0,1 0 0,1 0 0,-1-1 0,1 1 0,0-1 0,0 0 0,0 0 0,0 0 0,1-1 0,-1 1 0,2 0 0,4 1 0,0 0 0,0-1 0,0 0 0,0-1 0,0 1 0,1-2 0,-1 0 0,1 0 0,0-1 0,0 0 0,0-1 0,0 0 0,-1-1 0,1 0 0,0-1 0,0 0 0,-1 0 0,0-1 0,1-1 0,-1 0 0,0 0 0,0-1 0,-1 0 0,9-6 0,8-7 0,-1 0 0,0-2 0,-2 0 0,0-2 0,-2 0 0,0-1 0,-1-2 0,1-4 0,7-13 0,-3-1 0,-1-1 0,-2-1 0,11-35 0,-32 75-15,1 1 0,-1 0 0,1-1 1,0 1-1,0 0 0,0 0 0,1 0 0,-1 0 0,1 1 0,0-1 0,0 1 1,1-1-1,-1 1 0,1 0 0,-1 0 0,1 1 0,0-1 0,0 1 0,0 0 1,1 0 14,16-5-1487</inkml:trace>
  <inkml:trace contextRef="#ctx0" brushRef="#br1" timeOffset="-87123.487">11652 971 27942,'0'0'2649,"0"0"-1945,0 0-168,0 0-8,0 0-120,-35 140-408,26-71 0,0 8 0,-2 6 0,0 0 0,5-4 0,1-10 0,5-12 0,3-14 0,51-23 0,1-12-760,0-8-2081</inkml:trace>
  <inkml:trace contextRef="#ctx0" brushRef="#br1" timeOffset="-86884.384">12741 1062 31751,'0'0'1016,"0"0"-1016,-68 100 0,42-46 0,2 5 0,4 6 0,5 2 0,4 0 0,7-2 0,4-6 0,15-8 0,13-17-904,5-14-3713</inkml:trace>
  <inkml:trace contextRef="#ctx0" brushRef="#br1" timeOffset="-86527.568">13875 1395 30334,'0'0'1477,"0"0"-996,-4-24-306,-15-81 9,16 93-175,0-1 0,-1 1 0,0 1 0,0-1 0,-1 1 0,-1-1 0,0 2 0,-1-1 0,0 1 0,0 0 0,-1 0 0,0 1 0,-1 0 0,-5-4-9,10 9 0,-1 1-1,0 0 1,0 0 0,-1 0-1,1 0 1,-1 1 0,1 0-1,-1 0 1,0 0-1,1 1 1,-1 0 0,0 0-1,0 1 1,0-1 0,0 1-1,0 1 1,0-1 0,0 1-1,0 0 1,0 0-1,1 1 1,-1-1 0,0 1-1,1 1 1,-1-1 0,1 1-1,0 0 1,-4 3 0,-7 6 0,0 2 0,1 0 0,1 0 0,0 2 0,1-1 0,1 2 0,0 0 0,2 0 0,-9 17 0,0 1 0,2 1 0,1 0 0,2 1 0,1 0 0,2 1 0,2 0 0,1 1 0,2 0 0,2 0 0,1 1 0,2-1 0,2 6 0,2-37 0,-1 0 0,1 0 0,1 0 0,-1 0 0,1-1 0,1 1 0,-1-1 0,1 0 0,1 0 0,-1-1 0,1 1 0,0-1 0,1-1 0,-1 1 0,1-1 0,0 0 0,1-1 0,-1 1 0,1-2 0,0 1 0,0-1 0,0 0 0,0 0 0,0-1 0,1 0 0,-1-1 0,1 0 0,-1 0 0,1-1 0,-1 0 0,1-1 0,-1 1 0,4-2 0,3 1 0,-1 0 0,0-1 0,0-1 0,1 0 0,-2-1 0,1 0 0,0-1 0,-1-1 0,0 0 0,0-1 0,-1 0 0,1-1 0,-2-1 0,1 1 0,-1-2 0,-1 0 0,0 0 0,0-1 0,-1 0 0,0 0 0,0-3 0,75-149-1942,-61 89-2837</inkml:trace>
  <inkml:trace contextRef="#ctx0" brushRef="#br1" timeOffset="-78385.481">6468 3348 27478,'0'0'2588,"0"0"-1610,0 0-630,0 0-27,-3 29 212,-50 363-12,-52 8-521,98-372 0,1-1 0,1 1 0,2 1 0,0-1 0,2 0 0,2 20 0,1-45-51,1 1 1,-1 0-1,1-1 1,-1 1-1,1-1 1,0 0-1,0 0 1,1 0-1,-1 0 1,0-1-1,1 1 1,0-1-1,0 0 1,-1 0-1,1 0 1,0-1-1,1 1 1,-1-1-1,0 0 1,0 0-1,1 0 1,-1-1-1,0 0 1,1 1-1,-1-1 0,0-1 1,1 1-1,-1-1 1,0 0-1,0 0 1,1 0-1,-1 0 1,0-1-1,3-1 51,53-14-5195</inkml:trace>
  <inkml:trace contextRef="#ctx0" brushRef="#br1" timeOffset="-78100.725">7761 3549 31247,'0'0'1240,"0"0"-960,-6 121-280,-7-54 0,-3 4 0,-4 4 0,1 0 0,-1-1 0,-2-1 0,7-5 0,4-9 0,11 0 0,0-16 0,2-15-2641</inkml:trace>
  <inkml:trace contextRef="#ctx0" brushRef="#br1" timeOffset="-77652.446">9008 4218 28942,'0'0'2633,"0"0"-1977,0 0-272,0 0-232,0 0-152,0 0 0,5 104 0,4-84 0,-1-4 0,8 0 0,17-8 0,-3-4-336,-6-4-4377</inkml:trace>
  <inkml:trace contextRef="#ctx0" brushRef="#br1" timeOffset="-77043.463">10598 3527 19380,'0'0'8661,"0"0"-6209,0 0-1850,0 0-136,-7 19 108,-72 236 58,-78 184-632,117-260 0,41-176-6,0 0 0,0-1 1,0 1-1,0 0 0,0-1 0,0 1 0,1-1 0,-1 1 1,1-1-1,0 0 0,0 1 0,0-1 0,0 0 1,0 0-1,0-1 0,0 1 0,1 0 0,-1-1 0,1 1 1,-1-1-1,1 0 0,-1 0 0,1 0 0,0 0 1,0 0-1,-1-1 0,1 1 0,0-1 0,0 0 1,0 1-1,0-2 0,0 1 0,-1 0 0,1 0 0,0-1 1,0 0-1,0 1 0,-1-1 0,1 0 0,0 0 1,0-1 5,10 2-191,45-5-1957</inkml:trace>
  <inkml:trace contextRef="#ctx0" brushRef="#br1" timeOffset="-76654.745">11990 4060 30935,'0'0'920,"0"0"-375,0-21-235,4-163-253,-4 178-57,1 1 0,-2-1 0,1 1 0,0-1 0,-1 1 0,0-1 0,0 1 0,-1-1 0,0 1 0,0 0 0,0-1 0,0 1 0,-1 0 0,0 1 0,0-1 0,0 0 0,0 1 0,-1 0 0,0 0 0,0 0 0,0 0 0,0 0 0,-1 1 0,1 0 0,-1 0 0,0 0 0,0 1 0,0-1 0,0 1 0,0 0 0,-1 1 0,1-1 0,-1 1 0,1 0 0,-1 1 0,-2 0 0,0 0 0,0 0 0,0 1 0,1 1 0,-1-1 0,0 1 0,1 1 0,0-1 0,-1 1 0,1 1 0,0-1 0,0 1 0,1 0 0,-1 1 0,1 0 0,0 0 0,0 0 0,1 1 0,-1-1 0,1 1 0,-1 3 0,-90 141 0,86-129 0,1 0 0,0 1 0,2 0 0,1 0 0,0 1 0,2 0 0,0 0 0,2 0 0,0 7 0,2-26 0,-1 0 0,1 0 0,0 0 0,0 0 0,0 0 0,1 0 0,0 0 0,-1-1 0,1 1 0,0 0 0,1 0 0,-1-1 0,1 1 0,0 0 0,0-1 0,0 1 0,0-1 0,0 0 0,1 0 0,-1 0 0,1 0 0,0 0 0,0-1 0,0 1 0,0-1 0,1 0 0,-1 0 0,1 0 0,-1 0 0,1-1 0,-1 1 0,1-1 0,0 0 0,0 0 0,0 0 0,0 0 0,3-1 0,19-1-5,0 0-1,0-2 1,0-1-1,0-2 1,-1 0 0,1-1-1,-1-2 1,-1 0-1,0-2 1,0-1 0,-1-1-1,-1 0 1,0-2-1,-1-1 1,12-11 5,-2 6-64,71-50-1018,-12 7-1564</inkml:trace>
  <inkml:trace contextRef="#ctx0" brushRef="#br1" timeOffset="-76418.757">13044 3616 31071,'0'0'1232,"0"0"-768,-57 103-464,33-42 0,6 12 0,-2 22 0,1 27 0,1-10 0,3-11 0,4-22 0,7-30 0,4-11 0,0-9-160,0-25-5953</inkml:trace>
  <inkml:trace contextRef="#ctx0" brushRef="#br1" timeOffset="-74574.678">14383 3522 26846,'0'0'2115,"0"0"-1056,0 0-350,0 0-209,0 0-102,-12 19 22,-75 140 247,22-12-613,35-86-54,3 2 0,2 0-1,4 2 1,-4 23 0,23-79-44,0-1 0,0 0 0,0 1 0,1 0 0,1-1 0,-1 1 0,2 0 0,-1-1 0,1 1 0,0-1 0,1 1 0,0-1 0,0 1 0,1-1 0,0 0 0,0 0 0,3 5 44,20 15-2205</inkml:trace>
  <inkml:trace contextRef="#ctx0" brushRef="#br1" timeOffset="-74005.706">16514 3975 28318,'0'0'1587,"0"0"-739,0 0-365,0 0-94,0 0-51,-1-18-94,-17-137 225,17 151-466,-1 0 0,0 0 1,0 0-1,-1 0 0,1 0 0,-1 1 0,0-1 0,0 1 0,0-1 0,0 1 0,-1 0 0,1 1 0,-1-1 0,0 0 1,0 1-1,0 0 0,0 0 0,0 0 0,0 0 0,0 1 0,-1 0 0,1 0 0,-1 0 0,1 0 0,-1 1 0,1-1 1,-1 1-1,1 0 0,-1 1 0,1-1 0,-1 1 0,1 0-3,-7 1-1,1 1 1,0 0-1,0 1 1,0 0-1,1 1 0,0 0 1,-1 0-1,2 1 0,-1 0 1,1 1-1,0 0 1,0 0-1,-3 4 1,-5 7 0,1 1 0,1 1 0,0 0 0,2 1 0,0 0 0,1 1 0,2 0 0,0 1 0,1 0 0,1 0 0,2 1 0,0 0 0,1 0 0,1 11 0,2-31 0,0-1 0,1 1 0,0 0 0,-1 0 0,1 0 0,0 0 0,1 0 0,-1 0 0,1-1 0,0 1 0,-1 0 0,2 0 0,-1-1 0,0 1 0,1 0 0,0-1 0,0 0 0,0 1 0,0-1 0,0 0 0,1 0 0,-1 0 0,1 0 0,0-1 0,0 1 0,0-1 0,0 1 0,0-1 0,1 0 0,-1 0 0,0-1 0,1 1 0,0-1 0,-1 1 0,1-1 0,0-1 0,3 2 0,18-1-1,1-1 0,0-1 0,-1-1 0,1-1 0,-1-2 0,0 0 0,0-2 0,0 0 0,-1-2 0,0-1 0,-1 0 0,18-12 1,56-26-648,-2-3 0,-3-4 0,26-24 648,-50 26-2413</inkml:trace>
  <inkml:trace contextRef="#ctx0" brushRef="#br1" timeOffset="-73358.462">17693 3989 28614,'0'0'888,"0"0"-242,0 0-253,0 0-82,6-20-122,31-143 89,-36 159-249,0 1 0,-1 0 0,0-1 0,0 1 0,0 0 1,0-1-1,0 1 0,-1 0 0,1-1 0,-1 1 0,0 0 1,0 0-1,0 0 0,-1 0 0,1 0 0,-1 0 0,0 0 0,1 0 1,-1 0-1,0 1 0,-1-1 0,1 1 0,0-1 0,-1 1 1,1 0-1,-1 0 0,0 0 0,0 0 0,0 1 0,0-1 1,0 1-1,0 0 0,0 0 0,0 0 0,0 0 0,-2 0-29,-4-1 19,0 1 0,-1 0 0,1 0 0,-1 1-1,1 1 1,0-1 0,-1 2 0,1-1 0,0 1-1,0 0 1,0 1 0,0 0 0,0 1 0,0 0 0,1 0-1,0 1 1,0 0 0,0 0 0,1 1 0,-1 0-1,1 0 1,1 0 0,-6 8-19,-7 6-5,2 2 0,1 0 0,1 0 1,0 1-1,2 1 0,1 1 0,-7 19 5,10-19 0,1 1 0,1-1 0,1 1 0,1 0 0,2 0 0,1 1 0,0-1 0,2 2 0,0-23 0,0 0 0,0 0 0,0 0 0,0 0 0,1 0 0,0 1 0,0-1 0,0 0 0,0 0 0,1 0 0,0-1 0,0 1 0,0 0 0,1-1 0,0 1 0,0-1 0,0 0 0,0 0 0,0 0 0,1 0 0,0-1 0,0 1 0,0-1 0,0 0 0,0 0 0,1-1 0,-1 1 0,1-1 0,0 0 0,0 0 0,-1 0 0,1-1 0,1 0 0,-1 0 0,0 0 0,4 0 0,3-1 0,-1-1 0,0 0 0,0 0 0,0-1 0,0 0 0,0-1 0,-1-1 0,1 0 0,-1 0 0,1 0 0,-2-2 0,1 1 0,0-1 0,-1-1 0,0 1 0,-1-2 0,7-5 0,117-154 0,-31-58-495,-80 162-1563</inkml:trace>
  <inkml:trace contextRef="#ctx0" brushRef="#br1" timeOffset="-72577.665">19012 3600 29158,'0'0'1497,"0"0"-801,0 0-192,0 0-112,0 0 32,-48 121-328,31-68-96,-5 4 0,0 4 0,-2 1 0,2-1 0,2-2 0,5-4 0,15 2 0,4-13-256,20-19-1592</inkml:trace>
  <inkml:trace contextRef="#ctx0" brushRef="#br1" timeOffset="-72356.732">20295 3731 31399,'0'0'1104,"0"0"-840,-70 114-264,39-59 0,0 3 0,7 1 0,15 20 0,7-14 0,2-14-1600</inkml:trace>
  <inkml:trace contextRef="#ctx0" brushRef="#br1" timeOffset="-71275.439">21288 3746 30559,'0'0'880,"0"0"-232,0 0-248,0 0-120,0 0-280,-64 101 0,64-56 0,0-5-160,0-3-1440</inkml:trace>
  <inkml:trace contextRef="#ctx0" brushRef="#br1" timeOffset="-71023.419">21307 4459 30879,'0'0'1416,"0"0"-944,-133 106-472,60-51 0,-3 3 0,-6 3 0,-38 33 0,21-13 0,3-8-1712</inkml:trace>
  <inkml:trace contextRef="#ctx0" brushRef="#br1" timeOffset="-60094.596">1712 6228 26886,'0'0'3833,"0"0"-3201,0 0-384,0 0-120,0 0 328,0 0-112,166-14-168,-96 6-112,7 0-64,-2 5 0,-5-1 0,-7 0-112,-6-18-560,-15 2-1057,-22-7-5048</inkml:trace>
  <inkml:trace contextRef="#ctx0" brushRef="#br1" timeOffset="-59284.1">2626 5658 29766,'0'0'1059,"0"0"-541,0 0-158,0 0 1,0 0-99,-18 20-96,3-3-138,0 1 0,1 0 0,1 1 0,1 1 0,1 0 0,1 1 0,0 0 0,2 0 0,-5 19-28,-10 49 5,3 1-1,5 0 1,3 2-1,5-1 1,3 10-5,3-93-2,0-1 0,1 0 0,-1 1 0,1-1-1,1 1 1,0-1 0,0 0 0,0 1 0,1-1 0,0 0 0,0 0 0,0 0 0,1 0 0,0 0-1,1-1 1,0 1 0,0-1 0,0 0 0,1 0 0,-1-1 0,1 1 0,1-1 0,-1 0-1,1 0 1,0-1 0,0 1 0,0-2 0,1 1 0,-1 0 0,1-1 0,1 0 2,150 0-2234,-88-17-1444</inkml:trace>
  <inkml:trace contextRef="#ctx0" brushRef="#br1" timeOffset="-59029.173">2674 6163 30254,'0'0'1281,"0"0"-1105,0 0-40,0 0 264,0 0-176,145-63-136,-88 41-88,30-7-216,-14 3-504,-12 4-1521</inkml:trace>
  <inkml:trace contextRef="#ctx0" brushRef="#br1" timeOffset="-58795.165">3198 5751 29750,'0'0'1193,"0"0"-865,0 0-144,0 0 200,0 0 8,0 0-128,116 124-80,-72-63-96,2 10-88,-5 2 0,1 0 0,-5-6 0,-6-10 0,0-19-608,-9-14-992,-7-21-2449</inkml:trace>
  <inkml:trace contextRef="#ctx0" brushRef="#br1" timeOffset="-58507.504">3505 5830 29614,'0'0'985,"0"0"-553,-77 116-112,48-63-152,7 20-168,14-14-56,1-9-1313</inkml:trace>
  <inkml:trace contextRef="#ctx0" brushRef="#br1" timeOffset="-58245.588">3818 5506 30334,'0'0'1153,"0"0"-729,0 0 72,57 138-136,-37-69-360,4 24 0,-15 23 0,-9 20 0,-22 6 0,-29-9 0,-8-15 0,-11-21 0,15-24-728,3-24-3017</inkml:trace>
  <inkml:trace contextRef="#ctx0" brushRef="#br1" timeOffset="-52174.096">6573 6246 26462,'0'0'3388,"0"0"-2299,0 0-756,0 0-85,0 0 39,0-16-59,-25-195 399,-35 80-513,58 128-114,0 0 0,0 0 0,0 1-1,-1-1 1,1 0 0,-1 1 0,1-1-1,-1 1 1,0 0 0,0 0 0,0 0-1,0 1 1,0-1 0,0 1 0,-1-1-1,1 1 1,0 0 0,-1 0 0,1 1-1,-1-1 1,1 1 0,-1-1 0,1 1 0,-1 0-1,1 1 1,-1-1 0,1 0 0,-1 1-1,1 0 1,-1 0 0,1 0 0,0 0-1,-1 1 1,1-1 0,0 1 0,0 0-1,0 0 1,0 0 0,-2 2 0,-9 10 0,0 0 0,1 0 0,0 1 0,1 1 0,1 0 0,1 0 0,0 1 0,-3 10 0,-10 15 0,1 2 0,3 1 0,2 0 0,1 1 0,3 1 0,2 1 0,2-1 0,1 1 0,3 1 0,2 42 0,3-82 0,1-1 0,-1 0 0,2 0 0,-1 0 0,1 0 0,1 0 0,-1 0 0,1 0 0,1-1 0,0 1 0,0-1 0,0 0 0,0 0 0,1 0 0,1-1 0,-1 0 0,1 0 0,0 0 0,0-1 0,1 0 0,-1 0 0,1 0 0,0-1 0,0 0 0,1 0 0,-1-1 0,1 0 0,0 0 0,0-1 0,0 0 0,0-1 0,0 1 0,0-2 0,1 1 0,-1-1 0,0 0 0,1-1 0,-1 0 0,0 0 0,0-1 0,0 0 0,0 0 0,0-1 0,-1 0 0,1 0 0,-1-1 0,7-4 0,16-12 0,0-2 0,-1-1 0,-2-1 0,0-2 0,-2 0 0,-1-2 0,-1 0 0,-1-2 0,10-19 0,32-39 0,86-97-553,-87 112-1319</inkml:trace>
  <inkml:trace contextRef="#ctx0" brushRef="#br1" timeOffset="-51843.716">8002 6358 21661,'0'0'8055,"0"0"-5764,0 0-1883,-7-23-137,-46-153-190,52 168-81,0 0 0,0 0 0,-1 0 0,0 1 0,-1-1 0,0 0 0,0 1 0,-1-1 0,1 1 0,-2 0 0,1 1 0,-1-1 0,0 1 0,0-1 0,-1 2 0,0-1 0,0 0 0,0 1 0,0 0 0,-1 1 0,0 0 0,0 0 0,0 0 0,-1 1 0,1 0 0,-1 0 0,0 1 0,0 0 0,0 0 0,0 1 0,0 0 0,0 0 0,0 1 0,0 0 0,0 0 0,0 1 0,0 0 0,0 1 0,-8 2 0,3 4 0,1 1 0,-1 0 0,1 1 0,1 0 0,0 1 0,0 0 0,1 1 0,1 0 0,0 1 0,-2 4 0,-4 3 0,0 1 0,2 0 0,1 1 0,0 0 0,2 1 0,0 0 0,2 0 0,0 1 0,2 1 0,1-1 0,0 1 0,2 0 0,1 0 0,1 0 0,1 0 0,2 6 0,-1-26 0,0 1 1,0 0-1,0 0 1,1-1-1,0 1 0,0-1 1,1 1-1,0-1 0,0 0 1,0 0-1,0 0 1,1-1-1,-1 1 0,1-1 1,0 0-1,1 0 1,-1 0-1,1 0 0,0-1 1,0 0-1,0 0 0,0 0 1,0-1-1,1 1 1,-1-1-1,1 0 0,-1-1 1,1 0-1,0 0 0,0 0 1,0 0-1,-1-1 1,7 0-1,10 0-20,0-1 0,0 0 1,0-2-1,0-1 1,-1 0-1,1-2 1,-1 0-1,4-3 20,68-32-1046,-12-2-1445</inkml:trace>
  <inkml:trace contextRef="#ctx0" brushRef="#br1" timeOffset="-51643.797">8564 6508 25613,'0'0'5498,"0"0"-4650,0 0-312,28 121-264,-19-88-272,4-5 0,11-9 0,-2-9-104,-2-10-4041</inkml:trace>
  <inkml:trace contextRef="#ctx0" brushRef="#br1" timeOffset="-51270.674">10354 5928 25878,'0'0'4577,"0"0"-3905,0 0-256,-44 117 144,9-44-64,-4 13-328,-7 19-168,0 19 0,11-11 0,9-17 0,15-19 0,22-20 0,17-9-1096,5-15-2497</inkml:trace>
  <inkml:trace contextRef="#ctx0" brushRef="#br1" timeOffset="-50943.81">11573 6579 31487,'0'0'663,"0"0"-242,-5-18-250,-34-122-146,31 94-25,-37-108 0,42 151 0,1 0 0,-1 0 0,0 1 0,0-1 0,0 1 0,0 0 0,0 0 0,0 0 0,-1 0 0,1 0 0,-1 1 0,1 0 0,-1-1 0,0 1 0,1 1 0,-1-1 0,0 0 0,0 1 0,0 0 0,1 0 0,-1 0 0,0 0 0,0 1 0,0 0 0,1-1 0,-1 1 0,0 1 0,1-1 0,-1 0 0,1 1 0,-1 0 0,1 0 0,0 0 0,0 0 0,0 0 0,0 1 0,0-1 0,0 1 0,0 0 0,1 0 0,0 0 0,-1 0 0,1 0 0,1 0 0,-1 1 0,0-1 0,1 1 0,-1-1 0,1 1 0,0 2 0,-9 12 0,1 1 0,1 0 0,1 0 0,0 1 0,2 0 0,0 0 0,2 0 0,0 1 0,1-1 0,1 1 0,0 0 0,2-1 0,1 2 0,-1-14 0,1-1 0,0 1 0,1-1 0,0 0 0,0 0 0,0 0 0,1 0 0,0-1 0,0 0 0,0 1 0,1-1 0,0-1 0,0 1 0,1-1 0,0 0 0,0 0 0,0-1 0,0 1 0,1-1 0,-1-1 0,1 1 0,0-1 0,0 0 0,0-1 0,1 0 0,-1 0 0,1 0 0,-1-1 0,1 0 0,-1-1 0,1 0 0,0 0 0,-1 0 0,1-1 0,-1 0 0,1-1 0,-1 0 0,1 0 0,-1 0 0,0-1 0,201-79-1696,-120 33-1793</inkml:trace>
  <inkml:trace contextRef="#ctx0" brushRef="#br1" timeOffset="-50587.688">12945 6029 30214,'0'0'809,"0"0"-337,0 0 104,-37 116-40,19-57-376,-1 10-160,3 8 0,5 2 0,7-2 0,6-2 0,18-20-1016,8-23-1761</inkml:trace>
  <inkml:trace contextRef="#ctx0" brushRef="#br1" timeOffset="-50334.653">13956 6049 31879,'0'0'888,"-46"161"-888,15-30 0,-2 18 0,9-7 0,6-29 0,14-14 0,2-28 0,0-24-296</inkml:trace>
  <inkml:trace contextRef="#ctx0" brushRef="#br1" timeOffset="-38470.673">10004 5382 28566,'0'0'992,"0"0"-340,0 0-294,0 0-101,0 0 22,19-11-32,128-57 46,-40 41-130,0 6-1,2 4 1,17 3-163,-97 11 15,426-30 145,287 22-160,-326 10 7,1054-29 47,-1425 28-48,0 2-1,0 2 1,-1 2-1,1 2 1,-1 1-1,0 3 1,-1 2-1,0 1 0,-1 2 1,32 18-6,84 68 344,-157-101-355,-1 0 0,1 1 1,0-1-1,-1 0 0,1 0 0,0 1 0,-1-1 1,1 1-1,0-1 0,-1 0 0,1 1 0,-1-1 1,1 1-1,-1 0 0,1-1 0,-1 1 0,1-1 1,-1 1-1,1 0 0,-1-1 0,0 1 0,1 0 1,-1-1-1,0 1 0,0 0 0,0 0 0,0-1 0,1 1 1,-1 0-1,0 0 0,0-1 0,0 1 0,0 0 1,-1 0-1,1-1 0,0 1 0,0 0 0,0 0 1,-1-1-1,1 1 0,0 0 0,-1-1 0,1 1 1,0 0-1,-1-1 0,1 1 0,-1 0 0,1-1 1,-1 1-1,1-1 0,-1 1 0,0-1 0,1 0 1,-1 1-1,1-1 0,-1 1 0,0-1 0,0 0 1,1 0-1,-1 1 0,0-1 0,1 0 0,-1 0 1,0 0-1,0 0 0,1 0 0,-1 0 0,0 0 1,0 0 10,-28 5-2064</inkml:trace>
  <inkml:trace contextRef="#ctx0" brushRef="#br1" timeOffset="-81453.855">1904 1565 19892,'0'0'9312,"0"0"-6883,0 0-1919,0 0-102,-4 0-220,107 25-160,-42-17-28,-1 1 0,0 4 0,0 2 0,-1 3 0,-2 2 0,0 3 0,35 19 0,-88-40 0,0 0 0,1 0 0,-1 0 0,0 0 0,0 1 0,-1 0 0,1 0 0,0 0 0,-1 0 0,0 0 0,0 1 0,0-1 0,0 1 0,0 0 0,-1 0 0,0 0 0,1 0 0,-2 1 0,1-1 0,0 0 0,-1 1 0,0-1 0,0 1 0,0 0 0,-1-1 0,1 1 0,-1 0 0,0-1 0,0 1 0,-1 0 0,0-1 0,0 3 0,-6 4 0,0 0 0,-1-1 0,0 0 0,-1 0 0,0-1 0,0 0 0,-1 0 0,0-1 0,-1-1 0,0 1 0,0-2 0,0 0 0,-6 2 0,-1 3 0,-89 46 0,-2-5 0,-3-5 0,-76 20 0,143-49-787,43-17-1451</inkml:trace>
  <inkml:trace contextRef="#ctx0" brushRef="#br1" timeOffset="-81144.246">3187 1525 31503,'0'0'1000,"24"10"-749,331 136-238,-345-142-13,10 4 0,-1 1 0,0 1 0,0 1 0,-1 0 0,-1 2 0,0-1 0,13 15 0,-27-23 0,0 0 0,-1 1 0,0 0 0,0-1 0,0 1 0,0 0 0,-1 0 0,1 0 0,-1 0 0,-1 0 0,1 0 0,-1 1 0,0-1 0,0 0 0,0 0 0,-1 0 0,0 0 0,0 0 0,0 0 0,0 0 0,-1 0 0,0 0 0,0 0 0,0 0 0,-1-1 0,0 0 0,1 1 0,-2-1 0,1 0 0,0 0 0,-1 0 0,0-1 0,0 1 0,0-1 0,0 0 0,0 0 0,-1-1 0,1 1 0,-1-1 0,1 0 0,-3 0 0,-63 43 0,-2-4 0,-2-2 0,-1-4 0,-2-4 0,-1-3 0,-10 0 0,-4-6-160,38-19-640</inkml:trace>
  <inkml:trace contextRef="#ctx0" brushRef="#br1" timeOffset="-80378.805">4123 762 31095,'0'0'1368,"0"0"-1064,0 0-304,-46 209 0,33-41 0,-3 31 0,1 10 0,0-2 0,6-20 0,2-9 0,5-50 0,2-33-2977</inkml:trace>
  <inkml:trace contextRef="#ctx0" brushRef="#br0" timeOffset="-4935.118">4217 215 18524,'0'0'6993,"0"0"-4763,0 0-1583,-25-13-290,-177-75 104,63 54-509,-1 5 1,-2 7 0,0 7 0,-1 5 0,0 7 0,-34 7 47,30 8-184,0 6 0,1 6 0,2 7 0,1 6 0,-94 39 184,72-13-443,2 7 0,4 7 0,3 7 1,4 7-1,4 6 0,-3 13 443,-115 116-372,198-159-1657,2 3 0,3 3 0,4 3 0,3 2 0,4 3 0,3 2 0,-13 36 2029,-27 111-249,34 14 5334,35 57 573,21-259-5300,3 0 0,2 0 0,1 0 0,2-1 1,2 0-1,3 3-358,5 4 225,2-1 1,2-1 0,2-1-1,2-1 1,2-1 0,1-2-1,3-1 1,1-1 0,2-2-1,1-2 1,2-1 0,1-2-1,6 1-225,12 6 319,2-3 0,1-3 0,2-2 1,1-3-1,1-3 0,1-3 0,1-2 0,1-4 0,32 3-319,18-6 246,0-4 0,0-6 0,1-4 1,-1-6-1,-1-5 0,0-5 0,61-20-246,91-32 260,-3-12 0,160-77-260,-269 101 1,-2-7-1,-4-8 1,-3-5 0,-4-7-1,-3-6 1,64-58-1,-175 126-5,-2-2 1,0-1-1,-2-1 0,-1-1 0,-1-2 1,-1 0-1,-2-1 0,-1-1 0,-1-1 1,-2-1-1,-1-1 0,-1 0 0,-3-1 1,0 0-1,-2-1 0,3-26 5,-12 31-5,0 1-1,-2-1 1,-2 0-1,0 1 1,-2-1 0,-2 1-1,0 0 1,-2 1-1,-2 0 1,0 0 0,-2 1-1,-1 1 1,-1 0-1,-1 1 1,-1 0 0,-2 2-1,0 0 1,-2 1 0,-1 0 5,-14-12-127,-2 1 1,0 2 0,-3 2 0,0 2-1,-2 1 1,-1 2 0,0 2 0,-2 3 0,-1 1-1,0 2 1,-20-3 126,11 7-259,-2 2 0,1 3 0,-1 2-1,-1 2 1,1 4 0,0 1 0,-1 4 0,2 2 0,-1 2-1,1 3 1,0 2 0,-16 9 259,-49 26-719,3 6 0,3 5 1,-75 52 718,66-37-4891</inkml:trace>
  <inkml:trace contextRef="#ctx0" brushRef="#br1" timeOffset="-41767.413">3559 7994 25461,'0'0'3877,"0"0"-2735,0 0-926,0 0-63,0 0 99,26-6 11,166-36 144,169-17 340,333-10-747,-372 43 53,980-42 140,51 57-193,-1306 11 3,473 20-3,108 35 0,324 16 0,399-70 0,-175-4 0,631 88 0,-1272-80 0,555 20 0,-449 20 0,784 35 0,34-71 0,213-74 0,-588 40 0,-1060 24 0,-24 1 0,-35 0-33,-37 0-2226,-15-4-8404</inkml:trace>
  <inkml:trace contextRef="#ctx0" brushRef="#br1" timeOffset="-37780.624">10175 7323 28390,'0'0'1082,"0"0"-284,0 0-332,0 0-135,0 0 70,29 2 54,468 6 300,1395-75-666,-1849 67-89,895 16 0,-838-3-272,-97-9-1088</inkml:trace>
  <inkml:trace contextRef="#ctx0" brushRef="#br0" timeOffset="-2033.903">1416 7358 28462,'0'0'2157,"-21"2"-1348,-110 8-151,197-8-118,607-38-399,-403 25-141,0 12 0,0 12 0,37 16 0,73 39 0,-214-33 0,1-8 0,1-7 0,86-4 0,-194-17 0,-56-10 0,-76-47-824,11 25-2625</inkml:trace>
  <inkml:trace contextRef="#ctx0" brushRef="#br0" timeOffset="298.683">1714 4760 30078,'0'0'734,"33"8"-443,53 9-199,1-4 0,0-3 0,12-4-92,658-16 547,-440-3-440,1 13 0,0 14 0,28 18-107,-110 7-896,227 68 896,-413-97-2684,-49-10 271</inkml:trace>
  <inkml:trace contextRef="#ctx0" brushRef="#br0" timeOffset="565.326">4546 5048 29726,'-2'156'632,"2"42"-431,0 36 207,0-5 160,0-20-40,0-6-152,0-9-136,0-17-160,0-21-72,0-38-8,0-17 0,0-38-208,0-23-944</inkml:trace>
  <inkml:trace contextRef="#ctx0" brushRef="#br0" timeOffset="5803.392">2474 7053 15771,'0'0'13387,"0"0"-12595,0 0-560,0 0-152,0 0-8,0 0 177,29 2-33,-3-2-144,25-6-72,-8-2-681,-10-6-7216</inkml:trace>
  <inkml:trace contextRef="#ctx0" brushRef="#br0" timeOffset="6054.463">2919 7102 32079,'0'0'0,"0"0"-64,0 0-4209</inkml:trace>
  <inkml:trace contextRef="#ctx0" brushRef="#br0" timeOffset="6301.869">3022 7108 31407,'0'0'216,"0"0"-216,0 0-3201</inkml:trace>
  <inkml:trace contextRef="#ctx0" brushRef="#br0" timeOffset="6302.869">3022 7108 31031,'-98'73'0,"98"-67"-232,-9-2-5618</inkml:trace>
  <inkml:trace contextRef="#ctx0" brushRef="#br0" timeOffset="6473.389">2928 7201 30783,'0'0'0,"0"0"-336,0 0-9227</inkml:trace>
  <inkml:trace contextRef="#ctx0" brushRef="#br0" timeOffset="6739.84">2928 7201 30711,'-13'43'776,"13"-31"-776,0 0-1129,0-1-2183</inkml:trace>
  <inkml:trace contextRef="#ctx0" brushRef="#br0" timeOffset="6740.84">2889 7354 27246,'0'0'3849,"0"0"-3633,0 0-216,0 0-2553</inkml:trace>
  <inkml:trace contextRef="#ctx0" brushRef="#br0" timeOffset="6989.267">2889 7354 23909,'61'60'6225,"-61"-58"-6225,0 0-200,2 3-2968</inkml:trace>
  <inkml:trace contextRef="#ctx0" brushRef="#br0" timeOffset="6990.267">2963 7398 29390,'0'0'640,"0"0"-640,0 0-752,0 0-2392</inkml:trace>
  <inkml:trace contextRef="#ctx0" brushRef="#br0" timeOffset="7264.942">2963 7398 22085,'2'16'6593,"-2"-16"-6193,0 0-400,0 0-624,0 0-504,3 0-256,3 0-1265</inkml:trace>
  <inkml:trace contextRef="#ctx0" brushRef="#br0" timeOffset="7522.449">3036 7392 28022,'0'0'744,"0"0"-440,0 0-200,0 0-104,0 0-312,0 0-888,0 0-7378</inkml:trace>
  <inkml:trace contextRef="#ctx0" brushRef="#br0" timeOffset="7523.449">3044 7382 28622,'0'0'688,"0"0"-688,0 0-88,0 0-1024,0 0-2273</inkml:trace>
  <inkml:trace contextRef="#ctx0" brushRef="#br0" timeOffset="7771.163">3082 7382 29422,'0'0'624,"0"0"-624,0 0-912,0 0-2721</inkml:trace>
  <inkml:trace contextRef="#ctx0" brushRef="#br0" timeOffset="8857.4">3082 7382 29366,'-5'38'2178,"25"-30"-2035,-16-14-2120</inkml:trace>
  <inkml:trace contextRef="#ctx0" brushRef="#br0" timeOffset="9564.462">3046 7418 28558,'0'0'0,"0"0"-640,0 0-7530</inkml:trace>
  <inkml:trace contextRef="#ctx0" brushRef="#br0" timeOffset="10525.407">3246 7311 28446,'0'0'643,"0"0"-392,0 0-175,0 0-15,0 0 168,0 0 227,0 0-30,0 0-171,0 21 1474,0-7-4159,0-9-2323</inkml:trace>
  <inkml:trace contextRef="#ctx0" brushRef="#br0" timeOffset="11200.548">1841 7621 29086,'0'0'1015,"0"0"-336,0 0-251,0 0-68,0 0 0,23-17-4,7-4-280,2 1 0,1 1 0,0 2-1,1 1 1,1 2 0,20-5-76,119-29 7,2 8 0,1 8 0,2 7 0,81 3-7,-185 19 0,-1-4 0,1-3 0,38-11 0,-111 21-18,-1 0 1,1 0-1,-1 1 1,1-1-1,0 0 0,-1 0 1,1-1-1,-1 1 1,1 0-1,0 0 1,-1-1-1,1 1 0,-1-1 1,1 0-1,-1 1 1,0-1-1,1 0 0,-1 0 1,0 0-1,1 0 1,-1 0-1,0 0 1,0 0-1,0 0 0,0 0 1,0 0-1,0-1 1,0 1-1,0-1 0,0 1 1,-1 0-1,1-1 1,-1 1-1,1-1 1,-1 1-1,1-1 0,-1 0 1,0 1-1,0-1 1,0 1-1,0-1 0,0 0 1,0 1-1,0-1 1,0 1-1,-1-1 0,1 1 1,-1-1-1,1 1 1,-1-1-1,1 1 1,-1-1-1,0 1 0,0-1 1,0 1-1,0 0 1,0 0-1,0 0 0,-1-1 18,-22-20-2403</inkml:trace>
  <inkml:trace contextRef="#ctx0" brushRef="#br0" timeOffset="11847.433">2411 7070 29606,'0'0'1030,"0"0"-702,0 0-227,0 0 90,12 20 152,-6-9-288,-2-3-24,0-1 0,1 1 0,0-1 0,0 0-1,0 0 1,1-1 0,0 0 0,0 0 0,1 0 0,-1 0 0,1-1 0,1 0 0,-1-1 0,1 0 0,-1 0 0,1 0 0,0-1-1,0 0 1,1-1 0,-1 0-31,76 10 157,0-3 0,0-4 0,79-6-157,-140 0 9,58-2-7,0-4 0,-1-4 0,0-3 0,-1-4 0,-1-3-1,-1-3 1,-1-4 0,63-33-2,-110 46 0,-1 0 0,0-2 0,-2-1 0,0-2 0,-1 0 0,-1-2 0,0 0 0,-2-2 0,-1 0 0,-1-2 0,-1 0 0,-1-1 0,-2-1 0,-1 0 0,7-19 0,-3 1 0,-2-1 0,-3-1 0,-1 0 0,-3 0 0,-1-1 0,-3-1 0,-2 1 0,-2-1 0,-4-36 0,-3 39 0,-1-1 0,-3 1 0,-2 1 0,-2-1 0,-1 2 0,-3 0 0,-2 1 0,-1 1 0,-3 0 0,-1 2 0,-2 1 0,-16-18 0,-9-6 0,-4 1 0,-2 3 0,-2 3 0,-3 2 0,-3 3 0,-56-35 0,78 58-25,-2 1-1,-1 1 1,-1 3-1,-1 3 1,-1 1-1,0 2 1,-2 2-1,0 3 1,0 2-1,-8 1 26,10 6-48,-1 2 0,0 3-1,0 1 1,0 3 0,0 1-1,1 3 1,0 2 0,1 2 0,-39 17 48,-28 17-56,3 4 1,2 5-1,2 5 1,-74 58 55,137-89-4,2 3 0,1 1 0,2 2 0,1 2 0,2 2 0,2 1 0,1 2 0,3 1 0,1 1 0,2 2 0,3 1 0,1 1 0,0 8 4,3 9 35,3 1-1,3 0 1,3 1-1,3 0 1,2 1-1,4 0 1,3 0-1,3 0 1,4 11-35,-4-49 30,0 0 0,3 1 0,0-2 0,3 1 0,0-1 0,1-1 0,2 1 0,2-2 0,0 0 0,2 0 0,0-2 0,2 0 0,1-1 0,9 8-30,-5-12-146,0-1 1,1-1-1,1-1 1,0-1-1,2-1 0,0-2 1,0 0-1,1-2 0,1-1 1,0-2-1,14 3 146,41 8-2727</inkml:trace>
  <inkml:trace contextRef="#ctx0" brushRef="#br0" timeOffset="12125.454">3044 7611 32767,'0'0'0,"0"0"0,0 0 0,0 0 0,0 0 0,0 0 0,0 0 0,-87-36 0,80 11 0,5-1 0,2 0-440,4-7-112,14 5-800,-1 3-657</inkml:trace>
  <inkml:trace contextRef="#ctx0" brushRef="#br0" timeOffset="15040.153">3119 7611 31503,'0'1'1053,"1"1"-842,-2 9-211,172-114 0,-169 103 0,0 0-3,-2 0-9,0 0 0,0 0-8,0 0 4,0 0 6,0 0-5,0 0-2,0 0-6,-16 19-282,-49 60-1865,26-43-3533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39:37.618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11245 758 27870,'0'0'2366,"0"0"-1325,0 0-479,0 0-123,-17-17-65,-54-63-267,33-7-99,32 62-8,-67-152 0,70 172 0,0 0 0,-1 0 0,1 0 0,-1 1 0,0-1 0,-1 1 0,1 0 0,-1 0 0,1 0 0,-1 1 0,0-1 0,-1 1 0,1 1 0,-1-1 0,1 1 0,-1 0 0,0 0 0,0 0 0,1 1 0,-1 0 0,0 0 0,0 0 0,0 1 0,-1 0 0,1 0 0,0 1 0,0 0 0,0 0 0,0 0 0,0 1 0,-3 2 0,0 0 0,0 1 0,0 0 0,1 0 0,0 1 0,0 0 0,0 1 0,1-1 0,0 2 0,1-1 0,-1 1 0,1 0 0,1 0 0,0 0 0,-3 7 0,-11 15 0,2 1 0,2 1 0,0 1 0,2 0 0,2 0 0,1 1 0,2 1 0,1 0 0,2 0 0,-1 35 0,5-64 0,2 1 0,-1-1 0,1 1 0,0-1 0,0 1 0,1-1 0,0 0 0,0 1 0,0-1 0,1 0 0,0 0 0,0-1 0,0 1 0,1-1 0,0 1 0,0-1 0,0 0 0,1 0 0,0-1 0,0 0 0,0 0 0,0 0 0,1 0 0,-1-1 0,1 0 0,0 0 0,0 0 0,0-1 0,3 1 0,4 1 0,0-1 0,1 0 0,-1-1 0,0-1 0,1 0 0,-1-1 0,1 0 0,-1-1 0,0 0 0,1-1 0,-1-1 0,0 0 0,0-1 0,0 0 0,30-19-13,0-1 1,-2-2-1,-1-1 0,-1-3 1,-1-1-1,-2-1 0,15-20 13,-17 20-111,50-46-1792,-10 7-3812</inkml:trace>
  <inkml:trace contextRef="#ctx0" brushRef="#br0" timeOffset="328.379">12435 794 30358,'0'0'649,"0"0"-79,0 0-77,0 0-81,-7-19-170,-43-121-199,45 123-43,-1 0 0,0 0 0,-1 0 0,0 1 0,-2 0 0,0 0 0,0 1 0,-8-9 0,14 20 0,-1 0 0,1 1 0,-1-1 0,1 0 0,-1 1 0,0 0 0,0 0 0,0 0 0,-1 1 0,1-1 0,-1 1 0,1 0 0,-1 0 0,0 0 0,0 1 0,0 0 0,0 0 0,0 0 0,0 1 0,0-1 0,0 1 0,0 0 0,0 1 0,0-1 0,0 1 0,0 0 0,0 0 0,0 1 0,1-1 0,-1 1 0,0 0 0,1 0 0,-2 2 0,-5 4 0,0 1 0,0 0 0,1 1 0,0 0 0,1 1 0,0 0 0,1 0 0,0 1 0,1 0 0,-2 5 0,-4 5 0,0 0 0,2 1 0,0 1 0,2 0 0,0 0 0,2 1 0,1 0 0,1 0 0,1 1 0,1-1 0,0 22 0,3-42 0,0-1 0,0 1 0,0 0 0,1 0 0,-1-1 0,1 1 0,0 0 0,1-1 0,-1 1 0,1-1 0,0 0 0,0 1 0,0-1 0,1 0 0,-1 0 0,1 0 0,0-1 0,0 1 0,1-1 0,-1 1 0,1-1 0,-1 0 0,1 0 0,0-1 0,0 1 0,0-1 0,0 0 0,1 0 0,-1 0 0,1-1 0,-1 1 0,4-1 0,23 3-44,1-3 0,0 0 1,-1-2-1,1-1 0,-1-2 0,1-1 0,-1-2 0,-1 0 1,1-2-1,-1-2 0,-1-1 0,0 0 0,-1-3 0,6-4 44,-17 11-130,118-54-1748,-16 2-1053</inkml:trace>
  <inkml:trace contextRef="#ctx0" brushRef="#br0" timeOffset="578.589">13465 391 31271,'0'0'1048,"0"0"-832,0 0-136,0 0 72,-17 139-152,13-72 0,-5 10 0,0 5 0,0 3 0,3-4 0,3-12 0,3-18 0,22-31-176,11-18-1560,0-4-8883</inkml:trace>
  <inkml:trace contextRef="#ctx0" brushRef="#br0" timeOffset="816.731">14875 149 31463,'0'0'1088,"0"0"-872,-15 160-216,10-34 0,-1 41 0,-5 15 0,-5-12 0,1-42 0,4-47 0,4-14 0,5-30 0,-2-15-2961</inkml:trace>
  <inkml:trace contextRef="#ctx0" brushRef="#br0" timeOffset="6188.841">6026 1 29870,'0'0'943,"0"0"-187,0 0-266,-10 21-133,-60 177-7,-48 475-349,107-463-1,11-209-9,0 1 1,1 0-1,-1 0 1,0 0-1,1 0 0,0-1 1,-1 1-1,1 0 0,0 0 1,0-1-1,0 1 1,0 0-1,0-1 0,0 1 1,0-1-1,0 0 1,1 1-1,-1-1 0,1 0 1,-1 0-1,1 0 0,-1 0 1,1 0-1,0 0 1,-1 0-1,1 0 0,0-1 1,0 1-1,0-1 0,-1 1 1,1-1-1,0 0 1,0 0-1,0 0 0,0 0 1,0 0-1,0 0 1,-1 0-1,1-1 0,1 1 9,54-20-3426,-6-15-7646</inkml:trace>
  <inkml:trace contextRef="#ctx0" brushRef="#br0" timeOffset="6440.507">7083 50 21133,'0'0'10618,"0"0"-9898,-40 138-424,16-61-296,2 26 0,2 17 0,5-9 0,6-13 0,7-15 0,2-4 0,4-12 0,14-10-1936</inkml:trace>
  <inkml:trace contextRef="#ctx0" brushRef="#br0" timeOffset="6781.772">8391 563 31759,'0'0'669,"0"0"-393,0-18-218,2-119-53,-2 124-5,2 6 0,0 0 0,-1 0 0,0 0 0,-1 0 0,1 0 0,-1-1 0,-1 1 0,1 0 0,-1 0 0,0 0 0,-1 0 0,0 0 0,0 0 0,0 0 0,-1 1 0,0-1 0,-1 1 0,1 0 0,-1 0 0,0 0 0,-1 0 0,1 1 0,-1-1 0,0 1 0,0 1 0,-1-1 0,0 1 0,1 0 0,-4-2 0,4 5 0,0 0 0,-1 0 0,1 0 0,0 0 0,-1 1 0,1 0 0,-1 0 0,1 1 0,0-1 0,-1 1 0,1 0 0,0 1 0,0-1 0,-1 1 0,1 0 0,1 0 0,-1 1 0,0-1 0,0 1 0,1 0 0,0 1 0,-1-1 0,1 1 0,1 0 0,-1 0 0,-1 2 0,-78 128 0,57-82 0,3 2 0,2 0 0,2 2 0,3 0 0,2 1 0,3 0 0,-3 47 0,14-99 0,0 0 0,0-1 0,1 1 0,-1 0 0,1-1 0,0 1 0,1-1 0,-1 1 0,1-1 0,0 1 0,0-1 0,0 0 0,1 0 0,-1 0 0,1 0 0,0-1 0,0 1 0,1-1 0,-1 1 0,0-1 0,1 0 0,0 0 0,0-1 0,0 1 0,0-1 0,0 0 0,1 0 0,-1 0 0,1-1 0,-1 1 0,1-1 0,-1 0 0,1-1 0,1 1 0,8 1 0,0 0 0,1-1 0,-1-1 0,0 0 0,0-1 0,1 0 0,-1-1 0,0-1 0,0 0 0,11-5 0,-7 1 0,0-2 0,0 0 0,-1-2 0,-1 1 0,1-2 0,-2 0 0,0-1 0,0-1 0,-1 0 0,-1-1 0,-1 0 0,0-1 0,0-1 0,-2 1 0,0-2 0,-1 1 0,1-7 0,34-188-184,-41 116-736</inkml:trace>
  <inkml:trace contextRef="#ctx0" brushRef="#br0" timeOffset="9024.761">1035 474 26614,'0'0'1447,"0"0"-539,0 0-193,0 0 57,0 0-35,0 0-134,0-28 368,1 23-971,0 0 0,0 0 0,-1 0 0,0 0 0,0 0 0,0 1 0,-1-1 0,1 0 0,-1 0 0,0 0 0,-1 0 0,1 0 0,-1 1 0,0-1 0,0 1 0,-1-1 0,1 1 0,-1 0 0,0 0 0,0 0 0,0 0 0,0 1 0,-1-1 0,0 1 0,1 0 0,-1 0 0,0 0 0,-1 0 0,1 1 0,0 0 0,-1 0 0,0 0 0,1 0 0,-1 1 0,0 0 0,0-1 0,0 2 0,-3 0 0,0 0 0,0 1 0,0 1 0,1-1 0,-1 1 0,0 0 0,1 1 0,-1 0 0,1 0 0,0 1 0,0 0 0,1 0 0,-1 0 0,1 1 0,-1 0 0,2 0 0,-1 1 0,0-1 0,1 1 0,0 1 0,-3 5 0,-84 147 0,80-135 0,0 0 0,1 1 0,2 0 0,1 0 0,1 1 0,1 0 0,1 1 0,1-1 0,1 1 0,2 0 0,1 8 0,0-30 0,1-1 0,0 0 0,0 0 0,0 0 0,0 0 0,1 0 0,0 0 0,0 0 0,0-1 0,0 1 0,0 0 0,1-1 0,-1 0 0,1 0 0,0 0 0,0 0 0,0 0 0,0 0 0,1-1 0,-1 1 0,1-1 0,0 0 0,0 0 0,-1-1 0,1 1 0,0-1 0,0 0 0,0 0 0,1 0 0,-1 0 0,0-1 0,0 1 0,0-1 0,1 0 0,2-1 0,7 1 0,0-2 0,0 1 0,1-2 0,-1 1 0,-1-2 0,1 0 0,0-1 0,-1 0 0,0-1 0,3-2 0,48-37-9,-1-2 0,-3-3 0,-2-2 0,-2-3 0,14-23 9,-35 42-47,56-60-952,-12 13-2247</inkml:trace>
  <inkml:trace contextRef="#ctx0" brushRef="#br0" timeOffset="9383.007">2736 646 25822,'0'0'4658,"0"0"-3430,0 0-912,0 0 254,-7-20-405,-39-140-157,-15-41-8,59 193 0,-2 2 0,1-1 0,-1 0 0,0 1 0,0-1 0,-1 1 0,0 0 0,0 1 0,0-1 0,-1 1 0,0 0 0,0 1 0,0-1 0,-1 1 0,1 0 0,-1 1 0,0-1 0,0 1 0,0 1 0,0 0 0,-1 0 0,1 0 0,-1 0 0,1 1 0,-1 1 0,0-1 0,-3 5 0,0-1 0,0 1 0,0 1 0,0 0 0,1 0 0,0 1 0,0 1 0,0-1 0,1 2 0,0-1 0,1 1 0,-1 0 0,2 1 0,-1 0 0,1 0 0,0 1 0,1 0 0,0 0 0,1 1 0,0-1 0,-2 10 0,-13 12 0,2 2 0,1 0 0,2 1 0,2 0 0,1 1 0,1 1 0,2 0 0,2 0 0,1 1 0,1 15 0,6-49 0,0 0 0,-1 0 0,1 0 0,0 0 0,1 0 0,-1 0 0,1 0 0,0-1 0,0 1 0,0 0 0,0-1 0,1 0 0,-1 1 0,1-1 0,0 0 0,0 0 0,0-1 0,0 1 0,1 0 0,-1-1 0,1 0 0,-1 0 0,1 0 0,0 0 0,0-1 0,0 0 0,0 1 0,1-1 0,115 18 0,-101-18 0,0 0 0,1-2 0,-1-1 0,0 0 0,0-1 0,0-1 0,0-1 0,-1 0 0,0-2 0,0 0 0,0-1 0,-1-1 0,0 0 0,4-5 0,107-94-359,-83 58-1242</inkml:trace>
  <inkml:trace contextRef="#ctx0" brushRef="#br0" timeOffset="9608.05">3286 857 32007,'0'0'760,"0"0"-760,0 0 0,0 0 0,0 0 0,0 0 0,0 0 0,94 53 0,-72-49-16,-2-2-3049</inkml:trace>
  <inkml:trace contextRef="#ctx0" brushRef="#br0" timeOffset="10043.498">4540 506 28814,'0'0'2359,"0"0"-1496,2-19-459,16-246-77,-18 261-327,1 0 0,-1 0 0,0 0 0,0 0 0,0 0 0,-1 0 0,1 0 0,-1 1 0,0-1 0,0 0 0,0 0 0,-1 0 0,0 1 0,1-1 0,-1 1 0,0-1 0,0 1 0,-1 0 0,1 0 0,-1 0 0,0 0 0,0 0 0,0 1 0,0-1 0,0 1 0,0 0 0,-1-1 0,1 2 0,-1-1 0,1 0 0,-1 1 0,0 0 0,0-1 0,1 1 0,-1 1 0,0-1 0,0 1 0,0-1 0,0 1 0,0 0 0,0 1 0,0-1 0,0 1 0,0 0 0,0-1 0,0 2 0,-7 2 0,1 1 0,1 0 0,-1 1 0,1 0 0,0 0 0,0 1 0,0 1 0,1-1 0,0 1 0,1 0 0,0 1 0,0 0 0,-4 9 0,-20 27 0,3 2 0,2 0 0,2 2 0,2 1 0,2 1 0,2 0 0,-3 23 0,-2 112 0,23-181 0,1 0 0,0 0 0,1 1 0,-1-1 0,1 0 0,0 0 0,0-1 0,0 1 0,1 0 0,-1-1 0,1 1 0,1-1 0,-1 0 0,0 0 0,1 0 0,0-1 0,0 1 0,0-1 0,0 0 0,1 0 0,-1 0 0,1 0 0,0-1 0,-1 0 0,5 1 0,127 22 0,-119-27 0,1 0 0,-1-1 0,0-1 0,-1 0 0,1-2 0,-1 1 0,0-2 0,0-1 0,-1 0 0,0 0 0,0-2 0,-1 0 0,0 0 0,-1-1 0,0-1 0,-1 0 0,0-1 0,-1-1 0,0 1 0,-2-2 0,1 1 0,-2-1 0,0-1 0,0 1 0,-2-2 0,4-11 0,15-137-355,-24 98-1418</inkml:trace>
  <inkml:trace contextRef="#ctx0" brushRef="#br0" timeOffset="11823.885">1 1476 21413,'0'0'5751,"0"0"-3866,0 0-1321,0 0-181,0 0 96,0 0-69,16 2-136,177-4 198,390-67 396,281 14-868,-474 41 87,-33-3-75,1 16 0,290 39-12,552 80 129,1733-23-101,-1640-109-28,-315 25 0,273-7 0,-719 57 0,-445-58 0,0-5 0,0-2 0,79-16 0,-154 17 0,822-120 0,-369 84 0,80 19 0,-470 19 0,-1 3 0,0 4 0,0 3 0,-1 2 0,21 9 0,-86-17 0,0 0 0,0 0 0,-1 1 0,1-1 0,-1 2 0,1-1 0,-2 1 0,1 0 0,0 1 0,-1-1 0,0 1 0,0 0 0,-1 1 0,1 0 0,-2 0 0,1 0 0,-1 0 0,0 1 0,0-1 0,-1 1 0,0 0 0,0 0 0,-1 0 0,0 1 0,-1-1 0,1 0 0,-2 1 0,1-1 0,-1 5 0,-2-10-28,0-1 1,0 1-1,0-1 1,-1 0-1,1 0 1,-1 0-1,1 0 1,-1 0-1,0 0 0,1-1 1,-1 1-1,0-1 1,0 0-1,0 0 1,0 0-1,0 0 1,-1-1-1,1 1 1,0-1-1,0 0 0,0 0 1,0 0-1,-1 0 1,1 0-1,0-1 1,0 1-1,0-1 1,0 0-1,-1 0 28,-13 0-927,-42 1-4949</inkml:trace>
  <inkml:trace contextRef="#ctx0" brushRef="#br1" timeOffset="58161.265">439 1362 22853,'0'0'5520,"0"0"-3820,0 0-1250,0 0-205,23-7 14,153-37 326,230 28 19,-41 51-503,-235-17-96,250 20 128,323-11-133,-574-27 24,281 2 43,67 22-67,923 153 196,-1068-152-169,230-16-27,178 9-2,-476 4 2,514 25 0,-557-45 0,255 4 0,9 22 0,-400-20 0,229 21 0,69-13 0,-255-17 0,73 0 0,0 8 0,64 16 0,-211-15 0,143 19 0,160 0 0,380-26 0,-352 49 0,-576-86-1296,90 11-1345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40:38.51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0 135 30431,'0'0'688,"0"0"-480,0 0-8,119 28 72,-73-3 72,-5 11-104,-1 7-48,-7 8-104,-5 7-88,-8-3 0,-3-6-104,5-15-400,-4-17-840,-3-17-2377</inkml:trace>
  <inkml:trace contextRef="#ctx0" brushRef="#br0" timeOffset="202.278">445 1 29758,'0'0'777,"0"0"-169,-160 134-392,92-61-128,5 6-56,10 21-32,20-19-736,18-21-2593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40:37.83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0 144 27286,'0'0'2884,"0"0"-1846,0 0-754,0 0-155,0 0 91,32-7 127,247-36 196,40 45-507,-303 1-36,1 0 0,-1 1 0,0 1 0,0 0 0,0 1 0,-1 1 0,0 0 0,0 1 0,0 1 0,-1 0 0,-1 1 0,0 1 0,0 0 0,-1 0 0,0 1 0,1 4 0,-7-6 0,-1 0 0,0 1 0,0-1 0,-1 1 0,-1 0 0,0 0 0,0 0 0,-1 1 0,-1-1 0,0 1 0,0-1 0,-1 1 0,-1-1 0,0 1 0,0-1 0,-1 0 0,0 1 0,-1-1 0,-1 0 0,0 0 0,0-1 0,-1 1 0,0-1 0,-1 0 0,-3 3 0,-38 53 0,-2-2 0,-4-3 0,-2-2 0,-3-2 0,-2-3 0,-56 38 0,88-70-20,10-6-55,-1-1 1,0 0 0,-1-2 0,0 0 0,-1-2 0,-1 0 0,0-1 0,-6 1 74,-2-6-918,19-5-992</inkml:trace>
  <inkml:trace contextRef="#ctx0" brushRef="#br0" timeOffset="269.64">1421 0 28622,'0'0'1970,"0"0"-1230,0 0-368,-26 14 28,-177 109 227,150-80-623,3 2 0,2 2 0,2 2 0,2 2 0,2 2 0,3 2 0,2 1 0,3 2 0,-4 13-4,31-59 0,0 1 0,1-1 0,0 1 0,1 1 0,1-1 0,0 1 0,0-1 0,2 1 0,-1 0 0,2 0 0,0 1 0,1-1 0,0 0 0,1 0 0,1 0 0,0 0 0,1 0 0,0 0 0,1 0 0,1 0 0,5 1 0,1-1 0,0 0 0,1-1 0,0-1 0,1 1 0,1-2 0,0 0 0,0 0 0,1-2 0,0 0 0,1 0 0,0-2 0,0 0 0,0 0 0,1-2 0,0 0 0,1-1 0,-1-1 0,1 0 0,-1-1 0,1-1 0,8-1 0,123 12-353,-10-10-1414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40:42.29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15 30575,'0'0'1160,"0"0"-856,149-12-16,-77 10-160,-4 2-104,-9 0-24,5 28 0,-18-5-432,-20 1-1257</inkml:trace>
  <inkml:trace contextRef="#ctx0" brushRef="#br0" timeOffset="250.074">27 259 31671,'0'0'1048,"0"0"-1000,0 0-48,158 20 0,-27-20 0,38 0 0,-7-20-232,-43-3-904,-45-3-9130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40:39.30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1 861 30366,'0'0'670,"0"0"-303,0 0-206,0 0-5,0 0 48,20 13 14,-3-3-178,-11-7-31,1 0 0,0 1 0,-1 0 0,1 0 0,-1 1 0,0 0-1,-1 0 1,1 0 0,-1 1 0,0-1 0,0 1 0,-1 1 0,0-1 0,0 1-1,0-1 1,-1 1 0,0 0 0,0 0 0,1 8-9,10 232 24,-13-128-23,-2-115 0,0 0 0,0 1 0,0-1 1,1 0-1,0 0 0,0 0 0,0 0 0,0 0 0,1 0 0,-1 0 0,1 0 0,0 0 0,0 0 0,1 0 0,-1 0 0,1 0 0,0 0 0,0-1 1,0 1-1,0-1 0,1 0 0,-1 1 0,1-1 0,0 0 0,0-1 0,0 1 0,0 0 0,1-1 0,-1 0 0,1 0 0,-1 0 0,1 0 0,0 0 1,0-1-1,0 0 0,0 1 0,0-1 0,0-1 0,0 1 0,0-1 0,0 0 0,0 1 0,0-2 0,1 1 0,1-1-1,9-5 3,-1-1 1,-1 0-1,1-1 0,-1 0 0,-1-1 0,0-1 1,0 0-1,0 0 0,-2-1 0,1-1 1,-1 0-1,1-3-3,-4 7 0,58-73-49,-5-2-1,-3-3 1,-3-3 0,-5-1-1,12-37 50,18-59 172,-72 219 204,-6 1001-373,-1-877-3,-7 0 0,-20 107 0,17-193 0,-3 0 0,-4 0 0,-2-2 0,-4 0 0,-12 22 0,34-86 0,-1 1 0,1-1 0,-1 1 0,0-1 0,0 0 0,-1 0 0,1 0 0,-1-1 0,0 1 0,-1 0 0,1-1 0,-1 0 0,0 0 0,0 0 0,0 0 0,0-1 0,-1 0 0,0 1 0,1-2 0,-1 1 0,0 0 0,0-1 0,-1 0 0,1 0 0,0-1 0,-1 0 0,1 1 0,-1-2 0,1 1 0,-1-1 0,1 0 0,-1 0 0,0 0 0,1-1 0,-1 0 0,1 0 0,-1 0 0,1-1 0,0 1 0,0-1 0,0-1 0,0 1 0,0-1 0,0 0 0,0 0 0,-6-9 0,0 0 0,1-1 0,1 0 0,0-1 0,1 1 0,0-2 0,1 1 0,1-1 0,0 0 0,1-1 0,1 1 0,0-1 0,1 0 0,1 0 0,0 0 0,2 0 0,-1 0 0,2 0 0,0 0 0,1 0 0,1 0 0,0 0 0,1 0 0,1 1 0,0 0 0,1 0 0,1 0 0,0 0 0,5-6 0,19-20 0,2 2 0,1 1 0,2 2 0,1 1 0,12-7 0,70-66 0,-110 99-128,-1 0 0,0 0 0,0 0 0,-1-1 0,0 0 0,-1-1 0,0 1 0,-1-1 1,0 0-1,-1-1 0,0 1 0,0-1 0,-1 0 0,-1 0 0,0-6 128,0-32-2410</inkml:trace>
  <inkml:trace contextRef="#ctx0" brushRef="#br0" timeOffset="1144.521">1487 0 28718,'0'0'1294,"0"0"-647,28 4-187,178 36 98,-195-36-507,8-1-7,-1 2 0,0 0-1,0 1 1,0 0 0,-1 2 0,0 0-1,0 1 1,-1 0 0,0 2-1,-1 0 1,0 0 0,-1 2 0,0 0-1,-1 0 1,0 1 0,-1 1 0,-1 0-1,0 0 1,2 8-44,8 160 199,-20-172-198,-8 124 2,-5-1-1,-6 0 1,-13 32-3,-14 107 0,44-266-20,-3 33-129,-2 0 0,-1 0 1,-3-1-1,-1 0 0,-1-1 1,-16 31 148,-4-15-1713</inkml:trace>
  <inkml:trace contextRef="#ctx0" brushRef="#br0" timeOffset="1390.589">1296 1573 26070,'0'0'5545,"0"0"-4977,0 0-408,0 0-56,114 15 208,-39-9-304,12 0-8,27-4 0,27-2 0,8-27-672,-24-7-808,-33-7-6810</inkml:trace>
  <inkml:trace contextRef="#ctx0" brushRef="#br0" timeOffset="1563.135">2868 602 22221,'0'0'9162,"0"0"-8474,0 0-344,0 0-248,0 0-40,0 0-56,0 0 0,105 120-184,-99-68-536,-6-5-2153</inkml:trace>
  <inkml:trace contextRef="#ctx0" brushRef="#br0" timeOffset="1846.376">2510 1095 30423,'0'0'994,"0"0"-514,0 0-317,0 0-115,0 0 12,30-1 40,190-13 12,-31 15-109,-187-1-3,1 0 0,-1 0-1,0 0 1,1 0 0,-1 1 0,0-1 0,1 1-1,-1 0 1,0-1 0,0 1 0,1 0 0,-1 0-1,0 1 1,0-1 0,0 0 0,0 1 0,-1-1-1,1 1 1,0-1 0,-1 1 0,1 0 0,-1 0-1,1 0 1,-1 0 0,0 0 0,0 0 0,0 0-1,0 0 1,0 1 0,0-1 0,0 0 0,-1 0-1,0 1 1,1-1 0,-1 1 0,0-1 0,0 0-1,0 1 1,0-1 0,-1 0 0,1 1 0,0-1-1,-1 0 1,0 1 0,0-1 0,1 0 0,-1 0-1,-1 0 1,1 0 0,0 0 0,0 0 0,-1 0-1,1 0 1,-2 1 0,-127 120 50,-192 123-35,-54 15-15,210-148 1,154-105-46,8-6 6,0 0 0,0 0 1,0 0-1,0 1 0,1 0 0,-1-1 0,1 1 0,0 0 0,0 1 0,0-1 1,0 0-1,1 1 0,-1 0 0,1 0 0,0 0 0,0 0 0,0 0 0,-1 3 39,6 0-1975,8-5-2562</inkml:trace>
  <inkml:trace contextRef="#ctx0" brushRef="#br0" timeOffset="2110.969">2765 1513 27078,'0'0'3881,"0"0"-3041,-42 168-256,11-81-240,-2 4-304,3-1-40,6-7 0,11-12 0,13-19 0,2-27 0,53-35-496,-1-27-720,-1-12-2217</inkml:trace>
  <inkml:trace contextRef="#ctx0" brushRef="#br0" timeOffset="2378.343">3295 1336 28894,'0'0'1304,"0"0"-571,-19 6-371,-133 65 268,137-64-599,1 2 1,0-1 0,0 2 0,1 0-1,0 1 1,1 0 0,1 1-1,-1 0 1,2 1 0,0 0-1,0 1 1,1 0 0,1 0-1,0 1 1,1 0 0,1 0-1,1 1 1,0-1 0,0 1-1,1 6-31,7-14-7,1-1-1,-1 1 1,2-1-1,-1 0 1,1 0-1,0 0 1,0-1-1,1 1 1,0-1-1,0-1 1,1 1-1,-1-1 1,1 0-1,0-1 1,0 1-1,1-1 1,0-1-1,-1 1 1,1-2-1,0 1 1,0-1-1,1 0 1,-1 0-1,6-1 8,91 12-868,-34-17-2661,-24-6-5806</inkml:trace>
  <inkml:trace contextRef="#ctx0" brushRef="#br0" timeOffset="2660.804">3617 764 30142,'1'24'735,"5"342"1155,-39 335-1890,-9-4 0,54-657-3,15-63-574,-10-25-1316,-5-13-2307</inkml:trace>
  <inkml:trace contextRef="#ctx0" brushRef="#br0" timeOffset="2661.804">3736 1377 30575,'0'0'1528,"0"0"-1192,0 0-8,164 95-328,-107-40 0,-2 6 0,41 18-248,-15-18-1168,3-11-2065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40:39.73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64 119 29822,'0'0'769,"0"0"-321,0 0-288,0 0-8,125-42 136,-3 16 16,36 3-80,-7 3-112,-28 12-80,-46 8-32,-5 12-256,-13 10-752,-8-1-1353</inkml:trace>
  <inkml:trace contextRef="#ctx0" brushRef="#br0" timeOffset="251.651">382 286 29214,'0'0'714,"-22"35"-206,-19 36-226,3 1 0,4 2 1,-24 73-283,11 0 219,7 3 0,7 0-1,6 2 1,7 2 0,6-1 0,7 63-219,6-206 3,1 0-1,1 0 1,0 0 0,0 0-1,1 0 1,1 0-1,-1 0 1,2-1 0,-1 1-1,1-1 1,1 0-1,-1 0 1,2 0 0,-1-1-1,1 1 1,0-1-1,5 4-2,12 8 3,1 0 1,0-2-1,2-1 0,0 0 0,1-2 0,0-2 0,1 0 0,1-1 1,0-2-1,0-1 0,1-2 0,0-1 0,0-1 0,18 0-3,93 14-510,1-7 0,132-5 510,-141-7-1850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40:44.76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623 294 20236,'0'0'8748,"-2"-20"-6555,2 2-2067,0 8-89,0-1 1,-1 1-1,0 0 1,0 0-1,-1 1 1,0-1-1,-1 0 0,0 1 1,-1-1-1,0 1 1,0 0-1,-2-1-37,2 1 13,-2 0 1,1 1-1,-1-1 0,0 1 0,-1 1 1,0-1-1,0 1 0,-1 0 1,0 1-1,0 0 0,0 0 0,-1 1 1,0 0-1,0 0 0,0 1 0,0 0 1,-1 0-1,0 2 0,1-1 1,-1 1-1,0 0 0,-1 1 0,1 0 1,0 1-1,0 0 0,0 0 0,0 1 1,0 1-1,0 0 0,0 0 0,0 1 1,0 0-1,1 0 0,-1 1 1,1 1-1,0 0 0,0 0 0,1 0 1,0 1-1,-1 1-13,-16 22 15,1 2 1,1 0-1,2 2 0,2 0 1,0 1-1,3 1 0,0 1 1,0 7-16,6-21 20,1 0 1,1 0 0,1 0 0,1 1 0,1 0-1,1 0 1,1 0 0,1 1 0,1-1-1,1 1 1,1-1 0,3 12-21,-3-30 4,1 0-1,0-1 1,0 1 0,0-1 0,1 1-1,-1-1 1,1 0 0,0 0-1,0 0 1,1-1 0,-1 1-1,1-1 1,0 1 0,0-1 0,0 0-1,0-1 1,0 1 0,1-1-1,-1 0 1,1 0 0,0 0 0,-1-1-1,1 1 1,0-1 0,0 0-1,0-1 1,0 1 0,0-1 0,0 0-4,149-21 4,-101-2-17,0-2-1,-2-2 1,0-3 0,10-11 13,-43 30-28,88-59-615,-11 1-1026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40:45.46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697 344 31439,'0'0'548,"5"-17"-379,-3 6-162,2-1 25,-1 0 0,0-1 0,0 0 0,-2 1 0,1-1 0,-2 0 0,0 0 0,0 0 0,-1 0 0,-1 0 0,0 1 0,0-1 0,-2 1 0,1-1 0,-3-1-32,-1 4 2,-1 1 0,0 1 0,0-1 0,-1 1 0,0 0 0,0 1 0,-1 0 0,0 1 0,-1 0 0,1 1 0,-1 0 0,0 0 0,0 1 0,0 0 0,-1 1 0,0 1 0,1 0 0,-1 0 0,0 1 0,0 1 0,0 0 0,0 0 0,0 1 0,1 1 1,-1 0-1,0 1 0,1 0 0,-1 0 0,1 1 0,0 1 0,-8 4-2,-8 10 0,0 0 1,1 2 0,2 1 0,0 1-1,1 1 1,1 1 0,2 1-1,0 1 1,2 0 0,1 2 0,-5 11-1,9-17 6,2 1 1,0 0 0,1 0-1,2 1 1,0 0 0,2 0 0,1 1-1,0 3-6,4-21 0,0 0 0,0 0 0,0 1 0,1-1 0,1 0 0,-1 0 0,1 0 0,1 0 0,-1 0 0,1 0 0,1 0 0,0 0 0,0-1 0,0 1 0,1-1 0,0 0 0,0 0 0,1 0 0,0 0 0,0-1 0,1 0 0,-1 0 0,1-1 0,1 1 0,-1-1 0,1-1 0,5 4 0,3-2 0,0-2 0,0 0 0,1 0 0,-1-2 0,1 0 0,0 0 0,0-2 0,-1 0 0,1 0 0,0-2 0,0 0 0,-1-1 0,1 0 0,-1-1 0,0-1 0,13-6 0,236-112-834,-164 56-1637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40:46.79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351 0 31047,'0'0'1000,"0"0"-664,-110 137-96,55-45-96,-6 31-144,11-11 0,10-13 0,14-22 0,17-32 0,9-4-288,7-9-288,21-16-776,3-14-2649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40:4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741 0 26174,'0'0'5809,"0"0"-5193,-83 137-448,28-39-168,-15 42 0,-20 30 0,-4 6 0,2-15 0,7-19 0,14-27 0,17-32-248,8-20-2169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40:47.92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1 180 24405,'18'-6'3648,"209"-49"-1899,191 12-965,2 18-1,358 27-783,800 64 454,-2-97-410,906-56 723,481 124-634,-1076 34-133,-1833-68 0,116 5 0,-1 8 0,20 10 0,-109 1 0,-87-22 0,-140-1-347,90-4-1386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40:46.21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616 428 30863,'0'0'630,"0"0"-290,9-24-183,64-153 213,-38 60-149,-35 113-217,1 0 1,-1 1 0,1-1 0,-1 0-1,0 0 1,0 0 0,-1 0-1,1 0 1,-1 1 0,0-1 0,0 0-1,0 0 1,0 1 0,-1-1-1,1 1 1,-1-1 0,0 1 0,0 0-1,0 0 1,-1-1 0,1 1 0,-1 1-1,0-1 1,0 0 0,1 1-1,-2-1 1,1 1 0,0 0 0,-2 0-5,-8-2 2,0 2 0,0 0 0,0 0 0,0 2 0,-1-1 0,1 2 0,0 0 0,-1 0 0,1 1 0,0 1 0,0 0 0,0 1 0,1 0 0,-1 1 0,1 0 1,0 1-1,0 1 0,1 0 0,0 0 0,0 1 0,1 0 0,0 1 0,0 0 0,-5 7-2,-30 28 0,2 2 0,2 1 0,2 3 0,3 0 0,1 3 0,3 1 0,-6 18 0,-28 114 0,66-183 0,-1 0 0,1 0 0,0 0 0,0 1 0,0-1 0,0 0 0,1 0 0,-1 0 0,1 1 0,0-1 0,0 0 0,0 0 0,0 0 0,0 0 0,1 0 0,0-1 0,-1 1 0,1 0 0,0-1 0,0 1 0,0-1 0,1 0 0,-1 1 0,0-1 0,1 0 0,0 0 0,-1-1 0,1 1 0,0-1 0,0 1 0,0-1 0,0 0 0,0 0 0,0 0 0,1 0 0,112 6 0,-87-13 0,-1-2 0,0-1 0,-1-1 0,0-1 0,0-2 0,-1 0 0,-1-2 0,0-1 0,-2-1 0,14-12 0,-11 11 0,413-324-1858,-351 271-2019,-26 21-13673</inkml:trace>
  <inkml:trace contextRef="#ctx0" brushRef="#br0" timeOffset="327.744">1867 509 29382,'0'0'939,"0"0"-37,0 0-87,4-19-205,38-331-491,-42 340-119,2 6 0,-2 0 0,1 0 0,0 0 0,-1 0 0,0 0 0,0 0 0,0 0 0,0 0 0,-1 0 0,0 0 0,1 1 0,-1-1 0,-1 0 0,1 0 0,-1 0 0,1 1 0,-1-1 0,0 1 0,0-1 0,-1 1 0,1 0 0,-1 0 0,1 0 0,-1 0 0,0 0 0,0 1 0,0-1 0,-1 1 0,1 0 0,0 0 0,-2-1 0,-5 3 0,-1-1 0,1 1 0,0 0 0,0 1 0,0 1 0,0-1 0,0 1 0,0 1 0,0 0 0,1 1 0,-1-1 0,1 2 0,0-1 0,0 1 0,0 1 0,1 0 0,0 0 0,0 0 0,0 1 0,1 0 0,-4 6 0,-31 30 0,1 1 0,3 3 0,2 0 0,1 3 0,4 1 0,-18 38 0,46-84 0,-5 8 0,1 0 0,0 0 0,0 1 0,2 0 0,0 1 0,0-1 0,1 1 0,1 0 0,1 0 0,0 0 0,1 0 0,0 9 0,2-21 0,0 1 0,0-1 0,0 1 0,0-1 0,1 0 0,-1 0 0,1 0 0,0 0 0,0 0 1,0 0-1,0 0 0,1 0 0,-1-1 0,1 1 0,-1-1 0,1 0 0,0 0 0,0 0 0,0 0 0,0 0 0,1 0 0,-1-1 0,0 0 0,1 0 0,-1 0 0,1 0 0,-1 0 1,1-1-1,-1 1 0,113 2-21,126-66-1774,-100 14-240,-9-2 1387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40:45.02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211 37 30527,'0'0'1360,"0"0"-920,-64 127-88,32-38-264,-6 27-88,5-8 0,9-9 0,9-20 0,11-30 0,4-3 0,17-21-256,18-17-488,9-8-1273</inkml:trace>
  <inkml:trace contextRef="#ctx0" brushRef="#br0" timeOffset="174.957">877 0 30927,'0'0'1032,"0"0"-320,-43 144-616,1-35-96,-4 27 0,9-6 0,10-26 0,21-5 0,6-42-160,0-11-2129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40:43.62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536 249 27638,'0'0'1922,"0"0"-1064,0 0-343,0 0-140,0 0-15,0 0-22,10-17-92,33-54-100,-19-16 17,-25 75-142,0 8-19,-1 0 1,0 1 0,0-1 0,-1 0 0,1 1-1,-1 0 1,1-1 0,-1 1 0,0 0-1,-1 0 1,1 1 0,0-1 0,-1 1 0,1 0-1,-1-1 1,0 2 0,0-1 0,0 0-1,0 1 1,0 0 0,0 0 0,0 0 0,0 0-1,-1 0 1,1 1 0,0 0 0,0 0 0,-1 0-1,1 1 1,0-1 0,0 1 0,0 0-1,0 0 1,-1 1 0,1-1-3,-19 6 4,-1 0 0,2 2 0,-1 0 0,1 1 0,1 2 0,0 0 0,1 1 0,0 1 0,1 1 0,0 1 0,1 0 0,1 2 0,1 0 0,0 0 0,2 2 0,0 0 0,1 0 0,1 2 0,-7 17-4,3-13 1,1 0 0,1 1 1,2 0-1,1 1 0,1 0 0,1 1 0,2 0 1,0 1-1,3-1 0,-2 26-1,6-50 0,0 0 0,0-1 0,0 1 0,1 0 0,0 0 0,0-1 0,0 1 0,0 0 0,1-1 0,0 1 0,0-1 0,0 0 0,0 1 0,1-1 0,0 0 0,0-1 0,0 1 0,0 0 0,0-1 0,1 0 0,0 1 0,-1-1 0,1-1 0,0 1 0,0-1 0,1 1 0,-1-1 0,1 0 0,-1-1 0,1 1 0,-1-1 0,1 0 0,0 0 0,0 0 0,-1-1 0,1 0 0,0 0 0,0 0 0,0 0 0,20-2 0,0-2 0,-1 0 0,0-1 0,0-1 0,0-2 0,0 0 0,-1-2 0,-1 0 0,0-1 0,0-2 0,-1 0 0,-1-1 0,0-1 0,-1-1 0,-1-1 0,0 0 0,-1-2 0,-1 0 0,-1 0 0,-1-1 0,0-1 0,4-11 0,74-91-1708,-67 96-585</inkml:trace>
  <inkml:trace contextRef="#ctx0" brushRef="#br0" timeOffset="375.88">1638 429 30350,'0'0'849,"0"-17"-289,0-5-512,1-2 48,-1-1 0,-1 1 0,-1 0 0,-1 0 0,-1 0 0,-1 1 0,-1-1 0,-1 1 0,-1 0 0,-10-18-96,15 37 0,1 1 0,-1 0 0,0 0 0,0 0 0,0 0 0,0 0 0,0 1 0,-1 0 0,1-1 0,-1 1 0,0 1 0,1-1 0,-1 0 0,0 1 0,0 0 0,0 0 0,0 0 0,0 0 0,0 1 0,0-1 0,0 1 0,-1 0 0,1 0 0,0 1 0,0-1 0,0 1 0,0 0 0,0 0 0,0 0 0,0 1 0,0 0 0,-112 77 0,76-32 0,2 1 0,3 3 0,1 1 0,3 1 0,2 1 0,-7 23 0,25-53 0,1 0 0,1 1 0,1 0 0,1 0 0,1 1 0,0 15 0,5-36 0,0 0 0,1 0 0,0 0 0,0 0 0,0 0 0,1 0 0,0 0 0,0 0 0,0 0 0,0 0 0,1-1 0,0 1 0,0 0 0,0-1 0,1 1 0,-1-1 0,1 0 0,0 0 0,0 0 0,1 0 0,-1 0 0,1-1 0,0 0 0,0 1 0,0-1 0,0-1 0,0 1 0,1-1 0,-1 1 0,1-1 0,2 0 0,7 3 0,1-1 0,-1-1 0,1 0 0,0-1 0,0-1 0,0 0 0,0-1 0,1-1 0,9-1 0,11-6-58,-1-1 1,0-1-1,0-2 1,-1-1-1,0-2 1,-2-2-1,28-17 58,45-28-2058,-19 4-3819</inkml:trace>
  <inkml:trace contextRef="#ctx0" brushRef="#br0" timeOffset="640.579">2184 640 31151,'0'0'1288,"0"0"-960,0 0-328,7 114 0,8-84 0,24-5 0,-1-9-768,-1-8-4249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40:50.2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7186 524 26446,'0'0'2532,"0"0"-1342,0 0-545,11-21-194,-5 10-391,-3 3-28,0 1 1,1 0 0,0 0 0,0 0 0,0 1-1,1-1 1,0 1 0,1 0 0,-1 0-1,1 1 1,0 0 0,0 0 0,1 0 0,-1 1-1,1 0 1,0 0 0,0 1 0,1-1 0,-1 2-1,1-1 1,6-1-33,55-6 245,0 2-1,0 3 1,63 4-245,-116 1 1,0 1 0,0 1 0,0 0 0,0 1 1,-1 0-1,0 1 0,1 1 0,-2 1 0,1 0 1,0 1-1,-1 0 0,-1 1 0,1 1 0,-1 0 0,-1 0 1,0 2-1,0 0 0,8 10-1,-14-13 0,0 0 0,0 1 0,-1 0 0,-1 0 0,0 1 0,0-1 0,0 1 0,-1 0 0,-1-1 0,0 1 0,0 1 0,-1-1 0,0 0 0,-1 0 0,0 0 0,-1 1 0,0-1 0,0 0 0,-1 0 0,0 0 0,-1 0 0,0 0 0,-1-1 0,0 1 0,-1-1 0,1 0 0,-2 0 0,1-1 0,-1 1 0,-1-1 0,1-1 0,-1 1 0,-1-1 0,-6 5 0,-27 19 0,-2-1 0,-1-2 0,-1-3 0,-1-1 0,-1-3 0,-1-1 0,-1-3 0,0-1 0,-19 1 0,-198 37 0,257-51 0,26 0 0,90 10 3,47 5-21,-1 7 0,60 20 18,-199-43-1,-1 1 1,1 0 0,-1 1 0,0 0-1,0 1 1,0 1 0,-1 0 0,0 0-1,0 1 1,0 1 0,-1 0-1,0 1 1,-1 0 0,0 0 0,0 1-1,-1 1 1,0-1 0,-1 2 0,-1-1-1,1 1 1,-2 0 0,1 0 0,-2 1-1,0 0 1,0 1 0,-3-4 0,0-1 0,0 1 0,-1 0 0,-1 0 0,0 0 0,0 0 0,-1 0 0,0 0 0,0-1 0,-1 1 0,-1 0 0,0-1 0,0 1 0,-1-1 0,0 0 0,0 0 0,-1-1 0,0 1 0,-1-1 0,0 0 0,0 0 0,-1-1 0,-1 2 0,-30 21-1,-1-1-1,-1-3 1,-1-1-1,-1-2 1,-1-1-1,-1-3 1,-1-2-1,0-1 1,-2-3-1,1-1 1,-44 4 1,32-6-172,0-2 1,0-3-1,-1-3 1,1-2-1,-1-2 0,-18-6 172,-9-12-2744,19-6-5325</inkml:trace>
  <inkml:trace contextRef="#ctx0" brushRef="#br0" timeOffset="270.19">5185 899 27038,'0'0'3144,"0"0"-2815,223 33-57,-45-25-40,24-6 64,-3-2-32,-41 0-24,-57-4-128,-38 2-72,-19-2-40,-4 2-8,6-6-184,-7 3-384,-19-5-1105</inkml:trace>
  <inkml:trace contextRef="#ctx0" brushRef="#br0" timeOffset="518.944">6114 275 29478,'0'0'760,"-68"178"-23,9-22-305,-9 23-8,7-3 40,6-18-144,13-16-184,1-4-120,6-10-16,10-10-72,10-33-624,6-26-1257</inkml:trace>
  <inkml:trace contextRef="#ctx0" brushRef="#br0" timeOffset="1360.128">2802 3 27630,'0'0'759,"-21"-1"-210,1 0-437,0 1 0,0 0 0,0 1 0,1 2 0,-1 0-1,0 1 1,1 0 0,0 2 0,-10 4-112,-60 35 195,2 4-1,2 3 1,3 4 0,3 3 0,2 4-1,2 3 1,-12 20-195,1-5 86,4 4 0,3 4 0,5 3 0,3 3 0,5 4 0,4 2-1,-16 41-85,70-126 10,0 1-1,1-1 0,1 1 1,0 1-1,1-1 1,1 1-1,1 0 0,1 0 1,0 0-1,1 0 0,1 0 1,1 8-10,0-23 1,0 0 1,0 0-1,1 0 1,-1 0-1,0 0 1,1 0-1,0-1 1,0 1 0,0-1-1,0 1 1,0-1-1,0 0 1,1 0-1,-1 0 1,1 0 0,-1 0-1,1 0 1,0-1-1,0 1 1,0-1-1,0 0 1,0 0 0,0 0-1,0 0 1,0 0-1,0-1 1,0 0-1,0 1 1,3-1-2,100-6 64,-70-5-60,-1-2 1,0-1-1,-1-2 0,0-1 1,-2-1-1,0-2 1,-1-2-1,-1 0 0,0-2 1,-1-3-5,-12 12-3,-1-1-1,-1 0 1,0-1 0,-1 0-1,-1-2 1,-1 1 0,-1-2 0,0 1-1,7-22 4,-14 33-2,-1-1-1,0 0 0,-1 0 1,0 0-1,0 0 1,-1-1-1,0 1 0,-1 0 1,0-1-1,0 1 1,-1 0-1,0-1 0,-1 1 1,0 0-1,0 0 1,-1 0-1,0 0 0,-1 1 1,0-1-1,0 1 1,0 0-1,-1 0 0,-1 0 1,-5-5 2,1 1-27,-1 0 1,0 1-1,-1 0 1,-1 1-1,0 1 1,0 0-1,-1 1 1,0 0 0,0 1-1,0 0 1,-1 1-1,0 1 1,-1 1-1,0 0 27,4 17-2744,12 2-1691</inkml:trace>
  <inkml:trace contextRef="#ctx0" brushRef="#br0" timeOffset="1631.321">2690 808 29566,'0'0'704,"0"0"-351,121 109-145,-68-54-64,-3 4 64,-2-2-96,-4-2-72,-4-9-40,8-7-232,-11-13-561,-6-18-1207</inkml:trace>
  <inkml:trace contextRef="#ctx0" brushRef="#br0" timeOffset="1908.207">3372 633 29670,'0'0'728,"0"0"-279,-184 78-105,94-20-120,-2 5-80,0 8-72,9 2-72,-7 25-56,24-15-608,22-22-1673</inkml:trace>
  <inkml:trace contextRef="#ctx0" brushRef="#br0" timeOffset="2172.128">4100 435 29806,'0'0'641,"0"0"-457,-180 142-88,73-41 112,-23 25 56,-12 22-120,19-14-72,33-29-40,38-36-16,34-30-16,14-5-184,32-22-592,18-6-1009,18-8-6049</inkml:trace>
  <inkml:trace contextRef="#ctx0" brushRef="#br0" timeOffset="2418.845">4760 311 29358,'-18'17'663,"-99"103"-350,5 5 1,5 4-1,7 5 1,5 4-1,7 4 0,0 15-313,83-149 5,-4 8 13,-1 1 0,2-1 0,0 1 0,2 0 0,-1 1 0,2 0 0,1 0 0,0 0 0,1 0 0,1 1 0,0 2-18,2-19 4,1 1 0,-1-1 0,1 1 0,0-1 0,-1 0 0,1 1 0,0-1 0,0 0 0,1 1 0,-1-1 0,0 0 0,1 0 0,0 0 0,-1 0 0,1 0 0,0-1 0,0 1 0,0 0 0,0-1 0,0 0 0,0 1 0,0-1 0,1 0 0,-1 0 0,0 0 0,1 0 0,-1 0 0,1-1 0,-1 1 0,1-1 0,-1 0 0,1 0 0,1 0-4,93-6 76,-69-3-83,0-1 0,-1-1 0,-1-2 0,0 0-1,0-2 1,-1-1 0,-1-1 0,8-9 7,-19 18-22,0-1 1,-1-1 0,0 0-1,-1 0 1,0-2-1,0 1 1,-1-1 0,-1-1-1,0 1 1,-1-2-1,0 1 1,-1-1 0,0 0-1,-2-1 1,1 0-1,-2 1 1,0-2-1,1-6 22,-5 17-5,-1-1-1,1 0 0,-1 1 0,0 0 0,-1-1 0,1 1 0,-1 0 1,0-1-1,-1 1 0,1 0 0,-1 0 0,0 1 0,0-1 0,0 1 0,-1-1 1,1 1-1,-1 0 0,0 0 0,-1 1 0,1-1 0,0 1 0,-1 0 1,0 0-1,0 1 0,0-1 0,0 1 0,0 0 0,-5-1 6,-166-32-73,97 30-212,0 4 0,0 4 0,1 2 0,-1 5-1,-16 6 286,-23 10-2424</inkml:trace>
  <inkml:trace contextRef="#ctx0" brushRef="#br0" timeOffset="2747.422">1 1905 29014,'0'0'676,"0"0"-361,32 15-163,136 50 72,74-21 68,69-12 76,859 53 476,1172 142-146,-693 55-659,-505-103-20,-118-23 42,-896-129-68,-197-21-2108,2-6-931</inkml:trace>
  <inkml:trace contextRef="#ctx0" brushRef="#br0" timeOffset="4010.576">2833 3069 26790,'0'0'656,"0"0"-1096,0 0-552,0 0 411,2-1 409,9 0 164,-10-34 1023,0 34-959,-1-1 1,0 1-1,0 0 0,0 0 0,0 0 0,0 0 1,-1 0-1,1 0 0,0 0 0,0 0 0,-1 0 1,1 0-1,-1 0 0,1 0 0,-1 0 0,1 0 0,-1 0 1,1 0-1,-1 0 0,0 1 0,0-1 0,1 0 1,-1 0-1,0 1 0,0-1 0,0 1 0,0-1 0,0 1 1,0-1-1,0 1 0,0-1 0,0 1 0,0 0 1,0-1-1,0 1 0,0 0 0,0 0 0,0 0 1,0 0-1,0 0 0,0 0 0,0 0 0,0 0 0,0 1 1,-1-1-1,1 0 0,0 0 0,0 1 0,0-1 1,1 1-1,-1-1 0,0 1 0,0-1 0,0 1 0,0 0 1,0 0-57,-48 46 694,46-42-665,-212 241 992,-331 413-412,534-644-627,0 0-1,2 1 1,0 0-1,0 1 0,2 0 1,0 1-1,1 0 1,1 0-1,1 0 1,-2 9 18,8-26-29,-1 1 0,1 0 0,-1 0 0,1-1 0,-1 1 0,1 0 0,0-1 0,0 1 0,0-1 0,0 1 0,0-1 0,0 1 0,0-1 0,1 0 0,-1 1 1,0-1-1,1 0 0,-1 0 0,1 0 0,-1 0 0,1 0 0,0-1 0,-1 1 0,1 0 0,0-1 0,-1 1 0,1-1 0,0 0 0,0 1 0,0-1 0,-1 0 0,1 0 0,0 0 0,0 0 0,0-1 1,-1 1-1,1 0 0,0-1 0,0 1 0,-1-1 0,1 0 0,0 1 0,-1-1 0,1 0 0,-1 0 0,1 0 0,-1 0 0,1-1 29,79-27-1875,9-18-2358</inkml:trace>
  <inkml:trace contextRef="#ctx0" brushRef="#br0" timeOffset="4345.553">3565 3071 29158,'-22'16'922,"-223"175"-21,131-86-618,5 4 0,5 5 0,4 4 1,-29 55-284,115-154 25,6-9-13,0 0-1,1 1 1,0 0 0,0 0-1,1 1 1,1-1 0,0 2-1,0-1 1,1 0 0,1 1 0,0 0-1,1-1 1,-1 9-12,3-18 0,1-1 1,-1 1-1,1 0 1,-1 0-1,1 0 0,0-1 1,0 1-1,0 0 1,0-1-1,0 1 0,1-1 1,-1 1-1,1-1 1,0 1-1,-1-1 1,1 0-1,0 0 0,1 0 1,-1 0-1,0 0 1,0-1-1,1 1 0,-1-1 1,1 1-1,-1-1 1,1 0-1,0 0 0,-1 0 1,1 0-1,0-1 1,2 1-1,98 5 12,-75-10-39,-1-1 0,1-1 0,-1-1 0,0-2 0,0-1 0,-1 0-1,-1-2 1,0-2 0,0 0 0,-1-1 0,-1-1 0,-1-1 0,0-2 0,-2 0-1,10-11 28,-24 25-9,0-1-1,0 0 1,-1 0-1,0 0 1,0-1-1,0 0 1,-1 0-1,0 0 1,0 0-1,-1 0 1,0-1-1,0 0 1,-1 1-1,0-1 1,0 0-1,-1 0 0,0-1 1,0 1-1,-1 0 1,0 0-1,-1 0 1,1 0-1,-2 0 1,1 0-1,-1 0 1,0 0-1,-1 0 1,0 0-1,0 1 1,0 0-1,-1-1 0,0 1 1,-1 1-1,-4-7 10,-1 5-37,0 0 0,-1 1 0,1 0 0,-1 1-1,-1 0 1,1 1 0,-1 0 0,0 1-1,0 0 1,0 1 0,0 0 0,-1 1 0,1 0-1,-1 1 1,0 1 0,1 0 0,-1 0-1,0 1 1,1 1 0,-1 0 0,1 1 0,-3 1 37,-13 17-1230,16-1-1453</inkml:trace>
  <inkml:trace contextRef="#ctx0" brushRef="#br0" timeOffset="4628.121">4109 3668 30863,'0'0'640,"0"0"-464,129 101-128,-70-46-16,0 6 56,0 7 40,-4 3-40,-2 0-72,-3-2-16,-6-12-240,15-12-392,-13-19-737,-8-18-1759</inkml:trace>
  <inkml:trace contextRef="#ctx0" brushRef="#br0" timeOffset="4891.269">4821 3663 30439,'0'0'872,"0"0"-632,-178 53-184,95-6-32,2 6-24,6 5 0,-3 36-88,21-13-792,13-10-1793</inkml:trace>
  <inkml:trace contextRef="#ctx0" brushRef="#br0" timeOffset="5155.395">5790 3465 29934,'0'0'1113,"-112"57"-953,5 18-80,-7 8-16,-20 28 200,2 13-56,40-21-112,7-3-96,39-27 0,41 2-264,5-14-592,0-9-1537</inkml:trace>
  <inkml:trace contextRef="#ctx0" brushRef="#br0" timeOffset="5357.104">6702 3672 30246,'-20'5'754,"-15"3"-626,1 3-1,1 1 1,0 1 0,0 1 0,-27 18-128,-1 3 94,1 1 0,1 4 0,3 2 0,1 2 0,2 3 0,2 2-1,3 2 1,2 2 0,2 3 0,3 1 0,-9 19-94,42-62 9,2 0-1,0 0 1,0 1-1,2 0 1,-1 0-1,2 0 1,0 0-1,1 1 1,1-1-1,0 1 1,1 3-9,0-13 0,1 1 0,0 0 0,1-1 0,-1 1 0,1-1 0,1 1 0,-1-1 0,1 0 0,0 0 0,0 0 0,1 0 0,0-1 0,0 1 1,0-1-1,0 0 0,1 0 0,0 0 0,0-1 0,0 0 0,1 0 0,-1 0 0,1-1 0,0 0 0,0 0 0,0 0 0,5 1 0,19 2-5,1-1 0,0-1 0,0-2-1,0-1 1,0-1 0,0-2 0,0-1 0,0-1 0,-1-2-1,1-1 1,-2-1 0,1-2 0,-1-1 0,0-1 0,6-5 5,-8 6-18,-1-1 0,0-2 0,0-1 0,-2 0 0,0-2 0,5-5 18,-23 17-2,0 0-1,0-1 1,-1 1-1,1-1 1,-2 0-1,1-1 1,0 1-1,-1-1 0,0 1 1,-1-1-1,0-1 1,0 1-1,0 0 1,-1-1-1,0 1 1,0-1-1,-1 0 1,0 1-1,-1-1 1,1 0-1,-2 0 1,1 0-1,-1 0 1,0 1-1,-2-6 3,1 8 0,0-1 0,-1 1 0,0 0 0,-1 0 0,1 0 0,-1 0 0,0 1 0,0-1 0,0 1 1,-1 0-1,1 0 0,-1 1 0,0 0 0,0-1 0,0 1 0,-1 1 0,1-1 0,-1 1 0,1 0 0,-1 0 0,0 1 0,-3-1 0,-32-8-8,0 1 0,0 3-1,-1 1 1,0 2-1,1 2 1,-1 1 0,-16 4 8,-32 15-423,33 3-689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41:01.04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369 683 12355,'0'0'6992,"0"0"-4180,0 0-1501,-1-21-245,-5-108 1182,0 100-1607,5 24-624,-1 1 1,1 0-1,0-1 1,0 0-1,1 1 1,-1-1-1,1 1 1,0-1-1,0 0 1,0 1-1,1-1 1,0 1-1,0-1 0,0 1 1,0-1-1,1 1 1,1-3-18,118-86 29,-51 50-167,-39 26 1,-1-2 0,0-1 0,-2-2-1,0 0 1,23-25 137,-48 44-89,0 0-1,-1 0 1,1 0 0,0 0 0,-1-1-1,0 1 1,0-1 0,0 1-1,0-1 1,-1 0 0,1 1-1,-1-1 1,0 0 0,0 0 0,0 0-1,-1 0 1,1 0 0,-1 0-1,0 0 1,0 0 0,0 0-1,-1 0 1,0 0 0,0 0-1,0 0 1,0 0 0,0-1 89,-8 0-165,0 1-1,0 0 1,0 0-1,-1 1 1,0 0 0,1 0-1,-1 1 1,0 0-1,0 1 1,0 0 0,0 1-1,0 0 1,0 1-1,0 0 1,-3 0 165,-16 0-12,3 0 83,0 1 0,0 1-1,0 1 1,1 1-1,-1 2 1,1 0 0,1 2-1,0 0 1,0 2-1,1 1 1,0 1 0,1 0-1,0 2 1,1 1 0,1 0-1,0 1 1,2 2-1,0 0 1,-11 16-71,25-31 70,0 1 1,1 0-1,0 0 1,0 0-1,0 0 0,1 1 1,0-1-1,0 1 1,0 0-1,1 0 0,-1-1 1,1 1-1,1 0 0,-1 0 1,1 0-1,0 0 1,1 0-1,-1 0 0,1 0 1,0 0-1,1-1 1,-1 1-1,1 0 0,0-1 1,0 1-1,1-1 1,0 0-1,0 1 0,0-1 1,1-1-1,-1 1 0,5 3-70,79 54 1043,-75-56-978,0 1 0,0 0 0,0 1 0,-1 0 0,0 1 0,-1 0 0,0 1 1,0 0-1,-1 0 0,0 1 0,-1 0 0,0 0 0,-1 1 0,0 0 0,-1 1 0,-1 0 0,2 5-65,-4-3 51,-1 1 0,-1-1 0,0 1 0,-1-1 0,-1 1 0,0-1 0,-1 1 0,-1-1 0,0 0 0,-1 0 0,-1 0 0,0 0 0,-1-1 0,-1 0 0,-3 5-51,-138 192 695,139-200-657,-156 190 308,150-177-342,37-15-725,12-9-550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41:02.84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29830,'0'0'531,"27"5"-409,119 16-118,87-1 1,76-3 58,2150 114 1015,-2204-113-1024,0 11-1,238 59-53,-374-44-315,-104-27-569,-13-4-987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41:02.12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107 709 29334,'11'-17'616,"185"-290"-222,-181 276-365,-2 1 0,-1-1 0,-1-1 0,-1 0 0,-3-1 0,0 0 0,-2 0 0,-1 0-29,-4 31 11,0 0 0,0 0 1,1 1-1,-1-1 0,0 0 0,-1 0 0,1 0 1,0 1-1,0-1 0,-1 0 0,1 0 1,-1 1-1,0-1 0,1 0 0,-1 1 1,0-1-1,0 1 0,0-1 0,0 1 0,0-1 1,0 1-1,-1 0 0,1-1 0,0 1 1,-1 0-1,1 0 0,-1 0 0,1 0 1,-1 0-1,1 0 0,-1 1 0,0-1 0,1 0 1,-1 1-1,0-1 0,0 1 0,0 0 1,1 0-1,-1 0 0,0-1 0,0 2 1,0-1-1,1 0 0,-1 0 0,-1 1-11,-85 28 106,65-17-101,0 1 1,1 1 0,1 1-1,0 0 1,1 2 0,0 1 0,2 0-1,0 1 1,1 1 0,1 1-1,-3 7-5,16-25 1,1 0-1,0 0 1,0 0-1,0 0 0,0 1 1,1-1-1,0 0 0,-1 1 1,1-1-1,0 1 1,0 0-1,1-1 0,-1 1 1,1 0-1,0 0 1,0-1-1,0 1 0,1 0 1,-1-1-1,1 1 0,0 0 1,0-1-1,0 1 1,0-1-1,1 1 0,-1-1 1,1 0-1,0 1 1,0-1-1,0 0 0,3 3 0,10 2-6,1 1 0,0-2 0,1 0 0,-1-1 0,1-1 0,1-1 0,-1 0 0,0-1 0,12 0 6,26 7-54,-35-6 24,-12-4 21,-1 1 0,1-1 0,-1 2 0,0-1 1,1 1-1,-1 0 0,0 0 0,0 1 0,0 0 0,0 0 0,-1 1 0,1 0 0,-1 0 0,0 0 0,0 1 0,0 0 0,-1 0 0,0 1 0,0-1 0,0 1 1,0 0-1,0 2 9,-4 6 2,-1 0-1,-1-1 1,0 1 0,0 0 0,-1 0 0,-1-1 0,-1 1 0,0-1 0,0 0 0,-1 0 0,-1 0 0,0-1-1,-1 0 1,0 0 0,-1 0 0,0-1 0,-1-1 0,0 1 0,-7 5-2,3 1 13,-247 303 212,215-239-219,44-80-9,1 0 0,0 0 1,0 0-1,0 0 1,0-1-1,1 1 0,-1 0 1,0 0-1,0 0 0,1 0 1,-1 0-1,0 0 0,1 0 1,-1-1-1,1 1 1,-1 0-1,1 0 0,-1 0 1,1-1-1,0 1 0,-1 0 1,1-1-1,0 1 1,-1-1-1,1 1 0,0-1 1,0 1-1,0-1 0,0 1 1,-1-1-1,1 0 1,0 1-1,0-1 0,0 0 1,0 0-1,0 0 0,0 0 1,0 0-1,0 0 1,0 0-1,0 0 0,0 0 1,0 0-1,-1 0 0,1-1 1,0 1-1,0 0 0,0-1 1,0 1-1,0-1 1,-1 1-1,1-1 0,0 1 1,0-1-1,0 0 3,0 1-5,171-42-2733,-81 5-2704</inkml:trace>
  <inkml:trace contextRef="#ctx0" brushRef="#br0" timeOffset="388.26">1383 616 28166,'0'0'891,"12"-26"-356,82-184-85,-81 175-315,-2 0-1,-2 0 0,-1-1 0,-1-1 0,-3 1 1,0-1-1,-3 0 0,-1-21-134,-1 56 11,0 0-1,1 0 1,-1 0 0,0 1 0,0-1-1,0 0 1,0 0 0,0 1 0,-1-1-1,1 1 1,0-1 0,-1 1 0,1 0-1,-1 0 1,1-1 0,-1 1 0,0 0-1,1 0 1,-1 1 0,0-1 0,0 0-1,0 0 1,0 1 0,1-1-1,-1 1 1,0 0 0,0-1 0,0 1-1,0 0 1,0 0 0,0 1 0,0-1-1,0 0 1,0 0 0,0 1 0,0-1-1,-1 2-10,-76 23 44,61-15-39,0 0 0,1 1 0,0 0 0,1 1-1,0 1 1,1 1 0,1 0 0,0 1 0,1 0 0,1 2-1,0-1 1,1 1 0,1 1 0,0 0 0,1 0-1,2 1 1,-1 0 0,2 0 0,1 0 0,0 1-1,2 0 1,0 0 0,0 13-5,5-27-26,0-1 0,0 1-1,0-1 1,1 0 0,0 0 0,0 0 0,0 0-1,1 0 1,-1 0 0,1-1 0,0 0 0,1 0-1,-1 0 1,1 0 0,-1-1 0,1 0-1,0 0 1,0 0 0,0 0 0,1-1 0,-1 0-1,1 0 1,-1 0 0,1-1 0,0 0 0,0 0-1,-1-1 1,1 1 0,0-1 0,3 0 26,80 28-598,-86-24 602,0 1 1,-1-1 0,1 1-1,-1 0 1,0 0 0,0 0-1,0 0 1,-1 0 0,0 0-1,0 0 1,0 0 0,0 0-1,-1 1 1,0-1-1,0 0 1,0 1 0,-1-1-1,0 0 1,0 0 0,0 0-1,-1 0 1,1 0 0,-1 0-1,-1 0 1,1 0 0,0-1-1,-1 1 1,0-1 0,-3 3-6,-264 383 946,155-196-2060,67-116-943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03:41:04.1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57 0 28310,'0'0'1659,"0"0"-955,0 0-420,0 0-201,21 2-38,162 34 55,-158-27-93,-1 1 1,-1 1-1,0 1 0,0 0 0,-1 2 0,-1 1 0,8 7-7,-23-16 0,0-1 0,0 1 0,-1 1 0,1-1-1,-2 1 1,1-1 0,-1 1 0,0 1 0,0-1-1,-1 1 1,0-1 0,0 1 0,-1 0 0,0 0 0,0 0-1,-1 0 1,0 0 0,-1 0 0,0 1 0,0-1-1,0 0 1,-1 0 0,0 0 0,-1 0 0,-1 5 0,-8 13-4,-1-1 0,-1 0 1,-1 0-1,-1-1 0,-1-1 0,-1-1 1,-1 0-1,-1-2 0,-1 0 0,-8 6 4,28-26 0,-60 57 49,-2-3 0,-2-3-1,-3-3 1,-7 1-49,111-49 329,47-29-325,-2-4-1,-2-3 1,60-37-4,-99 51-27,227-132-1449,189-146 1476,-292 176 575,-235 216 257,28-31-782,4 1 0,2 2 0,3 1-1,2 2 1,4 1 0,3 2 0,2 0 0,1 14-50,10-33 0,10-38 0,-1 1 0,0-1 0,0 0 0,-2 0 0,1 0 0,-2 0 0,0-1 0,0 1 0,-1-1 0,-1-1 0,0 1 0,0-1 0,-1 0 0,-1-1 0,0 0 0,0 0 0,-1-1 0,-10 8 0,-3-8-34,0 0 1,-1-2-1,0-1 1,0 0 0,-1-2-1,0-1 1,1-1-1,-1-1 1,0-1-1,0-1 1,-18-4 33,34 3-129,1 0-1,0-1 1,-1 0 0,2 0-1,-1-1 1,0 0 0,1-1 0,0 1-1,0-2 1,0 1 0,0-1 0,1 0-1,0 0 1,0 0 0,1-1 0,0 0-1,0 0 1,0 0 0,1-1 0,0 0-1,1 0 1,-1 0 0,1 0 0,1 0-1,-1-6 130,-14-63-3690</inkml:trace>
  <inkml:trace contextRef="#ctx0" brushRef="#br0" timeOffset="247.037">1278 164 27598,'0'0'1056,"114"-16"-400,-46 10-440,4 2-120,-2 4-32,-2 0-64,18 2-56,-14 12-904,-13 0-4625</inkml:trace>
  <inkml:trace contextRef="#ctx0" brushRef="#br0" timeOffset="480.326">2326 296 24989,'0'0'2019,"0"0"-1325,0 0-537,0 0 107,-27 19 553,-344 246 1322,327-231-2003,-19 12 106,2 2-1,2 3 1,2 3-1,3 2 1,2 2-1,2 4-241,43-54 7,1 0-1,0 0 1,0 0-1,1 1 0,0 0 1,1 0-1,0 0 1,0 1-1,1-1 0,0 1 1,1 0-1,0 0 1,0 0-1,1 0 1,0 0-1,1 8-6,2-15 0,-1 1 0,0-1-1,1 0 1,-1 0 0,1 1 0,0-1 0,0-1-1,1 1 1,-1 0 0,0 0 0,1-1 0,0 1 0,-1-1-1,1 0 1,0 0 0,0 0 0,0 0 0,1-1-1,-1 1 1,0-1 0,1 0 0,-1 0 0,1 0-1,-1 0 1,1 0 0,-1-1 0,1 0 0,105 5-67,-95-5 44,3 0-5,1-1 1,-1-1-1,0-1 0,1 0 0,-1-1 0,0 0 0,-1-2 0,1 0 0,-1-1 1,0 0-1,-1-2 0,0 0 0,0 0 0,-1-1 0,0-1 0,-1-1 0,0 0 1,-1 0-1,0-1 0,-1-1 0,6-8 28,-15 18 1,0-1 1,0 1-1,0 0 1,0 0-1,-1-1 0,1 1 1,-1-1-1,0 0 1,-1 1-1,1-1 0,-1 0 1,0 1-1,0-1 1,0 0-1,-1 1 1,0-1-1,0 1 0,0-1 1,0 1-1,-1-1 1,1 1-1,-1 0 1,0-1-1,-1 1 0,1 0 1,-1 0-1,0 1 1,1-1-1,-2 1 1,-2-4-2,-44-24-10,-99-31-1780,104 40-2150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AF5B14-D32A-4BEF-972A-21E9FA8E9F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3722F5-F9DF-4181-828E-A51604A33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CD1052-95B7-485B-8F42-5D901091F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9661-169A-4CD1-B1CA-D02707125CBD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2EEA25-487B-4D05-86F9-BB58F4830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50A272-9FA8-4460-9779-702B4F4B0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8A83C-8BF1-4CD7-B9CA-4F5AD816B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83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19E2E5-F188-47FF-87C4-39B76C5A0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C087AE-BF87-4D33-9280-0803F64DE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B8CD79-1DB6-445F-9D41-787354183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9661-169A-4CD1-B1CA-D02707125CBD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4FCEEE-7B6D-4A02-81F3-C65C93A2A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8E2B34-1AAD-4D80-9FD5-D5AB38A7F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8A83C-8BF1-4CD7-B9CA-4F5AD816B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631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64D66A-EA08-45F5-BB99-0F637DE74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02CB71-11B4-439B-812C-54051D74C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C59250-25C4-44CD-A74B-89652513A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9661-169A-4CD1-B1CA-D02707125CBD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72B8D7-527C-4917-A0E2-CF5EE47F0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5D0625-FD43-4D36-935E-F85C5C30E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8A83C-8BF1-4CD7-B9CA-4F5AD816B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226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8B45CC-C57C-46C7-BC64-0124E2D0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71921B-4A64-4257-AC0F-F2D5B19CD2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38713E-1447-450C-9DFD-DBB11EB78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AEEB39-D3BC-4624-9BD1-3F3203D82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9661-169A-4CD1-B1CA-D02707125CBD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147E76-76D6-40C8-A7DE-0240CB799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ECF55F-0E56-4745-91A3-640F35B05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8A83C-8BF1-4CD7-B9CA-4F5AD816B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61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39A5C6-3659-4F43-8EF4-41168A231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D7C8BB-F197-47A1-BD4A-94513FF60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298F42-3499-498A-83F4-285F809B0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331BFCE-03DE-4428-BC8B-018E7FDC1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822A4AC-AB23-4EFB-A591-A0C008683D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8D92B40-BB04-4E3B-A4AC-A373D093C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9661-169A-4CD1-B1CA-D02707125CBD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5AFDC8-A3FF-45C7-ACFF-B99F50C2E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98A702C-B264-47AC-91EB-FEFB082AD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8A83C-8BF1-4CD7-B9CA-4F5AD816B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286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B6517-0307-4D76-85B1-BB808BB6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617BFE2-9A7B-467E-87E3-A74CE284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9661-169A-4CD1-B1CA-D02707125CBD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46AE17A-BE7C-4E11-BAA0-36F41BC80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79EA4F-ED74-43E6-B997-E0F7F0184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8A83C-8BF1-4CD7-B9CA-4F5AD816B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662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360609-A10B-4C09-9898-4CDEAB25C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9661-169A-4CD1-B1CA-D02707125CBD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EE56854-C57A-440D-B365-5D88A03FE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C6E745-699C-461B-8C6D-C6E93D7DD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8A83C-8BF1-4CD7-B9CA-4F5AD816B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176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7AED5-25E2-4399-9823-9D47A53FE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C541FC-708C-4C68-97F6-7D5536ECE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A4A014-49F6-4601-9E95-AB11EB749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AC524C-D72E-4C8E-B870-A405F7C5E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9661-169A-4CD1-B1CA-D02707125CBD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3C4A2C-3964-42B2-858F-38C31C5A9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A5E543-3F95-455F-9FA5-50F28BFDA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8A83C-8BF1-4CD7-B9CA-4F5AD816B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01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AF214F-E0D4-45D0-A666-A3395A85F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FFBB231-D380-44A3-840D-4C63CDF256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9474F8-CBB6-48BA-8F78-638D0C636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80FFC2-4486-487B-BD0B-9108AB6E8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9661-169A-4CD1-B1CA-D02707125CBD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77A60A-EA56-4262-B3C5-36454FB63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B0FC47-A41E-41E6-8164-64B9D3E68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8A83C-8BF1-4CD7-B9CA-4F5AD816B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108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5A5CB7-ABB3-4D60-8446-725698806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2F5FE6-6448-4D8E-90DC-8736ABD95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67D514-6943-4B81-8499-57C55282E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9661-169A-4CD1-B1CA-D02707125CBD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500162-A7AF-4802-9EE0-5734AC0B4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481481-8722-44BC-8FFD-00B4D8A31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8A83C-8BF1-4CD7-B9CA-4F5AD816B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022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3CD946A-CA89-4E7B-9825-B731785C9C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449912-23F1-424E-83CC-D477FC768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EE2B3F-FC88-4425-BB52-4C9253AE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9661-169A-4CD1-B1CA-D02707125CBD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53A8B9-4EC2-416F-BD1A-F27050222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C8B467-4D8C-4935-B987-0050FDAC4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8A83C-8BF1-4CD7-B9CA-4F5AD816B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78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2A85B8E-256C-4F05-BB57-EAF1A7372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9134FC-3D4F-4664-A716-9627E0F23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71726B-251C-451E-9F80-B457EC85C0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F9661-169A-4CD1-B1CA-D02707125CBD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8A7EEC-722E-4AFF-9566-D97A6077EC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AF6BCB-7B7E-4EAC-95E6-54700243C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8A83C-8BF1-4CD7-B9CA-4F5AD816B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82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16" Type="http://schemas.openxmlformats.org/officeDocument/2006/relationships/customXml" Target="../ink/ink8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66" Type="http://schemas.openxmlformats.org/officeDocument/2006/relationships/customXml" Target="../ink/ink33.xml"/><Relationship Id="rId74" Type="http://schemas.openxmlformats.org/officeDocument/2006/relationships/customXml" Target="../ink/ink37.xml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77" Type="http://schemas.openxmlformats.org/officeDocument/2006/relationships/image" Target="../media/image38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png"/><Relationship Id="rId18" Type="http://schemas.openxmlformats.org/officeDocument/2006/relationships/customXml" Target="../ink/ink47.xml"/><Relationship Id="rId26" Type="http://schemas.openxmlformats.org/officeDocument/2006/relationships/customXml" Target="../ink/ink51.xml"/><Relationship Id="rId3" Type="http://schemas.openxmlformats.org/officeDocument/2006/relationships/image" Target="../media/image39.png"/><Relationship Id="rId21" Type="http://schemas.openxmlformats.org/officeDocument/2006/relationships/image" Target="../media/image48.png"/><Relationship Id="rId34" Type="http://schemas.openxmlformats.org/officeDocument/2006/relationships/customXml" Target="../ink/ink55.xml"/><Relationship Id="rId7" Type="http://schemas.openxmlformats.org/officeDocument/2006/relationships/image" Target="../media/image41.png"/><Relationship Id="rId12" Type="http://schemas.openxmlformats.org/officeDocument/2006/relationships/customXml" Target="../ink/ink44.xml"/><Relationship Id="rId17" Type="http://schemas.openxmlformats.org/officeDocument/2006/relationships/image" Target="../media/image46.png"/><Relationship Id="rId25" Type="http://schemas.openxmlformats.org/officeDocument/2006/relationships/image" Target="../media/image50.png"/><Relationship Id="rId33" Type="http://schemas.openxmlformats.org/officeDocument/2006/relationships/image" Target="../media/image54.png"/><Relationship Id="rId2" Type="http://schemas.openxmlformats.org/officeDocument/2006/relationships/customXml" Target="../ink/ink39.xml"/><Relationship Id="rId16" Type="http://schemas.openxmlformats.org/officeDocument/2006/relationships/customXml" Target="../ink/ink46.xml"/><Relationship Id="rId20" Type="http://schemas.openxmlformats.org/officeDocument/2006/relationships/customXml" Target="../ink/ink48.xml"/><Relationship Id="rId29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1.xml"/><Relationship Id="rId11" Type="http://schemas.openxmlformats.org/officeDocument/2006/relationships/image" Target="../media/image43.png"/><Relationship Id="rId24" Type="http://schemas.openxmlformats.org/officeDocument/2006/relationships/customXml" Target="../ink/ink50.xml"/><Relationship Id="rId32" Type="http://schemas.openxmlformats.org/officeDocument/2006/relationships/customXml" Target="../ink/ink54.xml"/><Relationship Id="rId5" Type="http://schemas.openxmlformats.org/officeDocument/2006/relationships/image" Target="../media/image40.png"/><Relationship Id="rId15" Type="http://schemas.openxmlformats.org/officeDocument/2006/relationships/image" Target="../media/image45.png"/><Relationship Id="rId23" Type="http://schemas.openxmlformats.org/officeDocument/2006/relationships/image" Target="../media/image49.png"/><Relationship Id="rId28" Type="http://schemas.openxmlformats.org/officeDocument/2006/relationships/customXml" Target="../ink/ink52.xml"/><Relationship Id="rId10" Type="http://schemas.openxmlformats.org/officeDocument/2006/relationships/customXml" Target="../ink/ink43.xml"/><Relationship Id="rId19" Type="http://schemas.openxmlformats.org/officeDocument/2006/relationships/image" Target="../media/image47.png"/><Relationship Id="rId31" Type="http://schemas.openxmlformats.org/officeDocument/2006/relationships/image" Target="../media/image53.png"/><Relationship Id="rId4" Type="http://schemas.openxmlformats.org/officeDocument/2006/relationships/customXml" Target="../ink/ink40.xml"/><Relationship Id="rId9" Type="http://schemas.openxmlformats.org/officeDocument/2006/relationships/image" Target="../media/image42.png"/><Relationship Id="rId14" Type="http://schemas.openxmlformats.org/officeDocument/2006/relationships/customXml" Target="../ink/ink45.xml"/><Relationship Id="rId22" Type="http://schemas.openxmlformats.org/officeDocument/2006/relationships/customXml" Target="../ink/ink49.xml"/><Relationship Id="rId27" Type="http://schemas.openxmlformats.org/officeDocument/2006/relationships/image" Target="../media/image51.png"/><Relationship Id="rId30" Type="http://schemas.openxmlformats.org/officeDocument/2006/relationships/customXml" Target="../ink/ink53.xml"/><Relationship Id="rId35" Type="http://schemas.openxmlformats.org/officeDocument/2006/relationships/image" Target="../media/image55.png"/><Relationship Id="rId8" Type="http://schemas.openxmlformats.org/officeDocument/2006/relationships/customXml" Target="../ink/ink4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9.xml"/><Relationship Id="rId13" Type="http://schemas.openxmlformats.org/officeDocument/2006/relationships/image" Target="../media/image61.png"/><Relationship Id="rId18" Type="http://schemas.openxmlformats.org/officeDocument/2006/relationships/customXml" Target="../ink/ink64.xml"/><Relationship Id="rId3" Type="http://schemas.openxmlformats.org/officeDocument/2006/relationships/image" Target="../media/image56.png"/><Relationship Id="rId7" Type="http://schemas.openxmlformats.org/officeDocument/2006/relationships/image" Target="../media/image58.png"/><Relationship Id="rId12" Type="http://schemas.openxmlformats.org/officeDocument/2006/relationships/customXml" Target="../ink/ink61.xml"/><Relationship Id="rId17" Type="http://schemas.openxmlformats.org/officeDocument/2006/relationships/image" Target="../media/image44.png"/><Relationship Id="rId2" Type="http://schemas.openxmlformats.org/officeDocument/2006/relationships/customXml" Target="../ink/ink56.xml"/><Relationship Id="rId16" Type="http://schemas.openxmlformats.org/officeDocument/2006/relationships/customXml" Target="../ink/ink6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8.xml"/><Relationship Id="rId11" Type="http://schemas.openxmlformats.org/officeDocument/2006/relationships/image" Target="../media/image60.png"/><Relationship Id="rId5" Type="http://schemas.openxmlformats.org/officeDocument/2006/relationships/image" Target="../media/image57.png"/><Relationship Id="rId15" Type="http://schemas.openxmlformats.org/officeDocument/2006/relationships/image" Target="../media/image62.png"/><Relationship Id="rId10" Type="http://schemas.openxmlformats.org/officeDocument/2006/relationships/customXml" Target="../ink/ink60.xml"/><Relationship Id="rId19" Type="http://schemas.openxmlformats.org/officeDocument/2006/relationships/image" Target="../media/image63.png"/><Relationship Id="rId4" Type="http://schemas.openxmlformats.org/officeDocument/2006/relationships/customXml" Target="../ink/ink57.xml"/><Relationship Id="rId9" Type="http://schemas.openxmlformats.org/officeDocument/2006/relationships/image" Target="../media/image59.png"/><Relationship Id="rId14" Type="http://schemas.openxmlformats.org/officeDocument/2006/relationships/customXml" Target="../ink/ink6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customXml" Target="../ink/ink6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customXml" Target="../ink/ink6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1.png"/><Relationship Id="rId18" Type="http://schemas.openxmlformats.org/officeDocument/2006/relationships/customXml" Target="../ink/ink75.xml"/><Relationship Id="rId26" Type="http://schemas.openxmlformats.org/officeDocument/2006/relationships/customXml" Target="../ink/ink79.xml"/><Relationship Id="rId3" Type="http://schemas.openxmlformats.org/officeDocument/2006/relationships/image" Target="../media/image66.png"/><Relationship Id="rId21" Type="http://schemas.openxmlformats.org/officeDocument/2006/relationships/image" Target="../media/image75.png"/><Relationship Id="rId34" Type="http://schemas.openxmlformats.org/officeDocument/2006/relationships/customXml" Target="../ink/ink83.xml"/><Relationship Id="rId7" Type="http://schemas.openxmlformats.org/officeDocument/2006/relationships/image" Target="../media/image68.png"/><Relationship Id="rId12" Type="http://schemas.openxmlformats.org/officeDocument/2006/relationships/customXml" Target="../ink/ink72.xml"/><Relationship Id="rId17" Type="http://schemas.openxmlformats.org/officeDocument/2006/relationships/image" Target="../media/image73.png"/><Relationship Id="rId25" Type="http://schemas.openxmlformats.org/officeDocument/2006/relationships/image" Target="../media/image77.png"/><Relationship Id="rId33" Type="http://schemas.openxmlformats.org/officeDocument/2006/relationships/image" Target="../media/image44.png"/><Relationship Id="rId2" Type="http://schemas.openxmlformats.org/officeDocument/2006/relationships/customXml" Target="../ink/ink67.xml"/><Relationship Id="rId16" Type="http://schemas.openxmlformats.org/officeDocument/2006/relationships/customXml" Target="../ink/ink74.xml"/><Relationship Id="rId20" Type="http://schemas.openxmlformats.org/officeDocument/2006/relationships/customXml" Target="../ink/ink76.xml"/><Relationship Id="rId29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9.xml"/><Relationship Id="rId11" Type="http://schemas.openxmlformats.org/officeDocument/2006/relationships/image" Target="../media/image70.png"/><Relationship Id="rId24" Type="http://schemas.openxmlformats.org/officeDocument/2006/relationships/customXml" Target="../ink/ink78.xml"/><Relationship Id="rId32" Type="http://schemas.openxmlformats.org/officeDocument/2006/relationships/customXml" Target="../ink/ink82.xml"/><Relationship Id="rId5" Type="http://schemas.openxmlformats.org/officeDocument/2006/relationships/image" Target="../media/image67.png"/><Relationship Id="rId15" Type="http://schemas.openxmlformats.org/officeDocument/2006/relationships/image" Target="../media/image72.png"/><Relationship Id="rId23" Type="http://schemas.openxmlformats.org/officeDocument/2006/relationships/image" Target="../media/image76.png"/><Relationship Id="rId28" Type="http://schemas.openxmlformats.org/officeDocument/2006/relationships/customXml" Target="../ink/ink80.xml"/><Relationship Id="rId10" Type="http://schemas.openxmlformats.org/officeDocument/2006/relationships/customXml" Target="../ink/ink71.xml"/><Relationship Id="rId19" Type="http://schemas.openxmlformats.org/officeDocument/2006/relationships/image" Target="../media/image74.png"/><Relationship Id="rId31" Type="http://schemas.openxmlformats.org/officeDocument/2006/relationships/image" Target="../media/image80.png"/><Relationship Id="rId4" Type="http://schemas.openxmlformats.org/officeDocument/2006/relationships/customXml" Target="../ink/ink68.xml"/><Relationship Id="rId9" Type="http://schemas.openxmlformats.org/officeDocument/2006/relationships/image" Target="../media/image69.png"/><Relationship Id="rId14" Type="http://schemas.openxmlformats.org/officeDocument/2006/relationships/customXml" Target="../ink/ink73.xml"/><Relationship Id="rId22" Type="http://schemas.openxmlformats.org/officeDocument/2006/relationships/customXml" Target="../ink/ink77.xml"/><Relationship Id="rId27" Type="http://schemas.openxmlformats.org/officeDocument/2006/relationships/image" Target="../media/image78.png"/><Relationship Id="rId30" Type="http://schemas.openxmlformats.org/officeDocument/2006/relationships/customXml" Target="../ink/ink81.xml"/><Relationship Id="rId35" Type="http://schemas.openxmlformats.org/officeDocument/2006/relationships/image" Target="../media/image81.png"/><Relationship Id="rId8" Type="http://schemas.openxmlformats.org/officeDocument/2006/relationships/customXml" Target="../ink/ink7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customXml" Target="../ink/ink8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8.png"/><Relationship Id="rId18" Type="http://schemas.openxmlformats.org/officeDocument/2006/relationships/customXml" Target="../ink/ink93.xml"/><Relationship Id="rId26" Type="http://schemas.openxmlformats.org/officeDocument/2006/relationships/customXml" Target="../ink/ink97.xml"/><Relationship Id="rId39" Type="http://schemas.openxmlformats.org/officeDocument/2006/relationships/image" Target="../media/image101.png"/><Relationship Id="rId21" Type="http://schemas.openxmlformats.org/officeDocument/2006/relationships/image" Target="../media/image92.png"/><Relationship Id="rId34" Type="http://schemas.openxmlformats.org/officeDocument/2006/relationships/customXml" Target="../ink/ink101.xml"/><Relationship Id="rId42" Type="http://schemas.openxmlformats.org/officeDocument/2006/relationships/customXml" Target="../ink/ink105.xml"/><Relationship Id="rId47" Type="http://schemas.openxmlformats.org/officeDocument/2006/relationships/image" Target="../media/image105.png"/><Relationship Id="rId7" Type="http://schemas.openxmlformats.org/officeDocument/2006/relationships/image" Target="../media/image85.png"/><Relationship Id="rId2" Type="http://schemas.openxmlformats.org/officeDocument/2006/relationships/customXml" Target="../ink/ink85.xml"/><Relationship Id="rId16" Type="http://schemas.openxmlformats.org/officeDocument/2006/relationships/customXml" Target="../ink/ink92.xml"/><Relationship Id="rId29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7.xml"/><Relationship Id="rId11" Type="http://schemas.openxmlformats.org/officeDocument/2006/relationships/image" Target="../media/image87.png"/><Relationship Id="rId24" Type="http://schemas.openxmlformats.org/officeDocument/2006/relationships/customXml" Target="../ink/ink96.xml"/><Relationship Id="rId32" Type="http://schemas.openxmlformats.org/officeDocument/2006/relationships/customXml" Target="../ink/ink100.xml"/><Relationship Id="rId37" Type="http://schemas.openxmlformats.org/officeDocument/2006/relationships/image" Target="../media/image100.png"/><Relationship Id="rId40" Type="http://schemas.openxmlformats.org/officeDocument/2006/relationships/customXml" Target="../ink/ink104.xml"/><Relationship Id="rId45" Type="http://schemas.openxmlformats.org/officeDocument/2006/relationships/image" Target="../media/image104.png"/><Relationship Id="rId5" Type="http://schemas.openxmlformats.org/officeDocument/2006/relationships/image" Target="../media/image84.png"/><Relationship Id="rId15" Type="http://schemas.openxmlformats.org/officeDocument/2006/relationships/image" Target="../media/image89.png"/><Relationship Id="rId23" Type="http://schemas.openxmlformats.org/officeDocument/2006/relationships/image" Target="../media/image93.png"/><Relationship Id="rId28" Type="http://schemas.openxmlformats.org/officeDocument/2006/relationships/customXml" Target="../ink/ink98.xml"/><Relationship Id="rId36" Type="http://schemas.openxmlformats.org/officeDocument/2006/relationships/customXml" Target="../ink/ink102.xml"/><Relationship Id="rId10" Type="http://schemas.openxmlformats.org/officeDocument/2006/relationships/customXml" Target="../ink/ink89.xml"/><Relationship Id="rId19" Type="http://schemas.openxmlformats.org/officeDocument/2006/relationships/image" Target="../media/image91.png"/><Relationship Id="rId31" Type="http://schemas.openxmlformats.org/officeDocument/2006/relationships/image" Target="../media/image97.png"/><Relationship Id="rId44" Type="http://schemas.openxmlformats.org/officeDocument/2006/relationships/customXml" Target="../ink/ink106.xml"/><Relationship Id="rId4" Type="http://schemas.openxmlformats.org/officeDocument/2006/relationships/customXml" Target="../ink/ink86.xml"/><Relationship Id="rId9" Type="http://schemas.openxmlformats.org/officeDocument/2006/relationships/image" Target="../media/image86.png"/><Relationship Id="rId14" Type="http://schemas.openxmlformats.org/officeDocument/2006/relationships/customXml" Target="../ink/ink91.xml"/><Relationship Id="rId22" Type="http://schemas.openxmlformats.org/officeDocument/2006/relationships/customXml" Target="../ink/ink95.xml"/><Relationship Id="rId27" Type="http://schemas.openxmlformats.org/officeDocument/2006/relationships/image" Target="../media/image95.png"/><Relationship Id="rId30" Type="http://schemas.openxmlformats.org/officeDocument/2006/relationships/customXml" Target="../ink/ink99.xml"/><Relationship Id="rId35" Type="http://schemas.openxmlformats.org/officeDocument/2006/relationships/image" Target="../media/image99.png"/><Relationship Id="rId43" Type="http://schemas.openxmlformats.org/officeDocument/2006/relationships/image" Target="../media/image103.png"/><Relationship Id="rId8" Type="http://schemas.openxmlformats.org/officeDocument/2006/relationships/customXml" Target="../ink/ink88.xml"/><Relationship Id="rId3" Type="http://schemas.openxmlformats.org/officeDocument/2006/relationships/image" Target="../media/image83.png"/><Relationship Id="rId12" Type="http://schemas.openxmlformats.org/officeDocument/2006/relationships/customXml" Target="../ink/ink90.xml"/><Relationship Id="rId17" Type="http://schemas.openxmlformats.org/officeDocument/2006/relationships/image" Target="../media/image90.png"/><Relationship Id="rId25" Type="http://schemas.openxmlformats.org/officeDocument/2006/relationships/image" Target="../media/image94.png"/><Relationship Id="rId33" Type="http://schemas.openxmlformats.org/officeDocument/2006/relationships/image" Target="../media/image98.png"/><Relationship Id="rId38" Type="http://schemas.openxmlformats.org/officeDocument/2006/relationships/customXml" Target="../ink/ink103.xml"/><Relationship Id="rId46" Type="http://schemas.openxmlformats.org/officeDocument/2006/relationships/customXml" Target="../ink/ink107.xml"/><Relationship Id="rId20" Type="http://schemas.openxmlformats.org/officeDocument/2006/relationships/customXml" Target="../ink/ink94.xml"/><Relationship Id="rId41" Type="http://schemas.openxmlformats.org/officeDocument/2006/relationships/image" Target="../media/image10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1.xml"/><Relationship Id="rId13" Type="http://schemas.openxmlformats.org/officeDocument/2006/relationships/image" Target="../media/image111.png"/><Relationship Id="rId18" Type="http://schemas.openxmlformats.org/officeDocument/2006/relationships/customXml" Target="../ink/ink116.xml"/><Relationship Id="rId26" Type="http://schemas.openxmlformats.org/officeDocument/2006/relationships/customXml" Target="../ink/ink120.xml"/><Relationship Id="rId3" Type="http://schemas.openxmlformats.org/officeDocument/2006/relationships/image" Target="../media/image106.png"/><Relationship Id="rId21" Type="http://schemas.openxmlformats.org/officeDocument/2006/relationships/image" Target="../media/image115.png"/><Relationship Id="rId7" Type="http://schemas.openxmlformats.org/officeDocument/2006/relationships/image" Target="../media/image108.png"/><Relationship Id="rId12" Type="http://schemas.openxmlformats.org/officeDocument/2006/relationships/customXml" Target="../ink/ink113.xml"/><Relationship Id="rId17" Type="http://schemas.openxmlformats.org/officeDocument/2006/relationships/image" Target="../media/image113.png"/><Relationship Id="rId25" Type="http://schemas.openxmlformats.org/officeDocument/2006/relationships/image" Target="../media/image117.png"/><Relationship Id="rId2" Type="http://schemas.openxmlformats.org/officeDocument/2006/relationships/customXml" Target="../ink/ink108.xml"/><Relationship Id="rId16" Type="http://schemas.openxmlformats.org/officeDocument/2006/relationships/customXml" Target="../ink/ink115.xml"/><Relationship Id="rId20" Type="http://schemas.openxmlformats.org/officeDocument/2006/relationships/customXml" Target="../ink/ink117.xml"/><Relationship Id="rId29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0.xml"/><Relationship Id="rId11" Type="http://schemas.openxmlformats.org/officeDocument/2006/relationships/image" Target="../media/image110.png"/><Relationship Id="rId24" Type="http://schemas.openxmlformats.org/officeDocument/2006/relationships/customXml" Target="../ink/ink119.xml"/><Relationship Id="rId5" Type="http://schemas.openxmlformats.org/officeDocument/2006/relationships/image" Target="../media/image107.png"/><Relationship Id="rId15" Type="http://schemas.openxmlformats.org/officeDocument/2006/relationships/image" Target="../media/image112.png"/><Relationship Id="rId23" Type="http://schemas.openxmlformats.org/officeDocument/2006/relationships/image" Target="../media/image116.png"/><Relationship Id="rId28" Type="http://schemas.openxmlformats.org/officeDocument/2006/relationships/customXml" Target="../ink/ink121.xml"/><Relationship Id="rId10" Type="http://schemas.openxmlformats.org/officeDocument/2006/relationships/customXml" Target="../ink/ink112.xml"/><Relationship Id="rId19" Type="http://schemas.openxmlformats.org/officeDocument/2006/relationships/image" Target="../media/image114.png"/><Relationship Id="rId4" Type="http://schemas.openxmlformats.org/officeDocument/2006/relationships/customXml" Target="../ink/ink109.xml"/><Relationship Id="rId9" Type="http://schemas.openxmlformats.org/officeDocument/2006/relationships/image" Target="../media/image109.png"/><Relationship Id="rId14" Type="http://schemas.openxmlformats.org/officeDocument/2006/relationships/customXml" Target="../ink/ink114.xml"/><Relationship Id="rId22" Type="http://schemas.openxmlformats.org/officeDocument/2006/relationships/customXml" Target="../ink/ink118.xml"/><Relationship Id="rId27" Type="http://schemas.openxmlformats.org/officeDocument/2006/relationships/image" Target="../media/image118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5.png"/><Relationship Id="rId18" Type="http://schemas.openxmlformats.org/officeDocument/2006/relationships/customXml" Target="../ink/ink130.xml"/><Relationship Id="rId26" Type="http://schemas.openxmlformats.org/officeDocument/2006/relationships/customXml" Target="../ink/ink134.xml"/><Relationship Id="rId39" Type="http://schemas.openxmlformats.org/officeDocument/2006/relationships/image" Target="../media/image138.png"/><Relationship Id="rId21" Type="http://schemas.openxmlformats.org/officeDocument/2006/relationships/image" Target="../media/image129.png"/><Relationship Id="rId34" Type="http://schemas.openxmlformats.org/officeDocument/2006/relationships/customXml" Target="../ink/ink138.xml"/><Relationship Id="rId42" Type="http://schemas.openxmlformats.org/officeDocument/2006/relationships/customXml" Target="../ink/ink142.xml"/><Relationship Id="rId47" Type="http://schemas.openxmlformats.org/officeDocument/2006/relationships/image" Target="../media/image142.png"/><Relationship Id="rId50" Type="http://schemas.openxmlformats.org/officeDocument/2006/relationships/customXml" Target="../ink/ink146.xml"/><Relationship Id="rId55" Type="http://schemas.openxmlformats.org/officeDocument/2006/relationships/image" Target="../media/image146.png"/><Relationship Id="rId7" Type="http://schemas.openxmlformats.org/officeDocument/2006/relationships/image" Target="../media/image122.png"/><Relationship Id="rId2" Type="http://schemas.openxmlformats.org/officeDocument/2006/relationships/customXml" Target="../ink/ink122.xml"/><Relationship Id="rId16" Type="http://schemas.openxmlformats.org/officeDocument/2006/relationships/customXml" Target="../ink/ink129.xml"/><Relationship Id="rId29" Type="http://schemas.openxmlformats.org/officeDocument/2006/relationships/image" Target="../media/image133.png"/><Relationship Id="rId11" Type="http://schemas.openxmlformats.org/officeDocument/2006/relationships/image" Target="../media/image124.png"/><Relationship Id="rId24" Type="http://schemas.openxmlformats.org/officeDocument/2006/relationships/customXml" Target="../ink/ink133.xml"/><Relationship Id="rId32" Type="http://schemas.openxmlformats.org/officeDocument/2006/relationships/customXml" Target="../ink/ink137.xml"/><Relationship Id="rId37" Type="http://schemas.openxmlformats.org/officeDocument/2006/relationships/image" Target="../media/image137.png"/><Relationship Id="rId40" Type="http://schemas.openxmlformats.org/officeDocument/2006/relationships/customXml" Target="../ink/ink141.xml"/><Relationship Id="rId45" Type="http://schemas.openxmlformats.org/officeDocument/2006/relationships/image" Target="../media/image141.png"/><Relationship Id="rId53" Type="http://schemas.openxmlformats.org/officeDocument/2006/relationships/image" Target="../media/image145.png"/><Relationship Id="rId58" Type="http://schemas.openxmlformats.org/officeDocument/2006/relationships/customXml" Target="../ink/ink150.xml"/><Relationship Id="rId5" Type="http://schemas.openxmlformats.org/officeDocument/2006/relationships/image" Target="../media/image121.png"/><Relationship Id="rId61" Type="http://schemas.openxmlformats.org/officeDocument/2006/relationships/image" Target="../media/image149.png"/><Relationship Id="rId19" Type="http://schemas.openxmlformats.org/officeDocument/2006/relationships/image" Target="../media/image128.png"/><Relationship Id="rId14" Type="http://schemas.openxmlformats.org/officeDocument/2006/relationships/customXml" Target="../ink/ink128.xml"/><Relationship Id="rId22" Type="http://schemas.openxmlformats.org/officeDocument/2006/relationships/customXml" Target="../ink/ink132.xml"/><Relationship Id="rId27" Type="http://schemas.openxmlformats.org/officeDocument/2006/relationships/image" Target="../media/image132.png"/><Relationship Id="rId30" Type="http://schemas.openxmlformats.org/officeDocument/2006/relationships/customXml" Target="../ink/ink136.xml"/><Relationship Id="rId35" Type="http://schemas.openxmlformats.org/officeDocument/2006/relationships/image" Target="../media/image136.png"/><Relationship Id="rId43" Type="http://schemas.openxmlformats.org/officeDocument/2006/relationships/image" Target="../media/image140.png"/><Relationship Id="rId48" Type="http://schemas.openxmlformats.org/officeDocument/2006/relationships/customXml" Target="../ink/ink145.xml"/><Relationship Id="rId56" Type="http://schemas.openxmlformats.org/officeDocument/2006/relationships/customXml" Target="../ink/ink149.xml"/><Relationship Id="rId8" Type="http://schemas.openxmlformats.org/officeDocument/2006/relationships/customXml" Target="../ink/ink125.xml"/><Relationship Id="rId51" Type="http://schemas.openxmlformats.org/officeDocument/2006/relationships/image" Target="../media/image144.png"/><Relationship Id="rId3" Type="http://schemas.openxmlformats.org/officeDocument/2006/relationships/image" Target="../media/image120.png"/><Relationship Id="rId12" Type="http://schemas.openxmlformats.org/officeDocument/2006/relationships/customXml" Target="../ink/ink127.xml"/><Relationship Id="rId17" Type="http://schemas.openxmlformats.org/officeDocument/2006/relationships/image" Target="../media/image127.png"/><Relationship Id="rId25" Type="http://schemas.openxmlformats.org/officeDocument/2006/relationships/image" Target="../media/image131.png"/><Relationship Id="rId33" Type="http://schemas.openxmlformats.org/officeDocument/2006/relationships/image" Target="../media/image135.png"/><Relationship Id="rId38" Type="http://schemas.openxmlformats.org/officeDocument/2006/relationships/customXml" Target="../ink/ink140.xml"/><Relationship Id="rId46" Type="http://schemas.openxmlformats.org/officeDocument/2006/relationships/customXml" Target="../ink/ink144.xml"/><Relationship Id="rId59" Type="http://schemas.openxmlformats.org/officeDocument/2006/relationships/image" Target="../media/image148.png"/><Relationship Id="rId20" Type="http://schemas.openxmlformats.org/officeDocument/2006/relationships/customXml" Target="../ink/ink131.xml"/><Relationship Id="rId41" Type="http://schemas.openxmlformats.org/officeDocument/2006/relationships/image" Target="../media/image139.png"/><Relationship Id="rId54" Type="http://schemas.openxmlformats.org/officeDocument/2006/relationships/customXml" Target="../ink/ink14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4.xml"/><Relationship Id="rId15" Type="http://schemas.openxmlformats.org/officeDocument/2006/relationships/image" Target="../media/image126.png"/><Relationship Id="rId23" Type="http://schemas.openxmlformats.org/officeDocument/2006/relationships/image" Target="../media/image130.png"/><Relationship Id="rId28" Type="http://schemas.openxmlformats.org/officeDocument/2006/relationships/customXml" Target="../ink/ink135.xml"/><Relationship Id="rId36" Type="http://schemas.openxmlformats.org/officeDocument/2006/relationships/customXml" Target="../ink/ink139.xml"/><Relationship Id="rId49" Type="http://schemas.openxmlformats.org/officeDocument/2006/relationships/image" Target="../media/image143.png"/><Relationship Id="rId57" Type="http://schemas.openxmlformats.org/officeDocument/2006/relationships/image" Target="../media/image147.png"/><Relationship Id="rId10" Type="http://schemas.openxmlformats.org/officeDocument/2006/relationships/customXml" Target="../ink/ink126.xml"/><Relationship Id="rId31" Type="http://schemas.openxmlformats.org/officeDocument/2006/relationships/image" Target="../media/image134.png"/><Relationship Id="rId44" Type="http://schemas.openxmlformats.org/officeDocument/2006/relationships/customXml" Target="../ink/ink143.xml"/><Relationship Id="rId52" Type="http://schemas.openxmlformats.org/officeDocument/2006/relationships/customXml" Target="../ink/ink147.xml"/><Relationship Id="rId60" Type="http://schemas.openxmlformats.org/officeDocument/2006/relationships/customXml" Target="../ink/ink151.xml"/><Relationship Id="rId4" Type="http://schemas.openxmlformats.org/officeDocument/2006/relationships/customXml" Target="../ink/ink123.xml"/><Relationship Id="rId9" Type="http://schemas.openxmlformats.org/officeDocument/2006/relationships/image" Target="../media/image123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10.xml"/><Relationship Id="rId21" Type="http://schemas.openxmlformats.org/officeDocument/2006/relationships/image" Target="../media/image159.png"/><Relationship Id="rId42" Type="http://schemas.openxmlformats.org/officeDocument/2006/relationships/customXml" Target="../ink/ink172.xml"/><Relationship Id="rId63" Type="http://schemas.openxmlformats.org/officeDocument/2006/relationships/image" Target="../media/image179.png"/><Relationship Id="rId84" Type="http://schemas.openxmlformats.org/officeDocument/2006/relationships/customXml" Target="../ink/ink193.xml"/><Relationship Id="rId138" Type="http://schemas.openxmlformats.org/officeDocument/2006/relationships/image" Target="../media/image216.png"/><Relationship Id="rId159" Type="http://schemas.openxmlformats.org/officeDocument/2006/relationships/image" Target="../media/image226.png"/><Relationship Id="rId170" Type="http://schemas.openxmlformats.org/officeDocument/2006/relationships/customXml" Target="../ink/ink237.xml"/><Relationship Id="rId191" Type="http://schemas.openxmlformats.org/officeDocument/2006/relationships/image" Target="../media/image242.png"/><Relationship Id="rId107" Type="http://schemas.openxmlformats.org/officeDocument/2006/relationships/customXml" Target="../ink/ink205.xml"/><Relationship Id="rId11" Type="http://schemas.openxmlformats.org/officeDocument/2006/relationships/image" Target="../media/image154.png"/><Relationship Id="rId32" Type="http://schemas.openxmlformats.org/officeDocument/2006/relationships/customXml" Target="../ink/ink167.xml"/><Relationship Id="rId53" Type="http://schemas.openxmlformats.org/officeDocument/2006/relationships/image" Target="../media/image174.png"/><Relationship Id="rId74" Type="http://schemas.openxmlformats.org/officeDocument/2006/relationships/customXml" Target="../ink/ink188.xml"/><Relationship Id="rId128" Type="http://schemas.openxmlformats.org/officeDocument/2006/relationships/image" Target="../media/image211.png"/><Relationship Id="rId149" Type="http://schemas.openxmlformats.org/officeDocument/2006/relationships/image" Target="../media/image221.png"/><Relationship Id="rId5" Type="http://schemas.openxmlformats.org/officeDocument/2006/relationships/image" Target="../media/image151.png"/><Relationship Id="rId95" Type="http://schemas.openxmlformats.org/officeDocument/2006/relationships/image" Target="../media/image195.png"/><Relationship Id="rId160" Type="http://schemas.openxmlformats.org/officeDocument/2006/relationships/customXml" Target="../ink/ink232.xml"/><Relationship Id="rId181" Type="http://schemas.openxmlformats.org/officeDocument/2006/relationships/image" Target="../media/image237.png"/><Relationship Id="rId22" Type="http://schemas.openxmlformats.org/officeDocument/2006/relationships/customXml" Target="../ink/ink162.xml"/><Relationship Id="rId43" Type="http://schemas.openxmlformats.org/officeDocument/2006/relationships/image" Target="../media/image169.png"/><Relationship Id="rId64" Type="http://schemas.openxmlformats.org/officeDocument/2006/relationships/customXml" Target="../ink/ink183.xml"/><Relationship Id="rId118" Type="http://schemas.openxmlformats.org/officeDocument/2006/relationships/image" Target="../media/image206.png"/><Relationship Id="rId139" Type="http://schemas.openxmlformats.org/officeDocument/2006/relationships/customXml" Target="../ink/ink221.xml"/><Relationship Id="rId85" Type="http://schemas.openxmlformats.org/officeDocument/2006/relationships/image" Target="../media/image190.png"/><Relationship Id="rId150" Type="http://schemas.openxmlformats.org/officeDocument/2006/relationships/customXml" Target="../ink/ink227.xml"/><Relationship Id="rId171" Type="http://schemas.openxmlformats.org/officeDocument/2006/relationships/image" Target="../media/image232.png"/><Relationship Id="rId192" Type="http://schemas.openxmlformats.org/officeDocument/2006/relationships/customXml" Target="../ink/ink248.xml"/><Relationship Id="rId12" Type="http://schemas.openxmlformats.org/officeDocument/2006/relationships/customXml" Target="../ink/ink157.xml"/><Relationship Id="rId33" Type="http://schemas.openxmlformats.org/officeDocument/2006/relationships/image" Target="../media/image165.png"/><Relationship Id="rId108" Type="http://schemas.openxmlformats.org/officeDocument/2006/relationships/image" Target="../media/image201.png"/><Relationship Id="rId129" Type="http://schemas.openxmlformats.org/officeDocument/2006/relationships/customXml" Target="../ink/ink216.xml"/><Relationship Id="rId54" Type="http://schemas.openxmlformats.org/officeDocument/2006/relationships/customXml" Target="../ink/ink178.xml"/><Relationship Id="rId75" Type="http://schemas.openxmlformats.org/officeDocument/2006/relationships/image" Target="../media/image185.png"/><Relationship Id="rId96" Type="http://schemas.openxmlformats.org/officeDocument/2006/relationships/customXml" Target="../ink/ink199.xml"/><Relationship Id="rId140" Type="http://schemas.openxmlformats.org/officeDocument/2006/relationships/image" Target="../media/image217.png"/><Relationship Id="rId161" Type="http://schemas.openxmlformats.org/officeDocument/2006/relationships/image" Target="../media/image227.png"/><Relationship Id="rId182" Type="http://schemas.openxmlformats.org/officeDocument/2006/relationships/customXml" Target="../ink/ink243.xml"/><Relationship Id="rId6" Type="http://schemas.openxmlformats.org/officeDocument/2006/relationships/customXml" Target="../ink/ink154.xml"/><Relationship Id="rId23" Type="http://schemas.openxmlformats.org/officeDocument/2006/relationships/image" Target="../media/image160.png"/><Relationship Id="rId119" Type="http://schemas.openxmlformats.org/officeDocument/2006/relationships/customXml" Target="../ink/ink211.xml"/><Relationship Id="rId44" Type="http://schemas.openxmlformats.org/officeDocument/2006/relationships/customXml" Target="../ink/ink173.xml"/><Relationship Id="rId65" Type="http://schemas.openxmlformats.org/officeDocument/2006/relationships/image" Target="../media/image180.png"/><Relationship Id="rId86" Type="http://schemas.openxmlformats.org/officeDocument/2006/relationships/customXml" Target="../ink/ink194.xml"/><Relationship Id="rId130" Type="http://schemas.openxmlformats.org/officeDocument/2006/relationships/image" Target="../media/image212.png"/><Relationship Id="rId151" Type="http://schemas.openxmlformats.org/officeDocument/2006/relationships/image" Target="../media/image222.png"/><Relationship Id="rId172" Type="http://schemas.openxmlformats.org/officeDocument/2006/relationships/customXml" Target="../ink/ink238.xml"/><Relationship Id="rId193" Type="http://schemas.openxmlformats.org/officeDocument/2006/relationships/image" Target="../media/image243.png"/><Relationship Id="rId13" Type="http://schemas.openxmlformats.org/officeDocument/2006/relationships/image" Target="../media/image155.png"/><Relationship Id="rId109" Type="http://schemas.openxmlformats.org/officeDocument/2006/relationships/customXml" Target="../ink/ink206.xml"/><Relationship Id="rId34" Type="http://schemas.openxmlformats.org/officeDocument/2006/relationships/customXml" Target="../ink/ink168.xml"/><Relationship Id="rId55" Type="http://schemas.openxmlformats.org/officeDocument/2006/relationships/image" Target="../media/image175.png"/><Relationship Id="rId76" Type="http://schemas.openxmlformats.org/officeDocument/2006/relationships/customXml" Target="../ink/ink189.xml"/><Relationship Id="rId97" Type="http://schemas.openxmlformats.org/officeDocument/2006/relationships/image" Target="../media/image196.png"/><Relationship Id="rId120" Type="http://schemas.openxmlformats.org/officeDocument/2006/relationships/image" Target="../media/image207.png"/><Relationship Id="rId141" Type="http://schemas.openxmlformats.org/officeDocument/2006/relationships/customXml" Target="../ink/ink222.xml"/><Relationship Id="rId7" Type="http://schemas.openxmlformats.org/officeDocument/2006/relationships/image" Target="../media/image152.png"/><Relationship Id="rId162" Type="http://schemas.openxmlformats.org/officeDocument/2006/relationships/customXml" Target="../ink/ink233.xml"/><Relationship Id="rId183" Type="http://schemas.openxmlformats.org/officeDocument/2006/relationships/image" Target="../media/image238.png"/><Relationship Id="rId2" Type="http://schemas.openxmlformats.org/officeDocument/2006/relationships/customXml" Target="../ink/ink152.xml"/><Relationship Id="rId29" Type="http://schemas.openxmlformats.org/officeDocument/2006/relationships/image" Target="../media/image163.png"/><Relationship Id="rId24" Type="http://schemas.openxmlformats.org/officeDocument/2006/relationships/customXml" Target="../ink/ink163.xml"/><Relationship Id="rId40" Type="http://schemas.openxmlformats.org/officeDocument/2006/relationships/customXml" Target="../ink/ink171.xml"/><Relationship Id="rId45" Type="http://schemas.openxmlformats.org/officeDocument/2006/relationships/image" Target="../media/image170.png"/><Relationship Id="rId66" Type="http://schemas.openxmlformats.org/officeDocument/2006/relationships/customXml" Target="../ink/ink184.xml"/><Relationship Id="rId87" Type="http://schemas.openxmlformats.org/officeDocument/2006/relationships/image" Target="../media/image191.png"/><Relationship Id="rId110" Type="http://schemas.openxmlformats.org/officeDocument/2006/relationships/image" Target="../media/image202.png"/><Relationship Id="rId115" Type="http://schemas.openxmlformats.org/officeDocument/2006/relationships/customXml" Target="../ink/ink209.xml"/><Relationship Id="rId131" Type="http://schemas.openxmlformats.org/officeDocument/2006/relationships/customXml" Target="../ink/ink217.xml"/><Relationship Id="rId136" Type="http://schemas.openxmlformats.org/officeDocument/2006/relationships/image" Target="../media/image215.png"/><Relationship Id="rId157" Type="http://schemas.openxmlformats.org/officeDocument/2006/relationships/image" Target="../media/image225.png"/><Relationship Id="rId178" Type="http://schemas.openxmlformats.org/officeDocument/2006/relationships/customXml" Target="../ink/ink241.xml"/><Relationship Id="rId61" Type="http://schemas.openxmlformats.org/officeDocument/2006/relationships/image" Target="../media/image178.png"/><Relationship Id="rId82" Type="http://schemas.openxmlformats.org/officeDocument/2006/relationships/customXml" Target="../ink/ink192.xml"/><Relationship Id="rId152" Type="http://schemas.openxmlformats.org/officeDocument/2006/relationships/customXml" Target="../ink/ink228.xml"/><Relationship Id="rId173" Type="http://schemas.openxmlformats.org/officeDocument/2006/relationships/image" Target="../media/image233.png"/><Relationship Id="rId194" Type="http://schemas.openxmlformats.org/officeDocument/2006/relationships/customXml" Target="../ink/ink249.xml"/><Relationship Id="rId199" Type="http://schemas.openxmlformats.org/officeDocument/2006/relationships/customXml" Target="../ink/ink252.xml"/><Relationship Id="rId203" Type="http://schemas.openxmlformats.org/officeDocument/2006/relationships/customXml" Target="../ink/ink254.xml"/><Relationship Id="rId19" Type="http://schemas.openxmlformats.org/officeDocument/2006/relationships/image" Target="../media/image158.png"/><Relationship Id="rId14" Type="http://schemas.openxmlformats.org/officeDocument/2006/relationships/customXml" Target="../ink/ink158.xml"/><Relationship Id="rId30" Type="http://schemas.openxmlformats.org/officeDocument/2006/relationships/customXml" Target="../ink/ink166.xml"/><Relationship Id="rId35" Type="http://schemas.openxmlformats.org/officeDocument/2006/relationships/image" Target="../media/image44.png"/><Relationship Id="rId56" Type="http://schemas.openxmlformats.org/officeDocument/2006/relationships/customXml" Target="../ink/ink179.xml"/><Relationship Id="rId77" Type="http://schemas.openxmlformats.org/officeDocument/2006/relationships/image" Target="../media/image186.png"/><Relationship Id="rId100" Type="http://schemas.openxmlformats.org/officeDocument/2006/relationships/customXml" Target="../ink/ink201.xml"/><Relationship Id="rId105" Type="http://schemas.openxmlformats.org/officeDocument/2006/relationships/customXml" Target="../ink/ink204.xml"/><Relationship Id="rId126" Type="http://schemas.openxmlformats.org/officeDocument/2006/relationships/image" Target="../media/image210.png"/><Relationship Id="rId147" Type="http://schemas.openxmlformats.org/officeDocument/2006/relationships/customXml" Target="../ink/ink225.xml"/><Relationship Id="rId168" Type="http://schemas.openxmlformats.org/officeDocument/2006/relationships/customXml" Target="../ink/ink236.xml"/><Relationship Id="rId8" Type="http://schemas.openxmlformats.org/officeDocument/2006/relationships/customXml" Target="../ink/ink155.xml"/><Relationship Id="rId51" Type="http://schemas.openxmlformats.org/officeDocument/2006/relationships/image" Target="../media/image173.png"/><Relationship Id="rId72" Type="http://schemas.openxmlformats.org/officeDocument/2006/relationships/customXml" Target="../ink/ink187.xml"/><Relationship Id="rId93" Type="http://schemas.openxmlformats.org/officeDocument/2006/relationships/image" Target="../media/image194.png"/><Relationship Id="rId98" Type="http://schemas.openxmlformats.org/officeDocument/2006/relationships/customXml" Target="../ink/ink200.xml"/><Relationship Id="rId121" Type="http://schemas.openxmlformats.org/officeDocument/2006/relationships/customXml" Target="../ink/ink212.xml"/><Relationship Id="rId142" Type="http://schemas.openxmlformats.org/officeDocument/2006/relationships/image" Target="../media/image218.png"/><Relationship Id="rId163" Type="http://schemas.openxmlformats.org/officeDocument/2006/relationships/image" Target="../media/image228.png"/><Relationship Id="rId184" Type="http://schemas.openxmlformats.org/officeDocument/2006/relationships/customXml" Target="../ink/ink244.xml"/><Relationship Id="rId189" Type="http://schemas.openxmlformats.org/officeDocument/2006/relationships/image" Target="../media/image241.png"/><Relationship Id="rId3" Type="http://schemas.openxmlformats.org/officeDocument/2006/relationships/image" Target="../media/image150.png"/><Relationship Id="rId25" Type="http://schemas.openxmlformats.org/officeDocument/2006/relationships/image" Target="../media/image161.png"/><Relationship Id="rId46" Type="http://schemas.openxmlformats.org/officeDocument/2006/relationships/customXml" Target="../ink/ink174.xml"/><Relationship Id="rId67" Type="http://schemas.openxmlformats.org/officeDocument/2006/relationships/image" Target="../media/image181.png"/><Relationship Id="rId116" Type="http://schemas.openxmlformats.org/officeDocument/2006/relationships/image" Target="../media/image205.png"/><Relationship Id="rId137" Type="http://schemas.openxmlformats.org/officeDocument/2006/relationships/customXml" Target="../ink/ink220.xml"/><Relationship Id="rId158" Type="http://schemas.openxmlformats.org/officeDocument/2006/relationships/customXml" Target="../ink/ink231.xml"/><Relationship Id="rId20" Type="http://schemas.openxmlformats.org/officeDocument/2006/relationships/customXml" Target="../ink/ink161.xml"/><Relationship Id="rId41" Type="http://schemas.openxmlformats.org/officeDocument/2006/relationships/image" Target="../media/image168.png"/><Relationship Id="rId62" Type="http://schemas.openxmlformats.org/officeDocument/2006/relationships/customXml" Target="../ink/ink182.xml"/><Relationship Id="rId83" Type="http://schemas.openxmlformats.org/officeDocument/2006/relationships/image" Target="../media/image189.png"/><Relationship Id="rId88" Type="http://schemas.openxmlformats.org/officeDocument/2006/relationships/customXml" Target="../ink/ink195.xml"/><Relationship Id="rId111" Type="http://schemas.openxmlformats.org/officeDocument/2006/relationships/customXml" Target="../ink/ink207.xml"/><Relationship Id="rId132" Type="http://schemas.openxmlformats.org/officeDocument/2006/relationships/image" Target="../media/image213.png"/><Relationship Id="rId153" Type="http://schemas.openxmlformats.org/officeDocument/2006/relationships/image" Target="../media/image223.png"/><Relationship Id="rId174" Type="http://schemas.openxmlformats.org/officeDocument/2006/relationships/customXml" Target="../ink/ink239.xml"/><Relationship Id="rId179" Type="http://schemas.openxmlformats.org/officeDocument/2006/relationships/image" Target="../media/image236.png"/><Relationship Id="rId195" Type="http://schemas.openxmlformats.org/officeDocument/2006/relationships/customXml" Target="../ink/ink250.xml"/><Relationship Id="rId190" Type="http://schemas.openxmlformats.org/officeDocument/2006/relationships/customXml" Target="../ink/ink247.xml"/><Relationship Id="rId204" Type="http://schemas.openxmlformats.org/officeDocument/2006/relationships/image" Target="../media/image248.png"/><Relationship Id="rId15" Type="http://schemas.openxmlformats.org/officeDocument/2006/relationships/image" Target="../media/image156.png"/><Relationship Id="rId36" Type="http://schemas.openxmlformats.org/officeDocument/2006/relationships/customXml" Target="../ink/ink169.xml"/><Relationship Id="rId57" Type="http://schemas.openxmlformats.org/officeDocument/2006/relationships/image" Target="../media/image176.png"/><Relationship Id="rId106" Type="http://schemas.openxmlformats.org/officeDocument/2006/relationships/image" Target="../media/image200.png"/><Relationship Id="rId127" Type="http://schemas.openxmlformats.org/officeDocument/2006/relationships/customXml" Target="../ink/ink215.xml"/><Relationship Id="rId10" Type="http://schemas.openxmlformats.org/officeDocument/2006/relationships/customXml" Target="../ink/ink156.xml"/><Relationship Id="rId31" Type="http://schemas.openxmlformats.org/officeDocument/2006/relationships/image" Target="../media/image164.png"/><Relationship Id="rId52" Type="http://schemas.openxmlformats.org/officeDocument/2006/relationships/customXml" Target="../ink/ink177.xml"/><Relationship Id="rId73" Type="http://schemas.openxmlformats.org/officeDocument/2006/relationships/image" Target="../media/image184.png"/><Relationship Id="rId78" Type="http://schemas.openxmlformats.org/officeDocument/2006/relationships/customXml" Target="../ink/ink190.xml"/><Relationship Id="rId94" Type="http://schemas.openxmlformats.org/officeDocument/2006/relationships/customXml" Target="../ink/ink198.xml"/><Relationship Id="rId99" Type="http://schemas.openxmlformats.org/officeDocument/2006/relationships/image" Target="../media/image197.png"/><Relationship Id="rId101" Type="http://schemas.openxmlformats.org/officeDocument/2006/relationships/image" Target="../media/image198.png"/><Relationship Id="rId122" Type="http://schemas.openxmlformats.org/officeDocument/2006/relationships/image" Target="../media/image208.png"/><Relationship Id="rId143" Type="http://schemas.openxmlformats.org/officeDocument/2006/relationships/customXml" Target="../ink/ink223.xml"/><Relationship Id="rId148" Type="http://schemas.openxmlformats.org/officeDocument/2006/relationships/customXml" Target="../ink/ink226.xml"/><Relationship Id="rId164" Type="http://schemas.openxmlformats.org/officeDocument/2006/relationships/customXml" Target="../ink/ink234.xml"/><Relationship Id="rId169" Type="http://schemas.openxmlformats.org/officeDocument/2006/relationships/image" Target="../media/image231.png"/><Relationship Id="rId185" Type="http://schemas.openxmlformats.org/officeDocument/2006/relationships/image" Target="../media/image239.png"/><Relationship Id="rId4" Type="http://schemas.openxmlformats.org/officeDocument/2006/relationships/customXml" Target="../ink/ink153.xml"/><Relationship Id="rId9" Type="http://schemas.openxmlformats.org/officeDocument/2006/relationships/image" Target="../media/image153.png"/><Relationship Id="rId180" Type="http://schemas.openxmlformats.org/officeDocument/2006/relationships/customXml" Target="../ink/ink242.xml"/><Relationship Id="rId26" Type="http://schemas.openxmlformats.org/officeDocument/2006/relationships/customXml" Target="../ink/ink164.xml"/><Relationship Id="rId47" Type="http://schemas.openxmlformats.org/officeDocument/2006/relationships/image" Target="../media/image171.png"/><Relationship Id="rId68" Type="http://schemas.openxmlformats.org/officeDocument/2006/relationships/customXml" Target="../ink/ink185.xml"/><Relationship Id="rId89" Type="http://schemas.openxmlformats.org/officeDocument/2006/relationships/image" Target="../media/image192.png"/><Relationship Id="rId112" Type="http://schemas.openxmlformats.org/officeDocument/2006/relationships/image" Target="../media/image203.png"/><Relationship Id="rId133" Type="http://schemas.openxmlformats.org/officeDocument/2006/relationships/customXml" Target="../ink/ink218.xml"/><Relationship Id="rId154" Type="http://schemas.openxmlformats.org/officeDocument/2006/relationships/customXml" Target="../ink/ink229.xml"/><Relationship Id="rId175" Type="http://schemas.openxmlformats.org/officeDocument/2006/relationships/image" Target="../media/image234.png"/><Relationship Id="rId196" Type="http://schemas.openxmlformats.org/officeDocument/2006/relationships/image" Target="../media/image244.png"/><Relationship Id="rId200" Type="http://schemas.openxmlformats.org/officeDocument/2006/relationships/image" Target="../media/image246.png"/><Relationship Id="rId16" Type="http://schemas.openxmlformats.org/officeDocument/2006/relationships/customXml" Target="../ink/ink159.xml"/><Relationship Id="rId37" Type="http://schemas.openxmlformats.org/officeDocument/2006/relationships/image" Target="../media/image166.png"/><Relationship Id="rId58" Type="http://schemas.openxmlformats.org/officeDocument/2006/relationships/customXml" Target="../ink/ink180.xml"/><Relationship Id="rId79" Type="http://schemas.openxmlformats.org/officeDocument/2006/relationships/image" Target="../media/image187.png"/><Relationship Id="rId102" Type="http://schemas.openxmlformats.org/officeDocument/2006/relationships/customXml" Target="../ink/ink202.xml"/><Relationship Id="rId123" Type="http://schemas.openxmlformats.org/officeDocument/2006/relationships/customXml" Target="../ink/ink213.xml"/><Relationship Id="rId144" Type="http://schemas.openxmlformats.org/officeDocument/2006/relationships/image" Target="../media/image219.png"/><Relationship Id="rId90" Type="http://schemas.openxmlformats.org/officeDocument/2006/relationships/customXml" Target="../ink/ink196.xml"/><Relationship Id="rId165" Type="http://schemas.openxmlformats.org/officeDocument/2006/relationships/image" Target="../media/image229.png"/><Relationship Id="rId186" Type="http://schemas.openxmlformats.org/officeDocument/2006/relationships/customXml" Target="../ink/ink245.xml"/><Relationship Id="rId27" Type="http://schemas.openxmlformats.org/officeDocument/2006/relationships/image" Target="../media/image162.png"/><Relationship Id="rId48" Type="http://schemas.openxmlformats.org/officeDocument/2006/relationships/customXml" Target="../ink/ink175.xml"/><Relationship Id="rId69" Type="http://schemas.openxmlformats.org/officeDocument/2006/relationships/image" Target="../media/image182.png"/><Relationship Id="rId113" Type="http://schemas.openxmlformats.org/officeDocument/2006/relationships/customXml" Target="../ink/ink208.xml"/><Relationship Id="rId134" Type="http://schemas.openxmlformats.org/officeDocument/2006/relationships/image" Target="../media/image214.png"/><Relationship Id="rId80" Type="http://schemas.openxmlformats.org/officeDocument/2006/relationships/customXml" Target="../ink/ink191.xml"/><Relationship Id="rId155" Type="http://schemas.openxmlformats.org/officeDocument/2006/relationships/image" Target="../media/image224.png"/><Relationship Id="rId176" Type="http://schemas.openxmlformats.org/officeDocument/2006/relationships/customXml" Target="../ink/ink240.xml"/><Relationship Id="rId197" Type="http://schemas.openxmlformats.org/officeDocument/2006/relationships/customXml" Target="../ink/ink251.xml"/><Relationship Id="rId201" Type="http://schemas.openxmlformats.org/officeDocument/2006/relationships/customXml" Target="../ink/ink253.xml"/><Relationship Id="rId17" Type="http://schemas.openxmlformats.org/officeDocument/2006/relationships/image" Target="../media/image157.png"/><Relationship Id="rId38" Type="http://schemas.openxmlformats.org/officeDocument/2006/relationships/customXml" Target="../ink/ink170.xml"/><Relationship Id="rId59" Type="http://schemas.openxmlformats.org/officeDocument/2006/relationships/image" Target="../media/image177.png"/><Relationship Id="rId103" Type="http://schemas.openxmlformats.org/officeDocument/2006/relationships/image" Target="../media/image199.png"/><Relationship Id="rId124" Type="http://schemas.openxmlformats.org/officeDocument/2006/relationships/image" Target="../media/image209.png"/><Relationship Id="rId70" Type="http://schemas.openxmlformats.org/officeDocument/2006/relationships/customXml" Target="../ink/ink186.xml"/><Relationship Id="rId91" Type="http://schemas.openxmlformats.org/officeDocument/2006/relationships/image" Target="../media/image193.png"/><Relationship Id="rId145" Type="http://schemas.openxmlformats.org/officeDocument/2006/relationships/customXml" Target="../ink/ink224.xml"/><Relationship Id="rId166" Type="http://schemas.openxmlformats.org/officeDocument/2006/relationships/customXml" Target="../ink/ink235.xml"/><Relationship Id="rId187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65.xml"/><Relationship Id="rId49" Type="http://schemas.openxmlformats.org/officeDocument/2006/relationships/image" Target="../media/image172.png"/><Relationship Id="rId114" Type="http://schemas.openxmlformats.org/officeDocument/2006/relationships/image" Target="../media/image204.png"/><Relationship Id="rId60" Type="http://schemas.openxmlformats.org/officeDocument/2006/relationships/customXml" Target="../ink/ink181.xml"/><Relationship Id="rId81" Type="http://schemas.openxmlformats.org/officeDocument/2006/relationships/image" Target="../media/image188.png"/><Relationship Id="rId135" Type="http://schemas.openxmlformats.org/officeDocument/2006/relationships/customXml" Target="../ink/ink219.xml"/><Relationship Id="rId156" Type="http://schemas.openxmlformats.org/officeDocument/2006/relationships/customXml" Target="../ink/ink230.xml"/><Relationship Id="rId177" Type="http://schemas.openxmlformats.org/officeDocument/2006/relationships/image" Target="../media/image235.png"/><Relationship Id="rId198" Type="http://schemas.openxmlformats.org/officeDocument/2006/relationships/image" Target="../media/image245.png"/><Relationship Id="rId202" Type="http://schemas.openxmlformats.org/officeDocument/2006/relationships/image" Target="../media/image247.png"/><Relationship Id="rId18" Type="http://schemas.openxmlformats.org/officeDocument/2006/relationships/customXml" Target="../ink/ink160.xml"/><Relationship Id="rId39" Type="http://schemas.openxmlformats.org/officeDocument/2006/relationships/image" Target="../media/image167.png"/><Relationship Id="rId50" Type="http://schemas.openxmlformats.org/officeDocument/2006/relationships/customXml" Target="../ink/ink176.xml"/><Relationship Id="rId104" Type="http://schemas.openxmlformats.org/officeDocument/2006/relationships/customXml" Target="../ink/ink203.xml"/><Relationship Id="rId125" Type="http://schemas.openxmlformats.org/officeDocument/2006/relationships/customXml" Target="../ink/ink214.xml"/><Relationship Id="rId146" Type="http://schemas.openxmlformats.org/officeDocument/2006/relationships/image" Target="../media/image220.png"/><Relationship Id="rId167" Type="http://schemas.openxmlformats.org/officeDocument/2006/relationships/image" Target="../media/image230.png"/><Relationship Id="rId188" Type="http://schemas.openxmlformats.org/officeDocument/2006/relationships/customXml" Target="../ink/ink246.xml"/><Relationship Id="rId71" Type="http://schemas.openxmlformats.org/officeDocument/2006/relationships/image" Target="../media/image183.png"/><Relationship Id="rId92" Type="http://schemas.openxmlformats.org/officeDocument/2006/relationships/customXml" Target="../ink/ink197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4.png"/><Relationship Id="rId18" Type="http://schemas.openxmlformats.org/officeDocument/2006/relationships/customXml" Target="../ink/ink263.xml"/><Relationship Id="rId26" Type="http://schemas.openxmlformats.org/officeDocument/2006/relationships/customXml" Target="../ink/ink267.xml"/><Relationship Id="rId39" Type="http://schemas.openxmlformats.org/officeDocument/2006/relationships/image" Target="../media/image267.png"/><Relationship Id="rId21" Type="http://schemas.openxmlformats.org/officeDocument/2006/relationships/image" Target="../media/image258.png"/><Relationship Id="rId34" Type="http://schemas.openxmlformats.org/officeDocument/2006/relationships/customXml" Target="../ink/ink271.xml"/><Relationship Id="rId42" Type="http://schemas.openxmlformats.org/officeDocument/2006/relationships/customXml" Target="../ink/ink275.xml"/><Relationship Id="rId47" Type="http://schemas.openxmlformats.org/officeDocument/2006/relationships/image" Target="../media/image271.png"/><Relationship Id="rId50" Type="http://schemas.openxmlformats.org/officeDocument/2006/relationships/customXml" Target="../ink/ink279.xml"/><Relationship Id="rId7" Type="http://schemas.openxmlformats.org/officeDocument/2006/relationships/image" Target="../media/image251.png"/><Relationship Id="rId2" Type="http://schemas.openxmlformats.org/officeDocument/2006/relationships/customXml" Target="../ink/ink255.xml"/><Relationship Id="rId16" Type="http://schemas.openxmlformats.org/officeDocument/2006/relationships/customXml" Target="../ink/ink262.xml"/><Relationship Id="rId29" Type="http://schemas.openxmlformats.org/officeDocument/2006/relationships/image" Target="../media/image262.png"/><Relationship Id="rId11" Type="http://schemas.openxmlformats.org/officeDocument/2006/relationships/image" Target="../media/image253.png"/><Relationship Id="rId24" Type="http://schemas.openxmlformats.org/officeDocument/2006/relationships/customXml" Target="../ink/ink266.xml"/><Relationship Id="rId32" Type="http://schemas.openxmlformats.org/officeDocument/2006/relationships/customXml" Target="../ink/ink270.xml"/><Relationship Id="rId37" Type="http://schemas.openxmlformats.org/officeDocument/2006/relationships/image" Target="../media/image266.png"/><Relationship Id="rId40" Type="http://schemas.openxmlformats.org/officeDocument/2006/relationships/customXml" Target="../ink/ink274.xml"/><Relationship Id="rId45" Type="http://schemas.openxmlformats.org/officeDocument/2006/relationships/image" Target="../media/image270.png"/><Relationship Id="rId5" Type="http://schemas.openxmlformats.org/officeDocument/2006/relationships/image" Target="../media/image250.png"/><Relationship Id="rId15" Type="http://schemas.openxmlformats.org/officeDocument/2006/relationships/image" Target="../media/image255.png"/><Relationship Id="rId23" Type="http://schemas.openxmlformats.org/officeDocument/2006/relationships/image" Target="../media/image259.png"/><Relationship Id="rId28" Type="http://schemas.openxmlformats.org/officeDocument/2006/relationships/customXml" Target="../ink/ink268.xml"/><Relationship Id="rId36" Type="http://schemas.openxmlformats.org/officeDocument/2006/relationships/customXml" Target="../ink/ink272.xml"/><Relationship Id="rId49" Type="http://schemas.openxmlformats.org/officeDocument/2006/relationships/image" Target="../media/image272.png"/><Relationship Id="rId10" Type="http://schemas.openxmlformats.org/officeDocument/2006/relationships/customXml" Target="../ink/ink259.xml"/><Relationship Id="rId19" Type="http://schemas.openxmlformats.org/officeDocument/2006/relationships/image" Target="../media/image257.png"/><Relationship Id="rId31" Type="http://schemas.openxmlformats.org/officeDocument/2006/relationships/image" Target="../media/image263.png"/><Relationship Id="rId44" Type="http://schemas.openxmlformats.org/officeDocument/2006/relationships/customXml" Target="../ink/ink276.xml"/><Relationship Id="rId4" Type="http://schemas.openxmlformats.org/officeDocument/2006/relationships/customXml" Target="../ink/ink256.xml"/><Relationship Id="rId9" Type="http://schemas.openxmlformats.org/officeDocument/2006/relationships/image" Target="../media/image252.png"/><Relationship Id="rId14" Type="http://schemas.openxmlformats.org/officeDocument/2006/relationships/customXml" Target="../ink/ink261.xml"/><Relationship Id="rId22" Type="http://schemas.openxmlformats.org/officeDocument/2006/relationships/customXml" Target="../ink/ink265.xml"/><Relationship Id="rId27" Type="http://schemas.openxmlformats.org/officeDocument/2006/relationships/image" Target="../media/image261.png"/><Relationship Id="rId30" Type="http://schemas.openxmlformats.org/officeDocument/2006/relationships/customXml" Target="../ink/ink269.xml"/><Relationship Id="rId35" Type="http://schemas.openxmlformats.org/officeDocument/2006/relationships/image" Target="../media/image265.png"/><Relationship Id="rId43" Type="http://schemas.openxmlformats.org/officeDocument/2006/relationships/image" Target="../media/image269.png"/><Relationship Id="rId48" Type="http://schemas.openxmlformats.org/officeDocument/2006/relationships/customXml" Target="../ink/ink278.xml"/><Relationship Id="rId8" Type="http://schemas.openxmlformats.org/officeDocument/2006/relationships/customXml" Target="../ink/ink258.xml"/><Relationship Id="rId51" Type="http://schemas.openxmlformats.org/officeDocument/2006/relationships/image" Target="../media/image273.png"/><Relationship Id="rId3" Type="http://schemas.openxmlformats.org/officeDocument/2006/relationships/image" Target="../media/image249.png"/><Relationship Id="rId12" Type="http://schemas.openxmlformats.org/officeDocument/2006/relationships/customXml" Target="../ink/ink260.xml"/><Relationship Id="rId17" Type="http://schemas.openxmlformats.org/officeDocument/2006/relationships/image" Target="../media/image256.png"/><Relationship Id="rId25" Type="http://schemas.openxmlformats.org/officeDocument/2006/relationships/image" Target="../media/image260.png"/><Relationship Id="rId33" Type="http://schemas.openxmlformats.org/officeDocument/2006/relationships/image" Target="../media/image264.png"/><Relationship Id="rId38" Type="http://schemas.openxmlformats.org/officeDocument/2006/relationships/customXml" Target="../ink/ink273.xml"/><Relationship Id="rId46" Type="http://schemas.openxmlformats.org/officeDocument/2006/relationships/customXml" Target="../ink/ink277.xml"/><Relationship Id="rId20" Type="http://schemas.openxmlformats.org/officeDocument/2006/relationships/customXml" Target="../ink/ink264.xml"/><Relationship Id="rId41" Type="http://schemas.openxmlformats.org/officeDocument/2006/relationships/image" Target="../media/image26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3ED1079D-5CFC-47BE-A1DD-AE163D0F4E8A}"/>
                  </a:ext>
                </a:extLst>
              </p14:cNvPr>
              <p14:cNvContentPartPr/>
              <p14:nvPr/>
            </p14:nvContentPartPr>
            <p14:xfrm>
              <a:off x="4114353" y="846633"/>
              <a:ext cx="549720" cy="44388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3ED1079D-5CFC-47BE-A1DD-AE163D0F4E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05713" y="837633"/>
                <a:ext cx="567360" cy="46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7DDFEF69-E02C-4FB8-8EEA-2E459B814CA7}"/>
                  </a:ext>
                </a:extLst>
              </p14:cNvPr>
              <p14:cNvContentPartPr/>
              <p14:nvPr/>
            </p14:nvContentPartPr>
            <p14:xfrm>
              <a:off x="4725273" y="1454313"/>
              <a:ext cx="71280" cy="828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7DDFEF69-E02C-4FB8-8EEA-2E459B814C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16273" y="1445673"/>
                <a:ext cx="8892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5996E412-3DD7-4169-B25D-C3182E8B1FCF}"/>
                  </a:ext>
                </a:extLst>
              </p14:cNvPr>
              <p14:cNvContentPartPr/>
              <p14:nvPr/>
            </p14:nvContentPartPr>
            <p14:xfrm>
              <a:off x="2382393" y="774993"/>
              <a:ext cx="1056600" cy="76644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5996E412-3DD7-4169-B25D-C3182E8B1FC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73396" y="765997"/>
                <a:ext cx="1074234" cy="7840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43ECB4ED-DB49-40EA-B81E-AEEBD9B5315F}"/>
                  </a:ext>
                </a:extLst>
              </p14:cNvPr>
              <p14:cNvContentPartPr/>
              <p14:nvPr/>
            </p14:nvContentPartPr>
            <p14:xfrm>
              <a:off x="1209873" y="781113"/>
              <a:ext cx="618120" cy="66636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43ECB4ED-DB49-40EA-B81E-AEEBD9B5315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00873" y="772473"/>
                <a:ext cx="635760" cy="68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0C9E5492-ADC6-45E8-952D-E93E7CB88BAF}"/>
                  </a:ext>
                </a:extLst>
              </p14:cNvPr>
              <p14:cNvContentPartPr/>
              <p14:nvPr/>
            </p14:nvContentPartPr>
            <p14:xfrm>
              <a:off x="6193713" y="262713"/>
              <a:ext cx="532080" cy="72468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0C9E5492-ADC6-45E8-952D-E93E7CB88BA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84713" y="253713"/>
                <a:ext cx="549720" cy="74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7388D5EC-03E2-459B-9344-BE498300E627}"/>
                  </a:ext>
                </a:extLst>
              </p14:cNvPr>
              <p14:cNvContentPartPr/>
              <p14:nvPr/>
            </p14:nvContentPartPr>
            <p14:xfrm>
              <a:off x="7188033" y="432633"/>
              <a:ext cx="287640" cy="28080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7388D5EC-03E2-459B-9344-BE498300E62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79033" y="423633"/>
                <a:ext cx="30528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C477345D-7CC7-4B4A-BA76-6530E09235A8}"/>
                  </a:ext>
                </a:extLst>
              </p14:cNvPr>
              <p14:cNvContentPartPr/>
              <p14:nvPr/>
            </p14:nvContentPartPr>
            <p14:xfrm>
              <a:off x="7690233" y="449913"/>
              <a:ext cx="295920" cy="30204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C477345D-7CC7-4B4A-BA76-6530E09235A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81593" y="440913"/>
                <a:ext cx="31356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D06ACD90-647C-4E69-9FE4-AA15C87A81CB}"/>
                  </a:ext>
                </a:extLst>
              </p14:cNvPr>
              <p14:cNvContentPartPr/>
              <p14:nvPr/>
            </p14:nvContentPartPr>
            <p14:xfrm>
              <a:off x="8669793" y="299073"/>
              <a:ext cx="484200" cy="431280"/>
            </p14:xfrm>
          </p:contentPart>
        </mc:Choice>
        <mc:Fallback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D06ACD90-647C-4E69-9FE4-AA15C87A81C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60793" y="290073"/>
                <a:ext cx="50184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A0813EEF-DEB9-4A07-A04A-3B23465E4499}"/>
                  </a:ext>
                </a:extLst>
              </p14:cNvPr>
              <p14:cNvContentPartPr/>
              <p14:nvPr/>
            </p14:nvContentPartPr>
            <p14:xfrm>
              <a:off x="6421593" y="1503633"/>
              <a:ext cx="476280" cy="62856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A0813EEF-DEB9-4A07-A04A-3B23465E449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412953" y="1494993"/>
                <a:ext cx="493920" cy="64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DE1BBE26-46E1-4142-8730-A68379C128F0}"/>
                  </a:ext>
                </a:extLst>
              </p14:cNvPr>
              <p14:cNvContentPartPr/>
              <p14:nvPr/>
            </p14:nvContentPartPr>
            <p14:xfrm>
              <a:off x="8373873" y="1284753"/>
              <a:ext cx="794520" cy="707400"/>
            </p14:xfrm>
          </p:contentPart>
        </mc:Choice>
        <mc:Fallback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DE1BBE26-46E1-4142-8730-A68379C128F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64869" y="1275758"/>
                <a:ext cx="812168" cy="7250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967C19EB-EB9F-4479-8BE2-FD34F44DC653}"/>
                  </a:ext>
                </a:extLst>
              </p14:cNvPr>
              <p14:cNvContentPartPr/>
              <p14:nvPr/>
            </p14:nvContentPartPr>
            <p14:xfrm>
              <a:off x="7157793" y="1595073"/>
              <a:ext cx="590760" cy="370440"/>
            </p14:xfrm>
          </p:contentPart>
        </mc:Choice>
        <mc:Fallback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967C19EB-EB9F-4479-8BE2-FD34F44DC65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148793" y="1586073"/>
                <a:ext cx="60840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8093E586-B248-4CFA-949B-D028CF80AEEF}"/>
                  </a:ext>
                </a:extLst>
              </p14:cNvPr>
              <p14:cNvContentPartPr/>
              <p14:nvPr/>
            </p14:nvContentPartPr>
            <p14:xfrm>
              <a:off x="10628913" y="1422633"/>
              <a:ext cx="343440" cy="12600"/>
            </p14:xfrm>
          </p:contentPart>
        </mc:Choice>
        <mc:Fallback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8093E586-B248-4CFA-949B-D028CF80AEE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620273" y="1413633"/>
                <a:ext cx="3610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74C47032-F3E9-44B5-91AF-18A30C31C46B}"/>
                  </a:ext>
                </a:extLst>
              </p14:cNvPr>
              <p14:cNvContentPartPr/>
              <p14:nvPr/>
            </p14:nvContentPartPr>
            <p14:xfrm>
              <a:off x="11137953" y="1409673"/>
              <a:ext cx="124920" cy="408600"/>
            </p14:xfrm>
          </p:contentPart>
        </mc:Choice>
        <mc:Fallback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74C47032-F3E9-44B5-91AF-18A30C31C46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129313" y="1401033"/>
                <a:ext cx="14256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473AC7BA-16EA-4BC3-81F3-D14512FF5F56}"/>
                  </a:ext>
                </a:extLst>
              </p14:cNvPr>
              <p14:cNvContentPartPr/>
              <p14:nvPr/>
            </p14:nvContentPartPr>
            <p14:xfrm>
              <a:off x="11493993" y="1479873"/>
              <a:ext cx="116280" cy="21600"/>
            </p14:xfrm>
          </p:contentPart>
        </mc:Choice>
        <mc:Fallback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473AC7BA-16EA-4BC3-81F3-D14512FF5F5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484993" y="1471233"/>
                <a:ext cx="1339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2" name="墨迹 41">
                <a:extLst>
                  <a:ext uri="{FF2B5EF4-FFF2-40B4-BE49-F238E27FC236}">
                    <a16:creationId xmlns:a16="http://schemas.microsoft.com/office/drawing/2014/main" id="{B99BFADB-0044-4F4C-ADDC-722997B46BA7}"/>
                  </a:ext>
                </a:extLst>
              </p14:cNvPr>
              <p14:cNvContentPartPr/>
              <p14:nvPr/>
            </p14:nvContentPartPr>
            <p14:xfrm>
              <a:off x="11511273" y="1586433"/>
              <a:ext cx="126720" cy="6840"/>
            </p14:xfrm>
          </p:contentPart>
        </mc:Choice>
        <mc:Fallback>
          <p:pic>
            <p:nvPicPr>
              <p:cNvPr id="42" name="墨迹 41">
                <a:extLst>
                  <a:ext uri="{FF2B5EF4-FFF2-40B4-BE49-F238E27FC236}">
                    <a16:creationId xmlns:a16="http://schemas.microsoft.com/office/drawing/2014/main" id="{B99BFADB-0044-4F4C-ADDC-722997B46BA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502633" y="1577793"/>
                <a:ext cx="14436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93801D72-3523-42B6-9607-BEC21E3A7F7D}"/>
                  </a:ext>
                </a:extLst>
              </p14:cNvPr>
              <p14:cNvContentPartPr/>
              <p14:nvPr/>
            </p14:nvContentPartPr>
            <p14:xfrm>
              <a:off x="10667073" y="1504713"/>
              <a:ext cx="272520" cy="333720"/>
            </p14:xfrm>
          </p:contentPart>
        </mc:Choice>
        <mc:Fallback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93801D72-3523-42B6-9607-BEC21E3A7F7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658073" y="1496064"/>
                <a:ext cx="290160" cy="3513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6C4B3059-EE1B-435C-89AF-06E895DA444D}"/>
                  </a:ext>
                </a:extLst>
              </p14:cNvPr>
              <p14:cNvContentPartPr/>
              <p14:nvPr/>
            </p14:nvContentPartPr>
            <p14:xfrm>
              <a:off x="10063353" y="1479873"/>
              <a:ext cx="410760" cy="339120"/>
            </p14:xfrm>
          </p:contentPart>
        </mc:Choice>
        <mc:Fallback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6C4B3059-EE1B-435C-89AF-06E895DA444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054353" y="1471233"/>
                <a:ext cx="42840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205C8841-36F2-40B8-A1E9-C12F6B8D65CB}"/>
                  </a:ext>
                </a:extLst>
              </p14:cNvPr>
              <p14:cNvContentPartPr/>
              <p14:nvPr/>
            </p14:nvContentPartPr>
            <p14:xfrm>
              <a:off x="9425073" y="1519833"/>
              <a:ext cx="313560" cy="320760"/>
            </p14:xfrm>
          </p:contentPart>
        </mc:Choice>
        <mc:Fallback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205C8841-36F2-40B8-A1E9-C12F6B8D65C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416073" y="1510833"/>
                <a:ext cx="33120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8EF0C3DF-D7E7-4F2E-AC11-5D7F8A2B8EF2}"/>
                  </a:ext>
                </a:extLst>
              </p14:cNvPr>
              <p14:cNvContentPartPr/>
              <p14:nvPr/>
            </p14:nvContentPartPr>
            <p14:xfrm>
              <a:off x="11740953" y="1239393"/>
              <a:ext cx="1177560" cy="654840"/>
            </p14:xfrm>
          </p:contentPart>
        </mc:Choice>
        <mc:Fallback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8EF0C3DF-D7E7-4F2E-AC11-5D7F8A2B8EF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731953" y="1230393"/>
                <a:ext cx="1195200" cy="67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60" name="墨迹 59">
                <a:extLst>
                  <a:ext uri="{FF2B5EF4-FFF2-40B4-BE49-F238E27FC236}">
                    <a16:creationId xmlns:a16="http://schemas.microsoft.com/office/drawing/2014/main" id="{12882297-B7AB-467B-8149-B8BA36FE3ECA}"/>
                  </a:ext>
                </a:extLst>
              </p14:cNvPr>
              <p14:cNvContentPartPr/>
              <p14:nvPr/>
            </p14:nvContentPartPr>
            <p14:xfrm>
              <a:off x="658713" y="3329193"/>
              <a:ext cx="582120" cy="922320"/>
            </p14:xfrm>
          </p:contentPart>
        </mc:Choice>
        <mc:Fallback>
          <p:pic>
            <p:nvPicPr>
              <p:cNvPr id="60" name="墨迹 59">
                <a:extLst>
                  <a:ext uri="{FF2B5EF4-FFF2-40B4-BE49-F238E27FC236}">
                    <a16:creationId xmlns:a16="http://schemas.microsoft.com/office/drawing/2014/main" id="{12882297-B7AB-467B-8149-B8BA36FE3EC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49713" y="3320193"/>
                <a:ext cx="599760" cy="9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61" name="墨迹 60">
                <a:extLst>
                  <a:ext uri="{FF2B5EF4-FFF2-40B4-BE49-F238E27FC236}">
                    <a16:creationId xmlns:a16="http://schemas.microsoft.com/office/drawing/2014/main" id="{7F78D01F-6C50-4A0B-9E92-1965B78DD27D}"/>
                  </a:ext>
                </a:extLst>
              </p14:cNvPr>
              <p14:cNvContentPartPr/>
              <p14:nvPr/>
            </p14:nvContentPartPr>
            <p14:xfrm>
              <a:off x="1487433" y="3618273"/>
              <a:ext cx="114120" cy="4680"/>
            </p14:xfrm>
          </p:contentPart>
        </mc:Choice>
        <mc:Fallback>
          <p:pic>
            <p:nvPicPr>
              <p:cNvPr id="61" name="墨迹 60">
                <a:extLst>
                  <a:ext uri="{FF2B5EF4-FFF2-40B4-BE49-F238E27FC236}">
                    <a16:creationId xmlns:a16="http://schemas.microsoft.com/office/drawing/2014/main" id="{7F78D01F-6C50-4A0B-9E92-1965B78DD27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478793" y="3609633"/>
                <a:ext cx="13176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0A3A9F9E-0526-4B5E-B5F2-06DA7DCC45B9}"/>
                  </a:ext>
                </a:extLst>
              </p14:cNvPr>
              <p14:cNvContentPartPr/>
              <p14:nvPr/>
            </p14:nvContentPartPr>
            <p14:xfrm>
              <a:off x="1466193" y="3757593"/>
              <a:ext cx="149400" cy="5400"/>
            </p14:xfrm>
          </p:contentPart>
        </mc:Choice>
        <mc:Fallback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0A3A9F9E-0526-4B5E-B5F2-06DA7DCC45B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457193" y="3748593"/>
                <a:ext cx="16704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7" name="墨迹 66">
                <a:extLst>
                  <a:ext uri="{FF2B5EF4-FFF2-40B4-BE49-F238E27FC236}">
                    <a16:creationId xmlns:a16="http://schemas.microsoft.com/office/drawing/2014/main" id="{14E231B6-E73D-4DC5-AEAA-D677064FB0F8}"/>
                  </a:ext>
                </a:extLst>
              </p14:cNvPr>
              <p14:cNvContentPartPr/>
              <p14:nvPr/>
            </p14:nvContentPartPr>
            <p14:xfrm>
              <a:off x="3858753" y="3709353"/>
              <a:ext cx="28800" cy="134640"/>
            </p14:xfrm>
          </p:contentPart>
        </mc:Choice>
        <mc:Fallback>
          <p:pic>
            <p:nvPicPr>
              <p:cNvPr id="67" name="墨迹 66">
                <a:extLst>
                  <a:ext uri="{FF2B5EF4-FFF2-40B4-BE49-F238E27FC236}">
                    <a16:creationId xmlns:a16="http://schemas.microsoft.com/office/drawing/2014/main" id="{14E231B6-E73D-4DC5-AEAA-D677064FB0F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849753" y="3700353"/>
                <a:ext cx="464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9" name="墨迹 68">
                <a:extLst>
                  <a:ext uri="{FF2B5EF4-FFF2-40B4-BE49-F238E27FC236}">
                    <a16:creationId xmlns:a16="http://schemas.microsoft.com/office/drawing/2014/main" id="{249B77FE-1658-448E-8DEA-58B3878CA022}"/>
                  </a:ext>
                </a:extLst>
              </p14:cNvPr>
              <p14:cNvContentPartPr/>
              <p14:nvPr/>
            </p14:nvContentPartPr>
            <p14:xfrm>
              <a:off x="3056673" y="3452313"/>
              <a:ext cx="621000" cy="680400"/>
            </p14:xfrm>
          </p:contentPart>
        </mc:Choice>
        <mc:Fallback>
          <p:pic>
            <p:nvPicPr>
              <p:cNvPr id="69" name="墨迹 68">
                <a:extLst>
                  <a:ext uri="{FF2B5EF4-FFF2-40B4-BE49-F238E27FC236}">
                    <a16:creationId xmlns:a16="http://schemas.microsoft.com/office/drawing/2014/main" id="{249B77FE-1658-448E-8DEA-58B3878CA02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047673" y="3443313"/>
                <a:ext cx="638640" cy="69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6D722F86-662F-4FF8-9CDB-2F07417CF0D0}"/>
                  </a:ext>
                </a:extLst>
              </p14:cNvPr>
              <p14:cNvContentPartPr/>
              <p14:nvPr/>
            </p14:nvContentPartPr>
            <p14:xfrm>
              <a:off x="2020593" y="3412353"/>
              <a:ext cx="839520" cy="820800"/>
            </p14:xfrm>
          </p:contentPart>
        </mc:Choice>
        <mc:Fallback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6D722F86-662F-4FF8-9CDB-2F07417CF0D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011953" y="3403353"/>
                <a:ext cx="857160" cy="83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1290AFE2-5F64-4AB0-BCBE-2911BB580D17}"/>
                  </a:ext>
                </a:extLst>
              </p14:cNvPr>
              <p14:cNvContentPartPr/>
              <p14:nvPr/>
            </p14:nvContentPartPr>
            <p14:xfrm>
              <a:off x="5015433" y="3611793"/>
              <a:ext cx="56520" cy="40680"/>
            </p14:xfrm>
          </p:contentPart>
        </mc:Choice>
        <mc:Fallback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1290AFE2-5F64-4AB0-BCBE-2911BB580D1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006793" y="3603153"/>
                <a:ext cx="7416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73" name="墨迹 72">
                <a:extLst>
                  <a:ext uri="{FF2B5EF4-FFF2-40B4-BE49-F238E27FC236}">
                    <a16:creationId xmlns:a16="http://schemas.microsoft.com/office/drawing/2014/main" id="{C5B5E2DE-BAC2-45AE-B6E8-3D904DDD2DD8}"/>
                  </a:ext>
                </a:extLst>
              </p14:cNvPr>
              <p14:cNvContentPartPr/>
              <p14:nvPr/>
            </p14:nvContentPartPr>
            <p14:xfrm>
              <a:off x="5245113" y="3634473"/>
              <a:ext cx="124200" cy="57240"/>
            </p14:xfrm>
          </p:contentPart>
        </mc:Choice>
        <mc:Fallback>
          <p:pic>
            <p:nvPicPr>
              <p:cNvPr id="73" name="墨迹 72">
                <a:extLst>
                  <a:ext uri="{FF2B5EF4-FFF2-40B4-BE49-F238E27FC236}">
                    <a16:creationId xmlns:a16="http://schemas.microsoft.com/office/drawing/2014/main" id="{C5B5E2DE-BAC2-45AE-B6E8-3D904DDD2DD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236473" y="3625833"/>
                <a:ext cx="14184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0974ABD5-1AE4-4581-B788-C3025C9CF28C}"/>
                  </a:ext>
                </a:extLst>
              </p14:cNvPr>
              <p14:cNvContentPartPr/>
              <p14:nvPr/>
            </p14:nvContentPartPr>
            <p14:xfrm>
              <a:off x="5731833" y="3457353"/>
              <a:ext cx="748440" cy="783720"/>
            </p14:xfrm>
          </p:contentPart>
        </mc:Choice>
        <mc:Fallback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0974ABD5-1AE4-4581-B788-C3025C9CF28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723193" y="3448353"/>
                <a:ext cx="766080" cy="80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77" name="墨迹 76">
                <a:extLst>
                  <a:ext uri="{FF2B5EF4-FFF2-40B4-BE49-F238E27FC236}">
                    <a16:creationId xmlns:a16="http://schemas.microsoft.com/office/drawing/2014/main" id="{22CA86C4-BF0B-4999-AEA6-E904CE40A7E3}"/>
                  </a:ext>
                </a:extLst>
              </p14:cNvPr>
              <p14:cNvContentPartPr/>
              <p14:nvPr/>
            </p14:nvContentPartPr>
            <p14:xfrm>
              <a:off x="4125513" y="3510633"/>
              <a:ext cx="687600" cy="722160"/>
            </p14:xfrm>
          </p:contentPart>
        </mc:Choice>
        <mc:Fallback>
          <p:pic>
            <p:nvPicPr>
              <p:cNvPr id="77" name="墨迹 76">
                <a:extLst>
                  <a:ext uri="{FF2B5EF4-FFF2-40B4-BE49-F238E27FC236}">
                    <a16:creationId xmlns:a16="http://schemas.microsoft.com/office/drawing/2014/main" id="{22CA86C4-BF0B-4999-AEA6-E904CE40A7E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116513" y="3501993"/>
                <a:ext cx="705240" cy="73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78" name="墨迹 77">
                <a:extLst>
                  <a:ext uri="{FF2B5EF4-FFF2-40B4-BE49-F238E27FC236}">
                    <a16:creationId xmlns:a16="http://schemas.microsoft.com/office/drawing/2014/main" id="{52D4ADFB-ED65-4024-821B-D9B02A5D71E0}"/>
                  </a:ext>
                </a:extLst>
              </p14:cNvPr>
              <p14:cNvContentPartPr/>
              <p14:nvPr/>
            </p14:nvContentPartPr>
            <p14:xfrm>
              <a:off x="3255033" y="4484433"/>
              <a:ext cx="2976840" cy="123120"/>
            </p14:xfrm>
          </p:contentPart>
        </mc:Choice>
        <mc:Fallback>
          <p:pic>
            <p:nvPicPr>
              <p:cNvPr id="78" name="墨迹 77">
                <a:extLst>
                  <a:ext uri="{FF2B5EF4-FFF2-40B4-BE49-F238E27FC236}">
                    <a16:creationId xmlns:a16="http://schemas.microsoft.com/office/drawing/2014/main" id="{52D4ADFB-ED65-4024-821B-D9B02A5D71E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246393" y="4475433"/>
                <a:ext cx="299448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81" name="墨迹 80">
                <a:extLst>
                  <a:ext uri="{FF2B5EF4-FFF2-40B4-BE49-F238E27FC236}">
                    <a16:creationId xmlns:a16="http://schemas.microsoft.com/office/drawing/2014/main" id="{B8474B1F-3DB6-46A3-BBFB-CFE53B392365}"/>
                  </a:ext>
                </a:extLst>
              </p14:cNvPr>
              <p14:cNvContentPartPr/>
              <p14:nvPr/>
            </p14:nvContentPartPr>
            <p14:xfrm>
              <a:off x="4943793" y="5046393"/>
              <a:ext cx="259920" cy="201600"/>
            </p14:xfrm>
          </p:contentPart>
        </mc:Choice>
        <mc:Fallback>
          <p:pic>
            <p:nvPicPr>
              <p:cNvPr id="81" name="墨迹 80">
                <a:extLst>
                  <a:ext uri="{FF2B5EF4-FFF2-40B4-BE49-F238E27FC236}">
                    <a16:creationId xmlns:a16="http://schemas.microsoft.com/office/drawing/2014/main" id="{B8474B1F-3DB6-46A3-BBFB-CFE53B39236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935153" y="5037753"/>
                <a:ext cx="27756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D85CBD84-9EF2-4DCD-8702-0FAA2A2AB238}"/>
                  </a:ext>
                </a:extLst>
              </p14:cNvPr>
              <p14:cNvContentPartPr/>
              <p14:nvPr/>
            </p14:nvContentPartPr>
            <p14:xfrm>
              <a:off x="5505393" y="5271393"/>
              <a:ext cx="18360" cy="18720"/>
            </p14:xfrm>
          </p:contentPart>
        </mc:Choice>
        <mc:Fallback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D85CBD84-9EF2-4DCD-8702-0FAA2A2AB23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496753" y="5262753"/>
                <a:ext cx="3600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577F4068-F805-45DE-8717-2F457411B68E}"/>
                  </a:ext>
                </a:extLst>
              </p14:cNvPr>
              <p14:cNvContentPartPr/>
              <p14:nvPr/>
            </p14:nvContentPartPr>
            <p14:xfrm>
              <a:off x="4011753" y="5043513"/>
              <a:ext cx="641160" cy="258120"/>
            </p14:xfrm>
          </p:contentPart>
        </mc:Choice>
        <mc:Fallback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577F4068-F805-45DE-8717-2F457411B68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003113" y="5034873"/>
                <a:ext cx="65880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0956DE0B-BBAE-4F5A-80A3-B3309762AB28}"/>
                  </a:ext>
                </a:extLst>
              </p14:cNvPr>
              <p14:cNvContentPartPr/>
              <p14:nvPr/>
            </p14:nvContentPartPr>
            <p14:xfrm>
              <a:off x="3355113" y="2941473"/>
              <a:ext cx="2543760" cy="350640"/>
            </p14:xfrm>
          </p:contentPart>
        </mc:Choice>
        <mc:Fallback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0956DE0B-BBAE-4F5A-80A3-B3309762AB2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346473" y="2932473"/>
                <a:ext cx="256140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C3CB85DE-B8F2-41CA-8AA0-990B9740E788}"/>
                  </a:ext>
                </a:extLst>
              </p14:cNvPr>
              <p14:cNvContentPartPr/>
              <p14:nvPr/>
            </p14:nvContentPartPr>
            <p14:xfrm>
              <a:off x="4598193" y="2519913"/>
              <a:ext cx="198360" cy="170640"/>
            </p14:xfrm>
          </p:contentPart>
        </mc:Choice>
        <mc:Fallback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C3CB85DE-B8F2-41CA-8AA0-990B9740E78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589193" y="2510913"/>
                <a:ext cx="2160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923AB12F-5A5D-4CA5-AC12-057F037C1243}"/>
                  </a:ext>
                </a:extLst>
              </p14:cNvPr>
              <p14:cNvContentPartPr/>
              <p14:nvPr/>
            </p14:nvContentPartPr>
            <p14:xfrm>
              <a:off x="3942993" y="2539713"/>
              <a:ext cx="449280" cy="196200"/>
            </p14:xfrm>
          </p:contentPart>
        </mc:Choice>
        <mc:Fallback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923AB12F-5A5D-4CA5-AC12-057F037C124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934353" y="2530713"/>
                <a:ext cx="46692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93" name="墨迹 92">
                <a:extLst>
                  <a:ext uri="{FF2B5EF4-FFF2-40B4-BE49-F238E27FC236}">
                    <a16:creationId xmlns:a16="http://schemas.microsoft.com/office/drawing/2014/main" id="{959F1A76-521B-4D6E-B4A8-0232A6A0C2C3}"/>
                  </a:ext>
                </a:extLst>
              </p14:cNvPr>
              <p14:cNvContentPartPr/>
              <p14:nvPr/>
            </p14:nvContentPartPr>
            <p14:xfrm>
              <a:off x="4471113" y="2063073"/>
              <a:ext cx="244080" cy="261000"/>
            </p14:xfrm>
          </p:contentPart>
        </mc:Choice>
        <mc:Fallback>
          <p:pic>
            <p:nvPicPr>
              <p:cNvPr id="93" name="墨迹 92">
                <a:extLst>
                  <a:ext uri="{FF2B5EF4-FFF2-40B4-BE49-F238E27FC236}">
                    <a16:creationId xmlns:a16="http://schemas.microsoft.com/office/drawing/2014/main" id="{959F1A76-521B-4D6E-B4A8-0232A6A0C2C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462113" y="2054073"/>
                <a:ext cx="26172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94" name="墨迹 93">
                <a:extLst>
                  <a:ext uri="{FF2B5EF4-FFF2-40B4-BE49-F238E27FC236}">
                    <a16:creationId xmlns:a16="http://schemas.microsoft.com/office/drawing/2014/main" id="{556E8E36-866B-4CCE-B117-A987A94A2C19}"/>
                  </a:ext>
                </a:extLst>
              </p14:cNvPr>
              <p14:cNvContentPartPr/>
              <p14:nvPr/>
            </p14:nvContentPartPr>
            <p14:xfrm>
              <a:off x="3858033" y="2022753"/>
              <a:ext cx="384480" cy="412920"/>
            </p14:xfrm>
          </p:contentPart>
        </mc:Choice>
        <mc:Fallback>
          <p:pic>
            <p:nvPicPr>
              <p:cNvPr id="94" name="墨迹 93">
                <a:extLst>
                  <a:ext uri="{FF2B5EF4-FFF2-40B4-BE49-F238E27FC236}">
                    <a16:creationId xmlns:a16="http://schemas.microsoft.com/office/drawing/2014/main" id="{556E8E36-866B-4CCE-B117-A987A94A2C1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849033" y="2013753"/>
                <a:ext cx="402120" cy="43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3406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AE1A6FB0-7ABA-454F-9DEF-AB32FEC7FDA7}"/>
                  </a:ext>
                </a:extLst>
              </p14:cNvPr>
              <p14:cNvContentPartPr/>
              <p14:nvPr/>
            </p14:nvContentPartPr>
            <p14:xfrm>
              <a:off x="6034953" y="1491393"/>
              <a:ext cx="283680" cy="193680"/>
            </p14:xfrm>
          </p:contentPart>
        </mc:Choice>
        <mc:Fallback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AE1A6FB0-7ABA-454F-9DEF-AB32FEC7FD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26313" y="1482393"/>
                <a:ext cx="30132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AFD746FB-72ED-4CD3-A934-EEC209047FDF}"/>
                  </a:ext>
                </a:extLst>
              </p14:cNvPr>
              <p14:cNvContentPartPr/>
              <p14:nvPr/>
            </p14:nvContentPartPr>
            <p14:xfrm>
              <a:off x="3797913" y="1190793"/>
              <a:ext cx="1949400" cy="94536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AFD746FB-72ED-4CD3-A934-EEC209047F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88913" y="1181793"/>
                <a:ext cx="1967040" cy="9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4" name="墨迹 93">
                <a:extLst>
                  <a:ext uri="{FF2B5EF4-FFF2-40B4-BE49-F238E27FC236}">
                    <a16:creationId xmlns:a16="http://schemas.microsoft.com/office/drawing/2014/main" id="{C7E915EF-D9FB-49BE-9895-A4D9D9B9F424}"/>
                  </a:ext>
                </a:extLst>
              </p14:cNvPr>
              <p14:cNvContentPartPr/>
              <p14:nvPr/>
            </p14:nvContentPartPr>
            <p14:xfrm>
              <a:off x="3452313" y="4807713"/>
              <a:ext cx="291960" cy="793440"/>
            </p14:xfrm>
          </p:contentPart>
        </mc:Choice>
        <mc:Fallback>
          <p:pic>
            <p:nvPicPr>
              <p:cNvPr id="94" name="墨迹 93">
                <a:extLst>
                  <a:ext uri="{FF2B5EF4-FFF2-40B4-BE49-F238E27FC236}">
                    <a16:creationId xmlns:a16="http://schemas.microsoft.com/office/drawing/2014/main" id="{C7E915EF-D9FB-49BE-9895-A4D9D9B9F4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43673" y="4799073"/>
                <a:ext cx="309600" cy="81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5" name="墨迹 94">
                <a:extLst>
                  <a:ext uri="{FF2B5EF4-FFF2-40B4-BE49-F238E27FC236}">
                    <a16:creationId xmlns:a16="http://schemas.microsoft.com/office/drawing/2014/main" id="{88165537-DCFB-4B4B-8FFA-65C285C0B8FF}"/>
                  </a:ext>
                </a:extLst>
              </p14:cNvPr>
              <p14:cNvContentPartPr/>
              <p14:nvPr/>
            </p14:nvContentPartPr>
            <p14:xfrm>
              <a:off x="4084833" y="5210193"/>
              <a:ext cx="280080" cy="276480"/>
            </p14:xfrm>
          </p:contentPart>
        </mc:Choice>
        <mc:Fallback>
          <p:pic>
            <p:nvPicPr>
              <p:cNvPr id="95" name="墨迹 94">
                <a:extLst>
                  <a:ext uri="{FF2B5EF4-FFF2-40B4-BE49-F238E27FC236}">
                    <a16:creationId xmlns:a16="http://schemas.microsoft.com/office/drawing/2014/main" id="{88165537-DCFB-4B4B-8FFA-65C285C0B8F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76193" y="5201193"/>
                <a:ext cx="29772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6" name="墨迹 95">
                <a:extLst>
                  <a:ext uri="{FF2B5EF4-FFF2-40B4-BE49-F238E27FC236}">
                    <a16:creationId xmlns:a16="http://schemas.microsoft.com/office/drawing/2014/main" id="{97E5AC64-4E53-4769-960B-90040B1513D1}"/>
                  </a:ext>
                </a:extLst>
              </p14:cNvPr>
              <p14:cNvContentPartPr/>
              <p14:nvPr/>
            </p14:nvContentPartPr>
            <p14:xfrm>
              <a:off x="4501713" y="5242953"/>
              <a:ext cx="214920" cy="243360"/>
            </p14:xfrm>
          </p:contentPart>
        </mc:Choice>
        <mc:Fallback>
          <p:pic>
            <p:nvPicPr>
              <p:cNvPr id="96" name="墨迹 95">
                <a:extLst>
                  <a:ext uri="{FF2B5EF4-FFF2-40B4-BE49-F238E27FC236}">
                    <a16:creationId xmlns:a16="http://schemas.microsoft.com/office/drawing/2014/main" id="{97E5AC64-4E53-4769-960B-90040B1513D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93073" y="5234313"/>
                <a:ext cx="23256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0" name="墨迹 99">
                <a:extLst>
                  <a:ext uri="{FF2B5EF4-FFF2-40B4-BE49-F238E27FC236}">
                    <a16:creationId xmlns:a16="http://schemas.microsoft.com/office/drawing/2014/main" id="{AA10CF32-3580-4EEC-A7AC-7A2CA0F2B81E}"/>
                  </a:ext>
                </a:extLst>
              </p14:cNvPr>
              <p14:cNvContentPartPr/>
              <p14:nvPr/>
            </p14:nvContentPartPr>
            <p14:xfrm>
              <a:off x="6163473" y="5498913"/>
              <a:ext cx="360" cy="360"/>
            </p14:xfrm>
          </p:contentPart>
        </mc:Choice>
        <mc:Fallback>
          <p:pic>
            <p:nvPicPr>
              <p:cNvPr id="100" name="墨迹 99">
                <a:extLst>
                  <a:ext uri="{FF2B5EF4-FFF2-40B4-BE49-F238E27FC236}">
                    <a16:creationId xmlns:a16="http://schemas.microsoft.com/office/drawing/2014/main" id="{AA10CF32-3580-4EEC-A7AC-7A2CA0F2B81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54833" y="54899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1" name="墨迹 100">
                <a:extLst>
                  <a:ext uri="{FF2B5EF4-FFF2-40B4-BE49-F238E27FC236}">
                    <a16:creationId xmlns:a16="http://schemas.microsoft.com/office/drawing/2014/main" id="{47E02C10-6C9F-42A5-A1EC-C9DBD1B9E378}"/>
                  </a:ext>
                </a:extLst>
              </p14:cNvPr>
              <p14:cNvContentPartPr/>
              <p14:nvPr/>
            </p14:nvContentPartPr>
            <p14:xfrm>
              <a:off x="4886913" y="4936233"/>
              <a:ext cx="865800" cy="513720"/>
            </p14:xfrm>
          </p:contentPart>
        </mc:Choice>
        <mc:Fallback>
          <p:pic>
            <p:nvPicPr>
              <p:cNvPr id="101" name="墨迹 100">
                <a:extLst>
                  <a:ext uri="{FF2B5EF4-FFF2-40B4-BE49-F238E27FC236}">
                    <a16:creationId xmlns:a16="http://schemas.microsoft.com/office/drawing/2014/main" id="{47E02C10-6C9F-42A5-A1EC-C9DBD1B9E37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877917" y="4927593"/>
                <a:ext cx="883433" cy="53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5" name="墨迹 124">
                <a:extLst>
                  <a:ext uri="{FF2B5EF4-FFF2-40B4-BE49-F238E27FC236}">
                    <a16:creationId xmlns:a16="http://schemas.microsoft.com/office/drawing/2014/main" id="{384F9AF8-911E-45A6-ADC5-253BB111A1F1}"/>
                  </a:ext>
                </a:extLst>
              </p14:cNvPr>
              <p14:cNvContentPartPr/>
              <p14:nvPr/>
            </p14:nvContentPartPr>
            <p14:xfrm>
              <a:off x="7008753" y="4883673"/>
              <a:ext cx="2839320" cy="1202040"/>
            </p14:xfrm>
          </p:contentPart>
        </mc:Choice>
        <mc:Fallback>
          <p:pic>
            <p:nvPicPr>
              <p:cNvPr id="125" name="墨迹 124">
                <a:extLst>
                  <a:ext uri="{FF2B5EF4-FFF2-40B4-BE49-F238E27FC236}">
                    <a16:creationId xmlns:a16="http://schemas.microsoft.com/office/drawing/2014/main" id="{384F9AF8-911E-45A6-ADC5-253BB111A1F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999754" y="4875030"/>
                <a:ext cx="2856958" cy="12196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9" name="墨迹 138">
                <a:extLst>
                  <a:ext uri="{FF2B5EF4-FFF2-40B4-BE49-F238E27FC236}">
                    <a16:creationId xmlns:a16="http://schemas.microsoft.com/office/drawing/2014/main" id="{59264D2B-536A-4B15-BB19-FC25DDAD60CC}"/>
                  </a:ext>
                </a:extLst>
              </p14:cNvPr>
              <p14:cNvContentPartPr/>
              <p14:nvPr/>
            </p14:nvContentPartPr>
            <p14:xfrm>
              <a:off x="2358633" y="4777833"/>
              <a:ext cx="38880" cy="418680"/>
            </p14:xfrm>
          </p:contentPart>
        </mc:Choice>
        <mc:Fallback>
          <p:pic>
            <p:nvPicPr>
              <p:cNvPr id="139" name="墨迹 138">
                <a:extLst>
                  <a:ext uri="{FF2B5EF4-FFF2-40B4-BE49-F238E27FC236}">
                    <a16:creationId xmlns:a16="http://schemas.microsoft.com/office/drawing/2014/main" id="{59264D2B-536A-4B15-BB19-FC25DDAD60C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49993" y="4769193"/>
                <a:ext cx="5652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5" name="墨迹 144">
                <a:extLst>
                  <a:ext uri="{FF2B5EF4-FFF2-40B4-BE49-F238E27FC236}">
                    <a16:creationId xmlns:a16="http://schemas.microsoft.com/office/drawing/2014/main" id="{2ADC7942-38EC-4AE8-82F7-4DBBAEDA5CFE}"/>
                  </a:ext>
                </a:extLst>
              </p14:cNvPr>
              <p14:cNvContentPartPr/>
              <p14:nvPr/>
            </p14:nvContentPartPr>
            <p14:xfrm>
              <a:off x="-219327" y="4767033"/>
              <a:ext cx="2012400" cy="1377720"/>
            </p14:xfrm>
          </p:contentPart>
        </mc:Choice>
        <mc:Fallback>
          <p:pic>
            <p:nvPicPr>
              <p:cNvPr id="145" name="墨迹 144">
                <a:extLst>
                  <a:ext uri="{FF2B5EF4-FFF2-40B4-BE49-F238E27FC236}">
                    <a16:creationId xmlns:a16="http://schemas.microsoft.com/office/drawing/2014/main" id="{2ADC7942-38EC-4AE8-82F7-4DBBAEDA5CF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-227967" y="4758031"/>
                <a:ext cx="2030040" cy="13953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6" name="墨迹 145">
                <a:extLst>
                  <a:ext uri="{FF2B5EF4-FFF2-40B4-BE49-F238E27FC236}">
                    <a16:creationId xmlns:a16="http://schemas.microsoft.com/office/drawing/2014/main" id="{B24D0C13-FFD3-4D38-8AFD-8F71210D09D1}"/>
                  </a:ext>
                </a:extLst>
              </p14:cNvPr>
              <p14:cNvContentPartPr/>
              <p14:nvPr/>
            </p14:nvContentPartPr>
            <p14:xfrm>
              <a:off x="2271873" y="5658393"/>
              <a:ext cx="178560" cy="209880"/>
            </p14:xfrm>
          </p:contentPart>
        </mc:Choice>
        <mc:Fallback>
          <p:pic>
            <p:nvPicPr>
              <p:cNvPr id="146" name="墨迹 145">
                <a:extLst>
                  <a:ext uri="{FF2B5EF4-FFF2-40B4-BE49-F238E27FC236}">
                    <a16:creationId xmlns:a16="http://schemas.microsoft.com/office/drawing/2014/main" id="{B24D0C13-FFD3-4D38-8AFD-8F71210D09D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62873" y="5649753"/>
                <a:ext cx="19620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4" name="墨迹 153">
                <a:extLst>
                  <a:ext uri="{FF2B5EF4-FFF2-40B4-BE49-F238E27FC236}">
                    <a16:creationId xmlns:a16="http://schemas.microsoft.com/office/drawing/2014/main" id="{48EDC67D-9EF3-4EF2-ADB6-F830CEB99759}"/>
                  </a:ext>
                </a:extLst>
              </p14:cNvPr>
              <p14:cNvContentPartPr/>
              <p14:nvPr/>
            </p14:nvContentPartPr>
            <p14:xfrm>
              <a:off x="10823313" y="1511913"/>
              <a:ext cx="257760" cy="11880"/>
            </p14:xfrm>
          </p:contentPart>
        </mc:Choice>
        <mc:Fallback>
          <p:pic>
            <p:nvPicPr>
              <p:cNvPr id="154" name="墨迹 153">
                <a:extLst>
                  <a:ext uri="{FF2B5EF4-FFF2-40B4-BE49-F238E27FC236}">
                    <a16:creationId xmlns:a16="http://schemas.microsoft.com/office/drawing/2014/main" id="{48EDC67D-9EF3-4EF2-ADB6-F830CEB9975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805313" y="1494273"/>
                <a:ext cx="2934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0" name="墨迹 169">
                <a:extLst>
                  <a:ext uri="{FF2B5EF4-FFF2-40B4-BE49-F238E27FC236}">
                    <a16:creationId xmlns:a16="http://schemas.microsoft.com/office/drawing/2014/main" id="{15E44E4D-AF3F-42D9-95DC-FBC7A1C03406}"/>
                  </a:ext>
                </a:extLst>
              </p14:cNvPr>
              <p14:cNvContentPartPr/>
              <p14:nvPr/>
            </p14:nvContentPartPr>
            <p14:xfrm>
              <a:off x="12087273" y="1273953"/>
              <a:ext cx="931320" cy="780120"/>
            </p14:xfrm>
          </p:contentPart>
        </mc:Choice>
        <mc:Fallback>
          <p:pic>
            <p:nvPicPr>
              <p:cNvPr id="170" name="墨迹 169">
                <a:extLst>
                  <a:ext uri="{FF2B5EF4-FFF2-40B4-BE49-F238E27FC236}">
                    <a16:creationId xmlns:a16="http://schemas.microsoft.com/office/drawing/2014/main" id="{15E44E4D-AF3F-42D9-95DC-FBC7A1C0340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2069633" y="1256313"/>
                <a:ext cx="966960" cy="81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71" name="墨迹 170">
                <a:extLst>
                  <a:ext uri="{FF2B5EF4-FFF2-40B4-BE49-F238E27FC236}">
                    <a16:creationId xmlns:a16="http://schemas.microsoft.com/office/drawing/2014/main" id="{5AB5E974-0490-48F4-A548-A3D05AC0324B}"/>
                  </a:ext>
                </a:extLst>
              </p14:cNvPr>
              <p14:cNvContentPartPr/>
              <p14:nvPr/>
            </p14:nvContentPartPr>
            <p14:xfrm>
              <a:off x="11294913" y="1331553"/>
              <a:ext cx="611280" cy="405000"/>
            </p14:xfrm>
          </p:contentPart>
        </mc:Choice>
        <mc:Fallback>
          <p:pic>
            <p:nvPicPr>
              <p:cNvPr id="171" name="墨迹 170">
                <a:extLst>
                  <a:ext uri="{FF2B5EF4-FFF2-40B4-BE49-F238E27FC236}">
                    <a16:creationId xmlns:a16="http://schemas.microsoft.com/office/drawing/2014/main" id="{5AB5E974-0490-48F4-A548-A3D05AC0324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277273" y="1313913"/>
                <a:ext cx="646920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77" name="墨迹 176">
                <a:extLst>
                  <a:ext uri="{FF2B5EF4-FFF2-40B4-BE49-F238E27FC236}">
                    <a16:creationId xmlns:a16="http://schemas.microsoft.com/office/drawing/2014/main" id="{3E43127E-AF56-42F3-95AE-D064CD27B654}"/>
                  </a:ext>
                </a:extLst>
              </p14:cNvPr>
              <p14:cNvContentPartPr/>
              <p14:nvPr/>
            </p14:nvContentPartPr>
            <p14:xfrm>
              <a:off x="300513" y="915753"/>
              <a:ext cx="2479680" cy="3035160"/>
            </p14:xfrm>
          </p:contentPart>
        </mc:Choice>
        <mc:Fallback>
          <p:pic>
            <p:nvPicPr>
              <p:cNvPr id="177" name="墨迹 176">
                <a:extLst>
                  <a:ext uri="{FF2B5EF4-FFF2-40B4-BE49-F238E27FC236}">
                    <a16:creationId xmlns:a16="http://schemas.microsoft.com/office/drawing/2014/main" id="{3E43127E-AF56-42F3-95AE-D064CD27B65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91873" y="906754"/>
                <a:ext cx="2497320" cy="30527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82" name="墨迹 181">
                <a:extLst>
                  <a:ext uri="{FF2B5EF4-FFF2-40B4-BE49-F238E27FC236}">
                    <a16:creationId xmlns:a16="http://schemas.microsoft.com/office/drawing/2014/main" id="{10D27130-935D-4414-AC7D-5034D0FE5D4B}"/>
                  </a:ext>
                </a:extLst>
              </p14:cNvPr>
              <p14:cNvContentPartPr/>
              <p14:nvPr/>
            </p14:nvContentPartPr>
            <p14:xfrm>
              <a:off x="6532833" y="496713"/>
              <a:ext cx="4032360" cy="1582200"/>
            </p14:xfrm>
          </p:contentPart>
        </mc:Choice>
        <mc:Fallback>
          <p:pic>
            <p:nvPicPr>
              <p:cNvPr id="182" name="墨迹 181">
                <a:extLst>
                  <a:ext uri="{FF2B5EF4-FFF2-40B4-BE49-F238E27FC236}">
                    <a16:creationId xmlns:a16="http://schemas.microsoft.com/office/drawing/2014/main" id="{10D27130-935D-4414-AC7D-5034D0FE5D4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515193" y="479069"/>
                <a:ext cx="4059000" cy="1608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7" name="墨迹 186">
                <a:extLst>
                  <a:ext uri="{FF2B5EF4-FFF2-40B4-BE49-F238E27FC236}">
                    <a16:creationId xmlns:a16="http://schemas.microsoft.com/office/drawing/2014/main" id="{13D9ACC9-2471-4168-B696-38C2A464DAB5}"/>
                  </a:ext>
                </a:extLst>
              </p14:cNvPr>
              <p14:cNvContentPartPr/>
              <p14:nvPr/>
            </p14:nvContentPartPr>
            <p14:xfrm>
              <a:off x="3781713" y="2445393"/>
              <a:ext cx="8811000" cy="1684080"/>
            </p14:xfrm>
          </p:contentPart>
        </mc:Choice>
        <mc:Fallback>
          <p:pic>
            <p:nvPicPr>
              <p:cNvPr id="187" name="墨迹 186">
                <a:extLst>
                  <a:ext uri="{FF2B5EF4-FFF2-40B4-BE49-F238E27FC236}">
                    <a16:creationId xmlns:a16="http://schemas.microsoft.com/office/drawing/2014/main" id="{13D9ACC9-2471-4168-B696-38C2A464DAB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772713" y="2427393"/>
                <a:ext cx="8828640" cy="171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8824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A0A5723E-AC4D-4D36-AB1A-A4E3AA6C6490}"/>
                  </a:ext>
                </a:extLst>
              </p14:cNvPr>
              <p14:cNvContentPartPr/>
              <p14:nvPr/>
            </p14:nvContentPartPr>
            <p14:xfrm>
              <a:off x="1042473" y="657633"/>
              <a:ext cx="120240" cy="8064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A0A5723E-AC4D-4D36-AB1A-A4E3AA6C649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3473" y="648993"/>
                <a:ext cx="13788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6FD0593C-EFAE-442D-85BA-B732D120D13D}"/>
                  </a:ext>
                </a:extLst>
              </p14:cNvPr>
              <p14:cNvContentPartPr/>
              <p14:nvPr/>
            </p14:nvContentPartPr>
            <p14:xfrm>
              <a:off x="8651793" y="3375993"/>
              <a:ext cx="433440" cy="9000"/>
            </p14:xfrm>
          </p:contentPart>
        </mc:Choice>
        <mc:Fallback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6FD0593C-EFAE-442D-85BA-B732D120D1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42793" y="3367353"/>
                <a:ext cx="4510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7" name="墨迹 66">
                <a:extLst>
                  <a:ext uri="{FF2B5EF4-FFF2-40B4-BE49-F238E27FC236}">
                    <a16:creationId xmlns:a16="http://schemas.microsoft.com/office/drawing/2014/main" id="{3A6D21F6-377A-4133-B9D5-26F829C88466}"/>
                  </a:ext>
                </a:extLst>
              </p14:cNvPr>
              <p14:cNvContentPartPr/>
              <p14:nvPr/>
            </p14:nvContentPartPr>
            <p14:xfrm>
              <a:off x="10835193" y="3015993"/>
              <a:ext cx="1766880" cy="754200"/>
            </p14:xfrm>
          </p:contentPart>
        </mc:Choice>
        <mc:Fallback>
          <p:pic>
            <p:nvPicPr>
              <p:cNvPr id="67" name="墨迹 66">
                <a:extLst>
                  <a:ext uri="{FF2B5EF4-FFF2-40B4-BE49-F238E27FC236}">
                    <a16:creationId xmlns:a16="http://schemas.microsoft.com/office/drawing/2014/main" id="{3A6D21F6-377A-4133-B9D5-26F829C8846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26195" y="3007349"/>
                <a:ext cx="1784516" cy="7718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8" name="墨迹 67">
                <a:extLst>
                  <a:ext uri="{FF2B5EF4-FFF2-40B4-BE49-F238E27FC236}">
                    <a16:creationId xmlns:a16="http://schemas.microsoft.com/office/drawing/2014/main" id="{F1DE6D95-7226-48F1-ABA8-084782C41439}"/>
                  </a:ext>
                </a:extLst>
              </p14:cNvPr>
              <p14:cNvContentPartPr/>
              <p14:nvPr/>
            </p14:nvContentPartPr>
            <p14:xfrm>
              <a:off x="10442073" y="3246753"/>
              <a:ext cx="187920" cy="226080"/>
            </p14:xfrm>
          </p:contentPart>
        </mc:Choice>
        <mc:Fallback>
          <p:pic>
            <p:nvPicPr>
              <p:cNvPr id="68" name="墨迹 67">
                <a:extLst>
                  <a:ext uri="{FF2B5EF4-FFF2-40B4-BE49-F238E27FC236}">
                    <a16:creationId xmlns:a16="http://schemas.microsoft.com/office/drawing/2014/main" id="{F1DE6D95-7226-48F1-ABA8-084782C4143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33090" y="3238113"/>
                <a:ext cx="205526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9" name="墨迹 68">
                <a:extLst>
                  <a:ext uri="{FF2B5EF4-FFF2-40B4-BE49-F238E27FC236}">
                    <a16:creationId xmlns:a16="http://schemas.microsoft.com/office/drawing/2014/main" id="{48F48CD9-C7EF-47C4-8058-EFE10187DC63}"/>
                  </a:ext>
                </a:extLst>
              </p14:cNvPr>
              <p14:cNvContentPartPr/>
              <p14:nvPr/>
            </p14:nvContentPartPr>
            <p14:xfrm>
              <a:off x="9561513" y="3080793"/>
              <a:ext cx="745920" cy="1040760"/>
            </p14:xfrm>
          </p:contentPart>
        </mc:Choice>
        <mc:Fallback>
          <p:pic>
            <p:nvPicPr>
              <p:cNvPr id="69" name="墨迹 68">
                <a:extLst>
                  <a:ext uri="{FF2B5EF4-FFF2-40B4-BE49-F238E27FC236}">
                    <a16:creationId xmlns:a16="http://schemas.microsoft.com/office/drawing/2014/main" id="{48F48CD9-C7EF-47C4-8058-EFE10187DC6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552513" y="3072153"/>
                <a:ext cx="763560" cy="10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16C1CC1E-61EF-49CA-9310-9A7307F40540}"/>
                  </a:ext>
                </a:extLst>
              </p14:cNvPr>
              <p14:cNvContentPartPr/>
              <p14:nvPr/>
            </p14:nvContentPartPr>
            <p14:xfrm>
              <a:off x="614433" y="857073"/>
              <a:ext cx="7628760" cy="3624480"/>
            </p14:xfrm>
          </p:contentPart>
        </mc:Choice>
        <mc:Fallback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16C1CC1E-61EF-49CA-9310-9A7307F4054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05433" y="848432"/>
                <a:ext cx="7646400" cy="36421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3" name="墨迹 102">
                <a:extLst>
                  <a:ext uri="{FF2B5EF4-FFF2-40B4-BE49-F238E27FC236}">
                    <a16:creationId xmlns:a16="http://schemas.microsoft.com/office/drawing/2014/main" id="{3AC1D929-FF5F-4306-8E2D-FD864CBEDA88}"/>
                  </a:ext>
                </a:extLst>
              </p14:cNvPr>
              <p14:cNvContentPartPr/>
              <p14:nvPr/>
            </p14:nvContentPartPr>
            <p14:xfrm>
              <a:off x="-289167" y="5417193"/>
              <a:ext cx="1074600" cy="488880"/>
            </p14:xfrm>
          </p:contentPart>
        </mc:Choice>
        <mc:Fallback>
          <p:pic>
            <p:nvPicPr>
              <p:cNvPr id="103" name="墨迹 102">
                <a:extLst>
                  <a:ext uri="{FF2B5EF4-FFF2-40B4-BE49-F238E27FC236}">
                    <a16:creationId xmlns:a16="http://schemas.microsoft.com/office/drawing/2014/main" id="{3AC1D929-FF5F-4306-8E2D-FD864CBEDA8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-297807" y="5408193"/>
                <a:ext cx="1092240" cy="50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48" name="墨迹 147">
                <a:extLst>
                  <a:ext uri="{FF2B5EF4-FFF2-40B4-BE49-F238E27FC236}">
                    <a16:creationId xmlns:a16="http://schemas.microsoft.com/office/drawing/2014/main" id="{2E66904A-3951-4E30-8D76-0BB24345DEB6}"/>
                  </a:ext>
                </a:extLst>
              </p14:cNvPr>
              <p14:cNvContentPartPr/>
              <p14:nvPr/>
            </p14:nvContentPartPr>
            <p14:xfrm>
              <a:off x="12659313" y="6538593"/>
              <a:ext cx="360" cy="360"/>
            </p14:xfrm>
          </p:contentPart>
        </mc:Choice>
        <mc:Fallback>
          <p:pic>
            <p:nvPicPr>
              <p:cNvPr id="148" name="墨迹 147">
                <a:extLst>
                  <a:ext uri="{FF2B5EF4-FFF2-40B4-BE49-F238E27FC236}">
                    <a16:creationId xmlns:a16="http://schemas.microsoft.com/office/drawing/2014/main" id="{2E66904A-3951-4E30-8D76-0BB24345DEB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650673" y="652959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9" name="墨迹 148">
                <a:extLst>
                  <a:ext uri="{FF2B5EF4-FFF2-40B4-BE49-F238E27FC236}">
                    <a16:creationId xmlns:a16="http://schemas.microsoft.com/office/drawing/2014/main" id="{13DFC523-F33A-4D0F-B7E0-CD5D61C0AE61}"/>
                  </a:ext>
                </a:extLst>
              </p14:cNvPr>
              <p14:cNvContentPartPr/>
              <p14:nvPr/>
            </p14:nvContentPartPr>
            <p14:xfrm>
              <a:off x="1466193" y="5166273"/>
              <a:ext cx="11423880" cy="1194120"/>
            </p14:xfrm>
          </p:contentPart>
        </mc:Choice>
        <mc:Fallback>
          <p:pic>
            <p:nvPicPr>
              <p:cNvPr id="149" name="墨迹 148">
                <a:extLst>
                  <a:ext uri="{FF2B5EF4-FFF2-40B4-BE49-F238E27FC236}">
                    <a16:creationId xmlns:a16="http://schemas.microsoft.com/office/drawing/2014/main" id="{13DFC523-F33A-4D0F-B7E0-CD5D61C0AE6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57193" y="5157273"/>
                <a:ext cx="11441520" cy="121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0595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56" name="墨迹 355">
                <a:extLst>
                  <a:ext uri="{FF2B5EF4-FFF2-40B4-BE49-F238E27FC236}">
                    <a16:creationId xmlns:a16="http://schemas.microsoft.com/office/drawing/2014/main" id="{5F9F1A26-1B1C-400D-B2EA-896CA1357D60}"/>
                  </a:ext>
                </a:extLst>
              </p14:cNvPr>
              <p14:cNvContentPartPr/>
              <p14:nvPr/>
            </p14:nvContentPartPr>
            <p14:xfrm>
              <a:off x="-249207" y="224193"/>
              <a:ext cx="13189320" cy="6420240"/>
            </p14:xfrm>
          </p:contentPart>
        </mc:Choice>
        <mc:Fallback>
          <p:pic>
            <p:nvPicPr>
              <p:cNvPr id="356" name="墨迹 355">
                <a:extLst>
                  <a:ext uri="{FF2B5EF4-FFF2-40B4-BE49-F238E27FC236}">
                    <a16:creationId xmlns:a16="http://schemas.microsoft.com/office/drawing/2014/main" id="{5F9F1A26-1B1C-400D-B2EA-896CA1357D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58207" y="215194"/>
                <a:ext cx="13206960" cy="643787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3468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10" name="墨迹 209">
                <a:extLst>
                  <a:ext uri="{FF2B5EF4-FFF2-40B4-BE49-F238E27FC236}">
                    <a16:creationId xmlns:a16="http://schemas.microsoft.com/office/drawing/2014/main" id="{57E9B2E6-7DC4-4723-8B30-6A8B84F0489C}"/>
                  </a:ext>
                </a:extLst>
              </p14:cNvPr>
              <p14:cNvContentPartPr/>
              <p14:nvPr/>
            </p14:nvContentPartPr>
            <p14:xfrm>
              <a:off x="-617847" y="237513"/>
              <a:ext cx="13005720" cy="6599160"/>
            </p14:xfrm>
          </p:contentPart>
        </mc:Choice>
        <mc:Fallback>
          <p:pic>
            <p:nvPicPr>
              <p:cNvPr id="210" name="墨迹 209">
                <a:extLst>
                  <a:ext uri="{FF2B5EF4-FFF2-40B4-BE49-F238E27FC236}">
                    <a16:creationId xmlns:a16="http://schemas.microsoft.com/office/drawing/2014/main" id="{57E9B2E6-7DC4-4723-8B30-6A8B84F048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635487" y="219873"/>
                <a:ext cx="13032360" cy="663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2295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0C56E729-8D7E-4D8E-950C-78552E705569}"/>
                  </a:ext>
                </a:extLst>
              </p14:cNvPr>
              <p14:cNvContentPartPr/>
              <p14:nvPr/>
            </p14:nvContentPartPr>
            <p14:xfrm>
              <a:off x="632073" y="4512513"/>
              <a:ext cx="246600" cy="692640"/>
            </p14:xfrm>
          </p:contentPart>
        </mc:Choice>
        <mc:Fallback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0C56E729-8D7E-4D8E-950C-78552E70556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3073" y="4503513"/>
                <a:ext cx="264240" cy="71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6" name="墨迹 85">
                <a:extLst>
                  <a:ext uri="{FF2B5EF4-FFF2-40B4-BE49-F238E27FC236}">
                    <a16:creationId xmlns:a16="http://schemas.microsoft.com/office/drawing/2014/main" id="{72E4382F-65F4-4CA7-90CA-7DD963D08263}"/>
                  </a:ext>
                </a:extLst>
              </p14:cNvPr>
              <p14:cNvContentPartPr/>
              <p14:nvPr/>
            </p14:nvContentPartPr>
            <p14:xfrm>
              <a:off x="1011513" y="4787553"/>
              <a:ext cx="423360" cy="803880"/>
            </p14:xfrm>
          </p:contentPart>
        </mc:Choice>
        <mc:Fallback>
          <p:pic>
            <p:nvPicPr>
              <p:cNvPr id="86" name="墨迹 85">
                <a:extLst>
                  <a:ext uri="{FF2B5EF4-FFF2-40B4-BE49-F238E27FC236}">
                    <a16:creationId xmlns:a16="http://schemas.microsoft.com/office/drawing/2014/main" id="{72E4382F-65F4-4CA7-90CA-7DD963D082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2873" y="4778553"/>
                <a:ext cx="441000" cy="82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7" name="墨迹 86">
                <a:extLst>
                  <a:ext uri="{FF2B5EF4-FFF2-40B4-BE49-F238E27FC236}">
                    <a16:creationId xmlns:a16="http://schemas.microsoft.com/office/drawing/2014/main" id="{88A0241A-8D8D-42BD-9B02-D8F36B211534}"/>
                  </a:ext>
                </a:extLst>
              </p14:cNvPr>
              <p14:cNvContentPartPr/>
              <p14:nvPr/>
            </p14:nvContentPartPr>
            <p14:xfrm>
              <a:off x="1596513" y="5031273"/>
              <a:ext cx="177120" cy="248760"/>
            </p14:xfrm>
          </p:contentPart>
        </mc:Choice>
        <mc:Fallback>
          <p:pic>
            <p:nvPicPr>
              <p:cNvPr id="87" name="墨迹 86">
                <a:extLst>
                  <a:ext uri="{FF2B5EF4-FFF2-40B4-BE49-F238E27FC236}">
                    <a16:creationId xmlns:a16="http://schemas.microsoft.com/office/drawing/2014/main" id="{88A0241A-8D8D-42BD-9B02-D8F36B21153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87513" y="5022273"/>
                <a:ext cx="19476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C30F0FB9-2D9D-4F14-9739-19352E006030}"/>
                  </a:ext>
                </a:extLst>
              </p14:cNvPr>
              <p14:cNvContentPartPr/>
              <p14:nvPr/>
            </p14:nvContentPartPr>
            <p14:xfrm>
              <a:off x="1910433" y="4909233"/>
              <a:ext cx="226800" cy="42840"/>
            </p14:xfrm>
          </p:contentPart>
        </mc:Choice>
        <mc:Fallback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C30F0FB9-2D9D-4F14-9739-19352E00603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01433" y="4900593"/>
                <a:ext cx="24444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9" name="墨迹 88">
                <a:extLst>
                  <a:ext uri="{FF2B5EF4-FFF2-40B4-BE49-F238E27FC236}">
                    <a16:creationId xmlns:a16="http://schemas.microsoft.com/office/drawing/2014/main" id="{FEC32146-F72C-47FB-A24F-B8845422E8F4}"/>
                  </a:ext>
                </a:extLst>
              </p14:cNvPr>
              <p14:cNvContentPartPr/>
              <p14:nvPr/>
            </p14:nvContentPartPr>
            <p14:xfrm>
              <a:off x="2386353" y="4697193"/>
              <a:ext cx="380160" cy="856080"/>
            </p14:xfrm>
          </p:contentPart>
        </mc:Choice>
        <mc:Fallback>
          <p:pic>
            <p:nvPicPr>
              <p:cNvPr id="89" name="墨迹 88">
                <a:extLst>
                  <a:ext uri="{FF2B5EF4-FFF2-40B4-BE49-F238E27FC236}">
                    <a16:creationId xmlns:a16="http://schemas.microsoft.com/office/drawing/2014/main" id="{FEC32146-F72C-47FB-A24F-B8845422E8F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77353" y="4688553"/>
                <a:ext cx="397800" cy="87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0" name="墨迹 89">
                <a:extLst>
                  <a:ext uri="{FF2B5EF4-FFF2-40B4-BE49-F238E27FC236}">
                    <a16:creationId xmlns:a16="http://schemas.microsoft.com/office/drawing/2014/main" id="{5D7DE59D-D3B4-4F42-9AB4-BE618F27EE6A}"/>
                  </a:ext>
                </a:extLst>
              </p14:cNvPr>
              <p14:cNvContentPartPr/>
              <p14:nvPr/>
            </p14:nvContentPartPr>
            <p14:xfrm>
              <a:off x="2982873" y="5011833"/>
              <a:ext cx="183600" cy="226440"/>
            </p14:xfrm>
          </p:contentPart>
        </mc:Choice>
        <mc:Fallback>
          <p:pic>
            <p:nvPicPr>
              <p:cNvPr id="90" name="墨迹 89">
                <a:extLst>
                  <a:ext uri="{FF2B5EF4-FFF2-40B4-BE49-F238E27FC236}">
                    <a16:creationId xmlns:a16="http://schemas.microsoft.com/office/drawing/2014/main" id="{5D7DE59D-D3B4-4F42-9AB4-BE618F27EE6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73873" y="5003193"/>
                <a:ext cx="20124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0" name="墨迹 99">
                <a:extLst>
                  <a:ext uri="{FF2B5EF4-FFF2-40B4-BE49-F238E27FC236}">
                    <a16:creationId xmlns:a16="http://schemas.microsoft.com/office/drawing/2014/main" id="{838F0CCE-0AE8-4BD5-B60F-981607E12B44}"/>
                  </a:ext>
                </a:extLst>
              </p14:cNvPr>
              <p14:cNvContentPartPr/>
              <p14:nvPr/>
            </p14:nvContentPartPr>
            <p14:xfrm>
              <a:off x="-572487" y="781113"/>
              <a:ext cx="11562480" cy="3081600"/>
            </p14:xfrm>
          </p:contentPart>
        </mc:Choice>
        <mc:Fallback>
          <p:pic>
            <p:nvPicPr>
              <p:cNvPr id="100" name="墨迹 99">
                <a:extLst>
                  <a:ext uri="{FF2B5EF4-FFF2-40B4-BE49-F238E27FC236}">
                    <a16:creationId xmlns:a16="http://schemas.microsoft.com/office/drawing/2014/main" id="{838F0CCE-0AE8-4BD5-B60F-981607E12B4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-581127" y="772473"/>
                <a:ext cx="11580120" cy="30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1" name="墨迹 100">
                <a:extLst>
                  <a:ext uri="{FF2B5EF4-FFF2-40B4-BE49-F238E27FC236}">
                    <a16:creationId xmlns:a16="http://schemas.microsoft.com/office/drawing/2014/main" id="{5BD99188-A11C-4281-85D6-BC651EE20C4E}"/>
                  </a:ext>
                </a:extLst>
              </p14:cNvPr>
              <p14:cNvContentPartPr/>
              <p14:nvPr/>
            </p14:nvContentPartPr>
            <p14:xfrm>
              <a:off x="4063953" y="4319193"/>
              <a:ext cx="891000" cy="767520"/>
            </p14:xfrm>
          </p:contentPart>
        </mc:Choice>
        <mc:Fallback>
          <p:pic>
            <p:nvPicPr>
              <p:cNvPr id="101" name="墨迹 100">
                <a:extLst>
                  <a:ext uri="{FF2B5EF4-FFF2-40B4-BE49-F238E27FC236}">
                    <a16:creationId xmlns:a16="http://schemas.microsoft.com/office/drawing/2014/main" id="{5BD99188-A11C-4281-85D6-BC651EE20C4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54957" y="4310553"/>
                <a:ext cx="908633" cy="78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2" name="墨迹 101">
                <a:extLst>
                  <a:ext uri="{FF2B5EF4-FFF2-40B4-BE49-F238E27FC236}">
                    <a16:creationId xmlns:a16="http://schemas.microsoft.com/office/drawing/2014/main" id="{E9DD543B-D55C-4ED2-A076-FA39B7A56E83}"/>
                  </a:ext>
                </a:extLst>
              </p14:cNvPr>
              <p14:cNvContentPartPr/>
              <p14:nvPr/>
            </p14:nvContentPartPr>
            <p14:xfrm>
              <a:off x="3288153" y="4682793"/>
              <a:ext cx="542520" cy="540720"/>
            </p14:xfrm>
          </p:contentPart>
        </mc:Choice>
        <mc:Fallback>
          <p:pic>
            <p:nvPicPr>
              <p:cNvPr id="102" name="墨迹 101">
                <a:extLst>
                  <a:ext uri="{FF2B5EF4-FFF2-40B4-BE49-F238E27FC236}">
                    <a16:creationId xmlns:a16="http://schemas.microsoft.com/office/drawing/2014/main" id="{E9DD543B-D55C-4ED2-A076-FA39B7A56E8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79513" y="4674153"/>
                <a:ext cx="560160" cy="55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08" name="墨迹 107">
                <a:extLst>
                  <a:ext uri="{FF2B5EF4-FFF2-40B4-BE49-F238E27FC236}">
                    <a16:creationId xmlns:a16="http://schemas.microsoft.com/office/drawing/2014/main" id="{CD4CCFB2-7B04-40C5-96E3-8BEA5F477C81}"/>
                  </a:ext>
                </a:extLst>
              </p14:cNvPr>
              <p14:cNvContentPartPr/>
              <p14:nvPr/>
            </p14:nvContentPartPr>
            <p14:xfrm>
              <a:off x="7931073" y="4856673"/>
              <a:ext cx="239400" cy="28080"/>
            </p14:xfrm>
          </p:contentPart>
        </mc:Choice>
        <mc:Fallback>
          <p:pic>
            <p:nvPicPr>
              <p:cNvPr id="108" name="墨迹 107">
                <a:extLst>
                  <a:ext uri="{FF2B5EF4-FFF2-40B4-BE49-F238E27FC236}">
                    <a16:creationId xmlns:a16="http://schemas.microsoft.com/office/drawing/2014/main" id="{CD4CCFB2-7B04-40C5-96E3-8BEA5F477C8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922433" y="4848033"/>
                <a:ext cx="2570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17" name="墨迹 116">
                <a:extLst>
                  <a:ext uri="{FF2B5EF4-FFF2-40B4-BE49-F238E27FC236}">
                    <a16:creationId xmlns:a16="http://schemas.microsoft.com/office/drawing/2014/main" id="{7ABE53A6-FFA2-43EA-9C95-76ABE314D2FB}"/>
                  </a:ext>
                </a:extLst>
              </p14:cNvPr>
              <p14:cNvContentPartPr/>
              <p14:nvPr/>
            </p14:nvContentPartPr>
            <p14:xfrm>
              <a:off x="9734313" y="4259433"/>
              <a:ext cx="932760" cy="835200"/>
            </p14:xfrm>
          </p:contentPart>
        </mc:Choice>
        <mc:Fallback>
          <p:pic>
            <p:nvPicPr>
              <p:cNvPr id="117" name="墨迹 116">
                <a:extLst>
                  <a:ext uri="{FF2B5EF4-FFF2-40B4-BE49-F238E27FC236}">
                    <a16:creationId xmlns:a16="http://schemas.microsoft.com/office/drawing/2014/main" id="{7ABE53A6-FFA2-43EA-9C95-76ABE314D2F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725316" y="4250793"/>
                <a:ext cx="950393" cy="85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18" name="墨迹 117">
                <a:extLst>
                  <a:ext uri="{FF2B5EF4-FFF2-40B4-BE49-F238E27FC236}">
                    <a16:creationId xmlns:a16="http://schemas.microsoft.com/office/drawing/2014/main" id="{56206FE2-DBA9-480E-91CF-06E7EA182B54}"/>
                  </a:ext>
                </a:extLst>
              </p14:cNvPr>
              <p14:cNvContentPartPr/>
              <p14:nvPr/>
            </p14:nvContentPartPr>
            <p14:xfrm>
              <a:off x="9371433" y="4744713"/>
              <a:ext cx="210960" cy="314280"/>
            </p14:xfrm>
          </p:contentPart>
        </mc:Choice>
        <mc:Fallback>
          <p:pic>
            <p:nvPicPr>
              <p:cNvPr id="118" name="墨迹 117">
                <a:extLst>
                  <a:ext uri="{FF2B5EF4-FFF2-40B4-BE49-F238E27FC236}">
                    <a16:creationId xmlns:a16="http://schemas.microsoft.com/office/drawing/2014/main" id="{56206FE2-DBA9-480E-91CF-06E7EA182B5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362433" y="4735713"/>
                <a:ext cx="22860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19" name="墨迹 118">
                <a:extLst>
                  <a:ext uri="{FF2B5EF4-FFF2-40B4-BE49-F238E27FC236}">
                    <a16:creationId xmlns:a16="http://schemas.microsoft.com/office/drawing/2014/main" id="{9B52E334-B01E-423B-8291-004C7D5FA918}"/>
                  </a:ext>
                </a:extLst>
              </p14:cNvPr>
              <p14:cNvContentPartPr/>
              <p14:nvPr/>
            </p14:nvContentPartPr>
            <p14:xfrm>
              <a:off x="8353353" y="4619073"/>
              <a:ext cx="844560" cy="917280"/>
            </p14:xfrm>
          </p:contentPart>
        </mc:Choice>
        <mc:Fallback>
          <p:pic>
            <p:nvPicPr>
              <p:cNvPr id="119" name="墨迹 118">
                <a:extLst>
                  <a:ext uri="{FF2B5EF4-FFF2-40B4-BE49-F238E27FC236}">
                    <a16:creationId xmlns:a16="http://schemas.microsoft.com/office/drawing/2014/main" id="{9B52E334-B01E-423B-8291-004C7D5FA91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344353" y="4610433"/>
                <a:ext cx="862200" cy="9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20" name="墨迹 119">
                <a:extLst>
                  <a:ext uri="{FF2B5EF4-FFF2-40B4-BE49-F238E27FC236}">
                    <a16:creationId xmlns:a16="http://schemas.microsoft.com/office/drawing/2014/main" id="{0B7ACD1F-E3A9-4B5E-A1B1-1544351B1BA0}"/>
                  </a:ext>
                </a:extLst>
              </p14:cNvPr>
              <p14:cNvContentPartPr/>
              <p14:nvPr/>
            </p14:nvContentPartPr>
            <p14:xfrm>
              <a:off x="6219633" y="4473273"/>
              <a:ext cx="608760" cy="989280"/>
            </p14:xfrm>
          </p:contentPart>
        </mc:Choice>
        <mc:Fallback>
          <p:pic>
            <p:nvPicPr>
              <p:cNvPr id="120" name="墨迹 119">
                <a:extLst>
                  <a:ext uri="{FF2B5EF4-FFF2-40B4-BE49-F238E27FC236}">
                    <a16:creationId xmlns:a16="http://schemas.microsoft.com/office/drawing/2014/main" id="{0B7ACD1F-E3A9-4B5E-A1B1-1544351B1BA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210993" y="4464633"/>
                <a:ext cx="626400" cy="10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21" name="墨迹 120">
                <a:extLst>
                  <a:ext uri="{FF2B5EF4-FFF2-40B4-BE49-F238E27FC236}">
                    <a16:creationId xmlns:a16="http://schemas.microsoft.com/office/drawing/2014/main" id="{6D9B8F25-821B-4BB4-B1EC-1B856185E71C}"/>
                  </a:ext>
                </a:extLst>
              </p14:cNvPr>
              <p14:cNvContentPartPr/>
              <p14:nvPr/>
            </p14:nvContentPartPr>
            <p14:xfrm>
              <a:off x="7032873" y="4967553"/>
              <a:ext cx="701280" cy="232200"/>
            </p14:xfrm>
          </p:contentPart>
        </mc:Choice>
        <mc:Fallback>
          <p:pic>
            <p:nvPicPr>
              <p:cNvPr id="121" name="墨迹 120">
                <a:extLst>
                  <a:ext uri="{FF2B5EF4-FFF2-40B4-BE49-F238E27FC236}">
                    <a16:creationId xmlns:a16="http://schemas.microsoft.com/office/drawing/2014/main" id="{6D9B8F25-821B-4BB4-B1EC-1B856185E71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024233" y="4958913"/>
                <a:ext cx="71892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24" name="墨迹 123">
                <a:extLst>
                  <a:ext uri="{FF2B5EF4-FFF2-40B4-BE49-F238E27FC236}">
                    <a16:creationId xmlns:a16="http://schemas.microsoft.com/office/drawing/2014/main" id="{E7511D27-C6B6-4D9D-89DD-F5361E9DF49B}"/>
                  </a:ext>
                </a:extLst>
              </p14:cNvPr>
              <p14:cNvContentPartPr/>
              <p14:nvPr/>
            </p14:nvContentPartPr>
            <p14:xfrm>
              <a:off x="5922993" y="5431233"/>
              <a:ext cx="360" cy="360"/>
            </p14:xfrm>
          </p:contentPart>
        </mc:Choice>
        <mc:Fallback>
          <p:pic>
            <p:nvPicPr>
              <p:cNvPr id="124" name="墨迹 123">
                <a:extLst>
                  <a:ext uri="{FF2B5EF4-FFF2-40B4-BE49-F238E27FC236}">
                    <a16:creationId xmlns:a16="http://schemas.microsoft.com/office/drawing/2014/main" id="{E7511D27-C6B6-4D9D-89DD-F5361E9DF49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913993" y="542259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25" name="墨迹 124">
                <a:extLst>
                  <a:ext uri="{FF2B5EF4-FFF2-40B4-BE49-F238E27FC236}">
                    <a16:creationId xmlns:a16="http://schemas.microsoft.com/office/drawing/2014/main" id="{CA36DA54-4801-4D4A-8EFC-2DD56FFB45DB}"/>
                  </a:ext>
                </a:extLst>
              </p14:cNvPr>
              <p14:cNvContentPartPr/>
              <p14:nvPr/>
            </p14:nvContentPartPr>
            <p14:xfrm>
              <a:off x="5525913" y="4822113"/>
              <a:ext cx="290880" cy="295920"/>
            </p14:xfrm>
          </p:contentPart>
        </mc:Choice>
        <mc:Fallback>
          <p:pic>
            <p:nvPicPr>
              <p:cNvPr id="125" name="墨迹 124">
                <a:extLst>
                  <a:ext uri="{FF2B5EF4-FFF2-40B4-BE49-F238E27FC236}">
                    <a16:creationId xmlns:a16="http://schemas.microsoft.com/office/drawing/2014/main" id="{CA36DA54-4801-4D4A-8EFC-2DD56FFB45D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517273" y="4813113"/>
                <a:ext cx="308520" cy="31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5897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2" name="墨迹 131">
                <a:extLst>
                  <a:ext uri="{FF2B5EF4-FFF2-40B4-BE49-F238E27FC236}">
                    <a16:creationId xmlns:a16="http://schemas.microsoft.com/office/drawing/2014/main" id="{CFDF4BBC-49AE-409B-BF54-2DBD6F9BA403}"/>
                  </a:ext>
                </a:extLst>
              </p14:cNvPr>
              <p14:cNvContentPartPr/>
              <p14:nvPr/>
            </p14:nvContentPartPr>
            <p14:xfrm>
              <a:off x="14313" y="132033"/>
              <a:ext cx="12684240" cy="6483240"/>
            </p14:xfrm>
          </p:contentPart>
        </mc:Choice>
        <mc:Fallback>
          <p:pic>
            <p:nvPicPr>
              <p:cNvPr id="132" name="墨迹 131">
                <a:extLst>
                  <a:ext uri="{FF2B5EF4-FFF2-40B4-BE49-F238E27FC236}">
                    <a16:creationId xmlns:a16="http://schemas.microsoft.com/office/drawing/2014/main" id="{CFDF4BBC-49AE-409B-BF54-2DBD6F9BA4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13" y="123393"/>
                <a:ext cx="12701880" cy="650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1880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49DA52CD-F527-40F1-83F8-B48336C90265}"/>
                  </a:ext>
                </a:extLst>
              </p14:cNvPr>
              <p14:cNvContentPartPr/>
              <p14:nvPr/>
            </p14:nvContentPartPr>
            <p14:xfrm>
              <a:off x="-518487" y="963633"/>
              <a:ext cx="1019160" cy="8157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49DA52CD-F527-40F1-83F8-B48336C902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536127" y="945993"/>
                <a:ext cx="1054800" cy="85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C0918CDE-25A7-4D2C-8925-F3AC658C0226}"/>
                  </a:ext>
                </a:extLst>
              </p14:cNvPr>
              <p14:cNvContentPartPr/>
              <p14:nvPr/>
            </p14:nvContentPartPr>
            <p14:xfrm>
              <a:off x="10511553" y="843753"/>
              <a:ext cx="286920" cy="1278720"/>
            </p14:xfrm>
          </p:contentPart>
        </mc:Choice>
        <mc:Fallback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C0918CDE-25A7-4D2C-8925-F3AC658C02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93553" y="825753"/>
                <a:ext cx="322560" cy="13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F6258ABD-5582-4247-97C8-FFA3C17E3E63}"/>
                  </a:ext>
                </a:extLst>
              </p14:cNvPr>
              <p14:cNvContentPartPr/>
              <p14:nvPr/>
            </p14:nvContentPartPr>
            <p14:xfrm>
              <a:off x="11083593" y="1110873"/>
              <a:ext cx="794880" cy="568080"/>
            </p14:xfrm>
          </p:contentPart>
        </mc:Choice>
        <mc:Fallback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F6258ABD-5582-4247-97C8-FFA3C17E3E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65953" y="1093233"/>
                <a:ext cx="830520" cy="60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9AEAFC6F-53CF-40C5-8DB1-C27D1D5A253C}"/>
                  </a:ext>
                </a:extLst>
              </p14:cNvPr>
              <p14:cNvContentPartPr/>
              <p14:nvPr/>
            </p14:nvContentPartPr>
            <p14:xfrm>
              <a:off x="11888553" y="801633"/>
              <a:ext cx="317520" cy="12600"/>
            </p14:xfrm>
          </p:contentPart>
        </mc:Choice>
        <mc:Fallback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9AEAFC6F-53CF-40C5-8DB1-C27D1D5A253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870553" y="783993"/>
                <a:ext cx="3531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C9DA92ED-9006-4B45-AC6C-F8060EBEFC51}"/>
                  </a:ext>
                </a:extLst>
              </p14:cNvPr>
              <p14:cNvContentPartPr/>
              <p14:nvPr/>
            </p14:nvContentPartPr>
            <p14:xfrm>
              <a:off x="12431433" y="648993"/>
              <a:ext cx="69120" cy="618120"/>
            </p14:xfrm>
          </p:contentPart>
        </mc:Choice>
        <mc:Fallback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C9DA92ED-9006-4B45-AC6C-F8060EBEFC5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413433" y="631353"/>
                <a:ext cx="104760" cy="65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5F706A01-809A-4962-A530-6CC4298376F3}"/>
                  </a:ext>
                </a:extLst>
              </p14:cNvPr>
              <p14:cNvContentPartPr/>
              <p14:nvPr/>
            </p14:nvContentPartPr>
            <p14:xfrm>
              <a:off x="8287833" y="2010513"/>
              <a:ext cx="1851480" cy="176760"/>
            </p14:xfrm>
          </p:contentPart>
        </mc:Choice>
        <mc:Fallback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5F706A01-809A-4962-A530-6CC4298376F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69833" y="1992513"/>
                <a:ext cx="188712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1" name="墨迹 50">
                <a:extLst>
                  <a:ext uri="{FF2B5EF4-FFF2-40B4-BE49-F238E27FC236}">
                    <a16:creationId xmlns:a16="http://schemas.microsoft.com/office/drawing/2014/main" id="{A4F62594-C92F-46AA-93C8-E83A3EDBA522}"/>
                  </a:ext>
                </a:extLst>
              </p14:cNvPr>
              <p14:cNvContentPartPr/>
              <p14:nvPr/>
            </p14:nvContentPartPr>
            <p14:xfrm>
              <a:off x="10371153" y="2382033"/>
              <a:ext cx="1482120" cy="1105920"/>
            </p14:xfrm>
          </p:contentPart>
        </mc:Choice>
        <mc:Fallback>
          <p:pic>
            <p:nvPicPr>
              <p:cNvPr id="51" name="墨迹 50">
                <a:extLst>
                  <a:ext uri="{FF2B5EF4-FFF2-40B4-BE49-F238E27FC236}">
                    <a16:creationId xmlns:a16="http://schemas.microsoft.com/office/drawing/2014/main" id="{A4F62594-C92F-46AA-93C8-E83A3EDBA52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353153" y="2364033"/>
                <a:ext cx="1517760" cy="11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AF5F26E5-4055-4A08-9EC3-B1615FC0DA07}"/>
                  </a:ext>
                </a:extLst>
              </p14:cNvPr>
              <p14:cNvContentPartPr/>
              <p14:nvPr/>
            </p14:nvContentPartPr>
            <p14:xfrm>
              <a:off x="6307113" y="4023633"/>
              <a:ext cx="345960" cy="870120"/>
            </p14:xfrm>
          </p:contentPart>
        </mc:Choice>
        <mc:Fallback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AF5F26E5-4055-4A08-9EC3-B1615FC0DA0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289473" y="4005993"/>
                <a:ext cx="381600" cy="90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384FF5D0-1AA3-4A7E-BCA8-8BF67429DE7D}"/>
                  </a:ext>
                </a:extLst>
              </p14:cNvPr>
              <p14:cNvContentPartPr/>
              <p14:nvPr/>
            </p14:nvContentPartPr>
            <p14:xfrm>
              <a:off x="8135913" y="3798633"/>
              <a:ext cx="213840" cy="658800"/>
            </p14:xfrm>
          </p:contentPart>
        </mc:Choice>
        <mc:Fallback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384FF5D0-1AA3-4A7E-BCA8-8BF67429DE7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117913" y="3780993"/>
                <a:ext cx="249480" cy="69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50DDACB5-AAD2-4757-B58C-67EDD598B5D8}"/>
                  </a:ext>
                </a:extLst>
              </p14:cNvPr>
              <p14:cNvContentPartPr/>
              <p14:nvPr/>
            </p14:nvContentPartPr>
            <p14:xfrm>
              <a:off x="8848353" y="3741753"/>
              <a:ext cx="3198240" cy="1100160"/>
            </p14:xfrm>
          </p:contentPart>
        </mc:Choice>
        <mc:Fallback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50DDACB5-AAD2-4757-B58C-67EDD598B5D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830713" y="3724107"/>
                <a:ext cx="3233880" cy="11358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1B51E56F-DA4B-404B-92DF-AD2400E414E7}"/>
                  </a:ext>
                </a:extLst>
              </p14:cNvPr>
              <p14:cNvContentPartPr/>
              <p14:nvPr/>
            </p14:nvContentPartPr>
            <p14:xfrm>
              <a:off x="6843873" y="4018953"/>
              <a:ext cx="793440" cy="534240"/>
            </p14:xfrm>
          </p:contentPart>
        </mc:Choice>
        <mc:Fallback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1B51E56F-DA4B-404B-92DF-AD2400E414E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25873" y="4000953"/>
                <a:ext cx="829080" cy="56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86" name="墨迹 85">
                <a:extLst>
                  <a:ext uri="{FF2B5EF4-FFF2-40B4-BE49-F238E27FC236}">
                    <a16:creationId xmlns:a16="http://schemas.microsoft.com/office/drawing/2014/main" id="{6C216881-E28C-4F80-9F09-97EE77988C81}"/>
                  </a:ext>
                </a:extLst>
              </p14:cNvPr>
              <p14:cNvContentPartPr/>
              <p14:nvPr/>
            </p14:nvContentPartPr>
            <p14:xfrm>
              <a:off x="4855233" y="3931473"/>
              <a:ext cx="1242360" cy="829800"/>
            </p14:xfrm>
          </p:contentPart>
        </mc:Choice>
        <mc:Fallback>
          <p:pic>
            <p:nvPicPr>
              <p:cNvPr id="86" name="墨迹 85">
                <a:extLst>
                  <a:ext uri="{FF2B5EF4-FFF2-40B4-BE49-F238E27FC236}">
                    <a16:creationId xmlns:a16="http://schemas.microsoft.com/office/drawing/2014/main" id="{6C216881-E28C-4F80-9F09-97EE77988C8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837593" y="3913833"/>
                <a:ext cx="1278000" cy="86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87" name="墨迹 86">
                <a:extLst>
                  <a:ext uri="{FF2B5EF4-FFF2-40B4-BE49-F238E27FC236}">
                    <a16:creationId xmlns:a16="http://schemas.microsoft.com/office/drawing/2014/main" id="{A9682ACA-1B4F-4836-9F97-0B4EA8819E8C}"/>
                  </a:ext>
                </a:extLst>
              </p14:cNvPr>
              <p14:cNvContentPartPr/>
              <p14:nvPr/>
            </p14:nvContentPartPr>
            <p14:xfrm>
              <a:off x="2177193" y="3878913"/>
              <a:ext cx="2446560" cy="839160"/>
            </p14:xfrm>
          </p:contentPart>
        </mc:Choice>
        <mc:Fallback>
          <p:pic>
            <p:nvPicPr>
              <p:cNvPr id="87" name="墨迹 86">
                <a:extLst>
                  <a:ext uri="{FF2B5EF4-FFF2-40B4-BE49-F238E27FC236}">
                    <a16:creationId xmlns:a16="http://schemas.microsoft.com/office/drawing/2014/main" id="{A9682ACA-1B4F-4836-9F97-0B4EA8819E8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59193" y="3861273"/>
                <a:ext cx="2482200" cy="87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98" name="墨迹 97">
                <a:extLst>
                  <a:ext uri="{FF2B5EF4-FFF2-40B4-BE49-F238E27FC236}">
                    <a16:creationId xmlns:a16="http://schemas.microsoft.com/office/drawing/2014/main" id="{E599CDB3-F148-4E44-B2C2-DBE6A334A2F5}"/>
                  </a:ext>
                </a:extLst>
              </p14:cNvPr>
              <p14:cNvContentPartPr/>
              <p14:nvPr/>
            </p14:nvContentPartPr>
            <p14:xfrm>
              <a:off x="5354913" y="5778273"/>
              <a:ext cx="656640" cy="756000"/>
            </p14:xfrm>
          </p:contentPart>
        </mc:Choice>
        <mc:Fallback>
          <p:pic>
            <p:nvPicPr>
              <p:cNvPr id="98" name="墨迹 97">
                <a:extLst>
                  <a:ext uri="{FF2B5EF4-FFF2-40B4-BE49-F238E27FC236}">
                    <a16:creationId xmlns:a16="http://schemas.microsoft.com/office/drawing/2014/main" id="{E599CDB3-F148-4E44-B2C2-DBE6A334A2F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336913" y="5760633"/>
                <a:ext cx="692280" cy="79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04" name="墨迹 103">
                <a:extLst>
                  <a:ext uri="{FF2B5EF4-FFF2-40B4-BE49-F238E27FC236}">
                    <a16:creationId xmlns:a16="http://schemas.microsoft.com/office/drawing/2014/main" id="{70B7AFEE-AD6A-4483-B02C-014916DEB821}"/>
                  </a:ext>
                </a:extLst>
              </p14:cNvPr>
              <p14:cNvContentPartPr/>
              <p14:nvPr/>
            </p14:nvContentPartPr>
            <p14:xfrm>
              <a:off x="7557033" y="5859993"/>
              <a:ext cx="417960" cy="706680"/>
            </p14:xfrm>
          </p:contentPart>
        </mc:Choice>
        <mc:Fallback>
          <p:pic>
            <p:nvPicPr>
              <p:cNvPr id="104" name="墨迹 103">
                <a:extLst>
                  <a:ext uri="{FF2B5EF4-FFF2-40B4-BE49-F238E27FC236}">
                    <a16:creationId xmlns:a16="http://schemas.microsoft.com/office/drawing/2014/main" id="{70B7AFEE-AD6A-4483-B02C-014916DEB82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539393" y="5841993"/>
                <a:ext cx="453600" cy="74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07" name="墨迹 106">
                <a:extLst>
                  <a:ext uri="{FF2B5EF4-FFF2-40B4-BE49-F238E27FC236}">
                    <a16:creationId xmlns:a16="http://schemas.microsoft.com/office/drawing/2014/main" id="{859AE588-933C-4FED-83A8-2AD7C1E015D1}"/>
                  </a:ext>
                </a:extLst>
              </p14:cNvPr>
              <p14:cNvContentPartPr/>
              <p14:nvPr/>
            </p14:nvContentPartPr>
            <p14:xfrm>
              <a:off x="8214393" y="5850993"/>
              <a:ext cx="145800" cy="331560"/>
            </p14:xfrm>
          </p:contentPart>
        </mc:Choice>
        <mc:Fallback>
          <p:pic>
            <p:nvPicPr>
              <p:cNvPr id="107" name="墨迹 106">
                <a:extLst>
                  <a:ext uri="{FF2B5EF4-FFF2-40B4-BE49-F238E27FC236}">
                    <a16:creationId xmlns:a16="http://schemas.microsoft.com/office/drawing/2014/main" id="{859AE588-933C-4FED-83A8-2AD7C1E015D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196709" y="5833353"/>
                <a:ext cx="181528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08" name="墨迹 107">
                <a:extLst>
                  <a:ext uri="{FF2B5EF4-FFF2-40B4-BE49-F238E27FC236}">
                    <a16:creationId xmlns:a16="http://schemas.microsoft.com/office/drawing/2014/main" id="{69607303-0A0C-4AFE-9329-BD0267FE7804}"/>
                  </a:ext>
                </a:extLst>
              </p14:cNvPr>
              <p14:cNvContentPartPr/>
              <p14:nvPr/>
            </p14:nvContentPartPr>
            <p14:xfrm>
              <a:off x="6271833" y="5862513"/>
              <a:ext cx="602280" cy="411480"/>
            </p14:xfrm>
          </p:contentPart>
        </mc:Choice>
        <mc:Fallback>
          <p:pic>
            <p:nvPicPr>
              <p:cNvPr id="108" name="墨迹 107">
                <a:extLst>
                  <a:ext uri="{FF2B5EF4-FFF2-40B4-BE49-F238E27FC236}">
                    <a16:creationId xmlns:a16="http://schemas.microsoft.com/office/drawing/2014/main" id="{69607303-0A0C-4AFE-9329-BD0267FE780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253833" y="5844513"/>
                <a:ext cx="63792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09" name="墨迹 108">
                <a:extLst>
                  <a:ext uri="{FF2B5EF4-FFF2-40B4-BE49-F238E27FC236}">
                    <a16:creationId xmlns:a16="http://schemas.microsoft.com/office/drawing/2014/main" id="{6C146956-AC42-4050-8DA8-1BF5393B4A4C}"/>
                  </a:ext>
                </a:extLst>
              </p14:cNvPr>
              <p14:cNvContentPartPr/>
              <p14:nvPr/>
            </p14:nvContentPartPr>
            <p14:xfrm>
              <a:off x="1817193" y="5747313"/>
              <a:ext cx="1291680" cy="856440"/>
            </p14:xfrm>
          </p:contentPart>
        </mc:Choice>
        <mc:Fallback>
          <p:pic>
            <p:nvPicPr>
              <p:cNvPr id="109" name="墨迹 108">
                <a:extLst>
                  <a:ext uri="{FF2B5EF4-FFF2-40B4-BE49-F238E27FC236}">
                    <a16:creationId xmlns:a16="http://schemas.microsoft.com/office/drawing/2014/main" id="{6C146956-AC42-4050-8DA8-1BF5393B4A4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799548" y="5729313"/>
                <a:ext cx="1327330" cy="89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10" name="墨迹 109">
                <a:extLst>
                  <a:ext uri="{FF2B5EF4-FFF2-40B4-BE49-F238E27FC236}">
                    <a16:creationId xmlns:a16="http://schemas.microsoft.com/office/drawing/2014/main" id="{117AE4B2-58AC-496B-89DE-A52E0314C14A}"/>
                  </a:ext>
                </a:extLst>
              </p14:cNvPr>
              <p14:cNvContentPartPr/>
              <p14:nvPr/>
            </p14:nvContentPartPr>
            <p14:xfrm>
              <a:off x="9515073" y="5327913"/>
              <a:ext cx="239400" cy="362880"/>
            </p14:xfrm>
          </p:contentPart>
        </mc:Choice>
        <mc:Fallback>
          <p:pic>
            <p:nvPicPr>
              <p:cNvPr id="110" name="墨迹 109">
                <a:extLst>
                  <a:ext uri="{FF2B5EF4-FFF2-40B4-BE49-F238E27FC236}">
                    <a16:creationId xmlns:a16="http://schemas.microsoft.com/office/drawing/2014/main" id="{117AE4B2-58AC-496B-89DE-A52E0314C14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497433" y="5310273"/>
                <a:ext cx="27504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11" name="墨迹 110">
                <a:extLst>
                  <a:ext uri="{FF2B5EF4-FFF2-40B4-BE49-F238E27FC236}">
                    <a16:creationId xmlns:a16="http://schemas.microsoft.com/office/drawing/2014/main" id="{5880F41A-BCDE-4EE3-9570-FA8BC492E471}"/>
                  </a:ext>
                </a:extLst>
              </p14:cNvPr>
              <p14:cNvContentPartPr/>
              <p14:nvPr/>
            </p14:nvContentPartPr>
            <p14:xfrm>
              <a:off x="9643593" y="5958993"/>
              <a:ext cx="48600" cy="304200"/>
            </p14:xfrm>
          </p:contentPart>
        </mc:Choice>
        <mc:Fallback>
          <p:pic>
            <p:nvPicPr>
              <p:cNvPr id="111" name="墨迹 110">
                <a:extLst>
                  <a:ext uri="{FF2B5EF4-FFF2-40B4-BE49-F238E27FC236}">
                    <a16:creationId xmlns:a16="http://schemas.microsoft.com/office/drawing/2014/main" id="{5880F41A-BCDE-4EE3-9570-FA8BC492E47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625593" y="5941353"/>
                <a:ext cx="8424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D9316A72-394A-42D7-AAB9-467784780899}"/>
                  </a:ext>
                </a:extLst>
              </p14:cNvPr>
              <p14:cNvContentPartPr/>
              <p14:nvPr/>
            </p14:nvContentPartPr>
            <p14:xfrm>
              <a:off x="9296193" y="6410793"/>
              <a:ext cx="455760" cy="378000"/>
            </p14:xfrm>
          </p:contentPart>
        </mc:Choice>
        <mc:Fallback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D9316A72-394A-42D7-AAB9-46778478089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278553" y="6393153"/>
                <a:ext cx="491400" cy="41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20" name="墨迹 119">
                <a:extLst>
                  <a:ext uri="{FF2B5EF4-FFF2-40B4-BE49-F238E27FC236}">
                    <a16:creationId xmlns:a16="http://schemas.microsoft.com/office/drawing/2014/main" id="{27931537-80F3-40EB-9EB3-AE304563648E}"/>
                  </a:ext>
                </a:extLst>
              </p14:cNvPr>
              <p14:cNvContentPartPr/>
              <p14:nvPr/>
            </p14:nvContentPartPr>
            <p14:xfrm>
              <a:off x="1047873" y="2769033"/>
              <a:ext cx="298800" cy="623880"/>
            </p14:xfrm>
          </p:contentPart>
        </mc:Choice>
        <mc:Fallback>
          <p:pic>
            <p:nvPicPr>
              <p:cNvPr id="120" name="墨迹 119">
                <a:extLst>
                  <a:ext uri="{FF2B5EF4-FFF2-40B4-BE49-F238E27FC236}">
                    <a16:creationId xmlns:a16="http://schemas.microsoft.com/office/drawing/2014/main" id="{27931537-80F3-40EB-9EB3-AE304563648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39233" y="2760393"/>
                <a:ext cx="316440" cy="64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24" name="墨迹 123">
                <a:extLst>
                  <a:ext uri="{FF2B5EF4-FFF2-40B4-BE49-F238E27FC236}">
                    <a16:creationId xmlns:a16="http://schemas.microsoft.com/office/drawing/2014/main" id="{0ECF39F7-9646-425A-B2BA-6C2822D9A7CA}"/>
                  </a:ext>
                </a:extLst>
              </p14:cNvPr>
              <p14:cNvContentPartPr/>
              <p14:nvPr/>
            </p14:nvContentPartPr>
            <p14:xfrm>
              <a:off x="1578153" y="611913"/>
              <a:ext cx="6297120" cy="3025800"/>
            </p14:xfrm>
          </p:contentPart>
        </mc:Choice>
        <mc:Fallback>
          <p:pic>
            <p:nvPicPr>
              <p:cNvPr id="124" name="墨迹 123">
                <a:extLst>
                  <a:ext uri="{FF2B5EF4-FFF2-40B4-BE49-F238E27FC236}">
                    <a16:creationId xmlns:a16="http://schemas.microsoft.com/office/drawing/2014/main" id="{0ECF39F7-9646-425A-B2BA-6C2822D9A7C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561593" y="593915"/>
                <a:ext cx="6331680" cy="306143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7436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307730D3-4179-43E7-8D61-5532CE654AB6}"/>
                  </a:ext>
                </a:extLst>
              </p14:cNvPr>
              <p14:cNvContentPartPr/>
              <p14:nvPr/>
            </p14:nvContentPartPr>
            <p14:xfrm>
              <a:off x="2792793" y="593553"/>
              <a:ext cx="480960" cy="937080"/>
            </p14:xfrm>
          </p:contentPart>
        </mc:Choice>
        <mc:Fallback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307730D3-4179-43E7-8D61-5532CE654A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74793" y="575913"/>
                <a:ext cx="516600" cy="9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3" name="墨迹 62">
                <a:extLst>
                  <a:ext uri="{FF2B5EF4-FFF2-40B4-BE49-F238E27FC236}">
                    <a16:creationId xmlns:a16="http://schemas.microsoft.com/office/drawing/2014/main" id="{9AAAE719-2999-40F3-AA9E-D2DEA9C32F3B}"/>
                  </a:ext>
                </a:extLst>
              </p14:cNvPr>
              <p14:cNvContentPartPr/>
              <p14:nvPr/>
            </p14:nvContentPartPr>
            <p14:xfrm>
              <a:off x="3598473" y="984153"/>
              <a:ext cx="1800" cy="141120"/>
            </p14:xfrm>
          </p:contentPart>
        </mc:Choice>
        <mc:Fallback>
          <p:pic>
            <p:nvPicPr>
              <p:cNvPr id="63" name="墨迹 62">
                <a:extLst>
                  <a:ext uri="{FF2B5EF4-FFF2-40B4-BE49-F238E27FC236}">
                    <a16:creationId xmlns:a16="http://schemas.microsoft.com/office/drawing/2014/main" id="{9AAAE719-2999-40F3-AA9E-D2DEA9C32F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80473" y="966513"/>
                <a:ext cx="3744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6" name="墨迹 65">
                <a:extLst>
                  <a:ext uri="{FF2B5EF4-FFF2-40B4-BE49-F238E27FC236}">
                    <a16:creationId xmlns:a16="http://schemas.microsoft.com/office/drawing/2014/main" id="{A7800807-B707-4212-84B2-51BE92AE8375}"/>
                  </a:ext>
                </a:extLst>
              </p14:cNvPr>
              <p14:cNvContentPartPr/>
              <p14:nvPr/>
            </p14:nvContentPartPr>
            <p14:xfrm>
              <a:off x="4785033" y="913233"/>
              <a:ext cx="177120" cy="199440"/>
            </p14:xfrm>
          </p:contentPart>
        </mc:Choice>
        <mc:Fallback>
          <p:pic>
            <p:nvPicPr>
              <p:cNvPr id="66" name="墨迹 65">
                <a:extLst>
                  <a:ext uri="{FF2B5EF4-FFF2-40B4-BE49-F238E27FC236}">
                    <a16:creationId xmlns:a16="http://schemas.microsoft.com/office/drawing/2014/main" id="{A7800807-B707-4212-84B2-51BE92AE837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67393" y="895593"/>
                <a:ext cx="21276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7" name="墨迹 66">
                <a:extLst>
                  <a:ext uri="{FF2B5EF4-FFF2-40B4-BE49-F238E27FC236}">
                    <a16:creationId xmlns:a16="http://schemas.microsoft.com/office/drawing/2014/main" id="{E92CFE24-F2C7-41D3-8E7C-D700B35588A3}"/>
                  </a:ext>
                </a:extLst>
              </p14:cNvPr>
              <p14:cNvContentPartPr/>
              <p14:nvPr/>
            </p14:nvContentPartPr>
            <p14:xfrm>
              <a:off x="5486673" y="938073"/>
              <a:ext cx="102960" cy="24480"/>
            </p14:xfrm>
          </p:contentPart>
        </mc:Choice>
        <mc:Fallback>
          <p:pic>
            <p:nvPicPr>
              <p:cNvPr id="67" name="墨迹 66">
                <a:extLst>
                  <a:ext uri="{FF2B5EF4-FFF2-40B4-BE49-F238E27FC236}">
                    <a16:creationId xmlns:a16="http://schemas.microsoft.com/office/drawing/2014/main" id="{E92CFE24-F2C7-41D3-8E7C-D700B35588A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68673" y="920433"/>
                <a:ext cx="1386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8" name="墨迹 67">
                <a:extLst>
                  <a:ext uri="{FF2B5EF4-FFF2-40B4-BE49-F238E27FC236}">
                    <a16:creationId xmlns:a16="http://schemas.microsoft.com/office/drawing/2014/main" id="{96DD823A-3D6D-4EB6-8914-369EB6B35EE4}"/>
                  </a:ext>
                </a:extLst>
              </p14:cNvPr>
              <p14:cNvContentPartPr/>
              <p14:nvPr/>
            </p14:nvContentPartPr>
            <p14:xfrm>
              <a:off x="5737593" y="924033"/>
              <a:ext cx="203040" cy="37440"/>
            </p14:xfrm>
          </p:contentPart>
        </mc:Choice>
        <mc:Fallback>
          <p:pic>
            <p:nvPicPr>
              <p:cNvPr id="68" name="墨迹 67">
                <a:extLst>
                  <a:ext uri="{FF2B5EF4-FFF2-40B4-BE49-F238E27FC236}">
                    <a16:creationId xmlns:a16="http://schemas.microsoft.com/office/drawing/2014/main" id="{96DD823A-3D6D-4EB6-8914-369EB6B35EE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719593" y="906033"/>
                <a:ext cx="23868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9" name="墨迹 68">
                <a:extLst>
                  <a:ext uri="{FF2B5EF4-FFF2-40B4-BE49-F238E27FC236}">
                    <a16:creationId xmlns:a16="http://schemas.microsoft.com/office/drawing/2014/main" id="{2A451BDE-7197-4D20-8B30-CBAFE73E414A}"/>
                  </a:ext>
                </a:extLst>
              </p14:cNvPr>
              <p14:cNvContentPartPr/>
              <p14:nvPr/>
            </p14:nvContentPartPr>
            <p14:xfrm>
              <a:off x="6380553" y="612993"/>
              <a:ext cx="579960" cy="928800"/>
            </p14:xfrm>
          </p:contentPart>
        </mc:Choice>
        <mc:Fallback>
          <p:pic>
            <p:nvPicPr>
              <p:cNvPr id="69" name="墨迹 68">
                <a:extLst>
                  <a:ext uri="{FF2B5EF4-FFF2-40B4-BE49-F238E27FC236}">
                    <a16:creationId xmlns:a16="http://schemas.microsoft.com/office/drawing/2014/main" id="{2A451BDE-7197-4D20-8B30-CBAFE73E414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362913" y="594993"/>
                <a:ext cx="615600" cy="9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523B0131-2193-4BFC-B2FE-1034989FA329}"/>
                  </a:ext>
                </a:extLst>
              </p14:cNvPr>
              <p14:cNvContentPartPr/>
              <p14:nvPr/>
            </p14:nvContentPartPr>
            <p14:xfrm>
              <a:off x="7221873" y="972633"/>
              <a:ext cx="167400" cy="163800"/>
            </p14:xfrm>
          </p:contentPart>
        </mc:Choice>
        <mc:Fallback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523B0131-2193-4BFC-B2FE-1034989FA32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204233" y="954633"/>
                <a:ext cx="20304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26CDB2B3-1B74-4ED9-AF32-2169D176906C}"/>
                  </a:ext>
                </a:extLst>
              </p14:cNvPr>
              <p14:cNvContentPartPr/>
              <p14:nvPr/>
            </p14:nvContentPartPr>
            <p14:xfrm>
              <a:off x="9045993" y="1765353"/>
              <a:ext cx="267840" cy="252000"/>
            </p14:xfrm>
          </p:contentPart>
        </mc:Choice>
        <mc:Fallback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26CDB2B3-1B74-4ED9-AF32-2169D176906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028353" y="1747713"/>
                <a:ext cx="30348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77" name="墨迹 76">
                <a:extLst>
                  <a:ext uri="{FF2B5EF4-FFF2-40B4-BE49-F238E27FC236}">
                    <a16:creationId xmlns:a16="http://schemas.microsoft.com/office/drawing/2014/main" id="{4D0D4A4B-5EB2-4B1E-9422-116CAB82D219}"/>
                  </a:ext>
                </a:extLst>
              </p14:cNvPr>
              <p14:cNvContentPartPr/>
              <p14:nvPr/>
            </p14:nvContentPartPr>
            <p14:xfrm>
              <a:off x="8204313" y="596793"/>
              <a:ext cx="1648800" cy="896040"/>
            </p14:xfrm>
          </p:contentPart>
        </mc:Choice>
        <mc:Fallback>
          <p:pic>
            <p:nvPicPr>
              <p:cNvPr id="77" name="墨迹 76">
                <a:extLst>
                  <a:ext uri="{FF2B5EF4-FFF2-40B4-BE49-F238E27FC236}">
                    <a16:creationId xmlns:a16="http://schemas.microsoft.com/office/drawing/2014/main" id="{4D0D4A4B-5EB2-4B1E-9422-116CAB82D21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186313" y="578793"/>
                <a:ext cx="1684440" cy="9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78" name="墨迹 77">
                <a:extLst>
                  <a:ext uri="{FF2B5EF4-FFF2-40B4-BE49-F238E27FC236}">
                    <a16:creationId xmlns:a16="http://schemas.microsoft.com/office/drawing/2014/main" id="{6A4DB013-4744-43AB-8572-D375D1512093}"/>
                  </a:ext>
                </a:extLst>
              </p14:cNvPr>
              <p14:cNvContentPartPr/>
              <p14:nvPr/>
            </p14:nvContentPartPr>
            <p14:xfrm>
              <a:off x="4087353" y="562593"/>
              <a:ext cx="540360" cy="945360"/>
            </p14:xfrm>
          </p:contentPart>
        </mc:Choice>
        <mc:Fallback>
          <p:pic>
            <p:nvPicPr>
              <p:cNvPr id="78" name="墨迹 77">
                <a:extLst>
                  <a:ext uri="{FF2B5EF4-FFF2-40B4-BE49-F238E27FC236}">
                    <a16:creationId xmlns:a16="http://schemas.microsoft.com/office/drawing/2014/main" id="{6A4DB013-4744-43AB-8572-D375D151209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69701" y="544953"/>
                <a:ext cx="576024" cy="9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1A7B6750-E0CC-435C-AEDA-AF9C5B0C80D7}"/>
                  </a:ext>
                </a:extLst>
              </p14:cNvPr>
              <p14:cNvContentPartPr/>
              <p14:nvPr/>
            </p14:nvContentPartPr>
            <p14:xfrm>
              <a:off x="6925593" y="2275473"/>
              <a:ext cx="1847160" cy="594000"/>
            </p14:xfrm>
          </p:contentPart>
        </mc:Choice>
        <mc:Fallback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1A7B6750-E0CC-435C-AEDA-AF9C5B0C80D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907593" y="2257473"/>
                <a:ext cx="1882800" cy="62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5983903C-0D79-46E5-8AAB-4EE934ED095C}"/>
                  </a:ext>
                </a:extLst>
              </p14:cNvPr>
              <p14:cNvContentPartPr/>
              <p14:nvPr/>
            </p14:nvContentPartPr>
            <p14:xfrm>
              <a:off x="5035233" y="2053713"/>
              <a:ext cx="1474560" cy="518760"/>
            </p14:xfrm>
          </p:contentPart>
        </mc:Choice>
        <mc:Fallback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5983903C-0D79-46E5-8AAB-4EE934ED095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017233" y="2036073"/>
                <a:ext cx="1510200" cy="55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DD7E4A1D-D7E6-4A67-AFF0-B04E6C5756C4}"/>
                  </a:ext>
                </a:extLst>
              </p14:cNvPr>
              <p14:cNvContentPartPr/>
              <p14:nvPr/>
            </p14:nvContentPartPr>
            <p14:xfrm>
              <a:off x="1579953" y="1948593"/>
              <a:ext cx="1411920" cy="555480"/>
            </p14:xfrm>
          </p:contentPart>
        </mc:Choice>
        <mc:Fallback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DD7E4A1D-D7E6-4A67-AFF0-B04E6C5756C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61953" y="1930953"/>
                <a:ext cx="1447560" cy="59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86" name="墨迹 85">
                <a:extLst>
                  <a:ext uri="{FF2B5EF4-FFF2-40B4-BE49-F238E27FC236}">
                    <a16:creationId xmlns:a16="http://schemas.microsoft.com/office/drawing/2014/main" id="{B21262CF-E1ED-4A3A-9CDB-AAA37FDE0C74}"/>
                  </a:ext>
                </a:extLst>
              </p14:cNvPr>
              <p14:cNvContentPartPr/>
              <p14:nvPr/>
            </p14:nvContentPartPr>
            <p14:xfrm>
              <a:off x="733953" y="520473"/>
              <a:ext cx="1473480" cy="1075320"/>
            </p14:xfrm>
          </p:contentPart>
        </mc:Choice>
        <mc:Fallback>
          <p:pic>
            <p:nvPicPr>
              <p:cNvPr id="86" name="墨迹 85">
                <a:extLst>
                  <a:ext uri="{FF2B5EF4-FFF2-40B4-BE49-F238E27FC236}">
                    <a16:creationId xmlns:a16="http://schemas.microsoft.com/office/drawing/2014/main" id="{B21262CF-E1ED-4A3A-9CDB-AAA37FDE0C7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15953" y="502479"/>
                <a:ext cx="1509120" cy="111094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0350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4AA71418-E195-4EFD-9532-54C2EAFB1B5B}"/>
                  </a:ext>
                </a:extLst>
              </p14:cNvPr>
              <p14:cNvContentPartPr/>
              <p14:nvPr/>
            </p14:nvContentPartPr>
            <p14:xfrm>
              <a:off x="194313" y="286113"/>
              <a:ext cx="4502880" cy="120924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4AA71418-E195-4EFD-9532-54C2EAFB1B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313" y="277470"/>
                <a:ext cx="4520520" cy="12268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C40C4D4A-B66A-4DE2-A611-5447305E9EAC}"/>
                  </a:ext>
                </a:extLst>
              </p14:cNvPr>
              <p14:cNvContentPartPr/>
              <p14:nvPr/>
            </p14:nvContentPartPr>
            <p14:xfrm>
              <a:off x="8286393" y="887673"/>
              <a:ext cx="529920" cy="14400"/>
            </p14:xfrm>
          </p:contentPart>
        </mc:Choice>
        <mc:Fallback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C40C4D4A-B66A-4DE2-A611-5447305E9EA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77393" y="879033"/>
                <a:ext cx="54756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944632DA-9AB4-4E4B-A423-78937E42A1A9}"/>
                  </a:ext>
                </a:extLst>
              </p14:cNvPr>
              <p14:cNvContentPartPr/>
              <p14:nvPr/>
            </p14:nvContentPartPr>
            <p14:xfrm>
              <a:off x="6271113" y="684633"/>
              <a:ext cx="988920" cy="479880"/>
            </p14:xfrm>
          </p:contentPart>
        </mc:Choice>
        <mc:Fallback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944632DA-9AB4-4E4B-A423-78937E42A1A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62113" y="675999"/>
                <a:ext cx="1006560" cy="4975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7BC83AB9-3F2F-421A-8739-B43EFA884AA8}"/>
                  </a:ext>
                </a:extLst>
              </p14:cNvPr>
              <p14:cNvContentPartPr/>
              <p14:nvPr/>
            </p14:nvContentPartPr>
            <p14:xfrm>
              <a:off x="8477913" y="380793"/>
              <a:ext cx="268560" cy="388800"/>
            </p14:xfrm>
          </p:contentPart>
        </mc:Choice>
        <mc:Fallback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7BC83AB9-3F2F-421A-8739-B43EFA884AA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469273" y="371793"/>
                <a:ext cx="28620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2FC9E02D-5500-40C1-B285-79F4E1E0684D}"/>
                  </a:ext>
                </a:extLst>
              </p14:cNvPr>
              <p14:cNvContentPartPr/>
              <p14:nvPr/>
            </p14:nvContentPartPr>
            <p14:xfrm>
              <a:off x="8397633" y="1064433"/>
              <a:ext cx="398880" cy="327240"/>
            </p14:xfrm>
          </p:contentPart>
        </mc:Choice>
        <mc:Fallback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2FC9E02D-5500-40C1-B285-79F4E1E0684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388641" y="1055793"/>
                <a:ext cx="416504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BE0214A7-9200-472A-950F-1CEFB1A3B134}"/>
                  </a:ext>
                </a:extLst>
              </p14:cNvPr>
              <p14:cNvContentPartPr/>
              <p14:nvPr/>
            </p14:nvContentPartPr>
            <p14:xfrm>
              <a:off x="9628473" y="748713"/>
              <a:ext cx="362520" cy="695160"/>
            </p14:xfrm>
          </p:contentPart>
        </mc:Choice>
        <mc:Fallback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BE0214A7-9200-472A-950F-1CEFB1A3B13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619833" y="740073"/>
                <a:ext cx="380160" cy="71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6EF174F5-5735-4FDE-B2DD-D9B11A47CCAA}"/>
                  </a:ext>
                </a:extLst>
              </p14:cNvPr>
              <p14:cNvContentPartPr/>
              <p14:nvPr/>
            </p14:nvContentPartPr>
            <p14:xfrm>
              <a:off x="10253433" y="900633"/>
              <a:ext cx="238680" cy="30960"/>
            </p14:xfrm>
          </p:contentPart>
        </mc:Choice>
        <mc:Fallback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6EF174F5-5735-4FDE-B2DD-D9B11A47CCA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244793" y="891633"/>
                <a:ext cx="25632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9" name="墨迹 38">
                <a:extLst>
                  <a:ext uri="{FF2B5EF4-FFF2-40B4-BE49-F238E27FC236}">
                    <a16:creationId xmlns:a16="http://schemas.microsoft.com/office/drawing/2014/main" id="{C6EB642C-0EE1-4F95-95D7-B5676654C7E1}"/>
                  </a:ext>
                </a:extLst>
              </p14:cNvPr>
              <p14:cNvContentPartPr/>
              <p14:nvPr/>
            </p14:nvContentPartPr>
            <p14:xfrm>
              <a:off x="10258113" y="1065153"/>
              <a:ext cx="199080" cy="21600"/>
            </p14:xfrm>
          </p:contentPart>
        </mc:Choice>
        <mc:Fallback>
          <p:pic>
            <p:nvPicPr>
              <p:cNvPr id="39" name="墨迹 38">
                <a:extLst>
                  <a:ext uri="{FF2B5EF4-FFF2-40B4-BE49-F238E27FC236}">
                    <a16:creationId xmlns:a16="http://schemas.microsoft.com/office/drawing/2014/main" id="{C6EB642C-0EE1-4F95-95D7-B5676654C7E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249473" y="1056513"/>
                <a:ext cx="2167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54" name="墨迹 53">
                <a:extLst>
                  <a:ext uri="{FF2B5EF4-FFF2-40B4-BE49-F238E27FC236}">
                    <a16:creationId xmlns:a16="http://schemas.microsoft.com/office/drawing/2014/main" id="{A17249DD-61FD-41DB-9DD5-4561D42F1AA2}"/>
                  </a:ext>
                </a:extLst>
              </p14:cNvPr>
              <p14:cNvContentPartPr/>
              <p14:nvPr/>
            </p14:nvContentPartPr>
            <p14:xfrm>
              <a:off x="930513" y="2343513"/>
              <a:ext cx="79200" cy="317160"/>
            </p14:xfrm>
          </p:contentPart>
        </mc:Choice>
        <mc:Fallback>
          <p:pic>
            <p:nvPicPr>
              <p:cNvPr id="54" name="墨迹 53">
                <a:extLst>
                  <a:ext uri="{FF2B5EF4-FFF2-40B4-BE49-F238E27FC236}">
                    <a16:creationId xmlns:a16="http://schemas.microsoft.com/office/drawing/2014/main" id="{A17249DD-61FD-41DB-9DD5-4561D42F1AA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21513" y="2334873"/>
                <a:ext cx="9684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55" name="墨迹 54">
                <a:extLst>
                  <a:ext uri="{FF2B5EF4-FFF2-40B4-BE49-F238E27FC236}">
                    <a16:creationId xmlns:a16="http://schemas.microsoft.com/office/drawing/2014/main" id="{2EB0111D-8905-4B1D-B5BC-D74CC83AF28E}"/>
                  </a:ext>
                </a:extLst>
              </p14:cNvPr>
              <p14:cNvContentPartPr/>
              <p14:nvPr/>
            </p14:nvContentPartPr>
            <p14:xfrm>
              <a:off x="-22047" y="2014833"/>
              <a:ext cx="714600" cy="899280"/>
            </p14:xfrm>
          </p:contentPart>
        </mc:Choice>
        <mc:Fallback>
          <p:pic>
            <p:nvPicPr>
              <p:cNvPr id="55" name="墨迹 54">
                <a:extLst>
                  <a:ext uri="{FF2B5EF4-FFF2-40B4-BE49-F238E27FC236}">
                    <a16:creationId xmlns:a16="http://schemas.microsoft.com/office/drawing/2014/main" id="{2EB0111D-8905-4B1D-B5BC-D74CC83AF28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-31047" y="2005833"/>
                <a:ext cx="732240" cy="9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78" name="墨迹 77">
                <a:extLst>
                  <a:ext uri="{FF2B5EF4-FFF2-40B4-BE49-F238E27FC236}">
                    <a16:creationId xmlns:a16="http://schemas.microsoft.com/office/drawing/2014/main" id="{CFA6F22E-F3D8-449A-ABE8-BB38EA47D69E}"/>
                  </a:ext>
                </a:extLst>
              </p14:cNvPr>
              <p14:cNvContentPartPr/>
              <p14:nvPr/>
            </p14:nvContentPartPr>
            <p14:xfrm>
              <a:off x="5104713" y="204033"/>
              <a:ext cx="725400" cy="345960"/>
            </p14:xfrm>
          </p:contentPart>
        </mc:Choice>
        <mc:Fallback>
          <p:pic>
            <p:nvPicPr>
              <p:cNvPr id="78" name="墨迹 77">
                <a:extLst>
                  <a:ext uri="{FF2B5EF4-FFF2-40B4-BE49-F238E27FC236}">
                    <a16:creationId xmlns:a16="http://schemas.microsoft.com/office/drawing/2014/main" id="{CFA6F22E-F3D8-449A-ABE8-BB38EA47D69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95713" y="195042"/>
                <a:ext cx="743040" cy="3635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99" name="墨迹 98">
                <a:extLst>
                  <a:ext uri="{FF2B5EF4-FFF2-40B4-BE49-F238E27FC236}">
                    <a16:creationId xmlns:a16="http://schemas.microsoft.com/office/drawing/2014/main" id="{0D44AB75-FC60-4CE0-B1A9-6B747CF053C2}"/>
                  </a:ext>
                </a:extLst>
              </p14:cNvPr>
              <p14:cNvContentPartPr/>
              <p14:nvPr/>
            </p14:nvContentPartPr>
            <p14:xfrm>
              <a:off x="6253473" y="36273"/>
              <a:ext cx="1530720" cy="322560"/>
            </p14:xfrm>
          </p:contentPart>
        </mc:Choice>
        <mc:Fallback>
          <p:pic>
            <p:nvPicPr>
              <p:cNvPr id="99" name="墨迹 98">
                <a:extLst>
                  <a:ext uri="{FF2B5EF4-FFF2-40B4-BE49-F238E27FC236}">
                    <a16:creationId xmlns:a16="http://schemas.microsoft.com/office/drawing/2014/main" id="{0D44AB75-FC60-4CE0-B1A9-6B747CF053C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244831" y="27273"/>
                <a:ext cx="1548364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13" name="墨迹 112">
                <a:extLst>
                  <a:ext uri="{FF2B5EF4-FFF2-40B4-BE49-F238E27FC236}">
                    <a16:creationId xmlns:a16="http://schemas.microsoft.com/office/drawing/2014/main" id="{BF5EF78B-624D-4246-8F84-F9D7CAA8504D}"/>
                  </a:ext>
                </a:extLst>
              </p14:cNvPr>
              <p14:cNvContentPartPr/>
              <p14:nvPr/>
            </p14:nvContentPartPr>
            <p14:xfrm>
              <a:off x="1658073" y="3360153"/>
              <a:ext cx="1891800" cy="742680"/>
            </p14:xfrm>
          </p:contentPart>
        </mc:Choice>
        <mc:Fallback>
          <p:pic>
            <p:nvPicPr>
              <p:cNvPr id="113" name="墨迹 112">
                <a:extLst>
                  <a:ext uri="{FF2B5EF4-FFF2-40B4-BE49-F238E27FC236}">
                    <a16:creationId xmlns:a16="http://schemas.microsoft.com/office/drawing/2014/main" id="{BF5EF78B-624D-4246-8F84-F9D7CAA8504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49073" y="3351157"/>
                <a:ext cx="1909440" cy="7603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14" name="墨迹 113">
                <a:extLst>
                  <a:ext uri="{FF2B5EF4-FFF2-40B4-BE49-F238E27FC236}">
                    <a16:creationId xmlns:a16="http://schemas.microsoft.com/office/drawing/2014/main" id="{F922DCDF-1E6E-45CB-8404-0559E072FD0D}"/>
                  </a:ext>
                </a:extLst>
              </p14:cNvPr>
              <p14:cNvContentPartPr/>
              <p14:nvPr/>
            </p14:nvContentPartPr>
            <p14:xfrm>
              <a:off x="3772713" y="3702153"/>
              <a:ext cx="108360" cy="10440"/>
            </p14:xfrm>
          </p:contentPart>
        </mc:Choice>
        <mc:Fallback>
          <p:pic>
            <p:nvPicPr>
              <p:cNvPr id="114" name="墨迹 113">
                <a:extLst>
                  <a:ext uri="{FF2B5EF4-FFF2-40B4-BE49-F238E27FC236}">
                    <a16:creationId xmlns:a16="http://schemas.microsoft.com/office/drawing/2014/main" id="{F922DCDF-1E6E-45CB-8404-0559E072FD0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763713" y="3693153"/>
                <a:ext cx="12600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6B4A3D41-A21C-465A-906F-5908F71BCFC4}"/>
                  </a:ext>
                </a:extLst>
              </p14:cNvPr>
              <p14:cNvContentPartPr/>
              <p14:nvPr/>
            </p14:nvContentPartPr>
            <p14:xfrm>
              <a:off x="3768033" y="3805833"/>
              <a:ext cx="142560" cy="11880"/>
            </p14:xfrm>
          </p:contentPart>
        </mc:Choice>
        <mc:Fallback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6B4A3D41-A21C-465A-906F-5908F71BCFC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759033" y="3796833"/>
                <a:ext cx="16020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19" name="墨迹 118">
                <a:extLst>
                  <a:ext uri="{FF2B5EF4-FFF2-40B4-BE49-F238E27FC236}">
                    <a16:creationId xmlns:a16="http://schemas.microsoft.com/office/drawing/2014/main" id="{A20262AB-B06E-4BE4-BA93-FE13E1CAB3E1}"/>
                  </a:ext>
                </a:extLst>
              </p14:cNvPr>
              <p14:cNvContentPartPr/>
              <p14:nvPr/>
            </p14:nvContentPartPr>
            <p14:xfrm>
              <a:off x="4198593" y="3622953"/>
              <a:ext cx="521640" cy="266760"/>
            </p14:xfrm>
          </p:contentPart>
        </mc:Choice>
        <mc:Fallback>
          <p:pic>
            <p:nvPicPr>
              <p:cNvPr id="119" name="墨迹 118">
                <a:extLst>
                  <a:ext uri="{FF2B5EF4-FFF2-40B4-BE49-F238E27FC236}">
                    <a16:creationId xmlns:a16="http://schemas.microsoft.com/office/drawing/2014/main" id="{A20262AB-B06E-4BE4-BA93-FE13E1CAB3E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189947" y="3613953"/>
                <a:ext cx="539292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20" name="墨迹 119">
                <a:extLst>
                  <a:ext uri="{FF2B5EF4-FFF2-40B4-BE49-F238E27FC236}">
                    <a16:creationId xmlns:a16="http://schemas.microsoft.com/office/drawing/2014/main" id="{725AD291-9FC8-4D19-90AF-3FB0D5A31B7C}"/>
                  </a:ext>
                </a:extLst>
              </p14:cNvPr>
              <p14:cNvContentPartPr/>
              <p14:nvPr/>
            </p14:nvContentPartPr>
            <p14:xfrm>
              <a:off x="4985553" y="3579393"/>
              <a:ext cx="38160" cy="326160"/>
            </p14:xfrm>
          </p:contentPart>
        </mc:Choice>
        <mc:Fallback>
          <p:pic>
            <p:nvPicPr>
              <p:cNvPr id="120" name="墨迹 119">
                <a:extLst>
                  <a:ext uri="{FF2B5EF4-FFF2-40B4-BE49-F238E27FC236}">
                    <a16:creationId xmlns:a16="http://schemas.microsoft.com/office/drawing/2014/main" id="{725AD291-9FC8-4D19-90AF-3FB0D5A31B7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976553" y="3570393"/>
                <a:ext cx="5580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23" name="墨迹 122">
                <a:extLst>
                  <a:ext uri="{FF2B5EF4-FFF2-40B4-BE49-F238E27FC236}">
                    <a16:creationId xmlns:a16="http://schemas.microsoft.com/office/drawing/2014/main" id="{61F3FC7E-798F-41CE-A701-8220BE22F148}"/>
                  </a:ext>
                </a:extLst>
              </p14:cNvPr>
              <p14:cNvContentPartPr/>
              <p14:nvPr/>
            </p14:nvContentPartPr>
            <p14:xfrm>
              <a:off x="5750913" y="3545193"/>
              <a:ext cx="12960" cy="348480"/>
            </p14:xfrm>
          </p:contentPart>
        </mc:Choice>
        <mc:Fallback>
          <p:pic>
            <p:nvPicPr>
              <p:cNvPr id="123" name="墨迹 122">
                <a:extLst>
                  <a:ext uri="{FF2B5EF4-FFF2-40B4-BE49-F238E27FC236}">
                    <a16:creationId xmlns:a16="http://schemas.microsoft.com/office/drawing/2014/main" id="{61F3FC7E-798F-41CE-A701-8220BE22F14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742273" y="3536193"/>
                <a:ext cx="3060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26" name="墨迹 125">
                <a:extLst>
                  <a:ext uri="{FF2B5EF4-FFF2-40B4-BE49-F238E27FC236}">
                    <a16:creationId xmlns:a16="http://schemas.microsoft.com/office/drawing/2014/main" id="{0FA4271F-847C-48B4-B6F0-AAB8D5D26EFD}"/>
                  </a:ext>
                </a:extLst>
              </p14:cNvPr>
              <p14:cNvContentPartPr/>
              <p14:nvPr/>
            </p14:nvContentPartPr>
            <p14:xfrm>
              <a:off x="5204073" y="3613953"/>
              <a:ext cx="310680" cy="206280"/>
            </p14:xfrm>
          </p:contentPart>
        </mc:Choice>
        <mc:Fallback>
          <p:pic>
            <p:nvPicPr>
              <p:cNvPr id="126" name="墨迹 125">
                <a:extLst>
                  <a:ext uri="{FF2B5EF4-FFF2-40B4-BE49-F238E27FC236}">
                    <a16:creationId xmlns:a16="http://schemas.microsoft.com/office/drawing/2014/main" id="{0FA4271F-847C-48B4-B6F0-AAB8D5D26EF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195423" y="3605313"/>
                <a:ext cx="3283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41" name="墨迹 140">
                <a:extLst>
                  <a:ext uri="{FF2B5EF4-FFF2-40B4-BE49-F238E27FC236}">
                    <a16:creationId xmlns:a16="http://schemas.microsoft.com/office/drawing/2014/main" id="{CD7D3751-8969-46E2-B3AF-D1BDE526D5CB}"/>
                  </a:ext>
                </a:extLst>
              </p14:cNvPr>
              <p14:cNvContentPartPr/>
              <p14:nvPr/>
            </p14:nvContentPartPr>
            <p14:xfrm>
              <a:off x="6777993" y="2552313"/>
              <a:ext cx="2351520" cy="1054440"/>
            </p14:xfrm>
          </p:contentPart>
        </mc:Choice>
        <mc:Fallback>
          <p:pic>
            <p:nvPicPr>
              <p:cNvPr id="141" name="墨迹 140">
                <a:extLst>
                  <a:ext uri="{FF2B5EF4-FFF2-40B4-BE49-F238E27FC236}">
                    <a16:creationId xmlns:a16="http://schemas.microsoft.com/office/drawing/2014/main" id="{CD7D3751-8969-46E2-B3AF-D1BDE526D5C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768993" y="2543673"/>
                <a:ext cx="2378160" cy="10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47" name="墨迹 146">
                <a:extLst>
                  <a:ext uri="{FF2B5EF4-FFF2-40B4-BE49-F238E27FC236}">
                    <a16:creationId xmlns:a16="http://schemas.microsoft.com/office/drawing/2014/main" id="{30C29631-6FDD-4969-8679-1395F5EDF575}"/>
                  </a:ext>
                </a:extLst>
              </p14:cNvPr>
              <p14:cNvContentPartPr/>
              <p14:nvPr/>
            </p14:nvContentPartPr>
            <p14:xfrm>
              <a:off x="12189873" y="220953"/>
              <a:ext cx="770400" cy="433800"/>
            </p14:xfrm>
          </p:contentPart>
        </mc:Choice>
        <mc:Fallback>
          <p:pic>
            <p:nvPicPr>
              <p:cNvPr id="147" name="墨迹 146">
                <a:extLst>
                  <a:ext uri="{FF2B5EF4-FFF2-40B4-BE49-F238E27FC236}">
                    <a16:creationId xmlns:a16="http://schemas.microsoft.com/office/drawing/2014/main" id="{30C29631-6FDD-4969-8679-1395F5EDF57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2172233" y="202938"/>
                <a:ext cx="806040" cy="4694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55" name="墨迹 154">
                <a:extLst>
                  <a:ext uri="{FF2B5EF4-FFF2-40B4-BE49-F238E27FC236}">
                    <a16:creationId xmlns:a16="http://schemas.microsoft.com/office/drawing/2014/main" id="{DE9CEECF-8551-4113-BACA-029B192D8151}"/>
                  </a:ext>
                </a:extLst>
              </p14:cNvPr>
              <p14:cNvContentPartPr/>
              <p14:nvPr/>
            </p14:nvContentPartPr>
            <p14:xfrm>
              <a:off x="11018793" y="3564993"/>
              <a:ext cx="360" cy="360"/>
            </p14:xfrm>
          </p:contentPart>
        </mc:Choice>
        <mc:Fallback>
          <p:pic>
            <p:nvPicPr>
              <p:cNvPr id="155" name="墨迹 154">
                <a:extLst>
                  <a:ext uri="{FF2B5EF4-FFF2-40B4-BE49-F238E27FC236}">
                    <a16:creationId xmlns:a16="http://schemas.microsoft.com/office/drawing/2014/main" id="{DE9CEECF-8551-4113-BACA-029B192D815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001153" y="354735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57" name="墨迹 156">
                <a:extLst>
                  <a:ext uri="{FF2B5EF4-FFF2-40B4-BE49-F238E27FC236}">
                    <a16:creationId xmlns:a16="http://schemas.microsoft.com/office/drawing/2014/main" id="{499977E0-0CDE-4A02-9310-90460176CADA}"/>
                  </a:ext>
                </a:extLst>
              </p14:cNvPr>
              <p14:cNvContentPartPr/>
              <p14:nvPr/>
            </p14:nvContentPartPr>
            <p14:xfrm>
              <a:off x="9354873" y="3398313"/>
              <a:ext cx="229680" cy="201240"/>
            </p14:xfrm>
          </p:contentPart>
        </mc:Choice>
        <mc:Fallback>
          <p:pic>
            <p:nvPicPr>
              <p:cNvPr id="157" name="墨迹 156">
                <a:extLst>
                  <a:ext uri="{FF2B5EF4-FFF2-40B4-BE49-F238E27FC236}">
                    <a16:creationId xmlns:a16="http://schemas.microsoft.com/office/drawing/2014/main" id="{499977E0-0CDE-4A02-9310-90460176CAD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345873" y="3389313"/>
                <a:ext cx="24732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61" name="墨迹 160">
                <a:extLst>
                  <a:ext uri="{FF2B5EF4-FFF2-40B4-BE49-F238E27FC236}">
                    <a16:creationId xmlns:a16="http://schemas.microsoft.com/office/drawing/2014/main" id="{9635B4AA-AE59-4B5D-A0C8-DA10FF7F1DB1}"/>
                  </a:ext>
                </a:extLst>
              </p14:cNvPr>
              <p14:cNvContentPartPr/>
              <p14:nvPr/>
            </p14:nvContentPartPr>
            <p14:xfrm>
              <a:off x="9367473" y="2437473"/>
              <a:ext cx="1961640" cy="888480"/>
            </p14:xfrm>
          </p:contentPart>
        </mc:Choice>
        <mc:Fallback>
          <p:pic>
            <p:nvPicPr>
              <p:cNvPr id="161" name="墨迹 160">
                <a:extLst>
                  <a:ext uri="{FF2B5EF4-FFF2-40B4-BE49-F238E27FC236}">
                    <a16:creationId xmlns:a16="http://schemas.microsoft.com/office/drawing/2014/main" id="{9635B4AA-AE59-4B5D-A0C8-DA10FF7F1DB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349476" y="2428473"/>
                <a:ext cx="1988275" cy="9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63" name="墨迹 162">
                <a:extLst>
                  <a:ext uri="{FF2B5EF4-FFF2-40B4-BE49-F238E27FC236}">
                    <a16:creationId xmlns:a16="http://schemas.microsoft.com/office/drawing/2014/main" id="{8EBA197D-01D3-448B-9154-F6D818A879B1}"/>
                  </a:ext>
                </a:extLst>
              </p14:cNvPr>
              <p14:cNvContentPartPr/>
              <p14:nvPr/>
            </p14:nvContentPartPr>
            <p14:xfrm>
              <a:off x="4326033" y="4160793"/>
              <a:ext cx="1783080" cy="82800"/>
            </p14:xfrm>
          </p:contentPart>
        </mc:Choice>
        <mc:Fallback>
          <p:pic>
            <p:nvPicPr>
              <p:cNvPr id="163" name="墨迹 162">
                <a:extLst>
                  <a:ext uri="{FF2B5EF4-FFF2-40B4-BE49-F238E27FC236}">
                    <a16:creationId xmlns:a16="http://schemas.microsoft.com/office/drawing/2014/main" id="{8EBA197D-01D3-448B-9154-F6D818A879B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317033" y="4152153"/>
                <a:ext cx="180072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65" name="墨迹 164">
                <a:extLst>
                  <a:ext uri="{FF2B5EF4-FFF2-40B4-BE49-F238E27FC236}">
                    <a16:creationId xmlns:a16="http://schemas.microsoft.com/office/drawing/2014/main" id="{C6377247-B3ED-4837-91BA-CE3054D2C13E}"/>
                  </a:ext>
                </a:extLst>
              </p14:cNvPr>
              <p14:cNvContentPartPr/>
              <p14:nvPr/>
            </p14:nvContentPartPr>
            <p14:xfrm>
              <a:off x="1743033" y="1967673"/>
              <a:ext cx="4214160" cy="1267200"/>
            </p14:xfrm>
          </p:contentPart>
        </mc:Choice>
        <mc:Fallback>
          <p:pic>
            <p:nvPicPr>
              <p:cNvPr id="165" name="墨迹 164">
                <a:extLst>
                  <a:ext uri="{FF2B5EF4-FFF2-40B4-BE49-F238E27FC236}">
                    <a16:creationId xmlns:a16="http://schemas.microsoft.com/office/drawing/2014/main" id="{C6377247-B3ED-4837-91BA-CE3054D2C13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734393" y="1958673"/>
                <a:ext cx="4231800" cy="12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71" name="墨迹 170">
                <a:extLst>
                  <a:ext uri="{FF2B5EF4-FFF2-40B4-BE49-F238E27FC236}">
                    <a16:creationId xmlns:a16="http://schemas.microsoft.com/office/drawing/2014/main" id="{9E2F3CC2-7C5C-4DB4-B025-BF75931D308F}"/>
                  </a:ext>
                </a:extLst>
              </p14:cNvPr>
              <p14:cNvContentPartPr/>
              <p14:nvPr/>
            </p14:nvContentPartPr>
            <p14:xfrm>
              <a:off x="10676793" y="364953"/>
              <a:ext cx="991800" cy="1166400"/>
            </p14:xfrm>
          </p:contentPart>
        </mc:Choice>
        <mc:Fallback>
          <p:pic>
            <p:nvPicPr>
              <p:cNvPr id="171" name="墨迹 170">
                <a:extLst>
                  <a:ext uri="{FF2B5EF4-FFF2-40B4-BE49-F238E27FC236}">
                    <a16:creationId xmlns:a16="http://schemas.microsoft.com/office/drawing/2014/main" id="{9E2F3CC2-7C5C-4DB4-B025-BF75931D308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659153" y="356313"/>
                <a:ext cx="1018440" cy="11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72" name="墨迹 171">
                <a:extLst>
                  <a:ext uri="{FF2B5EF4-FFF2-40B4-BE49-F238E27FC236}">
                    <a16:creationId xmlns:a16="http://schemas.microsoft.com/office/drawing/2014/main" id="{6E561EB7-CD63-4DA4-90F3-A6BDF8D8EDB4}"/>
                  </a:ext>
                </a:extLst>
              </p14:cNvPr>
              <p14:cNvContentPartPr/>
              <p14:nvPr/>
            </p14:nvContentPartPr>
            <p14:xfrm>
              <a:off x="7522833" y="520473"/>
              <a:ext cx="398520" cy="570960"/>
            </p14:xfrm>
          </p:contentPart>
        </mc:Choice>
        <mc:Fallback>
          <p:pic>
            <p:nvPicPr>
              <p:cNvPr id="172" name="墨迹 171">
                <a:extLst>
                  <a:ext uri="{FF2B5EF4-FFF2-40B4-BE49-F238E27FC236}">
                    <a16:creationId xmlns:a16="http://schemas.microsoft.com/office/drawing/2014/main" id="{6E561EB7-CD63-4DA4-90F3-A6BDF8D8EDB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505193" y="502833"/>
                <a:ext cx="434160" cy="60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73" name="墨迹 172">
                <a:extLst>
                  <a:ext uri="{FF2B5EF4-FFF2-40B4-BE49-F238E27FC236}">
                    <a16:creationId xmlns:a16="http://schemas.microsoft.com/office/drawing/2014/main" id="{F6361176-9A88-4865-8FB4-7D8596D65F21}"/>
                  </a:ext>
                </a:extLst>
              </p14:cNvPr>
              <p14:cNvContentPartPr/>
              <p14:nvPr/>
            </p14:nvContentPartPr>
            <p14:xfrm>
              <a:off x="10673913" y="1697313"/>
              <a:ext cx="943920" cy="106560"/>
            </p14:xfrm>
          </p:contentPart>
        </mc:Choice>
        <mc:Fallback>
          <p:pic>
            <p:nvPicPr>
              <p:cNvPr id="173" name="墨迹 172">
                <a:extLst>
                  <a:ext uri="{FF2B5EF4-FFF2-40B4-BE49-F238E27FC236}">
                    <a16:creationId xmlns:a16="http://schemas.microsoft.com/office/drawing/2014/main" id="{F6361176-9A88-4865-8FB4-7D8596D65F2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656273" y="1686153"/>
                <a:ext cx="97956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74" name="墨迹 173">
                <a:extLst>
                  <a:ext uri="{FF2B5EF4-FFF2-40B4-BE49-F238E27FC236}">
                    <a16:creationId xmlns:a16="http://schemas.microsoft.com/office/drawing/2014/main" id="{C82C59AB-833F-4E8F-B226-71E0616F24BB}"/>
                  </a:ext>
                </a:extLst>
              </p14:cNvPr>
              <p14:cNvContentPartPr/>
              <p14:nvPr/>
            </p14:nvContentPartPr>
            <p14:xfrm>
              <a:off x="7483233" y="1564473"/>
              <a:ext cx="1572480" cy="66240"/>
            </p14:xfrm>
          </p:contentPart>
        </mc:Choice>
        <mc:Fallback>
          <p:pic>
            <p:nvPicPr>
              <p:cNvPr id="174" name="墨迹 173">
                <a:extLst>
                  <a:ext uri="{FF2B5EF4-FFF2-40B4-BE49-F238E27FC236}">
                    <a16:creationId xmlns:a16="http://schemas.microsoft.com/office/drawing/2014/main" id="{C82C59AB-833F-4E8F-B226-71E0616F24B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465237" y="1555833"/>
                <a:ext cx="1599114" cy="8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5491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CD214CD8-F093-42E8-ABC5-CA9E7C37E376}"/>
                  </a:ext>
                </a:extLst>
              </p14:cNvPr>
              <p14:cNvContentPartPr/>
              <p14:nvPr/>
            </p14:nvContentPartPr>
            <p14:xfrm>
              <a:off x="2799633" y="191073"/>
              <a:ext cx="258120" cy="36612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CD214CD8-F093-42E8-ABC5-CA9E7C37E3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90993" y="182073"/>
                <a:ext cx="27576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62B60445-18AF-4822-ADA1-D2DFEF52A242}"/>
                  </a:ext>
                </a:extLst>
              </p14:cNvPr>
              <p14:cNvContentPartPr/>
              <p14:nvPr/>
            </p14:nvContentPartPr>
            <p14:xfrm>
              <a:off x="1804953" y="156873"/>
              <a:ext cx="844560" cy="49572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62B60445-18AF-4822-ADA1-D2DFEF52A24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6313" y="148233"/>
                <a:ext cx="862200" cy="51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4163DAE6-1614-485A-8A6A-F32D2229891F}"/>
                  </a:ext>
                </a:extLst>
              </p14:cNvPr>
              <p14:cNvContentPartPr/>
              <p14:nvPr/>
            </p14:nvContentPartPr>
            <p14:xfrm>
              <a:off x="1106913" y="1213473"/>
              <a:ext cx="321120" cy="37728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4163DAE6-1614-485A-8A6A-F32D2229891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7913" y="1204833"/>
                <a:ext cx="33876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F2DC99AC-B73A-4EAD-82D8-1B40F1B3086D}"/>
                  </a:ext>
                </a:extLst>
              </p14:cNvPr>
              <p14:cNvContentPartPr/>
              <p14:nvPr/>
            </p14:nvContentPartPr>
            <p14:xfrm>
              <a:off x="2293113" y="1211313"/>
              <a:ext cx="1292760" cy="33840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F2DC99AC-B73A-4EAD-82D8-1B40F1B3086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84116" y="1202664"/>
                <a:ext cx="1310395" cy="3560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247AD6F9-4636-45F4-B3EE-10D8CC305F9A}"/>
                  </a:ext>
                </a:extLst>
              </p14:cNvPr>
              <p14:cNvContentPartPr/>
              <p14:nvPr/>
            </p14:nvContentPartPr>
            <p14:xfrm>
              <a:off x="1544673" y="1224273"/>
              <a:ext cx="400680" cy="308160"/>
            </p14:xfrm>
          </p:contentPart>
        </mc:Choice>
        <mc:Fallback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247AD6F9-4636-45F4-B3EE-10D8CC305F9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36025" y="1215273"/>
                <a:ext cx="418336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3" name="墨迹 52">
                <a:extLst>
                  <a:ext uri="{FF2B5EF4-FFF2-40B4-BE49-F238E27FC236}">
                    <a16:creationId xmlns:a16="http://schemas.microsoft.com/office/drawing/2014/main" id="{032416F0-EA87-45AC-9FD2-9E6572D6669B}"/>
                  </a:ext>
                </a:extLst>
              </p14:cNvPr>
              <p14:cNvContentPartPr/>
              <p14:nvPr/>
            </p14:nvContentPartPr>
            <p14:xfrm>
              <a:off x="-295647" y="1822233"/>
              <a:ext cx="523800" cy="293400"/>
            </p14:xfrm>
          </p:contentPart>
        </mc:Choice>
        <mc:Fallback>
          <p:pic>
            <p:nvPicPr>
              <p:cNvPr id="53" name="墨迹 52">
                <a:extLst>
                  <a:ext uri="{FF2B5EF4-FFF2-40B4-BE49-F238E27FC236}">
                    <a16:creationId xmlns:a16="http://schemas.microsoft.com/office/drawing/2014/main" id="{032416F0-EA87-45AC-9FD2-9E6572D6669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313635" y="1804593"/>
                <a:ext cx="559416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65" name="墨迹 64">
                <a:extLst>
                  <a:ext uri="{FF2B5EF4-FFF2-40B4-BE49-F238E27FC236}">
                    <a16:creationId xmlns:a16="http://schemas.microsoft.com/office/drawing/2014/main" id="{85A1E680-4C36-4427-A113-B7BA51C7E5AF}"/>
                  </a:ext>
                </a:extLst>
              </p14:cNvPr>
              <p14:cNvContentPartPr/>
              <p14:nvPr/>
            </p14:nvContentPartPr>
            <p14:xfrm>
              <a:off x="650433" y="1853553"/>
              <a:ext cx="3409200" cy="556920"/>
            </p14:xfrm>
          </p:contentPart>
        </mc:Choice>
        <mc:Fallback>
          <p:pic>
            <p:nvPicPr>
              <p:cNvPr id="65" name="墨迹 64">
                <a:extLst>
                  <a:ext uri="{FF2B5EF4-FFF2-40B4-BE49-F238E27FC236}">
                    <a16:creationId xmlns:a16="http://schemas.microsoft.com/office/drawing/2014/main" id="{85A1E680-4C36-4427-A113-B7BA51C7E5A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1433" y="1844913"/>
                <a:ext cx="3426840" cy="57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8" name="墨迹 67">
                <a:extLst>
                  <a:ext uri="{FF2B5EF4-FFF2-40B4-BE49-F238E27FC236}">
                    <a16:creationId xmlns:a16="http://schemas.microsoft.com/office/drawing/2014/main" id="{DB572175-4980-4D2A-B85C-B64C7E7014FF}"/>
                  </a:ext>
                </a:extLst>
              </p14:cNvPr>
              <p14:cNvContentPartPr/>
              <p14:nvPr/>
            </p14:nvContentPartPr>
            <p14:xfrm>
              <a:off x="1244793" y="2705673"/>
              <a:ext cx="554040" cy="379080"/>
            </p14:xfrm>
          </p:contentPart>
        </mc:Choice>
        <mc:Fallback>
          <p:pic>
            <p:nvPicPr>
              <p:cNvPr id="68" name="墨迹 67">
                <a:extLst>
                  <a:ext uri="{FF2B5EF4-FFF2-40B4-BE49-F238E27FC236}">
                    <a16:creationId xmlns:a16="http://schemas.microsoft.com/office/drawing/2014/main" id="{DB572175-4980-4D2A-B85C-B64C7E7014F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35793" y="2697025"/>
                <a:ext cx="571680" cy="3967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9" name="墨迹 68">
                <a:extLst>
                  <a:ext uri="{FF2B5EF4-FFF2-40B4-BE49-F238E27FC236}">
                    <a16:creationId xmlns:a16="http://schemas.microsoft.com/office/drawing/2014/main" id="{69266A2D-8CB1-431F-B536-4DD1641D9506}"/>
                  </a:ext>
                </a:extLst>
              </p14:cNvPr>
              <p14:cNvContentPartPr/>
              <p14:nvPr/>
            </p14:nvContentPartPr>
            <p14:xfrm>
              <a:off x="2117793" y="2917353"/>
              <a:ext cx="46080" cy="23760"/>
            </p14:xfrm>
          </p:contentPart>
        </mc:Choice>
        <mc:Fallback>
          <p:pic>
            <p:nvPicPr>
              <p:cNvPr id="69" name="墨迹 68">
                <a:extLst>
                  <a:ext uri="{FF2B5EF4-FFF2-40B4-BE49-F238E27FC236}">
                    <a16:creationId xmlns:a16="http://schemas.microsoft.com/office/drawing/2014/main" id="{69266A2D-8CB1-431F-B536-4DD1641D950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09153" y="2908713"/>
                <a:ext cx="637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C922A2CC-BD2F-45A1-9BF8-9AF348A1FE53}"/>
                  </a:ext>
                </a:extLst>
              </p14:cNvPr>
              <p14:cNvContentPartPr/>
              <p14:nvPr/>
            </p14:nvContentPartPr>
            <p14:xfrm>
              <a:off x="2581833" y="2695233"/>
              <a:ext cx="42120" cy="285120"/>
            </p14:xfrm>
          </p:contentPart>
        </mc:Choice>
        <mc:Fallback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C922A2CC-BD2F-45A1-9BF8-9AF348A1FE5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573193" y="2686233"/>
                <a:ext cx="5976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03600E5A-ED08-4BAD-B0A7-5E902A6737E6}"/>
                  </a:ext>
                </a:extLst>
              </p14:cNvPr>
              <p14:cNvContentPartPr/>
              <p14:nvPr/>
            </p14:nvContentPartPr>
            <p14:xfrm>
              <a:off x="2847513" y="2691633"/>
              <a:ext cx="230400" cy="220680"/>
            </p14:xfrm>
          </p:contentPart>
        </mc:Choice>
        <mc:Fallback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03600E5A-ED08-4BAD-B0A7-5E902A6737E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838513" y="2682993"/>
                <a:ext cx="24804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96C3B4E0-2FA6-4016-8F92-079E72999F6A}"/>
                  </a:ext>
                </a:extLst>
              </p14:cNvPr>
              <p14:cNvContentPartPr/>
              <p14:nvPr/>
            </p14:nvContentPartPr>
            <p14:xfrm>
              <a:off x="3365553" y="2695233"/>
              <a:ext cx="20880" cy="223920"/>
            </p14:xfrm>
          </p:contentPart>
        </mc:Choice>
        <mc:Fallback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96C3B4E0-2FA6-4016-8F92-079E72999F6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356553" y="2686233"/>
                <a:ext cx="3852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73" name="墨迹 72">
                <a:extLst>
                  <a:ext uri="{FF2B5EF4-FFF2-40B4-BE49-F238E27FC236}">
                    <a16:creationId xmlns:a16="http://schemas.microsoft.com/office/drawing/2014/main" id="{3307AA55-69BC-4FED-9CAB-5B9D830E0AB6}"/>
                  </a:ext>
                </a:extLst>
              </p14:cNvPr>
              <p14:cNvContentPartPr/>
              <p14:nvPr/>
            </p14:nvContentPartPr>
            <p14:xfrm>
              <a:off x="3713673" y="2620353"/>
              <a:ext cx="5760" cy="318600"/>
            </p14:xfrm>
          </p:contentPart>
        </mc:Choice>
        <mc:Fallback>
          <p:pic>
            <p:nvPicPr>
              <p:cNvPr id="73" name="墨迹 72">
                <a:extLst>
                  <a:ext uri="{FF2B5EF4-FFF2-40B4-BE49-F238E27FC236}">
                    <a16:creationId xmlns:a16="http://schemas.microsoft.com/office/drawing/2014/main" id="{3307AA55-69BC-4FED-9CAB-5B9D830E0AB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704673" y="2611713"/>
                <a:ext cx="2340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4" name="墨迹 73">
                <a:extLst>
                  <a:ext uri="{FF2B5EF4-FFF2-40B4-BE49-F238E27FC236}">
                    <a16:creationId xmlns:a16="http://schemas.microsoft.com/office/drawing/2014/main" id="{835A6677-B8E1-4C21-835D-449AEC0CE7A1}"/>
                  </a:ext>
                </a:extLst>
              </p14:cNvPr>
              <p14:cNvContentPartPr/>
              <p14:nvPr/>
            </p14:nvContentPartPr>
            <p14:xfrm>
              <a:off x="-176127" y="2641953"/>
              <a:ext cx="186840" cy="191160"/>
            </p14:xfrm>
          </p:contentPart>
        </mc:Choice>
        <mc:Fallback>
          <p:pic>
            <p:nvPicPr>
              <p:cNvPr id="74" name="墨迹 73">
                <a:extLst>
                  <a:ext uri="{FF2B5EF4-FFF2-40B4-BE49-F238E27FC236}">
                    <a16:creationId xmlns:a16="http://schemas.microsoft.com/office/drawing/2014/main" id="{835A6677-B8E1-4C21-835D-449AEC0CE7A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-185127" y="2633313"/>
                <a:ext cx="20448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75" name="墨迹 74">
                <a:extLst>
                  <a:ext uri="{FF2B5EF4-FFF2-40B4-BE49-F238E27FC236}">
                    <a16:creationId xmlns:a16="http://schemas.microsoft.com/office/drawing/2014/main" id="{5AE7E426-DCA3-490B-A9A5-C9466D9D702A}"/>
                  </a:ext>
                </a:extLst>
              </p14:cNvPr>
              <p14:cNvContentPartPr/>
              <p14:nvPr/>
            </p14:nvContentPartPr>
            <p14:xfrm>
              <a:off x="150033" y="2618553"/>
              <a:ext cx="147960" cy="243360"/>
            </p14:xfrm>
          </p:contentPart>
        </mc:Choice>
        <mc:Fallback>
          <p:pic>
            <p:nvPicPr>
              <p:cNvPr id="75" name="墨迹 74">
                <a:extLst>
                  <a:ext uri="{FF2B5EF4-FFF2-40B4-BE49-F238E27FC236}">
                    <a16:creationId xmlns:a16="http://schemas.microsoft.com/office/drawing/2014/main" id="{5AE7E426-DCA3-490B-A9A5-C9466D9D702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1033" y="2609553"/>
                <a:ext cx="16560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754B97C0-B3B3-4410-8A57-8EEF5B6EB2FB}"/>
                  </a:ext>
                </a:extLst>
              </p14:cNvPr>
              <p14:cNvContentPartPr/>
              <p14:nvPr/>
            </p14:nvContentPartPr>
            <p14:xfrm>
              <a:off x="526233" y="2559513"/>
              <a:ext cx="62640" cy="307800"/>
            </p14:xfrm>
          </p:contentPart>
        </mc:Choice>
        <mc:Fallback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754B97C0-B3B3-4410-8A57-8EEF5B6EB2F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17593" y="2550513"/>
                <a:ext cx="8028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77" name="墨迹 76">
                <a:extLst>
                  <a:ext uri="{FF2B5EF4-FFF2-40B4-BE49-F238E27FC236}">
                    <a16:creationId xmlns:a16="http://schemas.microsoft.com/office/drawing/2014/main" id="{F76B102C-8EAC-463E-88C7-D4602AD33B28}"/>
                  </a:ext>
                </a:extLst>
              </p14:cNvPr>
              <p14:cNvContentPartPr/>
              <p14:nvPr/>
            </p14:nvContentPartPr>
            <p14:xfrm>
              <a:off x="631353" y="3015993"/>
              <a:ext cx="360" cy="360"/>
            </p14:xfrm>
          </p:contentPart>
        </mc:Choice>
        <mc:Fallback>
          <p:pic>
            <p:nvPicPr>
              <p:cNvPr id="77" name="墨迹 76">
                <a:extLst>
                  <a:ext uri="{FF2B5EF4-FFF2-40B4-BE49-F238E27FC236}">
                    <a16:creationId xmlns:a16="http://schemas.microsoft.com/office/drawing/2014/main" id="{F76B102C-8EAC-463E-88C7-D4602AD33B2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22353" y="300735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78" name="墨迹 77">
                <a:extLst>
                  <a:ext uri="{FF2B5EF4-FFF2-40B4-BE49-F238E27FC236}">
                    <a16:creationId xmlns:a16="http://schemas.microsoft.com/office/drawing/2014/main" id="{D13C66EE-7130-40D1-9186-7B053E39E02D}"/>
                  </a:ext>
                </a:extLst>
              </p14:cNvPr>
              <p14:cNvContentPartPr/>
              <p14:nvPr/>
            </p14:nvContentPartPr>
            <p14:xfrm>
              <a:off x="1334793" y="3467793"/>
              <a:ext cx="222480" cy="296280"/>
            </p14:xfrm>
          </p:contentPart>
        </mc:Choice>
        <mc:Fallback>
          <p:pic>
            <p:nvPicPr>
              <p:cNvPr id="78" name="墨迹 77">
                <a:extLst>
                  <a:ext uri="{FF2B5EF4-FFF2-40B4-BE49-F238E27FC236}">
                    <a16:creationId xmlns:a16="http://schemas.microsoft.com/office/drawing/2014/main" id="{D13C66EE-7130-40D1-9186-7B053E39E02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326153" y="3458793"/>
                <a:ext cx="24012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79" name="墨迹 78">
                <a:extLst>
                  <a:ext uri="{FF2B5EF4-FFF2-40B4-BE49-F238E27FC236}">
                    <a16:creationId xmlns:a16="http://schemas.microsoft.com/office/drawing/2014/main" id="{0299D87D-1E50-4052-92AF-2078D1676C9C}"/>
                  </a:ext>
                </a:extLst>
              </p14:cNvPr>
              <p14:cNvContentPartPr/>
              <p14:nvPr/>
            </p14:nvContentPartPr>
            <p14:xfrm>
              <a:off x="1689753" y="3501993"/>
              <a:ext cx="211680" cy="273240"/>
            </p14:xfrm>
          </p:contentPart>
        </mc:Choice>
        <mc:Fallback>
          <p:pic>
            <p:nvPicPr>
              <p:cNvPr id="79" name="墨迹 78">
                <a:extLst>
                  <a:ext uri="{FF2B5EF4-FFF2-40B4-BE49-F238E27FC236}">
                    <a16:creationId xmlns:a16="http://schemas.microsoft.com/office/drawing/2014/main" id="{0299D87D-1E50-4052-92AF-2078D1676C9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680753" y="3492993"/>
                <a:ext cx="22932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80" name="墨迹 79">
                <a:extLst>
                  <a:ext uri="{FF2B5EF4-FFF2-40B4-BE49-F238E27FC236}">
                    <a16:creationId xmlns:a16="http://schemas.microsoft.com/office/drawing/2014/main" id="{45F79A67-DB15-4266-9AA4-2A36809A3B75}"/>
                  </a:ext>
                </a:extLst>
              </p14:cNvPr>
              <p14:cNvContentPartPr/>
              <p14:nvPr/>
            </p14:nvContentPartPr>
            <p14:xfrm>
              <a:off x="2209593" y="3672273"/>
              <a:ext cx="22320" cy="40680"/>
            </p14:xfrm>
          </p:contentPart>
        </mc:Choice>
        <mc:Fallback>
          <p:pic>
            <p:nvPicPr>
              <p:cNvPr id="80" name="墨迹 79">
                <a:extLst>
                  <a:ext uri="{FF2B5EF4-FFF2-40B4-BE49-F238E27FC236}">
                    <a16:creationId xmlns:a16="http://schemas.microsoft.com/office/drawing/2014/main" id="{45F79A67-DB15-4266-9AA4-2A36809A3B7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200593" y="3663633"/>
                <a:ext cx="3996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81" name="墨迹 80">
                <a:extLst>
                  <a:ext uri="{FF2B5EF4-FFF2-40B4-BE49-F238E27FC236}">
                    <a16:creationId xmlns:a16="http://schemas.microsoft.com/office/drawing/2014/main" id="{88BE3353-364B-480D-91DB-40F3565FF4F8}"/>
                  </a:ext>
                </a:extLst>
              </p14:cNvPr>
              <p14:cNvContentPartPr/>
              <p14:nvPr/>
            </p14:nvContentPartPr>
            <p14:xfrm>
              <a:off x="2589393" y="3498033"/>
              <a:ext cx="236160" cy="227880"/>
            </p14:xfrm>
          </p:contentPart>
        </mc:Choice>
        <mc:Fallback>
          <p:pic>
            <p:nvPicPr>
              <p:cNvPr id="81" name="墨迹 80">
                <a:extLst>
                  <a:ext uri="{FF2B5EF4-FFF2-40B4-BE49-F238E27FC236}">
                    <a16:creationId xmlns:a16="http://schemas.microsoft.com/office/drawing/2014/main" id="{88BE3353-364B-480D-91DB-40F3565FF4F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580393" y="3489393"/>
                <a:ext cx="25380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5F295C0B-1BB4-473A-AD99-D500134FDEE9}"/>
                  </a:ext>
                </a:extLst>
              </p14:cNvPr>
              <p14:cNvContentPartPr/>
              <p14:nvPr/>
            </p14:nvContentPartPr>
            <p14:xfrm>
              <a:off x="3045873" y="3506673"/>
              <a:ext cx="42840" cy="229680"/>
            </p14:xfrm>
          </p:contentPart>
        </mc:Choice>
        <mc:Fallback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5F295C0B-1BB4-473A-AD99-D500134FDEE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037233" y="3498033"/>
                <a:ext cx="6048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8FA387EB-2A0E-47B5-BF4C-1F1A3C1D0E37}"/>
                  </a:ext>
                </a:extLst>
              </p14:cNvPr>
              <p14:cNvContentPartPr/>
              <p14:nvPr/>
            </p14:nvContentPartPr>
            <p14:xfrm>
              <a:off x="3357633" y="3483993"/>
              <a:ext cx="206280" cy="204480"/>
            </p14:xfrm>
          </p:contentPart>
        </mc:Choice>
        <mc:Fallback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8FA387EB-2A0E-47B5-BF4C-1F1A3C1D0E3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348633" y="3474993"/>
                <a:ext cx="22392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2D62F8A8-1D46-4D35-97DB-80C61B0B390A}"/>
                  </a:ext>
                </a:extLst>
              </p14:cNvPr>
              <p14:cNvContentPartPr/>
              <p14:nvPr/>
            </p14:nvContentPartPr>
            <p14:xfrm>
              <a:off x="3760113" y="3477153"/>
              <a:ext cx="23400" cy="190800"/>
            </p14:xfrm>
          </p:contentPart>
        </mc:Choice>
        <mc:Fallback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2D62F8A8-1D46-4D35-97DB-80C61B0B390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751113" y="3468153"/>
                <a:ext cx="4104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F74246F4-E4C3-4655-A15B-6164DEAC0AB6}"/>
                  </a:ext>
                </a:extLst>
              </p14:cNvPr>
              <p14:cNvContentPartPr/>
              <p14:nvPr/>
            </p14:nvContentPartPr>
            <p14:xfrm>
              <a:off x="5490633" y="3393273"/>
              <a:ext cx="25560" cy="252360"/>
            </p14:xfrm>
          </p:contentPart>
        </mc:Choice>
        <mc:Fallback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F74246F4-E4C3-4655-A15B-6164DEAC0AB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481993" y="3384273"/>
                <a:ext cx="4320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86" name="墨迹 85">
                <a:extLst>
                  <a:ext uri="{FF2B5EF4-FFF2-40B4-BE49-F238E27FC236}">
                    <a16:creationId xmlns:a16="http://schemas.microsoft.com/office/drawing/2014/main" id="{85EA977F-B9D6-46FE-8A9A-A143E5E4D3A0}"/>
                  </a:ext>
                </a:extLst>
              </p14:cNvPr>
              <p14:cNvContentPartPr/>
              <p14:nvPr/>
            </p14:nvContentPartPr>
            <p14:xfrm>
              <a:off x="5903193" y="3374553"/>
              <a:ext cx="4320" cy="86400"/>
            </p14:xfrm>
          </p:contentPart>
        </mc:Choice>
        <mc:Fallback>
          <p:pic>
            <p:nvPicPr>
              <p:cNvPr id="86" name="墨迹 85">
                <a:extLst>
                  <a:ext uri="{FF2B5EF4-FFF2-40B4-BE49-F238E27FC236}">
                    <a16:creationId xmlns:a16="http://schemas.microsoft.com/office/drawing/2014/main" id="{85EA977F-B9D6-46FE-8A9A-A143E5E4D3A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894553" y="3365913"/>
                <a:ext cx="2196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87" name="墨迹 86">
                <a:extLst>
                  <a:ext uri="{FF2B5EF4-FFF2-40B4-BE49-F238E27FC236}">
                    <a16:creationId xmlns:a16="http://schemas.microsoft.com/office/drawing/2014/main" id="{C98B02EC-003E-44A6-A7BA-D44908F90AB2}"/>
                  </a:ext>
                </a:extLst>
              </p14:cNvPr>
              <p14:cNvContentPartPr/>
              <p14:nvPr/>
            </p14:nvContentPartPr>
            <p14:xfrm>
              <a:off x="5768913" y="3601353"/>
              <a:ext cx="170640" cy="153720"/>
            </p14:xfrm>
          </p:contentPart>
        </mc:Choice>
        <mc:Fallback>
          <p:pic>
            <p:nvPicPr>
              <p:cNvPr id="87" name="墨迹 86">
                <a:extLst>
                  <a:ext uri="{FF2B5EF4-FFF2-40B4-BE49-F238E27FC236}">
                    <a16:creationId xmlns:a16="http://schemas.microsoft.com/office/drawing/2014/main" id="{C98B02EC-003E-44A6-A7BA-D44908F90AB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760273" y="3592353"/>
                <a:ext cx="18828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B4AA2033-2E36-4AC5-A8E0-D3B89B3A3D7B}"/>
                  </a:ext>
                </a:extLst>
              </p14:cNvPr>
              <p14:cNvContentPartPr/>
              <p14:nvPr/>
            </p14:nvContentPartPr>
            <p14:xfrm>
              <a:off x="6322233" y="3395433"/>
              <a:ext cx="78480" cy="371880"/>
            </p14:xfrm>
          </p:contentPart>
        </mc:Choice>
        <mc:Fallback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B4AA2033-2E36-4AC5-A8E0-D3B89B3A3D7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313233" y="3386433"/>
                <a:ext cx="96120" cy="3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89" name="墨迹 88">
                <a:extLst>
                  <a:ext uri="{FF2B5EF4-FFF2-40B4-BE49-F238E27FC236}">
                    <a16:creationId xmlns:a16="http://schemas.microsoft.com/office/drawing/2014/main" id="{7FAB5BEF-FB62-4D03-A35C-D63B348BCA61}"/>
                  </a:ext>
                </a:extLst>
              </p14:cNvPr>
              <p14:cNvContentPartPr/>
              <p14:nvPr/>
            </p14:nvContentPartPr>
            <p14:xfrm>
              <a:off x="6640113" y="3464913"/>
              <a:ext cx="153000" cy="190800"/>
            </p14:xfrm>
          </p:contentPart>
        </mc:Choice>
        <mc:Fallback>
          <p:pic>
            <p:nvPicPr>
              <p:cNvPr id="89" name="墨迹 88">
                <a:extLst>
                  <a:ext uri="{FF2B5EF4-FFF2-40B4-BE49-F238E27FC236}">
                    <a16:creationId xmlns:a16="http://schemas.microsoft.com/office/drawing/2014/main" id="{7FAB5BEF-FB62-4D03-A35C-D63B348BCA6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631113" y="3456273"/>
                <a:ext cx="17064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90" name="墨迹 89">
                <a:extLst>
                  <a:ext uri="{FF2B5EF4-FFF2-40B4-BE49-F238E27FC236}">
                    <a16:creationId xmlns:a16="http://schemas.microsoft.com/office/drawing/2014/main" id="{D7C044F3-5413-4487-9D4B-45F2F7744BF5}"/>
                  </a:ext>
                </a:extLst>
              </p14:cNvPr>
              <p14:cNvContentPartPr/>
              <p14:nvPr/>
            </p14:nvContentPartPr>
            <p14:xfrm>
              <a:off x="7096953" y="3453393"/>
              <a:ext cx="43920" cy="282240"/>
            </p14:xfrm>
          </p:contentPart>
        </mc:Choice>
        <mc:Fallback>
          <p:pic>
            <p:nvPicPr>
              <p:cNvPr id="90" name="墨迹 89">
                <a:extLst>
                  <a:ext uri="{FF2B5EF4-FFF2-40B4-BE49-F238E27FC236}">
                    <a16:creationId xmlns:a16="http://schemas.microsoft.com/office/drawing/2014/main" id="{D7C044F3-5413-4487-9D4B-45F2F7744BF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088313" y="3444753"/>
                <a:ext cx="6156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21164053-91FC-4B63-B2A9-C575A77C6104}"/>
                  </a:ext>
                </a:extLst>
              </p14:cNvPr>
              <p14:cNvContentPartPr/>
              <p14:nvPr/>
            </p14:nvContentPartPr>
            <p14:xfrm>
              <a:off x="7506633" y="3468513"/>
              <a:ext cx="5040" cy="236160"/>
            </p14:xfrm>
          </p:contentPart>
        </mc:Choice>
        <mc:Fallback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21164053-91FC-4B63-B2A9-C575A77C610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497993" y="3459513"/>
                <a:ext cx="2268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97" name="墨迹 96">
                <a:extLst>
                  <a:ext uri="{FF2B5EF4-FFF2-40B4-BE49-F238E27FC236}">
                    <a16:creationId xmlns:a16="http://schemas.microsoft.com/office/drawing/2014/main" id="{F6BDBCAC-EE1B-494F-808C-A7AAE1D03DAE}"/>
                  </a:ext>
                </a:extLst>
              </p14:cNvPr>
              <p14:cNvContentPartPr/>
              <p14:nvPr/>
            </p14:nvContentPartPr>
            <p14:xfrm>
              <a:off x="10348473" y="3489393"/>
              <a:ext cx="84240" cy="285120"/>
            </p14:xfrm>
          </p:contentPart>
        </mc:Choice>
        <mc:Fallback>
          <p:pic>
            <p:nvPicPr>
              <p:cNvPr id="97" name="墨迹 96">
                <a:extLst>
                  <a:ext uri="{FF2B5EF4-FFF2-40B4-BE49-F238E27FC236}">
                    <a16:creationId xmlns:a16="http://schemas.microsoft.com/office/drawing/2014/main" id="{F6BDBCAC-EE1B-494F-808C-A7AAE1D03DA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0339473" y="3480753"/>
                <a:ext cx="10188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98" name="墨迹 97">
                <a:extLst>
                  <a:ext uri="{FF2B5EF4-FFF2-40B4-BE49-F238E27FC236}">
                    <a16:creationId xmlns:a16="http://schemas.microsoft.com/office/drawing/2014/main" id="{B8CD9389-6901-4777-BEAE-07A8973CC637}"/>
                  </a:ext>
                </a:extLst>
              </p14:cNvPr>
              <p14:cNvContentPartPr/>
              <p14:nvPr/>
            </p14:nvContentPartPr>
            <p14:xfrm>
              <a:off x="7396833" y="3872433"/>
              <a:ext cx="221040" cy="41040"/>
            </p14:xfrm>
          </p:contentPart>
        </mc:Choice>
        <mc:Fallback>
          <p:pic>
            <p:nvPicPr>
              <p:cNvPr id="98" name="墨迹 97">
                <a:extLst>
                  <a:ext uri="{FF2B5EF4-FFF2-40B4-BE49-F238E27FC236}">
                    <a16:creationId xmlns:a16="http://schemas.microsoft.com/office/drawing/2014/main" id="{B8CD9389-6901-4777-BEAE-07A8973CC63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387833" y="3863793"/>
                <a:ext cx="2386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99" name="墨迹 98">
                <a:extLst>
                  <a:ext uri="{FF2B5EF4-FFF2-40B4-BE49-F238E27FC236}">
                    <a16:creationId xmlns:a16="http://schemas.microsoft.com/office/drawing/2014/main" id="{50E3E921-5635-4A6C-9E55-FA1ABD42BDD4}"/>
                  </a:ext>
                </a:extLst>
              </p14:cNvPr>
              <p14:cNvContentPartPr/>
              <p14:nvPr/>
            </p14:nvContentPartPr>
            <p14:xfrm>
              <a:off x="10111593" y="3895473"/>
              <a:ext cx="338400" cy="28440"/>
            </p14:xfrm>
          </p:contentPart>
        </mc:Choice>
        <mc:Fallback>
          <p:pic>
            <p:nvPicPr>
              <p:cNvPr id="99" name="墨迹 98">
                <a:extLst>
                  <a:ext uri="{FF2B5EF4-FFF2-40B4-BE49-F238E27FC236}">
                    <a16:creationId xmlns:a16="http://schemas.microsoft.com/office/drawing/2014/main" id="{50E3E921-5635-4A6C-9E55-FA1ABD42BDD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102593" y="3886833"/>
                <a:ext cx="3560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05" name="墨迹 104">
                <a:extLst>
                  <a:ext uri="{FF2B5EF4-FFF2-40B4-BE49-F238E27FC236}">
                    <a16:creationId xmlns:a16="http://schemas.microsoft.com/office/drawing/2014/main" id="{8257E336-4595-449B-84AB-AA17B376A6C8}"/>
                  </a:ext>
                </a:extLst>
              </p14:cNvPr>
              <p14:cNvContentPartPr/>
              <p14:nvPr/>
            </p14:nvContentPartPr>
            <p14:xfrm>
              <a:off x="1350993" y="4109673"/>
              <a:ext cx="241200" cy="237600"/>
            </p14:xfrm>
          </p:contentPart>
        </mc:Choice>
        <mc:Fallback>
          <p:pic>
            <p:nvPicPr>
              <p:cNvPr id="105" name="墨迹 104">
                <a:extLst>
                  <a:ext uri="{FF2B5EF4-FFF2-40B4-BE49-F238E27FC236}">
                    <a16:creationId xmlns:a16="http://schemas.microsoft.com/office/drawing/2014/main" id="{8257E336-4595-449B-84AB-AA17B376A6C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341993" y="4100673"/>
                <a:ext cx="25884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06" name="墨迹 105">
                <a:extLst>
                  <a:ext uri="{FF2B5EF4-FFF2-40B4-BE49-F238E27FC236}">
                    <a16:creationId xmlns:a16="http://schemas.microsoft.com/office/drawing/2014/main" id="{72F71F60-5310-4094-8FF6-1BADEE1D58D4}"/>
                  </a:ext>
                </a:extLst>
              </p14:cNvPr>
              <p14:cNvContentPartPr/>
              <p14:nvPr/>
            </p14:nvContentPartPr>
            <p14:xfrm>
              <a:off x="1718913" y="4112553"/>
              <a:ext cx="229680" cy="210240"/>
            </p14:xfrm>
          </p:contentPart>
        </mc:Choice>
        <mc:Fallback>
          <p:pic>
            <p:nvPicPr>
              <p:cNvPr id="106" name="墨迹 105">
                <a:extLst>
                  <a:ext uri="{FF2B5EF4-FFF2-40B4-BE49-F238E27FC236}">
                    <a16:creationId xmlns:a16="http://schemas.microsoft.com/office/drawing/2014/main" id="{72F71F60-5310-4094-8FF6-1BADEE1D58D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710273" y="4103913"/>
                <a:ext cx="24732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07" name="墨迹 106">
                <a:extLst>
                  <a:ext uri="{FF2B5EF4-FFF2-40B4-BE49-F238E27FC236}">
                    <a16:creationId xmlns:a16="http://schemas.microsoft.com/office/drawing/2014/main" id="{75492B28-4DD9-4BF4-ACB6-AAF555A426A6}"/>
                  </a:ext>
                </a:extLst>
              </p14:cNvPr>
              <p14:cNvContentPartPr/>
              <p14:nvPr/>
            </p14:nvContentPartPr>
            <p14:xfrm>
              <a:off x="2297073" y="4286433"/>
              <a:ext cx="96480" cy="63000"/>
            </p14:xfrm>
          </p:contentPart>
        </mc:Choice>
        <mc:Fallback>
          <p:pic>
            <p:nvPicPr>
              <p:cNvPr id="107" name="墨迹 106">
                <a:extLst>
                  <a:ext uri="{FF2B5EF4-FFF2-40B4-BE49-F238E27FC236}">
                    <a16:creationId xmlns:a16="http://schemas.microsoft.com/office/drawing/2014/main" id="{75492B28-4DD9-4BF4-ACB6-AAF555A426A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288433" y="4277793"/>
                <a:ext cx="11412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10" name="墨迹 109">
                <a:extLst>
                  <a:ext uri="{FF2B5EF4-FFF2-40B4-BE49-F238E27FC236}">
                    <a16:creationId xmlns:a16="http://schemas.microsoft.com/office/drawing/2014/main" id="{D38EC08F-09BD-4A55-A176-1F214C219059}"/>
                  </a:ext>
                </a:extLst>
              </p14:cNvPr>
              <p14:cNvContentPartPr/>
              <p14:nvPr/>
            </p14:nvContentPartPr>
            <p14:xfrm>
              <a:off x="3394353" y="4089873"/>
              <a:ext cx="56160" cy="169200"/>
            </p14:xfrm>
          </p:contentPart>
        </mc:Choice>
        <mc:Fallback>
          <p:pic>
            <p:nvPicPr>
              <p:cNvPr id="110" name="墨迹 109">
                <a:extLst>
                  <a:ext uri="{FF2B5EF4-FFF2-40B4-BE49-F238E27FC236}">
                    <a16:creationId xmlns:a16="http://schemas.microsoft.com/office/drawing/2014/main" id="{D38EC08F-09BD-4A55-A176-1F214C21905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385713" y="4081233"/>
                <a:ext cx="7380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11" name="墨迹 110">
                <a:extLst>
                  <a:ext uri="{FF2B5EF4-FFF2-40B4-BE49-F238E27FC236}">
                    <a16:creationId xmlns:a16="http://schemas.microsoft.com/office/drawing/2014/main" id="{F62005E2-A090-45B1-954B-6A9A5E32A8F5}"/>
                  </a:ext>
                </a:extLst>
              </p14:cNvPr>
              <p14:cNvContentPartPr/>
              <p14:nvPr/>
            </p14:nvContentPartPr>
            <p14:xfrm>
              <a:off x="3641673" y="4103193"/>
              <a:ext cx="254520" cy="193680"/>
            </p14:xfrm>
          </p:contentPart>
        </mc:Choice>
        <mc:Fallback>
          <p:pic>
            <p:nvPicPr>
              <p:cNvPr id="111" name="墨迹 110">
                <a:extLst>
                  <a:ext uri="{FF2B5EF4-FFF2-40B4-BE49-F238E27FC236}">
                    <a16:creationId xmlns:a16="http://schemas.microsoft.com/office/drawing/2014/main" id="{F62005E2-A090-45B1-954B-6A9A5E32A8F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632673" y="4094553"/>
                <a:ext cx="27216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12" name="墨迹 111">
                <a:extLst>
                  <a:ext uri="{FF2B5EF4-FFF2-40B4-BE49-F238E27FC236}">
                    <a16:creationId xmlns:a16="http://schemas.microsoft.com/office/drawing/2014/main" id="{4906C7FD-7D69-4CB6-8DF4-AEA27D813BF2}"/>
                  </a:ext>
                </a:extLst>
              </p14:cNvPr>
              <p14:cNvContentPartPr/>
              <p14:nvPr/>
            </p14:nvContentPartPr>
            <p14:xfrm>
              <a:off x="2709273" y="4108593"/>
              <a:ext cx="483840" cy="212760"/>
            </p14:xfrm>
          </p:contentPart>
        </mc:Choice>
        <mc:Fallback>
          <p:pic>
            <p:nvPicPr>
              <p:cNvPr id="112" name="墨迹 111">
                <a:extLst>
                  <a:ext uri="{FF2B5EF4-FFF2-40B4-BE49-F238E27FC236}">
                    <a16:creationId xmlns:a16="http://schemas.microsoft.com/office/drawing/2014/main" id="{4906C7FD-7D69-4CB6-8DF4-AEA27D813BF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700633" y="4099953"/>
                <a:ext cx="50148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13" name="墨迹 112">
                <a:extLst>
                  <a:ext uri="{FF2B5EF4-FFF2-40B4-BE49-F238E27FC236}">
                    <a16:creationId xmlns:a16="http://schemas.microsoft.com/office/drawing/2014/main" id="{2F97DEC2-9E67-49B7-8F55-6F0625E3F017}"/>
                  </a:ext>
                </a:extLst>
              </p14:cNvPr>
              <p14:cNvContentPartPr/>
              <p14:nvPr/>
            </p14:nvContentPartPr>
            <p14:xfrm>
              <a:off x="776433" y="4010313"/>
              <a:ext cx="245880" cy="258120"/>
            </p14:xfrm>
          </p:contentPart>
        </mc:Choice>
        <mc:Fallback>
          <p:pic>
            <p:nvPicPr>
              <p:cNvPr id="113" name="墨迹 112">
                <a:extLst>
                  <a:ext uri="{FF2B5EF4-FFF2-40B4-BE49-F238E27FC236}">
                    <a16:creationId xmlns:a16="http://schemas.microsoft.com/office/drawing/2014/main" id="{2F97DEC2-9E67-49B7-8F55-6F0625E3F01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67793" y="4001673"/>
                <a:ext cx="26352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14" name="墨迹 113">
                <a:extLst>
                  <a:ext uri="{FF2B5EF4-FFF2-40B4-BE49-F238E27FC236}">
                    <a16:creationId xmlns:a16="http://schemas.microsoft.com/office/drawing/2014/main" id="{0F033C62-20F4-4073-B598-96A7E10EB1D4}"/>
                  </a:ext>
                </a:extLst>
              </p14:cNvPr>
              <p14:cNvContentPartPr/>
              <p14:nvPr/>
            </p14:nvContentPartPr>
            <p14:xfrm>
              <a:off x="20433" y="4015353"/>
              <a:ext cx="436680" cy="256680"/>
            </p14:xfrm>
          </p:contentPart>
        </mc:Choice>
        <mc:Fallback>
          <p:pic>
            <p:nvPicPr>
              <p:cNvPr id="114" name="墨迹 113">
                <a:extLst>
                  <a:ext uri="{FF2B5EF4-FFF2-40B4-BE49-F238E27FC236}">
                    <a16:creationId xmlns:a16="http://schemas.microsoft.com/office/drawing/2014/main" id="{0F033C62-20F4-4073-B598-96A7E10EB1D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433" y="4006353"/>
                <a:ext cx="45432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6402CF8F-6C30-421F-9E5C-88C1BF27EC93}"/>
                  </a:ext>
                </a:extLst>
              </p14:cNvPr>
              <p14:cNvContentPartPr/>
              <p14:nvPr/>
            </p14:nvContentPartPr>
            <p14:xfrm>
              <a:off x="781113" y="4479753"/>
              <a:ext cx="3477240" cy="101880"/>
            </p14:xfrm>
          </p:contentPart>
        </mc:Choice>
        <mc:Fallback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6402CF8F-6C30-421F-9E5C-88C1BF27EC9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72473" y="4470753"/>
                <a:ext cx="349488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18" name="墨迹 117">
                <a:extLst>
                  <a:ext uri="{FF2B5EF4-FFF2-40B4-BE49-F238E27FC236}">
                    <a16:creationId xmlns:a16="http://schemas.microsoft.com/office/drawing/2014/main" id="{E9C99098-FC54-40EB-9BE9-BE8A593A9E9E}"/>
                  </a:ext>
                </a:extLst>
              </p14:cNvPr>
              <p14:cNvContentPartPr/>
              <p14:nvPr/>
            </p14:nvContentPartPr>
            <p14:xfrm>
              <a:off x="2224353" y="5034513"/>
              <a:ext cx="79920" cy="60840"/>
            </p14:xfrm>
          </p:contentPart>
        </mc:Choice>
        <mc:Fallback>
          <p:pic>
            <p:nvPicPr>
              <p:cNvPr id="118" name="墨迹 117">
                <a:extLst>
                  <a:ext uri="{FF2B5EF4-FFF2-40B4-BE49-F238E27FC236}">
                    <a16:creationId xmlns:a16="http://schemas.microsoft.com/office/drawing/2014/main" id="{E9C99098-FC54-40EB-9BE9-BE8A593A9E9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215713" y="5025513"/>
                <a:ext cx="975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19" name="墨迹 118">
                <a:extLst>
                  <a:ext uri="{FF2B5EF4-FFF2-40B4-BE49-F238E27FC236}">
                    <a16:creationId xmlns:a16="http://schemas.microsoft.com/office/drawing/2014/main" id="{129A6F93-BB87-464F-ABDE-484D174297BC}"/>
                  </a:ext>
                </a:extLst>
              </p14:cNvPr>
              <p14:cNvContentPartPr/>
              <p14:nvPr/>
            </p14:nvContentPartPr>
            <p14:xfrm>
              <a:off x="2642673" y="4865673"/>
              <a:ext cx="236160" cy="174600"/>
            </p14:xfrm>
          </p:contentPart>
        </mc:Choice>
        <mc:Fallback>
          <p:pic>
            <p:nvPicPr>
              <p:cNvPr id="119" name="墨迹 118">
                <a:extLst>
                  <a:ext uri="{FF2B5EF4-FFF2-40B4-BE49-F238E27FC236}">
                    <a16:creationId xmlns:a16="http://schemas.microsoft.com/office/drawing/2014/main" id="{129A6F93-BB87-464F-ABDE-484D174297B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634033" y="4856673"/>
                <a:ext cx="25380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20" name="墨迹 119">
                <a:extLst>
                  <a:ext uri="{FF2B5EF4-FFF2-40B4-BE49-F238E27FC236}">
                    <a16:creationId xmlns:a16="http://schemas.microsoft.com/office/drawing/2014/main" id="{4F57DFBB-60EC-40E3-A239-85FA7AA314AC}"/>
                  </a:ext>
                </a:extLst>
              </p14:cNvPr>
              <p14:cNvContentPartPr/>
              <p14:nvPr/>
            </p14:nvContentPartPr>
            <p14:xfrm>
              <a:off x="3029313" y="4831113"/>
              <a:ext cx="4320" cy="145080"/>
            </p14:xfrm>
          </p:contentPart>
        </mc:Choice>
        <mc:Fallback>
          <p:pic>
            <p:nvPicPr>
              <p:cNvPr id="120" name="墨迹 119">
                <a:extLst>
                  <a:ext uri="{FF2B5EF4-FFF2-40B4-BE49-F238E27FC236}">
                    <a16:creationId xmlns:a16="http://schemas.microsoft.com/office/drawing/2014/main" id="{4F57DFBB-60EC-40E3-A239-85FA7AA314A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020673" y="4822473"/>
                <a:ext cx="2196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21" name="墨迹 120">
                <a:extLst>
                  <a:ext uri="{FF2B5EF4-FFF2-40B4-BE49-F238E27FC236}">
                    <a16:creationId xmlns:a16="http://schemas.microsoft.com/office/drawing/2014/main" id="{CFAEC662-6CFC-4A93-800B-D7EA5B237445}"/>
                  </a:ext>
                </a:extLst>
              </p14:cNvPr>
              <p14:cNvContentPartPr/>
              <p14:nvPr/>
            </p14:nvContentPartPr>
            <p14:xfrm>
              <a:off x="3368433" y="4817433"/>
              <a:ext cx="272880" cy="161280"/>
            </p14:xfrm>
          </p:contentPart>
        </mc:Choice>
        <mc:Fallback>
          <p:pic>
            <p:nvPicPr>
              <p:cNvPr id="121" name="墨迹 120">
                <a:extLst>
                  <a:ext uri="{FF2B5EF4-FFF2-40B4-BE49-F238E27FC236}">
                    <a16:creationId xmlns:a16="http://schemas.microsoft.com/office/drawing/2014/main" id="{CFAEC662-6CFC-4A93-800B-D7EA5B23744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359433" y="4808433"/>
                <a:ext cx="2905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22" name="墨迹 121">
                <a:extLst>
                  <a:ext uri="{FF2B5EF4-FFF2-40B4-BE49-F238E27FC236}">
                    <a16:creationId xmlns:a16="http://schemas.microsoft.com/office/drawing/2014/main" id="{214A9B4D-B6CA-4868-94B3-CF7F4D03903A}"/>
                  </a:ext>
                </a:extLst>
              </p14:cNvPr>
              <p14:cNvContentPartPr/>
              <p14:nvPr/>
            </p14:nvContentPartPr>
            <p14:xfrm>
              <a:off x="3799353" y="4819233"/>
              <a:ext cx="5760" cy="230400"/>
            </p14:xfrm>
          </p:contentPart>
        </mc:Choice>
        <mc:Fallback>
          <p:pic>
            <p:nvPicPr>
              <p:cNvPr id="122" name="墨迹 121">
                <a:extLst>
                  <a:ext uri="{FF2B5EF4-FFF2-40B4-BE49-F238E27FC236}">
                    <a16:creationId xmlns:a16="http://schemas.microsoft.com/office/drawing/2014/main" id="{214A9B4D-B6CA-4868-94B3-CF7F4D03903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790713" y="4810233"/>
                <a:ext cx="2340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23" name="墨迹 122">
                <a:extLst>
                  <a:ext uri="{FF2B5EF4-FFF2-40B4-BE49-F238E27FC236}">
                    <a16:creationId xmlns:a16="http://schemas.microsoft.com/office/drawing/2014/main" id="{82B3597E-1DC5-4F88-994D-6DEF7A73129E}"/>
                  </a:ext>
                </a:extLst>
              </p14:cNvPr>
              <p14:cNvContentPartPr/>
              <p14:nvPr/>
            </p14:nvContentPartPr>
            <p14:xfrm>
              <a:off x="-54447" y="4803033"/>
              <a:ext cx="286920" cy="223920"/>
            </p14:xfrm>
          </p:contentPart>
        </mc:Choice>
        <mc:Fallback>
          <p:pic>
            <p:nvPicPr>
              <p:cNvPr id="123" name="墨迹 122">
                <a:extLst>
                  <a:ext uri="{FF2B5EF4-FFF2-40B4-BE49-F238E27FC236}">
                    <a16:creationId xmlns:a16="http://schemas.microsoft.com/office/drawing/2014/main" id="{82B3597E-1DC5-4F88-994D-6DEF7A73129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-63087" y="4794033"/>
                <a:ext cx="30456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24" name="墨迹 123">
                <a:extLst>
                  <a:ext uri="{FF2B5EF4-FFF2-40B4-BE49-F238E27FC236}">
                    <a16:creationId xmlns:a16="http://schemas.microsoft.com/office/drawing/2014/main" id="{EBBAA5A0-30E7-4DB9-805F-12B38A7980A3}"/>
                  </a:ext>
                </a:extLst>
              </p14:cNvPr>
              <p14:cNvContentPartPr/>
              <p14:nvPr/>
            </p14:nvContentPartPr>
            <p14:xfrm>
              <a:off x="332193" y="4807713"/>
              <a:ext cx="135360" cy="244080"/>
            </p14:xfrm>
          </p:contentPart>
        </mc:Choice>
        <mc:Fallback>
          <p:pic>
            <p:nvPicPr>
              <p:cNvPr id="124" name="墨迹 123">
                <a:extLst>
                  <a:ext uri="{FF2B5EF4-FFF2-40B4-BE49-F238E27FC236}">
                    <a16:creationId xmlns:a16="http://schemas.microsoft.com/office/drawing/2014/main" id="{EBBAA5A0-30E7-4DB9-805F-12B38A7980A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23553" y="4799073"/>
                <a:ext cx="15300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25" name="墨迹 124">
                <a:extLst>
                  <a:ext uri="{FF2B5EF4-FFF2-40B4-BE49-F238E27FC236}">
                    <a16:creationId xmlns:a16="http://schemas.microsoft.com/office/drawing/2014/main" id="{24B73DA3-947A-480C-B02D-6D220FE83A4D}"/>
                  </a:ext>
                </a:extLst>
              </p14:cNvPr>
              <p14:cNvContentPartPr/>
              <p14:nvPr/>
            </p14:nvContentPartPr>
            <p14:xfrm>
              <a:off x="747273" y="4779993"/>
              <a:ext cx="25560" cy="321480"/>
            </p14:xfrm>
          </p:contentPart>
        </mc:Choice>
        <mc:Fallback>
          <p:pic>
            <p:nvPicPr>
              <p:cNvPr id="125" name="墨迹 124">
                <a:extLst>
                  <a:ext uri="{FF2B5EF4-FFF2-40B4-BE49-F238E27FC236}">
                    <a16:creationId xmlns:a16="http://schemas.microsoft.com/office/drawing/2014/main" id="{24B73DA3-947A-480C-B02D-6D220FE83A4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38633" y="4771353"/>
                <a:ext cx="4320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28" name="墨迹 127">
                <a:extLst>
                  <a:ext uri="{FF2B5EF4-FFF2-40B4-BE49-F238E27FC236}">
                    <a16:creationId xmlns:a16="http://schemas.microsoft.com/office/drawing/2014/main" id="{7E9B5404-A564-4A34-A805-B057D111810D}"/>
                  </a:ext>
                </a:extLst>
              </p14:cNvPr>
              <p14:cNvContentPartPr/>
              <p14:nvPr/>
            </p14:nvContentPartPr>
            <p14:xfrm>
              <a:off x="2139393" y="5708433"/>
              <a:ext cx="360" cy="360"/>
            </p14:xfrm>
          </p:contentPart>
        </mc:Choice>
        <mc:Fallback>
          <p:pic>
            <p:nvPicPr>
              <p:cNvPr id="128" name="墨迹 127">
                <a:extLst>
                  <a:ext uri="{FF2B5EF4-FFF2-40B4-BE49-F238E27FC236}">
                    <a16:creationId xmlns:a16="http://schemas.microsoft.com/office/drawing/2014/main" id="{7E9B5404-A564-4A34-A805-B057D111810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30393" y="569943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131" name="墨迹 130">
                <a:extLst>
                  <a:ext uri="{FF2B5EF4-FFF2-40B4-BE49-F238E27FC236}">
                    <a16:creationId xmlns:a16="http://schemas.microsoft.com/office/drawing/2014/main" id="{A34256C9-732A-4E4E-92B0-374443FD0626}"/>
                  </a:ext>
                </a:extLst>
              </p14:cNvPr>
              <p14:cNvContentPartPr/>
              <p14:nvPr/>
            </p14:nvContentPartPr>
            <p14:xfrm>
              <a:off x="2621073" y="5519073"/>
              <a:ext cx="539640" cy="226440"/>
            </p14:xfrm>
          </p:contentPart>
        </mc:Choice>
        <mc:Fallback>
          <p:pic>
            <p:nvPicPr>
              <p:cNvPr id="131" name="墨迹 130">
                <a:extLst>
                  <a:ext uri="{FF2B5EF4-FFF2-40B4-BE49-F238E27FC236}">
                    <a16:creationId xmlns:a16="http://schemas.microsoft.com/office/drawing/2014/main" id="{A34256C9-732A-4E4E-92B0-374443FD0626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2612433" y="5510419"/>
                <a:ext cx="557280" cy="2441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132" name="墨迹 131">
                <a:extLst>
                  <a:ext uri="{FF2B5EF4-FFF2-40B4-BE49-F238E27FC236}">
                    <a16:creationId xmlns:a16="http://schemas.microsoft.com/office/drawing/2014/main" id="{0F0A61EB-8F8A-4182-B57A-E5185F6A7562}"/>
                  </a:ext>
                </a:extLst>
              </p14:cNvPr>
              <p14:cNvContentPartPr/>
              <p14:nvPr/>
            </p14:nvContentPartPr>
            <p14:xfrm>
              <a:off x="1420833" y="5522313"/>
              <a:ext cx="527040" cy="201240"/>
            </p14:xfrm>
          </p:contentPart>
        </mc:Choice>
        <mc:Fallback>
          <p:pic>
            <p:nvPicPr>
              <p:cNvPr id="132" name="墨迹 131">
                <a:extLst>
                  <a:ext uri="{FF2B5EF4-FFF2-40B4-BE49-F238E27FC236}">
                    <a16:creationId xmlns:a16="http://schemas.microsoft.com/office/drawing/2014/main" id="{0F0A61EB-8F8A-4182-B57A-E5185F6A7562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412193" y="5513313"/>
                <a:ext cx="54468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133" name="墨迹 132">
                <a:extLst>
                  <a:ext uri="{FF2B5EF4-FFF2-40B4-BE49-F238E27FC236}">
                    <a16:creationId xmlns:a16="http://schemas.microsoft.com/office/drawing/2014/main" id="{22BC66D3-ABC4-4FC4-AC87-EF1BFF755A75}"/>
                  </a:ext>
                </a:extLst>
              </p14:cNvPr>
              <p14:cNvContentPartPr/>
              <p14:nvPr/>
            </p14:nvContentPartPr>
            <p14:xfrm>
              <a:off x="1479873" y="4853793"/>
              <a:ext cx="535320" cy="223920"/>
            </p14:xfrm>
          </p:contentPart>
        </mc:Choice>
        <mc:Fallback>
          <p:pic>
            <p:nvPicPr>
              <p:cNvPr id="133" name="墨迹 132">
                <a:extLst>
                  <a:ext uri="{FF2B5EF4-FFF2-40B4-BE49-F238E27FC236}">
                    <a16:creationId xmlns:a16="http://schemas.microsoft.com/office/drawing/2014/main" id="{22BC66D3-ABC4-4FC4-AC87-EF1BFF755A75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471227" y="4844793"/>
                <a:ext cx="552972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34" name="墨迹 133">
                <a:extLst>
                  <a:ext uri="{FF2B5EF4-FFF2-40B4-BE49-F238E27FC236}">
                    <a16:creationId xmlns:a16="http://schemas.microsoft.com/office/drawing/2014/main" id="{A61B84A6-AA0E-45C3-B550-74E9D9006446}"/>
                  </a:ext>
                </a:extLst>
              </p14:cNvPr>
              <p14:cNvContentPartPr/>
              <p14:nvPr/>
            </p14:nvContentPartPr>
            <p14:xfrm>
              <a:off x="3541233" y="5524833"/>
              <a:ext cx="36000" cy="219600"/>
            </p14:xfrm>
          </p:contentPart>
        </mc:Choice>
        <mc:Fallback>
          <p:pic>
            <p:nvPicPr>
              <p:cNvPr id="134" name="墨迹 133">
                <a:extLst>
                  <a:ext uri="{FF2B5EF4-FFF2-40B4-BE49-F238E27FC236}">
                    <a16:creationId xmlns:a16="http://schemas.microsoft.com/office/drawing/2014/main" id="{A61B84A6-AA0E-45C3-B550-74E9D9006446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532593" y="5515833"/>
                <a:ext cx="5364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35" name="墨迹 134">
                <a:extLst>
                  <a:ext uri="{FF2B5EF4-FFF2-40B4-BE49-F238E27FC236}">
                    <a16:creationId xmlns:a16="http://schemas.microsoft.com/office/drawing/2014/main" id="{A0AF08B2-94C3-4AC5-99A4-2F03FEE89BFA}"/>
                  </a:ext>
                </a:extLst>
              </p14:cNvPr>
              <p14:cNvContentPartPr/>
              <p14:nvPr/>
            </p14:nvContentPartPr>
            <p14:xfrm>
              <a:off x="3854073" y="5539593"/>
              <a:ext cx="138240" cy="195840"/>
            </p14:xfrm>
          </p:contentPart>
        </mc:Choice>
        <mc:Fallback>
          <p:pic>
            <p:nvPicPr>
              <p:cNvPr id="135" name="墨迹 134">
                <a:extLst>
                  <a:ext uri="{FF2B5EF4-FFF2-40B4-BE49-F238E27FC236}">
                    <a16:creationId xmlns:a16="http://schemas.microsoft.com/office/drawing/2014/main" id="{A0AF08B2-94C3-4AC5-99A4-2F03FEE89BFA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3845073" y="5530953"/>
                <a:ext cx="15588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136" name="墨迹 135">
                <a:extLst>
                  <a:ext uri="{FF2B5EF4-FFF2-40B4-BE49-F238E27FC236}">
                    <a16:creationId xmlns:a16="http://schemas.microsoft.com/office/drawing/2014/main" id="{7B9851FB-77F5-47B3-BE06-EADBD7BE9917}"/>
                  </a:ext>
                </a:extLst>
              </p14:cNvPr>
              <p14:cNvContentPartPr/>
              <p14:nvPr/>
            </p14:nvContentPartPr>
            <p14:xfrm>
              <a:off x="5432313" y="5437713"/>
              <a:ext cx="36000" cy="210600"/>
            </p14:xfrm>
          </p:contentPart>
        </mc:Choice>
        <mc:Fallback>
          <p:pic>
            <p:nvPicPr>
              <p:cNvPr id="136" name="墨迹 135">
                <a:extLst>
                  <a:ext uri="{FF2B5EF4-FFF2-40B4-BE49-F238E27FC236}">
                    <a16:creationId xmlns:a16="http://schemas.microsoft.com/office/drawing/2014/main" id="{7B9851FB-77F5-47B3-BE06-EADBD7BE9917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5423313" y="5429073"/>
                <a:ext cx="5364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137" name="墨迹 136">
                <a:extLst>
                  <a:ext uri="{FF2B5EF4-FFF2-40B4-BE49-F238E27FC236}">
                    <a16:creationId xmlns:a16="http://schemas.microsoft.com/office/drawing/2014/main" id="{8B689B41-DD14-4095-8B9D-6765F4FB2F06}"/>
                  </a:ext>
                </a:extLst>
              </p14:cNvPr>
              <p14:cNvContentPartPr/>
              <p14:nvPr/>
            </p14:nvContentPartPr>
            <p14:xfrm>
              <a:off x="5777913" y="5442033"/>
              <a:ext cx="16920" cy="197640"/>
            </p14:xfrm>
          </p:contentPart>
        </mc:Choice>
        <mc:Fallback>
          <p:pic>
            <p:nvPicPr>
              <p:cNvPr id="137" name="墨迹 136">
                <a:extLst>
                  <a:ext uri="{FF2B5EF4-FFF2-40B4-BE49-F238E27FC236}">
                    <a16:creationId xmlns:a16="http://schemas.microsoft.com/office/drawing/2014/main" id="{8B689B41-DD14-4095-8B9D-6765F4FB2F06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5768913" y="5433033"/>
                <a:ext cx="3456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138" name="墨迹 137">
                <a:extLst>
                  <a:ext uri="{FF2B5EF4-FFF2-40B4-BE49-F238E27FC236}">
                    <a16:creationId xmlns:a16="http://schemas.microsoft.com/office/drawing/2014/main" id="{5AD0211D-A62F-4EE5-AF47-B2835D179C2D}"/>
                  </a:ext>
                </a:extLst>
              </p14:cNvPr>
              <p14:cNvContentPartPr/>
              <p14:nvPr/>
            </p14:nvContentPartPr>
            <p14:xfrm>
              <a:off x="6181833" y="5325393"/>
              <a:ext cx="29520" cy="93960"/>
            </p14:xfrm>
          </p:contentPart>
        </mc:Choice>
        <mc:Fallback>
          <p:pic>
            <p:nvPicPr>
              <p:cNvPr id="138" name="墨迹 137">
                <a:extLst>
                  <a:ext uri="{FF2B5EF4-FFF2-40B4-BE49-F238E27FC236}">
                    <a16:creationId xmlns:a16="http://schemas.microsoft.com/office/drawing/2014/main" id="{5AD0211D-A62F-4EE5-AF47-B2835D179C2D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6172833" y="5316753"/>
                <a:ext cx="4716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139" name="墨迹 138">
                <a:extLst>
                  <a:ext uri="{FF2B5EF4-FFF2-40B4-BE49-F238E27FC236}">
                    <a16:creationId xmlns:a16="http://schemas.microsoft.com/office/drawing/2014/main" id="{398AA153-0705-4ED7-823B-5EA7BBF052B8}"/>
                  </a:ext>
                </a:extLst>
              </p14:cNvPr>
              <p14:cNvContentPartPr/>
              <p14:nvPr/>
            </p14:nvContentPartPr>
            <p14:xfrm>
              <a:off x="6123513" y="5643633"/>
              <a:ext cx="172440" cy="135360"/>
            </p14:xfrm>
          </p:contentPart>
        </mc:Choice>
        <mc:Fallback>
          <p:pic>
            <p:nvPicPr>
              <p:cNvPr id="139" name="墨迹 138">
                <a:extLst>
                  <a:ext uri="{FF2B5EF4-FFF2-40B4-BE49-F238E27FC236}">
                    <a16:creationId xmlns:a16="http://schemas.microsoft.com/office/drawing/2014/main" id="{398AA153-0705-4ED7-823B-5EA7BBF052B8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6114513" y="5634993"/>
                <a:ext cx="19008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140" name="墨迹 139">
                <a:extLst>
                  <a:ext uri="{FF2B5EF4-FFF2-40B4-BE49-F238E27FC236}">
                    <a16:creationId xmlns:a16="http://schemas.microsoft.com/office/drawing/2014/main" id="{663B751F-6476-4259-A059-2AB05C2F1C7F}"/>
                  </a:ext>
                </a:extLst>
              </p14:cNvPr>
              <p14:cNvContentPartPr/>
              <p14:nvPr/>
            </p14:nvContentPartPr>
            <p14:xfrm>
              <a:off x="6723633" y="5337633"/>
              <a:ext cx="70920" cy="384480"/>
            </p14:xfrm>
          </p:contentPart>
        </mc:Choice>
        <mc:Fallback>
          <p:pic>
            <p:nvPicPr>
              <p:cNvPr id="140" name="墨迹 139">
                <a:extLst>
                  <a:ext uri="{FF2B5EF4-FFF2-40B4-BE49-F238E27FC236}">
                    <a16:creationId xmlns:a16="http://schemas.microsoft.com/office/drawing/2014/main" id="{663B751F-6476-4259-A059-2AB05C2F1C7F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6714633" y="5328633"/>
                <a:ext cx="8856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141" name="墨迹 140">
                <a:extLst>
                  <a:ext uri="{FF2B5EF4-FFF2-40B4-BE49-F238E27FC236}">
                    <a16:creationId xmlns:a16="http://schemas.microsoft.com/office/drawing/2014/main" id="{93ACADE2-C55C-4751-B4F0-04E13D30DF9E}"/>
                  </a:ext>
                </a:extLst>
              </p14:cNvPr>
              <p14:cNvContentPartPr/>
              <p14:nvPr/>
            </p14:nvContentPartPr>
            <p14:xfrm>
              <a:off x="7085793" y="5424393"/>
              <a:ext cx="258480" cy="168480"/>
            </p14:xfrm>
          </p:contentPart>
        </mc:Choice>
        <mc:Fallback>
          <p:pic>
            <p:nvPicPr>
              <p:cNvPr id="141" name="墨迹 140">
                <a:extLst>
                  <a:ext uri="{FF2B5EF4-FFF2-40B4-BE49-F238E27FC236}">
                    <a16:creationId xmlns:a16="http://schemas.microsoft.com/office/drawing/2014/main" id="{93ACADE2-C55C-4751-B4F0-04E13D30DF9E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7077153" y="5415393"/>
                <a:ext cx="27612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142" name="墨迹 141">
                <a:extLst>
                  <a:ext uri="{FF2B5EF4-FFF2-40B4-BE49-F238E27FC236}">
                    <a16:creationId xmlns:a16="http://schemas.microsoft.com/office/drawing/2014/main" id="{E59F4CCA-7057-401F-A51B-1EEB1A40D55F}"/>
                  </a:ext>
                </a:extLst>
              </p14:cNvPr>
              <p14:cNvContentPartPr/>
              <p14:nvPr/>
            </p14:nvContentPartPr>
            <p14:xfrm>
              <a:off x="7612473" y="5381553"/>
              <a:ext cx="26280" cy="271800"/>
            </p14:xfrm>
          </p:contentPart>
        </mc:Choice>
        <mc:Fallback>
          <p:pic>
            <p:nvPicPr>
              <p:cNvPr id="142" name="墨迹 141">
                <a:extLst>
                  <a:ext uri="{FF2B5EF4-FFF2-40B4-BE49-F238E27FC236}">
                    <a16:creationId xmlns:a16="http://schemas.microsoft.com/office/drawing/2014/main" id="{E59F4CCA-7057-401F-A51B-1EEB1A40D55F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7603473" y="5372913"/>
                <a:ext cx="4392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143" name="墨迹 142">
                <a:extLst>
                  <a:ext uri="{FF2B5EF4-FFF2-40B4-BE49-F238E27FC236}">
                    <a16:creationId xmlns:a16="http://schemas.microsoft.com/office/drawing/2014/main" id="{63FFFD63-D832-4427-BE04-2C08E050F077}"/>
                  </a:ext>
                </a:extLst>
              </p14:cNvPr>
              <p14:cNvContentPartPr/>
              <p14:nvPr/>
            </p14:nvContentPartPr>
            <p14:xfrm>
              <a:off x="10472673" y="5302713"/>
              <a:ext cx="46800" cy="322200"/>
            </p14:xfrm>
          </p:contentPart>
        </mc:Choice>
        <mc:Fallback>
          <p:pic>
            <p:nvPicPr>
              <p:cNvPr id="143" name="墨迹 142">
                <a:extLst>
                  <a:ext uri="{FF2B5EF4-FFF2-40B4-BE49-F238E27FC236}">
                    <a16:creationId xmlns:a16="http://schemas.microsoft.com/office/drawing/2014/main" id="{63FFFD63-D832-4427-BE04-2C08E050F077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0464033" y="5294073"/>
                <a:ext cx="6444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144" name="墨迹 143">
                <a:extLst>
                  <a:ext uri="{FF2B5EF4-FFF2-40B4-BE49-F238E27FC236}">
                    <a16:creationId xmlns:a16="http://schemas.microsoft.com/office/drawing/2014/main" id="{B0A44197-9AFD-4EA4-BDFB-0D44CC04F2B4}"/>
                  </a:ext>
                </a:extLst>
              </p14:cNvPr>
              <p14:cNvContentPartPr/>
              <p14:nvPr/>
            </p14:nvContentPartPr>
            <p14:xfrm>
              <a:off x="7639833" y="5737593"/>
              <a:ext cx="324720" cy="21600"/>
            </p14:xfrm>
          </p:contentPart>
        </mc:Choice>
        <mc:Fallback>
          <p:pic>
            <p:nvPicPr>
              <p:cNvPr id="144" name="墨迹 143">
                <a:extLst>
                  <a:ext uri="{FF2B5EF4-FFF2-40B4-BE49-F238E27FC236}">
                    <a16:creationId xmlns:a16="http://schemas.microsoft.com/office/drawing/2014/main" id="{B0A44197-9AFD-4EA4-BDFB-0D44CC04F2B4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7631193" y="5728593"/>
                <a:ext cx="3423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145" name="墨迹 144">
                <a:extLst>
                  <a:ext uri="{FF2B5EF4-FFF2-40B4-BE49-F238E27FC236}">
                    <a16:creationId xmlns:a16="http://schemas.microsoft.com/office/drawing/2014/main" id="{88DF4C75-9E6A-4FB8-9B3C-B05E8A15E143}"/>
                  </a:ext>
                </a:extLst>
              </p14:cNvPr>
              <p14:cNvContentPartPr/>
              <p14:nvPr/>
            </p14:nvContentPartPr>
            <p14:xfrm>
              <a:off x="10223553" y="5769273"/>
              <a:ext cx="322200" cy="27360"/>
            </p14:xfrm>
          </p:contentPart>
        </mc:Choice>
        <mc:Fallback>
          <p:pic>
            <p:nvPicPr>
              <p:cNvPr id="145" name="墨迹 144">
                <a:extLst>
                  <a:ext uri="{FF2B5EF4-FFF2-40B4-BE49-F238E27FC236}">
                    <a16:creationId xmlns:a16="http://schemas.microsoft.com/office/drawing/2014/main" id="{88DF4C75-9E6A-4FB8-9B3C-B05E8A15E143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0214553" y="5760633"/>
                <a:ext cx="33984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148" name="墨迹 147">
                <a:extLst>
                  <a:ext uri="{FF2B5EF4-FFF2-40B4-BE49-F238E27FC236}">
                    <a16:creationId xmlns:a16="http://schemas.microsoft.com/office/drawing/2014/main" id="{CA3648A1-89A1-4A3F-979C-E68134600F5D}"/>
                  </a:ext>
                </a:extLst>
              </p14:cNvPr>
              <p14:cNvContentPartPr/>
              <p14:nvPr/>
            </p14:nvContentPartPr>
            <p14:xfrm>
              <a:off x="363513" y="5598273"/>
              <a:ext cx="137160" cy="152640"/>
            </p14:xfrm>
          </p:contentPart>
        </mc:Choice>
        <mc:Fallback>
          <p:pic>
            <p:nvPicPr>
              <p:cNvPr id="148" name="墨迹 147">
                <a:extLst>
                  <a:ext uri="{FF2B5EF4-FFF2-40B4-BE49-F238E27FC236}">
                    <a16:creationId xmlns:a16="http://schemas.microsoft.com/office/drawing/2014/main" id="{CA3648A1-89A1-4A3F-979C-E68134600F5D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354873" y="5589273"/>
                <a:ext cx="15480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151" name="墨迹 150">
                <a:extLst>
                  <a:ext uri="{FF2B5EF4-FFF2-40B4-BE49-F238E27FC236}">
                    <a16:creationId xmlns:a16="http://schemas.microsoft.com/office/drawing/2014/main" id="{31C2CEEF-3083-4606-9A67-1E0398BC73CF}"/>
                  </a:ext>
                </a:extLst>
              </p14:cNvPr>
              <p14:cNvContentPartPr/>
              <p14:nvPr/>
            </p14:nvContentPartPr>
            <p14:xfrm>
              <a:off x="492393" y="6040713"/>
              <a:ext cx="9720" cy="198360"/>
            </p14:xfrm>
          </p:contentPart>
        </mc:Choice>
        <mc:Fallback>
          <p:pic>
            <p:nvPicPr>
              <p:cNvPr id="151" name="墨迹 150">
                <a:extLst>
                  <a:ext uri="{FF2B5EF4-FFF2-40B4-BE49-F238E27FC236}">
                    <a16:creationId xmlns:a16="http://schemas.microsoft.com/office/drawing/2014/main" id="{31C2CEEF-3083-4606-9A67-1E0398BC73CF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483753" y="6031713"/>
                <a:ext cx="273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52" name="墨迹 151">
                <a:extLst>
                  <a:ext uri="{FF2B5EF4-FFF2-40B4-BE49-F238E27FC236}">
                    <a16:creationId xmlns:a16="http://schemas.microsoft.com/office/drawing/2014/main" id="{F5888C04-1CB8-4B36-94E2-FC33427CCEE1}"/>
                  </a:ext>
                </a:extLst>
              </p14:cNvPr>
              <p14:cNvContentPartPr/>
              <p14:nvPr/>
            </p14:nvContentPartPr>
            <p14:xfrm>
              <a:off x="-182247" y="6074913"/>
              <a:ext cx="422640" cy="214200"/>
            </p14:xfrm>
          </p:contentPart>
        </mc:Choice>
        <mc:Fallback>
          <p:pic>
            <p:nvPicPr>
              <p:cNvPr id="152" name="墨迹 151">
                <a:extLst>
                  <a:ext uri="{FF2B5EF4-FFF2-40B4-BE49-F238E27FC236}">
                    <a16:creationId xmlns:a16="http://schemas.microsoft.com/office/drawing/2014/main" id="{F5888C04-1CB8-4B36-94E2-FC33427CCEE1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-190887" y="6065913"/>
                <a:ext cx="44028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53" name="墨迹 152">
                <a:extLst>
                  <a:ext uri="{FF2B5EF4-FFF2-40B4-BE49-F238E27FC236}">
                    <a16:creationId xmlns:a16="http://schemas.microsoft.com/office/drawing/2014/main" id="{F23505DB-E58B-44B6-B584-F9FF8F3E5D25}"/>
                  </a:ext>
                </a:extLst>
              </p14:cNvPr>
              <p14:cNvContentPartPr/>
              <p14:nvPr/>
            </p14:nvContentPartPr>
            <p14:xfrm>
              <a:off x="-14127" y="5570553"/>
              <a:ext cx="196200" cy="158040"/>
            </p14:xfrm>
          </p:contentPart>
        </mc:Choice>
        <mc:Fallback>
          <p:pic>
            <p:nvPicPr>
              <p:cNvPr id="153" name="墨迹 152">
                <a:extLst>
                  <a:ext uri="{FF2B5EF4-FFF2-40B4-BE49-F238E27FC236}">
                    <a16:creationId xmlns:a16="http://schemas.microsoft.com/office/drawing/2014/main" id="{F23505DB-E58B-44B6-B584-F9FF8F3E5D25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-23127" y="5561553"/>
                <a:ext cx="2138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54" name="墨迹 153">
                <a:extLst>
                  <a:ext uri="{FF2B5EF4-FFF2-40B4-BE49-F238E27FC236}">
                    <a16:creationId xmlns:a16="http://schemas.microsoft.com/office/drawing/2014/main" id="{B6033BD1-9DA6-4BCA-B5F6-61F71D8E4AF6}"/>
                  </a:ext>
                </a:extLst>
              </p14:cNvPr>
              <p14:cNvContentPartPr/>
              <p14:nvPr/>
            </p14:nvContentPartPr>
            <p14:xfrm>
              <a:off x="1530273" y="6154473"/>
              <a:ext cx="189360" cy="217440"/>
            </p14:xfrm>
          </p:contentPart>
        </mc:Choice>
        <mc:Fallback>
          <p:pic>
            <p:nvPicPr>
              <p:cNvPr id="154" name="墨迹 153">
                <a:extLst>
                  <a:ext uri="{FF2B5EF4-FFF2-40B4-BE49-F238E27FC236}">
                    <a16:creationId xmlns:a16="http://schemas.microsoft.com/office/drawing/2014/main" id="{B6033BD1-9DA6-4BCA-B5F6-61F71D8E4AF6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1521633" y="6145473"/>
                <a:ext cx="20700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55" name="墨迹 154">
                <a:extLst>
                  <a:ext uri="{FF2B5EF4-FFF2-40B4-BE49-F238E27FC236}">
                    <a16:creationId xmlns:a16="http://schemas.microsoft.com/office/drawing/2014/main" id="{67BE8C77-4FFF-4F7D-975C-1E7C141FC915}"/>
                  </a:ext>
                </a:extLst>
              </p14:cNvPr>
              <p14:cNvContentPartPr/>
              <p14:nvPr/>
            </p14:nvContentPartPr>
            <p14:xfrm>
              <a:off x="1878753" y="6191913"/>
              <a:ext cx="190440" cy="144720"/>
            </p14:xfrm>
          </p:contentPart>
        </mc:Choice>
        <mc:Fallback>
          <p:pic>
            <p:nvPicPr>
              <p:cNvPr id="155" name="墨迹 154">
                <a:extLst>
                  <a:ext uri="{FF2B5EF4-FFF2-40B4-BE49-F238E27FC236}">
                    <a16:creationId xmlns:a16="http://schemas.microsoft.com/office/drawing/2014/main" id="{67BE8C77-4FFF-4F7D-975C-1E7C141FC915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1870113" y="6183273"/>
                <a:ext cx="20808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156" name="墨迹 155">
                <a:extLst>
                  <a:ext uri="{FF2B5EF4-FFF2-40B4-BE49-F238E27FC236}">
                    <a16:creationId xmlns:a16="http://schemas.microsoft.com/office/drawing/2014/main" id="{DAB01777-C401-4D99-95B1-92F53215B21B}"/>
                  </a:ext>
                </a:extLst>
              </p14:cNvPr>
              <p14:cNvContentPartPr/>
              <p14:nvPr/>
            </p14:nvContentPartPr>
            <p14:xfrm>
              <a:off x="2301033" y="6310353"/>
              <a:ext cx="360" cy="360"/>
            </p14:xfrm>
          </p:contentPart>
        </mc:Choice>
        <mc:Fallback>
          <p:pic>
            <p:nvPicPr>
              <p:cNvPr id="156" name="墨迹 155">
                <a:extLst>
                  <a:ext uri="{FF2B5EF4-FFF2-40B4-BE49-F238E27FC236}">
                    <a16:creationId xmlns:a16="http://schemas.microsoft.com/office/drawing/2014/main" id="{DAB01777-C401-4D99-95B1-92F53215B21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292033" y="63017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57" name="墨迹 156">
                <a:extLst>
                  <a:ext uri="{FF2B5EF4-FFF2-40B4-BE49-F238E27FC236}">
                    <a16:creationId xmlns:a16="http://schemas.microsoft.com/office/drawing/2014/main" id="{9F5208A5-C5CE-4DEF-AF5A-DC704D5BAADE}"/>
                  </a:ext>
                </a:extLst>
              </p14:cNvPr>
              <p14:cNvContentPartPr/>
              <p14:nvPr/>
            </p14:nvContentPartPr>
            <p14:xfrm>
              <a:off x="2724753" y="6189393"/>
              <a:ext cx="204120" cy="169560"/>
            </p14:xfrm>
          </p:contentPart>
        </mc:Choice>
        <mc:Fallback>
          <p:pic>
            <p:nvPicPr>
              <p:cNvPr id="157" name="墨迹 156">
                <a:extLst>
                  <a:ext uri="{FF2B5EF4-FFF2-40B4-BE49-F238E27FC236}">
                    <a16:creationId xmlns:a16="http://schemas.microsoft.com/office/drawing/2014/main" id="{9F5208A5-C5CE-4DEF-AF5A-DC704D5BAAD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716113" y="6180753"/>
                <a:ext cx="22176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58" name="墨迹 157">
                <a:extLst>
                  <a:ext uri="{FF2B5EF4-FFF2-40B4-BE49-F238E27FC236}">
                    <a16:creationId xmlns:a16="http://schemas.microsoft.com/office/drawing/2014/main" id="{4404B68F-664F-4BC4-9FCA-A6B8261F14BC}"/>
                  </a:ext>
                </a:extLst>
              </p14:cNvPr>
              <p14:cNvContentPartPr/>
              <p14:nvPr/>
            </p14:nvContentPartPr>
            <p14:xfrm>
              <a:off x="3068553" y="6172473"/>
              <a:ext cx="239400" cy="165240"/>
            </p14:xfrm>
          </p:contentPart>
        </mc:Choice>
        <mc:Fallback>
          <p:pic>
            <p:nvPicPr>
              <p:cNvPr id="158" name="墨迹 157">
                <a:extLst>
                  <a:ext uri="{FF2B5EF4-FFF2-40B4-BE49-F238E27FC236}">
                    <a16:creationId xmlns:a16="http://schemas.microsoft.com/office/drawing/2014/main" id="{4404B68F-664F-4BC4-9FCA-A6B8261F14BC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059913" y="6163473"/>
                <a:ext cx="25704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59" name="墨迹 158">
                <a:extLst>
                  <a:ext uri="{FF2B5EF4-FFF2-40B4-BE49-F238E27FC236}">
                    <a16:creationId xmlns:a16="http://schemas.microsoft.com/office/drawing/2014/main" id="{EA5BA14B-6FCA-4EE4-840E-FDB3865C50DB}"/>
                  </a:ext>
                </a:extLst>
              </p14:cNvPr>
              <p14:cNvContentPartPr/>
              <p14:nvPr/>
            </p14:nvContentPartPr>
            <p14:xfrm>
              <a:off x="3523953" y="6169593"/>
              <a:ext cx="208080" cy="162360"/>
            </p14:xfrm>
          </p:contentPart>
        </mc:Choice>
        <mc:Fallback>
          <p:pic>
            <p:nvPicPr>
              <p:cNvPr id="159" name="墨迹 158">
                <a:extLst>
                  <a:ext uri="{FF2B5EF4-FFF2-40B4-BE49-F238E27FC236}">
                    <a16:creationId xmlns:a16="http://schemas.microsoft.com/office/drawing/2014/main" id="{EA5BA14B-6FCA-4EE4-840E-FDB3865C50DB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514953" y="6160953"/>
                <a:ext cx="22572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60" name="墨迹 159">
                <a:extLst>
                  <a:ext uri="{FF2B5EF4-FFF2-40B4-BE49-F238E27FC236}">
                    <a16:creationId xmlns:a16="http://schemas.microsoft.com/office/drawing/2014/main" id="{FF16A045-6E7A-4204-BAA4-C95B346E6ABC}"/>
                  </a:ext>
                </a:extLst>
              </p14:cNvPr>
              <p14:cNvContentPartPr/>
              <p14:nvPr/>
            </p14:nvContentPartPr>
            <p14:xfrm>
              <a:off x="3954873" y="6102993"/>
              <a:ext cx="17640" cy="271800"/>
            </p14:xfrm>
          </p:contentPart>
        </mc:Choice>
        <mc:Fallback>
          <p:pic>
            <p:nvPicPr>
              <p:cNvPr id="160" name="墨迹 159">
                <a:extLst>
                  <a:ext uri="{FF2B5EF4-FFF2-40B4-BE49-F238E27FC236}">
                    <a16:creationId xmlns:a16="http://schemas.microsoft.com/office/drawing/2014/main" id="{FF16A045-6E7A-4204-BAA4-C95B346E6ABC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946233" y="6094353"/>
                <a:ext cx="3528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61" name="墨迹 160">
                <a:extLst>
                  <a:ext uri="{FF2B5EF4-FFF2-40B4-BE49-F238E27FC236}">
                    <a16:creationId xmlns:a16="http://schemas.microsoft.com/office/drawing/2014/main" id="{F6C4DF75-3D0C-4AD7-B004-563054D21987}"/>
                  </a:ext>
                </a:extLst>
              </p14:cNvPr>
              <p14:cNvContentPartPr/>
              <p14:nvPr/>
            </p14:nvContentPartPr>
            <p14:xfrm>
              <a:off x="5425833" y="6171033"/>
              <a:ext cx="219240" cy="181800"/>
            </p14:xfrm>
          </p:contentPart>
        </mc:Choice>
        <mc:Fallback>
          <p:pic>
            <p:nvPicPr>
              <p:cNvPr id="161" name="墨迹 160">
                <a:extLst>
                  <a:ext uri="{FF2B5EF4-FFF2-40B4-BE49-F238E27FC236}">
                    <a16:creationId xmlns:a16="http://schemas.microsoft.com/office/drawing/2014/main" id="{F6C4DF75-3D0C-4AD7-B004-563054D21987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416833" y="6162033"/>
                <a:ext cx="23688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63" name="墨迹 162">
                <a:extLst>
                  <a:ext uri="{FF2B5EF4-FFF2-40B4-BE49-F238E27FC236}">
                    <a16:creationId xmlns:a16="http://schemas.microsoft.com/office/drawing/2014/main" id="{E458D855-3DB6-4345-BB24-2F0148676FD2}"/>
                  </a:ext>
                </a:extLst>
              </p14:cNvPr>
              <p14:cNvContentPartPr/>
              <p14:nvPr/>
            </p14:nvContentPartPr>
            <p14:xfrm>
              <a:off x="6334833" y="6100473"/>
              <a:ext cx="17640" cy="245520"/>
            </p14:xfrm>
          </p:contentPart>
        </mc:Choice>
        <mc:Fallback>
          <p:pic>
            <p:nvPicPr>
              <p:cNvPr id="163" name="墨迹 162">
                <a:extLst>
                  <a:ext uri="{FF2B5EF4-FFF2-40B4-BE49-F238E27FC236}">
                    <a16:creationId xmlns:a16="http://schemas.microsoft.com/office/drawing/2014/main" id="{E458D855-3DB6-4345-BB24-2F0148676FD2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6326193" y="6091473"/>
                <a:ext cx="3528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64" name="墨迹 163">
                <a:extLst>
                  <a:ext uri="{FF2B5EF4-FFF2-40B4-BE49-F238E27FC236}">
                    <a16:creationId xmlns:a16="http://schemas.microsoft.com/office/drawing/2014/main" id="{D28CB6A6-3A25-41C6-B5A9-08FE69EB0B14}"/>
                  </a:ext>
                </a:extLst>
              </p14:cNvPr>
              <p14:cNvContentPartPr/>
              <p14:nvPr/>
            </p14:nvContentPartPr>
            <p14:xfrm>
              <a:off x="6655593" y="6046473"/>
              <a:ext cx="26640" cy="91440"/>
            </p14:xfrm>
          </p:contentPart>
        </mc:Choice>
        <mc:Fallback>
          <p:pic>
            <p:nvPicPr>
              <p:cNvPr id="164" name="墨迹 163">
                <a:extLst>
                  <a:ext uri="{FF2B5EF4-FFF2-40B4-BE49-F238E27FC236}">
                    <a16:creationId xmlns:a16="http://schemas.microsoft.com/office/drawing/2014/main" id="{D28CB6A6-3A25-41C6-B5A9-08FE69EB0B14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646953" y="6037473"/>
                <a:ext cx="4428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65" name="墨迹 164">
                <a:extLst>
                  <a:ext uri="{FF2B5EF4-FFF2-40B4-BE49-F238E27FC236}">
                    <a16:creationId xmlns:a16="http://schemas.microsoft.com/office/drawing/2014/main" id="{8998CC51-2A45-4AA8-89CF-56334D0C77A1}"/>
                  </a:ext>
                </a:extLst>
              </p14:cNvPr>
              <p14:cNvContentPartPr/>
              <p14:nvPr/>
            </p14:nvContentPartPr>
            <p14:xfrm>
              <a:off x="6518793" y="6235113"/>
              <a:ext cx="173880" cy="239040"/>
            </p14:xfrm>
          </p:contentPart>
        </mc:Choice>
        <mc:Fallback>
          <p:pic>
            <p:nvPicPr>
              <p:cNvPr id="165" name="墨迹 164">
                <a:extLst>
                  <a:ext uri="{FF2B5EF4-FFF2-40B4-BE49-F238E27FC236}">
                    <a16:creationId xmlns:a16="http://schemas.microsoft.com/office/drawing/2014/main" id="{8998CC51-2A45-4AA8-89CF-56334D0C77A1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509793" y="6226473"/>
                <a:ext cx="19152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66" name="墨迹 165">
                <a:extLst>
                  <a:ext uri="{FF2B5EF4-FFF2-40B4-BE49-F238E27FC236}">
                    <a16:creationId xmlns:a16="http://schemas.microsoft.com/office/drawing/2014/main" id="{8C3D3296-37EA-4981-850C-E01BE1B38DE9}"/>
                  </a:ext>
                </a:extLst>
              </p14:cNvPr>
              <p14:cNvContentPartPr/>
              <p14:nvPr/>
            </p14:nvContentPartPr>
            <p14:xfrm>
              <a:off x="7108113" y="6045033"/>
              <a:ext cx="86400" cy="312120"/>
            </p14:xfrm>
          </p:contentPart>
        </mc:Choice>
        <mc:Fallback>
          <p:pic>
            <p:nvPicPr>
              <p:cNvPr id="166" name="墨迹 165">
                <a:extLst>
                  <a:ext uri="{FF2B5EF4-FFF2-40B4-BE49-F238E27FC236}">
                    <a16:creationId xmlns:a16="http://schemas.microsoft.com/office/drawing/2014/main" id="{8C3D3296-37EA-4981-850C-E01BE1B38DE9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099473" y="6036033"/>
                <a:ext cx="10404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74" name="墨迹 173">
                <a:extLst>
                  <a:ext uri="{FF2B5EF4-FFF2-40B4-BE49-F238E27FC236}">
                    <a16:creationId xmlns:a16="http://schemas.microsoft.com/office/drawing/2014/main" id="{39F6A8E5-17AD-483F-BBA2-B27ADE607314}"/>
                  </a:ext>
                </a:extLst>
              </p14:cNvPr>
              <p14:cNvContentPartPr/>
              <p14:nvPr/>
            </p14:nvContentPartPr>
            <p14:xfrm>
              <a:off x="7489713" y="5944233"/>
              <a:ext cx="392040" cy="472680"/>
            </p14:xfrm>
          </p:contentPart>
        </mc:Choice>
        <mc:Fallback>
          <p:pic>
            <p:nvPicPr>
              <p:cNvPr id="174" name="墨迹 173">
                <a:extLst>
                  <a:ext uri="{FF2B5EF4-FFF2-40B4-BE49-F238E27FC236}">
                    <a16:creationId xmlns:a16="http://schemas.microsoft.com/office/drawing/2014/main" id="{39F6A8E5-17AD-483F-BBA2-B27ADE607314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480713" y="5935593"/>
                <a:ext cx="409680" cy="49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75" name="墨迹 174">
                <a:extLst>
                  <a:ext uri="{FF2B5EF4-FFF2-40B4-BE49-F238E27FC236}">
                    <a16:creationId xmlns:a16="http://schemas.microsoft.com/office/drawing/2014/main" id="{BDEC6513-E7A5-4CE1-9C27-34F1E0F126F7}"/>
                  </a:ext>
                </a:extLst>
              </p14:cNvPr>
              <p14:cNvContentPartPr/>
              <p14:nvPr/>
            </p14:nvContentPartPr>
            <p14:xfrm>
              <a:off x="10159833" y="5946393"/>
              <a:ext cx="469080" cy="500400"/>
            </p14:xfrm>
          </p:contentPart>
        </mc:Choice>
        <mc:Fallback>
          <p:pic>
            <p:nvPicPr>
              <p:cNvPr id="175" name="墨迹 174">
                <a:extLst>
                  <a:ext uri="{FF2B5EF4-FFF2-40B4-BE49-F238E27FC236}">
                    <a16:creationId xmlns:a16="http://schemas.microsoft.com/office/drawing/2014/main" id="{BDEC6513-E7A5-4CE1-9C27-34F1E0F126F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0151193" y="5937753"/>
                <a:ext cx="486720" cy="51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78" name="墨迹 177">
                <a:extLst>
                  <a:ext uri="{FF2B5EF4-FFF2-40B4-BE49-F238E27FC236}">
                    <a16:creationId xmlns:a16="http://schemas.microsoft.com/office/drawing/2014/main" id="{3D0794F5-C50D-420B-9AC1-0EF8D8AEDEEE}"/>
                  </a:ext>
                </a:extLst>
              </p14:cNvPr>
              <p14:cNvContentPartPr/>
              <p14:nvPr/>
            </p14:nvContentPartPr>
            <p14:xfrm>
              <a:off x="8310873" y="5541393"/>
              <a:ext cx="1620000" cy="671040"/>
            </p14:xfrm>
          </p:contentPart>
        </mc:Choice>
        <mc:Fallback>
          <p:pic>
            <p:nvPicPr>
              <p:cNvPr id="178" name="墨迹 177">
                <a:extLst>
                  <a:ext uri="{FF2B5EF4-FFF2-40B4-BE49-F238E27FC236}">
                    <a16:creationId xmlns:a16="http://schemas.microsoft.com/office/drawing/2014/main" id="{3D0794F5-C50D-420B-9AC1-0EF8D8AEDEEE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8301873" y="5532753"/>
                <a:ext cx="1637640" cy="68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80" name="墨迹 179">
                <a:extLst>
                  <a:ext uri="{FF2B5EF4-FFF2-40B4-BE49-F238E27FC236}">
                    <a16:creationId xmlns:a16="http://schemas.microsoft.com/office/drawing/2014/main" id="{BCA92A2D-F85D-41FF-8794-C01C3223E9A3}"/>
                  </a:ext>
                </a:extLst>
              </p14:cNvPr>
              <p14:cNvContentPartPr/>
              <p14:nvPr/>
            </p14:nvContentPartPr>
            <p14:xfrm>
              <a:off x="-321207" y="6586833"/>
              <a:ext cx="37440" cy="286560"/>
            </p14:xfrm>
          </p:contentPart>
        </mc:Choice>
        <mc:Fallback>
          <p:pic>
            <p:nvPicPr>
              <p:cNvPr id="180" name="墨迹 179">
                <a:extLst>
                  <a:ext uri="{FF2B5EF4-FFF2-40B4-BE49-F238E27FC236}">
                    <a16:creationId xmlns:a16="http://schemas.microsoft.com/office/drawing/2014/main" id="{BCA92A2D-F85D-41FF-8794-C01C3223E9A3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-329847" y="6577833"/>
                <a:ext cx="5508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86" name="墨迹 185">
                <a:extLst>
                  <a:ext uri="{FF2B5EF4-FFF2-40B4-BE49-F238E27FC236}">
                    <a16:creationId xmlns:a16="http://schemas.microsoft.com/office/drawing/2014/main" id="{21BC4D79-3A29-490A-8CF3-DB0C92E7268E}"/>
                  </a:ext>
                </a:extLst>
              </p14:cNvPr>
              <p14:cNvContentPartPr/>
              <p14:nvPr/>
            </p14:nvContentPartPr>
            <p14:xfrm>
              <a:off x="369993" y="6746306"/>
              <a:ext cx="77040" cy="32400"/>
            </p14:xfrm>
          </p:contentPart>
        </mc:Choice>
        <mc:Fallback>
          <p:pic>
            <p:nvPicPr>
              <p:cNvPr id="186" name="墨迹 185">
                <a:extLst>
                  <a:ext uri="{FF2B5EF4-FFF2-40B4-BE49-F238E27FC236}">
                    <a16:creationId xmlns:a16="http://schemas.microsoft.com/office/drawing/2014/main" id="{21BC4D79-3A29-490A-8CF3-DB0C92E7268E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61353" y="6737306"/>
                <a:ext cx="9468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88" name="墨迹 187">
                <a:extLst>
                  <a:ext uri="{FF2B5EF4-FFF2-40B4-BE49-F238E27FC236}">
                    <a16:creationId xmlns:a16="http://schemas.microsoft.com/office/drawing/2014/main" id="{4C2C0534-AEBB-4259-8568-9F24DF3B3332}"/>
                  </a:ext>
                </a:extLst>
              </p14:cNvPr>
              <p14:cNvContentPartPr/>
              <p14:nvPr/>
            </p14:nvContentPartPr>
            <p14:xfrm>
              <a:off x="-460167" y="6596906"/>
              <a:ext cx="582120" cy="254520"/>
            </p14:xfrm>
          </p:contentPart>
        </mc:Choice>
        <mc:Fallback>
          <p:pic>
            <p:nvPicPr>
              <p:cNvPr id="188" name="墨迹 187">
                <a:extLst>
                  <a:ext uri="{FF2B5EF4-FFF2-40B4-BE49-F238E27FC236}">
                    <a16:creationId xmlns:a16="http://schemas.microsoft.com/office/drawing/2014/main" id="{4C2C0534-AEBB-4259-8568-9F24DF3B3332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-468812" y="6588266"/>
                <a:ext cx="599771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89" name="墨迹 188">
                <a:extLst>
                  <a:ext uri="{FF2B5EF4-FFF2-40B4-BE49-F238E27FC236}">
                    <a16:creationId xmlns:a16="http://schemas.microsoft.com/office/drawing/2014/main" id="{0FF050CF-1D02-4616-83DC-4178BCAA6811}"/>
                  </a:ext>
                </a:extLst>
              </p14:cNvPr>
              <p14:cNvContentPartPr/>
              <p14:nvPr/>
            </p14:nvContentPartPr>
            <p14:xfrm>
              <a:off x="1675353" y="6587906"/>
              <a:ext cx="26280" cy="267480"/>
            </p14:xfrm>
          </p:contentPart>
        </mc:Choice>
        <mc:Fallback>
          <p:pic>
            <p:nvPicPr>
              <p:cNvPr id="189" name="墨迹 188">
                <a:extLst>
                  <a:ext uri="{FF2B5EF4-FFF2-40B4-BE49-F238E27FC236}">
                    <a16:creationId xmlns:a16="http://schemas.microsoft.com/office/drawing/2014/main" id="{0FF050CF-1D02-4616-83DC-4178BCAA6811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666353" y="6578906"/>
                <a:ext cx="4392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90" name="墨迹 189">
                <a:extLst>
                  <a:ext uri="{FF2B5EF4-FFF2-40B4-BE49-F238E27FC236}">
                    <a16:creationId xmlns:a16="http://schemas.microsoft.com/office/drawing/2014/main" id="{EE2AFD69-52BC-4AD4-9E1E-478FE4664092}"/>
                  </a:ext>
                </a:extLst>
              </p14:cNvPr>
              <p14:cNvContentPartPr/>
              <p14:nvPr/>
            </p14:nvContentPartPr>
            <p14:xfrm>
              <a:off x="1960113" y="6579266"/>
              <a:ext cx="6840" cy="214200"/>
            </p14:xfrm>
          </p:contentPart>
        </mc:Choice>
        <mc:Fallback>
          <p:pic>
            <p:nvPicPr>
              <p:cNvPr id="190" name="墨迹 189">
                <a:extLst>
                  <a:ext uri="{FF2B5EF4-FFF2-40B4-BE49-F238E27FC236}">
                    <a16:creationId xmlns:a16="http://schemas.microsoft.com/office/drawing/2014/main" id="{EE2AFD69-52BC-4AD4-9E1E-478FE4664092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951473" y="6570626"/>
                <a:ext cx="2448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91" name="墨迹 190">
                <a:extLst>
                  <a:ext uri="{FF2B5EF4-FFF2-40B4-BE49-F238E27FC236}">
                    <a16:creationId xmlns:a16="http://schemas.microsoft.com/office/drawing/2014/main" id="{B9DC5E5C-1693-45BF-8B0C-5CBACD9D5A11}"/>
                  </a:ext>
                </a:extLst>
              </p14:cNvPr>
              <p14:cNvContentPartPr/>
              <p14:nvPr/>
            </p14:nvContentPartPr>
            <p14:xfrm>
              <a:off x="2340633" y="6789506"/>
              <a:ext cx="24840" cy="20880"/>
            </p14:xfrm>
          </p:contentPart>
        </mc:Choice>
        <mc:Fallback>
          <p:pic>
            <p:nvPicPr>
              <p:cNvPr id="191" name="墨迹 190">
                <a:extLst>
                  <a:ext uri="{FF2B5EF4-FFF2-40B4-BE49-F238E27FC236}">
                    <a16:creationId xmlns:a16="http://schemas.microsoft.com/office/drawing/2014/main" id="{B9DC5E5C-1693-45BF-8B0C-5CBACD9D5A11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2331633" y="6780866"/>
                <a:ext cx="424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92" name="墨迹 191">
                <a:extLst>
                  <a:ext uri="{FF2B5EF4-FFF2-40B4-BE49-F238E27FC236}">
                    <a16:creationId xmlns:a16="http://schemas.microsoft.com/office/drawing/2014/main" id="{BD3C736B-BCCB-4696-A272-A8C65D3B7DC3}"/>
                  </a:ext>
                </a:extLst>
              </p14:cNvPr>
              <p14:cNvContentPartPr/>
              <p14:nvPr/>
            </p14:nvContentPartPr>
            <p14:xfrm>
              <a:off x="2813673" y="6663866"/>
              <a:ext cx="225360" cy="159120"/>
            </p14:xfrm>
          </p:contentPart>
        </mc:Choice>
        <mc:Fallback>
          <p:pic>
            <p:nvPicPr>
              <p:cNvPr id="192" name="墨迹 191">
                <a:extLst>
                  <a:ext uri="{FF2B5EF4-FFF2-40B4-BE49-F238E27FC236}">
                    <a16:creationId xmlns:a16="http://schemas.microsoft.com/office/drawing/2014/main" id="{BD3C736B-BCCB-4696-A272-A8C65D3B7DC3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2805033" y="6655226"/>
                <a:ext cx="24300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93" name="墨迹 192">
                <a:extLst>
                  <a:ext uri="{FF2B5EF4-FFF2-40B4-BE49-F238E27FC236}">
                    <a16:creationId xmlns:a16="http://schemas.microsoft.com/office/drawing/2014/main" id="{44C90555-A85F-4ACA-A126-571B102320F2}"/>
                  </a:ext>
                </a:extLst>
              </p14:cNvPr>
              <p14:cNvContentPartPr/>
              <p14:nvPr/>
            </p14:nvContentPartPr>
            <p14:xfrm>
              <a:off x="3160353" y="6650186"/>
              <a:ext cx="30960" cy="161640"/>
            </p14:xfrm>
          </p:contentPart>
        </mc:Choice>
        <mc:Fallback>
          <p:pic>
            <p:nvPicPr>
              <p:cNvPr id="193" name="墨迹 192">
                <a:extLst>
                  <a:ext uri="{FF2B5EF4-FFF2-40B4-BE49-F238E27FC236}">
                    <a16:creationId xmlns:a16="http://schemas.microsoft.com/office/drawing/2014/main" id="{44C90555-A85F-4ACA-A126-571B102320F2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51353" y="6641546"/>
                <a:ext cx="4860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202" name="墨迹 201">
                <a:extLst>
                  <a:ext uri="{FF2B5EF4-FFF2-40B4-BE49-F238E27FC236}">
                    <a16:creationId xmlns:a16="http://schemas.microsoft.com/office/drawing/2014/main" id="{6B37BC60-E2EA-4631-AC8E-F766C1D66BFB}"/>
                  </a:ext>
                </a:extLst>
              </p14:cNvPr>
              <p14:cNvContentPartPr/>
              <p14:nvPr/>
            </p14:nvContentPartPr>
            <p14:xfrm>
              <a:off x="5816433" y="6083546"/>
              <a:ext cx="64080" cy="261720"/>
            </p14:xfrm>
          </p:contentPart>
        </mc:Choice>
        <mc:Fallback>
          <p:pic>
            <p:nvPicPr>
              <p:cNvPr id="202" name="墨迹 201">
                <a:extLst>
                  <a:ext uri="{FF2B5EF4-FFF2-40B4-BE49-F238E27FC236}">
                    <a16:creationId xmlns:a16="http://schemas.microsoft.com/office/drawing/2014/main" id="{6B37BC60-E2EA-4631-AC8E-F766C1D66BFB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5807433" y="6074546"/>
                <a:ext cx="8172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203" name="墨迹 202">
                <a:extLst>
                  <a:ext uri="{FF2B5EF4-FFF2-40B4-BE49-F238E27FC236}">
                    <a16:creationId xmlns:a16="http://schemas.microsoft.com/office/drawing/2014/main" id="{DAD2A855-8A4D-4A09-BF44-5AF2410D3D5B}"/>
                  </a:ext>
                </a:extLst>
              </p14:cNvPr>
              <p14:cNvContentPartPr/>
              <p14:nvPr/>
            </p14:nvContentPartPr>
            <p14:xfrm>
              <a:off x="1755633" y="5854946"/>
              <a:ext cx="93600" cy="11160"/>
            </p14:xfrm>
          </p:contentPart>
        </mc:Choice>
        <mc:Fallback>
          <p:pic>
            <p:nvPicPr>
              <p:cNvPr id="203" name="墨迹 202">
                <a:extLst>
                  <a:ext uri="{FF2B5EF4-FFF2-40B4-BE49-F238E27FC236}">
                    <a16:creationId xmlns:a16="http://schemas.microsoft.com/office/drawing/2014/main" id="{DAD2A855-8A4D-4A09-BF44-5AF2410D3D5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746993" y="5846306"/>
                <a:ext cx="11124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206" name="墨迹 205">
                <a:extLst>
                  <a:ext uri="{FF2B5EF4-FFF2-40B4-BE49-F238E27FC236}">
                    <a16:creationId xmlns:a16="http://schemas.microsoft.com/office/drawing/2014/main" id="{3B11B05B-AAD6-4DC6-902B-5A0CBF8EE9F9}"/>
                  </a:ext>
                </a:extLst>
              </p14:cNvPr>
              <p14:cNvContentPartPr/>
              <p14:nvPr/>
            </p14:nvContentPartPr>
            <p14:xfrm>
              <a:off x="5440953" y="6500426"/>
              <a:ext cx="855000" cy="55800"/>
            </p14:xfrm>
          </p:contentPart>
        </mc:Choice>
        <mc:Fallback>
          <p:pic>
            <p:nvPicPr>
              <p:cNvPr id="206" name="墨迹 205">
                <a:extLst>
                  <a:ext uri="{FF2B5EF4-FFF2-40B4-BE49-F238E27FC236}">
                    <a16:creationId xmlns:a16="http://schemas.microsoft.com/office/drawing/2014/main" id="{3B11B05B-AAD6-4DC6-902B-5A0CBF8EE9F9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5431953" y="6491786"/>
                <a:ext cx="87264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207" name="墨迹 206">
                <a:extLst>
                  <a:ext uri="{FF2B5EF4-FFF2-40B4-BE49-F238E27FC236}">
                    <a16:creationId xmlns:a16="http://schemas.microsoft.com/office/drawing/2014/main" id="{E12F0379-B7A9-4810-B65E-92A3F0C0EBC5}"/>
                  </a:ext>
                </a:extLst>
              </p14:cNvPr>
              <p14:cNvContentPartPr/>
              <p14:nvPr/>
            </p14:nvContentPartPr>
            <p14:xfrm>
              <a:off x="3991953" y="6447146"/>
              <a:ext cx="360" cy="360"/>
            </p14:xfrm>
          </p:contentPart>
        </mc:Choice>
        <mc:Fallback>
          <p:pic>
            <p:nvPicPr>
              <p:cNvPr id="207" name="墨迹 206">
                <a:extLst>
                  <a:ext uri="{FF2B5EF4-FFF2-40B4-BE49-F238E27FC236}">
                    <a16:creationId xmlns:a16="http://schemas.microsoft.com/office/drawing/2014/main" id="{E12F0379-B7A9-4810-B65E-92A3F0C0EBC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983313" y="643850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210" name="墨迹 209">
                <a:extLst>
                  <a:ext uri="{FF2B5EF4-FFF2-40B4-BE49-F238E27FC236}">
                    <a16:creationId xmlns:a16="http://schemas.microsoft.com/office/drawing/2014/main" id="{44DEEC1C-7E7A-4E31-9DB2-A2E2CA8F4298}"/>
                  </a:ext>
                </a:extLst>
              </p14:cNvPr>
              <p14:cNvContentPartPr/>
              <p14:nvPr/>
            </p14:nvContentPartPr>
            <p14:xfrm>
              <a:off x="3402633" y="6482786"/>
              <a:ext cx="487080" cy="469080"/>
            </p14:xfrm>
          </p:contentPart>
        </mc:Choice>
        <mc:Fallback>
          <p:pic>
            <p:nvPicPr>
              <p:cNvPr id="210" name="墨迹 209">
                <a:extLst>
                  <a:ext uri="{FF2B5EF4-FFF2-40B4-BE49-F238E27FC236}">
                    <a16:creationId xmlns:a16="http://schemas.microsoft.com/office/drawing/2014/main" id="{44DEEC1C-7E7A-4E31-9DB2-A2E2CA8F4298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3393633" y="6473786"/>
                <a:ext cx="504720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214" name="墨迹 213">
                <a:extLst>
                  <a:ext uri="{FF2B5EF4-FFF2-40B4-BE49-F238E27FC236}">
                    <a16:creationId xmlns:a16="http://schemas.microsoft.com/office/drawing/2014/main" id="{2644C8D2-6EBD-48A5-968F-1B7936B1C3FF}"/>
                  </a:ext>
                </a:extLst>
              </p14:cNvPr>
              <p14:cNvContentPartPr/>
              <p14:nvPr/>
            </p14:nvContentPartPr>
            <p14:xfrm>
              <a:off x="5197233" y="333993"/>
              <a:ext cx="5788080" cy="2926800"/>
            </p14:xfrm>
          </p:contentPart>
        </mc:Choice>
        <mc:Fallback>
          <p:pic>
            <p:nvPicPr>
              <p:cNvPr id="214" name="墨迹 213">
                <a:extLst>
                  <a:ext uri="{FF2B5EF4-FFF2-40B4-BE49-F238E27FC236}">
                    <a16:creationId xmlns:a16="http://schemas.microsoft.com/office/drawing/2014/main" id="{2644C8D2-6EBD-48A5-968F-1B7936B1C3FF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5179233" y="324993"/>
                <a:ext cx="5814720" cy="29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215" name="墨迹 214">
                <a:extLst>
                  <a:ext uri="{FF2B5EF4-FFF2-40B4-BE49-F238E27FC236}">
                    <a16:creationId xmlns:a16="http://schemas.microsoft.com/office/drawing/2014/main" id="{2A728D21-3414-4D4E-BD30-7AB87948F81E}"/>
                  </a:ext>
                </a:extLst>
              </p14:cNvPr>
              <p14:cNvContentPartPr/>
              <p14:nvPr/>
            </p14:nvContentPartPr>
            <p14:xfrm>
              <a:off x="-456207" y="2225663"/>
              <a:ext cx="1387080" cy="745920"/>
            </p14:xfrm>
          </p:contentPart>
        </mc:Choice>
        <mc:Fallback>
          <p:pic>
            <p:nvPicPr>
              <p:cNvPr id="215" name="墨迹 214">
                <a:extLst>
                  <a:ext uri="{FF2B5EF4-FFF2-40B4-BE49-F238E27FC236}">
                    <a16:creationId xmlns:a16="http://schemas.microsoft.com/office/drawing/2014/main" id="{2A728D21-3414-4D4E-BD30-7AB87948F81E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-473847" y="2208023"/>
                <a:ext cx="1422720" cy="78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216" name="墨迹 215">
                <a:extLst>
                  <a:ext uri="{FF2B5EF4-FFF2-40B4-BE49-F238E27FC236}">
                    <a16:creationId xmlns:a16="http://schemas.microsoft.com/office/drawing/2014/main" id="{2FEF3CA9-6DF1-4921-AC97-B3AFD69DB11F}"/>
                  </a:ext>
                </a:extLst>
              </p14:cNvPr>
              <p14:cNvContentPartPr/>
              <p14:nvPr/>
            </p14:nvContentPartPr>
            <p14:xfrm>
              <a:off x="-537927" y="4531103"/>
              <a:ext cx="1704600" cy="706320"/>
            </p14:xfrm>
          </p:contentPart>
        </mc:Choice>
        <mc:Fallback>
          <p:pic>
            <p:nvPicPr>
              <p:cNvPr id="216" name="墨迹 215">
                <a:extLst>
                  <a:ext uri="{FF2B5EF4-FFF2-40B4-BE49-F238E27FC236}">
                    <a16:creationId xmlns:a16="http://schemas.microsoft.com/office/drawing/2014/main" id="{2FEF3CA9-6DF1-4921-AC97-B3AFD69DB11F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-555567" y="4513463"/>
                <a:ext cx="1740240" cy="74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217" name="墨迹 216">
                <a:extLst>
                  <a:ext uri="{FF2B5EF4-FFF2-40B4-BE49-F238E27FC236}">
                    <a16:creationId xmlns:a16="http://schemas.microsoft.com/office/drawing/2014/main" id="{657ED7B7-A2B8-4A9D-9F78-3AA95844A3A0}"/>
                  </a:ext>
                </a:extLst>
              </p14:cNvPr>
              <p14:cNvContentPartPr/>
              <p14:nvPr/>
            </p14:nvContentPartPr>
            <p14:xfrm>
              <a:off x="-440367" y="5603903"/>
              <a:ext cx="1317600" cy="820080"/>
            </p14:xfrm>
          </p:contentPart>
        </mc:Choice>
        <mc:Fallback>
          <p:pic>
            <p:nvPicPr>
              <p:cNvPr id="217" name="墨迹 216">
                <a:extLst>
                  <a:ext uri="{FF2B5EF4-FFF2-40B4-BE49-F238E27FC236}">
                    <a16:creationId xmlns:a16="http://schemas.microsoft.com/office/drawing/2014/main" id="{657ED7B7-A2B8-4A9D-9F78-3AA95844A3A0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-458007" y="5586263"/>
                <a:ext cx="1353240" cy="85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5660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C614162D-D426-4573-81A7-E372B20A06F0}"/>
                  </a:ext>
                </a:extLst>
              </p14:cNvPr>
              <p14:cNvContentPartPr/>
              <p14:nvPr/>
            </p14:nvContentPartPr>
            <p14:xfrm>
              <a:off x="7325913" y="1667433"/>
              <a:ext cx="169920" cy="389520"/>
            </p14:xfrm>
          </p:contentPart>
        </mc:Choice>
        <mc:Fallback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C614162D-D426-4573-81A7-E372B20A06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17273" y="1658433"/>
                <a:ext cx="18756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512CEFB4-01B9-4AD0-AF17-A83FF5F84734}"/>
                  </a:ext>
                </a:extLst>
              </p14:cNvPr>
              <p14:cNvContentPartPr/>
              <p14:nvPr/>
            </p14:nvContentPartPr>
            <p14:xfrm>
              <a:off x="10072353" y="1814313"/>
              <a:ext cx="297000" cy="265680"/>
            </p14:xfrm>
          </p:contentPart>
        </mc:Choice>
        <mc:Fallback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512CEFB4-01B9-4AD0-AF17-A83FF5F847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63353" y="1805313"/>
                <a:ext cx="31464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24268D1D-A48A-49AB-8FFF-2B50FE242540}"/>
                  </a:ext>
                </a:extLst>
              </p14:cNvPr>
              <p14:cNvContentPartPr/>
              <p14:nvPr/>
            </p14:nvContentPartPr>
            <p14:xfrm>
              <a:off x="8684913" y="1838793"/>
              <a:ext cx="473040" cy="45720"/>
            </p14:xfrm>
          </p:contentPart>
        </mc:Choice>
        <mc:Fallback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24268D1D-A48A-49AB-8FFF-2B50FE24254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75913" y="1829793"/>
                <a:ext cx="49068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858B3833-610E-4CC8-BA62-4400ABDA51B8}"/>
                  </a:ext>
                </a:extLst>
              </p14:cNvPr>
              <p14:cNvContentPartPr/>
              <p14:nvPr/>
            </p14:nvContentPartPr>
            <p14:xfrm>
              <a:off x="-192327" y="2538273"/>
              <a:ext cx="25560" cy="349920"/>
            </p14:xfrm>
          </p:contentPart>
        </mc:Choice>
        <mc:Fallback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858B3833-610E-4CC8-BA62-4400ABDA51B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201327" y="2529273"/>
                <a:ext cx="4320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429EFAD5-9FC8-407A-8BE7-E898A98A7069}"/>
                  </a:ext>
                </a:extLst>
              </p14:cNvPr>
              <p14:cNvContentPartPr/>
              <p14:nvPr/>
            </p14:nvContentPartPr>
            <p14:xfrm>
              <a:off x="-752847" y="3563193"/>
              <a:ext cx="1483920" cy="975960"/>
            </p14:xfrm>
          </p:contentPart>
        </mc:Choice>
        <mc:Fallback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429EFAD5-9FC8-407A-8BE7-E898A98A706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770491" y="3554193"/>
                <a:ext cx="1510566" cy="9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5" name="墨迹 104">
                <a:extLst>
                  <a:ext uri="{FF2B5EF4-FFF2-40B4-BE49-F238E27FC236}">
                    <a16:creationId xmlns:a16="http://schemas.microsoft.com/office/drawing/2014/main" id="{173DE931-B7D2-4F32-8FF4-0162752705CA}"/>
                  </a:ext>
                </a:extLst>
              </p14:cNvPr>
              <p14:cNvContentPartPr/>
              <p14:nvPr/>
            </p14:nvContentPartPr>
            <p14:xfrm>
              <a:off x="-863727" y="480873"/>
              <a:ext cx="7999560" cy="2918160"/>
            </p14:xfrm>
          </p:contentPart>
        </mc:Choice>
        <mc:Fallback>
          <p:pic>
            <p:nvPicPr>
              <p:cNvPr id="105" name="墨迹 104">
                <a:extLst>
                  <a:ext uri="{FF2B5EF4-FFF2-40B4-BE49-F238E27FC236}">
                    <a16:creationId xmlns:a16="http://schemas.microsoft.com/office/drawing/2014/main" id="{173DE931-B7D2-4F32-8FF4-0162752705C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881367" y="463233"/>
                <a:ext cx="8026200" cy="29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7" name="墨迹 106">
                <a:extLst>
                  <a:ext uri="{FF2B5EF4-FFF2-40B4-BE49-F238E27FC236}">
                    <a16:creationId xmlns:a16="http://schemas.microsoft.com/office/drawing/2014/main" id="{3DE8A03D-F4F4-4402-8B05-A49A779CDA8A}"/>
                  </a:ext>
                </a:extLst>
              </p14:cNvPr>
              <p14:cNvContentPartPr/>
              <p14:nvPr/>
            </p14:nvContentPartPr>
            <p14:xfrm>
              <a:off x="1125273" y="3768033"/>
              <a:ext cx="5355000" cy="708120"/>
            </p14:xfrm>
          </p:contentPart>
        </mc:Choice>
        <mc:Fallback>
          <p:pic>
            <p:nvPicPr>
              <p:cNvPr id="107" name="墨迹 106">
                <a:extLst>
                  <a:ext uri="{FF2B5EF4-FFF2-40B4-BE49-F238E27FC236}">
                    <a16:creationId xmlns:a16="http://schemas.microsoft.com/office/drawing/2014/main" id="{3DE8A03D-F4F4-4402-8B05-A49A779CDA8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16633" y="3759393"/>
                <a:ext cx="5372640" cy="73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2" name="墨迹 111">
                <a:extLst>
                  <a:ext uri="{FF2B5EF4-FFF2-40B4-BE49-F238E27FC236}">
                    <a16:creationId xmlns:a16="http://schemas.microsoft.com/office/drawing/2014/main" id="{0B7969C6-9EC9-4E49-8B49-3522C37B8133}"/>
                  </a:ext>
                </a:extLst>
              </p14:cNvPr>
              <p14:cNvContentPartPr/>
              <p14:nvPr/>
            </p14:nvContentPartPr>
            <p14:xfrm>
              <a:off x="1827633" y="5404953"/>
              <a:ext cx="160200" cy="191520"/>
            </p14:xfrm>
          </p:contentPart>
        </mc:Choice>
        <mc:Fallback>
          <p:pic>
            <p:nvPicPr>
              <p:cNvPr id="112" name="墨迹 111">
                <a:extLst>
                  <a:ext uri="{FF2B5EF4-FFF2-40B4-BE49-F238E27FC236}">
                    <a16:creationId xmlns:a16="http://schemas.microsoft.com/office/drawing/2014/main" id="{0B7969C6-9EC9-4E49-8B49-3522C37B813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09673" y="5387313"/>
                <a:ext cx="19576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3" name="墨迹 112">
                <a:extLst>
                  <a:ext uri="{FF2B5EF4-FFF2-40B4-BE49-F238E27FC236}">
                    <a16:creationId xmlns:a16="http://schemas.microsoft.com/office/drawing/2014/main" id="{C4CA0C7C-B002-4DE9-8EB3-179735BB0C4D}"/>
                  </a:ext>
                </a:extLst>
              </p14:cNvPr>
              <p14:cNvContentPartPr/>
              <p14:nvPr/>
            </p14:nvContentPartPr>
            <p14:xfrm>
              <a:off x="1000713" y="5336193"/>
              <a:ext cx="511560" cy="414360"/>
            </p14:xfrm>
          </p:contentPart>
        </mc:Choice>
        <mc:Fallback>
          <p:pic>
            <p:nvPicPr>
              <p:cNvPr id="113" name="墨迹 112">
                <a:extLst>
                  <a:ext uri="{FF2B5EF4-FFF2-40B4-BE49-F238E27FC236}">
                    <a16:creationId xmlns:a16="http://schemas.microsoft.com/office/drawing/2014/main" id="{C4CA0C7C-B002-4DE9-8EB3-179735BB0C4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82713" y="5318193"/>
                <a:ext cx="547200" cy="45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6" name="墨迹 125">
                <a:extLst>
                  <a:ext uri="{FF2B5EF4-FFF2-40B4-BE49-F238E27FC236}">
                    <a16:creationId xmlns:a16="http://schemas.microsoft.com/office/drawing/2014/main" id="{3B256D7C-025B-497D-85C0-06014EFFF0E3}"/>
                  </a:ext>
                </a:extLst>
              </p14:cNvPr>
              <p14:cNvContentPartPr/>
              <p14:nvPr/>
            </p14:nvContentPartPr>
            <p14:xfrm>
              <a:off x="4085913" y="5453193"/>
              <a:ext cx="302400" cy="100800"/>
            </p14:xfrm>
          </p:contentPart>
        </mc:Choice>
        <mc:Fallback>
          <p:pic>
            <p:nvPicPr>
              <p:cNvPr id="126" name="墨迹 125">
                <a:extLst>
                  <a:ext uri="{FF2B5EF4-FFF2-40B4-BE49-F238E27FC236}">
                    <a16:creationId xmlns:a16="http://schemas.microsoft.com/office/drawing/2014/main" id="{3B256D7C-025B-497D-85C0-06014EFFF0E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68294" y="5435490"/>
                <a:ext cx="337998" cy="1365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7" name="墨迹 126">
                <a:extLst>
                  <a:ext uri="{FF2B5EF4-FFF2-40B4-BE49-F238E27FC236}">
                    <a16:creationId xmlns:a16="http://schemas.microsoft.com/office/drawing/2014/main" id="{2E4A1F62-A660-4CF6-A726-62B603865BD4}"/>
                  </a:ext>
                </a:extLst>
              </p14:cNvPr>
              <p14:cNvContentPartPr/>
              <p14:nvPr/>
            </p14:nvContentPartPr>
            <p14:xfrm>
              <a:off x="2264673" y="5103993"/>
              <a:ext cx="1538280" cy="1010160"/>
            </p14:xfrm>
          </p:contentPart>
        </mc:Choice>
        <mc:Fallback>
          <p:pic>
            <p:nvPicPr>
              <p:cNvPr id="127" name="墨迹 126">
                <a:extLst>
                  <a:ext uri="{FF2B5EF4-FFF2-40B4-BE49-F238E27FC236}">
                    <a16:creationId xmlns:a16="http://schemas.microsoft.com/office/drawing/2014/main" id="{2E4A1F62-A660-4CF6-A726-62B603865BD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47033" y="5085993"/>
                <a:ext cx="1573920" cy="10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28" name="墨迹 127">
                <a:extLst>
                  <a:ext uri="{FF2B5EF4-FFF2-40B4-BE49-F238E27FC236}">
                    <a16:creationId xmlns:a16="http://schemas.microsoft.com/office/drawing/2014/main" id="{50B9C93E-19D5-47EC-81B6-E94A8933E117}"/>
                  </a:ext>
                </a:extLst>
              </p14:cNvPr>
              <p14:cNvContentPartPr/>
              <p14:nvPr/>
            </p14:nvContentPartPr>
            <p14:xfrm>
              <a:off x="383673" y="5059353"/>
              <a:ext cx="426600" cy="793440"/>
            </p14:xfrm>
          </p:contentPart>
        </mc:Choice>
        <mc:Fallback>
          <p:pic>
            <p:nvPicPr>
              <p:cNvPr id="128" name="墨迹 127">
                <a:extLst>
                  <a:ext uri="{FF2B5EF4-FFF2-40B4-BE49-F238E27FC236}">
                    <a16:creationId xmlns:a16="http://schemas.microsoft.com/office/drawing/2014/main" id="{50B9C93E-19D5-47EC-81B6-E94A8933E11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65673" y="5041353"/>
                <a:ext cx="462240" cy="82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32" name="墨迹 131">
                <a:extLst>
                  <a:ext uri="{FF2B5EF4-FFF2-40B4-BE49-F238E27FC236}">
                    <a16:creationId xmlns:a16="http://schemas.microsoft.com/office/drawing/2014/main" id="{1774E9FA-7B4B-4747-A2C7-E92CDEEFA7E5}"/>
                  </a:ext>
                </a:extLst>
              </p14:cNvPr>
              <p14:cNvContentPartPr/>
              <p14:nvPr/>
            </p14:nvContentPartPr>
            <p14:xfrm>
              <a:off x="6103713" y="5519433"/>
              <a:ext cx="273600" cy="270360"/>
            </p14:xfrm>
          </p:contentPart>
        </mc:Choice>
        <mc:Fallback>
          <p:pic>
            <p:nvPicPr>
              <p:cNvPr id="132" name="墨迹 131">
                <a:extLst>
                  <a:ext uri="{FF2B5EF4-FFF2-40B4-BE49-F238E27FC236}">
                    <a16:creationId xmlns:a16="http://schemas.microsoft.com/office/drawing/2014/main" id="{1774E9FA-7B4B-4747-A2C7-E92CDEEFA7E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085713" y="5501793"/>
                <a:ext cx="30924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35" name="墨迹 134">
                <a:extLst>
                  <a:ext uri="{FF2B5EF4-FFF2-40B4-BE49-F238E27FC236}">
                    <a16:creationId xmlns:a16="http://schemas.microsoft.com/office/drawing/2014/main" id="{8F113519-391E-4676-B70D-1DF2D7F6BF92}"/>
                  </a:ext>
                </a:extLst>
              </p14:cNvPr>
              <p14:cNvContentPartPr/>
              <p14:nvPr/>
            </p14:nvContentPartPr>
            <p14:xfrm>
              <a:off x="7185513" y="5528433"/>
              <a:ext cx="264600" cy="282960"/>
            </p14:xfrm>
          </p:contentPart>
        </mc:Choice>
        <mc:Fallback>
          <p:pic>
            <p:nvPicPr>
              <p:cNvPr id="135" name="墨迹 134">
                <a:extLst>
                  <a:ext uri="{FF2B5EF4-FFF2-40B4-BE49-F238E27FC236}">
                    <a16:creationId xmlns:a16="http://schemas.microsoft.com/office/drawing/2014/main" id="{8F113519-391E-4676-B70D-1DF2D7F6BF9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167513" y="5510793"/>
                <a:ext cx="30024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38" name="墨迹 137">
                <a:extLst>
                  <a:ext uri="{FF2B5EF4-FFF2-40B4-BE49-F238E27FC236}">
                    <a16:creationId xmlns:a16="http://schemas.microsoft.com/office/drawing/2014/main" id="{DF04C735-EFD0-45E2-B86E-B4838BDCC687}"/>
                  </a:ext>
                </a:extLst>
              </p14:cNvPr>
              <p14:cNvContentPartPr/>
              <p14:nvPr/>
            </p14:nvContentPartPr>
            <p14:xfrm>
              <a:off x="8902713" y="5493153"/>
              <a:ext cx="126720" cy="279360"/>
            </p14:xfrm>
          </p:contentPart>
        </mc:Choice>
        <mc:Fallback>
          <p:pic>
            <p:nvPicPr>
              <p:cNvPr id="138" name="墨迹 137">
                <a:extLst>
                  <a:ext uri="{FF2B5EF4-FFF2-40B4-BE49-F238E27FC236}">
                    <a16:creationId xmlns:a16="http://schemas.microsoft.com/office/drawing/2014/main" id="{DF04C735-EFD0-45E2-B86E-B4838BDCC68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884713" y="5475153"/>
                <a:ext cx="16236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39" name="墨迹 138">
                <a:extLst>
                  <a:ext uri="{FF2B5EF4-FFF2-40B4-BE49-F238E27FC236}">
                    <a16:creationId xmlns:a16="http://schemas.microsoft.com/office/drawing/2014/main" id="{66F7261C-AC9B-4DA3-953A-8B4E6A83A52E}"/>
                  </a:ext>
                </a:extLst>
              </p14:cNvPr>
              <p14:cNvContentPartPr/>
              <p14:nvPr/>
            </p14:nvContentPartPr>
            <p14:xfrm>
              <a:off x="9245793" y="5439873"/>
              <a:ext cx="267120" cy="462600"/>
            </p14:xfrm>
          </p:contentPart>
        </mc:Choice>
        <mc:Fallback>
          <p:pic>
            <p:nvPicPr>
              <p:cNvPr id="139" name="墨迹 138">
                <a:extLst>
                  <a:ext uri="{FF2B5EF4-FFF2-40B4-BE49-F238E27FC236}">
                    <a16:creationId xmlns:a16="http://schemas.microsoft.com/office/drawing/2014/main" id="{66F7261C-AC9B-4DA3-953A-8B4E6A83A52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228153" y="5421873"/>
                <a:ext cx="302760" cy="49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40" name="墨迹 139">
                <a:extLst>
                  <a:ext uri="{FF2B5EF4-FFF2-40B4-BE49-F238E27FC236}">
                    <a16:creationId xmlns:a16="http://schemas.microsoft.com/office/drawing/2014/main" id="{6E71398C-DE9F-46B7-B0BE-5AC00D13DC65}"/>
                  </a:ext>
                </a:extLst>
              </p14:cNvPr>
              <p14:cNvContentPartPr/>
              <p14:nvPr/>
            </p14:nvContentPartPr>
            <p14:xfrm>
              <a:off x="4591713" y="5984553"/>
              <a:ext cx="4683960" cy="71280"/>
            </p14:xfrm>
          </p:contentPart>
        </mc:Choice>
        <mc:Fallback>
          <p:pic>
            <p:nvPicPr>
              <p:cNvPr id="140" name="墨迹 139">
                <a:extLst>
                  <a:ext uri="{FF2B5EF4-FFF2-40B4-BE49-F238E27FC236}">
                    <a16:creationId xmlns:a16="http://schemas.microsoft.com/office/drawing/2014/main" id="{6E71398C-DE9F-46B7-B0BE-5AC00D13DC6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574073" y="5966913"/>
                <a:ext cx="471960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41" name="墨迹 140">
                <a:extLst>
                  <a:ext uri="{FF2B5EF4-FFF2-40B4-BE49-F238E27FC236}">
                    <a16:creationId xmlns:a16="http://schemas.microsoft.com/office/drawing/2014/main" id="{D75A804F-E01D-4D8F-B58F-57EC2A0F1968}"/>
                  </a:ext>
                </a:extLst>
              </p14:cNvPr>
              <p14:cNvContentPartPr/>
              <p14:nvPr/>
            </p14:nvContentPartPr>
            <p14:xfrm>
              <a:off x="7964553" y="5476233"/>
              <a:ext cx="732600" cy="289080"/>
            </p14:xfrm>
          </p:contentPart>
        </mc:Choice>
        <mc:Fallback>
          <p:pic>
            <p:nvPicPr>
              <p:cNvPr id="141" name="墨迹 140">
                <a:extLst>
                  <a:ext uri="{FF2B5EF4-FFF2-40B4-BE49-F238E27FC236}">
                    <a16:creationId xmlns:a16="http://schemas.microsoft.com/office/drawing/2014/main" id="{D75A804F-E01D-4D8F-B58F-57EC2A0F196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946904" y="5458233"/>
                <a:ext cx="768258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42" name="墨迹 141">
                <a:extLst>
                  <a:ext uri="{FF2B5EF4-FFF2-40B4-BE49-F238E27FC236}">
                    <a16:creationId xmlns:a16="http://schemas.microsoft.com/office/drawing/2014/main" id="{830A36A2-8E28-4097-8C3E-69A2AAD60E85}"/>
                  </a:ext>
                </a:extLst>
              </p14:cNvPr>
              <p14:cNvContentPartPr/>
              <p14:nvPr/>
            </p14:nvContentPartPr>
            <p14:xfrm>
              <a:off x="6643353" y="5504673"/>
              <a:ext cx="316080" cy="297360"/>
            </p14:xfrm>
          </p:contentPart>
        </mc:Choice>
        <mc:Fallback>
          <p:pic>
            <p:nvPicPr>
              <p:cNvPr id="142" name="墨迹 141">
                <a:extLst>
                  <a:ext uri="{FF2B5EF4-FFF2-40B4-BE49-F238E27FC236}">
                    <a16:creationId xmlns:a16="http://schemas.microsoft.com/office/drawing/2014/main" id="{830A36A2-8E28-4097-8C3E-69A2AAD60E8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625713" y="5486673"/>
                <a:ext cx="35172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43" name="墨迹 142">
                <a:extLst>
                  <a:ext uri="{FF2B5EF4-FFF2-40B4-BE49-F238E27FC236}">
                    <a16:creationId xmlns:a16="http://schemas.microsoft.com/office/drawing/2014/main" id="{36B321F2-1460-4AD5-B625-AF895D72E2B4}"/>
                  </a:ext>
                </a:extLst>
              </p14:cNvPr>
              <p14:cNvContentPartPr/>
              <p14:nvPr/>
            </p14:nvContentPartPr>
            <p14:xfrm>
              <a:off x="4872513" y="5486673"/>
              <a:ext cx="835560" cy="316080"/>
            </p14:xfrm>
          </p:contentPart>
        </mc:Choice>
        <mc:Fallback>
          <p:pic>
            <p:nvPicPr>
              <p:cNvPr id="143" name="墨迹 142">
                <a:extLst>
                  <a:ext uri="{FF2B5EF4-FFF2-40B4-BE49-F238E27FC236}">
                    <a16:creationId xmlns:a16="http://schemas.microsoft.com/office/drawing/2014/main" id="{36B321F2-1460-4AD5-B625-AF895D72E2B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854865" y="5469013"/>
                <a:ext cx="871215" cy="3517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61" name="墨迹 160">
                <a:extLst>
                  <a:ext uri="{FF2B5EF4-FFF2-40B4-BE49-F238E27FC236}">
                    <a16:creationId xmlns:a16="http://schemas.microsoft.com/office/drawing/2014/main" id="{3AA2AB0E-FCF3-4BB8-A3EA-2E39770C667C}"/>
                  </a:ext>
                </a:extLst>
              </p14:cNvPr>
              <p14:cNvContentPartPr/>
              <p14:nvPr/>
            </p14:nvContentPartPr>
            <p14:xfrm>
              <a:off x="7392873" y="3237393"/>
              <a:ext cx="2957400" cy="1689840"/>
            </p14:xfrm>
          </p:contentPart>
        </mc:Choice>
        <mc:Fallback>
          <p:pic>
            <p:nvPicPr>
              <p:cNvPr id="161" name="墨迹 160">
                <a:extLst>
                  <a:ext uri="{FF2B5EF4-FFF2-40B4-BE49-F238E27FC236}">
                    <a16:creationId xmlns:a16="http://schemas.microsoft.com/office/drawing/2014/main" id="{3AA2AB0E-FCF3-4BB8-A3EA-2E39770C667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375233" y="3219753"/>
                <a:ext cx="2993040" cy="172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62" name="墨迹 161">
                <a:extLst>
                  <a:ext uri="{FF2B5EF4-FFF2-40B4-BE49-F238E27FC236}">
                    <a16:creationId xmlns:a16="http://schemas.microsoft.com/office/drawing/2014/main" id="{99F24016-3B16-4AED-B9C1-6CE87A9B2724}"/>
                  </a:ext>
                </a:extLst>
              </p14:cNvPr>
              <p14:cNvContentPartPr/>
              <p14:nvPr/>
            </p14:nvContentPartPr>
            <p14:xfrm>
              <a:off x="8763753" y="2435313"/>
              <a:ext cx="280800" cy="493200"/>
            </p14:xfrm>
          </p:contentPart>
        </mc:Choice>
        <mc:Fallback>
          <p:pic>
            <p:nvPicPr>
              <p:cNvPr id="162" name="墨迹 161">
                <a:extLst>
                  <a:ext uri="{FF2B5EF4-FFF2-40B4-BE49-F238E27FC236}">
                    <a16:creationId xmlns:a16="http://schemas.microsoft.com/office/drawing/2014/main" id="{99F24016-3B16-4AED-B9C1-6CE87A9B272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746113" y="2417313"/>
                <a:ext cx="31644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65" name="墨迹 164">
                <a:extLst>
                  <a:ext uri="{FF2B5EF4-FFF2-40B4-BE49-F238E27FC236}">
                    <a16:creationId xmlns:a16="http://schemas.microsoft.com/office/drawing/2014/main" id="{DC4F68F4-07FD-4F52-9102-6E8EF6C8A007}"/>
                  </a:ext>
                </a:extLst>
              </p14:cNvPr>
              <p14:cNvContentPartPr/>
              <p14:nvPr/>
            </p14:nvContentPartPr>
            <p14:xfrm>
              <a:off x="10606953" y="3988353"/>
              <a:ext cx="1553400" cy="145080"/>
            </p14:xfrm>
          </p:contentPart>
        </mc:Choice>
        <mc:Fallback>
          <p:pic>
            <p:nvPicPr>
              <p:cNvPr id="165" name="墨迹 164">
                <a:extLst>
                  <a:ext uri="{FF2B5EF4-FFF2-40B4-BE49-F238E27FC236}">
                    <a16:creationId xmlns:a16="http://schemas.microsoft.com/office/drawing/2014/main" id="{DC4F68F4-07FD-4F52-9102-6E8EF6C8A00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589313" y="3970353"/>
                <a:ext cx="158904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66" name="墨迹 165">
                <a:extLst>
                  <a:ext uri="{FF2B5EF4-FFF2-40B4-BE49-F238E27FC236}">
                    <a16:creationId xmlns:a16="http://schemas.microsoft.com/office/drawing/2014/main" id="{4CEC1B2E-7152-46C6-AB8D-4A59EC3568FF}"/>
                  </a:ext>
                </a:extLst>
              </p14:cNvPr>
              <p14:cNvContentPartPr/>
              <p14:nvPr/>
            </p14:nvContentPartPr>
            <p14:xfrm>
              <a:off x="11379873" y="3361233"/>
              <a:ext cx="556920" cy="491760"/>
            </p14:xfrm>
          </p:contentPart>
        </mc:Choice>
        <mc:Fallback>
          <p:pic>
            <p:nvPicPr>
              <p:cNvPr id="166" name="墨迹 165">
                <a:extLst>
                  <a:ext uri="{FF2B5EF4-FFF2-40B4-BE49-F238E27FC236}">
                    <a16:creationId xmlns:a16="http://schemas.microsoft.com/office/drawing/2014/main" id="{4CEC1B2E-7152-46C6-AB8D-4A59EC3568F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361873" y="3343233"/>
                <a:ext cx="592560" cy="52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70" name="墨迹 169">
                <a:extLst>
                  <a:ext uri="{FF2B5EF4-FFF2-40B4-BE49-F238E27FC236}">
                    <a16:creationId xmlns:a16="http://schemas.microsoft.com/office/drawing/2014/main" id="{287D92F4-87BD-4377-A064-8D44C580AA02}"/>
                  </a:ext>
                </a:extLst>
              </p14:cNvPr>
              <p14:cNvContentPartPr/>
              <p14:nvPr/>
            </p14:nvContentPartPr>
            <p14:xfrm>
              <a:off x="11127153" y="4302273"/>
              <a:ext cx="837360" cy="438480"/>
            </p14:xfrm>
          </p:contentPart>
        </mc:Choice>
        <mc:Fallback>
          <p:pic>
            <p:nvPicPr>
              <p:cNvPr id="170" name="墨迹 169">
                <a:extLst>
                  <a:ext uri="{FF2B5EF4-FFF2-40B4-BE49-F238E27FC236}">
                    <a16:creationId xmlns:a16="http://schemas.microsoft.com/office/drawing/2014/main" id="{287D92F4-87BD-4377-A064-8D44C580AA0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109513" y="4284273"/>
                <a:ext cx="873000" cy="47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2949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宽屏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Arrows</dc:creator>
  <cp:lastModifiedBy>Arrows</cp:lastModifiedBy>
  <cp:revision>4</cp:revision>
  <dcterms:created xsi:type="dcterms:W3CDTF">2025-06-05T03:21:38Z</dcterms:created>
  <dcterms:modified xsi:type="dcterms:W3CDTF">2025-06-05T03:45:35Z</dcterms:modified>
</cp:coreProperties>
</file>