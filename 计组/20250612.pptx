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4:05.981"/>
    </inkml:context>
    <inkml:brush xml:id="br0">
      <inkml:brushProperty name="width" value="0.1" units="cm"/>
      <inkml:brushProperty name="height" value="0.1" units="cm"/>
      <inkml:brushProperty name="color" value="#008C3A"/>
    </inkml:brush>
    <inkml:brush xml:id="br1">
      <inkml:brushProperty name="width" value="0.05" units="cm"/>
      <inkml:brushProperty name="height" value="0.05" units="cm"/>
    </inkml:brush>
  </inkml:definitions>
  <inkml:trace contextRef="#ctx0" brushRef="#br0">3125 157 9602,'0'0'20084,"0"0"-19123,0 0-441,0 0-192,0 0 0,0 0-56,-15-36-64,28 36-136,13 6-48,7 16 0,9 7-24,-1 15 24,1 5-24,-5 10-176,5 26-312,-16-16-768,-13-12-2673</inkml:trace>
  <inkml:trace contextRef="#ctx0" brushRef="#br0" timeOffset="3798.986">8890 1699 28502,'0'0'1728,"0"0"-1199,164 32-209,-30-32-160,46-22-160,-25-9-24,-28-3-1193</inkml:trace>
  <inkml:trace contextRef="#ctx0" brushRef="#br0" timeOffset="4148.287">10727 691 28798,'0'0'1136,"0"0"-583,0 0-217,-36 125 56,-36-17-64,-33 32-96,-20 12-120,0-2-56,9-10-24,22-16-32,23-21-72,32-30-240,35-32-352,4-27-1265,17-14-7193</inkml:trace>
  <inkml:trace contextRef="#ctx0" brushRef="#br0" timeOffset="4415.401">10799 1469 22941,'-55'138'6185,"-13"31"-4824,-13 25-785,6-7-88,19-19-120,16-14-208,20-36-160,18-43-192,13-55-360,20-20-929,2-22-2359</inkml:trace>
  <inkml:trace contextRef="#ctx0" brushRef="#br0" timeOffset="4882.034">11522 474 29014,'0'0'475,"0"0"-278,17 22-14,-7-10-133,-1-1 5,0-1 0,-1 1 0,-1 1 0,1 0 0,-2 0 0,0 0 0,0 1 0,-1 0-1,0 0 1,-1 0 0,-1 0 0,0 1 0,-1 0 0,0 5-55,-3 14 48,-1-1 1,-2 0-1,-1 0 0,-2 0 0,0-1 1,-3 0-1,0-1 0,-2 0 1,-1 0-1,-2-1 0,-9 13-48,-31 47 29,-3-3 0,-64 71-29,-147 144 139,408-428-155,26-25 16,-100 123 55,-64 29-53,1 0 1,-1 1-1,0-1 1,0 1-1,0-1 1,1 1-1,-1 0 1,0-1 0,0 1-1,0 0 1,0 0-1,0 0 1,0 0-1,-1 0 1,1 0-1,0 0 1,0 0-1,-1 0 1,1 0-1,0 0 1,-1 0 0,1 1-1,-1-1 1,0 0-1,1 0 1,-1 1-1,0-1 1,0 0-1,0 1 1,0-1-1,0 0 1,0 1-1,0-1 1,0 0 0,0 0-1,-1 1 1,1-1-1,0 0 1,-1 1-3,1 9 15,-4 37 7,-1 0 0,-3 0-1,-2 0 1,-1-1 0,-3-1 0,-7 11-22,-11 48 1,19-61-29,1 1-1,3 1 1,1-1-1,3 1 1,0 43 28,4-87-4,1 0 0,0 0 0,0 0 0,0 1-1,0-1 1,1 0 0,-1 0 0,0 0 0,1 0 0,0 0 0,-1 1 0,1-1 0,0 0 0,0 0 0,0-1 0,0 1 0,0 0 0,1 0 0,-1 0 0,1-1-1,-1 1 1,1-1 0,-1 1 0,1-1 0,0 0 0,0 0 0,0 1 0,0-1 0,0 0 0,0-1 0,0 1 0,0 0 0,0-1 0,0 1 0,0-1 0,0 1 0,0-1-1,1 0 1,-1 0 0,0 0 0,0 0 0,0 0 0,0-1 0,1 1 0,0-1 4,8-1-34,0 0 1,-1-1-1,1 0 1,-1 0-1,0-1 1,0-1-1,0 0 1,-1 0-1,1 0 1,-1-2-1,7-5 34,79-38-123,-79 56 99,-28 126 94,10-122-59,-38 122 133,28-98 0,1 0 0,1 1 0,2 0 0,2 1 0,0 14-144,6-49 10,-1-1-1,1 1 0,0-1 0,0 1 0,0-1 0,0 1 1,0-1-1,0 1 0,0-1 0,0 1 0,0-1 0,0 1 1,0 0-1,0-1 0,0 1 0,0-1 0,1 1 0,-1-1 1,0 1-1,0-1 0,1 1 0,-1-1 0,0 0 0,0 1 1,1-1-1,-1 1 0,1-1 0,-1 0 0,0 1 0,1-1 0,-1 0 1,1 1-1,-1-1 0,1 0 0,-1 0 0,1 1 0,-1-1 1,1 0-1,-1 0 0,1 0 0,-1 0 0,1 0 0,-1 0 1,1 0-1,-1 0 0,1 0 0,-1 0 0,1 0 0,0 0 1,-1 0-1,1 0 0,-1 0 0,1 0 0,-1-1 0,1 1 1,-1 0-1,1 0 0,-1-1 0,0 1 0,1 0 0,-1-1 1,1 1-1,-1 0 0,0-1 0,1 1 0,-1-1 0,1 1-9,35-33 243,2-15-219,-1-2 1,-3-2 0,-2-1-1,16-39-24,-24 46 7,192-375-567,-177 337-768</inkml:trace>
  <inkml:trace contextRef="#ctx0" brushRef="#br0" timeOffset="2250.315">5470 1234 28518,'0'0'719,"30"-3"-263,201-29 177,72-2 414,-298 33-1042,-1 0-1,1 0 0,-1 1 0,1 0 0,-1 0 0,1 0 0,-1 0 1,1 1-1,-1 0 0,1 0 0,-1 0 0,0 0 0,0 1 1,1 0-1,-1 0 0,0 0 0,0 0 0,-1 0 0,1 1 0,0 0 1,-1 0-1,0 0 0,1 0 0,-1 0 0,0 1 0,-1-1 1,1 1-1,-1 0 0,1 0 0,-1 0 0,0 0 0,-1 0 0,1 0 1,-1 1-1,0-1-4,-1 7 6,-2-1 1,1 1 0,-1-1-1,-1 1 1,0-1 0,0 0-1,-1 0 1,0 0 0,-1 0-1,0-1 1,-1 0 0,0 0-1,0 0 1,-1-1 0,0 0-1,0 0 1,-1-1 0,0 0-1,-5 4-6,6-5-2,-319 286-1335,248-227-379</inkml:trace>
  <inkml:trace contextRef="#ctx0" brushRef="#br0" timeOffset="2483.037">5880 1782 29206,'0'0'1273,"-28"117"-777,-1-25-296,1 5-32,4 0-8,4-7-120,11-25-40,3-5-240,6-29-184,0-27-209,6-14 281,14-39-312,11-58-448,-5 9-1809,-2 3-12354</inkml:trace>
  <inkml:trace contextRef="#ctx0" brushRef="#br0" timeOffset="2732.462">6288 1727 24853,'0'0'2137,"0"0"-849,42 120-392,-38-51-200,-4 6-79,-7 4-225,-19 0-168,-9 2-72,-4-4-88,-8-4-64,6-12-8,1-16-208,-6-23-256,18-16-489,6-6-2535</inkml:trace>
  <inkml:trace contextRef="#ctx0" brushRef="#br0" timeOffset="2999.214">6608 1147 30094,'0'0'610,"0"0"-369,28-3-175,405-21 296,-147 23-188,-275 0-169,0-1-1,0 2 1,1-1 0,-1 2 0,0 0 0,0 0 0,1 0-1,-1 2 1,0-1 0,-1 2 0,1-1 0,0 1 0,-1 1-1,0 0 1,0 0 0,0 1 0,-1 1 0,0-1 0,0 1 0,-1 1-1,1 0 1,-2 0 0,1 0 0,-1 1 0,0 0 0,-1 1-1,1 1-4,-5-3 7,-1 1 0,1-1-1,-2 1 1,1 0 0,-1-1-1,0 1 1,-1 0-1,0-1 1,0 1 0,-1-1-1,0 1 1,0-1 0,-1 0-1,0 1 1,-1-2-1,0 1 1,0 0 0,0-1-1,-1 0 1,0 0 0,-1 0-1,-1 1-6,-144 131 24,147-136-27,-184 123-175,175-118-231,0-2-1,0 0 0,-1 0 1,0-2-1,0 1 0,0-2 1,0 0-1,-1-1 0,1 0 1,-1-1-1,1 0 0,-1-2 1,0 1-1,-3-2 410,-20-13-12568</inkml:trace>
  <inkml:trace contextRef="#ctx0" brushRef="#br0" timeOffset="3416.541">7103 1190 29230,'-81'242'1439,"44"-146"-1171,5 1 0,3 2 0,6 1 0,3 1 1,2 26-269,18 109 64,0-232-74,-1 1 0,1 0 1,1 0-1,-1 0 0,1 0 1,0 0-1,0 0 0,0 0 1,1-1-1,-1 1 1,1 0-1,0-1 0,1 0 1,-1 1-1,1-1 0,0 0 1,0 0-1,0 0 0,0-1 1,1 1-1,0-1 1,-1 0-1,1 0 0,0 0 1,1 0-1,-1-1 0,0 0 1,1 1-1,-1-2 0,1 1 1,3 0 9,30 1-39,0-2 1,0-1-1,0-2 0,0-2 1,0-1-1,-1-2 1,0-2-1,4-3 39,202-29-25,-239 40 27,0 1 0,0-1 0,0 1 0,0-1-1,0 1 1,0 1 0,1-1 0,-1 0 0,0 1-1,0 0 1,0 0 0,0 0 0,-1 1 0,1-1-1,0 1 1,0 0 0,-1 0 0,1 0 0,-1 0-1,0 1 1,0-1 0,1 1 0,-2 0 0,1 0-1,0 0 1,-1 0 0,1 1 0,-1-1 0,0 1-1,0-1 1,0 1 0,-1 0 0,1 0 0,-1 0-1,0 0 1,0 0 0,0 0 0,-1 0 0,1 0-1,-1 0-1,-1 19-3,0 1-1,-2-1 1,-1 0 0,0 0-1,-2 0 1,0 0-1,-2-1 1,-1 0-1,0-1 1,-2 0-1,0 0 1,-1-1-1,-1-1 1,-1 0-1,-7 6 4,-19 28-292,-2-2 0,-2-1-1,-2-3 1,-3-2-1,-1-2 1,-2-2-1,-34 19 293,67-45-112,-1-1 0,-1-1-1,0-1 1,-1 0-1,-1-2 1,1-1 0,-1 0-1,-1-2 1,1-1-1,-1 0 1,-17 0 112,31-3-4,0-1 0,-1-1-1,1 0 1,0 0 0,0-1 0,-1 0-1,1-1 1,0 0 0,0 0 0,0-1-1,0-1 1,0 0 0,0 0 0,1-1-1,-1 0 1,1-1 0,0 1 0,0-2-1,1 0 1,0 0 0,0 0 0,0-1 0,0 0-1,1 0 1,1-1 0,-1 0 0,1 0-1,0-3 5,0-1 81,2-2 0,-1 1 0,2-1 0,0 1-1,1-1 1,0 0 0,1 0 0,0 0 0,1 0 0,1 0-1,0 0 1,1 0 0,1 1 0,0-1 0,1 1 0,0-1-1,1 1 1,0 0 0,1 1 0,1-1 0,0 1 0,1 0-1,0 1 1,0 0 0,1 0 0,1 1 0,0 0 0,4-3-82,18-11 31,1 0-1,0 2 1,2 2-1,1 1 1,0 2-1,1 1 1,0 2-1,2 2 1,-1 1-1,11 0-29,-22 3-144,87-24-1803</inkml:trace>
  <inkml:trace contextRef="#ctx0" brushRef="#br0" timeOffset="1702.101">4328 1125 28774,'0'111'680,"0"41"-232,0 41-136,0 22 81,0 2 23,0 8-112,0-6-128,-4-12-72,-5-20-40,3-21 48,-1-12-24,5-20-48,2-33-40,0-36-40,0-36-280,0-48-400,6-23-1417,-1-17-4200</inkml:trace>
  <inkml:trace contextRef="#ctx0" brushRef="#br0" timeOffset="1956.15">4462 1948 28734,'0'0'904,"59"114"-224,-19-39-255,4 12-97,2-4-104,0-8-160,22 2-64,-7-22-424,-13-21-2153</inkml:trace>
  <inkml:trace contextRef="#ctx0" brushRef="#br0" timeOffset="283.829">2485 1409 26790,'0'0'2746,"0"0"-2032,20-1-579,164-37 196,-21-35-177,-111 47-109,2 2 0,0 2 0,1 3 0,1 2 0,25-3-45,-10 20 2,-69 1-1,-1-1 0,1 1 0,-1 0 0,1 0 0,-1 0 0,1 1 0,-1-1-1,0 0 1,0 0 0,1 1 0,-1-1 0,0 1 0,0-1 0,-1 1 0,1-1 0,0 1 0,0-1 0,-1 1 0,1 0 0,-1-1 0,1 1-1,-1 0 1,0 0 0,0-1 0,0 1 0,0 0 0,0 0 0,0 0 0,0-1 0,-1 1 0,1 0 0,0-1 0,-1 1 0,0 0 0,1-1 0,-1 1-1,0 0 1,0-1 0,0 1-1,-8 19 21,-1-1 1,-1 0-1,-1-1 0,-1 0 0,-1-1 0,0 0 0,-1-2 0,-2 2-21,3-1 9,-775 823 95,405-427-180,366-396-151,1 0 0,1 2 0,0 0 0,2 1 0,0 0 0,2 1 1,0 0-1,-5 14 227,6-7-2918</inkml:trace>
  <inkml:trace contextRef="#ctx0" brushRef="#br0" timeOffset="549.749">3180 2052 19812,'-48'108'7438,"6"1"-3713,12-17-3462,5 1 0,4 1 1,3 0-1,-1 66-263,-30 497 138,47-549-2546,2-117 368</inkml:trace>
  <inkml:trace contextRef="#ctx0" brushRef="#br0" timeOffset="987.63">3616 1968 25293,'0'0'3426,"0"0"-2301,0 0-712,-22 11-59,-146 77 210,143-76-560,1 1-1,1 1 1,0 1 0,1 1 0,0 1 0,2 0 0,0 2 0,0 1 0,2 0 0,1 1-1,1 1 1,-4 8-4,17-27 4,1 1-1,-1 1 0,1-1 0,0 0 1,1 0-1,-1 1 0,1-1 0,0 1 1,0-1-1,0 1 0,1-1 0,-1 1 1,1 0-1,0-1 0,1 1 0,-1 0 1,1-1-1,0 1 0,0-1 0,0 1 1,1-1-1,-1 1 0,1-1 0,0 0 0,1 0 1,-1 0-1,1 0 0,-1 0 0,1-1 1,2 2-4,11 1 38,1-1-1,-1 0 1,1-2 0,0 0 0,0-1 0,1 0 0,-1-1 0,0-2-1,1 1 1,-1-2 0,0 0 0,0-1 0,9-4-38,215-34-258,-175 39-1505,-14 2-3510</inkml:trace>
  <inkml:trace contextRef="#ctx0" brushRef="#br0" timeOffset="6422.818">13425 1 29598,'0'0'416,"0"0"-96,125 39 33,-42-29-9,7-6-24,6-4-120,-1 0-128,-6 0-72,1 14-248,-26 4-969,-29 1-3576</inkml:trace>
  <inkml:trace contextRef="#ctx0" brushRef="#br0" timeOffset="6699.199">12563 1354 30006,'174'-39'697,"45"-11"-385,42-9-136,-5 0 32,-26 10 16,-17 9-80,-31 17-112,-49 13-32,-43 10-160,-13 0-280,-29 12-681,-11-1-1655</inkml:trace>
  <inkml:trace contextRef="#ctx0" brushRef="#br0" timeOffset="6965.172">14093 766 29654,'-234'1921'3113,"127"-1187"-3113,100-646-428,5-333-3504,-9 118-1502</inkml:trace>
  <inkml:trace contextRef="#ctx0" brushRef="#br0" timeOffset="7531.54">13175 1526 28542,'0'0'768,"20"-2"-324,-11 2-413,35-4 155,1 2-1,0 2 0,0 2 1,0 2-1,41 9-185,-76-12-1,0 2-1,0-1 1,0 1 0,0 0-1,-1 1 1,1 0 0,-1 1-1,0 0 1,0 0 0,0 1-1,-1 0 1,0 1 0,0-1-1,-1 2 1,0-1 0,0 1-1,0 0 1,-1 0 0,-1 1-1,1 0 1,-1 0 0,-1 0-1,0 1 1,0-1 0,1 7 1,-5-2-11,0 0 0,-1 1 0,-1-1 0,-1 0 0,1 0 0,-2 0 0,0 0 0,-1-1 0,0 1 0,-1-1 0,-1-1 0,0 1 0,-1-1 0,0 0 1,-4 5 10,-66 93-24,-5-4 0,-4-3 1,-5-4-1,-84 70 24,-51 10 347,213-162-197,53-34-92,461-308-426,-326 214 184,4 7 0,5 8 1,32-4 183,-192 90 12,-9 4 51,1-1 0,0 2 0,0 0-1,0 0 1,0 2 0,1 0 0,-1 0-1,1 2 1,1 0-63,-16 2 10,1 0-1,0 1 1,-1-1 0,1 0-1,0 1 1,-1 0-1,0-1 1,1 1 0,-1 0-1,0-1 1,0 1-1,0 0 1,0 0-1,0 0 1,-1 0 0,1 0-1,0 0 1,-1 0-1,0 1 1,1-1 0,-1 0-1,0 0 1,0 0-1,0 0 1,0 0 0,-1 1-1,1-1 1,-1 0-1,1 0 1,-1 0-1,0 0 1,1 0 0,-2 1-10,2-1 6,-6 16 10,0 0-1,-1 0 1,-1-1-1,-1 0 1,-1 0-1,0-1 1,0 0 0,-2-1-1,0 0 1,-9 7-16,-3 9 33,-114 137 31,132-174-78,8 0 8,1 1 0,-1-1 0,1 0 0,0 1 1,0-1-1,1 1 0,-1 0 0,1 0 0,0 1 1,1-1-1,-1 1 0,1 0 0,0 0 0,0 0 1,0 1-1,0-1 0,1 1 0,-1 1 0,1-1 0,0 1 1,0 0-1,0 0 0,0 1 0,0-1 0,0 1 1,0 1-1,0-1 0,1 1 0,-1 0 0,0 1 1,4 0 5,-9 0 5,0 0 0,0-1 0,0 1 1,0 0-1,0 0 0,0 1 0,0-1 1,0 0-1,0 0 0,0 0 1,-1 0-1,1 1 0,-1-1 0,1 0 1,-1 1-1,1-1 0,-1 1 0,0-1 1,1 0-1,-1 1 0,0-1 0,0 1 1,0-1-1,0 0 0,-1 1 0,1-1 1,0 1-1,0-1 0,-1 0 1,1 1-1,-1-1 0,1 0 0,-1 1 1,0-1-1,0 0 0,1 0 0,-1 0 1,0 1-6,-89 84 186,-715 506-242,763-560 41,-125 95-153,5 6 1,-9 23 167,98-68-1839,61-69-1736</inkml:trace>
  <inkml:trace contextRef="#ctx0" brushRef="#br0" timeOffset="7798.254">14308 2652 30623,'0'0'688,"112"73"-312,-33-20-24,15 10 32,5 3-144,-1-1-136,-1-8-104,6-2-152,-24-17-480,-27-19-1033</inkml:trace>
  <inkml:trace contextRef="#ctx0" brushRef="#br1" timeOffset="76245.504">2630 5852 29406,'0'0'571,"-12"36"-300,-88 370-38,30 235 623,14 557-856,42 1260 434,13-2179-477,12 0 0,12-1 1,51 224 42,-73-496-5,8 39-90,2 0 1,1 0-1,3-1 1,1-1-1,9 12 95,-22-48-183,0-1 0,1 1 0,0-1-1,0 1 1,1-1 0,-1-1-1,2 1 1,-1-1 0,0 1 0,1-1-1,0-1 1,0 1 0,0-1-1,3 1 184,12-1-3962</inkml:trace>
  <inkml:trace contextRef="#ctx0" brushRef="#br1" timeOffset="76514.698">1843 10876 29950,'8'142'609,"34"38"-441,19 33-96,21-10 80,-12-51 96,-9-42 0,-17-50-136,-9-45-56,4-15 16,29-49 216,35-65-80,46-66-208,29-27-40,8 2-352,-45 61-360,-43 49-1569</inkml:trace>
  <inkml:trace contextRef="#ctx0" brushRef="#br0" timeOffset="8714.63">2759 5069 22509,'0'0'5782,"0"0"-4217,0 0-1259,0 0-148,14-19 22,-4 5-131,-6 7-27,1 1 0,-1-1 0,1 1 1,1 0-1,-1 0 0,1 1 0,0-1 0,0 1 1,0 1-1,1-1 0,0 1 0,0 0 0,0 1 1,0-1-1,0 2 0,1-1 0,0 1 0,-1 0 1,6-1-23,903-98 513,-357 78-384,30 24-129,674 25 34,146-53 522,487-106-556,824-187-667,-2396 268-1743</inkml:trace>
  <inkml:trace contextRef="#ctx0" brushRef="#br1" timeOffset="75670.116">2290 4274 27526,'0'0'1726,"0"0"-964,0 0-355,0 0-141,0 0-100,0 0-38,19 31 58,297 434 356,-300-439-524,1-1 0,2 0 0,0-2 0,1 0 0,2-1 0,0-1 0,1-1 0,1-2 0,1 0 0,0-1 0,2-2 0,0 0 0,26 9-18,-20-15 9,1-2 0,1-1 0,-1-2-1,1-1 1,-1-2 0,1-1 0,0-2 0,-1-1 0,0-2 0,1-1 0,-2-2 0,1-1 0,-1-2 0,-1-1 0,0-1 0,6-5-9,64-41 21,-4-4-1,48-41-20,-19 13-27,-102 73 23,1 1-1,0 1 1,1 1-1,1 1 1,0 2-1,0 1 1,2 1-1,-1 1 1,1 2-1,0 1 0,1 1 1,-1 2-1,1 1 1,0 1-1,0 2 1,-1 1-1,1 1 1,5 3 4,318 101 196,-194-77-104,2-8 1,0-6 0,1-8-1,1-6 1,66-13-93,331 5-79,-323 14-2304,-173-7-1763</inkml:trace>
  <inkml:trace contextRef="#ctx0" brushRef="#br1" timeOffset="77081.15">1819 13695 29478,'0'0'619,"22"-2"-356,212-34 64,296-134-75,-395 144-1443,-135 25 1122,1 1 1,0 0 0,-1 0-1,1-1 1,0 1-1,-1 0 1,1 0 0,0 0-1,0 0 1,-1 0 0,1 0-1,0 0 1,-1 0-1,1 0 1,0 0 0,0 0-1,-1 1 1,1-1 0,0 0-1,-1 0 1,1 1-1,0-1 1,-1 0 0,1 1-1,0-1 1,-1 1 0,1-1-1,-1 1 1,1-1 0,-1 1-1,1-1 1,-1 1-1,0 0 1,1-1 0,-1 1-1,1-1 1,-1 1 0,0 0-1,0-1 1,1 1-1,-1 0 1,0 0 0,0-1-1,0 1 1,0 0 0,0 0-1,0-1 1,0 1-1,0 0 1,0-1 0,0 1-1,0 0 1,-1 0 0,1-1-1,0 1 1,0 0-1,-1-1 1,1 1 0,0 0-1,-1-1 1,1 1 68,-28 37-742,-33 39 1259,3 4 1,5 2-1,3 2 1,3 2 0,5 2-1,3 2 1,5 2 0,0 11-518,18-60 34,-123 353 527,17 6-1,18 5 1,17 5-561,86-405 0,-18 92-13,5 0 0,4 1 0,4 17 13,6-110-30,-1-5-30,0 0 0,1 0 0,-1 0 0,1-1 0,0 1 0,0 0 0,0 0 0,0 0 0,1 0 0,-1 0 0,1 0 0,0 0 0,-1-1 0,1 1 0,1 0 0,-1-1-1,0 1 1,1 0 0,-1-1 0,1 0 0,0 1 0,-1-1 0,1 0 0,0 0 0,1 0 0,-1 0 0,0 0 0,1 0 0,0 0 60,15 1-2044</inkml:trace>
  <inkml:trace contextRef="#ctx0" brushRef="#br1" timeOffset="77833.788">2822 13810 22957,'0'0'957,"0"0"-599,0 0-206,2 20 19,2 69 267,-4-80-273,-1 1-1,0-1 0,-1 0 0,0 1 1,0-1-1,-1 0 0,0 0 0,-1-1 1,1 1-1,-2-1 0,1 1 0,-1-1 1,-1 0-165,-10 18 549,-52 103 761,6 2 0,-39 121-1310,55-126 47,6 1 1,5 2-1,6 1 0,2 27-47,23-138-4,14-36 50,49-103-194,5 3-1,57-76 149,-96 153-56,8-11-21,-6 5-22,3 1 0,1 1 0,3 2-1,30-29 100,-58 65 3,-4 3 4,0 1 0,0-1 0,1 1 0,-1-1 0,1 1 0,0 0 0,0 0 1,-1 0-1,2 0 0,-1 0 0,0 1 0,0-1 0,0 1 0,1 0 0,-1 0 0,0 0 1,1 0-1,-1 1 0,3-1-7,1 11 196,-5 33-80,-2-1 0,-2 0 1,-1 0-1,-3 0 0,-1 0 1,-5 10-117,-5 40 106,-8 58 193,7 1-1,2 103-298,15-243 17,1 0-1,1 1 0,0-1 1,1 0-1,0 0 0,0 0 1,1-1-1,0 1 0,1 0 1,0-1-1,1 0 0,0 0 1,1 0-1,0-1 0,1 0 1,0 1-17,15 13 4,0-2 0,2 0 1,0-1-1,1-2 0,1 0 1,1-2-1,0-1 0,1-1 1,1-1-1,0-2 0,1-1 1,21 5-5,80 45 0,-127-57 0,0 0 0,0 0 0,-1 1 0,1-1 0,-1 1 0,0 0 0,0 0 0,0 0 0,-1 0 0,1 1 0,-1-1 0,0 1 0,0-1 0,-1 1 0,1 0 0,-1 0 0,0-1 0,0 1 0,-1 0 0,1 0 0,-1 0 0,0 0 0,-1 0 0,1 0 0,-1 0 0,0 0 0,-1 3 0,-5 9 1,-1 0 0,-1 0 0,0-1 0,-1-1 0,0 0 0,-1 0 0,-1-1 0,-1 0 0,0-1 0,0-1 0,-1 0 0,-1-1 0,-4 2-1,-10 13 12,-1-2 0,-2-1 0,0-1 0,-1-2 0,-2-2 0,1 0 0,-2-3-1,0-1 1,-1-1 0,0-3 0,-1 0 0,0-3 0,-1-1 0,1-2 0,-15-1-12,50-3 3,0 0 0,-1 0 0,1 0 0,0 0 0,0 0 0,-1-1 0,1 0 0,0 0 1,0 0-1,0 0 0,0 0 0,0-1 0,0 1 0,0-1 0,0 0 0,1 1 0,-1-1 0,1-1 0,-1 1 0,1 0 0,0-1 1,0 1-1,0-1 0,0 1 0,0-1 0,0 0 0,1 0 0,0 0 0,-1 0 0,1 0 0,0 0 0,0 0 0,1-1 0,-1 1 1,1 0-1,0 0 0,-1-1 0,1 1 0,1-2-3,-2-17 3,2 1-1,0-1 1,2 0 0,0 0 0,1 1 0,1 0-1,2 0 1,0 0 0,1 1 0,0 0-1,2 0 1,4-4-3,48-87-257,5 2-1,5 3 0,4 4 1,5 3-1,31-25 258,-25 23-1946</inkml:trace>
  <inkml:trace contextRef="#ctx0" brushRef="#br1" timeOffset="78976.655">4662 13930 28614,'0'0'859,"0"0"-343,0 0-180,0 0 82,0 0-25,0 0-116,0 11-95,4 167 410,-4-178-565,0 0 37,17-6 312,-14 3-371,0 0 0,0 0 1,-1 0-1,0 0 1,1 0-1,-1-1 0,0 1 1,-1-1-1,1 0 1,-1 1-1,1-1 0,-1 0 1,0 0-1,-1 0 1,1 1-1,0-1 0,-1 0 1,0 0-1,0 0 1,-1 0-1,1-4-5,-2 7 0,0 27 0,5-12 0,-1 0 0,-1 0 0,0 0 0,-1 0 0,-1 0 0,0 0 0,0 0 0,-2 0 0,0-1 0,0 1 0,-1-1 0,-1 1 0,0-1 0,-7 11 0,-96 147 0,-105 124 0,140-197 0,-326 426 0,387-507-9,3-7-74,1 0-1,0 1 1,0 1 0,1-1 0,1 1-1,0 1 1,0-1 0,1 1 0,1 0-1,0 0 1,1 0 0,-1 9 83,2 20-1607,1-11-1587</inkml:trace>
  <inkml:trace contextRef="#ctx0" brushRef="#br1" timeOffset="79314.388">3934 14167 29382,'0'0'704,"0"0"-520,0 0 33,118-2 207,-46-26-48,7-9-104,7-7-120,-1 1-72,1 7-40,-3 9-24,-6 9-16,24 18-192,-22 0-408,-18 8-1249</inkml:trace>
  <inkml:trace contextRef="#ctx0" brushRef="#br1" timeOffset="79730.971">4701 14573 29350,'-13'33'679,"-87"238"141,-27 284-14,122-546-831,6-34-45,5-5 32,1 1 0,2-1 0,0 1 0,2 1-1,2 0 1,0 0 0,2 1 0,1 1 0,0 1 0,3 0 0,0 1 0,18-17 38,-23 26-1,1 0 1,1 1-1,0 1 1,1 0-1,0 2 1,1-1-1,0 2 1,0 1-1,1 0 1,1 1-1,0 1 1,0 1 0,0 1-1,0 1 1,1 0-1,0 2 1,13 0 0,-31 1-1,0 1 1,0 0 0,0 0 0,0 0 0,0 0-1,0 1 1,0-1 0,0 1 0,0 0 0,-1 0-1,1 0 1,0 0 0,0 0 0,-1 0-1,1 1 1,-1 0 0,1-1 0,-1 1 0,0 0-1,1 0 1,-1 0 0,0 0 0,0 1 0,0-1-1,-1 1 1,1-1 0,-1 1 0,1-1 0,-1 1-1,0 0 1,0 0 0,0 0 0,0-1-1,-1 1 1,1 0 0,-1 0 0,0 0 0,1 1 0,-2 20 2,-1 0 1,-2-1 0,0 0 0,-1 1-1,-1-2 1,-1 1 0,-1-1 0,-1 0-1,-1 0 1,-1-1 0,-1-1 0,0 0 0,-2 0-1,-13 14-2,8-5-8,10-14-22,0-1 1,0 0-1,-1-1 0,-1 0 1,0 0-1,-1-1 1,0-1-1,-13 10 30,24-21-59,0 1-1,0 0 1,0-1 0,0 1 0,0-1 0,0 1-1,0-1 1,0 0 0,0 1 0,0-1-1,0 0 1,0 0 0,0 1 0,-1-1-1,1 0 1,0 0 0,0 0 0,0-1-1,0 1 1,0 0 0,0 0 0,0-1-1,0 1 1,0 0 0,0-1 0,0 1-1,0-1 1,0 1 0,0-1 0,0 0 0,0 1-1,0-1 1,1 0 0,-1 0 0,0 1-1,0-1 1,1 0 0,-1 0 0,1 0-1,-1 0 1,1 0 0,-1 0 0,1 0 59,-6-36-3872</inkml:trace>
  <inkml:trace contextRef="#ctx0" brushRef="#br1" timeOffset="79997.567">5654 13778 28190,'0'0'675,"24"-1"-308,-3-1-277,-12 0-38,1 1 0,0 0-1,0 1 1,1 0 0,-1 1 0,0-1-1,-1 2 1,1 0 0,0 0-1,0 1 1,-1 0 0,1 0 0,-1 1-1,1 1-51,3 6 57,-1 0-1,-1 1 0,1 1 0,-2 0 0,0 0 0,0 1 0,-2 1 0,0-1 1,0 1-1,-1 1 0,-1-1 0,-1 1 0,0 0 0,-1 1 0,0-1 0,-2 1 1,0-1-1,-1 1 0,0 0 0,-1 0 0,-1-1 0,-1 1 0,-2 8-56,0 9-110,-1 0 0,-2-1 0,-1 0 0,-2 0 0,-1-1 0,-1 0 1,-2-1-1,-1-1 0,-2 0 0,0-1 0,-2-1 0,-2 0 0,0-2 0,-1-1 0,-8 6 110,23-25-301,1-1 0,-1 0 0,1 0 0,-2-1 0,1 0 1,0 0-1,-1 0 0,0-1 0,1 0 0,-1-1 0,-1 0 1,1 0-1,0-1 0,0 0 0,-1 0 0,1-1 0,0 0 1,-1 0-1,-2-1 301,-30-1-7232</inkml:trace>
  <inkml:trace contextRef="#ctx0" brushRef="#br1" timeOffset="80313.977">5462 14648 1856,'0'0'19937,"0"0"-14624,0 0-4298,-4 20-223,1 0-627,-5 126 603,20-105-655,1-2 1,2 0-1,1 0 0,2-2 0,2 0 0,2-1 0,0-1 0,3-1 0,21 22-113,-3-8 42,3-2 0,2-2 0,2-2 0,2-2 0,1-2 0,13 4-42,-52-34 16,-5-4-13,0 0 0,0 0 0,0 1 0,0 0 0,-1 0 0,0 1 0,0 0 0,0 1 0,-1-1 0,0 2 0,0-1 0,-1 1 0,0 0 1,0 0-1,-1 0 0,0 1 0,0 0 0,-1 0 0,-1 0 0,1 1 0,-1-1 0,-1 1 0,0 0 0,0 0 0,-1-1 0,0 1 0,-1 0 0,0 5-3,-6-2 3,-1-1 0,-1 0 0,0 0 0,-1-1 0,0 0 0,-1 0 0,0-1 0,0 0 0,-1-1 0,-1 0 0,1-1 0,-1 0 0,-1-1 0,1 0 0,-1-1 0,-1 0-3,-16 7 15,-1-1-1,0-1 1,0-2 0,-1-1-1,0-2 1,-1-1-1,1-1 1,-1-2-1,1-1 1,-1-1-1,0-3 1,1 0-15,25 3 10,1 0-1,0 0 1,0-1-1,0 0 1,0 0-1,0-1 1,0 1-1,1-1 1,-1-1-1,0 1 1,1-1 0,0 0-1,-1 0 1,1 0-1,0-1 1,1 0-1,-1 0 1,1 0-1,-1 0 1,1-1-1,1 0 1,-1 0-1,1 0 1,-1 0 0,1 0-1,1-1 1,-1 1-1,1-1 1,0 0-1,0 0 1,1 1-1,0-1 1,0 0-1,0-1 1,1 1 0,0 0-1,0 0 1,0 0-1,1-2-9,6-10 4,0 0 0,2 1 0,0 0-1,0 1 1,2 0 0,0 1 0,0 0-1,2 0 1,0 1 0,0 1 0,2 0 0,-1 1-1,14-8-3,356-253-1069,-271 196-2293</inkml:trace>
  <inkml:trace contextRef="#ctx0" brushRef="#br1" timeOffset="84411.716">2610 16388 28798,'0'0'528,"0"0"-312,114-2-72,-16 2 216,60 0 65,75 0-89,58 0-72,29 0-120,16-6-80,-5 6-64,10 0-32,-75 8-680,-41 2-2593</inkml:trace>
  <inkml:trace contextRef="#ctx0" brushRef="#br1" timeOffset="85673.451">4089 16634 26822,'0'0'1328,"0"0"-384,169-2 16,-13-31-207,67-26-241,36-14-248,24-10-128,-11 4-80,-18 16-56,2-2-96,-67 21-600,-31 5-3601</inkml:trace>
  <inkml:trace contextRef="#ctx0" brushRef="#br1" timeOffset="80880.323">7605 15139 29998,'0'0'833,"0"0"-465,0 0-144,200-112 48,-47 39-120,16 2-96,-2 21-56,-49 25-336,-41 15-1113</inkml:trace>
  <inkml:trace contextRef="#ctx0" brushRef="#br1" timeOffset="81599.629">10319 13579 29430,'0'0'656,"-81"104"-480,-27 21-48,-65 70 209,-39 57-9,-23 40-80,-13 20-104,20-2-48,5 1-32,21 7-24,36-8-16,45-22-24,44-36-312,40-84-288,30-68-1441</inkml:trace>
  <inkml:trace contextRef="#ctx0" brushRef="#br1" timeOffset="81879.649">10564 14486 31615,'0'0'568,"0"0"-568,0 0-136,195 36 16,-67-1 88,-10 1 32,-11-5 0,-21 5-312,-23 25-360,-12-6-617,-16-2-2223</inkml:trace>
  <inkml:trace contextRef="#ctx0" brushRef="#br1" timeOffset="82263.024">10023 15484 29822,'0'0'657,"-14"28"-293,-1-2-311,4-7-33,0 1 0,1 1 0,1 0 0,1 0 0,1 1 0,0 0 0,2 0 0,-1 10-20,2-6-8,0 1 0,2-1 0,1 0 0,1 1 0,1-1 0,2 0 1,0 0-1,2 0 0,0 0 0,2 0 0,1-1 0,1-1 0,1 1 0,2-1 0,0-1 0,13 18 8,-23-36-44,1-1-1,0 1 1,1-1-1,-1 0 1,1 0-1,0 0 1,-1 0 0,2-1-1,-1 0 1,0 0-1,1 0 1,-1 0-1,1-1 1,0 1-1,0-1 1,0-1-1,0 1 1,0-1-1,1 1 1,-1-1-1,0-1 1,1 1-1,-1-1 1,0 0 0,1 0-1,-1-1 1,0 0-1,1 1 1,0-2 44,2-5-48,0 0 0,0 0 0,0-1 0,-1 0 0,-1-1 0,0 0 1,0 0-1,0 0 0,-1 0 0,0-1 0,-1-1 48,5-5-88,38-77-407,-29 52 503,2 0 0,2 2-1,2 0 1,1 1 0,2 2-1,1 0 1,2 2-1,13-9-7,20-5 159,1 3 0,3 3 0,1 3-1,2 3 1,2 3 0,33-9-159,-14 5 191,1 4 0,2 4 0,1 4 1,1 5-1,0 3 0,2 5 1,62 1-192,-155 10 10,-1 0 1,1 0-1,0 1 0,0 0 1,0 0-1,0 0 1,0 0-1,0 1 1,0 0-1,0 0 1,-1 0-1,1 0 1,0 1-1,-1 0 1,1 0-1,-1 0 1,1 1-1,-1-1 0,0 1 1,0 0-1,0 0 1,-1 0-1,1 1 1,-1 0-1,0-1 1,0 1-1,0 0 1,0 0-1,-1 1 1,1-1-1,-1 1 1,0-1-1,1 4-10,0 7 6,0 1 1,-1-1-1,-1 1 1,0-1-1,-1 1 0,0-1 1,-2 1-1,1-1 1,-2 0-1,0 1 1,-1-1-1,-1-1 0,0 1 1,-1-1-1,0 1 1,-4 3-7,-13 23 4,-1-2 0,-2 0 1,-2-2-1,-31 33-4,3-11 2,-2-2 1,-3-2-1,-2-3 0,-3-3 0,-1-3 1,-3-3-1,-38 17-2,-39-5-165,143-55 134,1 0 0,-1 0 1,0 0-1,1 0 0,-1-1 1,1 1-1,-1-1 0,1 0 1,-1 0-1,1 0 1,0-1-1,-1 1 0,1-1 1,0 0-1,0 0 0,0 0 1,0 0-1,0 0 0,1-1 1,-1 1-1,1-1 0,-1 0 1,1 0-1,0 0 0,0 0 1,0 0-1,1 0 1,-2-2 30,0 0-63,-36-59-1203,2-13-1180</inkml:trace>
  <inkml:trace contextRef="#ctx0" brushRef="#br1" timeOffset="82546.1">10827 15078 28870,'0'0'808,"0"0"-600,0 116-128,0-17-8,-4 35 112,4 30-56,0 6-128,22-34-48,0-46-456,-5-52-344,7-38-520,-2-18-2441,-4-19-6953</inkml:trace>
  <inkml:trace contextRef="#ctx0" brushRef="#br1" timeOffset="82795.772">11178 15378 6305,'0'0'18260,"0"0"-17332,0 0-119,0 0 167,86 108-232,-56-94-360,1-4-384,2-8-544,-7-2-920,-11 0-4938</inkml:trace>
  <inkml:trace contextRef="#ctx0" brushRef="#br1" timeOffset="82796.772">11413 15559 21221,'0'0'4256,"0"0"-2951,0 0-1129,0 0-176,0 0-384,0 0-15468</inkml:trace>
  <inkml:trace contextRef="#ctx0" brushRef="#br1" timeOffset="83864.631">13440 14070 29206,'0'0'823,"0"0"-296,0 0-202,0 0-21,-16 25-8,-142 171 3,19-62-287,-101 129-12,237-259-12,-7 6-103,0 1 0,0 0 0,1 1-1,1 0 1,0 0 0,0 1 0,2 0 0,-1 0 0,2 1 0,0-1 0,0 1 0,1 0 0,1 1 0,0 0 115,4-13-80,0 0 1,1 0-1,-1 0 0,0 0 0,1 0 0,-1-1 1,1 1-1,-1 0 0,1-1 0,0 1 0,0-1 1,0 0-1,0 1 0,0-1 0,0 0 0,0 0 1,0-1-1,0 1 0,0 0 0,1-1 0,-1 1 1,0-1-1,0 1 0,1-1 0,-1 0 0,0 0 1,1 0-1,-1-1 0,0 1 0,0 0 0,1-1 1,-1 0-1,2 0 80,12 1-418,-10 0 460,1 0 0,0 0 0,-1 0 0,1 1 0,0 0 0,-1 1 0,1-1 1,-1 1-1,0 1 0,1-1 0,-1 1 0,0 0 0,-1 0 0,1 1 0,0 0 0,-1 0 0,0 0 0,0 1 1,0-1-1,-1 1 0,1 0 0,-1 1 0,0-1 0,-1 1 0,1 0 0,-1-1 0,0 2 0,-1-1 0,1 0 1,-1 0-1,0 1 0,0 5-42,5 35 434,-2 1 0,-2 0 0,-2 0 0,-5 38-434,-31 207 612,-2 63-332,36-354-284,1 0 0,-1-1 0,1 1 0,-1 0 0,1 0 0,0 0 0,0-1-1,0 1 1,0 0 0,0 0 0,0 0 0,1-1 0,-1 1 0,0 0 0,1 0 0,-1-1 0,1 1-1,0 0 1,0-1 0,0 1 0,-1-1 0,1 1 0,1-1 0,-1 1 0,0-1 0,0 0 0,0 0-1,1 1 1,-1-1 0,1 0 0,-1 0 0,1 0 0,-1 0 0,1-1 0,0 1 0,-1 0-1,1-1 1,0 1 0,-1-1 0,1 0 0,0 1 0,0-1 0,0 0 0,-1 0 0,1 0 0,0 0-1,0 0 1,0-1 0,-1 1 0,1 0 0,0-1 0,-1 0 0,1 1 0,0-1 0,-1 0 0,1 0-1,-1 0 1,1 0 0,-1 0 0,1 0 0,-1 0 0,0 0 0,1-1 0,-1 1 0,1-2 4,12-16-84,0 0 1,-1-2 0,-1 1 0,-2-2 0,0 1 0,-1-2 0,3-11 83,-11 32-8,133-420-878,-101 298 808,4 2-1,6 2 1,5 1 0,52-89 78,-69 156-44,2 1-1,3 2 0,1 1 1,3 2-1,1 2 1,2 1-1,3 3 0,0 2 1,25-14 44,-66 47 36,1 1 0,0 0 0,0 0 0,0 0 1,0 1-1,1 0 0,-1 0 0,1 1 0,0 0 0,0 0 1,0 0-1,0 1 0,0 0 0,0 0 0,0 1 0,0 0 1,5 1-37,-10 0 31,0 0 1,0 1 0,-1-1 0,1 1 0,-1 0 0,1 0 0,-1-1 0,1 1 0,-1 0-1,0 0 1,0 0 0,0 0 0,0 0 0,0 0 0,-1 1 0,1-1 0,-1 0 0,1 0-1,-1 1 1,0-1 0,0 0 0,0 0 0,0 1 0,0-1 0,0 0 0,-1 0-1,1 1 1,-1-1 0,0 0-32,1 2 36,-6 28 56,-1-1 1,-2 0-1,-1 0 0,-1-1 1,-2 0-1,-1-1 1,-1 0-1,-2-2 1,0 0-93,-10 21 71,-132 230 303,158-275-372,0-2-2,0 0-1,0 0 1,0 1-1,0-1 1,0 0-1,0 0 0,0 1 1,0-1-1,1 0 1,-1 1-1,1-1 0,-1 0 1,1 1-1,-1-1 1,1 1-1,0-1 0,0 1 1,0-1-1,0 1 1,0-1-1,0 1 0,0-1 1,0 1-1,0-1 1,1 1-1,-1-1 0,1 1 1,-1-1-1,1 0 1,0 1-1,-1-1 0,1 0 1,0 1-1,0-1 1,0 0-1,0 0 1,0 0-1,0 0 0,0 0 1,0 0-1,1 0 1,-1 0-1,0 0 0,1 0 1,168 5-90,-166-2 89,-1 0 0,-1 0 0,1 1 0,-1-1 0,0 1 0,0-1 0,0 1 1,0 0-1,-1 0 0,0 0 0,0 0 0,0 0 0,-1 0 0,0 0 0,0 0 0,0 0 1,0 0-1,-1 0 0,0 0 0,0 0 0,0 0 0,0 0 0,-1 0 0,0-1 0,0 1 1,-1 0-1,-2 3 1,-187 318 117,191-324-114,-1-1-1,1 0-1,0 1 1,-1-1 0,1 1-1,0 0 1,0-1 0,0 1-1,0 0 1,1 0 0,-1-1-1,0 1 1,1 0-1,-1 0 1,1 0 0,-1 0-1,1 0 1,0 0 0,0 0-1,0 0 1,0 0-1,0 0 1,1 0 0,-1-1-1,1 1 1,-1 0 0,1 0-1,-1 0 1,1 0 0,0 0-1,0-1 1,0 1-1,0 0 1,0-1 0,2 2-2,16-3-9,1-1 1,0-1-1,-1-1 1,1-1 0,-1 0-1,0-1 1,0-2-1,-1 1 1,1-2-1,3-3 9,24-7-39,-35 13 30,12-4-1,1 0 0,0 1-1,0 2 1,0 0-1,1 1 1,21 0 10,-44 5-2,-1-1 1,1 1-1,0 0 0,0 0 1,-1 0-1,1 0 0,0 1 1,-1-1-1,1 0 0,0 1 1,0-1-1,-1 1 0,1-1 1,-1 1-1,1 0 0,-1 0 1,1 0-1,-1 0 0,1 0 1,-1 0-1,0 0 0,1 0 1,-1 0-1,0 1 0,0-1 1,0 0-1,0 1 0,0-1 1,0 1-1,-1-1 0,1 1 1,0 0-1,-1-1 0,1 1 1,-1 0-1,1-1 0,-1 1 1,0 0-1,0 0 0,0-1 1,0 1-1,0 0 0,0 0 1,-1-1 1,1 37-15,-2-1 0,-1 1-1,-2-1 1,-2 0 0,-1 0 0,-2-1 0,-2 0 0,-12 26 15,-7 31 34,17-11 197,14-81-221,0 0 1,0 0 0,1 1-1,-1-1 1,0 0-1,0 0 1,1 0 0,-1 0-1,1 0 1,-1 0 0,1 0-1,-1 0 1,1 0-1,0 0 1,-1 0 0,1 0-1,0 0 1,0 0-1,-1-1 1,1 1 0,0 0-1,0-1 1,0 1 0,0 0-1,0-1 1,0 1-1,0-1 1,0 0 0,1 1-1,-1-1 1,0 0 0,0 0-1,0 1 1,0-1-1,0 0 1,1 0 0,-1 0-1,0 0 1,0-1-1,0 1 1,0 0 0,0 0-1,0-1 1,1 1 0,-1-1-1,0 1 1,0-1-1,0 1 1,0-1 0,0 0-1,-1 1 1,1-1 0,0 0-1,1 0-10,25-10 78,0-2 0,0 0 0,-2-2 0,1-1-1,-2-1 1,4-4-78,-20 15 9,113-85-333,-5-5 0,-3-5 0,15-25 324,-64 56-1522</inkml:trace>
  <inkml:trace contextRef="#ctx0" brushRef="#br1" timeOffset="85040.249">9813 16855 22893,'0'0'2400,"0"0"-895,0 0-401,0 0-120,151-35-136,-7 35-111,100 12-225,69 11-152,60-3-136,30-12-72,3-6-80,21 0-8,9 4 0,-4 6-56,-7 9-8,-15 9-120,-112-4-264,-68-1-929</inkml:trace>
  <inkml:trace contextRef="#ctx0" brushRef="#br1" timeOffset="87022.655">5968 16431 26998,'0'0'3897,"191"-43"-3489,8-14-224,47-10 88,12 3-64,-15 15-128,-21 20-64,-7 17-16,-29-2-304,-54 4-528,-47-2-3537</inkml:trace>
  <inkml:trace contextRef="#ctx0" brushRef="#br1" timeOffset="21070.863">18793 3563 25429,'0'0'3648,"0"0"-2595,0 0-774,0 0-109,0 0 3,-17 6 39,8-2-185,-1-1 1,0 1-1,1 1 1,0 0-1,0 0 1,0 1-1,1 0 1,0 0-1,0 1 1,1 0-1,-1 0 1,1 1-1,1 0 1,0 1-1,-4 5-27,-1220 2018-337,807-1304-130,31-43-204,228-457-2460,105-174-6371</inkml:trace>
  <inkml:trace contextRef="#ctx0" brushRef="#br1" timeOffset="21377.663">16456 5834 27790,'-40'130'542,"6"2"0,6 1-1,6 1 1,5 1 0,7 1 0,5 0 0,12 119-542,-7-209 25,2 1 1,2-1 0,2 0 0,2-1-1,2 0 1,2 0 0,14 33-26,-25-74 3,1 0-1,-1 0 1,1 0 0,0-1-1,-1 1 1,2 0 0,-1-1 0,0 0-1,1 1 1,0-1 0,-1 0 0,1-1-1,0 1 1,1 0 0,-1-1 0,0 0-1,1 1 1,0-1 0,-1-1 0,1 1-1,0 0 1,0-1 0,0 0-1,0 0 1,0 0 0,0-1 0,0 1-1,0-1 1,0 0 0,0 0 0,0 0-1,0 0 1,0-1 0,0 0 0,0 0-1,0 0 1,0 0 0,0-1 0,0 1-4,20-12 9,0 0-1,0-1 0,-1-1 1,-1-1-1,-1-2 0,0 0 1,-1-1-1,15-19-7,-22 25 1,254-273-901,192-270 900,-342 400-1620,-31 25-2688</inkml:trace>
  <inkml:trace contextRef="#ctx0" brushRef="#br1" timeOffset="24227.336">23021 3163 28566,'0'0'1488,"0"0"-1095,121-14-113,-23-5-8,40-3-64,35 10-88,5-2-120,-47 10-304,-38 2-1945</inkml:trace>
  <inkml:trace contextRef="#ctx0" brushRef="#br1" timeOffset="23565.216">20285 3126 30222,'0'0'817,"0"0"-321,191-56-112,-59 21-96,32 1-40,-10 11-104,-32 13-72,-36 10-48,-29 0-24,4 8-112,0 11-160,7-3-304,-19-4-889,-23-12-2943</inkml:trace>
  <inkml:trace contextRef="#ctx0" brushRef="#br1" timeOffset="23844.276">21167 2336 16275,'-33'121'14075,"0"41"-13426,-4 39-89,6 8-192,13-14-16,16 2-200,2-9-152,0-54-640,0-31-2625</inkml:trace>
  <inkml:trace contextRef="#ctx0" brushRef="#br1" timeOffset="26172.195">27427 2192 19148,'0'0'7874,"0"0"-5762,0 0-1645,0 0 85,-27 29 51,-49 47-169,-2-4 0,-62 43-434,-88 52 264,-70 46-62,-1882 1435 138,1944-1453-946,10 11 0,8 9 0,-44 71 606,158-162-2262</inkml:trace>
  <inkml:trace contextRef="#ctx0" brushRef="#br1" timeOffset="26709.512">28670 3220 28486,'0'0'1536,"0"0"-1101,-29 6-327,-180 41 122,151-27-225,2 4 0,0 1 1,2 4-1,1 1 0,2 3 1,0 2-1,3 2 0,-32 32-5,67-60-6,1 1 1,1 0-1,0 1 0,0 0 0,1 1 1,0 0-1,1 0 0,1 1 0,0 0 1,1 1-1,0 0 0,1 0 0,0 0 1,1 1-1,1 0 0,0 0 0,1 0 1,1 0-1,0 3 6,6-9-3,-1 0-1,1 0 1,0 0 0,1-1-1,0 0 1,1 0 0,-1 0-1,2 0 1,-1-1 0,1 0-1,0 0 1,0-1 0,1 0-1,0 0 1,0-1 0,0 0-1,1 0 1,-1-1 0,1 0-1,0 0 1,1-1 0,-1-1-1,0 1 1,1-2 0,0 1-1,0-1 4,27 9-50,0-1 0,0-2 0,1-1 0,0-3 0,24 0 50,45-10-2968,-34-8-5627</inkml:trace>
  <inkml:trace contextRef="#ctx0" brushRef="#br1" timeOffset="27010.297">29500 3473 704,'0'0'20781,"0"0"-14503,-26 7-5579,-166 42-443,164-44-87,0 2 0,1 1-1,0 1 1,0 1 0,1 1 0,0 2-1,1 0 1,1 2 0,0 1 0,1 1 0,-15 14-169,35-28 8,1 0 0,-1 1 0,0-1 0,1 1 0,0-1 1,0 1-1,0 0 0,0 0 0,1 0 0,0 0 0,-1 0 1,1 0-1,1 0 0,-1 1 0,1-1 0,-1 0 0,1 0 1,0 1-1,1-1 0,-1 0 0,1 0 0,0 0 0,0 1 1,0-1-1,1 0 0,-1 0 0,1 0 0,0-1 0,0 1 1,0 0-1,1-1 0,-1 1 0,1-1 0,0 0 0,0 0 1,0 0-1,0 0 0,0-1 0,1 1 0,3 1-8,138 57-348,-54-35-867,-5-8-1853</inkml:trace>
  <inkml:trace contextRef="#ctx0" brushRef="#br1" timeOffset="27543.805">31740 3451 21917,'0'0'5429,"0"0"-3980,0 0-1314,0 0 8,0 0 122,0 0 106,21 9-99,3-1-215,95 59 169,-111-63-211,-2 1 1,1 0-1,-1 1 0,1 0 1,-1 0-1,-1 0 0,1 1 1,-1 0-1,-1 0 0,1 0 1,-1 0-1,0 1 0,-1-1 1,0 1-1,0 0 1,0 0-1,-1 1 0,-1-1 1,1 0-1,-1 1 0,-1-1 1,1 1-1,-1-1 0,-1 1 1,0-1-1,0 0 0,-1 1 1,0-1-1,0 0 1,-1 0-1,-1 3-15,-13 11-7,-2 0 0,0-1-1,-1-1 1,-1-1 0,-1 0 0,-1-2 0,-1-1-1,0 0 1,-14 5 7,23-12-52,-152 72-1789,126-72-223</inkml:trace>
  <inkml:trace contextRef="#ctx0" brushRef="#br1" timeOffset="27860.507">32229 3270 23165,'0'0'5704,"0"0"-4419,10 21-1202,81 144 364,-37-98-179,4-1-1,2-3 1,3-3 0,2-3 0,5-1-268,-25-18 55,-35-30-48,62 64 34,-70-70-42,0 0 0,0 0 0,-1 1 0,1-1 0,-1 1 0,1 0 0,-1-1 0,0 1 0,0 0 1,0 0-1,-1-1 0,1 1 0,0 0 0,-1 0 0,0 0 0,0 0 0,0 0 0,0 0 0,0 0 0,-1 0 1,1-1-1,-1 1 0,0 0 0,0 0 0,0 0 0,0-1 0,0 1 0,0 0 0,-1-1 0,1 1 1,-2 1 0,-5 2-40,0 1 0,0-2 1,0 1-1,0-1 0,-1 0 1,0 0-1,0-1 1,0-1-1,-1 0 0,1 0 1,-3 0 39,-15 6-186,-67 22-1108,-1-6-1546</inkml:trace>
  <inkml:trace contextRef="#ctx0" brushRef="#br1" timeOffset="28630.907">21013 4860 28278,'0'0'827,"0"0"-323,0 0-93,8 19 121,-4-5-419,-2-7-66,0 0-1,1 0 0,-1 0 1,1 0-1,1 0 0,-1-1 0,1 0 1,0 1-1,0-1 0,1-1 0,0 1 1,0-1-1,1 0 0,-1 0 1,1 0-1,0-1 0,6 4-46,6 0 48,0-1-1,1 0 1,0-2-1,0 0 0,1-1 1,-1-1-1,1-1 1,-1 0-1,1-2 1,0 0-1,0-1 1,-1-1-1,1-1 1,-1-1-1,0-1 1,1 0-48,46-17 0,0-2 1,-1-4-1,49-28 0,-70 34 22,70-36-18,-56 23-64,2 3 0,1 3-1,1 2 1,1 3 0,1 3-1,1 2 1,1 4 0,1 2-1,0 3 1,35 1 60,-79 12 4,0 1 0,-1 2 0,1 0 1,-1 1-1,-1 1 0,0 1 0,0 1 0,0 1 0,-1 0 0,-1 2 0,2 2-4,66 37 40,-53-35-16,1-2 0,0-1 0,1-1 0,0-2 0,1-2 0,0-1 0,0-2 0,1-1 0,8-2-24,128-4 85,-1-7-1,152-28-84,-109 10-8,187-23-1253,-310 31-874</inkml:trace>
  <inkml:trace contextRef="#ctx0" brushRef="#br1" timeOffset="29184.967">28527 5004 28078,'0'0'1122,"0"0"-354,22 22-152,-7-6-517,-4-4-39,0 1 0,1-2-1,0 1 1,1-2 0,0 0 0,1 0-1,0-1 1,0-1 0,1 0 0,0-1 0,0-1-1,1-1 1,11 4-60,31-1 118,0-1 0,0-3 1,0-3-1,0-2 0,26-6-118,94-17 168,-2-9 1,-2-7-1,102-40-168,-63 17 33,2 11 0,18 5-33,-164 37-2,1 3 1,0 3-1,1 3 0,-1 3 1,23 6 1,-60-4 13,-1 1-1,-1 2 1,1 1 0,-1 2 0,-1 1-1,0 1 1,0 1 0,-1 2 0,-1 1-1,-1 1 1,0 2 0,15 14-13,18 21-36,-43-35 7,0-2 1,1 0-1,1-1 0,0 0 1,1-2-1,1 0 1,0-2-1,1 0 1,1-1-1,-1-2 1,1 0-1,1-1 0,0-2 1,0 0 28,122-19-4070,-91-12-4995</inkml:trace>
  <inkml:trace contextRef="#ctx0" brushRef="#br1" timeOffset="40512.841">19954 2200 19812,'0'0'1457,"0"0"-1457</inkml:trace>
  <inkml:trace contextRef="#ctx0" brushRef="#br1" timeOffset="41150.636">19810 1528 10562,'0'0'13115,"0"0"-9849,0 0-2568,0 0-89,0 0 34,0 0-107,-9-5-152,-25-12-136,20 53 315,12 64 13,-11-110-1692,4 6-1794</inkml:trace>
  <inkml:trace contextRef="#ctx0" brushRef="#br1" timeOffset="41782.175">19685 1906 3441,'0'0'19536,"0"0"-14822,0 0-3934,0 0-223,0 0-125,0 0-78,-10 10-94,5-6-246,1 0-1,0 0 1,-1 1-1,1 0 1,1 0-1,-1 0 1,1 0-1,0 1 1,0-1-1,1 1 1,-1 0-1,1-1 1,1 1-1,-1 0 0,1 0 1,0 0-1,0 1 1,1-1-1,0 0 1,0 5-14,-34 1054 792,-57 287-407,62-919-203,47-476-1029,0-26-819,-4-16-2495</inkml:trace>
  <inkml:trace contextRef="#ctx0" brushRef="#br1" timeOffset="42174.065">19779 1465 28134,'0'0'814,"0"0"-473,0 0-149,28 5 84,209 21 450,335-35-224,515 13-88,262 115-562,-162-19-2902,-998-85 2223</inkml:trace>
  <inkml:trace contextRef="#ctx0" brushRef="#br1" timeOffset="42673.232">24672 1575 28878,'0'0'828,"0"0"-361,-2 17-290,-5 208 412,12 294 132,1 75 154,-37 195-875,-41-127-674,62-584-334,-2-33-1359</inkml:trace>
  <inkml:trace contextRef="#ctx0" brushRef="#br1" timeOffset="43073.032">19183 4386 15251,'0'0'10671,"0"0"-8348,2-17-2238,-1 6-58,-1 8-15,-1 0 0,1 1 0,0-1 0,0 0-1,0 1 1,0-1 0,0 0 0,1 1 0,-1-1 0,1 0-1,0 1 1,0-1 0,0 1 0,0-1 0,0 1 0,0 0 0,1-1-1,-1 1 1,1 0 0,0 0 0,-1 0 0,1 0 0,0 0 0,0 0-1,0 1 1,1-1 0,-1 1 0,0-1 0,0 1 0,1 0 0,-1 0-1,1 0 1,-1 0 0,1 0 0,0 1 0,-1-1 0,1 1 0,0 0-13,159 27 1504,107 27-1016,2-12 0,2-12-1,230-6-486,-198-9 273,1951 197-614,-2113-196 131,72 7-635,-50-13-940</inkml:trace>
  <inkml:trace contextRef="#ctx0" brushRef="#br1" timeOffset="44489.514">19582 4840 23789,'0'0'4220,"0"0"-2640,0 0-844,0 0-390,0 0-112,40-4 46,420-56 339,1701-185 108,-817 163-667,-1025 55-368,-280 6-324,-56-7-3903,-18 6-8170</inkml:trace>
  <inkml:trace contextRef="#ctx0" brushRef="#br1" timeOffset="44805.688">19919 4228 29918,'37'14'374,"390"124"-146,-202-87 139,2-9 1,2-11-1,1-9 1,76-9-368,746-17 644,-1013 2-652,35 1-24,-1-3 0,0-4 1,0-2-1,0-4 0,14-7 32,-85 20-97,1 0 0,-1 0-1,1 0 1,-1 0 0,1 0 0,-1 0 0,1-1-1,-1 1 1,0-1 0,0 1 0,0-1 0,0 0 0,0 0-1,0 0 1,-1 0 0,1 0 0,-1 0 0,1-1 0,-1 1-1,0 0 1,0-1 0,0 1 0,0-1 0,0 0-1,0 1 1,-1-1 0,1 1 0,-1-1 0,0 0 0,0 1-1,0-1 1,0 0 0,0 0 0,-1 1 0,1-1-1,-1 1 1,0-1 0,0-1 97,-8-28-6481</inkml:trace>
  <inkml:trace contextRef="#ctx0" brushRef="#br1" timeOffset="45072.549">19827 4873 21501,'0'0'8377,"204"-27"-7929,46 11-199,72 4-25,40 10 264,8 2 104,-21 0-152,-3-4-152,-4-8-144,-28-5-128,-32-1-16,-34-2 0,-42 0 0,-50 5 0,-49-1-192,-35-2-224,-36 6-416,-23 0-1409</inkml:trace>
  <inkml:trace contextRef="#ctx0" brushRef="#br1" timeOffset="56205.706">22773 5862 29726,'0'0'793,"0"0"-489,0 0-192,0 0-32,0 0 104,0 0-16,40 71-120,-23-59-48,-10 19-320,-7-1-977,0-1-5208</inkml:trace>
  <inkml:trace contextRef="#ctx0" brushRef="#br1" timeOffset="56552.723">21877 7233 25669,'0'0'4063,"0"0"-2935,0 0-915,0 0-85,0 0 158,35-24 40,440-315-56,-270 209-271,-191 123-43,0 1 0,0 0 0,1 1 0,-1 1 1,1 0-1,0 1 0,0 0 0,0 1 1,0 1-1,1 0 0,4 2 44,-18 0-7,0 1 0,0-1 0,0 1 0,0 0 0,-1-1 0,1 1 0,-1 0 0,1 0 0,-1 0 0,0 0 0,1 0 0,-1 1-1,0-1 1,-1 0 0,1 0 0,0 1 0,-1-1 0,1 1 0,-1-1 0,0 0 0,0 1 0,0-1 0,0 1 0,0-1 0,0 1 0,-1-1 0,1 0 0,-1 1 0,1-1 0,-1 0 0,0 1 0,0-1-1,0 0 1,-1 0 0,0 2 7,-105 152-161,-634 701-138,627-718 269,7 6 0,6 3 0,-21 53 30,68-80-634,47-68-2757,7-41-4863</inkml:trace>
  <inkml:trace contextRef="#ctx0" brushRef="#br1" timeOffset="56819.423">22775 7509 23165,'0'0'6633,"-61"164"-5896,13-34-297,-3 16-216,19-26 56,12-29-48,11-34-128,7-12-80,0-1-24,2-9-144,0-11-72,0-28-128,2-24-360,4-17-1169</inkml:trace>
  <inkml:trace contextRef="#ctx0" brushRef="#br1" timeOffset="57068.751">23174 7225 17340,'0'0'10298,"0"0"-7730,0 0-2155,-23 9-235,-5 1-144,-109 61 90,123-63-102,0 2 0,1 0 0,0 1 0,1 0 0,0 0 0,1 2 0,0-1 0,1 1 0,1 1 0,0 0 0,0 0 0,2 1 0,0 0 0,0 0 0,2 1 0,0 0 0,0 0 0,2 0 0,0 0 0,0 13-22,5-24 8,1 0 0,1 1 0,-1-1 0,1-1 1,0 1-1,0 0 0,0-1 0,0 0 0,1 0 1,0 0-1,0-1 0,0 1 0,0-1 0,0-1 1,1 1-1,-1-1 0,1 1 0,0-2 0,0 1 1,0-1-1,0 1 0,0-2 0,0 1 0,0-1 1,0 0-1,0 0 0,0 0 0,0-1 0,0 0 1,0 0-1,2-2-8,3 3 3,9 1-169,-1-1 1,1-1-1,0-1 1,0 0-1,-1-2 0,1 0 1,-1-1-1,0-1 0,0-1 1,-1-1-1,0 0 0,0-2 1,-1 0-1,-1 0 1,10-9 165,7-14-3555</inkml:trace>
  <inkml:trace contextRef="#ctx0" brushRef="#br1" timeOffset="57335.418">23578 6345 30366,'-42'164'721,"0"51"-185,-4 41-264,18 3 120,13-17 40,10-7-384,5-12-48,0-22 0,0-25 0,0-46 0,0-41 0,0-38 0,-6-29 0,-3-20-472,-17-42-120,1-19-873,-3-20-3728</inkml:trace>
  <inkml:trace contextRef="#ctx0" brushRef="#br1" timeOffset="57519.258">23492 7177 29734,'0'0'640,"0"0"-295,127 117-265,-59-62-80,53 4-240,-18-13-417,-7-19-1103</inkml:trace>
  <inkml:trace contextRef="#ctx0" brushRef="#br1" timeOffset="57699.049">24577 6797 30791,'0'0'656,"0"0"-560,0 0-80,0 0-16,158 29 200,-88-29 24,7 0-224,0 0-200,4-2-472,-22 2-817,-22 0-1975</inkml:trace>
  <inkml:trace contextRef="#ctx0" brushRef="#br1" timeOffset="57955.45">24625 7499 27070,'0'0'3216,"0"0"-3216,-135 148-232,91-95-2184,15-21-14660</inkml:trace>
  <inkml:trace contextRef="#ctx0" brushRef="#br1" timeOffset="58134.322">24766 7732 4537,'0'0'21698,"-8"24"-16854,-49 158-4408,34-63-547,30-125-549,62-191-254,-59 157 791,2 1 1,1 0-1,3 1 0,0 1 0,3 0 0,1 2 0,14-19 123,-30 48 41,0 0-1,0 0 1,1 0 0,0 0-1,1 1 1,-1 0-1,1 0 1,0 0 0,0 1-1,0-1 1,1 2-1,0-1 1,-1 1 0,1 0-1,1 0 1,-1 1-1,0 0 1,0 0-1,1 0 1,-1 1 0,1 1-1,0-1 1,-1 1-1,1 0 1,-1 1 0,1 0-1,-1 0 1,1 1-1,-1 0 1,0 0 0,0 0-1,0 1 1,0 0-1,0 1 1,0-1 0,-1 1-1,0 1 1,1-1-1,-2 1 1,1 0 0,0 1-41,0 2 30,-1 0 0,1 0 0,-1 1 0,-1 0 0,0 0 0,0 1 0,-1-1 0,0 1 0,0-1 0,-1 1 0,-1 0 0,1 0 0,-2 0 0,1 0 0,-1 0 0,-1 0 0,0 0 0,0 0 0,-1 0 0,-1 0 0,1 0 0,-1-1 0,-1 1 0,0-1 0,0 0 0,-1 0 0,0-1 0,-1 1 0,1-1 0,-2 0 0,-3 3-30,9-10-35,0 1-1,-1-2 1,1 1-1,0 0 1,-1 0-1,1 0 1,0-1-1,-1 1 1,1-1-1,-1 1 1,1-1-1,-1 1 1,0-1-1,1 0 1,-1 0-1,1 0 1,-1 0-1,1 0 1,-1 0-1,0 0 1,1 0-1,-1-1 1,1 1-1,-1-1 1,1 1-1,-1-1 1,1 0-1,0 1 1,-1-1-1,1 0 1,0 0-1,-1 0 1,1 0-1,0 0 1,0 0-1,0 0 1,0 0-1,0-1 1,0 1-1,0 0 1,0-1-1,1 1 1,-1-1-1,0 1 1,1-1 35,-16-32-2986</inkml:trace>
  <inkml:trace contextRef="#ctx0" brushRef="#br1" timeOffset="58384.937">25013 6781 29486,'0'0'1201,"0"0"-953,-70 146 80,7 2 136,-14 29-40,-6 17-176,2-9-168,6-13-40,3-10-16,10-17-24,16-28-176,16-40-392,12-40-1081</inkml:trace>
  <inkml:trace contextRef="#ctx0" brushRef="#br1" timeOffset="58718.877">25653 6459 30431,'0'0'504,"0"0"-440,130 34-48,-64-12 160,-1 5 288,-1 11-88,-14 5-192,-17 10-80,-22 9 8,-11 7 8,-22 6-56,-19 7-64,-8 1-64,-3 0-288,-18 0-344,15-24-1089,7-25-4136</inkml:trace>
  <inkml:trace contextRef="#ctx0" brushRef="#br1" timeOffset="59119.234">25691 6883 29566,'-77'490'1511,"76"-477"-1486,-2 5-10,1 0 1,1 1-1,1-1 1,0 1-1,1-1 1,1 0-1,1 0 1,1 1-1,0-2 0,1 1 1,1 0-1,1-1 1,7 14-16,0-11 6,1 0 0,0-1 0,2-1 0,0 0 0,1-1 0,0-1 1,2-1-1,0 0 0,0-2 0,2 0 0,-1-1 0,2-2 0,-1 0 0,1-1 0,1-1 1,-1-2-1,18 3-6,18 1 39,-44-9-32,0 0 0,0 1 1,0 1-1,0 1 0,-1 0 1,1 1-1,-1 0 0,0 1 0,-1 1 1,9 5-8,-20-8-1,1 0 0,0 0 0,-1 0 0,1 0 0,-1 1 0,0-1 0,-1 1 0,1-1 0,-1 1 0,0 0 0,0-1-1,0 1 1,-1 0 0,0 0 0,0 0 0,0 0 0,0 0 0,-1-1 0,0 1 0,0 0 0,0 0 0,0-1 0,-1 1 0,0-1 0,0 1 0,0-1 0,0 0 0,-1 0 0,0 0 0,0 0 0,0 0 0,0 0 0,0-1 0,-2 1 1,-32 34-47,-1-1 1,-2-2-1,-2-1 0,-1-3 1,-1-1-1,-2-2 0,-1-3 1,0-1-1,-2-3 0,-25 7 47,32-10-46,0-3 0,-1-1-1,-1-3 1,0-1 0,-1-2-1,0-2 1,0-2 0,-5-2 46,46-1-13,0-1 1,1 0 0,-1 0 0,0-1 0,1 1 0,-1-1 0,1 0-1,-1 0 1,1 0 0,-1 0 0,1 0 0,-1-1 0,1 0 0,0 1 0,0-1-1,0-1 1,0 1 0,0 0 0,1-1 0,-1 1 0,1-1 0,-1 0-1,1 0 1,0 0 0,0 0 0,0 0 0,0 0 0,1 0 0,-1-1-1,1 1 1,0-1 0,0 1 0,0-1 0,1 1 0,-1-1 0,1 0 0,0 1-1,0-1 1,0 0 0,1-3 12,0-8-48,1-1-1,1 1 1,0-1 0,1 1-1,1 0 1,0 1 0,1-1-1,0 1 1,2 0 0,-1 0-1,2 1 1,0 0 0,0 1-1,1 0 1,1 0 0,0 1-1,0 0 1,1 1 0,1 1-1,9-6 49,73-60 69,3 4 0,4 5 1,2 4-1,3 5 0,2 4 0,9 3-69,-62 24-3451</inkml:trace>
  <inkml:trace contextRef="#ctx0" brushRef="#br1" timeOffset="59304.026">26890 8679 27854,'0'0'4913,"0"0"-4913,0 0-680,-130-28-5089</inkml:trace>
  <inkml:trace contextRef="#ctx0" brushRef="#br1" timeOffset="102416.309">22280 9608 24661,'0'0'5425,"0"0"-4824,0 0-313,0 0-136,0 0 168,127 2 88,18-34-136,63-3-104,49 7-64,30 12-16,24 14-32,13 2-16,23 8-40,19 14 0,13 2-192,-94-7-392,-44-7-1169</inkml:trace>
  <inkml:trace contextRef="#ctx0" brushRef="#br1" timeOffset="102925.013">28599 8270 28438,'0'0'932,"0"0"-348,0 0-221,0 0 80,34 8 32,307 40 326,-248-45-672,46 1 21,0 5 0,-1 6 0,-1 7 1,19 9-151,-133-24 7,-1 0 0,-1 1 1,0 1-1,0 1 0,-1 1 1,0 1-1,0 0 0,-2 2 1,5 4-8,-15-11-53,0 0 1,0 0-1,-1 1 1,0 0 0,-1 1-1,0 0 1,0 0 0,-1 0-1,0 0 1,0 1-1,-1 0 1,-1 0 0,1 0-1,-2 0 1,1 1 0,-2-1-1,1 1 1,-1-1-1,-1 1 1,0 4 52,-6 14-989,-11-15-904</inkml:trace>
  <inkml:trace contextRef="#ctx0" brushRef="#br1" timeOffset="103208.614">30075 8144 26798,'0'0'2852,"1"29"-2031,26 203-263,-14-183-432,3-1 0,2-1 0,1 0 0,3-2 0,2 0 0,2-2 0,1 0 1,21 21-127,-44-58 11,-2-5-8,0 0-1,0 1 0,0-1 1,0 0-1,-1 0 0,1 1 1,0-1-1,-1 1 1,1 0-1,-1 0 0,0-1 1,1 1-1,-1 0 0,0 0 1,0 0-1,0 0 0,0 0 1,-1 0-1,1 0 1,0 1-1,-1-1 0,0 0 1,1 0-1,-1 0 0,0 1 1,0-1-1,0 0 1,-1 0-1,1 1 0,0-1 1,-1 0-1,1 0 0,-1 0 1,0 0-1,0 0 0,0 0 1,0 0-1,0 0 1,0 0-1,-1 0 0,1 0 1,0-1-1,-1 1 0,0 0 1,1-1-1,-1 1 1,0-1-1,-1 1-2,-153 20 79,-474 45-582,429-52-2090,148-14-2492</inkml:trace>
  <inkml:trace contextRef="#ctx0" brushRef="#br1" timeOffset="103592.268">31517 8146 11674,'0'0'17644,"0"0"-17108,0 0-296,120 8 153,-60 23 79,8 5-168,8-1-152,5-3-96,3-8-24,-3-7-32,-9-7-136,-4-10-344,-18 0-937,-19-15-2496</inkml:trace>
  <inkml:trace contextRef="#ctx0" brushRef="#br1" timeOffset="103888.117">32034 8385 21661,'-21'29'3732,"-187"286"-1407,118-153-1643,8 4 0,7 3-1,7 3 1,-22 100-682,69-203 81,-4 7-30,4 2 1,4 0 0,-2 33-52,30-82-497,22-59-74,55-147-4779,-46 78-5166</inkml:trace>
  <inkml:trace contextRef="#ctx0" brushRef="#br1" timeOffset="104275.186">32120 8541 10882,'0'0'13224,"0"0"-9984,0 0-2600,0 0-91,0 0 120,5 18-75,-2-9-556,-1 0-1,0 1 0,0-1 1,-1 1-1,0-1 0,-1 1 1,0-1-1,0 1 0,-1-1 1,-1 1-1,1-1 0,-1 0 1,-1 1-1,0-1 0,0 0 1,-1-1-1,-1 4-37,-35 60 177,25-49-145,1 0-1,1 1 1,2 1-1,0 0 1,2 0 0,0 1-1,2 0 1,1 1 0,0 3-32,6-27 1,1-1-1,-1 0 1,0 1 0,1-1 0,-1 0 0,1 1 0,0-1 0,0 0 0,0 1 0,0-1 0,0 0 0,0 0 0,0 0 0,1 0 0,-1 0 0,1 0-1,0-1 1,-1 1 0,1 0 0,0-1 0,0 1 0,0-1 0,0 0 0,0 0 0,1 0 0,-1 0 0,0 0 0,0 0 0,1 0 0,-1-1-1,0 1 1,1-1 0,-1 0 0,1 1 0,-1-1 0,0 0 0,2-1-1,96-5-26,13-39-10,-99 37 33,1 1-1,0 0 1,0 1-1,0 1 0,1 0 1,-1 1-1,1 1 1,7-1 3,-20 6 1,0-1 1,-1 0-1,1 1 1,0 0-1,-1-1 1,0 1 0,1 0-1,-1 0 1,0 0-1,0 1 1,0-1-1,-1 0 1,1 1-1,0-1 1,-1 1 0,1 0-1,-1 0 1,0-1-1,0 1 1,0 0-1,-1 0 1,1 0 0,-1 0-1,1 0 1,-1 0-1,0 0 1,0 0-1,0 0 1,0 0 0,-1 0-1,1 0 1,-1 0-1,0 0 1,0-1-1,-1 3-1,2 14 16,-7 65 7,-3-1 0,-4 0 0,-3-1 0,-4 0 0,-7 9-23,28-90 0,-6 31-35,-2 0 0,-1-1 0,-1 0 0,-2 0 0,-1-1 0,-1-1 0,-2 0 0,-1-1-1,-1 0 1,-1-2 0,-1 0 0,-2-1 0,0-2 0,-2 1 35,21-21-32,-1-1 1,1 1-1,-1 0 0,1-1 1,-1 0-1,0 0 0,0 0 0,0 0 1,0 0-1,0-1 0,0 0 0,-1 0 1,1 0-1,0-1 0,-1 1 0,1-1 1,-1 0-1,1 0 0,0 0 1,-1-1-1,1 0 0,0 1 0,-1-2 1,1 1-1,0 0 0,0-1 0,0 0 1,0 0-1,0 0 0,1 0 1,-1-1-1,1 1 0,-1-1 0,-2-3 32,-2-7 64,0 0 0,1-1 0,1 0-1,0 0 1,1 0 0,0-1 0,1 1-1,1-1 1,0 0 0,2 0 0,-1 0-1,2-1 1,0 1 0,0 0 0,2 0 0,1-8-64,1 10-5,1 0 0,0 0 1,1 1-1,0 0 0,0 0 1,2 0-1,-1 1 1,2 0-1,-1 1 0,1-1 1,1 2-1,0-1 0,0 2 1,5-4 4,2-3-49,94-80-1034,4 7-2005</inkml:trace>
  <inkml:trace contextRef="#ctx0" brushRef="#br1" timeOffset="104640.415">33152 8641 28734,'0'0'740,"20"-3"-478,136-33 50,-138 30-221,164-36 267,-180 43-366,0 1 0,-1-1 0,1 0 0,0 1 0,-1-1 0,1 0 0,-1 1 0,0 0 0,0-1 0,1 1 0,-1 0 1,0 0-1,0 0 0,-1-1 0,1 1 0,0 0 0,-1 0 0,1 0 0,-1 0 0,0 0 0,1 0 0,-1 1 0,0-1 0,0 0 0,0 0 0,-1 0 0,1 0 0,0 0 0,-1 0 0,1 0 0,-1 0 0,0 0 0,0 0 0,0 0 0,0-1 0,0 1 0,0 0 0,0 0 0,0-1 0,-1 1 0,1-1 0,-1 1 0,1-1 0,-1 0 0,0 0 0,0 1 8,-175 182-74,33-51-214,-6-6 1,-6-8-1,-167 98 288,316-213-72,-5 4-54,1-1 0,-1-1 0,1 0 0,-2 0 0,1-2 0,-1 1 0,1-1 0,-1-1 0,0 0 0,-1-1 0,-2 0 126,3-2-4210</inkml:trace>
  <inkml:trace contextRef="#ctx0" brushRef="#br1" timeOffset="104990.931">33148 9146 29910,'-22'33'753,"-144"221"-149,165-252-602,-8 9 19,1 0-1,0 1 0,1 0 0,0 0 0,1 1 0,0-1 0,1 1 0,0 1 0,2-1 0,-1 1 1,1-1-1,1 1 0,1 2-20,1-15-5,0 1 0,0-1 0,0 1 0,0 0 0,1-1 0,-1 1 0,1-1 0,-1 1 0,1-1 0,0 1 0,-1-1 0,1 1 0,0-1-1,0 0 1,0 1 0,0-1 0,0 0 0,1 0 0,-1 0 0,0 0 0,0 0 0,1 0 0,-1 0 0,0 0 0,1-1 0,-1 1 0,1 0 0,-1-1 0,1 1 0,-1-1 0,1 0 0,0 1 0,-1-1 0,1 0 0,0 0 0,-1 0 0,1 0 0,-1 0 0,1-1 0,0 1 0,-1 0 0,1-1 0,0 1 5,75-28-314,-46 6 81,-1-3 0,-1 0 0,-1-1 0,-1-2 0,-2-1 0,-1-1 0,3-7 233,130-139-1215,-153 172 1230,0 0-1,0 0 0,0 1 1,1 0-1,0-1 0,-1 2 1,1-1-1,0 0 1,1 1-1,-1 0 0,0 0 1,1 1-1,-1-1 0,1 1 1,-1 0-1,1 1 0,1-1-14,-5 4 54,0-1 0,-1 0 0,1 1 0,-1-1 0,1 1 0,-1 0 0,0-1 0,0 1 1,0 0-1,-1 0 0,1 0 0,-1-1 0,1 1 0,-1 0 0,0 0 0,0 0 0,0 0 0,-1 0 0,1 0 0,-1-1 0,1 1 0,-1 0 0,0 0 0,-1 1-54,-6 15 68,0-1 1,-1 0-1,-1-1 1,-1 0 0,0 0-1,-1-1 1,-1-1-1,0 0 1,-2 0-1,1-2 1,-2 0 0,-4 3-69,20-17-33,0 0 0,0 0 0,0 1 0,1-1 0,-1 0 0,0 0 0,0 0 0,0 0 1,-1 0-1,1 0 0,0 0 0,0 0 0,0 1 0,-1-1 0,1 0 0,0 0 1,-1 0-1,1 0 0,-1 1 0,1-1 0,-1 0 0,1 0 0,-1 1 0,0-1 1,1 0-1,-1 1 0,0-1 0,1 1 0,-1-1 0,0 1 0,0-1 0,0 1 0,1 0 1,-1-1-1,0 1 0,0 0 0,0-1 0,0 1 0,0 0 0,0 0 0,1 0 1,-1 0-1,0 0 0,0 0 0,0 0 0,0 0 0,0 1 0,0-1 0,0 0 1,1 0-1,-1 1 0,0-1 0,0 0 0,0 1 0,0-1 0,1 1 0,-1-1 0,0 1 33,1-45-2725</inkml:trace>
  <inkml:trace contextRef="#ctx0" brushRef="#br1" timeOffset="105240.335">34088 8505 2657,'0'0'25229,"0"0"-24229,0 0-384,131 116-136,-104-66 9,-10 1-193,-8 0-168,-9-3-96,0-3-32,-28-4-48,-12-3-240,-10-8-145,-5-11-255,0-13-400,9-6-248,7-31-73,15-11-495,10-7-17204</inkml:trace>
  <inkml:trace contextRef="#ctx0" brushRef="#br1" timeOffset="105541.094">33943 8700 19060,'0'0'4605,"-2"18"-783,-8 46-2787,4-38-842,0 0 0,2 1-1,1 0 1,1 0-1,1 0 1,1 0-1,2 0 1,0 0 0,2 0-1,1-1 1,1 1-1,7 15-192,10-6 31,2-1 1,1-2-1,2-1 0,1-1 0,23 19-31,-22-23 3,-1 2 0,-1 2 0,-2 0 0,-1 2 0,-1 0 0,-1 4-3,-19-32-32,-1 0 0,-1 0 0,1 1 0,-1-1 0,0 0 0,0 1 0,0-1 0,-1 1 0,0 0 0,0-1 0,-1 1 0,1 0 0,-1 0 0,0-1 0,-1 1 0,1 0-1,-1 0 1,-1-1 0,1 1 0,-1-1 0,1 1 0,-2-1 0,1 1 0,-1-1 0,1 0 0,-1 0 0,-1 0 0,1-1 0,-1 1 0,0-1 0,0 0 0,-1 1 32,-35 20-280,-1-2-1,-1-1 1,-1-2-1,-1-3 1,-1-1-1,0-2 0,0-2 1,-41 5 280,42-6-194,-1-2-1,0-2 1,0-2 0,0-2 0,-1-2-1,-5-2 195,47 1 50,-1-1 0,1 1 0,0-1 0,-1 0 0,1 0 0,0-1 0,0 1 0,0-1 0,0 0 0,0 0-1,1 0 1,-1-1 0,0 1 0,1-1 0,0 0 0,0 0 0,0 0 0,0-1 0,0 1 0,0-1 0,1 1 0,0-1-1,0 0 1,0 0 0,0 0 0,0 0 0,1 0 0,0 0 0,0 0 0,0-1 0,0 1 0,1 0 0,-1-1 0,1 1-1,0 0 1,1-1 0,-1 1 0,1 0 0,0-1 0,0 1 0,0 0 0,0 0 0,1 0 0,0 0 0,0 0 0,0 0 0,0 0-1,1 1 1,-1-1 0,1 1 0,0-1-50,16-14 130,1 1-1,1 1 1,1 1-1,0 0 0,1 2 1,0 1-1,19-7-129,-34 15 24,170-77-262,4 9 1,136-33 237,-268 90-2231</inkml:trace>
  <inkml:trace contextRef="#ctx0" brushRef="#br1" timeOffset="105707.542">34540 10050 28246,'0'0'3625,"0"0"-3257,0 0-368,0 0-40,0 0-528,0 0-2273</inkml:trace>
  <inkml:trace contextRef="#ctx0" brushRef="#br1" timeOffset="107862.755">18707 12675 29942,'0'0'1401,"0"0"-1049,0 0-136,132-201-136,32 16 0,36-36 0,14-14-64,-12 18-16,-31 32 0,-4 13-160,-20 18-216,-42 46-360,-33 21-1601</inkml:trace>
  <inkml:trace contextRef="#ctx0" brushRef="#br1" timeOffset="108171.789">19737 11028 26222,'0'0'3935,"0"0"-2923,34-18-881,270-165-27,-182 98 3,0-2-36,5 4-1,3 6 1,100-42-71,-216 113 5,0 0 0,0 1 1,0 1-1,1 0 0,0 1 1,-1 0-1,1 1 0,14 1-5,-26 1 1,-1 1 0,1 0 0,-1 0-1,1 0 1,-1 1 0,0-1 0,0 1-1,0-1 1,1 1 0,-2-1-1,1 1 1,0 0 0,0 0 0,0 0-1,-1 0 1,1 1 0,-1-1-1,0 0 1,0 1 0,0-1 0,0 0-1,0 1 1,0-1 0,0 1 0,-1 0-1,0-1 1,1 1 0,-1-1-1,0 1 1,0 0 0,0-1 0,-1 1-1,1 0 1,-1-1 0,1 1-1,-1-1 1,0 1 0,0-1 0,0 1-1,0-1 1,0 0 0,-1 1 0,1-1-1,-1 0 1,1 0 0,-1 0-1,0 0 1,-1 0-1,-21 40 27,-1 0 0,-3-2 1,-1-2-1,-20 20-27,27-31 8,-488 574-821,478-558-693</inkml:trace>
  <inkml:trace contextRef="#ctx0" brushRef="#br1" timeOffset="108723.995">22039 5757 7458,'0'0'16564,"5"39"-12397,31 378-2243,-30-28-1070,-16-1 0,-26 91-854,-162 1224 509,195-1677-462,-1 5-379,6-67-205,24-210-3352,-14 96-4878</inkml:trace>
  <inkml:trace contextRef="#ctx0" brushRef="#br1" timeOffset="109155.106">22098 5974 12355,'0'0'13924,"23"4"-10687,249 55-2326,-29-29-667,1-10 1,0-11-1,0-10 1,0-11-1,41-16-244,118 0 119,305 8-256,117 36 137,-747-13-76,18 5-91,0-4 0,1-4 1,-1-4-1,0-5 0,-1-3 1,0-5-1,75-24 167,-52-20-699,-116 60 694,-1-1 1,1 1-1,-1 0 0,0-1 0,1 0 1,-1 1-1,0-1 0,0 0 1,0 1-1,0-1 0,0 0 1,0 0-1,-1 0 0,1 0 0,0 0 1,-1 0-1,0 0 0,1 0 1,-1 0-1,0 0 0,0 0 1,0 0-1,0 0 0,-1 0 0,1 0 1,-1 0-1,1 0 0,-1 0 1,1 0-1,-1 1 0,0-1 0,0 0 1,0 0-1,0 0 0,0 1 1,-1-1-1,1 1 0,0-1 1,-1 1-1,1-1 0,-1 1 0,1 0 1,-1 0-1,0 0 0,1 0 1,-1 0-1,0 0 0,0 0 0,0 0 1,0 1-1,0-1 0,0 1 1,0-1 4,-8-1 70,-1 0 1,1 1 0,-1 0-1,1 1 1,-1 0-1,1 0 1,0 1 0,-1 1-1,1 0 1,0 0 0,0 1-1,0 0 1,0 1-1,0 0 1,1 0 0,-1 1-1,1 0 1,0 1 0,1 0-1,0 0 1,0 1 0,0 0-1,1 1 1,-1 0-1,2 0 1,-6 8-71,-5 9 66,2 2 1,0 0-1,2 1 1,1 0-1,1 1 1,2 0-1,1 1 1,1 0-1,1 0 1,1 11-67,-12 314 458,17-337-437,12 265 326,44 241-347,-55-517 0,26 237-563,-7 212 563,-22-354-1227,-11-36-1104</inkml:trace>
  <inkml:trace contextRef="#ctx0" brushRef="#br1" timeOffset="109423.236">22843 9117 30807,'167'7'632,"52"-7"-632,44 0-160,7-15 64,-9-9 96,10 0 64,12-3-64,-68 5-264,-44 2-1897</inkml:trace>
  <inkml:trace contextRef="#ctx0" brushRef="#br1" timeOffset="109871.787">26666 9629 28150,'0'0'1080,"0"0"-677,26-11-308,24-10 20,0 3 1,1 2 0,1 2-1,23-2-115,73-6 214,1 7-1,0 6 1,1 7-1,47 9-213,-130 2 53,0 2 0,-1 4 0,-1 2 0,-1 3 0,0 3 0,-2 3 0,-1 3 0,-1 2 0,-1 2 0,-2 4 0,-2 1 0,50 47-53,60 51 91,-95-72-31,3-4-1,3-2 1,2-4-1,3-4 1,1-3-1,8-1-59,106 27 283,149 33-283,-284-88 1,107 27-364,1-6 0,1-8 0,2-8 0,137 0 363,-249-22-2074</inkml:trace>
  <inkml:trace contextRef="#ctx0" brushRef="#br1" timeOffset="110173.004">30467 10296 26398,'0'0'3440,"13"20"-2718,-4-8-725,-2-1-2,0 0 1,1 0 0,0-1-1,1 0 1,0 0-1,1-1 1,0-1-1,0 1 1,1-2 0,0 1-1,0-2 1,3 2 4,398 149 169,-407-156-164,-1 1 0,0 0-1,0 1 1,0-1 0,0 1 0,0-1-1,0 1 1,-1 0 0,1 1-1,-1-1 1,0 0 0,0 1 0,0 0-1,-1 0 1,1 0 0,-1 0-1,0 0 1,0 0 0,0 1 0,-1-1-1,1 1 1,-1-1 0,0 1-1,0 0 1,-1-1 0,0 1 0,1 0-1,-2-1 1,1 1 0,0 0-1,-1-1 1,0 1 0,0 0 0,0-1-1,-1 1 1,0-1 0,1 0-1,-1 1 1,-1-1 0,1 0 0,-3 3-5,-19 24-81,-1-2 1,-1-1-1,-1-1 1,-2-2-1,-23 17 81,28-22-191,-61 48-1748,11-12-2902</inkml:trace>
  <inkml:trace contextRef="#ctx0" brushRef="#br1" timeOffset="110864.527">31309 10294 29214,'0'44'261,"-3"5"-142,3 1 0,1-1 0,3 0 0,2 0 0,2-1 1,3 1-1,1-2 0,12 28-119,-10-42 70,1-1 1,2-1-1,2 0 1,0-1-1,2-1 1,1-1-1,2-1 1,0-1-1,2-1 0,0-1 1,2-1-1,1-2 1,0-1-1,2-1 1,0-2-1,1-1 1,0-1-1,18 4-70,17 0 73,1-3 0,0-4 0,1-2 0,0-3 0,0-4 0,0-2-1,1-3 1,-1-4 0,0-2 0,-1-3 0,0-4 0,22-9-73,62-25 22,-1-6 0,-4-7-1,-2-7 1,-4-5 0,-2-7 0,-5-6-1,-3-6 1,-5-5 0,71-74-22,-106 89 0,-5-3 0,-3-5 0,-5-3 0,-3-3 0,-5-3 0,18-41 0,-56 84 0,-3-2 0,-2 0 0,-3-2 0,-2-1 0,-3-1 0,-3 0 0,-3-1 0,-3-1 0,-2 0 0,-3 0 0,-3 0 0,-6-50 0,-10 32 0,-3 1 0,-4 0 0,-4 1 0,-3 2 0,-4 0 0,-3 3 0,-3 1 0,-3 1 0,-4 3 0,-40-48 0,47 59 0,-3 2 0,-3 2 0,-2 1 0,-2 3 0,-3 2 0,-2 2 0,-1 3 0,-3 2 0,-1 2 0,-3 3 0,-1 3 0,-1 3 0,-1 2 0,-16-2 0,25 16 0,-1 3 0,0 3 0,-1 2 0,0 2 0,0 3 0,-1 3 0,1 1 0,0 4 0,0 2 0,0 2 0,1 3 0,1 2 0,0 3 0,-42 19 0,-47 28 0,2 7 0,4 5 0,3 6 0,4 7 0,4 4 0,-78 78 0,90-71 0,4 4 0,6 4 0,4 6 0,5 3 0,5 5 0,-61 110 0,125-186-1,2 0 1,2 2-1,3 1 1,1 0-1,2 2 0,3 0 1,2 0-1,3 1 0,1 1 1,3-1-1,2 1 1,3 0-1,1 0 0,3 0 1,3 4 0,7-10-151,1 0 0,2-1 0,3-1 0,1-1 0,2 0 0,2-2 0,2-1 0,2-1 1,1-1-1,2-2 0,2-1 0,1-2 0,16 12 151,81 58-1700,-19-39-1334</inkml:trace>
  <inkml:trace contextRef="#ctx0" brushRef="#br1" timeOffset="15456.054">5409 8659 28598,'0'0'876,"0"0"-378,0 0-122,27-8 25,185-57 153,-153 52-499,0 2 1,0 3-1,1 2 1,1 3-1,-1 3 1,0 2-1,0 3 1,18 6-56,-55-9 16,1 2 1,-1 1-1,0 1 1,0 1-1,0 1 0,-1 1 1,-1 0-1,1 2 1,-2 1-1,0 0 1,0 2-1,7 6-16,-19-10 6,-1-1 0,1 2 0,-2-1-1,1 1 1,-2 0 0,1 1 0,-1-1 0,-1 1-1,0 0 1,-1 0 0,0 0 0,-1 1 0,0-1-1,-1 1 1,-1-1 0,0 1 0,0-1 0,-1 1-1,-1-1 1,0 1-6,-8 40 16,-3 1 0,-2-2 0,-2 0 0,-2-1 0,-2 0 0,-3-2-1,-2-1 1,-2-1 0,-2-1 0,-1-1 0,-3-2 0,-2-2 0,-7 5-16,21-20-19,-7 12-103,-2-2 1,-2-1 0,-1-2 0,-25 19 121,54-56-527,8-28-581,13-18-1574</inkml:trace>
  <inkml:trace contextRef="#ctx0" brushRef="#br1" timeOffset="15712.811">6965 8408 29646,'0'0'899,"-22"20"-325,-136 131 208,120-108-703,1 1-1,3 2 1,1 1-1,3 2 0,1 1 1,3 1-1,2 2 1,3 0-1,-8 33-78,22-64 22,2 0-1,1 0 1,0 0 0,2 1 0,0-1-1,2 1 1,1 3-22,2-14-2,0 1 0,1-1 0,1 1 0,0-1 0,1-1 0,0 1-1,1-1 1,0 0 0,1 0 0,0-1 0,1 0 0,0-1 0,0 0 0,1 0 0,0-1 0,0 0 0,1 0 0,0-2-1,1 1 1,-1-1 0,1-1 0,1 0 0,-1-1 0,0 0 0,9 1 2,26 6-126,0-3 1,0-1-1,1-2 0,-1-3 1,39-2 125,-26 0-612,-1-3 1,0-3-1,0-2 1,27-8 611,26-18-3611</inkml:trace>
  <inkml:trace contextRef="#ctx0" brushRef="#br1" timeOffset="16096.082">8815 8815 30038,'0'0'841,"0"0"-537,0 0 32,171 163 112,-55-40 16,40 33-128,17 5-336,0-9 0,-13-25 0,-26-35 0,-22-23 0,-27-27 0,-17-27-208,0-28-880,-13-21-1001,-11-9-16339</inkml:trace>
  <inkml:trace contextRef="#ctx0" brushRef="#br1" timeOffset="16362.445">10067 8803 26974,'0'0'3449,"0"0"-2849,-116 0-200,43 55-104,-19 52-64,-15 50-144,6 27-88,22 5-112,11-13-312,29-58-841,4-25-1791</inkml:trace>
  <inkml:trace contextRef="#ctx0" brushRef="#br1" timeOffset="17038.2">11682 8720 26598,'0'0'3132,"0"0"-2263,22-15-724,76-46-50,-91 59-72,1-1 0,-1 1 1,0 0-1,1 0 1,-1 1-1,1 0 0,-1 0 1,1 1-1,0 0 1,-1 1-1,1-1 0,-1 1 1,1 1-1,-1-1 1,1 1-1,-1 1 1,0-1-1,0 1 0,0 1 1,0-1-1,-1 1 1,1 0-1,-1 1 0,0-1 1,0 1-1,-1 0 1,1 1-1,-1-1 0,0 2-23,20 25 38,-1 1 0,-2 1 0,-2 1 0,-1 0 0,-1 2-1,-3 0 1,-1 1 0,-1 1 0,4 23-38,-15-53 5,126 475 199,-128-477-203,1 0 1,0 0 0,1 0-1,-1 0 1,2 0-1,-1 0 1,0 0-1,1-1 1,1 1-1,-1-1 1,1 0 0,0 0-1,0 0 1,1-1-1,-1 1 1,1-1-1,1 0 1,-1 0-1,1-1 1,0 0 0,0 0-1,0 0 1,0-1-1,0 1 1,1-1-1,0-1 1,0 0-1,0 0 1,0 0 0,1 0-2,0-2 2,-1-1 0,1 1 1,-1-1-1,1 0 1,-1-1-1,0 0 1,1 0-1,-1-1 1,0 0-1,-1 0 1,1 0-1,0-1 0,-1 0 1,0 0-1,0-1 1,0 0-1,-1 0 1,1 0-1,2-4-2,31-33 5,-2-1-1,-2-2 1,-2-2-1,-2-1 1,-1-4-5,24-35-23,-5-2 1,-3-3-1,-5-1 0,-3-2 1,-5-2-1,-4-1 0,-4-1 1,10-90 22,-33 24 240,-2 165-236,0 1 0,0-1 0,-1 0 0,1 0 0,0 1 0,0-1 1,-1 0-1,1 0 0,0 1 0,-1-1 0,1 0 0,0 0 0,0 0 1,-1 0-1,1 0 0,0 0 0,-1 1 0,1-1 0,0 0 0,-1 0 1,1 0-1,0 0 0,-1 0 0,1 0 0,0 0 0,-1 0 0,1 0 1,0 0-1,-1-1 0,1 1 0,0 0 0,-1 0 0,1 0 0,0 0 1,-1 0-1,1-1 0,0 1 0,0 0 0,-1 0 0,1 0 0,0-1 1,0 1-1,-1 0 0,1 0 0,0-1 0,0 1 0,0 0 0,-1-1 1,1 1-1,0 0 0,0-1 0,0 1 0,0 0 0,0-1 0,0 1 1,0 0-1,0-1 0,0 1 0,0 0 0,0-1 0,0 1 0,0 0 1,0-1-1,0 1 0,0 0 0,0-1-4,-6 177 155,21 122-110,13-1 1,32 114-46,-12-89 6,-32-201-6,55 398 0,1 451 0,-71-932 0,1 0 0,-1 0 0,-2-1 0,-2 1 0,-1-1 0,-2 0 0,-1 0 0,-2-1 0,-4 7 0,9-34 0,-1-1 0,0 0 0,0 0 0,-1 0 0,0-1 0,-1 1 0,1-2 0,-1 1 0,0-1 0,-1 0 0,0 0 0,0-1 0,0 0 0,0-1 0,-1 1 0,0-2 0,0 1 0,0-1 0,0-1 0,-1 1 0,1-2 0,0 1 0,-1-1 0,1-1 0,-1 0 0,0 0 0,1-1 0,-1 0 0,1 0 0,-1-1 0,1-1 0,0 0 0,0 0 0,0 0 0,0-1 0,1-1 0,0 1 0,-1-1 0,1-1 0,-2-2 0,-9-13-17,1 0-1,0-2 1,2 0 0,1 0-1,1-2 1,1 0 0,1 0-1,1-1 1,2-1 0,0 0-1,2 0 1,1 0 0,1-1-1,1 0 1,1-21 17,-1-16-11,3 0 1,2 0-1,4 0 1,2 1-1,3 0 1,3 0-1,3 1 1,3-1 10,249-707-247,-193 493-477,-60 152-2225,-13 51-5782</inkml:trace>
  <inkml:trace contextRef="#ctx0" brushRef="#br1" timeOffset="17641.249">5955 10166 8834,'0'0'15122,"0"0"-11305,0 0-2872,0 0-161,0 0-72,0 0-169,1 3-179,17 8 23,193-40 212,274-3-38,241 24-561,-549 8 70,301 23-57,-2 22 0,324 77-13,-532-79 3,1880 227-3,-404-175 0,-397-27 0,-1043-49 0,-87-5-340,-65-7-1360</inkml:trace>
  <inkml:trace contextRef="#ctx0" brushRef="#br1" timeOffset="30559.245">5242 10815 24229,'0'0'4885,"0"0"-3556,0 0-972,27 20-53,89 64-33,-104-76-229,0-1 1,1 0 0,0-1-1,0-1 1,0 0 0,1-1 0,0 0-1,0-1 1,0 0 0,0-2-1,0 1 1,0-2 0,0 0-1,10-1-42,-1 1 42,28-5-16,-1-2 1,0-3 0,-1-1 0,0-3 0,-1-2 0,0-2 0,-2-2 0,0-2 0,1-3-27,-22 13 4,129-62 4,-36 14-78,2 5 0,3 6 0,127-33 70,-78 52-35,0 8 1,1 8-1,1 7 1,164 15 34,513 40 100,-587-24-34,0 11 0,93 31-66,-215-34 12,114 27 63,247 23-75,-271-65 3,0-10 1,54-12-4,444-69-47,-465 51-24,-10 2-407,-1-10 0,5-13 478,-157 18-1502</inkml:trace>
  <inkml:trace contextRef="#ctx0" brushRef="#br1" timeOffset="65230.189">4455 8219 27470,'7'17'875,"25"83"-449,-5 1 0,-4 1 0,-4 2 0,-5 0 1,-5 0-1,-4 1 0,-8 86-426,-3-90 142,-4 0 1,-4-1-1,-5 0 0,-4-1 1,-5-2-1,-4 0 0,-39 81-142,32-108-60,28-74-168,9-136-1232,2 31-814</inkml:trace>
  <inkml:trace contextRef="#ctx0" brushRef="#br1" timeOffset="65633.813">4620 7432 29982,'0'0'527,"34"3"-309,292 43-73,169 31 420,383 6-565,-28-4 99,-821-76-102,4 0-171,0 1-1,0 2 1,-1 1-1,1 1 1,-2 2 0,19 8 174,-47-17-5,0 1 0,-1-1 0,1 0 0,0 1 1,-1-1-1,1 1 0,-1 0 0,1 0 1,-1 0-1,0 0 0,0 0 0,0 0 0,0 1 1,0-1-1,-1 1 0,1 0 0,-1-1 1,0 1-1,1 0 0,-1 0 0,0-1 0,-1 1 1,1 0-1,0 0 0,-1 0 0,0 0 1,0 0-1,0 0 0,0 0 0,0 0 0,0 0 1,-1 0-1,1 0 0,-1 0 0,0 0 1,0 0-1,0 0 0,0 0 0,-1-1 0,1 1 1,-1-1-1,0 1 0,0 0 5,-27 29 425,-29 55 408,47 57-413,23 7-237,7-1 0,20 67-183,-4-16 69,-5-17-1248,-8 0 0,-4 110 1179,-18-261-3206</inkml:trace>
  <inkml:trace contextRef="#ctx0" brushRef="#br1" timeOffset="65916.615">5604 10109 31015,'0'0'832,"0"0"-680,0 0-136,210 31-16,-52-31 128,61-31 0,29-19-120,15-7-8,-9-4-432,-85 20-696,-33 5-7538</inkml:trace>
  <inkml:trace contextRef="#ctx0" brushRef="#br1" timeOffset="66365.573">11575 8152 25037,'0'0'3313,"44"189"-2593,-16 11 104,-6 46-263,-9 22-49,-8-1-64,-5-17-104,0 7-136,-3-15-88,-12-21-80,2-51-8,4-64-32,3-44-64,6-39-192,0-29-152,0-19-120,-3-23-1049</inkml:trace>
  <inkml:trace contextRef="#ctx0" brushRef="#br1" timeOffset="66834.772">11893 7783 28982,'265'-3'607,"0"12"0,53 18-607,40 22 433,-3 15 1,248 84-434,-61 4-416,-444-117 337,-98-34 86,0 0 0,1 0 0,-1 1 0,0-1 0,0 0 0,0 0 0,0 0 0,0 0 0,0 1 0,-1-1 1,1 0-1,0 0 0,0 0 0,-1 0 0,1 0 0,-1 0 0,1 0 0,-1 0 0,1 0 0,-1 0 0,0 0 0,0 0 0,1 0 0,-1 0 0,0 0 0,0 0 0,0-1 0,0 1 1,0 0-1,0-1 0,0 1 0,0-1 0,0 1 0,0-1 0,0 0 0,0 1 0,0-1 0,-1 0 0,1 0 0,0 0 0,0 1 0,0-1 0,0 0 0,-1-1 0,1 1 1,0 0-1,0 0 0,0 0 0,-1-1-7,-4 3 35,-4 2-13,1 1-1,0 1 0,1 0 0,-1 0 0,1 0 1,0 1-1,0 1 0,1-1 0,0 1 1,1 0-1,-1 1 0,2-1 0,-1 1 1,1 1-1,0-1 0,1 1 0,0-1 1,1 1-1,0 0 0,1 1 0,-1-1 1,2 0-1,0 1 0,0-1 0,1 1 1,0-1-1,1 6-21,-11 513 659,28-23-145,22 2-514,-38-353-2484,-19-125-258</inkml:trace>
  <inkml:trace contextRef="#ctx0" brushRef="#br1" timeOffset="67100.768">12145 10320 31327,'0'0'736,"136"22"-560,28-5-176,38-1 0,15-8 88,-5-8 200,-17 0-136,-8 0-152,-19-4 0,-21 4 0,-31 0-176,-37 8-408,-37 10-1121</inkml:trace>
  <inkml:trace contextRef="#ctx0" brushRef="#br1" timeOffset="119262.593">4379 7582 28318,'0'0'1027,"0"0"-214,0 0-319,0 0-166,0 28 1,6 266 365,3 6-321,-13 1 1,-23 110-374,-155 854 17,163-1167-214,35-370-3268,-6 121-1555</inkml:trace>
  <inkml:trace contextRef="#ctx0" brushRef="#br1" timeOffset="119719.478">4420 7560 29182,'26'0'780,"720"-42"569,-136 1-717,429 47-344,-897-3-281,567 0-634,-710-2 626,0-1-1,0 1 1,0-1 0,0 1 0,0-1 0,0 1 0,1 0-1,-1 0 1,0-1 0,0 1 0,1 0 0,-1 0 0,1 0-1,-1 0 1,1 0 0,-1 0 0,1 0 0,-1 0 0,1 0 0,0 0-1,0 0 1,-1 0 0,1 0 0,0 0 0,0 0 0,0 0-1,0 0 1,0 1 0,0-1 0,1 0 0,-1 0 0,0 0-1,0 0 1,1 0 0,-1 0 0,1 0 0,-1 0 0,1 0-1,-1 0 1,1 0 0,0-1 0,-1 1 0,1 0 0,0 0-1,0-1 1,-1 1 0,1 0 0,0-1 0,0 1 0,0 0-1,0-1 1,0 1 0,0-1 0,0 0 0,0 1 0,0-1 0,0 0-1,0 0 1,0 0 0,0 1 0,0-1 0,1 0 0,-1 0-1,0-1 1,0 1 0,0 0 0,0 0 0,0 0 0,0-1-1,1 0 2,-8 6 30,0-1 0,-1 0 0,0 0 0,1-1 0,-1 0 0,0 0 0,0-1 0,-1 0 0,1 0 0,0 0 0,-1-1-1,1 0 1,-1-1 0,1 0 0,-1 0 0,-2-1-30,8 1 3,-1-1 0,1 1 0,0-1-1,-1 0 1,1 0 0,0 0 0,0 0 0,0 0-1,0-1 1,0 1 0,0 0 0,0-1 0,0 0-1,0 1 1,0-1 0,1 0 0,-1 0 0,1 0-1,0 0 1,0 0 0,-1-1 0,1 1 0,0 0-1,1 0 1,-1-1 0,0 1 0,1 0-1,-1-1 1,1 1 0,0-1 0,0-1-3,6 225 173,-12 946 326,15-960-499,9-1 0,35 158 0,-43-265-2681,-19-91-1591</inkml:trace>
  <inkml:trace contextRef="#ctx0" brushRef="#br1" timeOffset="120002.144">4633 10316 30935,'0'0'1144,"0"0"-1144,270 0-24,-45-2 24,47-10 184,22-6 80,11 5 0,8-1-264,9 6 0,0 8 0,-15 0 0,-15 6-208,-77 6-928,-49-4-1345</inkml:trace>
  <inkml:trace contextRef="#ctx0" brushRef="#br1" timeOffset="120537.955">11187 8436 5185,'0'0'18556,"0"0"-14126,0 0-3732,0 0-230,0 0-79,6 24 174,31 204-4,-9 1 0,-10 1-1,-11 0 1,-13 85-559,5-165 150,-6 157-104,-14-1 0,-34 141-46,48-421-186,0-37-187,-1-43-253,2-28-687,-3-12-861</inkml:trace>
  <inkml:trace contextRef="#ctx0" brushRef="#br1" timeOffset="120837.035">11325 8087 28110,'19'-5'2058,"195"-33"-1487,1 10 0,1 8 0,66 10-571,-31 3 201,0 11-1,-1 11 1,80 23-201,142 46 85,-168-26-96,2-14 1,6-12 10,245-4-293,-553-28 234,-1-1 1,1 1-1,0 0 1,-1 1-1,1-1 1,0 1-1,-1-1 1,1 1 0,-1 0-1,1 0 1,-1 1-1,1-1 1,-1 1-1,0 0 1,0 0-1,0 0 1,0 0-1,0 0 1,0 0 0,-1 1-1,1 0 1,-1-1-1,1 1 1,-1 0-1,0 0 1,0 0-1,0 1 1,-1-1 0,1 2 58,0 15-2457</inkml:trace>
  <inkml:trace contextRef="#ctx0" brushRef="#br1" timeOffset="121120.905">14703 8120 28638,'0'0'1865,"-66"202"-1401,20-11-216,-2 38 16,2 11 200,8-13-56,5-20-128,3-7-144,3-15-136,6-23 0,5-38 0,5-35-104,-4-20-336,4-30-392,-7-17-1513</inkml:trace>
  <inkml:trace contextRef="#ctx0" brushRef="#br1" timeOffset="121370.981">11573 10093 30102,'0'0'1545,"0"0"-1353,256 57-144,-41-39 0,37-16 184,18-2 176,-5-24-216,2 3-192,-2 1 0,-10 6 0,-21 6 0,-23 8 0,-34 0 0,-48 14 0,-30 14 0,-42-7-248,-33-3-1680</inkml:trace>
  <inkml:trace contextRef="#ctx0" brushRef="#br0" timeOffset="132095.505">1527 12677 3577,'0'0'7681,"0"0"-4976,0 0-897,0 0-1632,-112 113-176,95-84 0,-1-3 6514,5-4-5370,4-3-808,9 13-256,0-6-80,0-3-3257</inkml:trace>
  <inkml:trace contextRef="#ctx0" brushRef="#br0" timeOffset="133035.361">1584 12222 17292,'0'0'2614,"0"0"-469,0 0 456,0 0-871,0 0-874,0 0-287,-46 42 1856,35-25-2346,0 1 1,1 0-1,1 1 0,0 0 1,2 0-1,0 1 1,1 0-1,1 1 0,1-1 1,0 10-80,2-21 15,-80 460 700,-8 289-715,70-497 270,10 0 0,20 169-270,12-274 27,7-1 0,6-1 0,7-2 0,7-1 0,17 24-27,-24-56-39,-15-57-438,-23-73 1,-8-143-1801,-9 60-743</inkml:trace>
  <inkml:trace contextRef="#ctx0" brushRef="#br0" timeOffset="133383.346">1371 12758 29150,'0'0'688,"0"0"-152,0 0-225,30-14 39,32-16-128,1 4 0,1 2 0,51-11-222,229-35 176,4 15 0,2 15 0,1 15-1,280 20-175,-315 24 35,-1 14-1,87 29-34,156 19-230,22-13-3531,-536-62 2245</inkml:trace>
  <inkml:trace contextRef="#ctx0" brushRef="#br0" timeOffset="133634.044">5880 12569 23413,'0'0'2402,"0"0"-623,0 0-501,-9 18-238,1-1-898,1-1 1,0 1-1,1 0 1,1 1 0,1-1-1,0 1 1,1 0-1,1 0 1,1 0-1,1 1-142,9 296 1261,26 106-1261,2 41 169,-19 735-169,-19-850 0,9 301-1534,-5-552-1229</inkml:trace>
  <inkml:trace contextRef="#ctx0" brushRef="#br0" timeOffset="134424.202">5687 12312 29766,'0'0'588,"36"0"-221,575-4 785,-366 4-805,0 11-1,46 15-346,63 31 59,-2 16 1,-5 15-1,136 61-59,-480-148-5,0-1-13,0 0 0,1 1 1,-1 0-1,0-1 0,0 1 0,0 0 0,0 1 0,0-1 0,0 0 0,-1 1 0,1 0 0,0 0 0,-1-1 0,1 2 0,-1-1 0,0 0 0,1 0 0,-1 1 0,0-1 1,-1 1-1,1 0 0,0-1 0,-1 1 0,1 0 0,-1 0 0,0 0 0,0 1 18,-37 21-382,27-22 312,-90 18-324,75-18 366,0 2 0,0 1 1,0 0-1,1 2 0,0 0 1,-15 9 27,34-14 6,-1 0 1,1 1-1,-1-1 1,1 1-1,0 0 1,1 0-1,-1 0 1,1 0-1,0 1 0,0-1 1,0 1-1,0 0 1,1 0-1,0 0 1,0 0-1,0 1 1,1-1-1,0 0 1,0 1-1,0-1 1,1 1-7,-10 286 520,84 710 348,-58-639-870,41 571-49,-47-754-1114,-21-127-776,-16-12-2238</inkml:trace>
  <inkml:trace contextRef="#ctx0" brushRef="#br0" timeOffset="134683.722">6882 16003 30447,'0'0'792,"123"49"-568,37-21 80,39-12 152,25-12-72,4-4-224,-11-18-160,8-6 0,3-5 0,-2-7 0,-11-7-488,-27-14-320,-56 7-1001,-44-1-5120</inkml:trace>
  <inkml:trace contextRef="#ctx0" brushRef="#br0" timeOffset="135050.664">9037 13387 31407,'28'14'480,"486"211"-331,-312-168-64,3-9 0,1-9 0,2-9 0,1-9-1,206-7-84,-311-10-8,-86-3 4,-6-2-29,-1 1-1,1 0 0,0 1 1,-1 1-1,1-1 1,-1 2-1,1-1 1,-1 2-1,0-1 1,0 2-1,0-1 1,-1 2-1,7 3 34,-14-4 39,-1 0 0,1 0 1,-1 0-1,0 0 0,0 1 0,-1-1 0,0 0 0,0 1 0,0-1 1,0 1-1,-1-1 0,0 1 0,0-1 0,0 1 0,-1 0 0,-1 2-39,2 25 110,36 89-91,54 74-19,-8 3 0,-9 4 0,-9 3 0,16 114 0,-41-43-305,-12 2 0,-13 0 0,-16 184 305,-2-419-1232,-7-15-758</inkml:trace>
  <inkml:trace contextRef="#ctx0" brushRef="#br0" timeOffset="135316.858">9964 16524 31423,'0'0'712,"0"0"-696,116 20 8,-13-20 16,28 0 24,-3-20-64,-19-4-64,-17 1-432,-17-13-632,-14 5-529,-15-3-10209</inkml:trace>
  <inkml:trace contextRef="#ctx0" brushRef="#br0" timeOffset="135566.687">6038 14090 14443,'0'0'0,"0"-119"-10170</inkml:trace>
  <inkml:trace contextRef="#ctx0" brushRef="#br0" timeOffset="135968.888">6450 13194 25766,'5'-17'2268,"54"-132"-756,-13 86-1408,2 2-1,4 2 0,1 2 0,3 3 0,3 2 1,1 3-1,3 2 0,2 4 0,1 2 0,3 3 1,0 3-1,3 3 0,21-4-103,49-19 90,2 7 0,2 6 1,1 6-1,94-8-90,146-4 75,78 13-75,543-15 137,723 69-137,-835 42 64,-4 39 0,-5 40-1,158 75-63,917 311 520,-1798-488-1383,2-7 1,74 1 862,-194-29-1681</inkml:trace>
  <inkml:trace contextRef="#ctx0" brushRef="#br0" timeOffset="136317.359">17379 12218 30406,'0'0'594,"9"20"-330,-4-11-244,4 13 6,2 0 1,1-1 0,1 0 0,0-1-1,2-1 1,0 0 0,3 2-27,51 42 245,2-3 0,3-3 0,19 8-245,-12-8 125,326 249 275,-394-296-398,-1 0-1,0 1 1,-1 0 0,-1 0-1,1 1 1,-2 1-1,0 0 1,0 0 0,-2 1-1,1 0 1,-2 0 0,0 0-1,0 1 1,-1 0 0,-1 0-1,-1 1 1,0-1-1,-1 1 1,-1 0 0,0-1-1,-1 1 1,-1 2-2,-1-9 0,0 0 0,-1-1 0,0 1 0,0-1 0,-1 0 0,0 0 0,0 0 0,-1-1 0,0 0 0,-1 1 0,1-2 0,-1 1 0,-1-1 0,1 0 0,-1 0 0,0 0 0,0-1 0,-1 0 0,-3 1 0,-69 44 0,-2-4 0,-2-3 0,-2-4 0,-11 0 0,43-17 0,-382 150-89,338-160-2688,79-24-2663</inkml:trace>
  <inkml:trace contextRef="#ctx0" brushRef="#br0" timeOffset="137045.617">20544 12880 26494,'0'0'3632,"0"0"-2919,-131 140-225,28-25-120,-40 43-72,-19 19-96,-2-1-104,14-9-40,30-23-24,21-11-32,34-31-24,27-29-184,34-21-304,4-27-1049,9-17-5616</inkml:trace>
  <inkml:trace contextRef="#ctx0" brushRef="#br0" timeOffset="137216.42">20268 14080 28854,'0'0'1809,"-29"195"-1321,8-96-80,10-26-216,4-16-40,5 6-80,2 0-72,0-4-104,0-25-224,15-28-272,18-52-553,-4-21-735,-5-15-9210</inkml:trace>
  <inkml:trace contextRef="#ctx0" brushRef="#br0" timeOffset="137426.702">20634 13735 28502,'0'0'1560,"0"0"-855,0 0-121,2 110-112,-2-53-152,-4 6-152,-7-3-96,4-7-72,5-14-24,2-15-152,4-18-200,34-24-208,-3-19-1009,-5-13-6712</inkml:trace>
  <inkml:trace contextRef="#ctx0" brushRef="#br0" timeOffset="137832.98">21423 12298 21341,'0'0'6770,"0"0"-4920,0 0-1380,0 0-154,0 0 93,-3 22-16,-39 158 296,-3-72-314,30-79-356,2 0 0,2 1 1,0 0-1,2 0 0,1 1 0,2 1 1,1-1-1,1 6-19,5-32 0,0 0 0,1 0 0,-1 0 0,1 0 0,1 0 0,-1-1 0,0 1 0,1-1 0,0 1 0,0-1 0,1 0 0,-1 0 0,1-1 0,0 1 0,0-1 0,0 0 0,0 0 0,0 0 0,1 0 0,-1-1 0,1 0 0,0 0 0,0 0 0,0 0 0,0-1 0,0 0 0,0 0 0,0 0 0,0-1 0,0 1 0,1-1 0,-1-1 0,0 1 0,0-1 0,3 0 0,545 8 0,-543-7 0,-5-1 0,0 0 0,0 0 0,0 1 0,0-1 0,0 1 0,0 1 0,0-1 0,0 1 0,0 0 0,0 0 0,0 0 0,-1 1 0,1-1 0,0 1 0,-1 0 0,1 1 0,-1-1 0,0 1 0,1 0 0,-1 0 0,-1 0 0,1 0 0,0 1 0,-1 0 0,0 0 0,0 0 0,0 0 0,0 0 0,1 3 0,-3 8 0,0 0 0,-1 0 0,-1 0 0,0 0 0,-1 0 0,0 0 0,-2 0 0,0-1 0,0 1 0,-1-1 0,-1 0 0,0-1 0,-1 1 0,-1-1 0,0 0 0,0-1 0,-1 0 0,-1 0 0,0-1 0,-1 0 0,0-1 0,-7 5 0,-218 224 0,-51 27 0,244-227 0,16-15-22,-11 14-38,-3-3 0,0-1 0,-3-2 0,0-3 1,-6 2 59,47-29-75,1 0 0,-1 0 1,1 0-1,-1-1 0,0 1 1,0-1-1,0 1 0,0-1 1,0 0-1,0 0 0,0-1 1,0 1-1,0 0 0,0-1 1,0 0-1,-1 0 1,1 0-1,0 0 0,0 0 1,0-1-1,0 1 0,-1-1 1,1 0-1,0 0 0,0 0 1,0 0-1,1-1 0,-1 1 1,0-1-1,0 0 0,1 0 1,-1 0-1,1 0 0,0 0 1,-1 0-1,1 0 1,0-1-1,0 1 0,1-1 1,-1 0-1,0-1 75,-11-44-3603</inkml:trace>
  <inkml:trace contextRef="#ctx0" brushRef="#br0" timeOffset="137998.151">21397 13409 29222,'112'16'1433,"21"23"-857,29 1-272,-2-9-32,-6-11 24,-5-8-80,-9-4-144,-28-2-72,-24-2-208,-5-4-248,-30 0-608,-16 0-1305</inkml:trace>
  <inkml:trace contextRef="#ctx0" brushRef="#br0" timeOffset="138432.056">22320 13737 28990,'-22'12'1056,"-243"159"645,223-140-1584,2 2 0,1 2 1,1 1-1,3 2 1,-23 30-118,22 12-260,36-78 238,1 0 1,-1 0 0,1 0 0,0-1 0,0 1 0,-1 0 0,1 0 0,1-1 0,-1 1 0,0-1 0,0 1 0,1-1 0,-1 0 0,0 1 0,1-1 0,-1 0 0,1 0 0,0 0 0,-1 0 0,1 0 0,0 0 0,0-1 0,0 1 0,-1 0 0,1-1 0,0 0 0,0 1 0,0-1 0,0 0 0,0 0 0,0 0 0,0 0 0,0 0 0,0 0 0,0-1 0,-1 1 0,1-1 0,0 1 0,0-1 0,1-1 21,8 2-101,342-43-586,-352 43 703,1 0 0,0 0 0,-1 0-1,1 1 1,-1-1 0,1 0 0,0 1-1,-1-1 1,1 1 0,-1 0 0,1 0 0,-1-1-1,0 1 1,1 0 0,-1 0 0,0 0-1,0 0 1,1 0 0,-1 1 0,0-1 0,0 0-1,0 0 1,0 1 0,-1-1 0,1 1-1,0-1 1,0 1 0,-1-1 0,1 1 0,-1-1-1,0 1 1,1 0 0,-1-1 0,0 1-1,0-1 1,0 1 0,0 0 0,0-1 0,0 1-1,0 0 1,-1-1 0,1 1 0,-1-1-1,1 1-15,-29 74 425,-141 146 82,166-217-510,3-5-1,0 1 0,0-1 1,0 1-1,0-1 0,0 1 1,0 0-1,0-1 0,0 1 1,0 0-1,0 0 1,1 0-1,-1 0 0,0 0 1,1 0-1,-1 0 0,0 0 1,1 0-1,-1 0 0,1 0 1,-1 0-1,1 0 0,0 0 1,0 1-1,-1-1 1,1 0-1,0 0 0,0 0 1,0 0-1,0 1 0,0-1 1,1 0-1,-1 0 0,0 0 1,0 0-1,1 1 1,-1-1-1,1 0 0,-1 0 1,1 0-1,-1 0 0,1 0 1,0 0-1,-1 0 0,1 0 1,0 0-1,0-1 0,0 1 1,0 0-1,0 0 1,0-1-1,0 1 0,0 0 1,0-1-1,0 1 0,0-1 1,0 0-1,1 1 4,158-37-537,-62 7 334,10 18 165,-105 11 48,1 0 0,-1 0 0,0 1 0,1-1 0,-1 1 0,0 0-1,0 0 1,0 0 0,0 0 0,0 1 0,0-1 0,0 1 0,0 0 0,0 0-1,-1 0 1,1 0 0,-1 0 0,0 0 0,1 1 0,-1-1 0,0 1 0,0 0 0,-1-1-1,1 1 1,0 0 0,-1 0 0,0 0 0,0 0 0,0 1 0,1 1-10,-2 15 44,-1 0 1,0 0-1,-2 0 1,0-1-1,-1 1 1,-1 0-1,-1-1 1,0 0-1,-2-1 0,0 1 1,-1-1-1,-1-1 1,0 0-1,-2 0 1,0-1-1,0-1 1,-2 0-1,0 0 1,0-2-1,-9 6-44,-223 210-261,220-208-455,16-17-833</inkml:trace>
  <inkml:trace contextRef="#ctx0" brushRef="#br0" timeOffset="139060.577">23593 12803 30807,'-26'25'486,"-378"400"-523,29 26-1614,341-397 276,39-52 1084,80-37-76,-62 19 261,116-77 224,3 7 0,4 6 0,3 6 0,3 7 1,6 6-119,-135 53 288,-11 4-61,-1-1-1,1 2 1,0-1 0,0 2-1,1 0 1,-1 0 0,1 1 0,-1 0-1,0 1 1,6 1-227,-15 2 36,-1-1 1,0 0-1,0 1 1,1-1 0,-2 1-1,1 0 1,0 0-1,-1 0 1,1 0-1,-1 0 1,0 0-1,0 0 1,0 0-1,0 0 1,0 1-1,-1-1 1,0 0-1,1 0 1,-1 1-1,-1-1 1,1 0-1,0 1 1,-1-1-1,1 0 1,-1 0 0,0 0-1,0 1 1,-1-1-1,1 0 1,0 0-1,-2 1-36,-12 22 31,0 0 0,-2-2 0,-1 0 0,-1-1 1,-1 0-1,-1-2 0,-7 5-31,4-1-12,6-8-27,-26 30-388,-2-2 0,-3-3 1,-42 29 426,37-53-1439,40-69-2639,14 41 2602,-5-25-2109,0 31 8156,3 18-1870,2 600 1519,15-223-3434,-16-388-775,1 0 0,0 1 1,0-1-1,0 1 0,0-1 0,0 0 0,1 1 1,0-1-1,-1 0 0,1 1 0,0-1 0,1 0 1,-1 0-1,0 0 0,1 0 0,0 0 0,0 0 1,0 0-1,0-1 0,0 1 0,0-1 1,1 1-1,-1-1 0,1 0 0,0 0 0,-1 0 1,1 0-1,0-1 0,0 1 0,0-1 0,1 0 1,-1 0-1,0 0 0,0 0 0,1 0 0,-1-1 1,3 1-12,0-2 0,-1 0 1,0-1-1,1 0 1,-1 0 0,0 0-1,0-1 1,0 1-1,0-1 1,0 0 0,-1-1-1,1 1 1,-1-1-1,0 0 1,0 0 0,0 0-1,-1 0 1,1-1-1,0-2 0,56-73-780,-4-2-1,-4-2 1,-3-3-1,27-70 781,-23 39-3772</inkml:trace>
  <inkml:trace contextRef="#ctx0" brushRef="#br0" timeOffset="139331.814">24724 12350 28622,'0'0'2521,"0"0"-2209,0 0-88,-138 132-72,96-71 88,-1 24-112,-3 27-104,13-5-24,11-10-216,20-26-232,10-38-921,19-11-743,-5-8-2657</inkml:trace>
  <inkml:trace contextRef="#ctx0" brushRef="#br0" timeOffset="139582.161">24682 12711 30190,'0'0'761,"0"0"-377,0 0-88,130-8 96,-82-8-88,5-2-272,-3 7-32,-6 11-424,-13 0-392,-20 13-2113</inkml:trace>
  <inkml:trace contextRef="#ctx0" brushRef="#br0" timeOffset="139915.736">24084 13839 30855,'-5'18'709,"-11"40"-510,3 1 0,2 1 0,3-1 0,3 11-199,7 27 55,-1-96-65,1 1 1,-1 0-1,1-1 1,-1 1-1,1-1 1,0 0-1,-1 0 1,1 1-1,0-1 1,0 0-1,0-1 1,0 1-1,0 0 1,0 0-1,0-1 1,1 1-1,-1-1 1,0 0-1,0 0 1,0 0-1,0 0 1,0 0-1,1 0 1,-1 0-1,0-1 1,0 1-1,0-1 1,0 0-1,0 1 1,0-1-1,0 0 0,0 0 1,0 0-1,0 0 1,-1-1-1,1 1 1,0-1-1,-1 1 1,1-1-1,-1 1 1,1-1-1,-1 0 1,0 1-1,0-1 1,0 0 9,25-26-128,-1-1 0,-2-1 0,-1-1-1,-2-1 1,6-14 128,32-48-137,-30 53 132,1 1-1,3 2 0,1 1 1,1 2-1,2 1 1,2 1-1,1 3 0,1 1 1,22-11 5,-14 11 37,1 2-1,2 2 1,0 3 0,1 1 0,2 3 0,0 3 0,0 1-1,9 2-36,41 17 826,-102-5-812,1 1 0,-1 0 0,0 0-1,1 1 1,-1-1 0,0 0 0,0 1 0,1-1 0,-1 1 0,0 0 0,-1 0 0,1 0 0,0 0 0,-1 0-1,1 0 1,-1 0 0,1 0 0,-1 1 0,0-1 0,0 1 0,0-1 0,0 1 0,-1-1 0,1 1 0,-1-1-1,1 1 1,-1-1 0,0 1 0,0 0 0,0-1 0,0 1 0,0 0 0,-1-1 0,1 1 0,-2 1-14,-4 15 0,-2 0 0,0 0 0,-1-1 0,-1 0 0,-1-1 0,0 0 0,-1-1 1,-1 0-1,-1 0 0,0-2 0,-11 9 0,-8 12 0,-117 115-103,99-129-1206,38-32-5,-63-101-2849,43 48-671</inkml:trace>
  <inkml:trace contextRef="#ctx0" brushRef="#br0" timeOffset="140148.563">24527 13182 28070,'0'0'1952,"0"0"-1215,59 241-41,-20-48-104,-6 46-128,-13 27-208,-13 24-256,6 14 0,-4 6-328,2-74-1288,-9-66-3457</inkml:trace>
  <inkml:trace contextRef="#ctx0" brushRef="#br0" timeOffset="145436.129">339 16907 8754,'-30'6'17480,"-96"19"-13382,-57 13-2027,243-58-1831,228-80-199,4 12 1,4 13-1,41 7-41,1314-118 0,-703 95 0,-650 57 0,-66 6-149,-51 4-598</inkml:trace>
  <inkml:trace contextRef="#ctx0" brushRef="#br0" timeOffset="146772.356">27302 14058 25645,'0'0'3671,"0"0"-2558,0 0-805,0 0 32,0 0 32,24-5-62,1-2-258,-1 0 0,1-1 0,-1-1 1,-1-1-1,0-2 0,0 0 0,16-13-52,404-350 291,-432 365-290,-4 3 4,0-1-1,1 1 1,0 1 0,0-1 0,0 1-1,1 1 1,0 0 0,0 0 0,1 0-1,-1 2 1,1-1 0,0 1-1,0 0 1,0 1 0,3 0-5,-10 2 3,-1 1 0,1 0 1,0 0-1,0 0 0,-1 0 1,1 1-1,-1-1 0,1 0 0,-1 1 1,1 0-1,-1 0 0,0 0 1,0 0-1,0 0 0,0 0 0,0 0 1,-1 1-1,1-1 0,0 1 1,-1-1-1,0 1 0,0-1 0,0 1 1,0 0-1,0 0 0,0-1 1,-1 1-1,1 0 0,-1 0 0,0 0 1,0 0-1,0 0 0,0 1-3,0-2 3,13 261 155,-13 160-147,-1-418-11,0 1 0,0 0 0,0 0 0,0 0 0,1 0 0,0 0 0,0 0 0,1 0 0,0 0 0,0 0 0,0 0 0,1 0 0,0-1 0,0 1 0,0-1 0,1 1 0,-1-1 0,1 0 0,1 0 0,-1 0 0,1 0 0,0 0 0,0-1 0,0 0 0,1 0 0,-1 0 0,1 0 0,0-1 0,0 0 0,0 0 0,4 1 0,-2-2 0,0-2 0,0 1 0,0-1 0,0 0 0,0 0 0,1-1 0,-1 0 0,0 0 0,0-1 0,0 1 0,0-2 0,-1 1 0,1-1 0,0 0 0,-1 0 0,0-1 0,0 0 0,5-4 0,24-21 0,-2-1 0,-1-2 0,-1-1 0,-2-1 0,-2-2 0,3-7 0,34-45 0,-5-3 0,-3-2 0,-5-3 0,-4-2 0,-4-1 0,-5-3 0,14-63 0,-51 162 0,5-17 0,-1 37 0,-5 199 0,-45 1016 0,27-1048 0,-7-1 0,-9-1 0,-21 52 0,53-219 0,-1 0 0,0-1 0,0 0 0,-2 0 0,0 0 0,0-1 0,-1 1 0,-1-1 0,0 0 0,-1-1 0,0 0 0,-1 0 0,-1-1 0,1 0 0,-2-1 0,1 0 0,-2 0 0,1-1 0,-1-1 0,-1 0 0,1 0 0,-1-1 0,0-1 0,-1 0 0,0-1 0,-10 2 0,19-6 0,-1-1 0,0 0 0,0 0 0,1-1 0,-1 0 0,0 1 0,1-2 0,-1 1 0,1-1 0,0 0 0,-1 0 0,1 0 0,0-1 0,0 0 0,0 0 0,0 0 0,1-1 0,0 1 0,-1-1 0,1 0 0,0 0 0,1-1 0,-1 1 0,1-1 0,0 0 0,0 0 0,-2-5 0,-4-8 0,1-1 0,0-1 0,2 0 0,0 0 0,2 0 0,0 0 0,0-11 0,-2-17 0,3 0 0,2 0 0,2 0 0,2 0 0,2 0 0,3 1 0,1-1 0,2 2 0,3 0 0,1 0 0,3 1 0,1 1 0,13-19 0,30-42 0,5 3 0,3 3 0,5 3 0,64-61 0,66-41-1814,-144 137-501</inkml:trace>
  <inkml:trace contextRef="#ctx0" brushRef="#br0" timeOffset="147296.49">28404 12166 29230,'-99'31'210,"2"5"0,1 4 1,2 3-1,1 5 0,3 4 0,3 4 0,2 3 0,2 4 0,4 4 0,2 3 0,-63 76-210,53-53 67,4 4-1,5 4 0,4 2 0,4 4 0,6 3 0,4 2 0,5 3 0,5 3 1,6 1-1,4 2 0,6 2 0,-13 101-66,34-145 43,4 1 0,3 0 1,4 1-1,3-1 0,4 0 0,3 0 0,4 0 1,3-1-1,4-1 0,27 71-43,-14-78 0,3-1 0,3-2 0,3-1 0,3-3 0,2-1 0,4-2 0,2-3 0,2-2 0,3-2 0,2-3 0,2-3 0,3-2 0,13 4 0,4 0 0,3-4 0,1-4 0,3-3 0,0-4 0,3-5 0,0-3 0,2-4 0,0-4 0,2-5 0,59 1 0,-99-13 0,0-2 0,-1-3 0,1-2 0,-1-3 0,0-1 0,0-4 0,-1-1 0,-1-3 0,-1-2 0,0-3 0,-2-1 0,0-3 0,-2-2 0,47-35 0,-3-5 0,-3-3 0,-3-4 0,-4-4 0,-3-3 0,-4-4 0,-4-2 0,-3-4 0,39-76 0,-47 74 0,-5-1 0,-4-4 0,-5-1 0,-4-2 0,-4-2 0,-5-1 0,-5-2 0,-4 0 0,-5-2 0,-2-27 0,-11 50 0,-3 0 0,-4 0 0,-4 1 0,-3-1 0,-5 1 0,-2 1 0,-5 1 0,-25-63 0,22 76 0,-3 2 0,-3 1 0,-3 1 0,-3 2 0,-2 1 0,-4 2 0,-2 2 0,-2 2 0,-3 2 0,-2 2 0,-3 2 0,-1 3 0,-3 2 0,-2 3 0,-1 3 0,-2 2 0,-2 3 0,-1 3 0,-20-5 0,22 17-26,0 3 0,-1 3 1,0 3-1,-1 2 0,0 4 0,-1 2 1,1 3-1,-1 3 0,-54 10 26,14 8-216,0 3 0,-81 32 216,-157 80-932,35 24-1241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6:45.2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1022 1 6177,'0'0'23557,"0"0"-22893,0 0-463,0 0-89,0 0 32,0 0-16,20 98-80,-20-11-48,0-8-360,-2 2-1489</inkml:trace>
  <inkml:trace contextRef="#ctx0" brushRef="#br0" timeOffset="762.345">1 1005 29366,'0'0'752,"0"0"-223,0 0-265,0 0 0,210 6 64,38-91 8,39-22-120,7-9-88,-40 15-96,-65 30-8,-54 26-8,-47 21-16,-35 14 0,-23 10-88,-3 0-208,-10-4-176,-6 1-657,-11-7-743</inkml:trace>
  <inkml:trace contextRef="#ctx0" brushRef="#br0" timeOffset="1034.023">1213 89 28966,'-81'113'1080,"-24"39"-327,-27 45-297,-4 10-88,7-8-104,6 3-112,16-13-88,23-13-64,36-40-136,29-42-232,19-32-304,21-33-897,6-23-3256</inkml:trace>
  <inkml:trace contextRef="#ctx0" brushRef="#br0" timeOffset="1301.308">761 1496 29494,'-75'128'771,"5"3"-1,-33 92-770,83-173 7,2 1 0,3 1 1,2 0-1,2 1 0,2 0 0,3 1 0,2 0 0,4 48-7,-1-99-65,1 0 0,-1 0 1,1 0-1,0 0 0,0 1 0,0-1 0,1 0 1,-1 0-1,1 0 0,0-1 0,-1 1 0,1 0 0,1 0 1,-1 0-1,0 0 0,1-1 0,-1 1 0,1-1 1,0 1-1,0-1 0,0 0 0,0 1 0,0-1 1,0 0-1,1-1 0,-1 1 0,1 0 0,-1-1 1,1 1-1,0-1 0,0 0 0,-1 1 0,1-2 0,0 1 1,0 0-1,0 0 0,0-1 0,0 0 0,0 0 1,0 1-1,0-2 0,0 1 0,0 0 0,0-1 1,0 1-1,0-1 0,3-1 65,3 1-109,1-1 0,-1-1 0,0 0 0,1 0 0,-1 0 0,-1-1 0,1-1 0,-1 1 0,1-2 0,-1 1 0,-1-1 0,1 0 0,-1-1 0,0 1 0,4-6 109,362-420 724,-196 243 1212,8 7 0,84-55-1936,-16 15-1266,-186 157-477</inkml:trace>
  <inkml:trace contextRef="#ctx0" brushRef="#br0" timeOffset="1567.072">1803 1168 27006,'-68'115'1960,"-3"31"-992,1 26-191,27-3-217,32-23-88,11-29-120,19-37-104,23-36-136,35-32 24,41-12-8,46-46-80,29-23-48,-11-20-56,-55 16-528,-41 16-1112</inkml:trace>
  <inkml:trace contextRef="#ctx0" brushRef="#br0" timeOffset="1918.161">3422 926 27382,'0'0'1177,"0"0"-199,0 0-379,33-6-232,316-77 207,-217 42-455,-9 0-1,3 7 0,52-6-118,-75 32 80,-100 8-78,1-1-1,-1 1 1,0 0 0,1 0 0,-1 0-1,1 0 1,-1 1 0,0 0-1,1-1 1,-1 1 0,0 0-1,0 1 1,0-1 0,0 1 0,0-1-1,0 1 1,0 0 0,0 0-1,0 0 1,-1 0 0,1 1-1,-1-1 1,0 1 0,0-1 0,0 1-1,0 0 1,0 0 0,0 0-1,-1 0 1,1 0 0,-1 0 0,0 0-1,0 0 1,0 1 0,-1-1-1,1 0 1,-1 1 0,0-1-1,1 1 1,-2-1-2,4 129 9,-21-6 36,-7 0 0,-4-1-1,-7-2 1,-4-2 0,-6-1-1,-32 56-44,58-131 10,19-40-9,-54 129 39,-5-3 0,-73 114-40,38-128 19,95-116-24,-1 0 0,0 0 0,0 1 0,0-1 0,0 0 0,0 0 0,0 0 0,0 0 0,0 0 0,0 0 0,-1-1-1,1 1 1,0 0 0,-1-1 0,1 1 0,0 0 0,-1-1 0,1 0 0,-1 1 0,1-1 0,0 0 0,-1 0 0,1 0 0,-1 0 0,1 0 0,-1 0 0,1 0 0,-1 0 0,1 0 0,-1-1 0,1 1 0,0-1 0,-1 1 0,1-1 0,0 0 0,-1 1 0,1-1 0,0 0 0,0 0 0,-1 0 0,1 0 0,0 0 0,0 0 0,0 0 0,0 0-1,1 0 1,-1-1 0,0 1 0,0 0 0,1-1 0,-1 1 5,-13-82-1270,13 2-1148</inkml:trace>
  <inkml:trace contextRef="#ctx0" brushRef="#br0" timeOffset="2167.564">4238 283 23349,'-94'175'6665,"-23"48"-6120,-16 46-65,8 1-128,26-30-32,22-7-96,25-16-112,28-33-112,24-58-160,13-61-416,20-43-745,2-28-3048</inkml:trace>
  <inkml:trace contextRef="#ctx0" brushRef="#br0" timeOffset="2453.492">4906 867 30182,'-12'17'642,"-220"339"114,224-331-746,21-36-19,-12 11 7,26-24-21,2-6-41,2 1 0,1 2 0,1 1 0,1 1 0,1 2 1,1 1-1,1 2 0,1 2 0,1 1 0,0 2 0,1 2 0,0 1 0,16 0 64,-35 10 18,0 1 0,0 1 1,0 1-1,0 1 0,0 1 0,0 1 0,-1 1 0,0 0 0,7 4-18,-20-6 15,1 0-1,0 0 1,-1 0 0,1 1-1,-1 1 1,0-1-1,-1 1 1,1 0 0,-1 1-1,0-1 1,0 1-1,-1 0 1,1 1 0,-1-1-1,-1 1 1,1 0-1,-1 1 1,-1-1 0,1 1-1,-1-1 1,0 1-1,-1 0 1,0 0 0,1 5-15,-5-2 22,1 0 1,-2-1 0,1 1-1,-1-1 1,-1 0 0,0 0-1,0 0 1,-1 0 0,0-1-1,-1 0 1,0 0 0,0 0-1,-1-1 1,0 1 0,-1-2-1,0 1 1,0-1 0,0 0-1,-1-1 1,0 0 0,0-1-1,-1 0 1,0 0 0,-5 2-23,14-6 2,-475 264-110,391-219-1197,19-12-2629</inkml:trace>
  <inkml:trace contextRef="#ctx0" brushRef="#br0" timeOffset="2733.895">2750 2632 31463,'0'0'552,"0"0"-224,0 0-224,223-16 16,49-5 80,72-7-200,42 1 0,6 3 0,-37 8 0,-19 2 0,-25 6 0,-37 0 0,-35 5 0,-42-3 0,-55 2 0,-47-2 0,-43 0 0,-38-2-1952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6:44.2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 2437 25934,'0'0'1068,"0"0"583,0 0-739,0 0-304,0 0-170,-5-11-169,3 6-250,1 3-15,0 1 0,0 0-1,0 0 1,0 0-1,1-1 1,-1 1 0,0 0-1,1-1 1,-1 1-1,1-1 1,-1 1 0,1-1-1,-1 1 1,1 0-1,0-1 1,0 1-1,0-1 1,0 0 0,0 1-1,0-1 1,1 1-1,-1-1 1,0 1 0,1 0-1,-1-1 1,1 1-1,-1-1 1,1 1 0,0 0-1,-1-1 1,1 1-1,0 0 1,0 0 0,0 0-1,0 0 1,0-1-1,0 1 1,1 1 0,-1-1-1,0 0 1,0 0-1,1 0 1,-1 1 0,1-1-1,-1 0 1,0 1-1,1 0 1,-1-1 0,1 1-1,-1 0 1,1 0-1,-1-1 1,1 1 0,-1 0-1,1 1 1,-1-1-1,1 0 1,-1 0 0,1 1-1,-1-1 1,1 1-4,599-7 302,59 30-204,-245 10-2,1-19 0,-1-17 0,99-27-96,-509 29 0,1868-116 30,-1535 113-30,0 14 0,239 43 0,25 66-876,-498-102-1539,-39-14-4662</inkml:trace>
  <inkml:trace contextRef="#ctx0" brushRef="#br0" timeOffset="4483.731">2212 894 20604,'0'0'7415,"0"0"-5414,0 0-1711,21-13-135,-18 10-146,20-12 56,-1 1-1,2 1 1,0 1-1,0 1 0,1 1 1,1 1-1,9-1-64,20-1 87,0 3 0,0 3 0,1 1 0,0 4 0,26 3-87,-66-1 14,0 0 1,0 1-1,-1 1 0,1 1 1,-1 0-1,0 1 0,0 0 1,-1 1-1,0 1 0,0 0 1,0 1-1,-1 1 0,-1 0 1,0 0-1,10 12-14,-16-15 5,0 0-1,-1 0 1,1 0-1,-2 1 1,1 0-1,-1 0 1,-1 0-1,1 0 1,-1 0-1,-1 1 1,1-1 0,-2 1-1,1 0 1,-1 0-1,0 0 1,-1 0-1,0 0 1,0-1-1,-1 1 1,-1 0-1,1 0 1,-1 0 0,0-1-1,-1 1 1,0-1-1,-1 0 1,0 0-1,0 0 1,0 0-5,-26 34 19,-2-1 1,-1-1 0,-2-2-1,-2-2 1,-1-1 0,-2-2-1,-38 24-19,-89 56-321,170-128-2078,23-17-2880</inkml:trace>
  <inkml:trace contextRef="#ctx0" brushRef="#br0" timeOffset="4731.61">3746 492 27742,'0'0'1232,"0"0"-288,0 0-305,0 0-63,0 0-122,-24 8-149,-91 43-74,15 63-26,69-68-161,1 1 0,3 1 0,2 1 0,2 2 0,3 0-1,2 2 1,1 0 0,4 1 0,1 0 0,2 9-44,10-56 0,-1 0 0,1 0 0,0 0 0,1 0 0,-1 0 0,1 0 0,1-1 0,-1 1 0,1 0 0,0 0 0,1-1 0,0 0 0,0 1 0,0-1 0,1 0 0,0-1 0,0 1 0,0 0 0,1-1 0,-1 0 0,1 0 0,1-1 0,-1 1 0,1-1 0,-1 0 0,1-1 0,1 1 0,31 15-42,1-2 0,1-1 0,0-2 0,1-2 0,0-2 0,1-1 0,0-3 0,0-1 0,1-2 1,-1-2-1,34-3 42,-75 2-6,126 1-1431</inkml:trace>
  <inkml:trace contextRef="#ctx0" brushRef="#br0" timeOffset="6787.902">1285 513 28350,'0'0'880,"0"0"-176,0 0-256,0 0-159,0 0-81,0 0 168,0 0-72,210 32-88,-65-32-112,11-2-104,-18-2-200,-44 4-368,-41 0-1281</inkml:trace>
  <inkml:trace contextRef="#ctx0" brushRef="#br0" timeOffset="7047.883">1403 1334 27502,'0'0'1440,"0"0"-528,-68 160-360,66-89-207,2-4-41,35-10-48,16-6-64,3-9-32,14-9-56,-2-9-72,6-6-32,7-10-32,9-4-192,50-10-320,-22-16-833,-11-11-2415</inkml:trace>
  <inkml:trace contextRef="#ctx0" brushRef="#br0" timeOffset="7364.795">4014 1 24509,'0'0'3477,"0"0"-2577,20 5-766,137 32 444,-100-32-198,1-3 0,-1-3 0,1-1 0,43-10-380,16 1 221,-105 10-196,-5-1-9,0 1 0,-1 0 0,1 0 0,0 1 0,0 0 0,0 0 0,-1 0 1,1 1-1,0 0 0,0 0 0,-1 1 0,1 0 0,-1 0 0,1 0 0,-1 1 0,0 0 0,0 0 0,0 1 0,-1 0 0,1 0 0,-1 0 0,5 5-16,0 7 46,-1 0-1,-1 0 1,0 1-1,-1 0 1,-1 1-1,-1 0 1,-1-1-1,0 2 1,-1-1-1,-1 0 1,0 16-46,12 189 274,-10 1 1,-13 57-275,-86 817 0,90-903-1524,5-181-1201</inkml:trace>
  <inkml:trace contextRef="#ctx0" brushRef="#br0" timeOffset="7630.208">4176 2176 28262,'0'0'3401,"0"0"-3065,114-29-248,-26 3-56,26-7-32,37-21 0,-24 9-528,-15-4-2409</inkml:trace>
  <inkml:trace contextRef="#ctx0" brushRef="#br0" timeOffset="8424.032">1638 346 22717,'0'0'2416,"0"0"-455,0 0-457,0 0-776,0 0-112,-5 110-119,5-62-121,-4 32-136,-11 47-80,-14 40 0,-4 23-32,-4 1-56,9-11-40,12-28-32,12-30-128,4-25-288,0-36-977,0-32-1767</inkml:trace>
  <inkml:trace contextRef="#ctx0" brushRef="#br0" timeOffset="8619.097">1188 2030 29414,'0'0'800,"0"0"-511,0 0 39,174 8 56,-19-57-56,67-28-152,34-10-112,7 6-64,-68 26-320,-57 20-1057</inkml:trace>
  <inkml:trace contextRef="#ctx0" brushRef="#br0" timeOffset="9013.968">5754 1405 29550,'0'0'832,"0"0"-567,0 0 23,0 0 96,0 0-128,121 117-168,-86-86-88,-4 5-24,-12 13-320,-8-8-288,-11-5-1353</inkml:trace>
  <inkml:trace contextRef="#ctx0" brushRef="#br0" timeOffset="9297.232">5219 2169 29086,'0'0'904,"0"0"-319,0 0-325,0 0-58,25 7 73,97 13-60,-92-25-197,0-1 0,-1-2 0,1 0 0,-2-3 0,0 0 0,0-2 0,4-3-18,17-7 11,130-56-4,-119 69-11,-51 20-24,-10-3 23,1-1 0,-1 0 1,0 0-1,-1 0 0,1 1 1,-1-1-1,-1-1 0,1 1 1,-1 0-1,0 0 0,0-1 0,0 0 1,-1 0-1,0 0 0,0 0 1,0 0-1,-4 2 5,-5 10-4,-391 434-36,-185 221-47,534-587-54,67-81-421,23-13-802,12-18-415</inkml:trace>
  <inkml:trace contextRef="#ctx0" brushRef="#br0" timeOffset="9480.614">5721 2638 29510,'0'0'969,"-11"103"-505,-24-15-256,-4 31-32,4-11-32,8-13-96,19-24-48,8-32-280,0-13-248,22-14-97,17-36 161,-4-19-488,-2-10-2873</inkml:trace>
  <inkml:trace contextRef="#ctx0" brushRef="#br0" timeOffset="9698.535">6109 2557 20076,'0'0'6160,"0"0"-4239,0 0-1194,0 0 23,0 0-112,0 0-261,-14-8-145,11 6-220,0 0-1,-1-1 0,1 1 0,0 1 0,-1-1 1,1 0-1,-1 1 0,1 0 0,-1 0 1,0 0-1,1 0 0,-1 0 0,0 1 1,0 0-1,0-1 0,1 1 0,-1 1 1,0-1-1,0 1 0,0-1 0,1 1 1,-1 0-1,0 1 0,1-1 0,-1 0 1,1 1-1,0 0 0,-1 0 0,1 0 0,0 0 1,0 1-1,0-1 0,0 1 0,1-1 1,-3 3-12,-8 9 25,0-1 0,1 2 0,1-1 0,0 2 0,1-1 0,0 1 0,2 1 0,0 0 0,0 0 0,2 1 0,0-1 0,1 1 0,1 1 0,1-1 0,0 1 0,1-1 0,1 1 0,1 2-25,2-15-21,0-1-1,0 0 0,1 0 1,-1 0-1,1 0 0,0 0 1,1-1-1,-1 1 0,1-1 1,0 0-1,0 0 0,0 0 0,1-1 1,-1 1-1,1-1 0,0 0 1,0 0-1,0-1 0,0 1 1,0-1-1,0 0 0,1-1 1,-1 1-1,1-1 0,-1 0 0,1-1 1,0 1-1,-1-1 0,1 0 1,0-1-1,-1 1 0,1-1 1,-1 0-1,5-2 22,3 1-180,-1 0 0,0-1 1,1-1-1,-1 0 0,-1-1 0,1 0 0,-1-1 1,0-1-1,0 1 0,0-2 0,-1 1 0,0-1 1,-1-1-1,0 0 0,0 0 0,2-5 180,1 3-561,43-46-3744</inkml:trace>
  <inkml:trace contextRef="#ctx0" brushRef="#br0" timeOffset="9964.559">6394 1744 28254,'0'0'1556,"3"38"-902,39 605 727,52 330-459,-70-712-922,-11 100 0,-25-399 0,-31-287-2851,32 192-1275</inkml:trace>
  <inkml:trace contextRef="#ctx0" brushRef="#br0" timeOffset="10228.718">6499 2893 30294,'0'0'1065,"0"0"-633,158 41-208,-81-17-144,4-1-80,11 15-88,-20-9-416,-17-1-1313</inkml:trace>
  <inkml:trace contextRef="#ctx0" brushRef="#br0" timeOffset="10513.818">4417 4299 31519,'182'-6'672,"70"-23"-488,66-17-128,26-9-24,-4 2 24,0 7 168,-20 15-200,-38 31-24,-84 0-416,-58 10-1008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7:01.93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1364 27686,'0'0'1448,"0"0"-944,0 0-200,0 0 24,140-55 9,-89 45-89,-1 8-168,3 2-80,-1 57-352,-14 6-1201,-19 10-6977</inkml:trace>
  <inkml:trace contextRef="#ctx0" brushRef="#br0" timeOffset="300.015">92 2773 30006,'0'0'705,"0"0"-209,0 0-320,0 0-8,0 0 112,175-210-80,-61 31-120,9-22-80,-9-1-184,-20 23-240,-26 27-304,-22 42-721,-22 21-1319</inkml:trace>
  <inkml:trace contextRef="#ctx0" brushRef="#br0" timeOffset="549.609">936 871 26750,'0'0'1331,"0"0"-327,25-4-277,176-20 356,249-49-435,-350 69-688,-98 6 28,0-1 1,0 1-1,-1 0 1,1 0-1,-1 0 0,1 0 1,-1 0-1,0 0 1,0 0-1,0 0 1,0 0-1,0 1 1,0-1-1,-1 0 1,1 1-1,-1-1 0,0 1 1,1-1-1,-1 1 1,0-1-1,0 0 1,-1 1-1,1-1 1,0 1-1,-1-1 1,0 0-1,1 1 0,-1-1 1,0 0-1,0 0 1,0 1-1,-1-1 12,-11 28-153,-2-2 0,-1 0 0,-1 0 1,-1-2-1,-19 21 153,21-25-89,-422 493-846,317-381 1179,111-124-175,6-7-15,1 1-1,-1-1 1,0 0 0,1 1-1,0 0 1,0 0 0,0 0-1,0 0 1,0 0 0,1 1 0,0-1-1,0 1 1,0 0 0,1-1-1,-1 1 1,1 0 0,0 0-1,1 0 1,-1 0 0,1 0-1,0 2-53,23 6 212,-3-12-185,0-2 0,0-1-1,1 0 1,-2-1 0,1-2-1,0 0 1,-1-1 0,0 0-1,15-8-26,84-34 19,-3-5-1,-1-4 0,-3-6 1,58-45-19,-142 88-173,-1-1 1,-1-1 0,-1-1 0,-1-1-1,0-1 1,8-16 172,10-14-1735</inkml:trace>
  <inkml:trace contextRef="#ctx0" brushRef="#br0" timeOffset="717.138">1602 555 18076,'-52'136'10642,"-21"38"-9970,-14 33-320,-3 0-232,11-11-64,9-1-24,11-6-32,6-21-296,16-50-824,8-37-3041</inkml:trace>
  <inkml:trace contextRef="#ctx0" brushRef="#br0" timeOffset="881.44">1495 1615 29862,'0'0'705,"0"0"-137,129 82-304,-70-32-152,-2 3-48,5 4-64,32 14-48,-15-14-720,-5-17-4586</inkml:trace>
  <inkml:trace contextRef="#ctx0" brushRef="#br0" timeOffset="1126.175">3305 1 29510,'0'0'776,"0"0"-455,0 0-33,0 0-32,20 114-88,-7-84-96,0-2-72,5-3-208,2-1-456,-5-6-873,-8-9-2232</inkml:trace>
  <inkml:trace contextRef="#ctx0" brushRef="#br0" timeOffset="1307.694">3104 478 27478,'-40'109'1144,"-8"23"-328,-9 18-408,2-4-240,11-20-96,9 0-72,13-29-336,7-22-1224</inkml:trace>
  <inkml:trace contextRef="#ctx0" brushRef="#br0" timeOffset="1716.492">3382 812 27718,'26'-13'624,"-9"5"-562,30-16 50,1 2 0,0 2 0,2 2 0,0 2 0,1 3 0,27-4-112,-75 16 1,1 0 0,-1 0 0,0 0-1,1 1 1,-1-1 0,1 1 0,-1 0 0,1 0 0,-1 0 0,0 0 0,1 0 0,-1 1 0,1 0 0,-1-1 0,0 1 0,1 1 0,-1-1 0,0 0 0,0 1 0,0-1 0,0 1 0,0 0 0,0 0 0,0 0 0,-1 1 0,1-1 0,-1 1 0,0-1 0,0 1 0,0 0 0,0 0 0,0 0 0,0 0 0,-1 0 0,1 0 0,-1 0 0,0 1 0,0-1 0,0 0 0,-1 1 0,1-1 0,-1 2-1,-2 18-59,-1 0 0,-2 0 0,0-1 0,-1 0 0,-1 0 0,-1 0 0,-1-1 0,-1-1 0,-1 1 1,-1-1-1,-1-1 0,0 0 0,-1-1 0,-1-1 0,-3 2 59,5-2 12,-48 62 203,-3-2 0,-4-4 0,-2-2 0,-62 46-215,461-391 556,-329 274-551,-1 1 1,1 0-1,0-1 0,0 1 1,0-1-1,0 1 1,0 0-1,0-1 0,0 1 1,0 0-1,0-1 0,0 1 1,1-1-1,-1 1 0,0 0 1,0-1-1,1 1 0,-1-1 1,0 1-1,1-1 1,-1 1-1,0-1 0,1 1 1,-1-1-1,1 1 0,-1-1 1,0 1-1,1-1 0,0 0 1,-1 1-1,1-1 0,-1 0 1,1 1-1,-1-1 1,1 0-1,0 0 0,-1 1 1,1-1-1,-1 0 0,1 0 1,0 0-1,-1 0 0,1 0 1,0 0-1,-1 0 1,1 0-1,-1 0 0,1 0 1,0-1-1,-1 1 0,1 0 1,-1 0-1,1-1 0,0 1-5,-62 133 426,-7 1-534,6 3 1,6 3-1,-29 114 108,78-227-64,-9 93-243,17-118 334,0-1 0,1 1-1,0-1 1,-1 1-1,1-1 1,0 1-1,0-1 1,-1 0 0,1 0-1,0 0 1,0 0-1,0 0 1,0-1 0,1 1-1,-1-1 1,0 1-1,0-1 1,0 0-1,0 0 1,1 1 0,-1-2-1,0 1 1,0 0-1,0 0 1,0-1 0,1 1-1,-1-1 1,0 0-1,0 1 1,0-2-27,17-6 47,0-2-1,-1 0 1,0-1 0,-1-1 0,-1 0-1,0-2 1,0 0 0,-1 0 0,-1-2-1,-1 1 1,5-9-47,-17 23 1,17-21-301,0-1-1,-2 0 1,0-1 0,-2-1 0,-1-1 0,-1 0 0,2-10 300,6-21-2632</inkml:trace>
  <inkml:trace contextRef="#ctx0" brushRef="#br0" timeOffset="1912.676">3283 1620 22477,'0'0'4529,"0"0"-3217,-166 143-448,91-65-408,-8 23-232,13-6-120,0-1-88,8-5-16,16-28-192,7-7-136,10-31-72,18-23 184,11-49-480,22-14-944,7-6-4650</inkml:trace>
  <inkml:trace contextRef="#ctx0" brushRef="#br0" timeOffset="2129.877">2972 1936 27638,'0'0'1712,"81"122"-720,-24-43-351,16 12-129,25 2-104,27-22-208,59-16-184,27-27-16,6-28-288,-53-14-472,-48-14-1393</inkml:trace>
  <inkml:trace contextRef="#ctx0" brushRef="#br0" timeOffset="2793.727">5261 492 22373,'0'0'6272,"0"0"-4509,0 0-1276,0 0-247,-9 20 82,-96 333 509,60-179-752,-13 76-318,58-248 215,0 0 0,-1 0 0,1 1 0,0-1-1,0 0 1,0 0 0,0 0 0,0 0 0,1 0 0,-1 0 0,1 0 0,-1 0-1,1 0 1,0 0 0,0 0 0,0-1 0,0 1 0,0 0 0,0 0-1,0-1 1,1 1 0,-1-1 0,0 1 0,1-1 0,-1 1 0,1-1-1,0 0 1,0 0 0,-1 0 0,1 0 0,0 0 0,0 0 0,0 0-1,0-1 1,0 1 0,0-1 0,0 1 0,0-1 0,0 0 0,0 0-1,0 0 1,0 0 0,0 0 0,0 0 0,0-1 0,0 1 0,0-1-1,0 1 1,0-1 0,0 0 0,0 0 0,0 1 0,0-2 0,-1 1 0,1 0-1,0 0 1,-1 0 0,1-1 0,0 0 24,18-11-227,-1-1 1,-1-1 0,0-1-1,0 0 1,-2-2 0,0 0-1,3-7 227,21-20-557,-5 6 111,-14 12 488,2 1 1,0 1-1,2 2 1,0 0-1,2 1 1,0 2-1,1 1 1,2 1-1,13-6-42,-40 22 58,0 0 0,0 1-1,0-1 1,-1 1 0,1 0 0,0 0 0,1 0-1,-1 0 1,0 0 0,0 1 0,0-1 0,1 1-1,-1 0 1,0 0 0,0 0 0,0 0 0,1 1-1,-1-1 1,0 1 0,0 0 0,0 0-1,0 0 1,0 0 0,0 0 0,0 1 0,0 0-1,0-1 1,-1 1 0,1 0 0,1 2-58,-5 7 23,0-1 0,-1 1 0,0 0 0,-1-1 0,0 1 0,0-1 0,-1 0 0,-1 0 0,0 0-1,0-1 1,-1 0 0,0 0 0,0 0 0,-1-1 0,0 1 0,-3 1-23,-4 7 12,-247 319-32,256-330 20,3-5 0,-1 0 0,1 1-1,0 0 1,0-1 0,0 1 0,0 0 0,0 0 0,0 0-1,1 0 1,-1 0 0,1 0 0,-1 1 0,1-1-1,0 1 1,0-1 0,0 1 0,0-1 0,0 1 0,1-1-1,-1 1 1,1 0 0,-1-1 0,1 1 0,0 0 0,0-1-1,1 1 1,-1 0 0,0-1 0,1 1 0,-1 0-1,1-1 1,0 1 0,0-1 0,0 1 0,0-1 0,1 1-1,-1-1 1,1 0 0,-1 0 0,2 2 0,97 11 72,-87-15-46,0 1 0,0 0 0,0 0 0,-1 2 0,1 0 0,0 0 0,-1 1 0,0 0 0,0 1 1,0 1-1,2 1-26,-10-2 11,0 0-1,0 1 1,0-1 0,-1 1 0,0 0 0,0 0 0,0 0 0,-1 0 0,0 1 0,0-1 0,-1 1 0,1-1 0,-1 1 0,-1-1 0,1 1 0,-1 0 0,0-1-1,-1 1 1,0-1 0,0 1 0,0 0 0,-1-1 0,0 0 0,0 1 0,0-1 0,-1 0 0,0 0 0,0 0 0,-1-1 0,-3 5-11,-15 23 15,-1-1 0,-1-1 0,-2-1 0,-1-1 0,-2-1 0,0-2 0,-2-1 1,-1-1-1,0-2 0,-2-1 0,-1-2 0,0-1 0,-1-2 0,-1-1 0,0-2 1,-1-2-1,0-1 0,-1-2 0,0-2 0,0-1 0,-26-1-15,23-18 152,43 13-150,-1 0 0,0 0-1,0 0 1,1 0 0,-1 0 0,1 0 0,-1 0-1,1 0 1,-1 0 0,1 0 0,-1 0 0,1 1-1,0-1 1,0 0 0,-1 0 0,1 1 0,0-1-1,0 0 1,0 1 0,0-1 0,0 1 0,0-1-1,0 1 1,0 0 0,0-1 0,0 1 0,0 0-1,0 0 1,0-1 0,0 1 0,0 0-1,0 0 1,0 0 0,0 1 0,0-1 0,0 0-1,0 0 1,0 0 0,0 1 0,1-1-2,2 0 11,27 1 71,0 2 0,-1 1 0,1 1 1,-1 2-1,0 1 0,0 1 0,-1 1 0,0 2 0,9 6-82,27 8 73,44 18-61,2-5 0,1-4 0,2-6 0,1-4 0,1-6 0,106 4-12,102-31-1656,-198-14-805</inkml:trace>
  <inkml:trace contextRef="#ctx0" brushRef="#br0" timeOffset="3165.949">7183 541 29606,'0'0'1051,"19"2"-547,338 50 486,-337-49-971,-1 1-1,1 1 1,-1 1 0,0 0-1,-1 2 1,1 0 0,7 5-19,-22-10 1,0-1 0,0 1 0,0 0 0,-1 0 0,1 0 0,-1 0 0,0 1 0,0 0 0,0-1 0,0 1 0,-1 0 0,1 0 0,-1 1 0,0-1 0,0 0 0,-1 1 0,1-1 0,-1 1 0,0-1 0,0 1 0,-1 0 0,1-1 0,-1 1 0,0 0 0,0 0 0,-1-1 0,0 1 0,1 0 0,-1-1 0,-1 1 0,1-1 1,-1 1-1,0-1 0,0 0 0,-1 3-1,-12 18 0,-1 0 1,-1-1 0,-1-1 0,0-1-1,-2-1 1,-1 0 0,-8 4-1,9-5-3,-562 515-582,449-428-250,102-92 184,31-15 599,-1 0 1,0 0-1,1 0 0,-1 0 0,0 0 1,1 0-1,-1 0 0,0 0 0,1 0 1,-1-1-1,0 1 0,1 0 0,-1 0 1,1-1-1,-1 1 0,1 0 0,-1-1 1,0 1-1,1-1 0,-1 1 0,1-1 1,0 1-1,-1-1 0,1 1 0,-1-1 1,1 1-1,0-1 0,-1 1 0,1-1 1,0 0-1,0 1 0,0-1 0,-1 0 1,1 1-1,0-1 0,0 0 0,0 1 1,0-1-1,0 0 0,0 1 0,0-1 1,0 0-1,0 1 0,1-1 0,-1 0 1,0 1-1,0-1 52,0-3-834,-1-31-7321</inkml:trace>
  <inkml:trace contextRef="#ctx0" brushRef="#br0" timeOffset="3449.992">7496 1297 29750,'-14'21'737,"0"0"-593,-180 296 386,190-311-545,1 1 0,0 0 0,0 0 0,1 0 0,-1 0 0,2 0 0,-1 1 0,1-1 0,0 0 0,1 1-1,0-1 1,0 0 0,1 4 15,19 4-488,-11-16 395,0 0-1,0-1 1,0 0 0,0 0-1,-1-1 1,1 0 0,-1 0-1,1-1 1,-1 0 0,-1 0-1,1-1 1,-1 0 0,1-1-1,5-5 94,466-378 399,-356 334-171,-103 71-2235,-19 5-2746</inkml:trace>
  <inkml:trace contextRef="#ctx0" brushRef="#br0" timeOffset="3732.693">7553 2074 26846,'0'0'1156,"-15"24"-307,-54 76-306,64-93-469,0 0-1,-1 0 0,0 0 1,0-1-1,0 0 1,0 0-1,-1 0 0,0-1 1,0 0-1,-1-1 1,1 0-1,-1 0 0,0 0 1,0-1-1,-1 0 1,1-1-1,0 1 0,-1-2 1,0 1-1,1-1 1,-1-1-1,0 0 0,1 0 1,-1 0-1,0-1 1,-2-1-74,6 1 17,1-1 1,-1 0 0,1-1 0,-1 1 0,1-1-1,0 0 1,0 0 0,0 0 0,0 0-1,0-1 1,1 1 0,0-1 0,-1 0-1,1 0 1,1 0 0,-1-1 0,1 1 0,-1-1-1,1 1 1,1-1 0,-1 0 0,1 0-1,-1 0 1,1 0 0,1 0 0,-1 0 0,1 0-1,0 0 1,0 0 0,0 0 0,1 0-1,0 0 1,0 0 0,0 0 0,0 0-1,1 1 1,0-1 0,0 0 0,0 1 0,1-1-1,-1 1 1,1 0 0,0 0 0,0 0-1,1 0 1,2-2-18,12-9-19,1 1 0,0 0 0,1 2 0,0 0-1,1 2 1,0 0 0,1 1 0,0 1 0,1 1 0,-1 1 0,1 1 0,1 1-1,-1 2 1,0 0 0,1 1 0,-1 1 0,15 2 19,-26-3-3,0 1 1,0 0-1,0 1 1,0 0 0,0 1-1,0 0 1,-1 1-1,1 0 1,-1 1-1,0 0 1,0 1-1,0 0 1,0 0 0,-1 2-1,0-1 1,0 1-1,-1 1 1,1-1-1,-2 2 1,1-1-1,-1 1 1,-1 0 0,1 1-1,-2 0 1,1 0-1,-1 1 1,-1-1-1,0 1 1,-1 0-1,3 9 3,-6-3 13,-2 0 0,1 0 0,-2 0-1,-1 0 1,0 0 0,-1 0 0,0-1-1,-1 0 1,-1 0 0,-1 0-1,-1-1 1,0 0 0,0 0 0,-2-1-1,0 0 1,0 0 0,-1-2-1,-1 1 1,0-1 0,-1-1 0,0 0-1,-1-1 1,0 0 0,-5 2-13,-65 35-818,82-47-529</inkml:trace>
  <inkml:trace contextRef="#ctx0" brushRef="#br0" timeOffset="4116.245">8388 1372 26750,'0'0'2128,"0"0"-1030,0 0-442,0 0-199,0 0-75,34-13-94,282-84-68,-301 95-216,27-8 20,0 2 1,0 2-1,1 1 1,0 3-1,0 1 1,21 4-25,-56-2 7,1 1 0,-1 0 0,0 1 0,0 0 1,0 0-1,0 1 0,0 0 0,0 0 0,-1 0 1,0 1-1,0 1 0,0-1 0,-1 1 1,0 0-1,0 0 0,0 1 0,-1 0 0,0 0 1,0 0-1,-1 1 0,0-1 0,0 1 0,-1 0 1,0 0-1,0 0 0,0 3-7,3 12 1,-1-1-1,-1 1 1,-1 0 0,-1 1-1,-1-1 1,-1 0 0,-1 1-1,-1-1 1,-1 2-1,-10 34-66,-3-1 0,-3 0 0,-2-1 1,-2-2-1,-3 0 0,-2-1 0,-3-2 0,-19 25 66,41-64-144,0 1 1,0-1-1,-1 0 0,-1-1 0,0 0 1,-1-1-1,0-1 0,-1 1 1,-11 6 143,22-17-69,-1 1 0,0 0 1,1-1-1,-1 1 1,0-1-1,1 0 1,-1 0-1,0 0 1,1 0-1,-1 0 1,0-1-1,1 1 1,-1-1-1,0 1 1,1-1-1,-1 0 1,1 0-1,-1-1 1,1 1-1,0 0 0,-1-1 1,1 1-1,0-1 1,0 0-1,0 0 1,0 0-1,0 0 1,1 0-1,-1 0 1,1 0-1,-1-1 1,1 1-1,0 0 1,0-1-1,0 1 1,0-1-1,0 0 1,0 1-1,1-1 1,-1 0-1,1 1 0,0-1 1,0 0-1,0 1 1,0-1-1,0 0 1,1-1 68,-9-66-4157</inkml:trace>
  <inkml:trace contextRef="#ctx0" brushRef="#br0" timeOffset="4414.817">9046 1112 29206,'-77'149'832,"-13"37"-311,9-5-313,9 7 8,19-5-48,21-21-168,21-44-152,11-47-1185,0-45-4216</inkml:trace>
  <inkml:trace contextRef="#ctx0" brushRef="#br0" timeOffset="4665.57">9704 1494 28902,'0'0'595,"-4"22"-366,-51 169-75,46-173-9,20-39-89,-2 7-56,0 0 1,1 0-1,0 2 0,1-1 1,0 1-1,1 1 1,1 0-1,-1 1 0,2 0 1,0 1-1,8-5 0,-14 10 8,-1 0 0,1 1 1,-1 0-1,1 0 0,0 1 0,0-1 1,1 2-1,-1-1 0,0 1 0,1 1 1,-1-1-1,0 2 0,1-1 0,-1 1 1,0 0-1,1 1 0,-1-1 0,0 2 0,0-1 1,0 1-1,-1 1 0,1-1 0,5 4-8,-6-3 24,0 0-1,0 0 0,0 1 0,0 0 0,-1 0 0,0 1 0,0 0 1,0 0-1,-1 0 0,0 0 0,0 1 0,-1 0 0,1 0 0,-2 0 1,1 1-1,-1-1 0,0 1 0,0 0 0,-1 0 0,0 0 0,-1 0 1,0 0-1,0 0 0,-1 1 0,1-1 0,-2 0 0,1 0 0,-1 0 1,-1 1-1,1-1 0,-2 0 0,1-1 0,-1 1 0,0 0-23,-13 10 3,-2-1-1,0 0 1,-1-1-1,0-2 1,-1 0-1,-1 0 1,0-2-1,-1-1 1,-16 6-3,29-13-20,-56 27-481,9-9-776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7:00.6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1066 706 25589,'0'0'1389,"0"0"831,0 0-1290,0 0-429,0 0-138,-1 15-56,0-9-277,1-4-22,-1-1-1,0 0 1,0 0 0,1 1 0,-1-1-1,1 1 1,-1-1 0,1 1 0,0-1-1,-1 0 1,1 1 0,0-1-1,0 1 1,0-1 0,0 1 0,0-1-1,1 1 1,-1-1 0,0 1 0,1-1-1,-1 1 1,1-1 0,-1 0 0,1 1-1,0-1 1,-1 0 0,1 1 0,0-1-1,0 0 1,0 0 0,0 0-1,0 0 1,0 0 0,0 0 0,1 0-1,-1 0 1,0 0 0,0-1 0,1 1-1,-1 0 1,1-1 0,-1 1 0,0-1-1,1 1 1,-1-1 0,1 0 0,-1 0-1,1 0 1,-1 0 0,1 0 0,-1 0-1,1 0 1,-1 0 0,1 0-1,-1-1 1,1 1 0,-1-1 0,0 1-1,1-1 1,-1 1 0,0-1 0,1 0-1,-1 0 1,0 0 0,0 0 0,0 0-1,1 0 1,-1 0 0,0 0-8,85-48 92,-2-4 0,-3-4 0,-2-3 0,58-58-92,-120 103-1,-13 10 2,1 0-1,-1 0 0,1 1 1,1-1-1,-1 1 0,1 0 1,-1 0-1,1 1 1,0 0-1,0 0 0,1 0 1,-1 1-1,1 0 0,-1 0 1,1 1-1,1-1 0,-6 3 0,0 0-1,0 0 1,-1-1 0,1 1-1,0 0 1,-1 0-1,1 0 1,-1 1-1,0-1 1,1 0-1,-1 1 1,0-1 0,1 0-1,-1 1 1,0 0-1,0-1 1,0 1-1,-1-1 1,1 1 0,0 0-1,-1 0 1,1 0-1,-1-1 1,1 1-1,-1 0 1,0 0 0,0 0-1,0 0 1,0 0-1,0 1 1,1 5 0,13 179 0,-14-150 3,1 0 0,2 0 0,1-1-1,2 0 1,1 0 0,11 30-3,-16-60 2,0 0-1,1-1 1,-1 1 0,1 0-1,0-1 1,1 0-1,-1 0 1,1 0-1,0 0 1,0 0-1,1-1 1,-1 0 0,1 0-1,0 0 1,0 0-1,0-1 1,1 0-1,-1 0 1,1 0 0,0-1-1,-1 0 1,1 0-1,0 0 1,1-1-1,-1 0 1,0 0 0,0 0-1,0-1 1,1 0-1,-1 0 1,0-1-1,0 0 1,0 0 0,3-1-2,5-2 3,0-2 0,0 0 0,0-1 0,-1 0 0,0-1 0,-1-1 0,0 0 0,0 0 0,-1-1 0,0-1 0,2-2-3,39-46 1,-2-2 0,-3-2 0,-3-2-1,-3-1 1,-2-3 0,-4-1 0,-3-1 0,-2-2 0,-3-5-1,34-133 307,-60 263-182,-1-36-125,3 482 0,-22 0 0,-76 447 0,86-878 0,-3 0 0,-3-1 0,-3 0 0,-2-2 0,-4 0 0,-2-2 0,-3-1 0,-20 31 0,40-80 0,-1-1 0,0 0 0,0-1 0,-1 1 0,-1-2 0,1 0 0,-2 0 0,1-1 0,-1-1 0,0 0 0,-1-1 0,1 0 0,-1-1 0,-1-1 0,1 0 0,-1-1 0,1 0 0,-1-1 0,0-1 0,0 0 0,-13-2 0,19 0 0,1 0 0,-1-1 0,0 0 0,1 0 0,0-1 0,-1-1 0,1 1 0,0-1 0,1 0 0,-1-1 0,1 0 0,0 0 0,0-1 0,0 0 0,1 0 0,0 0 0,0-1 0,0 0 0,1 0 0,0 0 0,1-1 0,0 0 0,0 0 0,-2-6 0,-7-17 0,1 0 0,2-1 0,1 0 0,2-1 0,1 0 0,1-5 0,-2-15 0,3-1 0,1 0 0,3-1 0,3 1 0,2 0 0,2 1 0,3-1 0,1 2 0,4-1 0,1 2 0,3 0 0,1 1 0,13-17 0,-13 26 0,2 1 0,2 2 0,2 0 0,1 2 0,2 0 0,1 2 0,2 2 0,1 1 0,36-26 0,126-61-922,-104 68-837</inkml:trace>
  <inkml:trace contextRef="#ctx0" brushRef="#br0" timeOffset="925.924">1 1949 27350,'0'0'2128,"0"0"-1816,125 103 72,-33-68 17,48-19 7,55-16-24,37-39-64,20-19-64,3-3-96,-14 10-88,9 11-32,4 13-24,0 19-16,0 8-32,-10 22-264,-64 3-536,-40-1-4025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6:42.3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1914 1 28278,'0'0'1543,"0"0"-950,-24 2-299,6 0-238,0 0 0,0 1 0,1 1 0,-1 1 0,1 0 0,0 2 0,0 0 0,1 0 0,0 2 0,0 0 0,1 1 0,-7 5-56,-129 108 407,-139 148-55,12 12 0,-46 80-352,225-247 19,4 4 1,6 5-1,6 3 0,-44 94-19,107-185 1,1 1-1,2 1 1,2 1-1,2 0 1,1 0-1,2 2 0,2-1 1,2 1-1,1 0 1,3 1-1,1-1 1,2 9-1,3-38-9,-1-1 1,2 1 0,-1-1 0,2 0 0,-1-1 0,2 1-1,-1-1 1,2 0 0,-1-1 0,2 0 0,-1 0 0,1-1-1,1 0 1,0 0 0,0-1 0,0-1 0,1 1 0,0-2-1,1 1 1,-1-2 0,1 0 0,0 0 0,1-1 0,-1 0-1,4 0 9,-7-1-6,418 146-490,-418-148 467,1 0 1,-1 1 0,0 0-1,0 0 1,0 1-1,0 0 1,0 1-1,-1 0 1,1 0-1,-1 1 1,0 0 0,-1 1-1,1-1 1,-1 1-1,0 1 1,0-1-1,-1 1 1,0 1 0,0-1-1,-1 1 1,0 0-1,0 0 1,-1 0-1,0 1 1,0 0 0,-1-1-1,0 1 1,0 1 28,-1 49-7,-2-1 1,-3 1 0,-3-1-1,-2 0 1,-2 0 0,-3-1 0,-3-1-1,-1 0 1,-4-1 0,-1-1-1,-11 13 7,-389 836 127,414-882-125,-2 0-2,1 1-1,1 0 1,1 0-1,1 1 1,1 0-1,1 0 1,1 0-1,0 1 1,2-1-1,2 18 1,2-31-3,0 0 0,0 0-1,1 0 1,0-1 0,1 1 0,0-1-1,1 0 1,0-1 0,0 1-1,1-1 1,0 0 0,0-1-1,1 1 1,0-1 3,25 28 0,2 6 7,-2 1 0,-1 1 0,-3 1 0,-2 2 0,-2 1 0,-1 1 0,-3 1 0,8 32-7,43 192 76,-37-12 92,-11 1 0,-11 1 0,-14 91-168,1-323 17,-24 806 713,-63 278-730,-63 166 301,-34 361-297,167-1362-39,17-224-177,0-56 206,0 1-1,0-1 0,0 0 1,0 1-1,0-1 1,0 1-1,0-1 0,0 0 1,0 1-1,0-1 1,1 1-1,-1-1 0,0 0 1,0 1-1,0-1 1,0 0-1,0 1 0,1-1 1,-1 0-1,0 1 0,0-1 1,1 0-1,-1 1 1,0-1-1,1 0 0,-1 0 1,0 1-1,1-1 1,-1 0-1,0 0 0,1 1 1,-1-1-1,0 0 1,1 0-1,-1 0 0,1 0 1,-1 0-1,0 0 1,1 0-1,-1 0 0,1 0 1,-1 0-1,0 0 0,1 0 1,-1 0-1,1 0 1,-1 0-1,0 0 0,1 0 1,-1 0-1,0-1 1,1 1-1,-1 0 0,1 0 1,-1 0-1,0-1 1,1 1-1,-1 0 0,0 0 1,0-1-1,1 1 1,-1 0-1,0-1 0,0 1 1,1 0-1,-1-1 0,0 1 8,131-145-2143,-66 28-276</inkml:trace>
  <inkml:trace contextRef="#ctx0" brushRef="#br0" timeOffset="679.391">3354 938 26350,'-16'30'2891,"-125"281"-1815,122-253-967,2 1 0,3 1 1,2 0-1,4 0 0,2 1 0,2 0 0,3 17-109,0-67 17,0 0 0,1-1 0,0 1 0,1 0 0,0 0 0,0 0 0,1-1 0,1 1 0,0-1 0,0 1-1,1-1 1,0 0 0,1 0 0,0-1 0,0 0 0,1 1 0,1-2 0,-1 1 0,1-1 0,1 0 0,0 0 0,0-1-1,0 0 1,1-1 0,0 0 0,0 0 0,0-1 0,1 0 0,0 0 0,0-1 0,0 0 0,3-1-17,3-1 15,1-1-1,0-1 1,0 0 0,0-1 0,-1-1 0,1-1-1,-1 0 1,1-1 0,-1-1 0,0 0 0,-1-2-1,1 1 1,-1-2 0,-1 0 0,1-1-1,-1 0 1,-1-1 0,11-11-15,12-11 5,-3-2 0,-1-2 0,-1-1 0,-2-1 0,-2-1 0,-1-2-5,3-8-26,-2-2 1,-3 0 0,-1-2-1,-3 0 1,-2-2 0,-3 0-1,-2 0 1,-2-2 0,-3 1-1,-3-1 1,-1 0 0,-4 0-1,-2-1 1,-6-30 25,2 49-10,-1 1 0,-3-1-1,-1 2 1,-1 0 0,-3 0-1,0 1 1,-3 1 0,-1 0 0,-1 2-1,-3-1 11,14 22 0,-1-1-1,0 1 1,-1 1-1,0 0 0,-1 0 1,0 1-1,-1 1 1,0 0-1,0 0 1,-1 2-1,0-1 0,-1 2 1,1 0-1,-1 1 1,0 0-1,-1 1 1,1 1-1,-1 1 0,1 0 1,-1 1-1,0 0 1,0 1-1,0 1 1,1 1-1,-1 0 0,1 1 1,-1 0-1,1 2 1,0 0-1,-4 2 1,-25 14 18,1 1 0,1 3 0,1 1-1,1 2 1,2 2 0,1 1 0,1 2 0,2 1 0,1 2 0,2 2-1,1 0 1,3 2 0,-7 13-18,-31 42 74,4 2 0,5 3 1,3 2-1,-36 105-74,66-145 40,3 2 1,2 0-1,4 1 1,2 0-1,3 1 1,3 0 0,3 1-1,3-1 1,3 15-41,-2-60 6,0-1 0,2 1 1,0 0-1,1-1 1,1 1-1,1-1 1,1-1-1,1 1 0,0-1 1,1-1-1,2 1 1,-1-1-1,2-1 1,1 0-1,0-1 1,1-1-1,0 0 0,1 0 1,1-2-1,0 0 1,1 0-1,1-2 1,17 9-7,5-6-21,1-1 0,1-3 0,0-1 0,0-2 0,1-2 0,-1-2 0,1-2 0,0-1 0,0-3 0,-1-1 0,7-3 21,102-24-900,-21-12-1409</inkml:trace>
  <inkml:trace contextRef="#ctx0" brushRef="#br0" timeOffset="16143.907">2381 6856 26302,'0'0'2978,"0"0"-1980,0 0-628,0 0-73,0 0 49,0-19-50,5-64-111,-4 79-179,0 0 1,1 0-1,-1 0 0,1 0 0,0 0 1,0 1-1,1-1 0,-1 1 0,1-1 1,-1 1-1,1 0 0,0 0 0,1 0 1,-1 1-1,0-1 0,1 1 0,-1-1 1,1 1-1,0 0 0,3-1-6,5-3 12,2-3 3,0 1-1,1 0 0,0 1 0,0 1 0,0 1 0,1 0 0,0 1 0,0 0 0,1 1 0,-1 1 0,0 1 1,1 1-1,-1 0 0,1 0 0,-1 2 0,2 1-14,-9 3 3,-1 0 0,0 1 1,0 1-1,0-1 0,-1 1 0,0 1 1,-1-1-1,1 1 0,-2 0 0,1 1 1,-2-1-1,1 1 0,-1 0 0,0 0 1,-1 1-1,-1-1 0,1 1 0,-1-1 1,-1 1-1,0 0 0,-1 0 0,0-1 1,-1 7-4,7 107 10,-6 1 0,-5-1 0,-7 20-10,9-2 7,5-140-6,-1 0-1,0 0 1,1 0 0,-1 0-1,1 0 1,0 0 0,-1 0 0,1-1-1,0 1 1,0-1 0,0 1-1,0-1 1,0 0 0,1 0-1,-1 0 1,0 0 0,1 0 0,-1 0-1,0-1 1,1 1 0,-1-1-1,1 1 1,-1-1 0,1 0-1,-1 0 1,1 0 0,-1-1 0,1 1-1,-1 0 1,0-1 0,1 0-1,-1 1 1,1-1 0,-1 0-1,0 0 1,0 0 0,0-1 0,0 1-1,0-1 1,2 0-1,13-12 15,-1 0-1,0-1 1,-1-1 0,0-1-1,-1 0 1,-1 0 0,-1-1-1,5-12-14,23-36 29,-3-2-1,-4-2 1,-2-1 0,-4-1-1,-2-1 1,-4-2 0,-3 0-1,-4-1 1,-3 0-1,-3-1 1,-2-54-29,-5 100 5,-2 0 0,-1 0 0,-1 1 0,-1-1 1,-2 0-1,-6-14-5,9 34-1,-1 0 0,-1 0 1,0 0-1,0 0 0,-1 1 1,-1 0-1,0 0 0,0 1 1,0-1-1,-2 2 0,1-1 1,-1 1-1,0 0 0,0 1 1,-1 0-1,0 1 0,-1 0 1,-8-4 0,-6 1-11,0 1 1,0 1 0,-1 1 0,0 2 0,0 0-1,0 2 1,0 1 0,0 1 0,-9 2 10,-1 0-9,0 3 1,0 0-1,0 3 1,1 1-1,0 1 1,0 2 0,1 2-1,1 1 1,1 1-1,0 2 1,1 1-1,1 2 1,0 0-1,2 3 1,-22 22 8,-22 25-5,4 4-1,2 2 1,5 3 0,2 2-1,5 3 1,-32 68 5,56-95 3,1 3-1,4 0 1,2 2 0,2 0-1,4 1 1,2 1 0,4 1-1,2 0 1,3 0 0,2 13-3,5-47 10,1 0 0,1 0 0,1 0 0,2-1 1,1 0-1,2 0 0,1 0 0,1-1 0,2-1 1,1 0-1,1-1 0,1 0 0,2-1 0,0-1 1,2-1-1,1-1 0,1 0 0,1-2 1,0-1-1,2 0 0,1-2 0,0-1 0,27 14-10,-31-21 2,1-1 0,0-1-1,0-1 1,0-1 0,1-1 0,0-1-1,1-1 1,-1-2 0,1 0-1,-1-1 1,1-2 0,0 0-1,-1-2 1,0 0 0,1-2 0,-1-1-1,-1 0 1,17-8-2,23-16 0,-1-2 0,-2-4 0,-1-1 0,-2-4 0,-1-2 0,-3-2 0,25-28 0,-22 20 0,-2-2 0,-2-2 0,-3-3 0,19-34 0,-49 66 0,-1 0 0,-2-2 0,-1 0 0,-2-1 0,0-1 0,-3 1 0,0-2 0,-2 0 0,-2 0 0,0 0 0,-1-19 0,-4 45-2,-1 0 0,0 1 0,0-1 0,0 0 0,-1 0 0,1 0 0,-2 1-1,1-1 1,-1 0 0,0 1 0,0-1 0,-1 1 0,0 0 0,0 0 0,-1 0 0,1 0 0,-1 0 0,0 1 0,-1 0 0,-1-2 2,-97-86-1202,53 58-572</inkml:trace>
  <inkml:trace contextRef="#ctx0" brushRef="#br0" timeOffset="55741.161">2457 11259 30398,'0'0'686,"0"0"-385,25-7-149,167-47 335,-150 44-443,0 1 0,1 3 0,0 1-1,0 2 1,0 3 0,6 1-44,-41-1 0,-1 0 0,0 1 1,0 0-1,0 0 0,0 0 1,-1 1-1,1 0 0,0 1 0,-1-1 1,1 1-1,-1 0 0,0 1 0,0 0 1,0 0-1,0 0 0,-1 1 1,0-1-1,1 1 0,-2 0 0,1 1 1,-1-1-1,0 1 0,0 0 1,0 0-1,-1 1 0,0-1 0,0 0 1,-1 1-1,2 4 0,-3-2-1,-1 1-1,1-1 1,-1 1 0,-1-1-1,0 1 1,0 0 0,-1-1-1,0 0 1,-1 1-1,0-1 1,0 0 0,-1-1-1,0 1 1,0 0 0,-1-1-1,0 0 1,-1 0 0,0-1-1,0 1 1,-1-1 0,0-1-1,-5 5 2,-180 118-17,-42-13 16,233-116 0,-1 0 1,1 0-1,-1 1 1,1-1-1,-1 0 1,1 0-1,0 1 1,-1-1-1,1 1 1,-1-1-1,1 1 1,0 0-1,0 0 1,-1-1-1,1 1 1,0 0-1,0 0 1,0 0-1,0 0 1,0 0-1,0 0 1,0 1-1,0-1 1,0 0-1,1 0 1,-1 1-1,0-1 1,1 0-1,-1 1 1,1-1-1,-1 1 1,1-1-1,0 1 1,0-1-1,0 1 1,0-1-1,0 1 1,0-1-1,0 1 1,0-1-1,0 0 1,1 1-1,-1-1 1,1 1-1,-1-1 1,1 0-1,-1 1 1,1-1-1,0 0 1,0 1-1,-1-1 1,1 0-1,0 0 1,0 0-1,0 0 1,1 0-1,-1 0 1,0 0 0,225 41-107,-154-33 35,-33-6 43,0 2-1,-1 2 1,1 1 0,-2 3-1,34 12 30,-69-22-1,1 0 1,0-1-1,-1 2 0,1-1 0,-1 0 1,1 0-1,-1 1 0,1-1 0,-1 1 0,0 0 1,0 0-1,0 0 0,0 0 0,0 0 1,0 0-1,-1 1 0,1-1 0,-1 0 0,1 1 1,-1-1-1,0 1 0,0 0 0,0-1 1,0 1-1,-1 0 0,1 0 0,-1-1 1,0 1-1,1 0 0,-1 0 0,-1 0 0,1-1 1,0 1-1,-1 0 0,1 0 0,-1 0 1,0-1-1,0 2 1,-5 3 2,-1 1 1,0-1 0,0 0-1,-1-1 1,1 0 0,-1 0-1,-1 0 1,1-1 0,-1 0-1,0-1 1,-8 3-3,-43 16 18,-1-2-1,-1-4 1,-1-2-1,-1-2 1,0-4-1,0-2 1,-63-2-18,94-2 3,0-1 1,-1-2-1,1-1 0,0-2 1,-1-1-1,2-2 0,-1-1 1,1-2-1,0-1 0,0-1 1,2-2-1,-1-1 0,2-1 1,-25-17-4,36 12-2,1-1 0,1 0 0,2-1 0,0 0 0,1-1 0,1-1 0,1 0 0,2-1 0,0 0 0,1 0 0,2-1 0,0 0 0,2 0 0,1 0 0,1 0 0,2-1 0,0 1 0,2-1 0,2-13 2,1-5-82,2 0 0,2 1 0,2 1 0,1-1 0,3 2 0,1 0 0,2 1 0,2 0 0,2 2 0,1 0 0,2 2 0,2 1 0,1 1 0,2 1 0,1 1 0,2 2 0,1 2 0,1 0 0,1 3 0,1 1 0,2 2 0,0 1 0,2 2 0,0 2 0,1 2 0,1 1 0,0 3 0,29-5 82,-35 9 24,0 2 0,1 1 1,0 2-1,0 2 1,1 1-1,-1 2 0,0 2 1,-1 1-1,1 2 0,-1 2 1,0 1-1,-1 2 1,0 1-1,-1 2 0,-1 2 1,0 0-1,-1 3 0,8 6-24,-8 4 71,0 2-1,-2 1 0,-1 1 1,-2 1-1,-2 2 0,-1 1 1,-1 0-1,-3 2 0,-1 1 1,-2 0-1,-2 1 0,-2 1 1,-1 1-1,-3 0 0,-1 0 1,-2 1-1,-3 0 0,-1 0 1,-3 29-71,2-38 22,-2 0 0,-2 0 1,-1 0-1,-2 0 0,-1 0 1,-2-1-1,-1 0 0,-2-1 0,-2 0 1,-1-1-1,-1 0 0,-2-1 1,-1-1-1,-1 0 0,-2-2 1,-1 0-1,-1-2 0,-13 12-22,-15-1 9,-1-2-1,-2-2 1,-1-3 0,-1-2-1,-2-2 1,-1-4 0,0-1-1,-17 0-8,17-1-343,-1-4 0,-1-2 0,-1-2 0,-54 3 343,77-15-3171</inkml:trace>
  <inkml:trace contextRef="#ctx0" brushRef="#br0" timeOffset="56032.954">4242 12750 30591,'0'0'1800,"0"0"-1800,0 0-16,0 0-464,0 0-344,0 0-7874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7:42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27094,'0'0'2523,"0"0"-1613,3 30-485,46 406 556,-37-320-888,-6 1-1,-7 108-92,0-206-24,-1 0 1,-1 0 0,0 0 0,-1 0 0,-1-1 0,-1 1-1,-1-1 1,-4 8 23,6-29-47,52-152-149,-37 132 166,101-233-425,104-166 455,-210 414-5,0-6 8,1 0 1,1 1-1,0-1 1,1 1 0,0 1-1,1 0 1,0 0-1,1 1 1,0 0-1,1 1 1,1 0 0,-1 0-1,1 1 1,1 1-1,0 0 1,0 1 0,0 0-1,1 1 1,11-3-4,-23 8 7,0 1-1,-1 0 1,1 0 0,0 0 0,0 0 0,-1 0 0,1 1 0,0-1 0,0 0 0,-1 1-1,1 0 1,0-1 0,-1 1 0,1 0 0,-1 0 0,1-1 0,-1 1 0,1 0 0,-1 1-1,0-1 1,1 0 0,-1 0 0,0 1 0,0-1 0,0 0 0,0 1 0,0-1 0,0 1 0,0-1-1,-1 1 1,1 0 0,-1-1 0,1 1 0,-1 0 0,1 0 0,-1-1 0,0 1 0,0 0-1,0 0 1,0-1 0,0 1 0,0 0-7,5 51 122,-2 0 0,-3 1 0,-2-1 0,-5 27-122,3-36 34,-12 259 136,18-298-165,0 0-1,1 0 1,-1 0-1,1 0 1,0 0-1,0-1 1,1 1-1,-1-1 1,1 0-1,0 0 1,0-1-1,1 1 1,-1-1-1,0 0 1,1 0-1,0 0 1,0 0-1,0-1 1,0 0-1,0 0 1,1-1-1,-1 1 1,0-1-1,1 0 1,-1 0-1,1-1 1,-1 0-1,1 0 0,-1 0 1,1-1-1,-1 1 1,1-1-1,-1-1 1,0 1-1,1-1 1,-1 0-1,0 0 1,4-3-5,8-4 4,0-1 1,-1-1-1,0 0 0,-1-2 1,0 1-1,-1-2 0,0 0 1,-2-1-1,1 0 0,7-13-4,-18 25 0,77-106-1312,-6-3 0,41-87 1312,-51 84-4177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7:42.4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226 379 27870,'0'0'1696,"0"0"-1184,0 0 41,0 0-289,0 0-192,0 0-8,0 0-32,112 213-32,-72-28-168,-14-19-385,-26-16-1207</inkml:trace>
  <inkml:trace contextRef="#ctx0" brushRef="#br0" timeOffset="250.003">1 2281 29430,'0'0'720,"0"0"-423,0 0-25,0 0 64,122-146-48,-23-14-128,15-32-120,2-15-40,-6-2-128,-18 12-168,-5-2-368,-10-5-377,-24 49-775,-14 28-1777</inkml:trace>
  <inkml:trace contextRef="#ctx0" brushRef="#br0" timeOffset="449.744">1029 0 25838,'0'0'2387,"0"0"-1186,0 0-597,0 0-134,0 0-15,0 26-105,9 165-42,-6-161-267,0 8 70,1 0 1,1 0 0,3 0-1,1-1 1,1 0-1,3 0 1,2 2-112,-10-33 12,1 0 1,0-1-1,0 0 0,1 0 0,0 0 1,-1-1-1,2 1 0,-1-2 1,0 1-1,1-1 0,-1 0 1,1-1-1,0 0 0,0 0 0,0-1 1,0 0-1,0 0 0,0 0 1,1-1-1,-1-1 0,0 0 1,0 0-1,0 0 0,0-1 0,0 0 1,0 0-1,0-2-12,233-33 0,-80 47 0,-157-9 0,0 0 0,0 0 0,0 1 0,0-1 0,0 1 0,-1 0 0,1 0 0,-1 0 0,1 1 0,-1-1 0,0 1 0,0 0 0,0 0 0,0 0 0,-1 0 0,1 0 0,-1 0 0,1 1 0,-1-1 0,-1 1 0,1 0 0,0 0 0,-1 0 0,0 0 0,1 0 0,-2 0 0,1 0 0,0 0 0,-1 0 0,0 0 0,0 0 0,0 0 0,0 0 0,-1 0 0,0 0 0,0 0 0,0 3 0,-6 10 0,0-1 0,-1 0 0,-1 0 0,0 0 0,-1-1 0,-1-1 0,0 0 0,-1 0 0,-1-1 0,0 0 0,-1-1 0,-4 2 0,-12 14 0,-250 215-1051,157-176-2763,82-60-2795</inkml:trace>
  <inkml:trace contextRef="#ctx0" brushRef="#br0" timeOffset="749.658">1397 750 8002,'0'0'17866,"-15"20"-13390,-218 267-2888,-190 202-1516,377-414-1867,72-85-6323,10-20-2108,0-5 4965,32-43 5823,68-62 17393,-67 111-13604,-64 29-4239,1 0 0,-1 1 0,1 0 0,-1 0 0,1 1 0,-1-1 0,0 1 0,1 0 0,-1 1 0,0-1 0,0 1 0,-1 0 0,1 0 0,-1 1 0,1-1 0,-1 1 0,0 0 0,1 2-112,39 39 219,2-1 1,2-3-1,2-2 1,34 20-220,-59-46-118,1-1 0,1-2 0,0 0 0,1-2 0,-1-1 0,2-2 0,-1 0 0,0-2 0,1-1 0,-1-1 0,26-3 118,-36 2-168,106-1-1814</inkml:trace>
  <inkml:trace contextRef="#ctx0" brushRef="#br0" timeOffset="982.85">2780 134 27894,'0'0'2985,"0"0"-2641,0 0-216,-164 113-80,74-30 104,6-1-24,3 7-128,13-4-120,60-30-512,8-13-1361,6-32-4264</inkml:trace>
  <inkml:trace contextRef="#ctx0" brushRef="#br0" timeOffset="1250.195">2602 925 27038,'-54'115'3481,"-21"21"-2865,-15 10-232,14-36-192,23-41-16,22-27-168,22-23-8,9-19-312,25-9-120,40-56 16,36-50-489,18-43-735,-1-21-1521,-35 37 489,-26 27-2617</inkml:trace>
  <inkml:trace contextRef="#ctx0" brushRef="#br0" timeOffset="1600.054">3023 243 8378,'0'0'7371,"23"-14"1959,73-43-5767,-93 55-3517,1-1 0,-1 1 0,0 0 0,1 1 0,0-1-1,-1 0 1,1 1 0,0 0 0,0 0 0,0 0 0,0 0 0,0 1 0,0 0-1,0 0 1,0 0 0,0 0 0,0 0 0,0 1 0,0-1 0,0 1 0,-1 0 0,1 1-1,0-1 1,0 1 0,-1-1 0,1 1 0,-1 0 0,1 1 0,-1-1 0,0 0-1,0 1 1,0 0 0,0 0 0,-1 0 0,1 0 0,-1 0 0,1 0 0,-1 1-1,0-1 1,0 1 0,-1-1 0,1 1 0,-1 0 0,0 0 0,0 0 0,0 0 0,0-1-1,-1 1 1,0 0 0,1 0 0,-1 0 0,-1 0 0,1 0 0,-1 0 0,1 0-1,-1 0 1,-1 3-46,-4 16 34,-1-1 0,-1 0 0,0 0 0,-2-1 0,0 0 0,-2-1 0,0 0-1,-1-1 1,-1-1 0,-1 0 0,-1 0 0,-5 3-34,-78 107-89,98-126 81,-1 1 0,1 0 1,0 0-1,0 0 0,0 0 1,0 0-1,0 0 0,1 0 1,0 0-1,-1 0 0,1 1 0,0-1 1,0 0-1,1 0 0,-1 0 1,1 0-1,-1 0 0,1 0 1,0 0-1,0 0 0,1 0 1,-1 0-1,0 0 0,1 0 1,0-1-1,0 1 0,0-1 0,0 1 1,0-1-1,0 0 0,0 0 1,1 0-1,-1 0 0,1 0 1,0 0-1,-1-1 0,1 1 1,0-1-1,0 0 0,0 0 1,0 0-1,0 0 0,1 0 8,20 14 27,-13-10 10,-1 1 0,-1 1 0,1 0 0,-1 0 0,0 1 0,0 0 0,-1 0 0,0 1 1,-1 0-1,0 1 0,0-1 0,-1 1 0,0 1 0,-1-1 0,0 1 0,0 0 0,-2 0 0,1 0 0,-1 1 1,-1-1-1,0 1 0,-1 0 0,0-1 0,0 1 0,-1 0 0,-1 0 0,0 1-37,-44 65 42,40-72-73,0 0-1,0 0 1,1 1 0,0-1-1,0 1 1,0 0 0,1 0-1,0 1 1,0-1-1,1 1 1,0 0 0,0-1-1,1 1 1,-1 6 31,43 40-749,-11-26 318,-24-15 428,1 0 1,-1 1 0,-1 0 0,-1 0 0,0 0 0,0 1 0,-2 0-1,0-1 1,0 1 0,-1 0 0,-1 0 0,-1 0 0,0 0 0,-1 2 2,1-1 39,-41 209 1425,42-224-1455,0 0 1,-1-1-1,1 1 0,0 0 1,0 0-1,0 0 0,0 0 1,0 0-1,0 0 0,0 0 0,0-1 1,0 1-1,0 0 0,0 0 1,1 0-1,-1 0 0,0 0 0,1-1 1,-1 1-1,1 0 0,-1 0 1,1 0-1,-1-1 0,1 1 0,-1 0 1,1-1-1,0 1 0,-1 0 1,1-1-1,0 1 0,-1-1 1,1 1-1,0-1 0,0 0 0,0 1 1,-1-1-1,1 0 0,0 1 1,0-1-1,0 0 0,0 0 0,0 0 1,0 0-1,0 0 0,-1 0 1,1 0-1,0 0 0,0 0 0,0 0 1,0-1-1,0 1 0,0 0 1,-1 0-1,1-1 0,0 1 0,0-1 1,0 1-1,-1-1 0,1 1 1,0-1-1,0 0-9,21-4 4,0-2 0,-1-1 0,0 0 0,0-2 0,-1 0 0,0-2 0,0 0 0,2-3-4,8-4 0,23-13 0,-2-1 0,-1-3 0,-2-2 0,-2-2 0,9-13 0,96-157-2283,-92 108-3372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7:39.4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1042 399 24733,'0'0'5746,"0"0"-5314,127-30-272,-52 26-112,6 4-24,28 14-24,-19 10-280,-22 3-1201</inkml:trace>
  <inkml:trace contextRef="#ctx0" brushRef="#br0" timeOffset="209.149">1 1543 30366,'0'0'849,"0"0"-601,0 0-176,22 102-40,160-104 64,87-55 8,36-24-56,-5-9-24,-57 9-24,-85 24-96,-42 3-224,-52 21-921,-38 3-4072</inkml:trace>
  <inkml:trace contextRef="#ctx0" brushRef="#br0" timeOffset="417.427">1353 1123 29206,'-13'177'1321,"-2"38"-809,-9 2-96,-5 14-8,-4 8-80,-2-1-128,4-23-128,7-29-40,9-52-32,8-45-112,7-44-72,0-31-160,7-32-304,10-21-473,1-20-1103</inkml:trace>
  <inkml:trace contextRef="#ctx0" brushRef="#br0" timeOffset="700.004">1042 1878 29438,'-79'146'640,"9"16"-440,35-32-128,22-29-40,13-30-32,0-26-112,15-15-448,13-11 136,5-3 288,7-6 136,12-10-72,-8 0-616,-9-4-3273</inkml:trace>
  <inkml:trace contextRef="#ctx0" brushRef="#br0" timeOffset="967.579">1642 1590 6265,'0'0'0</inkml:trace>
  <inkml:trace contextRef="#ctx0" brushRef="#br0" timeOffset="1216.461">2298 0 29150,'0'0'787,"0"0"-284,-9 24-100,-43 162 249,46 39-287,6-215-359,0 1 0,1-1 0,1 0 0,-1 1 0,2-1 0,0 0 0,0 0 0,0 0 0,1-1 0,1 1 0,0-1 1,0 0-1,1 0 0,0-1 0,0 0 0,1 0 0,0 0 0,0-1 0,1 0 0,0 0 0,0-1 0,1 0 0,7 4-6,84 33 11,-87-39-10,1 0 0,0 1 0,-1 0 0,0 1 0,0 1 0,-1 0 0,0 0 0,0 1 0,-1 1 0,0 0 0,0 1 0,-1 0 0,7 9-1,-13-8 0,-1 0 0,-1 0 1,0 0-1,0 0 0,-1 1 1,0-1-1,-1 0 0,0 1 1,-1-1-1,-1 1 0,1-1 1,-2 0-1,0 0 0,0 0 0,-1 0 1,0-1-1,0 1 0,-2-1 1,1 0-1,-1 0 0,-1-1 1,1 0-1,-2 0 0,1 0 1,-1-1-1,-6 4 0,-64 85-67,-4-3 0,-5-4 1,-3-4-1,-4-4 0,-3-4 1,-4-5-1,-49 25 67,-20-18-383,166-79 326,1 0 0,-1 0-1,1 0 1,-1 0 0,1-1-1,-1 1 1,0-1 0,1 0-1,-1 0 1,0 0 0,1-1-1,-1 1 1,1-1-1,-1 0 1,1 0 0,-1 0-1,1-1 1,-1 1 0,1-1-1,0 0 1,0 0 0,0 0-1,0 0 1,0 0 0,0 0-1,1-1 1,-3-2 57,-12-41-2651</inkml:trace>
  <inkml:trace contextRef="#ctx0" brushRef="#br0" timeOffset="1532.456">2256 979 26542,'0'0'3054,"0"0"-2253,0 0-674,-5 18 30,-25 127 143,26-115-272,0-5-27,1-1 1,1 1-1,1-1 0,1 1 1,1 0-1,2-1 1,0 1-2,-1-19-6,1 0 0,-1-1 1,1 1-1,0-1 1,0 1-1,1-1 1,0 0-1,-1-1 0,2 1 1,-1-1-1,0 1 1,1-1-1,0-1 1,0 1-1,0-1 0,1 1 1,-1-2-1,1 1 1,-1-1-1,1 1 0,0-1 1,0-1-1,1 1 6,146 20 194,-145-21-166,133 5 285,-75-6-171,1 4-1,-1 3 0,59 13-141,-122-20 2,1 0-1,-1 0 0,1 0 1,-1 1-1,0-1 0,1 1 0,-1-1 1,0 1-1,0 1 0,1-1 1,-1 0-1,0 1 0,0-1 0,0 1 1,0 0-1,-1 0 0,1 0 1,-1 0-1,1 1 0,-1-1 0,1 1 1,-1-1-1,0 1 0,0 0 1,-1 0-1,1 0 0,-1 0 0,1 0 1,-1 0-1,0 0 0,0 1 0,0-1 1,0 0-1,-1 1 0,0-1 1,1 0-1,-1 1 0,0-1 0,-1 1 1,1-1-1,0 0 0,-1 1 1,0-1-1,0 0 0,0 0 0,0 1 1,-1-1-1,1 0 0,-1 0 1,1 0-1,-2 0-1,-13 17 3,0-1 1,-1-1-1,-2 0 0,1-1 1,-2-2-1,-12 9-3,-15 12 1,-1 3 4,8-10-3,2 1 1,1 3-1,1 0 1,2 3 0,2 1-1,1 1 1,-4 10-3,31-43-13,1 1 0,0-1 1,0 0-1,0 1 0,1 0 0,0 0 1,0-1-1,0 1 0,1 0 0,0 1 1,0-1-1,0 0 0,1 0 0,0 0 1,0 0-1,1 1 0,0-1 0,0 0 1,0 0-1,1 0 0,-1 0 0,1 0 1,1-1-1,-1 1 0,1 0 0,0-1 1,1 0-1,-1 0 0,1 0 0,0 0 1,0 0-1,2 0 13,139 79-3196,-123-75 2010,0 2-1,-1 0 0,0 1 0,-1 1 0,-1 1 0,0 1 0,11 11 1187,-27-23 207,0 0 0,0 1 0,0-1 0,-1 1 0,1 0 1,-1 0-1,0 0 0,0 0 0,-1 0 0,1 0 0,-1 0 0,0 1 0,0-1 0,0 0 1,-1 1-1,1-1 0,-1 1 0,0-1 0,0 1 0,-1-1 0,1 0 0,-1 1 0,0-1 1,0 0-1,-1 1 0,1-1 0,-1 0 0,0 0 0,0 0 0,0 0 0,-1-1 0,1 1 0,-1 0 1,-2 2-208,-124 104 2245,31-46-1928,-3-5-1,-2-4 0,-3-5 1,-85 28-317,175-71-55,0-1 0,0-1 0,0 0-1,-1 0 1,0-2 0,0 0 0,0-1 0,0-1 0,0-1 0,0 0 0,-1-1 0,1-1 0,0 0 0,0-2-1,1 0 1,-7-2 55,-33-22-1536</inkml:trace>
  <inkml:trace contextRef="#ctx0" brushRef="#br0" timeOffset="1782.894">2002 2527 29686,'0'0'1297,"0"0"-929,0 0-96,112 158-160,-42-63-112,-11-18-408,-2-14-2249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7:39.0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311 1885 30487,'0'0'848,"0"0"-608,130 17-128,-27-13 64,43-4 32,50 0-24,23 0-80,7 0-64,-5 32-40,-19 7-296,-51-3-1032,-24-15-6954</inkml:trace>
  <inkml:trace contextRef="#ctx0" brushRef="#br0" timeOffset="5978.945">1488 782 28782,'0'0'1006,"0"0"-502,0 0-176,16-25-52,67-92-16,43 10-60,482-319-47,-485 319-89,-123 107-61,0 1-1,-1-1 0,1 1 1,0-1-1,0 1 1,-1-1-1,1 0 0,0 1 1,0-1-1,0 1 0,0-1 1,-1 1-1,1-1 0,0 1 1,0 0-1,0-1 0,0 1 1,0-1-1,0 1 0,0-1 1,0 1-1,1-1 0,-1 1 1,0-1-1,0 1 1,0-1-1,1 1 0,-1-1 1,0 0-1,0 1 0,1-1 1,-1 1-1,0-1 0,1 0 1,-1 1-1,0-1 0,1 0 1,-1 1-1,1-1 0,-1 0 1,1 1-1,-1-1 1,0 0-1,1 0 0,-1 0 1,1 1-1,-1-1 0,1 0 1,-1 0-1,1 0 0,-1 0 1,1 0-1,0 0 0,-1 0 1,1 0-1,-1 0 0,1 0 1,-1 0-1,1-1-2,-82 236 303,39-134-174,33-78-100,-3 4 16,2 0-1,1 1 1,1 1 0,1 0-1,1 0 1,2 0 0,-1 23-45,5-47 8,1 0 0,-1 0 1,1 0-1,0 0 0,1 0 1,-1 0-1,1-1 0,0 1 1,0 0-1,0-1 0,0 1 1,1-1-1,0 0 0,0 0 1,0 0-1,1 0 1,-1 0-1,1-1 0,0 1 1,0-1-1,0 0 0,0 0 1,1-1-1,-1 1 0,1-1 1,0 0-9,131 28 64,-115-30-65,0-1 0,1-1 0,-1-1-1,0-1 1,0-1 0,0-1 0,-1-1 0,0 0 0,0-2 0,-1 0 0,0-1-1,-1-1 1,0-1 0,11-9 1,5-6-22,-2-2 0,0-1-1,-2-2 1,-2 0 0,-1-2 0,18-29 22,-44 69 48,-1 141 42,37 982-79,-24-398-11,-12-680 0,-2 0 0,-3 0 0,-2-1 0,-2 0 0,-3 0 0,-1-1 0,-3 0 0,-1-1 0,-3 0 0,-2-2 0,-20 31 0,29-64 0,0-2 0,-1 0 0,0-1 0,0 0 0,-2-1 0,1 0 0,-1-1 0,0-1 0,0 0 0,-1-1 0,0-1 0,0-1 0,-1 0 0,1-1 0,-1 0 0,0-2 0,1 0 0,-1-1 0,0 0 0,0-1 0,0-1 0,1-1 0,-5-2 0,3 3 0,0-1 0,0-1 0,0-1 0,1 0 0,-1-2 0,2 0 0,-1 0 0,1-2 0,0 0 0,0-1 0,1 0 0,1-1 0,0-1 0,0-1 0,1 1 0,1-2 0,0 0 0,1-1 0,1 0 0,0 0 0,0-1 0,2 0 0,0-1 0,1 0 0,0-4 0,-3-12 0,2 0 0,2-1 0,1 0 0,1 0 0,2 0 0,2 0 0,1-1 0,1 1 0,6-28 0,7 7 0,2 1 0,3 1 0,1 0 0,3 2 0,3 0 0,1 2 0,3 1 0,1 2 0,3 1 0,13-12 0,591-673-891,-576 654-552,-24 20-2240</inkml:trace>
  <inkml:trace contextRef="#ctx0" brushRef="#br0" timeOffset="6333.056">0 1924 21797,'0'0'6860,"19"-12"-5009,84-42-1346,65 27-3,86 19-13,1423 31 259,-1052-8-733,809 34-15,-867-27-1108,-487-22-1617</inkml:trace>
  <inkml:trace contextRef="#ctx0" brushRef="#br0" timeOffset="6717.1">3321 34 28806,'-35'105'992,"-7"33"-303,-4 37-161,9 21-96,8 23-168,-4 25-264,9-48-448,-2-39-6098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7:59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27710,'0'0'3813,"0"0"-2781,30 8-875,357 78-102,-329-74-55,3-3 0,-2 4 0,1 2 0,-2 2 0,0 3 0,-1 3 0,48 27 0,-101-49 0,0 1 0,-1 1 0,1-1 0,-1 0 0,1 1 0,-1 0 0,0 0 0,0 0 0,0 0 0,0 0 0,-1 1 0,1-1 0,-1 1 0,0 0 0,0-1 0,0 1 0,0 0 0,-1 0 0,0 1 0,0-1 0,0 0 0,0 0 0,-1 0 0,1 1 0,-1-1 0,0 0 0,0 1 0,-1-1 0,1 0 0,-1 0 0,0 0 0,0 1 0,-1-1 0,1 0 0,-1 0 0,0 0 0,0-1 0,0 1 0,0 0 0,-1-1 0,1 0 0,-1 1 0,-2 1 0,-23 23 0,-1-2 0,0 0 0,-2-3 0,-1 0 0,-11 4 0,39-24 0,-496 293-227,465-279-561,13-10-766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8:0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6433,'0'0'25438,"0"0"-24662,0 0-656,0 0-120,0 0 0,-129 55 0,94-21 0,8-4 0,1-9-1864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8:0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845 436 30366,'1'-18'631,"0"7"-561,2-11-3,-1 0 0,-2 0-1,0 0 1,-1 0 0,-1 0 0,-1 0 0,-1 0-1,-1 0 1,-3-7-67,2 17 23,0 1-1,-1-1 1,0 1-1,-1 1 1,0-1-1,-1 1 1,0 1-1,0-1 1,-1 2-1,0-1 1,-1 1-1,0 1 1,0 0-1,-1 1 1,0 0-1,0 0 1,0 1-1,0 1 1,-1 0-1,0 1 1,0 0-1,0 1 1,-5 0-23,-3 0 11,0 1 0,1 1 0,-1 1 1,0 0-1,0 2 0,1 0 0,0 2 0,0 0 1,0 1-1,0 1 0,1 1 0,0 1 1,0 0-1,-6 5-11,5 1 5,-1 0-1,2 1 1,0 1-1,1 1 1,1 1-1,0 0 1,2 1 0,0 1-1,1 0 1,2 1-1,0 0 1,1 1 0,1 1-1,1-1 1,1 1-1,2 1 1,0 0 0,-2 24-5,4-29 19,0 0 0,2 0-1,0 0 1,1 0 0,1 1 0,1-1 0,1 0 0,1 0 0,1 0 0,0 0 0,1 0 0,2-1 0,0 0 0,1 0 0,0-1 0,2 0 0,0 0 0,11 13-19,-9-23 0,1 0 0,0-1 0,0-1 0,0 0 0,1 0 0,0-2 0,1 1 0,-1-2 0,0 0 0,1-1 0,0 0 0,0-1 0,0-1 0,-1 0 0,1-1 0,12-2 0,-10 0-2,0 0 1,0 0-1,-1-2 1,1 0-1,-1-1 0,0 0 1,-1-2-1,0 1 0,0-2 1,0 0-1,9-9 2,-22 17-1,102-74-320,-12-3-931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8:0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1035 208 30967,'0'0'672,"0"0"-432,206 53-8,-39-13-88,17-1-56,-24-5-88,-31 7-64,-61-7-600,-39-3-2009</inkml:trace>
  <inkml:trace contextRef="#ctx0" brushRef="#br0" timeOffset="213.745">1 1721 30967,'0'0'576,"157"32"-440,54-32-64,45-24-24,16-21 48,-33-1-8,-55 17-88,-48 7-96,-44 6-248,-24-4-160,-33 5-1089,-13-5-10377</inkml:trace>
  <inkml:trace contextRef="#ctx0" brushRef="#br0" timeOffset="419.557">1384 973 31143,'-88'158'680,"-17"41"-264,-14 40-160,8-6-200,19-28-32,15-16-24,26-45 0,25-45-176,17-40-200,9-31 24,16-18-16,58-42-112,1-19-465,6-22-2359</inkml:trace>
  <inkml:trace contextRef="#ctx0" brushRef="#br0" timeOffset="631.865">1456 2080 29566,'-11'105'1409,"-15"23"-689,6 0-112,20-27-168,0-40-416,39-16-24,38 3 0,48-21 0,57-27 0,24-43 0,4-50 0,-14-23 0,-30-7 0,-45 29-616,-36 13-1088</inkml:trace>
  <inkml:trace contextRef="#ctx0" brushRef="#br0" timeOffset="900.249">3920 320 30927,'0'0'637,"10"20"-169,-5-11-416,6 11 38,-1 0 0,-1 1 1,-1 0-1,0 0 1,-2 1-1,0 0 0,1 17-90,-4 49 7,-5 0 0,-3 0-1,-4 0 1,-3-1 0,-5 0-1,-3-1 1,-24 60-7,-3 34 4,32-117-4,4 0 0,2 1 0,3 0 0,2 3 0,2-55 0,1 1 0,0-1 0,1 0 0,0 1 0,0-1 0,2 1 0,-1-1 0,2 0 0,-1 0 0,2 0 0,0 0 0,0 0 0,1-1 0,0 0 0,1 0 0,0 0 0,1-1 0,0 0 0,1 0 0,0 0 0,7 5 0,7-2 0,0 0 0,1-2 0,1 0 0,-1-2 0,2 0 0,-1-2 0,1-1 0,0 0 0,19 0 0,-8 1 0,207 16 0,-235-23-99,0-1 1,0 1-1,-1-2 0,1 1 1,0-1-1,-1 0 0,1 0 0,-1-1 1,0 0-1,0-1 0,0 1 1,0-1-1,-1-1 0,1 1 1,-1-1-1,0 0 0,0 0 1,-1-1-1,0 0 0,0 0 1,0 0 98,27-43-3465</inkml:trace>
  <inkml:trace contextRef="#ctx0" brushRef="#br0" timeOffset="1249.766">4551 1173 31447,'-264'432'1362,"104"-164"-1404,-84 96 42,238-352-31,-1-1 1,-1 0-1,0-1 0,0 0 1,-1 0-1,0-1 0,0 0 1,-1 0-1,-1-1 0,1-1 1,-1 0-1,-1 0 0,1-1 1,-1 0-1,0-1 0,0 0 1,-1-1-1,1-1 0,-1 0 1,-2 0 30,-3-2-77,0 0 0,0-2 0,-1 0 0,1-1 0,0-1 0,0 0 1,1-1-1,-1-1 0,1-1 0,0-1 0,0 0 0,1-1 0,0-1 1,0 0-1,1-1 0,0-1 0,1 0 0,0-1 0,-11-13 77,-1-3-78,2-1 1,0-1-1,2-1 0,2-1 1,1-1-1,1-1 0,2 0 0,1-1 1,2-1-1,1 0 0,2-1 0,2 0 1,1-1-1,2 0 0,1 0 0,2 0 1,2-1 77,-1 26 31,0 1 1,1-1-1,0 1 0,1-1 1,1 1-1,0 0 1,0-1-1,2 1 1,-1 0-1,1 0 1,1 1-1,0-1 1,1 1-1,0 0 0,1 0 1,0 1-1,3-3-31,13-9 171,2 1-1,0 1 0,1 1 0,2 1 0,-1 1 0,2 2 0,16-6-170,70-33 286,2 5 0,2 5 0,2 5 1,101-17-287,-48 17-1201,-1-7 1,90-41 1200,-148 40-2699</inkml:trace>
  <inkml:trace contextRef="#ctx0" brushRef="#br0" timeOffset="1516.815">5228 25 30655,'0'0'688,"0"0"-496,0 0-168,119-24-24,-73 28-24,-7 25-32,-8 39-320,-14-5-993,-17 2-2095</inkml:trace>
  <inkml:trace contextRef="#ctx0" brushRef="#br0" timeOffset="1849.701">4676 968 25293,'0'0'5206,"0"0"-3824,0 0-1192,26-9-101,422-145 334,-408 141-419,0 3 1,0 1 0,1 2-1,0 2 1,5 1-5,-44 3 0,0 1 0,0-1 0,0 1 0,0-1 0,0 1 0,0 0 0,0 0 0,1 0 0,-1 0 0,0 0 0,0 0 0,0 1 0,0-1 0,0 1 0,0-1 0,0 1 0,0 0 0,0 0 0,0 0 0,0 0 0,0 0 0,-1 0 0,1 1 0,0-1 0,-1 0 0,1 1 0,-1-1 1,1 1-1,-1 0 0,0-1 0,0 1 0,0 0 0,0 0 0,0 0 0,0 0 0,0 0 0,-1 0 0,1 0 0,-1 0 0,1 0 0,-1 0 0,0 2 0,0 11 11,0-1-1,-2 1 1,1 0-1,-2-1 1,0 1-1,-1-1 1,0 0-1,-1 0 1,-1 0 0,0-1-1,-1 0 1,0 0-1,-7 8-10,10-14 3,-550 901 17,409-661-336,155-272-60,55-72-391,3 3 0,4 3 0,5 3 1,15-9 766,-72 74 172,1 0 1,1 1 0,1 1 0,1 1-1,0 1 1,2 1 0,0 2 0,1 0-1,1 2 1,0 1 0,0 1 0,2 1-1,-1 2 1,1 1 0,21-2-173,-37 7 39,1 1 1,0 1-1,0 0 1,-1 1-1,1 1 0,0 0 1,0 1-1,-1 1 1,1 0-1,-1 1 1,0 1-1,0 0 1,0 1-1,-1 0 1,0 1-1,0 0 1,0 1-1,-1 1 0,-1 0 1,1 0-1,-1 1 1,-1 1-1,0 0 1,0 0-1,-1 1 1,-1 0-1,0 1 1,-1 0-1,1 1-39,-4 0 1,0 0 1,-1 0-1,-1 1 0,0-1 1,-1 1-1,0 0 0,-2-1 0,1 1 1,-2 0-1,0-1 0,0 1 1,-2-1-1,0 0 0,0 0 1,-1 0-1,-1-1 0,0 1 0,-1-1 1,-1-1-1,0 1-1,-14 19 0,0-1 0,-3-1-1,0-1 1,-2-1 0,-1-2-1,-1 0 1,-11 5 0,-201 126-1167,138-107-1403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8:00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30094,'0'0'801,"131"12"-217,-12 41-120,34 34 8,7 23-120,-13 20-352,-22 10 0,-33 8 0,-20 6 0,-21-4 0,-19-28 0,-16-33 0,-7-32 0,-3-17 0,1-22-320,-1-11-1040,-1-7-937</inkml:trace>
  <inkml:trace contextRef="#ctx0" brushRef="#br0" timeOffset="250.481">1450 18 30679,'0'0'688,"-196"115"-240,25-5-160,-24 23-40,9 1-72,28-8-64,42-10-88,22-3-24,32-25-136,30-22-360,23-29-640,9-31-3513</inkml:trace>
  <inkml:trace contextRef="#ctx0" brushRef="#br0" timeOffset="501.689">2758 273 30807,'0'0'778,"-23"10"-227,-348 131 73,275-107-622,2 4 0,2 3-1,1 5 1,-19 17-2,96-54 0,1 1 0,1 0 0,-1 0 0,2 2 0,-1-1 0,2 1 0,-1 1 0,2 0 0,0 1 0,-5 9 0,11-17 0,0 0 0,0-1 0,1 1 0,0 0 0,0 1 0,1-1 0,0 0 0,0 0 0,0 1 0,1-1 0,-1 1 0,2-1 0,-1 0 0,1 1 0,0-1 0,0 0 0,1 1 0,-1-1 0,2 0 0,-1 0 0,0 0 0,1-1 0,0 1 0,1-1 0,-1 1 0,1-1 0,2 2 0,14 11 0,0-1 0,2-1 0,0-1 0,0 0 0,1-2 0,1-1 0,0-1 0,1-1 0,0-1 0,23 5 0,325 76-900,-256-71-593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7:59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76 753 31343,'0'0'600,"0"0"-552,0 0-48,0 0-304,0 0-16,0 0-328,0 0-1321</inkml:trace>
  <inkml:trace contextRef="#ctx0" brushRef="#br0" timeOffset="597.022">681 230 30326,'0'0'733,"0"0"-128,0 0-211,-12-19-82,-84-116 61,91 129-372,0 0-1,0 0 1,0 0 0,-1 1-1,0 0 1,0 0 0,0 0-1,-1 1 1,0 0 0,1 0-1,-2 1 1,1 0 0,0 0-1,0 1 1,-1-1 0,0 2-1,1-1 1,-1 1 0,0 0-1,0 1 1,1 0 0,-1 0-1,0 0 1,0 1 0,1 0-1,-1 1 1,0 0 0,1 0-1,-1 1 1,1 0 0,0 0-1,0 0 1,0 1 0,1 0-1,-1 1 1,-1 1-1,-14 18 0,0 1 0,2 1 0,1 1 0,1 1 0,2 0 0,1 1 0,1 1 0,-5 16 0,-9 18 0,2 2 0,4 1 0,2 0 0,4 2 0,2 0 0,4 0 0,2 1 0,4 1 0,4 48 0,-1-111 0,1 0 0,0 1 0,1-1 0,0 0 0,0 0 0,1 0 0,0 0 0,0 0 0,1 0 0,0-1 0,0 1 0,1-1 0,0 1 0,0-1 0,1-1 0,0 1 0,0-1 0,0 1 0,1-2 0,0 1 0,0 0 0,1-1 0,-1-1 0,1 1 0,0-1 0,1 0 0,-1 0 0,1-1 0,-1 0 0,1 0 0,0-1 0,8 1 0,-1 0 0,0 0 0,0-2 0,0 0 0,1 0 0,-1-2 0,0 0 0,1 0 0,-1-2 0,0 0 0,0 0 0,0-1 0,-1-1 0,0-1 0,0 0 0,0-1 0,0 0 0,-1-1 0,6-5 0,12-11 0,-1-1 0,-2-2 0,0-1 0,-2-1 0,-2-1 0,0-1 0,-2-2 0,-1 0 0,-2-1 0,-1 0 0,-2-2 0,-1 0 0,-2-1 0,-2 0 0,-1-1 0,-2 0 0,-2-1 0,1-21 0,-5 46-4,-1 0 1,-1 0-1,0 0 0,-1-1 1,0 1-1,-1 0 0,-1 0 1,0 1-1,0-1 0,-2 0 1,0 1-1,0 0 0,-2 0 1,1 1-1,-1 0 0,-1 0 1,0 0-1,-1 1 0,0 0 1,-1 1 3,-11-10-440,-2 1 1,1 1-1,-2 1 1,-1 1-1,0 2 1,0 0-1,-27-9 440,16 8-4676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7:58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0 438 30495,'0'0'645,"12"-17"-297,-5 7-312,1-1-11,-1 0-1,2 0 1,-1 1 0,2 0-1,-1 1 1,1 0 0,0 0-1,1 1 1,0 0 0,11-5-25,-7 6 32,1 0 0,0 1 1,0 1-1,0 0 0,1 2 0,0-1 1,-1 2-1,1 1 0,0 0 0,0 1 1,0 0-1,0 1 0,0 2 0,-1-1 1,1 2-1,-1 0 0,1 1 0,-1 1 1,-1 0-1,1 1 0,2 3-32,22 19 30,-2 2-1,-1 1 1,-1 2 0,-2 1-1,-1 2 1,13 23-30,149 186 104,179 205-67,-239-310-37,126 101 0,-250-233-24,-10-7 11,1 1-1,-1-1 1,1 0 0,0 0-1,0 1 1,-1-1 0,1-1-1,1 1 1,-1 0 0,0 0-1,0-1 1,1 1 0,-1-1-1,0 0 1,1 0 0,0 0-1,-1 0 1,1 0 0,-1-1-1,1 1 1,0-1 0,0 1-1,-1-1 1,1 0 0,0 0-1,0 0 1,-1-1 0,1 1-1,0-1 1,-1 1 0,1-1-1,0 0 1,-1 0 0,1 0-1,-1 0 1,1-1 0,-1 1-1,1-1 14,16-43-1879,-10-20-2712</inkml:trace>
  <inkml:trace contextRef="#ctx0" brushRef="#br0" timeOffset="282.449">1828 0 27502,'0'0'3969,"0"0"-3553,-186 152-152,66-20-32,-27 50 104,-13 19-288,6-6-48,18-17 0,25-30 0,27-30 0,34-31 0,41-28-136,9-35-584,18-17-1337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8:0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27150,'0'0'3139,"0"0"-2135,0 0-576,0 0-165,0 0-71,50-2 80,515-10 39,488-31-303,6 40-8,-782 17-230,0 13-1,-2 11 1,2 13 230,-133-20-1533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8:09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30374,'0'0'617,"0"0"-177,0 0-192,0 0 0,114-69 56,-53 69-56,0 4-104,-6 21-96,-11 17-48,-24 49-328,-16-11-448,-4 1-1641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8:0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0 573 31023,'0'0'570,"34"-11"-354,558-192-37,-218 92-80,-212 91 54,-160 19-146,0 1 0,0 0 0,0 0 0,0 1 0,1-1-1,-1 0 1,0 1 0,0-1 0,0 1 0,0 0 0,0 0 0,0 0 0,0 0-1,0 0 1,-1 0 0,1 0 0,0 1 0,-1-1 0,1 0 0,-1 1 0,1 0-1,-1-1 1,1 1 0,-1 0 0,0 0 0,0-1 0,0 1 0,0 0 0,0 0-1,-1 0 1,1 0 0,-1 0 0,1 1 0,-1-1 0,1 0 0,-1 0 0,0 0-1,0 0 1,0 0 0,-1 0 0,1 1 0,0-1 0,-1 0 0,1 0 0,-1 0-1,0 0 1,0 0 0,0 0 0,0 0 0,0 0 0,0-1 0,0 1-7,-9 20 18,0-2 1,0 0 0,-2 0-1,-1-1 1,0 0-1,-2-1 1,0-1 0,0 0-1,-4 1-18,4-2 1,-631 643 0,316-297-1,304-311 3,26-50-17,0-1-1,-1 1 1,1 0 0,0 0 0,0 0-1,0 0 1,0 0 0,0 0-1,0 0 1,1 0 0,-1 0 0,0 0-1,0 0 1,1 0 0,-1-1 0,0 1-1,1 0 1,-1 0 0,1 0 0,-1 0-1,1-1 1,0 1 0,-1 0 0,1-1-1,0 1 1,-1 0 0,1-1-1,0 1 1,0-1 0,0 1 0,-1-1-1,1 0 1,0 1 0,0-1 0,0 0-1,0 1 1,0-1 0,0 0 0,0 0-1,0 0 1,0 0 0,-1 0 0,1 0-1,0 0 1,0 0 0,0 0-1,0 0 1,0-1 0,0 1 0,0 0-1,0-1 1,0 1 0,-1 0 0,1-1-1,0 1 1,0-1 0,0 0 0,-1 1-1,1-1 1,0 0 0,-1 1 0,1-1 13,198-100-2878,-92 26-666</inkml:trace>
  <inkml:trace contextRef="#ctx0" brushRef="#br0" timeOffset="249.875">1144 1023 29246,'0'0'1016,"0"0"-399,0 0-145,22 138-120,-42-61-80,-10 9-112,-1 3-160,5-4-8,8-14-400,12-22-384,6-49-1089,8-4-103,10-33-9699</inkml:trace>
  <inkml:trace contextRef="#ctx0" brushRef="#br0" timeOffset="416.465">1552 713 28742,'0'0'982,"0"0"-243,0 0-359,-21 1-179,14 0-183,-9 0 23,0 0 0,1 1 0,-1 1 0,0 1 0,1 0 0,0 1 0,0 0 0,0 2 0,-7 4-41,0 0 35,1 1 1,0 2 0,1 0 0,1 1-1,0 1 1,1 0 0,1 2 0,1 0-1,0 1 1,-12 19-36,26-36 8,0 1 0,0 0-1,1-1 1,-1 1 0,1 0 0,-1 0 0,1 0-1,0 0 1,0 0 0,0 0 0,1 0 0,-1 0-1,1 0 1,0 0 0,0 0 0,0 1-1,0-1 1,0 0 0,1 0 0,-1 0 0,1 0-1,0 0 1,0 0 0,0 0 0,0 0 0,0 0-1,1 0 1,0 0 0,-1-1 0,1 1-1,0-1 1,0 1 0,0-1 0,1 0 0,-1 0-1,0 0 1,1 0 0,0 0 0,-1 0 0,1-1-1,0 1 1,0-1 0,2 1-8,27 9-3,1-2 0,1-1 0,0-1 0,0-2 0,0-2 0,0-1 0,29-2 3,-41 0-12,7 2-47,1-1 0,-1-2 0,1-1 0,-1-1 0,0-2 1,0-1-1,-1-1 0,1-1 0,11-7 59,46-26-909,-8-5-1264</inkml:trace>
  <inkml:trace contextRef="#ctx0" brushRef="#br0" timeOffset="632.685">2087 1 17892,'0'0'11324,"-4"36"-8635,-19 350-1996,-59 1115-524,73-1423-169,-17 165 0,8 122 0,18-366-8,0 1 0,0 0-1,0 0 1,1 0 0,-1 0 0,0 0-1,0 0 1,1 0 0,-1 0 0,0 0 0,0 0-1,0 0 1,1 0 0,-1 0 0,0 0 0,0 0-1,1 0 1,-1 1 0,0-1 0,0 0-1,0 0 1,1 0 0,-1 0 0,0 0 0,0 0-1,0 1 1,0-1 0,1 0 0,-1 0 0,0 0-1,0 0 1,0 1 8,11-34-827,-9 26 346,0 0-1925</inkml:trace>
  <inkml:trace contextRef="#ctx0" brushRef="#br0" timeOffset="883.508">2089 1026 30567,'0'0'816,"0"0"-608,160 46-48,-66-1-72,9 10 32,0 9 16,-11 5-104,-13 6-32,-26 19-312,-23-17-776,-27-16-3425</inkml:trace>
  <inkml:trace contextRef="#ctx0" brushRef="#br0" timeOffset="1125.413">2 2334 31871,'184'-17'568,"93"-21"-416,84-7-80,45 3 8,-12 19-56,3 15-24,-11 8 0,-22 23 0,-99 3 0,-72 0-976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8:0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25725,'29'5'1447,"459"89"994,86-9-1208,258-6-1233,-697-68 35,1220 69 13,227 19-42,47 87 71,158 15 139,1428 64-172,-2851-234-2270,-261-22-2647</inkml:trace>
  <inkml:trace contextRef="#ctx0" brushRef="#br0" timeOffset="3818.294">6887 432 27326,'0'0'1804,"0"0"-1221,16 20-268,116 176 192,-93-94-459,-4 2 0,-5 1 0,-4 2 0,-6 0 0,-3 1 0,-6 1 0,-4 0 0,-5 1 0,-6 12-48,-7 601 170,11-697-154,-1-19-13,-1 0 1,2-1-1,-1 1 0,1 0 0,0 0 1,0 0-1,1 0 0,0 0 0,0-1 1,0 1-1,1 0 0,0-1 0,1 1 1,-1-1-1,1 0 0,0 1 0,1-2 1,-1 1-1,1 0 0,1-1 0,-1 1 1,1-1-1,0 0 0,0-1 0,0 1 1,1-1-1,-1 0 0,3 1-3,16 5 7,0 0 0,0-2 0,1-1-1,0 0 1,0-2 0,0-1 0,16 0-7,149 10 288,165-10-288,-219-4 95,1365-47 777,-1337 40-825,1039-56 131,1156-37-183,-2333 100-11,425-7-335,-1 19-1,73 27 352,-468-33-1279,-33-5-1172</inkml:trace>
  <inkml:trace contextRef="#ctx0" brushRef="#br0" timeOffset="4090.173">14050 2058 30615,'0'0'505,"34"-2"-301,302 11-127,-227 10 27,-2 4 0,0 6-1,59 24-103,-151-47 24,-3-4-7,0 2-1,0-1 1,-1 2-1,1-1 0,-1 2 1,0 0-1,-1 0 0,1 0 1,-1 2-1,0-1 1,-1 1-1,0 0 0,0 1 1,-1 0-1,0 1 0,-1 0 1,1 1-17,-3 4 9,0 0 0,-1 0 0,-1 1 0,0 0 0,-1-1 0,-1 1 1,-1 0-1,0 0 0,-1 0 0,0-1 0,-2 1 0,1 0 0,-2-1 0,0 0 0,-1 0 0,-1 0 1,-3 6-10,-10 13-23,-1 0 0,-1-1 0,-2-1 0,-1-2 0,-2 0 0,-1-2 0,-1 0 0,-1-2 1,-2-2-1,0 0 0,-22 10 23,-15 18-147,-186 137-1719,184-141-929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8:1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7039 1622 20500,'0'0'9209,"0"0"-7087,0 0-1926,0-19-29,-5-122 229,2 131-396,0 1 1,-1 0 0,0 0-1,-1 1 1,1-1 0,-2 1-1,1 0 1,-1 0 0,0 1-1,-1 0 1,0 0 0,0 0-1,0 1 1,-1 0 0,0 0 0,0 1-1,-1 0 1,1 1 0,-1 0-1,0 0 1,0 0 0,-1 1-1,1 1 1,0 0 0,-1 0-1,0 1 1,1 0 0,-1 0-1,0 1 1,0 1 0,1 0-1,-1 0 1,0 1 0,1 0-1,0 0 1,-1 1 0,1 0 0,0 1-1,0 0 1,1 1 0,-1-1-1,1 2 1,-1 0-1,-15 17 8,1 1 0,1 1 0,1 0 1,1 2-1,1 1 0,2 0 0,1 1 0,1 1 0,1 0 0,2 1 1,1 1-1,2-1 0,1 2 0,1-1 0,2 1 0,1 0 1,2 0-1,1 1-8,0-30 0,0 0 0,1 0 0,-1 0 0,1 0 0,0 0 0,0 0 0,1 0 0,-1 0 0,1 0 0,0 0 0,0 0 0,0 0 0,0 0 0,1 0 0,-1 0 0,1-1 0,0 1 0,0-1 0,1 1 0,-1-1 0,1 0 0,0 0 1,-1 0-1,1 0 0,0-1 0,1 1 0,-1-1 0,0 1 0,1-1 0,0 0 0,-1-1 0,1 1 0,0-1 0,0 1 0,0-1 0,0 0 0,2 0 0,12 3 8,0-1-1,-1 0 1,1-2-1,1 0 1,-1-1-1,0 0 1,0-2-1,0 0 1,0-1-1,-1 0 1,1-2-1,-1 0 1,0-1-1,0-1 1,-1-1-1,1 0 1,-2-1-1,1 0 1,2-4-8,16-12-326,-1-1 1,-2-2 0,0-1-1,-2-2 1,-2 0-1,0-2 1,15-27 325,9-22-4770</inkml:trace>
  <inkml:trace contextRef="#ctx0" brushRef="#br0" timeOffset="781.572">11236 290 30254,'0'0'649,"0"0"-169,0 0-320,0 0 80,226 59 24,-70-27-48,-7-2-104,-26-7-112,-42-1-8,-20 13-320,-13-3-400,-17-2-1489</inkml:trace>
  <inkml:trace contextRef="#ctx0" brushRef="#br0" timeOffset="1032.15">10162 1273 27758,'0'0'3145,"0"0"-2849,0 0-200,226 29 136,46-48 24,50-29-56,0-9-72,-48 6-72,-92 21-24,-61 14-32,-49 12-80,-24 4-328,-4 0-392,-2 0-441,-11 0-15,-18 0-3769</inkml:trace>
  <inkml:trace contextRef="#ctx0" brushRef="#br0" timeOffset="1199.336">11861 819 23685,'0'0'4337,"0"0"-3329,-204 148-328,73-12 16,-12 22-239,12 2-153,21-8-160,23-22-80,21-22-64,15-23-80,18-30-128,14-17-80,6-9-321,13-29-903,0-6-1112,24-33-19677</inkml:trace>
  <inkml:trace contextRef="#ctx0" brushRef="#br0" timeOffset="1409.085">11633 1340 28902,'0'0'886,"0"0"-115,16 30-195,-1 0-461,0 1 1,-2 1-1,-1 0 0,-2 0 1,-1 1-1,-2 0 1,1 13-116,21 161 387,-28-201-383,0-1 1,0 0 0,1 0 0,0 1 0,-1-1 0,2 0 0,-1-1 0,0 1 0,1 0 0,0-1 0,0 1-1,1-1 1,-1 0 0,1 0 0,0 0 0,0-1 0,0 1 0,0-1 0,1 0 0,-1 0 0,1-1 0,0 1-1,0-1 1,0 0 0,0 0 0,0-1 0,0 1 0,4-1-5,20 2 7,0-2 0,1-1-1,-1-1 1,1-1 0,-1-2 0,0-1 0,0-2-1,-1 0 1,14-7-7,46-20-48,-1-5-1,-2-3 0,-2-3 1,-2-5-1,-2-3 0,27-26 49,-38 29-284,-3-2 0,-2-4 0,-2-2 0,6-13 284,34-77-5735,-68 74-12468</inkml:trace>
  <inkml:trace contextRef="#ctx0" brushRef="#br0" timeOffset="1569.795">13448 182 28894,'0'0'776,"0"0"41,0 0-401,173-69-112,-98 69-88,6 0-96,-2 25-64,-13 13-56,-23 15-64,-40 46-344,-3-12-889,-29-9-3512</inkml:trace>
  <inkml:trace contextRef="#ctx0" brushRef="#br0" timeOffset="1865.225">13404 880 9722,'0'0'16986,"-19"13"-12735,-60 40-3769,45-20-108,65-23 69,32-16-364,0-2 0,0-3 0,-2-2 0,60-22-79,-17 6 25,137-17-26,-238 45-1,0 1 1,0-1-1,0 1 1,0 0-1,0-1 1,0 1 0,0 1-1,-1-1 1,1 0-1,0 1 1,0-1-1,0 1 1,0 0 0,-1 0-1,1 0 1,0 0-1,-1 1 1,1-1-1,-1 1 1,1-1 0,-1 1-1,0 0 1,0 0-1,0 0 1,0 0-1,0 1 1,0-1-1,0 0 1,-1 1 0,1-1-1,-1 1 1,0-1-1,0 1 1,0 0-1,0 0 1,0-1 0,-1 1-1,1 0 1,-1 0-1,1 0 2,-2 10 1,0 0-1,-1-1 0,-1 1 1,0-1-1,0 0 0,-1 0 1,-1 0-1,0 0 0,0-1 1,-1 0-1,-1 0 1,0 0-1,0-1 0,-1 0 1,-2 1-1,-120 156 57,-7-6 0,-119 105-57,-88 101-234,346-408-629,11 9 290,2 2 1,1-1-1,1 2 0,1 0 1,2 1-1,17-18 573,-6 6-5650</inkml:trace>
  <inkml:trace contextRef="#ctx0" brushRef="#br0" timeOffset="2749.089">14132 103 28070,'0'0'1523,"0"0"-727,0 0-297,0 0 1,0 0-8,8 25-53,-2-7-362,-1-5-48,0 1 0,-1 0 1,0 0-1,-1 0 1,-1 0-1,0 1 0,-1-1 1,-1 1-1,0-1 1,-1 0-1,-1 1 0,-1 7-29,-14 30 3,-3 0-1,-1-1 1,-3-1 0,-2-2-1,-3 0 1,-1-2-1,-9 9-2,28-39 1,-107 155-1,-6-6 0,-8-6 0,-76 67 0,203-220 0,0 1 0,-1-1 0,1 1 0,-1-1 0,-1-1 0,1 1 0,-1-1 0,0 0 0,0-1 0,0 0 0,-1 0 0,1 0 0,-1-1 0,0 0 0,0-1 0,0 0 0,-1 0 0,1-1 0,0 0 0,-1 0 0,-6-1 0,13-1-1,1 0 0,-1-1 0,1 1 0,0-1 0,0 1 0,0-1 0,0 1 0,0-1 0,0 0 0,0 0 0,0 1 0,1-1 0,-1 0 0,1 0 0,0 0 0,-1 0 0,1 0 0,0 0 0,0 0 0,0 0 0,0 0-1,0 1 1,1-1 0,-1 0 0,0 0 0,1 0 0,0 0 0,-1 0 0,1 1 0,0-1 0,0 0 0,0 1 0,0-1 0,0 0 0,0 1 0,1-1 0,-1 1 0,0 0 0,1-1 0,-1 1 0,1 0 0,-1 0 0,2-1 1,10-2-1,0 0-1,0 1 1,0 0-1,0 1 1,1 0-1,-1 1 1,0 1-1,1 0 1,-1 1-1,0 0 1,1 1-1,-1 0 1,0 1-1,0 1 1,0 0-1,-1 1 1,1 0-1,-1 1 1,1 1 1,57 30 14,-1 3 1,-3 4-1,-1 2 1,-2 3-1,16 19-14,244 250 0,-251-267 0,-66-62-77,-5-100-1828,-5 46-498</inkml:trace>
  <inkml:trace contextRef="#ctx0" brushRef="#br0" timeOffset="2998.013">14213 746 29694,'0'0'608,"0"0"-407,-31 146 71,-23-28 216,-32 34-64,-13 12-192,-6-6-120,0-10-80,2-14-32,-4-6 0,15-23 0,21-26-232,14-30-320,25-25-1217,7-19-799</inkml:trace>
  <inkml:trace contextRef="#ctx0" brushRef="#br0" timeOffset="3182.522">12085 1034 30479,'0'0'656,"0"0"-440,232 45 32,7-25 144,59-8 24,31-12-120,-5-12-232,-39-10-64,-26 5 0,-33 5 0,-31 12 0,-35 0 0,-53 0-832,-35 4-1457</inkml:trace>
  <inkml:trace contextRef="#ctx0" brushRef="#br0" timeOffset="3432.456">14991 0 31199,'0'0'528,"0"0"-400,48 115-64,-23-58 56,-1 6 8,-2 2-128,-5 6-104,-17 26-376,0-16-801,-22-14-5392</inkml:trace>
  <inkml:trace contextRef="#ctx0" brushRef="#br0" timeOffset="3882.919">14651 1044 30975,'0'0'602,"25"-3"-386,274-45 51,-232 33-188,173-20-162,-239 37 80,0 0 0,1 0 1,-1 0-1,0 0 0,0 1 0,0-1 0,-1 0 0,1 0 0,0 1 1,-1-1-1,1 0 0,-1 1 0,0-1 0,0 1 0,0-1 0,0 0 1,0 1-1,-1-1 0,1 1 0,-1-1 0,1 0 0,-1 0 0,0 1 0,0-1 1,0 0-1,0 0 0,-1 0 0,1 0 0,0 0 0,-1 0 0,1 0 1,-1 0-1,0-1 0,-1 2 3,-148 204 271,-445 580 223,483-664-600,124-150-232,38-37-132,4 3 0,1 2 1,62-51 469,-93 88-1,0 1 1,2 1 0,1 1-1,0 1 1,1 1 0,1 1-1,0 2 1,1 1 0,1 1-1,0 2 1,0 0 0,16-1 0,-27 8 77,0 0 1,0 1 0,0 1 0,1 1-1,-1 0 1,0 2 0,0 0 0,1 1 0,-2 1-1,1 1 1,0 1 0,-1 0 0,0 1-1,-1 1 1,1 1 0,-1 0 0,-1 2 0,0-1-1,-1 2 1,0 0 0,0 1 0,5 8-78,-14-15 8,0 1-1,-1 0 1,0 0 0,-1 1 0,0 0 0,0-1 0,0 1 0,-1 0 0,0 1 0,-1-1-1,0 1 1,0-1 0,-1 1 0,0-1 0,0 1 0,-1 0 0,0 0 0,-1-1 0,0 1-1,0 0 1,-1-1 0,0 1 0,0-1 0,-2 4-8,-7 4 0,-1 0 0,-1-1 0,0-1 0,-1 0 0,0 0 0,-1-1 0,-1-1 0,0-1 0,0 0 0,-1-1 0,-12 5 0,-70 37-157,-1-4 1,-3-4-1,-1-5 0,-13-2 157,-23 2-1886</inkml:trace>
  <inkml:trace contextRef="#ctx0" brushRef="#br0" timeOffset="-605.041">1916 1273 23917,'0'0'4478,"0"0"-2861,-20 8-892,-97 40 215,183-93 102,490-385-994,-528 408-48,-12 8 0,0 1 0,0 1 0,1 0 0,1 1 0,0 1 0,0 1 0,1 0 0,0 2 0,14-4 0,-30 10 0,-1 1 0,0-1 0,0 1 0,1 0 0,-1 0 0,0 0 0,1 0 0,-1 0 0,0 1 0,1-1 0,-1 1 0,0-1 0,0 1 0,0 0 0,1 0 0,-1 0 0,0 0 0,0 0 0,0 0 0,-1 1 0,1-1 0,0 1 0,0-1 0,-1 1 0,1 0 0,-1 0 0,1 0 0,-1 0 0,0 0 0,0 0 0,0 0 0,0 0 0,0 0 0,0 0 0,-1 0 0,1 1 0,-1-1 0,1 0 0,-1 0 0,0 1 0,0 1 0,19 246 0,-17 157 0,-3-401 0,0-1 0,0 1 0,1-1 0,0 1 0,0-1 0,1 1 0,-1-1 0,1 1 0,0-1 0,1 0 0,-1 1 0,1-1 0,0 0 0,0 0 0,1 0 0,0 0 0,0-1 0,0 1 0,0-1 0,0 1 0,1-1 0,0 0 0,0-1 0,0 1 0,1-1 0,-1 1 0,1-1 0,-1-1 0,1 1 0,0-1 0,0 0 0,0 0 0,1 0 0,-1 0 0,0-1 0,1 0 0,-1 0 0,1-1 0,-1 0 0,1 0 0,-1 0 0,2 0 0,5-5 0,0 1 0,-1-2 0,0 1 0,0-2 0,0 1 0,-1-1 0,0-1 0,0 0 0,-1-1 0,0 1 0,-1-2 0,1 1 0,-2-1 0,4-6 0,60-76-16,-5-3 0,-3-3-1,-6-2 1,-3-3 0,-5-2 0,26-87 16,-40 74 17,-35 118-15,0 0-1,0 0 1,1 1-1,-1-1 1,0 0-1,1 0 1,-1 0-1,0 0 1,1 1-1,-1-1 1,0 0 0,1 0-1,-1 0 1,0 0-1,1 0 1,-1 0-1,0 0 1,1 0-1,-1 0 1,0 0 0,1 0-1,-1 0 1,0 0-1,1 0 1,-1-1-1,0 1 1,1 0-1,-1 0 1,0 0 0,1 0-1,-1-1 1,0 1-1,0 0 1,1 0-1,-1-1 1,0 1-1,0 0 1,1 0-1,-1-1 1,0 1 0,0 0-1,0-1 1,0 1-1,1 0 1,-1 0-1,0-1 1,0 1-1,0 0 1,0-1-2,6 45 4,0 689-4,-8-443 0,-23 116 0,15-289 0,-5-1 0,-5-1 0,-5 0 0,-5-2 0,-5-1 0,-39 83 0,71-185 0,-1 0 0,0-1 0,0 1 0,-1-1 0,-1 0 0,1 0 0,-1 0 0,-1-1 0,1 1 0,-2-2 0,1 1 0,-1-1 0,0 0 0,0-1 0,-1 0 0,0 0 0,0-1 0,0 0 0,-1 0 0,0-1 0,0-1 0,0 1 0,0-2 0,0 1 0,-1-2 0,1 1 0,-8-1 0,12-4 0,-1 0 0,1 0 0,0 0 0,0-1 0,0 0 0,1-1 0,-1 1 0,1-1 0,0 0 0,0 0 0,1-1 0,-1 1 0,1-1 0,1 0 0,-1 0 0,1-1 0,0 1 0,0-1 0,1 1 0,0-1 0,0 0 0,0 0 0,1 0 0,0 0 0,1 0 0,0 0 0,0 0 0,0 0 0,1 0 0,0-4 0,-2-30 6,1 0 0,2 0 0,2 0 0,2 0-1,1 1 1,2 0 0,2 1 0,2 0 0,1 0 0,2 2 0,13-21-6,38-63-356,6 4 0,72-88 356,-15 23-1463,-68 87-996</inkml:trace>
  <inkml:trace contextRef="#ctx0" brushRef="#br0" timeOffset="-350.543">4321 866 30679,'0'0'568,"34"16"-244,442 170 503,-128-55-510,-341-128-316,-1 0 0,0 0 1,0 0-1,0 1 0,0 0 0,0 0 0,-1 0 0,0 1 1,0 0-1,0 0 0,-1 0 0,1 1 0,-1 0 1,0 0-1,-1 0 0,0 0 0,0 0 0,0 0 0,0 1 1,-1 0-1,0-1 0,-1 1 0,0 0 0,0 0 1,0 0-1,-1 0 0,1 0 0,-2 0 0,1 0 0,-1 0 1,0 0-1,-1 0 0,1-1 0,-1 1 0,-1 0 1,1-1-1,-1 0 0,-1 1 0,1-1 0,-1 0 0,0-1 1,0 1-1,0-1 0,-4 4-1,-36 37 0,-2-1 0,-2-2 0,-2-3 0,-12 6 0,55-41 0,-589 398-1030,580-390-853,12-11-2942</inkml:trace>
  <inkml:trace contextRef="#ctx0" brushRef="#br0" timeOffset="12104.615">1958 3141 27926,'0'0'2166,"0"0"-1462,0 0-532,-21-5-23,-66-14 183,54 6 124,38 5 121,375 7-292,848-30-285,352 59 0,-1097 4 0,441 89 0,-845-107-348,0 4 0,-1 3 0,-1 4 1,-1 3-1,-2 3 0,35 21 348,-68-26-3522</inkml:trace>
  <inkml:trace contextRef="#ctx0" brushRef="#br0" timeOffset="12951.304">8041 2652 27014,'0'0'2288,"0"0"-1661,0 0-518,0 0 29,0 0 113,0 0 19,11 16-96,78 97-57,-76-97-102,-1 1 0,0 0 0,-1 0-1,-1 1 1,-1 1 0,0 0 0,-2 0 0,0 1-15,50 99 56,-27-82-36,2-1 0,2-2 1,1-1-1,2-2 0,1-1 1,1-2-1,1-2 0,1-2 0,2-1 1,0-2-1,1-2 0,1-2 1,34 7-21,133 39-2,3-10 0,1-8 1,2-11-1,147 3 2,802 14-176,-560-36 345,1916 43-95,-1773-59-94,493-2-1602,1061 140 1622,-2139-116-3135</inkml:trace>
  <inkml:trace contextRef="#ctx0" brushRef="#br0" timeOffset="15890.03">7387 7631 31311,'0'0'1424,"0"0"-1392,0 0-32,0 0 0,0 0 0,0 0 0,0 0-480,-21-53-11875</inkml:trace>
  <inkml:trace contextRef="#ctx0" brushRef="#br0" timeOffset="14939.304">1980 6952 29126,'0'0'772,"0"0"-310,0 0-95,0 0 11,0 0-67,22 2-106,-16-2-192,4 1 5,1 0 1,-1 0-1,1-1 0,-1 0 0,1-1 0,-1-1 0,1 1 0,-1-2 0,0 1 0,0-1 1,0-1-1,0 0 0,-1 0 0,1-1 0,-1 0 0,1-2-18,33-30 35,-1-2 0,-2-2 0,-2-1 0,-2-2 0,-2-2-1,-1-1 1,-3-1 0,-2-2 0,-3-1 0,-1-1 0,-3-1 0,-2 0 0,10-46-35,-3 26 113,-26 74-112,0-1 0,0 0 0,0 1 0,0-1 0,0 0 0,0 1 0,0-1 0,0 1 0,0-1-1,0 0 1,0 1 0,0-1 0,0 0 0,0 1 0,0-1 0,0 0 0,0 1 0,0-1 0,1 1 0,-1-1 0,0 0 0,0 0 0,0 1 0,1-1 0,-1 0 0,0 1 0,0-1 0,1 0 0,-1 0 0,0 1 0,1-1 0,-1 0-1,0 0 1,1 0 0,-1 0 0,0 1 0,1-1 0,-1 0 0,0 0 0,1 0 0,-1 0 0,1 0 0,-1 0 0,0 0 0,1 0 0,-1 0 0,0 0 0,1 0 0,-1 0 0,1 0 0,-1 0 0,0-1 0,1 1 0,-1 0-1,0 0 1,1 0 0,-1 0 0,0-1 0,1 1 0,-1 0-1,16 306 88,29 319-20,-45-624-65,15 63-1,-15-63-2,0 0 0,1 0 1,-1 0-1,0 0 0,1 0 0,-1 0 0,1 0 0,-1 0 0,1 0 0,0 0 0,-1 0 0,1 0 1,0-1-1,0 1 0,0 0 0,-1 0 0,1-1 0,0 1 0,0-1 0,0 1 0,0-1 1,0 1-1,0-1 0,0 1 0,0-1 0,1 0 0,-1 0 0,0 1 0,0-1 0,0 0 0,0 0 1,0 0-1,0 0 0,0 0 0,1-1 0,-1 1 0,0 0 0,0-1 0,0 1 0,0 0 1,0-1-1,0 1 0,0-1 0,0 1 0,0-1 0,0 0 0,-1 1 0,1-1 0,0 0 0,0 0 1,0 0-1,-1 1 0,1-1 0,-1 0 0,1 0 0,70-122 43,-6-23-40,-6-3 0,-8-1 0,15-81-3,-49 177 0,1 88 0,-7 297 0,-12-211 0,3 193 0,-18 608 0,-10-682 0,27-235 0,-1 0 0,0 0 0,0 0 0,-1-1 0,1 1 0,-1 0 0,0 0 0,0-1 0,0 1 0,0 0 0,-1-1 0,1 1 0,-1-1 0,0 1 0,0-1 0,0 0 0,0 0 0,-1 0 0,0 0 0,1 0 0,-1-1 0,0 1 0,0-1 0,0 0 0,0 0 0,-1 0 0,1 0 0,-1 0 0,1-1 0,-1 0 0,0 1 0,1-1 0,-1-1 0,0 1 0,0 0 0,-3-1 0,0-1 0,-1-1 0,1 0 0,-1-1 0,1 0 0,0 0 0,0 0 0,0-1 0,1 0 0,-1 0 0,1-1 0,0 0 0,0 0 0,1 0 0,-1-1 0,1 0 0,1 0 0,-1 0 0,1 0 0,0-1 0,0 0 0,1 0 0,0 0 0,0 0 0,0 0 0,0-6 0,-13-34 0,2 0 0,2 0 0,2-2 0,3 1 0,1-1 0,3 0 0,1 0 0,6-49 0,-1 54 0,1 0 0,2 1 0,2-1 0,1 1 0,3 1 0,1 0 0,3 1 0,1 0 0,2 1 0,1 1 0,20-26 0,-33 54 0,2-4 0,1 0 0,0 0 0,1 0 0,1 2 0,0-1 0,1 2 0,1-1 0,3-1 0,189-111-733,-99 69-887</inkml:trace>
  <inkml:trace contextRef="#ctx0" brushRef="#br0" timeOffset="15246.44">4821 6652 24405,'0'1'5459,"-20"21"-4099,-288 227-556,176-145-845,-5-5-1,-5-7 1,-30 9 41,151-91 3,16-8-1,-1 0 0,1 0 0,0 1 0,0 0 0,0 0 0,0 0 0,0 0 0,1 1 0,-1 0 0,1 0 0,0 0 0,0 0 0,0 1 0,1-1 0,0 1 0,-2 3-2,6-5 3,0 1-1,0 0 1,0-1 0,1 1 0,-1-1 0,1 0-1,0 1 1,0-1 0,0 0 0,0 0 0,0 0-1,1 0 1,0 0 0,-1-1 0,1 1 0,0-1-1,0 0 1,0 0 0,1 0 0,-1 0 0,0-1-1,1 1 1,-1-1 0,1 0 0,0 0 0,-1 0-1,1 0 1,0 0 0,3-1-3,-6 0 2,72 19 55,2-4 0,0-3 0,1-4 1,68-1-58,-51-2 9,194 20 50,-28-2-2878,-181-20-2596</inkml:trace>
  <inkml:trace contextRef="#ctx0" brushRef="#br0" timeOffset="15612.65">6210 7189 30158,'0'0'779,"0"-20"-343,-1-132 2,0 141-421,-1-1 0,0 1 0,0 0 0,-1 0 0,-1 0 0,0 0 0,0 0 0,-1 1 0,0-1-1,-1 1 1,0 0 0,-1 1 0,0 0 0,0 0 0,-1 0 0,0 1 0,0 0 0,-1 1 0,0 0 0,-1 0 0,0 1 0,0 0 0,0 1 0,0 0 0,-1 0 0,0 1 0,0 1 0,0 0 0,0 0-17,-2 2-2,0 0 0,0 0-1,0 2 1,1-1 0,-1 2 0,0 0 0,0 0 0,1 1-1,-1 1 1,1 0 0,0 0 0,0 1 0,1 1 0,0 0-1,0 1 1,0 0 0,0 0 0,1 1 0,1 1 0,-1 0-1,-1 3 3,-14 15 9,2 2 1,1 1-1,1 0 0,2 2 0,1 0 0,-9 25-9,14-33 19,0 2-1,2-1 1,2 1-1,0 1 0,1 0 1,2 0-1,1 0 1,1 1-1,1 0 1,1 0-1,3 19-18,1-40 8,1 0 0,1 1 0,-1-1 0,1 0 1,1-1-1,-1 1 0,1-1 0,0 0 0,1 0 0,-1 0 0,1-1 1,0 0-1,1 0 0,-1 0 0,1-1 0,0 0 0,0-1 0,0 1 0,1-1 1,-1 0-1,1-1 0,-1 0 0,1 0 0,0-1 0,0 0 0,0 0 0,0-1 1,0 0-1,0 0 0,0-1 0,2 0-8,18 0 1,-1 0 0,0-2 0,0-1 0,0-1 0,-1-1 1,1-2-1,-2 0 0,1-2 0,-1-1 0,0-1 0,-1 0 0,12-11-1,42-30-72,-2-3 1,64-62 71,-122 103-30,36-33-977,-12 9-1587</inkml:trace>
  <inkml:trace contextRef="#ctx0" brushRef="#br0" timeOffset="22009.331">10347 7096 26206,'0'0'1183,"0"0"-657,0 0-103,0 0 317,0 0-205,16-5-152,144-23 377,666-17-338,-33-1-113,-206 47-292,299 48-17,-178 15 528,154-29-528,705-33 62,-1059 27-45,-1 22 1,44 30-18,41 3 101,1297 78 206,-1040-104-194,-494-32-79,-2 16 0,177 50-34,-501-85-2,149 54-200,-174-58 125,0 0 1,1 0 0,-1 0 0,0 0-1,0 1 1,-1 0 0,1 0 0,-1 0-1,0 0 1,0 0 0,0 1 0,0-1-1,-1 1 1,0-1 0,0 1 0,0 0-1,0 1 77,0 22-1827</inkml:trace>
  <inkml:trace contextRef="#ctx0" brushRef="#br0" timeOffset="23318.846">18733 4794 25894,'0'0'970,"0"0"120,-20-3-170,-57-11-100,68 8-162,206 2 247,-187 4-889,1734 51 1122,174 174-1813,-1859-220-96,-36-4-3758,-17-1-12705</inkml:trace>
  <inkml:trace contextRef="#ctx0" brushRef="#br0" timeOffset="23777.742">19708 4244 29046,'0'0'914,"0"0"-327,0 0-255,-26 4-80,-179 48 97,50 9-298,2 8-1,-53 37-50,81-10 0,121-92 5,0 0-1,0 1 1,1-1-1,-1 1 1,1 0-1,0 0 1,1 0-1,-1 1 1,1-1-1,0 1 1,0-1-1,1 1 0,0 0 1,0 0-1,0-1 1,1 1-1,-1 0 1,1 0-1,1 0 1,-1 0-1,1-1 1,0 1-1,0 0 1,1 0-1,0-1 0,0 1-4,5 4 13,0 0-1,1 0 1,0 0-1,1-1 0,0 0 1,0-1-1,1 0 0,0-1 1,0 0-1,1 0 0,0-1 1,0 0-1,0-1 0,1-1 1,8 3-13,57 19 38,1-3-1,0-3 1,2-4 0,0-3 0,1-4 0,71-2-38,-20 6-399,-85 3-2363,-35-9-2942</inkml:trace>
  <inkml:trace contextRef="#ctx0" brushRef="#br0" timeOffset="24560.691">16885 5573 28022,'0'0'1624,"0"0"-864,0 0-263,0 0-49,0 0 64,-48 139-40,35-64-168,-9 23-176,-9 22-128,0-7 0,7-16 0,7-20 0,12-24 0,5 0-568,0-10-1032,0-23-5298</inkml:trace>
  <inkml:trace contextRef="#ctx0" brushRef="#br0" timeOffset="25229.597">15515 4047 26262,'0'0'2024,"0"0"-1045,6 26-419,62 355 976,-48-61-595,-16 137-941,-31 78 456,-77 406-456,50-515 9,15-63-9,9 256 0,33-367 0,-4-248-5,1-1 0,0 0 0,-1 0 0,1 1 1,0-1-1,1 0 0,-1 0 0,1 1 0,-1-1 0,1 0 0,0 0 0,0 0 0,0 0 1,1 0-1,-1 0 0,1 0 0,-1 0 0,1 0 0,0-1 0,0 1 0,0-1 0,1 1 1,-1-1-1,1 0 0,-1 0 0,1 0 0,0 0 0,-1-1 0,1 1 0,0-1 0,0 1 1,0-1-1,0 0 0,1 0 0,-1 0 0,2-1 5,24-5-1338,-5-21-2005</inkml:trace>
  <inkml:trace contextRef="#ctx0" brushRef="#br0" timeOffset="26121.89">17788 5954 28726,'0'0'1402,"0"0"-718,0 0-247,0 0-11,26 11-31,174 56 93,-114-56-446,1-4 0,0-4 0,1-4 1,13-5-43,259 7-16,-85 18 71,180-14-55,-362-8 1,-50-2-2,1 1 1,-1 3-1,0 1 1,0 2-1,0 2 0,0 2 1,0 2-1,-1 1 0,0 3 1,-1 1-1,0 2 1,-1 2-1,31 19 1,-43-16 1,1-1 0,0-1 0,2-2 0,0-1-1,0-1 1,1-1 0,1-3 0,0 0 0,5-1-1,47-1 0,1-5 0,0-3 0,-1-3 0,0-5 0,23-7 0,121-8-3,-209 20 3,0 1 0,0 1 0,0 1 0,0 1 0,0 1 0,-1 0 0,1 1 0,0 2 0,-1 0 0,0 0 0,4 4 0,29 19 2,-39-19-3,1-1-1,0 0 1,0-2-1,1 1 1,0-2-1,0 0 1,0-1-1,0 0 1,1-1-1,2-1 2,9-1-407,1-1 1,-1-2-1,0-1 1,1-1-1,-1-1 1,16-6 406,60-25-6451</inkml:trace>
  <inkml:trace contextRef="#ctx0" brushRef="#br0" timeOffset="26639.821">20898 2461 29958,'0'0'665,"163"7"-305,19-3-48,43-4-24,16 0 16,-17-6-80,-66 1-88,-46 5-128,-40 0-8,-26 0-344,-15 17-272,-9 1-1233,-16-4-12186</inkml:trace>
  <inkml:trace contextRef="#ctx0" brushRef="#br0" timeOffset="26892.977">21731 2350 27382,'-10'24'2368,"-429"1226"513,147-486-2746,260-617-349,32-146 196,0 0 0,0 0 0,0 0 0,0 0 0,0 1-1,0-1 1,0 0 0,0 0 0,0 0 0,0 0 0,1 0 0,-1 1-1,0-1 1,1 0 0,-1 0 0,1 0 0,-1 0 0,1 0 0,0 0-1,-1 0 1,1 0 0,0 0 0,0 0 0,0-1 0,-1 1-1,1 0 1,0-1 0,0 1 0,0 0 0,0-1 0,0 1 0,1-1-1,-1 1 1,0-1 0,0 0 0,0 1 0,0-1 0,0 0 0,1 0-1,-1 0 1,0 0 0,0 0 0,0 0 0,0 0 0,1 0 0,-1-1-1,0 1 1,0 0 0,0-1 0,0 1 0,0-1 0,0 1 0,0-1-1,0 1 1,0-1 0,0 0 0,0 1 0,0-1 0,0 0 0,0 0-1,-1 0 1,1 0 0,0 0 0,-1 0 0,1 0 0,0-1 18,143-153-1970,-72 55-145</inkml:trace>
  <inkml:trace contextRef="#ctx0" brushRef="#br0" timeOffset="27059.607">22200 2581 27374,'0'0'1112,"0"0"-352,0 0-328,-76 118 32,3-15-79,3-1-177,13-7-144,22-16-64,29-28-152,6-5-337,41-29-407,12-17-384,6-2-2313</inkml:trace>
  <inkml:trace contextRef="#ctx0" brushRef="#br0" timeOffset="27509.71">22135 3119 26750,'0'0'1949,"-22"20"-930,-129 114-93,113-94-397,42-40-379,161-81-32,-136 65-129,4-4 7,1 1-1,0 2 1,2 1-1,0 2 1,0 1-1,1 2 1,0 2-1,1 1 1,0 2-1,4 1 5,-39 4 2,-1 1-1,1-1 0,0 1 1,0 0-1,0 0 0,-1 0 1,1 0-1,0 0 0,0 0 1,-1 1-1,1-1 0,0 1 1,0 0-1,-1 0 0,1 0 1,-1 0-1,1 1 0,-1-1 1,0 1-1,1-1 0,-1 1 1,0 0-1,0 0 0,0 0 1,0 0-1,0 0 0,-1 0 1,1 0-1,0 1 0,-1-1 1,0 1-1,0-1 0,0 1 1,0-1-1,0 1 0,0 0 1,0-1-1,-1 1 0,0 0 1,1 0-1,-1-1 0,0 1 1,0 0-1,-1 0 0,1 1-1,-3 9 21,1 1 0,-2 0-1,0-1 1,-1 0-1,0 0 1,-1 0 0,0-1-1,-1 0 1,0 0-1,-1 0 1,-1-1 0,1 0-1,-3 0-20,-17 27 106,2-1 2,10-19-64,0 1 1,1 1-1,1 1 1,1 0-1,1 0 1,1 1-1,1 1 1,0 0-1,2 0 0,1 1 1,1 0-1,1 0 1,1 1-1,1-1 1,1 11-45,6-22 9,1-1 1,1 0 0,0 0 0,1 0 0,0-1-1,0 0 1,2-1 0,-1 1 0,1-2 0,0 1-1,1-1 1,0-1 0,1 1 0,0-2 0,0 0-1,1 0 1,0-1 0,5 2-10,-1 2-3,17 9 3,-25-16 0,1 0 0,-1 1 0,0 1 0,0 0 0,0 0 0,-1 0 0,1 1 0,-1 0 0,-1 0 0,1 1 0,-1-1 0,0 1 0,-1 1 0,0-1 0,0 1 0,0 0 0,-1 1 0,2 5 0,-7-8 0,0-1 0,-1 0 0,0 1 0,0-1 0,0 0 0,-1 0 0,0 0 0,0-1 0,0 1 0,0 0 0,-1-1 0,1 0 0,-1 0 0,0 0 0,-1-1 0,1 1 0,-1-1 0,1 0 0,-1 0 0,0 0 0,0-1 0,0 0 0,-1 0 0,1 0 0,0-1 0,-1 1 0,1-1 0,-1-1 0,4 1 0,-61 20 0,0-3 0,-1-3 0,-1-3 0,0-2 0,-1-3 0,0-4 0,-11-2 0,-25-16 0,100 14 0,0 1 0,-1-1 0,1 0 0,0 0 0,0 0 0,0 0 0,0-1 0,1 1 0,-1 0 0,0-1 0,0 0 0,1 1 0,-1-1 0,1 0 0,-1 0 0,1 1 0,0-1 0,0 0 0,0 0 0,0 0 0,0-1 0,0 1 0,1 0 0,-1 0 0,1 0 0,-1-1 0,1 1 0,0 0 0,0-1 0,0 1 0,0 0 0,0 0 0,1-1 0,-1 1 0,1 0 0,-1 0 0,1 0 0,0-1 0,0 1 0,0 0 0,0 0 0,0 0 0,9-14 0,1 1 0,0 1 0,1 0 0,0 0 0,1 2 0,0-1 0,1 2 0,1-1 0,0 2 0,6-3 0,1-3 0,798-524-2946,-730 466 83</inkml:trace>
  <inkml:trace contextRef="#ctx0" brushRef="#br0" timeOffset="27765.585">23217 3092 29278,'2'18'1153,"15"71"-743,4-2 1,4 0 0,3-1 0,5-2-1,29 55-410,23 51 235,-13-35-219,-7 2 0,-8 3 0,-4 9-16,-37-46-503,-3-228-2479,0 29-2399</inkml:trace>
  <inkml:trace contextRef="#ctx0" brushRef="#br0" timeOffset="27934.249">24042 3297 30495,'-64'118'712,"-30"26"-344,-38 30-192,-19-2 112,0-19 0,0-1-152,26-33-136,35-38-88,37-40-272,29-37-112,24-44-120,0-19-761,4-20-7761</inkml:trace>
  <inkml:trace contextRef="#ctx0" brushRef="#br0" timeOffset="28114.818">23568 2577 30070,'0'0'593,"0"0"-417,127 95-112,-68-11-48,1 47-16,-16-15-360,-18-9-1609</inkml:trace>
  <inkml:trace contextRef="#ctx0" brushRef="#br0" timeOffset="28804.398">11460 3885 29766,'0'0'713,"0"0"-241,-125-4-104,57 6 8,-11 20-16,-24 17-168,-30 20-104,-30 22-48,12-2-40,31-8-88,43-20-224,37-19-160,14-5-416,17-19-809,7-4-807,2-4-20077</inkml:trace>
  <inkml:trace contextRef="#ctx0" brushRef="#br0" timeOffset="29293.605">10761 4467 24021,'6'92'977,"-3"1"0,-5 0 0,-4-1 1,-3 0-1,-5 0 0,-19 67-977,-77 196 756,99-278-1855,18-89 147,145-385-722,-133 353 1898,3 0 1,1 2-1,2 0 0,2 1 1,1 2-1,2 1 0,2 2 1,2 0-1,2 1-224,0 8 225,0 2 0,2 1 0,1 2 0,1 2 0,1 1 0,42-12-225,-80 28 28,0 1-1,1 0 1,-1 0 0,1 0 0,0 0-1,-1 1 1,1-1 0,0 1 0,0 0-1,0 0 1,0 0 0,0 1 0,0-1-1,0 1 1,0 0 0,0 0 0,0 1-1,0-1 1,0 1 0,0 0 0,0 0-1,0 0 1,-1 0 0,1 1 0,0-1-1,-1 1 1,1 0 0,-1 0 0,1 1 0,-1-1-1,0 1 1,0-1 0,0 1 0,0 0-1,-1 0 1,1 1 0,-1-1 0,0 0-1,0 1 1,0-1 0,0 1 0,-1 0-1,1 1-27,-2 15 29,-2 0 1,0-1-1,-1 1 0,-1-1 0,-1 0 0,-1 0 0,0-1 0,-2 1 0,0-1 0,0-1 0,-2 0 0,0 0 0,-2-1 1,-4 6-30,13-16 3,-23 35-22,-2-1-1,-2-1 1,-1-2-1,-2 0 1,-1-3-1,-2-1 1,-1-1-1,-1-2 0,-2-2 1,-1-1-1,-35 15 20,-57-5-433,129-37 400,0 1 0,0-1 0,0 0-1,0 0 1,0-1 0,0 1 0,0-1 0,1 0-1,-1 0 1,0 0 0,0-1 0,0 1-1,1-1 1,-1 0 0,1 0 0,-1 0 0,1 0-1,0-1 1,0 1 0,0-1 0,0 0-1,0 0 1,1 0 0,-1 0 0,1 0 0,0-1-1,0 1 1,0-1 0,0 1 0,1-1-1,-2-4 34,0 1-2,1-1 0,0 0 0,0 0 0,1 0 0,0 0 0,0 0-1,1 0 1,0-1 0,0 1 0,1 0 0,0 0 0,0 0 0,1 0-1,0 0 1,1 0 0,-1 1 0,2-1 0,-1 1 0,1-1 0,0 1-1,0 1 1,1-1 0,0 0 0,0 1 0,1 0 0,0 0-1,0 1 1,0 0 0,0 0 0,1 0 0,0 1 0,0-1 0,0 2-1,1-1 1,-1 1 0,1 0 0,0 1 0,0 0 0,0 0 0,0 1-1,4-1 3,10 0 81,-1 2 0,1 0 0,0 1 0,0 1 0,-1 1 0,1 1 0,-1 0 0,0 2 0,0 1-1,-1 0 1,0 2 0,0 0 0,-1 1 0,0 1 0,-1 1 0,0 1 0,-1 0 0,7 7-81,-11-8-345,-1-2 0,2 1 1,0-2-1,0 0 0,0-1 1,1 0-1,0-1 0,1-1 1,15 5 344,16-6-6440</inkml:trace>
  <inkml:trace contextRef="#ctx0" brushRef="#br0" timeOffset="29542.123">11971 4475 29430,'0'0'993,"120"144"-329,-10-2-240,19 23-128,-6-3 96,-13-20-48,-32-41-120,-18-28-224,-19-22 0,-8-13 0,-2-5-8,-5-7-168,-4-10-232,-13-16-96,-9-48-112,0-9-929,0-12-1103</inkml:trace>
  <inkml:trace contextRef="#ctx0" brushRef="#br0" timeOffset="29708.91">12913 4254 29022,'0'0'808,"0"0"-159,-59 148-217,-18-30-16,-30 32-64,-20 12-136,15-28-152,22-34-64,31-42-192,13-23-184,-18-25-440,10-6-1057,5-4-14170</inkml:trace>
  <inkml:trace contextRef="#ctx0" brushRef="#br0" timeOffset="29889.11">12212 3950 27622,'0'0'1256,"0"0"-888,180 132-368,-106-41-672,-19 4-840</inkml:trace>
  <inkml:trace contextRef="#ctx0" brushRef="#br0" timeOffset="30209.736">10450 6219 29446,'0'0'647,"40"-11"-312,366-66 24,240 32 1490,413 31-1849,-958 15 87,219 2-72,0 14-1,-2 13 1,272 65-15,-503-69 0,-113-20-816,-15-6-929</inkml:trace>
  <inkml:trace contextRef="#ctx0" brushRef="#br0" timeOffset="34269.982">9873 5262 26046,'0'0'3451,"0"0"-2393,0 0-744,0 0-64,0 0 34,-6 26 44,-13 99-39,30 14-22,12 131 237,-11 223-504,-9-186-24,19 70 24,34-10 0,-32-313 0,-21-69-61,-4-128-1785,-6 56-600</inkml:trace>
  <inkml:trace contextRef="#ctx0" brushRef="#br0" timeOffset="34587.036">9698 4812 30190,'0'0'649,"0"0"-296,32 2-82,289 34 474,-4-9-471,0-15 0,8-13-274,-146 0 11,1105 35-11,-1109-21-10,856 41-317,-596-66-978,-333 12-594,-65 2-305</inkml:trace>
  <inkml:trace contextRef="#ctx0" brushRef="#br0" timeOffset="35056.882">15072 4268 29478,'0'0'575,"20"0"-344,302-24 241,151-28-159,-317 29 111,-156 45-337,-28 118 44,25 188 886,-22 105-980,-24 42-37,11-127 2,18-34-2,15 95 0,0-298-930,1-93-677</inkml:trace>
  <inkml:trace contextRef="#ctx0" brushRef="#br0" timeOffset="35440.425">14090 2088 26046,'0'0'2888,"0"0"-2392,0 0-136,0 0 200,0 0-143,90 122-145,-44-100-48,0-3-96,-6 3-128,-18 18-72,-11-5-1017,-11-3-3247</inkml:trace>
  <inkml:trace contextRef="#ctx0" brushRef="#br0" timeOffset="35726.542">14066 2985 30414,'0'0'825,"-48"121"-353,20-42-128,-8 23-56,8-11-152,4-4-136,13-12 0,11-32-304,15-17-216,64-52-272,0-27-993,-2-20-5808</inkml:trace>
  <inkml:trace contextRef="#ctx0" brushRef="#br0" timeOffset="35974.375">15009 2240 26974,'23'-4'1056,"286"-24"1052,-274 26-1917,-1 2 0,1 1 0,-1 1-1,0 2 1,0 2 0,0 1-1,0 1 1,-1 2 0,21 9-191,-46-13 35,-1 1 0,1 0 0,-1 0 0,0 0 0,-1 1 0,0 0 0,0 0 0,0 1 0,-1 0 0,-1 0 0,1 0 0,-2 0 0,1 0 0,-1 1 0,-1 0 0,1 0 0,-2 0 0,1 0 0,-2 0 0,1 0 0,-1 0 0,-1 0 0,1 0 0,-2 0 0,0 0 0,-2 8-35,3 22-6,-19 212 10,-10-1 0,-50 185-4,71-391 0,-68 287 0,77-329-10,-1-1 0,1 0-1,-1 0 1,0 0 0,1 0 0,-1 0-1,0 0 1,0 0 0,0 0 0,-1 0 0,1 0-1,0 0 1,-1-1 0,1 1 0,-1 0 0,1-1-1,-1 1 1,0-1 0,0 0 0,0 0-1,1 1 1,-1-1 0,0 0 0,-1-1 0,1 1-1,0 0 1,0-1 0,0 1 0,0-1 0,-1 0-1,1 1 1,0-1 0,0 0 0,0 0-1,-1-1 1,1 1 0,0 0 0,0-1 0,0 1-1,-1-1 1,1 0 0,0 0 0,0 0-1,0 0 1,0 0 0,1 0 0,-1 0 0,0-1-1,0 1 1,1-1 0,-1 1 0,1-1 0,-1 1-1,1-1 1,-1 0 0,1 0 0,0 0-1,0 0 1,0 0 10,-94-126-3230,51 58-1595</inkml:trace>
  <inkml:trace contextRef="#ctx0" brushRef="#br0" timeOffset="36229.195">14803 2865 28798,'0'0'820,"0"0"-226,0 0-269,0 0-130,0 0 18,0 0 58,15-9-87,24-13-144,1 1-1,1 3 0,0 1 1,1 1-1,31-5-39,-65 18 5,0 0 0,0 1 0,0 0 0,0 0 0,0 1 0,0 0 0,0 1-1,0-1 1,1 2 0,-1-1 0,0 1 0,0 0 0,0 1 0,0 0 0,0 0-1,0 1 1,-1 0 0,1 0 0,-1 1 0,1 0 0,-1 0 0,-1 1 0,1 0-1,-1 0 1,1 0 0,-2 1 0,1 0 0,0 0 0,-1 0 0,0 1 0,-1 0-1,3 6-4,-4 0 3,-2 0 0,0 0 0,0 0-1,-1 0 1,-1 0 0,0 0-1,-1 0 1,-1 0 0,0 0 0,0 0-1,-1-1 1,-1 1 0,0-1 0,-1 0-1,0-1 1,-1 1 0,0-1-1,-1-1 1,0 1 0,0-1 0,-1-1-1,-1 1 1,1-2 0,-2 1-1,1-1 1,-5 2-3,5 6-607,35-27-796,13-16-1205</inkml:trace>
  <inkml:trace contextRef="#ctx0" brushRef="#br0" timeOffset="36899.09">16552 2070 30342,'0'0'613,"-12"20"-297,-86 138-58,77-127-185,1-5-66,2 1 1,2 0-1,0 2 1,2 0-1,1 0 1,-1 6-8,28-30-272,86-68 73,-87 53 192,0-1 0,1 1 0,0 1 0,1 1 0,0 0 0,0 1 0,0 0 0,1 1-1,0 1 1,1 1 0,-1 0 0,1 1 0,0 0 7,-15 5 12,0-1 0,-1 0 1,1 1-1,-1-1 0,0 1 0,1-1 0,-1 1 0,0-1 1,0 1-1,0 0 0,0 0 0,0 0 0,0 0 1,-1-1-1,1 1 0,-1 0 0,1 0 0,-1 0 0,0 0 1,1 0-1,-1 1 0,0-1 0,0 0 0,-1 0 1,1 0-1,0 0 0,-1 0 0,1 0 0,-1 0 1,0-1-1,1 1 0,-1 0 0,0 0 0,0 0 0,-1-1 1,1 1-1,0 0 0,0-1 0,-1 1 0,1-1 1,-1 1-1,1-1 0,-1 0 0,0 0-12,-222 238 93,221-232-88,1 1-1,0-1 0,0 0 0,0 1 0,1-1 1,0 1-1,0-1 0,1 1 0,0-1 0,0 1 1,1 0-1,0-1 0,0 1 0,1-1 0,0 0 1,0 1-1,1-1 0,0 0 0,0 0 0,0-1 1,1 1-1,0-1 0,5 6-4,32 102 177,-41-107-175,0 0 0,0 0 0,-1 0 0,0 0 1,0 0-1,-1 0 0,1 0 0,-2 0 0,1 0 0,-1-1 1,0 1-1,0-1 0,-1 0 0,0 0 0,0 0 0,0 0 1,-1-1-1,1 0 0,-2 0 0,1 0 0,-4 3-2,-47 36 12,-3-1 0,-1-4 0,-2-1-1,-1-4 1,-2-3 0,-1-2 0,-43 11-12,134-33 104,77 9 70,-1 4 0,-1 5 1,49 20-175,192 69 25,4 20-25,-135-71 90,-202-61-166,0-1 0,0 0 0,0 0 0,1-1 0,-1 0 0,0 0 0,0-1 0,1 0 0,-1-1 0,0 0 0,0 0 0,0-1 0,-1 1 0,1-2 0,0 1 0,-1-1 0,0 0 0,0-1 0,0 0 0,-1 0 0,0 0 0,0-1 0,0 1 0,0-2 76,19-36-1987</inkml:trace>
  <inkml:trace contextRef="#ctx0" brushRef="#br0" timeOffset="37406.925">17323 2178 29702,'0'0'790,"0"0"-281,-23 14-130,-154 93 214,98-53-394,43-32-310,2 2 1,0 1-1,2 1 0,1 2 1,-22 25 110,-35 136-2058,-40 54 2671,147-269-603,1 0-1,1 1 0,1 2 0,1 0 0,2 1 0,0 2 0,8-5-9,-18 13 58,1 0-1,1 2 0,-1 0 0,2 0 0,-1 2 0,1 0 0,1 1 0,0 0 1,-1 2-1,2 0 0,-1 2 0,0 0 0,1 1 0,-1 1 0,1 0 0,0 2 1,-1 0-1,9 3-57,-22-4 19,-1 1 1,1 0 0,-1 0 0,1 0 0,-1 1-1,1 0 1,-1 0 0,0 0 0,0 1 0,0-1-1,0 1 1,-1 0 0,1 1 0,-1-1 0,0 1-1,0 0 1,0 0 0,0 0 0,-1 1 0,0-1-1,1 1 1,-2 0 0,1 0 0,-1 0 0,1 0-1,-1 0 1,-1 1 0,1-1 0,-1 1 0,0-1-1,0 1 1,0-1 0,-1 1 0,0-1 0,0 1-1,-1 0 1,1-1 0,-1 1 0,0-1 0,-1 1-1,1-1 1,-1 0 0,0 1 0,-1-1 0,-1 4-20,-28 31-986,-1 0 0,-2-2 0,-1-2 0,-42 31 986,40-37-3657</inkml:trace>
  <inkml:trace contextRef="#ctx0" brushRef="#br0" timeOffset="37657.072">16894 3068 15643,'0'0'9946,"0"0"-8537,0 0-705,0 0-520,0 0-120,0 0-8,0 0-56,-75 113-360,51-70-1120,0-6-19973</inkml:trace>
  <inkml:trace contextRef="#ctx0" brushRef="#br0" timeOffset="37890.689">16964 3188 28222,'0'0'1712,"0"0"-807,0 0-337,112 77-240,-79-39-120,-3 5-136,1 1-72,4 19-160,-9-10-568,-6-11-2337</inkml:trace>
  <inkml:trace contextRef="#ctx0" brushRef="#br0" timeOffset="43749.773">10866 2960 21341,'0'0'5322,"0"0"-3628,0 0-1122,0 0-128,0 0 140,-4-5 54,-3 1-600,0 1 0,-1-1 1,0 1-1,1 0 0,-1 1 1,0 0-1,0 0 1,0 1-1,0 0 0,-1 0 1,1 1-1,0 0 0,0 0 1,-1 1-1,1 0 1,0 1-1,0-1 0,0 2 1,0-1-1,1 1 1,-1 0-1,1 1 0,-1 0 1,1 0-1,0 0 0,1 1 1,-2 1-39,-48 34 6,1 2 0,2 2 0,2 3 0,-43 52-6,-75 84 8,8 7 1,9 6 0,9 8-1,-6 29-8,87-128 45,4 2-1,5 4 0,4 1 0,6 2 0,5 2 0,5 2 0,4 1 1,7 1-1,4 1 0,1 67-44,12-109 11,3 0 0,3-1 0,4 1 1,3-1-1,3 0 0,4 0 0,4-2 0,2 0 0,4-1 1,4-2-1,2-1 0,3-1 0,44 65-11,-6-46 22,5-4 0,3-3 1,3-3-1,4-5 0,4-3 0,2-4 0,42 20-22,127 79 56,6-11 0,7-13 0,288 106-56,-409-189 3,2-7-1,2-7 1,2-7-1,55 3-2,-135-31 2,1-3-1,0-3 0,0-4 1,-1-4-1,1-3 1,-1-4-1,0-3 0,0-3 1,64-24-2,45-40 7,-3-8 1,-4-7 0,-4-9 0,-5-7 0,-5-8-1,1-12-7,48-31 5,-6-8-1,17-34-4,-166 144-7,-3-3 0,-2-3 0,-4-2 0,-2-2 1,-3-3-1,-4-1 0,-3-3 0,22-59 7,-34 50-11,-3-1 0,-4-2 0,-4 0 0,-4-1 0,-4-1 1,-4 0-1,-4 0 0,-5-32 11,-6 20 11,-5 0-1,-4 1 1,-4 1-1,-5 1 1,-4 1-1,-5 1 1,-4 3-1,-3 1 1,-5 2-1,-4 2 1,-4 2 0,-4 4-1,-3 1 1,-3 4-1,-5 3 1,-2 2-1,-3 4 1,-4 4-1,-2 3 1,-3 3-1,-3 5 1,-5 1-11,-43-11-2,-3 6 0,-3 7 0,-1 6 0,-3 5 0,-1 8 0,-1 6 1,-2 6-1,0 7 0,-103 5 2,14 7-60,0 10 0,1 11 0,1 11 0,1 9 0,2 11 0,3 10 0,-172 72 60,233-68-70,3 8 1,3 7 0,4 7-1,-113 82 70,-121 135-556,98-29-1374,66-21-2911</inkml:trace>
  <inkml:trace contextRef="#ctx0" brushRef="#br0" timeOffset="47647.741">40 4074 24077,'0'0'1339,"0"0"-293,0 0 859,-5 18-976,-25 146 165,26 407 25,13 129-392,53 258-727,97 239 218,-138-1076-277,-21-122 49,0 1 1,0-1 0,0 1-1,1-1 1,-1 1-1,0-1 1,0 1-1,0 0 1,1-1 0,-1 1-1,0 0 1,0-1-1,1 1 1,-1-1-1,0 1 1,1 0 0,-1 0-1,0-1 1,1 1-1,-1 0 1,1 0-1,-1-1 1,0 1-1,1 0 1,-1 0 0,1 0-1,-1 0 1,1 0-1,-1-1 1,1 1-1,-1 0 1,0 0 0,1 0-1,-1 0 1,1 0-1,-1 1 1,1-1-1,-1 0 1,1 0 0,-1 0-1,0 0 1,1 0-1,-1 1 1,1-1-1,-1 0 1,1 0-1,-1 1 1,0-1 0,1 0-1,-1 0 1,0 1-1,1-1 1,-1 0-1,0 1 1,0-1 0,1 1-1,-1-1 1,0 0-1,0 1 1,0-1-1,1 1 1,-1-1 0,0 1-1,0-1 1,0 0-1,0 1 10,16-44-1248,-4-17-878</inkml:trace>
  <inkml:trace contextRef="#ctx0" brushRef="#br0" timeOffset="47953.992">62 3520 19268,'26'-4'9746,"287"-21"-7284,1534 50-1180,38-21-1273,-1823-5-129,-28-1-125,0 2-1,0 1 0,0 1 1,-1 2-1,1 1 1,0 2-1,29 10 246,-38-5-3498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04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1017 27 29406,'0'0'1259,"0"0"-792,0 0-175,0 0 128,0 0-5,0 0-131,13-5-116,39-16-117,-52 21-51,0 0 0,0 0 0,0 1 0,0-1 0,0 0 0,0 1 0,0-1 1,0 0-1,0 1 0,0-1 0,0 0 0,0 1 0,0-1 0,0 0 0,0 0 0,1 1 1,-1-1-1,0 0 0,0 1 0,0-1 0,0 0 0,1 0 0,-1 0 0,0 1 0,0-1 1,1 0-1,-1 0 0,0 0 0,0 1 0,1-1 0,-1 0 0,0 0 0,1 0 0,-1 0 1,0 0-1,1 0 0,-1 0 0,0 0 0,0 0 0,1 0 0,-1 0 0,0 0 0,1 0 1,-1 0-1,0 0 0,1 0 0,-1 0 0,1 0 0,-108 143 0,58-77 0,-696 980 0,704-970-129,53-80-565,322-351 117,-311 330 624,0 2 1,2 1 0,0 0-1,1 2 1,1 1-1,1 2 1,1 0 0,0 2-1,1 1 1,1 1-1,0 2 1,1 1 0,18-2-48,-48 11 8,1 0 1,0 1-1,-1 0 1,1-1-1,0 1 1,-1 0-1,1 0 1,0 1 0,0-1-1,-1 0 1,1 1-1,0 0 1,-1 0-1,1 0 1,-1 0 0,1 0-1,-1 0 1,1 1-1,-1-1 1,0 1-1,0-1 1,0 1-1,0 0 1,0 0 0,0 0-1,0 0 1,0 0-1,-1 0 1,1 1-1,-1-1 1,0 1 0,0-1-1,0 1 1,0-1-1,0 1 1,0-1-1,-1 1 1,1 0 0,-1 0-1,0-1 1,1 1-1,-1 0 1,-1 0-1,1-1 1,-1 3-9,-2 25 25,-2-1-1,-2 0 1,0 0 0,-2 0-1,-1-1 1,-2-1 0,0 0 0,-2 0-1,-1-1 1,0-1 0,-3 0-1,0-2 1,-1 0 0,-8 7-25,10-8 6,-70 88-71,-4-4 0,-5-4 1,-4-5-1,-5-4 0,-86 59 65,112-108-578,78-44 540,0 0-1,0 0 0,-1 0 0,1-1 0,0 1 0,0 0 0,0-1 1,0 1-1,0 0 0,0-1 0,0 0 0,0 1 0,0-1 0,0 1 0,0-1 1,1 0-1,-1 0 0,0 1 0,0-1 0,1 0 0,-1 0 0,0 0 0,1 0 1,-1 0-1,1 0 0,-1 0 0,1 0 0,-1 0 0,1 0 0,0 0 1,0 0-1,0 0 0,-1 0 0,1-1 0,0 1 0,0 0 0,0 0 0,1 0 1,-1 0-1,0 0 0,0-1 39,-1-44-2318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04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29198,'0'0'1008,"189"55"-535,-20 34-57,26 23 64,2 15 48,-17-5-72,-25-6-248,-14-3-208,-32-27 0,-28-24 0,-30-29 0,-23-17 0,1-4 0,-12-8 0,-6-4 0,-11-54-208,0-9-608,-17-12-1505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0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29990,'-39'128'777,"0"22"-337,-1 17-224,14-9-16,15-22-112,11-21-88,0-20-304,13-38-905,0-38-2135</inkml:trace>
  <inkml:trace contextRef="#ctx0" brushRef="#br0" timeOffset="1">78 565 28462,'0'0'1864,"0"0"-1495,0 0-105,118 0 80,-55 4-192,10 2-152,36-6-144,-19 0-712,-13 0-1633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0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26902,'0'0'3312,"0"0"-2999,0 0-225,0 0-64,0 0-24,81 156-593,-75-95-2231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05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0 920 17420,'0'0'11130,"0"0"-8487,0 0-2355,0 0 54,0 0 27,26-22-246,-6 5-125,8-5-58,-2-1-1,0-2 1,-2 0-1,-1-2 1,17-24 60,-31 38-72,29-40-797,-3-1 0,-2-2-1,-2-1 1,-3-1 0,8-26 869,-21 12-1311,-21 66 2903,-31 118 356,8 24-934,7 1-1,-4 111-1013,23-223 55,1 0 0,1 0 0,1 0-1,1 0 1,1 0 0,1 0-1,2 0 1,0 0 0,8 17-55,-13-41-1,0 0 0,0 0-1,0 0 1,0 0 0,0 0 0,1 0 0,-1 0 0,0 0 0,1 0 0,-1-1 0,0 1 0,1 0 0,0 0 0,-1 0 0,1-1 0,-1 1 0,1 0 0,0-1 0,-1 1 0,1 0 0,0-1 0,0 1 0,0-1 0,-1 1 0,1-1 0,0 1 0,0-1 0,0 0 0,0 0 0,0 1 0,0-1 0,0 0 0,0 0 0,-1 0 0,1 0 0,0 0 0,0 0 0,0 0 0,0 0 0,0 0 0,0-1 0,0 1-1,0 0 1,0-1 0,0 1 0,-1 0 0,1-1 0,0 1 0,0-1 0,0 1 0,-1-1 0,1 0 0,0 1 0,-1-1 0,2 0 1,24-50-41,28-253-563,55-400-3179,-92 595-253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06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1 213 5529,'0'0'15772,"0"0"-10746,6 18-3480,25 140 22,-31 112-761,5-282-503,26-57-189,-9 11-98,3 1 0,2 2-1,3 1 1,2 1 0,2 1 0,2 2-1,3 2 1,25-24-17,-57 65 30,0 0 0,0 0 0,0 0 0,1 1 0,0 1 0,0-1 0,1 1 0,-1 1 0,1-1 0,0 2 0,0-1 0,1 1 0,-1 0 0,1 1 0,-1 0 0,1 1 0,0 0 0,0 0 0,8 2-30,-15 2 11,1 0 1,-1 0-1,-1 0 0,1 1 1,0-1-1,-1 1 1,1 0-1,-1 0 0,0 0 1,0 0-1,-1 0 1,1 0-1,-1 1 0,0-1 1,0 0-1,-1 1 1,1-1-1,-1 1 0,0-1 1,0 1-1,0-1 1,-1 0-1,0 1 1,1-1-1,-1 1 0,-2 1-11,3 1 16,-7 31 16,-2 0 1,-1-1 0,-2 0-1,-1-1 1,-2 0 0,-2-1-1,-12 19-32,18-32 5,-89 158-12,72-154 1,24-51-89,5 14 88,0 1 0,1-1 0,0 1-1,0-1 1,1 1 0,1 0 0,-1 0 0,2 0-1,-1 1 1,1-1 0,1 1 0,0 0 0,0 1 0,1 0-1,0 0 1,0 0 0,1 0 0,0 1 0,0 1-1,1-1 1,-1 1 0,2 1 0,-1 0 0,0 0-1,1 1 1,0 0 0,0 0 0,0 1 0,1 1 0,-1 0-1,6-1 8,-12 6 0,0-1-1,0 0 0,-1 1 0,0 0 1,1-1-1,-1 2 0,0-1 0,0 0 0,0 0 1,-1 1-1,1 0 0,-1-1 0,0 1 1,0 0-1,0 0 0,-1 0 0,1 0 0,-1 1 1,0-1-1,0 0 0,-1 0 0,1 1 1,-1-1-1,0 1 0,0-1 0,0 0 0,-1 1 1,1-1-1,-1 0 0,0 1 0,-2 2 1,3 4-1,-4 21 13,-1 1-1,-2 0 1,-1-1 0,-1 0-1,-2-1 1,-1 0-1,-2-1 1,-8 14-12,-45 116 264,66-158-248,3-4 2,6-6 10,-6 4-28,1 0 0,0 1 0,0-1 0,0 1 0,0 0 0,1 0 0,-1 0 0,1 0 0,0 1-1,0-1 1,0 1 0,0 0 0,0 0 0,0 1 0,0-1 0,1 1 0,-1 0 0,1 0 0,-1 0 0,1 1 0,0-1-1,-2 4-2,0-1 0,0 1 0,0-1-1,0 1 1,-1 0 0,1 0-1,-1 0 1,0 0 0,0 1 0,0-1-1,0 0 1,-1 1 0,1 0-1,-1-1 1,0 1 0,0 0 0,0 0-1,0-1 1,-1 1 0,0 0-1,1 0 1,-2 0 0,1 0 0,0 0-1,-1 3 4,1 0 0,2 316 528,-1-321-521,-1 0-1,0 0 1,1-1-1,-1 1 1,1 0 0,0-1-1,-1 1 1,1-1-1,0 1 1,0-1 0,0 1-1,0-1 1,0 1 0,0-1-1,0 0 1,1 0-1,-1 0 1,0 0 0,1 0-1,-1 0 1,1 0 0,-1 0-1,1 0 1,-1-1-1,1 1 1,0 0 0,-1-1-1,1 0 1,0 1-1,-1-1 1,1 0 0,0 0-1,0 0 1,-1 0 0,1 0-1,0 0 1,0 0-1,-1-1 1,1 1 0,0-1-1,-1 1 1,1-1-1,-1 0 1,1 1 0,-1-1-1,1 0 1,-1 0 0,1 0-1,-1 0 1,0 0-1,1-1 1,-1 1-7,15-14 0,0 0 0,-2-1 0,0 0 0,-1-2 0,0 1 0,-2-1 0,10-20 0,10-14-70,-3-2 1,-2-1-1,-2-1 0,-3-1 0,-2 0 1,-3-2-1,-3 0 0,-2-1 0,-3 0 1,0-27 69,-7 7-1439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40.233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1 341 28254,'0'0'3177,"0"0"-2673,0 0-296,0 0 32,122-51 48,-51 6-192,16-8-96,62-22-256,-17 13-744,-14 7-1313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40.499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158 0 29118,'0'0'3217,"0"0"-2793,0 0-416,-87 132-8,65-41 0,4 32 0,1 40 0,8 15 0,5-9 0,4-36 0,0-58-336,0-36-3017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41.0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1 170 30671,'0'0'808,"0"0"-576,0 0-120,129-30 112,-65 9 40,10-3-128,40-12-136,-15 7-360,-14-1-1321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42.282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14 1 9322,'0'0'21109,"0"0"-20365,0 0-328,0 0 184,-13 136-24,22-65-576,8 12 0,1 4 0,-5 4 0,-4-5 0,-9-1 0,0 0 0,0 21 0,-5-19 0,1-24-1888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43.24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178 1 17708,'0'0'14283,"-18"152"-13507,-12-20-776,-10 26 0,7 9 0,5-9 0,12-45 0,3-15-2921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42.69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0 423 26830,'0'0'3977,"0"0"-3633,112-14-208,-48-2-8,6-1 24,4-3-152,25-18-128,-18 7-656,-17-1-1961</inkml:trace>
  <inkml:trace contextRef="#ctx0" brushRef="#br0" timeOffset="283.973">408 1 30190,'0'0'1393,"-66"205"-913,38-93 160,17-25-576,11-34-64,0-11 0,4 1 0,18 1 0,9-3 0,21-13 0,-4-15-528,-4-13-1649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41.315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250 0 28462,'0'0'2465,"0"0"-2169,0 0-64,-114 125 192,79-3 128,3 46-216,3 13-336,9-7 0,9-24 0,5-34 0,4-19 0,2-22 0,0-24 0,0-12 0,0-9-584,0-10-688,6-14-2321</inkml:trace>
  <inkml:trace contextRef="#ctx0" brushRef="#br0" timeOffset="283.799">737 310 31415,'0'0'992,"-9"209"-752,1-92-120,5-25-120,3-29 0,0-11 0,7 3 0,10 4 0,8-4 0,1-15 0,11-34-808,-4-6-624,-7-18-3626</inkml:trace>
  <inkml:trace contextRef="#ctx0" brushRef="#br0" timeOffset="533.85">1296 137 30495,'0'0'1049,"0"0"-640,-12 26-47,5-12-303,-5 12 6,0 1 0,2 1 0,1-1 0,1 2 0,1-1 0,-2 26-65,-15 170 2,-11 98-1,-14-1-1,-21 31 0,67-333 0,0-1-1,-2 1 1,0-1 0,-2 0 0,1 0-1,-2-1 1,-1 1 0,0-2 0,-1 1-1,0-2 1,-2 1 0,0-1 0,0-1-1,-1 0 1,-1-1 0,-1 0-1,0-1 1,0-1 0,-1-1 0,-8 5 0,-109 23-756,42-30-2625,89-8 3221,-68 2-9525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39.568"/>
    </inkml:context>
    <inkml:brush xml:id="br0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0 713 26598,'0'0'1911,"0"0"-891,25-6-341,177-32 105,-167 34-699,0 2 0,0 1 0,1 2 1,-1 1-1,34 7-85,-59-7 6,0 0-1,0 0 1,0 2 0,0-1 0,-1 1 0,1 0 0,-1 1 0,0 0 0,0 0-1,-1 1 1,0 1 0,0-1 0,0 1 0,-1 0 0,0 1 0,0 0-1,-1 0 1,0 0 0,0 1 0,-1 0 0,0 0 0,2 7-6,0 9 7,-1 1 0,-1 1-1,-2-1 1,0 1 0,-2 0 0,-1-1 0,-1 1 0,-1 0 0,-2-1 0,0 1 0,-2-1-1,-6 17-6,-50 121 8,44-124-8,2 1 1,1 0-1,2 1 1,2 1-1,2 0 1,-3 40-1,11-80 1,1 0 0,-1-1 0,1 1 0,-1 0 0,1 0 0,0 0-1,0 0 1,0 0 0,0 0 0,1-1 0,-1 1 0,1 0 0,-1 0 0,1 0 0,0-1 0,0 1 0,1 0 0,-1-1-1,0 1 1,1-1 0,0 1 0,-1-1 0,1 0 0,0 0 0,0 0 0,0 0 0,1 0 0,-1 0 0,0-1-1,1 1 1,-1-1 0,1 1 0,-1-1 0,1 0 0,0 0 0,0 0 0,-1 0 0,4 0-1,18-2 8,1 0 1,-1-1-1,0-2 1,0-1-1,0 0 0,0-2 1,-1-1-1,0 0 1,-1-2-1,0-1 1,0 0-1,-1-2 1,-1 0-1,0-2 1,-1 0-1,6-6-8,-21 18 1,62-45-195,-2-3 1,-2-3-1,-3-2 0,-2-3 1,12-20 193,-4-7-1829</inkml:trace>
  <inkml:trace contextRef="#ctx0" brushRef="#br0" timeOffset="397.15">1717 1 27918,'0'0'2048,"-3"24"-1223,-40 258 280,-36 126-662,77-434-232,83-169-225,-60 156-15,5-14-35,3 1 0,2 1-1,2 2 1,2 1 0,3 2 0,1 2 0,10-7 64,41 1 5,-88 49 2,1 0 1,-1 0-1,1 1 1,-1-1-1,1 1 1,-1 0-1,1 0 1,0 0 0,-1 0-1,1 0 1,-1 0-1,1 1 1,-1-1-1,1 1 1,-1 0-1,1-1 1,-1 1-1,1 1 1,-1-1-1,0 0 1,1 0-1,-1 1 1,0-1-1,0 1 1,0 0-1,0 0 1,-1 0-1,1 0 1,0 0-1,-1 0 1,1 0-1,-1 0 1,0 0 0,0 1-1,0-1 1,1 2-8,4 22 54,-1 1 0,-2-1 0,0 1 1,-2 0-1,-1 0 0,0 0 1,-3 0-1,-1 6-54,4-32-1,-4 36-169,-2 48 76,9-31-3457,5-32-6901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39:19.986"/>
    </inkml:context>
    <inkml:brush xml:id="br0">
      <inkml:brushProperty name="width" value="0.1" units="cm"/>
      <inkml:brushProperty name="height" value="0.1" units="cm"/>
      <inkml:brushProperty name="color" value="#CC0066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1963 4664 23437,'0'0'6292,"0"0"-4642,0 0-1341,0 0-81,22 7 82,88 5 27,-94-18-315,-1 0 0,0-1 0,0-1 0,-1 0 0,0-1 0,0-1 0,-1 0 0,12-11-22,271-239 28,106-129-28,-383 368 0,-14 15 0,0-1 0,0 1 0,1 0 0,-1 0 0,1 0 0,0 1 0,1 0 0,0 0 0,-1 1 0,1 0 0,1 0 0,-1 1 0,0-1 0,1 2 0,0-1 0,0 1 0,5-1 0,3 20 0,-24 182 0,-23 15 0,12-103 0,5 1 0,4 1 0,6 91 0,4-199 0,0 0 0,1 0 0,-1 0 0,1 0 0,0 0 0,0 0 0,1-1 0,-1 1 0,1 0 0,0-1 0,0 1 0,1-1 0,0 1 0,-1-1 0,1 0 0,1 0 0,-1 0 0,0-1 0,1 1 0,0-1 0,0 0 0,0 0 0,0 0 0,1-1 0,-1 1 0,1-1 0,-1 0 0,1 0 0,0-1 0,0 1 0,-1-1 0,1 0 0,0 0 0,0-1 0,0 1 0,4-1 0,6-2 0,0 0 0,-1-1 0,1-1 0,-1 0 0,0-1 0,0 0 0,0-1 0,-1 0 0,0-2 0,0 1 0,-1-2 0,0 1 0,0-2 0,-1 1 0,0-2 0,-1 1 0,0-2 0,-1 1 0,0-1 0,3-7 0,67-81-44,-6-5 1,-3-2-1,-6-3 1,-5-3-1,-4-2 1,19-68 43,-24 42 249,-47 152-237,-3 1377-12,-2-1205 0,-8-1 0,-22 115 0,19-217 0,-4 0 0,-3-2 0,-3 0 0,-4-2 0,-3 0 0,-4-2 0,-9 10 0,41-76 0,-1 0 0,0 0 0,-1-1 0,1 0 0,-1 0 0,-1 0 0,1 0 0,-1 0 0,-1-1 0,1 0 0,-1 0 0,0-1 0,0 1 0,-1-1 0,1-1 0,-1 1 0,0-1 0,0 0 0,-1-1 0,1 1 0,-1-2 0,0 1 0,0-1 0,0 0 0,0-1 0,0 0 0,0 0 0,0 0 0,0-1 0,-1-1 0,-1 1 0,3-4 0,-1 1 0,0-1 0,1 0 0,0 0 0,0-1 0,0 0 0,0 0 0,1 0 0,0-1 0,0 0 0,1-1 0,-1 1 0,1-1 0,1 0 0,-1 0 0,1-1 0,-1-1 0,-10-26 0,0 0 0,2-1 0,2 0 0,1-1 0,2 0 0,2-1 0,1 0 0,2 0 0,1 0 0,2 0 0,5-36 0,-2 32 0,1 0 0,2 1 0,2-1 0,2 1 0,1 1 0,2 0 0,2 1 0,2 0 0,1 1 0,2 1 0,2 1 0,10-12 0,52-63-179,5 4-1,4 4 1,5 4 0,93-72 179,-126 113-1988</inkml:trace>
  <inkml:trace contextRef="#ctx0" brushRef="#br0" timeOffset="-3740.215">479 598 30639,'0'0'696,"0"0"-408,212-159-152,-54 50 24,9 3 16,-23 25-48,-36 29-128,-45 29 0,-8 7-280,31-2-296,-16 2-737,-11-1-2327</inkml:trace>
  <inkml:trace contextRef="#ctx0" brushRef="#br0" timeOffset="-3232">1323 8 28910,'-16'32'988,"-237"499"601,194-388-1756,6 3 0,7 2 0,6 1 0,6 3 0,8 0 0,6 2-1,6 0 1,7 53 167,7-148-92,-13-59 633,-17-101-100,28 47-461,1 1 0,4-1 0,1 0 1,3 1-1,2 0 0,2 1 0,3 0 0,2 1 0,19-41 20,-14 24-17,4 0 0,2 2 0,4 1 0,2 2 0,3 1-1,3 1 1,2 3 0,2 1 0,4 2 0,1 2 0,3 3 0,2 1 0,14-6 17,-52 44 66,1 0-1,0 1 1,1 1 0,0 0 0,0 2 0,1 0 0,0 1 0,0 0 0,0 2 0,1 0 0,6 0-66,-19 4 22,0-1 0,0 1 0,0 1 0,0-1 0,0 1 0,0 0 0,-1 1 0,1-1 0,0 1-1,-1 0 1,1 0 0,-1 1 0,0 0 0,1 0 0,-1 0 0,-1 0 0,1 1 0,0 0 0,-1 0 0,0 0 0,0 1 0,0-1 0,-1 1 0,1 0 0,-1 0 0,0 0-1,0 2-20,6 13 49,-1 0 0,0 0 0,-2 1 0,-1 0 1,0 0-1,-2 0 0,1 8-50,5 67 58,-4 1-1,-4-1 0,-4 1 1,-5-1-1,-4 0 0,-3-1 1,-5 0-1,-8 11-57,-38 66-8,65-168-32,-1 0 0,-1 0 0,1-1 0,0 1 0,-1-1 0,0 1 0,0-1 0,0 0 0,0 0 0,0-1 0,-1 1 0,1 0 0,-1-1 0,0 0 0,0 0 0,0 0 0,0 0 0,0-1 0,0 0 0,0 0 0,0 0 0,0 0 0,-1 0 0,1-1 0,0 0 0,-1 0 0,1 0 0,0 0 0,-1-1 0,1 0 0,0 0 0,0 0 0,0 0 0,-1-1 0,1 1 0,1-1 0,-1 0 0,0 0 0,0-1 40,-49-30-1854,2-14-2062</inkml:trace>
  <inkml:trace contextRef="#ctx0" brushRef="#br0" timeOffset="-2915.078">1088 916 25541,'0'0'2537,"0"0"-1714,21-1-370,69 1 15,-86 1-448,0 0-1,0 1 0,0-1 1,0 1-1,-1 0 0,1 0 1,0 0-1,-1 0 0,1 1 1,-1 0-1,0 0 0,0-1 1,0 2-1,0-1 0,-1 0 1,1 0-1,-1 1 0,0 0 0,0-1 1,0 1-1,0 0 0,-1 0 1,1 0-1,-1 0 0,0 0 1,-1 0-1,1 1 0,-1-1 1,1 0-1,-1 0 0,0 0 1,-1 1-1,1-1 0,-1 0 1,0 0-1,0 0 0,0 0 1,0 0-1,-1 0 0,0 0 1,0 1-20,-8 25 8,-1-1 1,-1 0 0,-1 0-1,-2-1 1,-1-1 0,-1-1 0,-1 0-1,-21 22-8,-27 44 11,50-59 166,24-33 63,211-92 537,-156 62-699,-31 13-70,0 2 1,1 1-1,0 1 1,1 2 0,1 1-1,-1 2 1,3 1-9,-36 7-9,0 0-1,0 0 1,0 0 0,1 0-1,-1 0 1,0 0 0,0 0 0,0 0-1,0 1 1,0-1 0,0 0 0,0 1-1,0-1 1,1 0 0,-1 1-1,-1 0 1,1-1 0,0 1 0,0-1-1,0 1 1,0 0 0,0 0 0,0 0-1,-1-1 1,1 1 0,0 0-1,-1 0 1,1 0 0,-1 0 0,1 0-1,-1 0 1,1 0 0,-1 0-1,0 0 1,1 0 0,-1 1 0,0-1-1,0 0 1,0 0 0,0 0 0,0 0-1,0 0 1,0 0 0,0 1-1,-1-1 1,1 0 0,0 0 0,-1 0-1,1 1 10,-25 60-799,-15-6-784</inkml:trace>
  <inkml:trace contextRef="#ctx0" brushRef="#br0" timeOffset="-2615.89">1 2583 29310,'0'0'626,"0"0"-256,20 1-45,11-2-237,0-1 0,-1-2 1,0-2-1,1 0 1,-2-2-1,1-1 0,-1-2 1,-1-1-1,0-1 1,4-3-89,1049-536 908,-1060 540-901,419-205 322,-341 192-321,-98 26-9,1 0 0,-1 0 0,1 0 0,-1 0 0,1 1 0,-1-1 0,0 0 0,0 1 0,0 0 0,0-1 0,0 1 0,0-1 0,0 1 0,0 0 0,-1 0 0,1 0 0,-1-1 0,1 1 0,-1 0 0,0 0 0,1 0 0,-1 0 0,0 0-1,-1 0 1,1-1 0,0 1 0,0 0 0,-1 0 0,1 0 0,-1 0 0,1-1 0,-1 1 0,0 0 0,0 0 0,0-1 0,0 1 0,0-1 0,0 1 0,0-1 0,-1 1 0,1-1 0,0 0 0,-1 0 0,1 1 0,-1-1 0,1 0 0,-1 0 1,-201 212-1,-207 152-299,-15-18 1,-23-13 299,373-284-1546,62-48-669</inkml:trace>
  <inkml:trace contextRef="#ctx0" brushRef="#br0" timeOffset="-2382.126">1671 2267 30711,'0'0'704,"0"0"-368,88 144-80,-57-73 96,-5-4-216,-2-10-136,2-19-104,16-36-368,-7-2-272,-2-28-1529</inkml:trace>
  <inkml:trace contextRef="#ctx0" brushRef="#br0" timeOffset="-2214.952">3175 756 24093,'0'0'7178,"0"0"-6666,-160 148-264,33-37-40,-29 27 24,9-8-96,31-26-128,44-35-8,34-29-384,25-22-288,9-10-617,4-8-1335</inkml:trace>
  <inkml:trace contextRef="#ctx0" brushRef="#br0" timeOffset="-2050.283">2730 1516 29326,'0'0'1337,"-24"167"-945,-27-31-248,-3 14-88,12-27-56,22-41-80,20-46-616,0-36-1809</inkml:trace>
  <inkml:trace contextRef="#ctx0" brushRef="#br0" timeOffset="-1682.443">3640 557 27854,'395'-117'2516,"-163"39"-2568,-195 54-512,-36 24 540,-1-1 1,1 1-1,0 0 1,-1-1-1,0 1 1,1-1-1,-1 1 1,1-1-1,-1 1 1,1-1-1,-1 1 1,0-1 0,1 1-1,-1-1 1,0 1-1,0-1 1,1 0-1,-1 1 1,0-1-1,0 1 1,0-1-1,0 0 1,0 1-1,0-1 1,0 0-1,0 1 1,0-1 0,0 1-1,0-1 1,0 0-1,0 1 1,-1-1-1,1 0 1,0 1-1,0-1 1,-1 1-1,1-1 1,0 1-1,-1-1 1,1 1 0,-1-1-1,1 1 1,-1-1-1,1 1 1,0-1-1,-1 1 1,0 0-1,1-1 1,-1 1-1,1 0 1,-1 0-1,1-1 1,-1 1 0,0 0-1,1 0 1,-1 0-1,1 0 1,-1 0-1,0 0 1,1-1-1,-1 2 1,0-1-1,1 0 24,-30-6-83,0 2 1,0 0-1,0 3 0,0 0 0,-1 2 0,-16 3 83,36 0 103,1 0-1,0 0 1,1 1-1,-1 0 1,1 1-1,0 0 1,0 0 0,1 1-1,0 0 1,0 1-1,1 0 1,0 0 0,0 0-1,0 1 1,1 0-1,1 0 1,0 1-1,0 0 1,1 0 0,0 0-1,0 0 1,1 0-1,1 1 1,0 0 0,0-1-1,1 8-102,-49 189 651,9 2 0,8 10-651,6-40 259,-8 30 5,-54 418 110,86-544-443,13-96-402,65-217-1929,-10-3 0,12-117 2400,-46 202-1859,-4 23-1565</inkml:trace>
  <inkml:trace contextRef="#ctx0" brushRef="#br0" timeOffset="-1055.503">4122 675 23253,'0'0'4128,"20"2"-2255,-16-2-1811,3 0 8,0 0-1,-1 0 1,1 1 0,0-1-1,-1 2 1,1-1 0,-1 1-1,1 0 1,-1 0 0,0 1-1,1 0 1,-1 0-1,-1 0 1,1 1 0,0 0-1,-1 0 1,0 1 0,0-1-1,0 1 1,-1 0 0,1 0-1,-1 1 1,-1-1 0,1 1-1,2 5-69,16 40 311,-2 0 0,-3 1 1,-2 2-1,5 36-311,7 54 116,-6 2 0,-7 0 1,-6 1-1,-7 46-116,-2-165 0,2 1 0,-1 0 0,-2 0 0,-1 0 0,-1 0 0,-1-1 0,-2 1 0,-5 13 0,9-38-25,0 0 0,-1 0 1,1 0-1,-1-1 0,1 1 0,-1-1 0,0 0 0,0 0 1,-1-1-1,1 1 0,0-1 0,-1 0 0,0 0 0,1 0 1,-1-1-1,0 1 0,0-1 0,0-1 0,0 1 1,0-1-1,0 1 0,0-1 0,0-1 0,0 1 0,0-1 1,0 0-1,0 0 0,0 0 0,1-1 0,-1 1 0,-1-2 26,-16-7-163,-1-1 0,2-2 0,0 0 0,0-1 1,2-1-1,-1-1 0,2-1 0,0 0 1,1-1-1,1-1 0,1-1 0,1 0 1,0-1-1,2 0 0,0-1 0,1-1 1,1-1 161,-28-59 221,6-6-3517,20 55 173,3 0-1,1-1 1,1-1 0,2 1 0,2-1 0,0-29 3123,14 19 12949,15 9-5829,26 5-3833,-48 31-3261,0 0 1,0 0-1,0 0 1,0 0 0,1 1-1,-1-1 1,0 1 0,0 0-1,1 1 1,-1-1-1,0 1 1,0 0 0,0-1-1,0 2 1,0-1-1,0 1 1,0-1 0,0 1-1,0 0 1,-1 0 0,1 1-1,-1-1 1,1 1-1,-1-1 1,0 1 0,0 0-1,0 1 1,-1-1 0,1 0-1,-1 1 1,1-1-1,-1 1 1,0 0-27,3 13 41,0-1 0,0 1 0,-2 0-1,0 0 1,-1 1 0,-1-1 0,-1 0 0,0 1-1,-1-1 1,-1 1 0,-4 15-41,-1 64-401,7-94 401,1 0 1,-1 1-1,1-1 0,-1 1 0,1-1 1,0 0-1,1 1 0,-1-1 0,0 0 1,1 0-1,0 0 0,0 0 0,0 0 1,0 0-1,0-1 0,0 1 0,1-1 1,-1 1-1,1-1 0,0 0 0,0 0 1,0 0-1,0 0 0,0-1 0,0 1 1,0-1-1,0 0 0,1 0 0,-1 0 1,0 0-1,1-1 0,0 1 0,132 43-23,-134-41-37,0 0-1,0 0 0,-1 1 0,1-1 0,-1 1 1,0-1-1,1 1 0,-2-1 0,1 1 0,0 0 1,-1-1-1,0 1 0,0 0 0,0 0 0,0-1 1,0 1-1,-1 0 0,0-1 0,1 1 0,-1 0 1,-1-1-1,1 1 0,0-1 0,-1 0 0,0 1 1,0-1-1,0 0 0,0 0 0,0 0 0,-1 0 1,1-1-1,-1 1 0,0-1 0,0 1 0,0-1 1,0 0-1,0 0 0,0 0 0,-1-1 61,-116 99-647,-4-6 0,-78 42 647,-47 35 1088,238-163-998,3-4 73,0 2 1,0-1-1,0 1 1,1 1-1,0-1 1,0 1 0,0 0-1,1 1 1,0-1-1,1 1 1,-1 0-1,2 1 1,-3 4-164,7-11 18,-1-1-1,1 1 1,0-1-1,0 1 1,0-1-1,0 1 1,0-1-1,0 1 1,0-1-1,0 1 1,0-1-1,1 1 1,-1-1-1,1 1 1,-1-1 0,1 0-1,0 1 1,-1-1-1,1 0 1,0 1-1,0-1 1,0 0-1,0 0 1,0 0-1,0 0 1,0 0-1,1 0 1,-1 0-1,0 0 1,0 0-1,1-1 1,-1 1 0,0 0-1,1-1 1,-1 1-1,1-1 1,-1 0-1,1 1 1,-1-1-1,1 0 1,-1 0-1,1 0 1,-1 0-1,1 0 1,-1 0-1,1-1 1,-1 1 0,2-1-18,41 2 88,1-2 0,0-2 0,-1-2 1,0-2-1,29-8-88,424-110 163,-261 61-351,201-27 188,-334 79-893,-26 8-1070</inkml:trace>
  <inkml:trace contextRef="#ctx0" brushRef="#br0" timeOffset="-813.639">5358 2569 31263,'0'0'720,"0"0"-160,0 0-336,0 0-224,0 0 0,0 0 0,0 0-344,4 85-1496</inkml:trace>
  <inkml:trace contextRef="#ctx0" brushRef="#br0" timeOffset="4466.511">11616 2111 30647,'0'0'720,"0"0"-140,0 0-108,-9-24-177,-53-144-242,62 164-53,0 0 0,0 0 0,0 1 0,-1-1 0,0 0 0,0 1 0,0-1 0,0 1 0,0-1 0,-1 1 0,1-1 0,-1 1 0,0 0 0,0 0 0,0 0 0,-1 0 0,1 0 0,-1 0 0,0 1 0,1-1 0,-1 1 0,0 0 0,-1 0 0,1 0 0,0 0 0,0 0 0,-1 1 0,1-1 0,-1 1 0,0 0 0,1 0 0,-1 0 0,0 1 0,1 0 0,-1-1 0,0 1 0,0 0 0,1 1 0,-1-1 0,0 1 0,1-1 0,-1 1 0,0 0 0,1 1 0,-1-1 0,1 0 0,0 1 0,-3 1 0,-8 13 0,0 1 0,0 0 0,2 1 0,0 0 0,1 1 0,1 1 0,-4 10 0,11-23 0,-14 26 0,1 1 0,2 1 0,2 1 0,1 0 0,1 1 0,2 0 0,1 8 0,6-40 0,0 0 0,1 1 0,0-1 0,0 0 0,0 0 0,0 0 0,1 1 0,0-1 0,0 0 0,1 0 0,-1 0 0,1 0 0,0-1 0,0 1 0,1 0 0,-1-1 0,1 1 0,0-1 0,0 0 0,1 0 0,-1 0 0,1 0 0,0-1 0,0 0 0,0 1 0,0-2 0,1 1 0,-1 0 0,1-1 0,0 0 0,-1 0 0,1 0 0,0 0 0,0-1 0,0 0 0,1 0 0,-1 0 0,0-1 0,0 0 0,2 0 0,1 1 0,0 0-1,1-1 1,-1 0-1,0-1 1,0 1-1,0-2 1,0 1-1,0-1 1,0 0-1,0-1 1,0 0-1,-1 0 1,1-1-1,-1 1 1,0-2-1,3-1 1,11-13-260,0 0 0,-1-1 0,-1-1 0,-2-1 0,0 0 0,4-8 260,25-52-3633</inkml:trace>
  <inkml:trace contextRef="#ctx0" brushRef="#br0" timeOffset="5455.147">15864 3916 22429,'0'0'6980,"0"0"-5258,0 0-1522,19 4-71,-9-2-91,0-1 0,1 0 0,-1 0 0,0-1 0,1 0 0,-1-1 0,0 0-1,1 0 1,-1-2 0,0 1 0,0-1 0,0 0 0,-1-1 0,1 0 0,-1-1 0,5-3-38,56-40 125,-2-4 0,-3-3-1,-2-2 1,-2-3 0,44-59-125,-56 76 33,-41 54-46,-8 33 13,-2 0 1,-2 0-1,-2 0 0,-1 0 1,-3-1-1,-2 4 0,-13 64 15,6 52 16,20-158-31,0-1 0,0 1 1,0 0-1,1-1 0,-1 0 0,1 1 0,0-1 0,0 0 0,1 0 1,-1 0-1,1 0 0,0 0 0,0-1 0,0 1 0,0-1 1,1 0-1,0 0 0,-1 0 0,1 0 0,0-1 0,0 0 1,0 1-1,1-1 0,-1-1 0,1 1 0,-1-1 0,1 0 1,-1 0-1,1 0 0,0 0 0,-1-1 0,1 0 0,0 0 1,-1 0-1,1 0 0,0-1 0,-1 0 0,1 0 0,-1 0 1,1-1-1,-1 1 0,1-1 0,-1 0 0,0 0 0,0-1 1,0 1-1,0-1 0,3-2 0,20-17 0,-1 0 0,0-2 0,-2-1 0,0-1 0,-2 0 0,-1-2 0,-1-1 0,-2 0 0,-1-1 0,-1-1 0,2-8 0,25-61 0,-5-2 0,-4-1 0,7-48 0,-28 114 0,-6 62 0,101 562 0,-91-442 0,-7 0 0,-6 0 0,-7 1 0,-6-1 0,-6-1 0,-6 0 0,-7-1 0,-26 68 0,-12-42 0,64-165 0,0 0 0,-1 0 0,1-1 0,-1 1 0,0-1 0,0 1 0,0-1 0,0 0 0,0 0 0,-1-1 0,1 1 0,-1 0 0,0-1 0,0 0 0,0 0 0,0 0 0,0-1 0,0 1 0,-1-1 0,1 0 0,0 0 0,-1-1 0,1 1 0,-2-1 0,4-1 0,-1 0 0,1 0 0,-1-1 0,0 1 0,1 0 0,0-1 0,-1 0 0,1 0 0,0 0 0,0 0 0,0 0 0,0 0 0,0 0 0,1 0 0,-1-1 0,1 1 0,-1-1 0,1 1 0,0-1 0,0 0 0,0 0 0,0 1 0,1-1 0,-1 0 0,1 0 0,0 0 0,-1 1 0,1-1 0,1 0 0,-1 0 0,0 0 0,1 0 0,-1 0 0,0-2 0,0-68 0,4 1 0,2 0 0,4 1 0,2 0 0,4 1 0,3 0 0,3 1 0,3 2 0,3 0 0,2 2 0,26-37 0,-31 55-194,2 1 0,2 1 0,2 2 0,1 1 0,3 1 0,1 2 0,2 2 0,2 1 0,1 2 0,21-12 194,-18 21-4485</inkml:trace>
  <inkml:trace contextRef="#ctx0" brushRef="#br0" timeOffset="3850.143">7820 1987 25389,'0'0'3425,"0"0"-2335,0 0-705,20 14-41,72 43 39,-89-55-362,1-1 1,-1 1-1,1-1 1,0 1 0,-1-1-1,1 0 1,0-1-1,0 1 1,0-1-1,0 1 1,0-1-1,-1 0 1,1-1-1,0 1 1,0-1-1,0 1 1,0-1-1,0 0 1,-1-1-1,1 1 1,0-1-1,-1 1 1,0-1-1,1 0 1,-1 0-1,0-1 1,0 1-1,0-1 1,0 0-22,6-3 33,44-38 23,-1-3-1,-3-2 1,-2-2-1,-2-2 1,-2-2-1,22-40-55,81-99-13,-93 148-33,-45 55-25,-29 340 42,21-331 27,-2-11 5,1 1 0,0-1 0,0 1 0,0 0 0,1-1-1,0 1 1,1-1 0,0 1 0,0 0 0,1-1 0,0 1-1,0-1 1,0 0 0,1 0 0,0 0 0,1 0-1,-1 0 1,2-1 0,-1 1 0,0-1 0,1 0 0,0-1-1,1 1 1,-1-1 0,1 0 0,1 1-3,4-4 5,-1-1-1,0 0 1,1 0 0,0-1 0,-1-1 0,0 0 0,1 0-1,-1-1 1,1 0 0,-1 0 0,0-1 0,0-1 0,-1 0-1,1 0 1,-1-1 0,1 0 0,-2-1 0,1 0 0,-1 0 0,1-1-1,-2 0 1,1 0 0,-1-1 0,6-8-5,27-22-34,-2-1 1,-2-2-1,-1-2 1,-3-1 0,-1-2-1,-2-1 1,-3-1-1,-1-1 1,-3-1-1,-2-1 1,-1-3 33,-11 11 460,-17 188-107,-12 348-53,14-237-307,-10 0 1,-14 12 6,24-215 0,-2-1 0,-3 0 0,-1 0 0,-3-2 0,-3 0 0,-1-1 0,-3 0 0,-16 23 0,33-63 0,0 0 0,-1 0 0,0-1 0,-1 0 0,0 0 0,0-1 0,-1 0 0,0 0 0,0-1 0,-1 0 0,1-1 0,-1 0 0,0 0 0,-1-1 0,1-1 0,-1 0 0,0 0 0,1-1 0,-1 0 0,0-1 0,0 0 0,-1-1 0,1 0 0,0-1 0,-6-1 0,9-2 0,1 0 0,-1-1 0,1 0 0,0 0 0,0 0 0,0-1 0,1 0 0,0-1 0,0 1 0,1-1 0,0 0 0,0-1 0,0 1 0,1-1 0,0 0 0,1 0 0,0 0 0,0 0 0,0-1 0,1 1 0,1-1 0,-1 0 0,1 1 0,1-1 0,0 0 0,0 0 0,1-7 0,-4-31-29,1 0 1,2 0-1,3 1 0,1-1 0,3 0 1,2 1-1,1 0 0,3 1 1,1 0-1,3 1 0,1 1 0,2 1 1,2 0-1,2 2 0,10-12 29,93-113-2570,-66 82-2615</inkml:trace>
  <inkml:trace contextRef="#ctx0" brushRef="#br0" timeOffset="4149.983">10064 1851 25910,'0'0'4100,"0"0"-3033,0 0-913,0 0-16,22 16 100,74 48-24,-29-36-66,-64-28-147,-1 0-1,1 0 1,-1 0 0,1 0 0,-1 1 0,1-1 0,-1 1 0,0 0-1,1 0 1,-1 0 0,0 0 0,0 0 0,1 0 0,-1 0 0,0 1-1,0-1 1,0 1 0,-1 0 0,1-1 0,0 1 0,-1 0 0,1 0-1,-1 0 1,1 0 0,-1 0 0,0 1 0,0-1 0,0 0 0,0 1-1,-1-1 1,1 0 0,0 1 0,-1-1 0,0 1 0,0-1 0,1 1-1,-1-1 1,-1 1 0,1-1 0,0 0 0,-1 1 0,1-1 0,-1 1-1,-4 10 7,0 0 0,-1 0 0,0-1 0,-1 0 0,0 0 1,-1-1-1,0 0 0,-1 0 0,0-1 0,-1 0 1,0-1-1,-4 3-7,0 2 3,-355 297-191,309-264-103,27-22-654,13-14-1232</inkml:trace>
  <inkml:trace contextRef="#ctx0" brushRef="#br0" timeOffset="1483.937">6292 4636 6433,'0'0'11461,"0"0"-3019,0 0-6168,0 0-1659,0 0-143,-5 2 223,59-16-615,0 3 0,1 3 0,0 2 0,1 2-1,-1 3 1,33 4-80,-25-3 41,192 10 138,227 41-179,-282-27-53,2-9 0,69-9 53,-256-6-277,-1-2 0,0 1 0,0-2-1,0 0 1,0-1 0,0 0-1,-1-1 1,1 0 0,-1-1 0,0-1 277,15-14-5008</inkml:trace>
  <inkml:trace contextRef="#ctx0" brushRef="#br0" timeOffset="1751.006">8422 4171 25365,'0'0'2897,"0"0"-2665,127 53-64,-59-23 128,3 3 416,-4 7 161,-5 3-433,-16 4-168,-15 3-72,-23-1-80,-8-4-56,-26-1-16,-27-7-16,-17-1-32,-17-3-16,-54 5-280,21-11-560,8-9-1553</inkml:trace>
  <inkml:trace contextRef="#ctx0" brushRef="#br0" timeOffset="2344.911">5994 5108 10642,'0'0'14705,"4"18"-10932,87 214-2110,302 459-550,164 428-242,-279-524-871,128 248 0,-33-142 0,-157-222 0,-105-217 0,11-4 0,11-7 0,152 215 0,-30-151-28,-254-313-5,0-2-15,0 1 0,0 0 0,0 0 0,0-1 0,0 1 0,0 0 0,-1 0 0,1 0 0,0 0 0,-1 0 0,1 0 0,-1 0 0,1 0 0,-1 1 0,1-1 0,-1 0 0,0 0 0,1 0 0,-1 0 0,0 1 0,0-1 0,0 0 0,0 0 0,0 0 0,0 1 0,0-1 0,-1 0 0,1 0 0,0 0 0,-1 0 0,1 1 0,0-1-1,-1 0 1,0 0 0,1 0 0,-1 0 0,0 0 0,1 0 0,-1 0 0,0 0 0,0-1 0,0 1 0,0 0 0,0 0 48,-21 0-2291</inkml:trace>
  <inkml:trace contextRef="#ctx0" brushRef="#br0" timeOffset="2650.542">9148 10294 24989,'10'338'5695,"5"-105"-4968,10 0 0,25 78-727,-37-251 90,-2 0 1,-4 1 0,-1 1-1,-4 38-90,-1-96 7,-1 1 0,0 0 0,0-1 0,0 1 0,0-1 0,-1 1 0,0-1 0,0 1 0,0-1 0,-1 1 0,1-1 1,-1 0-1,0 0 0,0 1 0,-1-2 0,1 1 0,-1 0 0,0 0 0,0-1 0,0 1 0,0-1 0,-1 0 0,1 0 0,-1 0 0,0-1 0,0 1 0,0-1 0,0 0 0,0 0 0,0-1 0,-1 1 0,1-1 0,0 0 0,-1 0 0,0 0 0,1 0 0,-1-1 0,-3 0-7,-3-1 0,0-1 0,1-1 0,-1 0 0,1 0 0,0-1 0,0 0 0,0-1 0,0 0 0,1 0 0,0-1 0,0 0 0,0-1 0,1 0 0,-7-7 0,-98-88-15,5-5 1,-85-110 14,163 183-16,-271-329-1641,195 229-850</inkml:trace>
  <inkml:trace contextRef="#ctx0" brushRef="#br0" timeOffset="6982.94">7204 9132 7834,'0'0'18168,"0"0"-14090,19-17-3710,260-262 809,-175 162-1098,-5-5-1,-5-4 1,-6-4-1,-6-3 1,-5-4-1,18-58-78,-73 146 195,-19 60 5,-14 506-31,10-510-168,1 0 0,0 0 0,1 0 0,0 0 0,0 0 0,0 0 0,1 0 1,0 0-1,0 0 0,1 0 0,0-1 0,0 1 0,1-1 0,-1 0 0,1 0 0,1 0 0,-1-1 0,1 1 0,0-1 0,0 0 0,1 0 0,-1-1 0,1 0 0,0 0 0,0 0 0,1-1 0,-1 0 0,1 0 0,0 0 0,-1-1 0,1 0 0,0 0 0,0-1 0,0 0 0,1 0 0,-1-1 0,0 0 0,0 0 0,1-1-1,6-6-11,-1 0 0,1-2 0,-1 0 0,-1 0 0,0-1 0,0 0 0,-1-1 0,0-1 0,-1 0 0,-1 0 0,0-1 0,0 0 0,-1 0 0,-1-1 0,0 0 0,-1-1 0,-1 1 0,4-15 11,-5 19-4,19-40 36,-2-1 1,-2 0 0,-3-2-1,-2 0 1,-2 0 0,-3-1-1,-2-1 1,-1-30-33,-14 183 8,3 609-8,5-520 0,-8-1 0,-14 56 0,6-136 0,-4-1 0,-5-1 0,-4-1 0,-5-1 0,-5-2 0,-8 8 0,44-100 0,0 0 0,0 0 0,-1 0 0,0-1 0,-1 0 0,1 0 0,-1 0 0,-1 0 0,1-1 0,-1 0 0,0 0 0,-1 0 0,1-1 0,-1 0 0,0 0 0,-1-1 0,1 0 0,-1 0 0,-3 1 0,9-5 0,0 0 0,1 1 0,-1-1 0,1 0 0,-1 0 0,0 0 0,1 0 0,-1 0 0,1 0 0,-1-1 0,0 1 0,1 0 0,-1-1 0,1 0 0,-1 1 0,1-1 0,-1 0 0,1 1 0,0-1 0,-1 0 0,1 0 0,0 0 0,0 0 0,0-1 0,-1 1 0,1 0 0,0 0 0,1-1 0,-1 1 0,0 0 0,0-1 0,0 1 0,1-1 0,-1 1 0,1-1 0,-1 1 0,1-1 0,0 0 0,-1-1 0,-12-204 0,16 125-8,4 1-1,3 0 1,3 1-1,4 0 1,4 1-1,3 1 1,3 1-1,4 2 1,19-32 8,56-85-1936,-67 123-757</inkml:trace>
  <inkml:trace contextRef="#ctx0" brushRef="#br0" timeOffset="7282.063">9783 8453 25421,'0'0'4359,"-25"17"-3187,-176 105-717,-225 74 34,423-195-487,0 0-1,0 0 1,0 0-1,0 0 1,0 0-1,0 1 1,1-1-1,-1 1 1,0 0-1,1-1 1,-1 1-1,1 1 1,0-1-1,0 0 1,0 0 0,0 1-1,0 0 1,0-1-1,1 1 1,-1 0-1,1-1 1,0 1-1,-1 0 1,2 0-1,-1 0 1,0 0-1,0 1 1,1-1-1,0 0 1,0 0-1,0 0 1,0 0-1,0 0 1,0 0-1,1 2-1,98 48 179,-72-43-135,230 96 107,-23-28-2496,-161-67 429</inkml:trace>
  <inkml:trace contextRef="#ctx0" brushRef="#br0" timeOffset="7582.028">10584 8874 11562,'0'0'15221,"0"0"-11711,0 0-2923,2-19 33,10-60-56,-12 72-544,0-1 0,0 1 1,-1-1-1,0 1 0,0 0 0,-1-1 0,0 1 0,0 0 0,0 0 0,-1 0 0,0 0 1,-1 0-1,0 1 0,0 0 0,0 0 0,0 0 0,-1 0 0,0 0 0,-1 1 0,1 0 1,-1 0-1,0 1 0,0-1 0,0 1 0,-4-1-20,5 2-1,0 0 0,0 0 0,0 1 0,0 0 0,0 0 0,-1 0 0,1 0 0,0 1 0,-1 0 0,0 0 0,1 1 1,-1 0-1,0 0 0,1 0 0,-1 0 0,1 1 0,-1 0 0,1 0 0,-1 1 0,1-1 0,-1 1 0,1 0 0,0 1 0,0-1 0,0 1 0,0 0 0,1 0 0,-1 1 0,1-1 0,0 1 0,-2 3 1,-4 3-1,1 0 0,1 1 0,0 0-1,1 0 1,0 1 0,1 0-1,0 0 1,1 0 0,0 1-1,1 0 1,0 0 0,-1 11 1,2-16 5,0 0 1,1 0-1,0 0 1,0 1-1,1-1 1,0 0-1,1 1 1,0-1-1,0 1 0,0-1 1,1 0-1,1 1 1,-1-1-1,1 0 1,1 0-1,-1 0 1,1 0-1,1 0 1,0-1-1,0 1 1,0-1-1,1 0 1,0 0-1,0-1 1,0 1-1,1-1 1,0-1-1,1 1 1,-1-1-1,1 0 1,0 0-1,0-1 1,1 0-1,-1 0 1,2 0-6,2-2-3,-1 0 1,0 0 0,1-1 0,-1-1-1,1 0 1,-1 0 0,1-1 0,-1 0-1,1-1 1,-1 0 0,0-1 0,0 0-1,0 0 1,0-1 0,-1-1 0,9-4 2,94-94-1538,-74 52-1508</inkml:trace>
  <inkml:trace contextRef="#ctx0" brushRef="#br0" timeOffset="11630.023">20671 10732 26574,'0'0'2912,"0"0"-2264,0 0 17,0 0-113,0 0-64,0 0-232,0 0 24,28 97 96,-26 37-360,-2 51-16,0 18 0,0-5 0,0-21 0,-13-29 0,-2-18 0,2-37 0,0-38-880</inkml:trace>
  <inkml:trace contextRef="#ctx0" brushRef="#br0" timeOffset="10564.508">18634 10890 23309,'0'0'6025,"0"0"-5369,0 0-400,-21 126 241,-4-18-41,-7 38-96,-4 14-80,4-4 0,5-18-48,5-19-72,5-21-72,4-19-48,6-24-40,5-15-64,2-9-272,15-31-224,18 0-584,2-21-681</inkml:trace>
  <inkml:trace contextRef="#ctx0" brushRef="#br0" timeOffset="10849.167">19125 11282 8962,'0'0'20564,"0"0"-19700,46 148-247,-21-83-233,3-5-40,3-13-48,4-12-104,2-11-16,-2-10-48,-4-6-16,-3-8-8,-1 0-80,-3-2-24,0-16 0,2-6-192,29-27-424,-5 4-712,-4-5-1201</inkml:trace>
  <inkml:trace contextRef="#ctx0" brushRef="#br0" timeOffset="11098.668">19849 11085 23437,'0'0'3980,"0"0"-1945,0 0-1103,0 0-215,0 0-129,0 0-153,-6 4-197,1 2-211,-1 1 0,1 1 1,0-1-1,1 1 1,0-1-1,0 1 0,1 1 1,0-1-1,0 0 0,1 1 1,0-1-1,0 1 1,1 0-1,0 0 0,1 4-27,-9 36-5,-143 479 5,55-217 0,-87 351 0,177-639 0,-1-1 0,-1-1 0,-1 0 0,-1 0 0,0-1 0,-2 0 0,0-1 0,-2 0 0,0-1 0,-1-1 0,0-1 0,-1 0 0,-1-1 0,-1 0 0,0-2 0,-1-1 0,0 0 0,-15 6 0,-130 22-1215,90-34-891</inkml:trace>
  <inkml:trace contextRef="#ctx0" brushRef="#br0" timeOffset="9456.439">14998 10973 25894,'0'0'2701,"0"0"-1844,21-3-505,136-8 335,-145 12-647,-1 0 1,0 2 0,0-1-1,-1 1 1,1 1 0,0 0 0,-1 0-1,0 1 1,0 0 0,0 1 0,-1 0-1,0 0 1,0 1 0,0 1-1,-1-1 1,0 1 0,-1 1 0,1-1-1,-2 1 1,1 1 0,-1-1 0,-1 1-1,0 0 1,0 0 0,-1 1-1,3 9-40,-3 4 8,-2 0 0,0 1 0,-1-1 0,-2 1 0,0-1 0,-2 1 0,0-1 0,-2 0 0,0 0 0,-2 0 0,-1-1-1,-2 3-7,-18 40-4,-2-1 0,-4-2 0,-22 30 4,-14 14-46,42-69 42,2 2 1,1 1-1,2 1 0,2 1 1,2 1-1,1 5 4,16-47 2,0 1-1,1 0 1,-1-1 0,1 1-1,0 0 1,0 0 0,0 0-1,0 0 1,0 0 0,1 1 0,-1-1-1,1 0 1,0 0 0,0 0-1,0 0 1,0 0 0,1 1-1,-1-1 1,1 0 0,0 0-1,0 0 1,0 0 0,0 0-1,1 0 1,-1-1 0,1 1-1,-1 0 1,1-1 0,0 1-1,0-1 1,0 1 0,1-1-1,-1 0 1,0 0 0,1 0-1,0 0 1,-1-1 0,1 1-1,0-1-1,23 0 27,1-1-1,-1-1 1,0-2-1,0 0 1,0-2-1,0-1 0,-1-1 1,0-1-1,0-1 1,-1-2-1,0 0 1,-1-1-1,18-13-26,-20 14 11,67-38-24,-2-4 0,-2-4 0,56-51 13,-121 92-455,0 0-1,-1-1 1,-1-1-1,-1-1 1,0 0-1,-1-1 1,-1-2 455,8-19-4240</inkml:trace>
  <inkml:trace contextRef="#ctx0" brushRef="#br0" timeOffset="9865.128">16226 10215 24725,'0'0'3704,"0"0"-2640,0 23-581,0 144 436,0 112-251,0-279-667,0 1 0,0 0 0,1-1 0,-1 1 1,1 0-1,-1-1 0,0 1 0,1 0 0,-1-1 1,1 1-1,0-1 0,-1 1 0,1-1 0,-1 1 1,1-1-1,0 1 0,-1-1 0,1 0 0,0 1 0,0-1 1,-1 0-1,1 0 0,0 0 0,0 1 0,-1-1 1,1 0-1,0 0 0,0 0 0,-1 0 0,1 0 0,0 0 1,0-1-1,0 1 0,-1 0 0,1 0 0,0 0 1,-1-1-1,1 1 0,0 0 0,0-1 0,-1 1 1,1-1-1,-1 1 0,1-1 0,0 1 0,-1-1 0,1 1 1,-1-1-1,1 1 0,-1-1 0,1 0 0,-1 1 1,0-1-1,1 0 0,-1 1 0,0-1 0,0 0 1,1 0-1,-1 1 0,0-1 0,0 0 0,0 0 0,0 0-1,247-279-92,-246 278 98,0 0 0,1 1 0,-1-1 0,0 1 0,1-1 0,-1 1 0,1 0-1,-1-1 1,1 1 0,0 0 0,0 0 0,-1 0 0,1 0 0,0 1 0,0-1 0,0 0-1,0 1 1,0-1 0,0 1 0,0 0 0,0 0 0,0 0 0,0 0 0,0 0 0,0 0-1,0 0 1,0 1 0,0-1 0,0 1 0,0-1 0,0 1 0,0 0 0,-1 0-1,1 0 1,0 0 0,0 0 0,-1 0 0,1 0 0,-1 0 0,1 1 0,-1-1 0,1 1-1,-1-1 1,0 1 0,0 0 0,0 0-6,20 243 859,-20-234-1005,0-1 0,1 0 0,1 0-1,-1 0 1,2 0 0,-1 0 0,1-1 0,1 1 0,0-1-1,0 0 1,1-1 0,0 1 0,0-1 0,1 0 0,0 0 0,0-1-1,8 5 147,8 1-3912</inkml:trace>
  <inkml:trace contextRef="#ctx0" brushRef="#br0" timeOffset="10132.419">16929 11472 25998,'0'0'4929,"0"0"-4393,0 0-96,0 0 40,132-14-120,-78-14-336,8-1-24,-1-1 0,1 2 0,10-5-208,-17 5-1184,-9 3-17796</inkml:trace>
  <inkml:trace contextRef="#ctx0" brushRef="#br0" timeOffset="18391.049">13632 13261 29710,'0'0'727,"0"0"-327,0 0-216,21-15-54,-19 15-128,15-13 44,1 1 0,0 1-1,1 1 1,0 1-1,0 1 1,1 0 0,1 1-1,-1 2 1,17-4-46,337-36 567,291 5-567,351 30 99,-459 40 105,240 55-204,35 5 20,518-23 1,-181-13-16,-893-29-167,-250-22-72,24 10-2874,-47-10-5728</inkml:trace>
  <inkml:trace contextRef="#ctx0" brushRef="#br0" timeOffset="26440.851">13624 2561 11482,'0'0'3218,"0"0"-764,0 0 2993,0 0-2180,0 0-1456,3 10 642,-51-4-1380,22-5-957,0 1 0,0 1 0,0 1 0,0 1 0,1 2 0,0 0-1,0 2 1,1 0 0,-7 6-116,-33 23 47,1 3 1,2 3-1,3 3 0,1 2 0,-25 30-47,4-7 4,4 4 0,3 2 0,4 4 0,3 2 0,4 4-1,4 1 1,3 4 0,5 1 0,-25 74-4,62-139 1,2 0-1,1 1 1,1 1-1,1-1 1,2 1 0,1 0-1,2 0 1,0 0-1,3 0 1,0 0 0,2 0-1,1-1 1,9 29-1,5-16-2,2-1 1,2-1-1,2-2 0,1 0 1,2-1-1,1-2 1,24 22 1,10 16-12,-26-30-1,-2 1-1,-2 2 0,-2 1 0,-3 1 1,-1 2-1,-3 0 0,-1 2 0,-4 1 1,-1 0-1,-3 1 0,-3 1 0,-1 0 1,-1 31 13,-7 24-5,-6 1 1,-4-1-1,-5 0 1,-5-1-1,-5-1 1,-5-1-1,-4-1 1,-5-1 0,-4-3-1,-5-1 1,-4-2-1,-31 42 5,-26 18 17,-6-4 0,-7-6-1,-7-5 1,-55 44-17,73-75 4,90-95-4,-68 98-89,90-110-106,85-12-53,-81 3 243,0 0-1,1 0 0,-1 1 1,0 0-1,1 0 1,-1 1-1,1 0 0,-1 0 1,1 1-1,-1 0 0,0 1 1,1 0-1,-1 0 0,0 1 1,0 0-1,0 0 0,-1 1 1,1 0-1,5 4 6,-4 4 2,1 1 0,-1 1 0,-1-1 0,-1 1-1,0 1 1,0-1 0,-1 1 0,-1 0 0,-1 1 0,0-1-1,0 11-1,-2-18 3,116 614 186,-55-247-132,-17 3 1,-14 42-58,-26 681 104,-43-605 2,-25 17-106,4-39 181,18 70-181,41-385-216,12-136-514,2-19-948</inkml:trace>
  <inkml:trace contextRef="#ctx0" brushRef="#br0" timeOffset="26894.939">19713 3981 30166,'0'0'849,"0"0"-553,0 0-144,215 0 88,-31-7 88,31-11-64,8 2-80,-8 4-56,-24 6-64,-12 2-32,-19 2-24,-30 0-8,-38 2-160,-15-8-432,-29 1-800,-15-7-5906</inkml:trace>
  <inkml:trace contextRef="#ctx0" brushRef="#br0" timeOffset="27177.679">21609 3400 28046,'0'0'3381,"0"0"-2492,0 0-787,0 0-44,21 20 80,131 134 15,-135-134-153,-1 0 0,0 1 0,-2 1 0,0 0 0,-2 1 0,-1 0 0,0 1 0,-2 0 0,1 5 0,-7-19 0,-1 1 0,0 0 0,0-1 0,-1 1 0,-1 0 0,0 0 0,0 0 0,-1 0 0,0-1 0,-1 1 0,0 0 0,-1-1 0,0 1 0,0-1 0,-2 0 0,1 0 0,-1 0 0,0-1 0,-1 0 0,0 0 0,-1 0 0,0 0 0,-3 2 0,-30 25-42,-1-2 1,-2-2-1,-1-2 1,-1-2-1,-1-2 0,-2-2 1,-39 14 41,73-32-49,-146 64-1885,18-19-2954</inkml:trace>
  <inkml:trace contextRef="#ctx0" brushRef="#br0" timeOffset="28276.952">23794 3046 24621,'0'0'5209,"0"0"-4432,132 0-217,-56-4-88,12-11-48,6-5-136,3-2-136,-5 3-96,-7 5-56,-10 10 0,-16 4-64,-9 18-352,-17 7-800,-15-5-3489</inkml:trace>
  <inkml:trace contextRef="#ctx0" brushRef="#br0" timeOffset="28543.753">24103 3338 26846,'-101'158'3689,"-19"35"-3105,-14 38-64,11-4-136,25-14-16,10 8-168,11 0-120,14-2-80,15-30-8,19-47-136,20-55-32,9-51-160,9-34-104,42-24-112,-5-17-249,-3-17-1807</inkml:trace>
  <inkml:trace contextRef="#ctx0" brushRef="#br0" timeOffset="29307.239">24476 3273 28486,'0'0'846,"0"0"-202,0 0-157,0 0-19,-10 23-115,-88 158-150,73-146-204,2 0-150,-1-1 0,-2-1 0,-2-2 0,0 0 0,-5 0 151,33-30-22,-1 0 0,0 1 0,0-1 0,0 0 0,0 0 0,0 0 0,-1 0 0,1 0 0,0 0 0,0 0 1,-1 0-1,1-1 0,0 1 0,-1 0 0,1-1 0,-1 1 0,1-1 0,-1 0 0,1 1 0,-1-1 0,1 0 1,-1 0-1,1 0 0,-1 0 0,1 0 0,-1 0 0,1-1 0,-1 1 0,1 0 0,-1-1 0,1 1 0,-1-1 1,1 0-1,-1 1 0,1-1 0,0 0 0,0 0 0,-1 0 0,1 0 0,0 0 0,0 0 0,0 0 0,0 0 1,0 0-1,0-1 0,0 1 0,0 0 0,1-1 0,-1 1 0,0 0 0,1-1 0,-1 1 0,1-2 22,-14-90-1133,12 75 816,-2-29-435,-5 48 1142,-31 149 1709,-94 364-516,122-401-1538,11-112-45,1 0 1,0 0-1,0-1 1,-1 1-1,1 0 0,0-1 1,0 1-1,0 0 1,0 0-1,0-1 1,0 1-1,0 0 0,0 0 1,1-1-1,-1 1 1,0 0-1,0-1 0,0 1 1,1 0-1,-1-1 1,0 1-1,1 0 0,-1-1 1,1 1-1,-1-1 1,1 1-1,-1-1 0,1 1 1,-1-1-1,1 1 1,-1-1-1,1 1 0,0-1 1,-1 0-1,1 1 1,0-1-1,-1 0 0,1 1 1,0-1-1,-1 0 1,1 0-1,0 0 1,0 0-1,-1 0 0,1 0 1,0 0-1,0 0 1,-1 0-1,2 0 0,35-25 28,93-135 11,-71 77-37,4 3 1,2 2-1,5 3 1,2 4-1,3 2 0,54-34-2,-124 99 2,2-2 5,0 1-1,0 0 1,0 0-1,1 1 1,-1-1-1,1 2 1,0-1 0,0 1-1,1 0 1,-1 1-1,0 0 1,1 0-1,0 1 1,-1 0 0,1 0-1,0 1 1,4 1-7,5 23 82,-17-8-54,0 1 0,-1-1 0,-1 1 0,-1-1 0,0 1 0,-1-1-1,-1 0 1,0 0 0,-3 4-28,-121 301 216,92-244-161,3 2-1,3 0 0,4 3 1,-11 62-55,34-133 10,0-1 0,0 1 0,1 0 1,1 0-1,0 0 0,0 0 1,1 0-1,1 0 0,-1 0 0,2 0 1,0 0-1,0 0 0,1-1 1,0 1-1,1-1 0,0 0 1,1 0-1,0 0 0,0 0 0,1-1 1,0 0-1,1 0 0,0 0 1,0-1-1,1 0 0,0-1 0,1 0 1,2 2-11,194 79-24,-202-85 19,0 1 1,1 0 0,-1 0 0,-1 0-1,1 0 1,0 1 0,-1-1 0,0 1-1,0-1 1,-1 1 0,1 0 0,-1 0-1,0 0 1,0 0 0,0-1 0,-1 1-1,0 0 1,0 0 0,0 0 0,-1 0-1,1 0 1,-1 0 0,0 0 0,-1 0 0,1 0-1,-1-1 1,0 1 0,0 0 0,-1-1-1,1 0 1,-1 0 0,0 0 0,0 0-1,0 0 1,0 0 0,-1-1 0,0 1-1,-2 1 5,-29 29 13,-1-1-1,-2-2 1,-1-2-1,-1-1 1,-1-2-1,-2-2 0,0-2 1,-2-1-1,0-3 1,-1-1-1,-1-3 1,-36 6-13,63-15 7,-1 0 0,0-2 0,0 0 0,0-2 0,0 0 0,-1-1 0,-10-2-7,30 1 0,-1 0 0,0 1 0,1-2 0,-1 1 0,0 0 0,1 0 0,-1-1 0,1 1 0,0-1 0,-1 0 0,1 0 0,0 0 0,0 0 0,0 0 0,0 0 0,1 0 0,-1-1 0,1 1 0,-1 0 0,1-1 0,0 0 0,0 1 0,0-1 0,0 0 0,0 0 0,1 1 0,-1-1 0,1 0 0,0 0 0,-1 0 0,1 0 0,1 1 0,-1-1 0,1-2 0,0-12 0,1 1 0,0-1 0,1 1 0,1 0 0,1 0 0,0 0 0,1 1 0,1-1 0,0 1 0,1 1 0,1 0 0,0 0 0,1 0 0,2-1 0,58-75-52,4 4-1,3 3 1,4 3 0,4 4-1,2 4 1,4 3 0,3 5-1,49-24 53,-66 42-1453</inkml:trace>
  <inkml:trace contextRef="#ctx0" brushRef="#br0" timeOffset="29984.836">22008 11959 28958,'0'0'912,"0"0"-23,153 12-169,-19-12-88,41 0-104,12 0-400,-16-4-128,-44 4 0,-46 0 0,-20 0 0,-13 0 0,3 8 0,-1 2 0,-2 1 0,-10-5-440,-12-2-888,-13-4-2185</inkml:trace>
  <inkml:trace contextRef="#ctx0" brushRef="#br0" timeOffset="30293.509">23180 11568 30390,'0'0'705,"0"0"-265,3 20-84,-2-7-280,-1-7-45,0 1 0,1-1 1,-1 0-1,1 0 0,1 0 0,-1 0 1,1-1-1,0 1 0,0 0 0,1-1 1,-1 1-1,1-1 0,1 0 0,-1 0 1,1 0-1,-1 0 0,1 0 0,1-1 1,-1 0-1,1 0 0,2 2-31,233 101 144,-235-105-144,-1 0 0,0 1 0,1-1 0,-1 1 0,0 0 0,0 0 0,-1 0 0,1 0 0,-1 0 0,1 1 0,-1 0 0,0 0 0,0 0 0,-1 0 0,1 0 0,-1 0 0,0 1 0,0-1 0,0 1 0,-1 0 0,0-1 0,0 1 0,0 0 0,0 0 0,-1 0 0,0 0 0,0-1 0,0 1 0,0 0 0,-1 0 0,0 0 0,0 0 0,0-1 0,-1 1 0,1 0 0,-3 3 0,-9 13 0,0 1 0,-2-2 0,-1 0 0,0-1 0,-1 0 0,-1-2 0,-1 0 0,-1 0 0,-16 16 0,-245 226-2272,206-197-1657</inkml:trace>
  <inkml:trace contextRef="#ctx0" brushRef="#br0" timeOffset="31709.773">24522 11044 26094,'0'0'2992,"0"0"-1954,0 0-526,0 0-113,0 0-61,0 0-87,15-20-80,-4 3-135,-5 6-12,2 1 0,-1 0 0,1 0 0,1 0 0,0 1 0,0 1 1,1-1-1,0 1 0,0 1 0,1 0 0,-1 0 0,5 0-24,62-24 108,0 4 0,2 3 0,0 3-1,2 4 1,0 3 0,2 4-108,135 0 0,-214 9 0,0 0 0,1 1 0,-1-1 0,0 1 0,0 0 0,0 1 0,1-1 0,-1 0 0,0 1 0,0 0 0,0 0 0,0 1 0,0-1 0,0 1 0,0 0 0,0 0 0,-1 0 0,1 0 0,-1 0 0,0 1 0,1 0 0,-1 0 0,0 0 0,0 0 0,-1 0 0,1 0 0,-1 1 0,0 0 0,0-1 0,2 4 0,-3 8 0,-1 0 0,0 0 0,-1-1 0,-1 1 0,0 0 0,-1-1 0,-1 1 0,0-1 0,0 0 0,-2 0 0,0 0 0,0-1 0,-2 0 0,1 0 0,-2-1 0,1 0 0,-2 0 0,1-1 0,-6 4 0,-5 12 0,-217 271-1591,188-247-347</inkml:trace>
  <inkml:trace contextRef="#ctx0" brushRef="#br0" timeOffset="31959.818">25138 10371 28662,'0'0'880,"0"0"-264,-62 158-143,32-77-97,-5 17-112,-7 23-128,-11 23-24,-1 6-64,3-12-24,12-32-24,15-41 0,11-25-120,13-25-136,13-15-240,17-15-1057,10-23-2584</inkml:trace>
  <inkml:trace contextRef="#ctx0" brushRef="#br0" timeOffset="32309.958">25758 10600 28462,'0'0'1384,"1"26"-549,7 176 96,12-3-312,-20-197-615,0-1 0,0 0 0,1 0 0,-1 0-1,0 0 1,1 0 0,-1 0 0,1 0 0,-1-1 0,1 1 0,-1 0 0,1 0 0,0 0 0,0 0-1,-1-1 1,1 1 0,0 0 0,0-1 0,0 1 0,0 0 0,-1-1 0,1 1 0,0-1 0,0 0-1,0 1 1,0-1 0,0 0 0,1 0 0,-1 1 0,0-1 0,0 0 0,0 0 0,0 0 0,0 0 0,0 0-1,0 0 1,0-1 0,0 1 0,0 0 0,0-1 0,0 1 0,0 0 0,0-1 0,0 1 0,0-1-1,0 1 1,0-1 0,-1 0 0,1 1 0,0-1 0,0 0 0,0 0 0,-1 0 0,1 1 0,-1-1 0,1 0-1,-1 0 1,1 0 0,-1 0 0,1 0 0,-1 0 0,0 0 0,1 0 0,-1 0 0,0 0 0,0 0-1,0 0 1,0 0 0,0-1-4,13-17-1,0 1-1,2 0 0,0 2 0,1-1 0,0 2 1,1 0-1,1 1 0,0 1 0,1 1 1,0 0-1,1 2 0,1 0 0,-1 1 0,1 1 1,1 1-1,-1 1 0,1 1 0,20-2 2,-39 9 3,1-1 1,-1 2-1,0-1 0,0 0 0,0 1 0,0-1 1,0 1-1,-1 0 0,1 0 0,-1 0 0,1 0 0,-1 0 1,0 1-1,-1-1 0,1 1 0,0-1 0,-1 1 1,0-1-1,0 1 0,0 0 0,0 0 0,-1 0 0,1 0 1,-1-1-1,0 1 0,0 0 0,-1 0 0,1 0 0,-1 0 1,0 0-1,0-1 0,0 1 0,0 0 0,0-1 1,-1 1-1,0-1 0,0 1 0,0-1 0,0 1-3,-14 26 25,-1 1 0,-1-2-1,-2-1 1,-1 0-1,-1-1 1,-1-1 0,-20 17-25,21-21 2,-179 177-11,197-186-679,35-36-602,12-16-844</inkml:trace>
  <inkml:trace contextRef="#ctx0" brushRef="#br0" timeOffset="32508.633">26595 10245 29358,'0'0'648,"0"0"-215,0 0-81,0 0-72,53 108-192,-40-78-88,-6 5-112,-7 9-192,0 11-473,-40 32-847,3-12-280,2-10-4642</inkml:trace>
  <inkml:trace contextRef="#ctx0" brushRef="#br0" timeOffset="32732.14">26528 10874 17212,'0'0'4150,"0"0"-1512,6 17-611,37 121 372,-40-79-1900,-2-1 0,-3 1 1,-2-1-1,-3 0 0,-11 42-499,14-79 51,-5 98 543,22-124-464,43-124-307,32-81-2017,-46 104-1118</inkml:trace>
  <inkml:trace contextRef="#ctx0" brushRef="#br0" timeOffset="33008.587">26940 10381 28742,'0'0'944,"0"0"-127,111-14-193,-49 2-192,8-4-216,2-1-152,-2-5-64,-2-2-248,5-9-280,-19 5-881,-14 2-1519</inkml:trace>
  <inkml:trace contextRef="#ctx0" brushRef="#br0" timeOffset="33392.479">27534 10081 26886,'0'0'1353,"0"0"-287,0 0-138,-12 17-230,-77 132-1,-191 379-538,238-414-337,44-113 168,0 0 0,-1 0 0,1 0-1,0-1 1,0 1 0,0 0 0,0-1 0,0 0-1,0 1 1,0-1 0,0 0 0,0 0-1,0 0 1,0 0 0,1 0 0,-1-1-1,0 1 1,0 0 0,0-1 0,0 0-1,-1 1 1,1-1 0,0 0 0,0 0-1,0 0 1,-1 0 0,1-1 0,0 1 0,-1 0-1,1-1 1,-1 1 10,219-169-148,-219 169 149,0 0-1,-1 0 1,1 1 0,-1-1-1,1 0 1,0 1 0,-1-1-1,1 1 1,0-1 0,0 1 0,0-1-1,-1 1 1,1-1 0,0 1-1,0 0 1,0-1 0,0 1-1,0 0 1,0 0 0,-1 0-1,1 0 1,0 0 0,0 0-1,0 0 1,0 0 0,0 0-1,0 0 1,0 0 0,0 1-1,0-1 1,-1 0 0,1 1 0,0-1-1,0 0 1,0 1 0,-1-1-1,1 1 1,0-1 0,0 1-1,-1 0 1,1-1 0,0 1-1,-1 0 1,1-1 0,-1 1-1,1 1 0,0 46 1,-1-48-1,-5 32-3,-1-1 1,-1-1-1,-2 1 0,-2-1 0,0-1 1,-3 2 2,-5 16-19,-179 421 22,176-400 229,23-67-227,0 0-1,0 0 1,0 0-1,0-1 1,1 1-1,-1 0 1,0-1-1,0 1 1,1-1-1,-1 1 1,0-1-1,1 0 1,-1 0-1,0 1 1,1-1-1,-1 0 1,0 0-1,1 0 0,-1-1 1,0 1-1,1 0 1,-1 0-1,0-1 1,0 1-1,1-1 1,-1 1-1,0-1 1,0 1-1,1-1 1,-1 0-1,0 0 1,0 0-1,0 1 1,0-1-1,0 0 1,0 0-1,-1 0 1,1 0-1,0-1 1,0 1-1,-1 0 1,1 0-1,0-1-4,44-38-110,-2-3-1,-2-1 0,-1-2 1,-3-2-1,2-8 111,1 4-197,63-79 105,-102 130 98,-1 1 1,0-1-1,1 1 1,-1-1-1,0 1 1,1-1-1,-1 1 1,1-1-1,-1 1 1,0-1-1,1 1 1,-1-1 0,1 1-1,0 0 1,-1-1-1,1 1 1,-1 0-1,1 0 1,-1-1-1,1 1 1,0 0-1,-1 0 1,1 0-1,0 0 1,-1 0-1,1 0 1,0 0 0,-1 0-1,1 0 1,-1 0-1,1 0 1,0 0-1,-1 0 1,1 0-1,0 1 1,-1-1-1,1 0 1,-1 0-1,1 1 1,-1-1-1,1 1 1,-1-1 0,1 0-1,-1 1 1,1-1-1,-1 1 1,1-1-1,-1 1 1,0-1-1,1 1 1,-1-1-1,0 1 1,1-1-1,-1 1 1,0 0 0,0 0-8,6 42 360,-6-32-293,3 31 187,-2-7-143,1 1 0,2-1 1,1 0-1,2-1 1,2 1-1,11 28-110,6 20-1995,-26-67-2028</inkml:trace>
  <inkml:trace contextRef="#ctx0" brushRef="#br0" timeOffset="33675.33">25346 12290 30070,'0'0'865,"0"0"-265,0 0-192,0 0-24,0 0-200,0 0-128,0 0-32,132-8-24,-93 34-112,5-2-296,30-12-416,-12-8-1113,-3-4-11186</inkml:trace>
  <inkml:trace contextRef="#ctx0" brushRef="#br0" timeOffset="34225.792">26260 12129 28974,'0'0'791,"0"0"-286,0 0 46,-24 17-135,-262 191-106,114-85-308,6 8 1,-21 31-3,157-132 5,30-30-5,0 0 0,1 0 1,-1 0-1,0 0 0,1 0 0,-1 0 0,0 0 0,1 0 0,-1 0 0,0 0 0,1 0 0,-1 0 0,0 1 0,1-1 0,-1 0 0,0 0 0,1 0 0,-1 0 0,0 1 0,0-1 0,1 0 0,-1 0 0,0 1 0,0-1 0,1 0 0,-1 0 0,0 1 0,0-1 0,0 0 0,0 1 0,1-1 0,-1 0 0,0 1 0,0-1 1,0 0-1,0 1 0,0-1 0,0 0 0,0 1 0,0-1 0,0 0 0,0 1 0,0-1 0,228-123-3,-181 96 0,252-126-15,-292 151 18,-5 0-1,-1 1 1,1-1 0,-1 1-1,1 0 1,-1 0-1,1 0 1,0 0 0,0 0-1,0 0 1,0 0 0,0 0-1,0 1 1,0-1 0,0 1-1,0 0 1,0-1 0,0 1-1,0 0 1,0 0 0,0 0-1,0 1 1,0-1-1,0 0 1,0 1 0,0-1-1,0 1 1,0 0 0,0 0-1,-1 0 1,1 0 0,0 0-1,0 0 1,-1 0 0,1 0-1,-1 1 1,1-1-1,-1 0 1,1 1 0,-1 0-1,0-1 1,1 2 0,-3 6-1,-1 1 1,0-1-1,0 0 0,-1 0 1,0 0-1,0-1 0,-1 1 0,0-1 1,-1 1-1,0-1 0,0-1 1,0 1-1,-2 0 1,-3 7 0,-549 777 26,552-782-22,0-2 38,0 0 0,1 1-1,0 0 1,0 0-1,1 1 1,1 0 0,-1 0-1,1 0 1,1 0 0,0 1-1,0-1 1,1 1 0,1-1-1,-1 12-41,2-21 1,1 1-1,-1-1 1,1 0-1,0 1 1,-1-1-1,1 0 1,0 1-1,0-1 1,0 0-1,0 0 1,0 0-1,0 0 1,0 0-1,0 0 1,0 0 0,1 0-1,-1 0 1,0-1-1,0 1 1,1 0-1,-1-1 1,1 1-1,-1-1 1,0 1-1,1-1 1,-1 0-1,1 0 1,-1 0-1,1 0 1,-1 0-1,1 0 1,-1 0-1,1 0 1,-1 0-1,1-1 1,-1 1-1,1-1 1,-1 1-1,0-1 1,1 1-1,2-1-1,28-6-62,-1-2 0,0-2-1,-1 0 1,0-2-1,-1-2 1,-1 0 0,0-2-1,-1-1 1,-1-1 0,4-5 63,-6 7-68,291-226-479,-267 211 728,-53 56 329,-97 216-110,97-207-642,6-30 128,0 1 0,-1-1 0,0 1 0,0 0 0,0-1 0,0 1 0,-1-1 0,1 1 0,-1-1 0,0 0 0,0 1 0,0-1 0,0 0 0,-1 1 0,1-1 0,-1 0 0,0 0 0,0 0 0,0 0-1,0-1 1,-1 1 0,1-1 0,-1 1 0,1-1 0,-1 0 0,0 0 0,0 0 0,0 0 0,0 0 0,0-1 0,-3 2 114,-13-3-4357</inkml:trace>
  <inkml:trace contextRef="#ctx0" brushRef="#br0" timeOffset="34475.485">25811 12929 26718,'0'0'3256,"0"0"-2928,-11 119 113,9-48 7,2 8-72,-3 8-208,-1-3-168,-5 1-24,-4-12-256,-18-2-128,3-21-377,-5-19-1351</inkml:trace>
  <inkml:trace contextRef="#ctx0" brushRef="#br0" timeOffset="34791.993">24798 13058 27950,'0'0'2042,"0"0"-1226,0 0-463,0 0 27,20 13 8,-4-4-305,-8-4-52,1-1 1,-1 1-1,0 1 0,-1-1 0,1 2 0,-1-1 0,0 1 1,-1 0-1,1 0 0,-1 0 0,-1 1 0,1 0 0,-2 1 1,1-1-1,-1 1 0,0 1-31,4 18 34,-2 0 0,-1 0 0,-2 1 0,0 0 0,-2-1 0,-2 1 0,0 2-34,1-6 7,0 2-26,-1 1 0,-2-1-1,0 0 1,-2 0-1,-1-1 1,-1 1 0,-1-1-1,-1-1 1,-1 1 0,-2-2-1,0 0 1,-2 0-1,0-1 1,-2 0 0,0-2-1,-2 0 1,0-1 0,-1 0-1,-18 12 20,29-27-20,0 0 0,0 0 0,0-1 0,-1 0 0,0-1 0,0 0 0,0 0 0,0-1 0,-1 0 0,1 0 0,0-1-1,-1-1 1,1 1 0,-1-2 0,1 1 0,-1-1 0,1-1 0,0 1 0,-1-2 0,1 1 0,0-1 0,-5-3 20,40 2-74,185 7 114,884-70 421,-406 72-1080,-573-11-1228,-28-13-2400</inkml:trace>
  <inkml:trace contextRef="#ctx0" brushRef="#br0" timeOffset="35445.736">27008 12312 30807,'0'0'94,"21"6"-48,70 20 56,-86-24-114,1 0 0,-1 0 0,1 1 0,-1-1 0,0 1 0,0 1 0,0-1 0,-1 0 0,1 1 0,-1 0 0,0 0 0,0 1 0,0-1 0,0 1 0,-1 0 0,0 0 0,0 0 0,0 0-1,-1 0 1,1 1 0,-1-1 0,-1 1 0,1-1 0,-1 1 0,0 0 0,0 0 0,-1 0 0,1-1 0,-1 6 12,-1 3-83,-1-1 0,0 1 0,-1-1 0,0 0 0,-1 1 0,-1-1 0,0-1 0,0 1-1,-2-1 1,1 0 0,-4 3 83,-44 58 183,-4-2 0,-3-4 0,-2-2 0,-4-3 0,-2-2 0,-39 23-183,95-65 330,43-22-260,162-73-26,-159 60-42,0 1 0,1 2 1,1 1-1,1 2 0,-1 2 0,21-3-2,-54 11 0,0 1 1,1-1-1,-1 1 0,0-1 0,0 1 0,0 0 0,1 0 0,-1 0 0,0 0 0,0 1 0,1-1 1,-1 1-1,0-1 0,0 1 0,0-1 0,0 1 0,0 0 0,0 0 0,0 0 0,0 1 0,0-1 1,0 0-1,-1 1 0,1-1 0,0 1 0,-1-1 0,1 1 0,-1 0 0,0 0 0,0-1 0,1 1 0,-1 0 1,0 0-1,-1 0 0,1 0 0,0 1 0,-1-1 0,1 0 0,-1 0 0,1 0 0,-1 0 0,0 1 1,0-1-1,0 0 0,0 0 0,0 1 0,-1-1 0,1 0 0,-1 0 0,0 0 0,1 0 0,-1 0 1,0 0-1,0 0 0,-1 2 0,-8 23 4,0-1 0,-2 0 0,0-1 0,-2 0 0,-1-1 0,-9 10-4,17-22 1,-356 493 222,344-479-169,76-76-124,163-183-505,-143 185 634,-74 49-38,0 0 0,0 1 0,0-1 0,-1 0 0,1 1 0,0 0 0,-1 0 0,1 0 0,-1 0 0,1 0 0,-1 0 0,0 0 0,0 1 0,0-1 0,0 1 0,-1 0 0,1-1 0,-1 1 0,1 0 0,-1 0 0,0 0 0,0 0 0,0 0 0,-1 0 0,1 0 0,-1 0 1,0 0-1,1 1 0,-1-1 0,-1 0 0,1 0 0,0 0 0,-1 2-21,2 7 76,4 23 130,40 162 447,-42-190-650,0 0 0,1 0 0,-1 0 0,1 0 0,1-1 1,-1 0-1,1 0 0,0 0 0,1 0 0,-1-1 0,1 0 0,0 0 1,0 0-1,1-1 0,-1 0 0,1 0 0,0-1 0,0 0 0,0 0 0,1-1 1,-1 1-1,1-2 0,-1 1 0,5 0-3,1-2 0,0 0 0,1-1 0,-1 0 0,0-1 0,0 0 0,0-1 0,0-1 0,-1 0 0,1-1 0,-1 0 0,0-1 0,0 0 0,-1-1 0,0 0 0,10-8 0,147-144 0,-136 126-141,-1-2 0,-2-1-1,-1-2 1,-2 0 0,-2-2 0,-1 0-1,-2-2 1,-2 0 0,-2-1 0,-2-1-1,-1-2 142,-8-25-3575</inkml:trace>
  <inkml:trace contextRef="#ctx0" brushRef="#br0" timeOffset="36840.753">18187 7893 23765,'0'0'5428,"0"0"-3830,0 0-1192,0 0-20,0 23 53,-11 297 277,-22 222-687,35-541-29,-1 0 0,0 0 0,0 0 0,0 0 0,1 0 0,-1-1 0,0 1 0,1 0 0,-1-1 0,0 1 0,1 0 0,-1-1 0,1 0 0,-1 1 0,1-1 0,-1 0 0,1 0 0,-1 0 0,1 0 0,0 0 0,-1 0 0,1 0 0,-1-1 0,1 1 0,-1 0 0,1-1 0,-1 1 0,0-1 0,1 0 0,-1 0 0,1 1 0,-1-1 0,0 0 0,0 0 0,0 0 0,1 0 0,-1 0 0,0 0 0,0-1 0,-1 1 0,1 0 0,0 0 0,0-1 0,0 0 0,136-172 0,149-277-7,-281 443 6,-2 3 2,-1 1-1,1-1 1,0 1-1,0-1 1,0 1-1,0 0 1,1 0-1,0 0 1,0 1-1,0-1 1,0 1-1,1 0 1,-1 0-1,1 1 1,-1-1-1,3 0 0,-5 4 0,0 0 0,0-1 0,1 1 0,-1 0 0,0 0 0,-1 0 0,1 1 0,0-1 0,0 0 0,0 1 0,-1-1 0,1 1 0,-1-1 0,1 1 0,-1 0 0,0 0 0,1 0 0,-1 0 0,0 0 0,0 0 0,0 0 0,-1 0 0,1 0 0,0 0 0,-1 0 0,1 0 0,-1 1 0,0-1 0,0 0 0,0 0 0,0 1 0,0-1 0,-1 0 0,1 0 0,0 0 0,-1 1 0,1 2 0,11 208 0,-11-211 0,0 0 0,0 0 0,0 0 0,1 0 0,-1 0 0,1 0 0,0 1 0,-1-1 0,1 0 0,0-1 0,0 1 0,0 0 0,1 0 0,-1 0 0,0 0 0,1-1 0,-1 1 0,1-1 0,-1 1 0,1-1 0,0 0 0,0 0 0,-1 1 0,1-1 0,0 0 0,0-1 0,0 1 0,0 0 0,0 0 0,1-1 0,-1 1 0,0-1 0,0 0 0,0 0 0,0 0 0,0 0 0,1 0 0,-1 0 0,0 0 0,0-1 0,0 1 0,0-1 0,0 0 0,0 1 0,0-1 0,0 0 0,1-1 0,82-72 0,1-17 0,-47 47 0,1 2 0,2 2 0,1 2 0,36-23 0,27 24 0,-103 37 0,0 0 0,0 1 0,0-1 0,0 1 0,0 0 0,0 0 0,0 0 0,0 1 0,0-1 0,0 0 0,-1 1 0,1 0 0,0 0 0,-1 0 0,0 0 0,1 0 0,-1 0 0,0 0 0,0 1 0,0-1 0,-1 1 0,1 0 0,-1-1 0,1 1 0,-1 0 0,0 0 0,0 0 0,0 0 0,0 0 0,-1 0 0,1 2 0,11 107 0,-12-101 0,3 262 0,-2-269-13,1-1-1,-1 0 1,1 0-1,0 0 1,0-1 0,0 1-1,1 0 1,-1-1-1,1 0 1,-1 1 0,1-1-1,0 0 1,0 0-1,0 0 1,0-1 0,0 1-1,0-1 1,0 0-1,0 0 1,1 0 0,-1 0-1,1 0 1,-1-1-1,0 1 1,1-1 0,-1 0-1,1 0 1,-1-1-1,1 1 1,-1-1-1,0 1 1,1-1 0,-1 0-1,0 0 1,1-1-1,-1 1 1,0-1 0,0 1-1,0-1 1,2-1 13,-3 2-27,79-32-1350,0-12-1420</inkml:trace>
  <inkml:trace contextRef="#ctx0" brushRef="#br0" timeOffset="37092.31">20320 8134 30310,'0'0'603,"0"0"-345,0 0-56,0 0 166,0-20-55,2-67-165,-1 83-147,1-1 1,-1 1 0,-1 0 0,1-1 0,0 1 0,-1-1 0,0 1 0,0 0 0,0-1 0,-1 1-1,1-1 1,-1 1 0,0 0 0,-1 0 0,1-1 0,-1 1 0,1 0 0,-1 0 0,0 0 0,-1 1-1,1-1 1,-1 0 0,1 1 0,-1-1 0,0 1 0,-1 0 0,1 0 0,0 1 0,-1-1 0,0 0-1,1 1 1,-1 0 0,0 0 0,0 0 0,0 1 0,-1-1 0,1 1 0,0 0 0,0 0 0,-1 0-2,-3 4-2,0 1 1,-1-1 0,2 1-1,-1 1 1,0-1 0,1 1 0,0 1-1,0-1 1,1 1 0,-1 0 0,1 1-1,1 0 1,-1 0 0,1 0-1,0 0 1,1 1 0,0 0 0,0 0-1,1 0 1,0 0 0,0 1 0,0-1-1,0 6 2,-3 8 2,0 0 0,1 0 1,1 1-1,1 0 0,1-1 0,1 1 0,1 17-2,0-35-8,1 0 0,-1 0 0,0 1 1,1-1-1,0 0 0,1 0 0,-1 0 0,1 0 1,0 0-1,0-1 0,0 1 0,1 0 0,-1-1 1,1 0-1,1 1 0,-1-1 0,0 0 0,1-1 1,0 1-1,0-1 0,0 1 0,0-1 0,0 0 1,1-1-1,-1 1 0,1-1 0,0 0 0,0 0 1,0 0-1,0-1 0,0 0 0,0 0 0,3 0 9,122 0-2338,-70-9-702</inkml:trace>
  <inkml:trace contextRef="#ctx0" brushRef="#br0" timeOffset="37558.527">21021 8193 29582,'0'0'879,"0"0"-399,0 0-125,0 0 29,19-7 7,56-29-60,-74 34-325,1 0 1,0-1 0,-1 1-1,0-1 1,1 1 0,-1-1-1,0 0 1,0 1 0,0-1-1,-1 0 1,1 0 0,-1 0-1,0 1 1,1-1 0,-1 0-1,0 0 1,-1 0 0,1 0-1,0 0 1,-1 1 0,0-1-1,0 0 1,1 0 0,-2 1-1,1-1 1,0 1 0,0-1-1,-1 1 1,0-1 0,1 1-1,-1 0 1,0-1 0,0 1-1,0 0 1,0 1 0,-1-1-1,1 0 1,-2 0-7,4 1 0,-5-5-7,-1 0 0,0 0 0,0 0-1,0 0 1,-1 1 0,1 0 0,-1 1 0,0-1 0,-1 1 0,1 1-1,-1-1 1,0 1 0,0 1 0,0-1 0,0 1 0,0 1 0,0 0-1,-1 0 1,1 0 0,0 1 0,-1 0 0,1 1 0,0 0 0,-1 0 0,1 1-1,0 0 1,0 0 0,0 1 0,0 0 0,1 0 0,-1 1 0,1 0-1,0 0 1,-1 2 7,-8 13-2,1 1 1,2 0-1,0 1 0,1 1 0,1 0 0,1 0 0,0 1 1,2 0-1,1 1 0,1 0 0,1 0 0,1 0 0,2 1 1,0-1-1,1 1 0,2 2 2,-3-20 4,1 0 0,0 0 0,0 0 0,1 0 0,0 0 0,0 0 0,0 0 0,1 0 0,0 0 0,1 0 0,-1 0 0,2 0 0,-1-1 0,1 1 0,-1-1 1,2 1-1,-1-1 0,1 0 0,0 0 0,0-1 0,1 1 0,-1-1 0,1 0 0,0 0 0,1 0 0,-1-1 0,1 0 0,0 0 0,0-1 0,0 1 0,1-1 0,-1 0 0,1-1 0,-1 0 0,1 0 0,0 0 0,2-1-4,5-2 6,0-2 0,0 1 0,-1-2 1,1 0-1,-1-1 0,0 0 0,0-1 0,0 0 0,-1-1 0,0-1 0,0 1 0,-1-2 0,0 0 0,0 0 0,-1-1 0,-1-1 0,1 1 1,-2-1-1,1-1 0,1-3-6,45-60-55,-2-3 0,-4-1 0,-4-3 0,-3-2 0,-4-1 1,-3-2-1,-5-1 0,0-13 55,-7 12-141,-4-1 1,-4 0-1,-3-1 1,-5 0 0,-4-1-1,-6-51 141,3 145 14,-1-1 1,0 0-1,0 0 0,0 1 1,0-1-1,0 0 0,0 0 0,0 0 1,0 0-1,-1 0 0,1-1 1,0 1-1,0 0 0,-1 0 0,1-1 1,-1 1-1,1-1 0,-1 1 1,1-1-1,-1 0 0,1 1 1,-1-1-1,1 0 0,-1 0 0,1 0 1,-1 0-1,1 0 0,-1-1 1,1 1-1,-1 0 0,1-1 0,0 1 1,-1-1-1,1 0 0,-1 1 1,1-1-1,0 0 0,-1 0 1,1 1-1,0-1 0,0 0 0,0 0 1,0-1-1,0 1 0,0 0 1,0 0-1,0 0 0,0-1 0,1 1 1,-1 0-1,0-1 0,1 1 1,-1-1-1,1 1 0,0-1 1,-1 1-1,1-1 0,0 1 0,0-1 1,0 1-1,0-1 0,0 1 1,0-1-1,0 1-14,-17 35 90,0 2-1,3 0 1,0 1 0,3 1 0,-5 29-90,14-61 3,-24 102 2,4 1-1,5 2 1,5-1 0,5 1-1,4 1 1,7 33-5,-3-115-47,1-1 0,1 1 0,2-1 0,1 0 0,1 0 0,1 0 0,2-1 0,1-1 0,1 1 0,1-2 0,1 0 0,2 0 0,0-2 1,9 10 46,16 2-2008</inkml:trace>
  <inkml:trace contextRef="#ctx0" brushRef="#br0" timeOffset="38358.986">22928 7542 27814,'0'0'2143,"0"0"-1241,0 0-484,0 0 32,19 16-26,122 109 100,-129-115-519,-2 0 1,1 1-1,-2 1 1,0 0-1,0 0 0,-1 1 1,0 0-1,-1 0 1,-1 0-1,0 1 1,0 0-1,-2 1 0,0-1 1,0 1-1,-2 0 1,0 0-1,0 13-5,-4 13 0,-3 0-1,-1 0 1,-2 0 0,-2-1-1,-1-1 1,-2 0 0,-2 0-1,-2-2 1,-11 20 0,19-38-1,-167 348-26,174-365 28,0 0 0,-1 1 0,1-1-1,0 1 1,1 0 0,-1-1-1,0 1 1,1 0 0,-1 0 0,1 0-1,0 0 1,0 0 0,0 1 0,1-1-1,-1 0 1,1 0 0,0 1 0,0-1-1,0 0 1,0 0 0,0 1-1,1-1 1,-1 0 0,1 0 0,0 0-1,0 1 1,0-1 0,0 0 0,1 0-1,-1-1 1,1 1 0,0 0 0,0 0-1,0-1 1,0 1 0,0-1-1,1 0 1,-1 0 0,1 1 0,0-1-1,15-2 0,1-1 0,0-1 0,-1-1 0,0 0 0,1-1 0,-1-1 0,0-1 0,-1 0 0,0-1 0,0-1 1,0-1-1,-1 0 0,0-2 0,-1 1 0,0-2 0,-1 0 0,11-12 0,40-31-133,-3-3 0,-3-2-1,-2-3 1,-3-3 0,-3-1 0,-3-3 0,-2-2-1,-5-2 1,33-77 133,-46 70-434,-3-1 1,-4-1-1,-4-1 0,-3-1 0,-4 0 1,-3-1 433,11-76-121,0 93 1917,1 84-1020,-11 18-615,-2 1-1,-1-1 1,-1 1-1,-2-1 1,-2 1-1,-2 24-160,1 0 132,2 108 68,-1-165-199,0 0 0,0 0 0,0 0 0,0 0-1,0 0 1,0 0 0,0 0 0,0 0-1,0 0 1,1 0 0,-1 0 0,1-1 0,-1 1-1,0 0 1,1 0 0,-1 0 0,1 0 0,0-1-1,-1 1 1,1 0 0,0 0 0,-1-1 0,1 1-1,0-1 1,0 1 0,-1-1 0,1 1 0,0-1-1,0 1 1,0-1 0,0 0 0,0 1 0,0-1-1,0 0 1,0 0 0,0 0 0,-1 1 0,1-1-1,0 0 1,0 0 0,0-1 0,0 1 0,0 0-1,0 0 1,0 0 0,0-1 0,0 1-1,0 0 1,0-1 0,0 1 0,-1-1 0,1 1-1,0-1 1,0 0-1,46-34 7,197-242-341,-242 273 334,0 1-1,1-1 0,-1 1 0,1 0 1,0 0-1,0 0 0,0 0 0,0 1 1,0-1-1,1 1 0,-1-1 0,1 1 1,-1 1-1,1-1 0,0 0 1,0 1-1,0 0 0,0 0 0,0 0 1,0 0-1,0 0 0,0 1 0,0 0 1,1 0-1,-1 0 0,0 1 1,0-1-1,0 1 0,0 0 0,0 0 1,0 0-1,0 1 0,0-1 0,-1 1 1,1 0-1,0 0 0,-1 0 1,1 1-1,-1-1 0,0 1 0,0 0 1,1 1 0,6 20 41,-2 1 0,0 0 0,-2 0 1,-1 1-1,-1-1 0,-1 1 0,-1 0 1,-1 0-1,-2 13-41,2-13-2,-1-10-28,-1 9-129,2 0-1,0 0 1,2-1-1,0 1 1,2 0 0,1-1-1,0 0 1,2-1 0,2 3 159,8 3-1921</inkml:trace>
  <inkml:trace contextRef="#ctx0" brushRef="#br0" timeOffset="39141.471">22247 6433 27526,'-23'-18'1173,"-79"-59"-529,-3 5-1,-54-26-643,50 42 168,-2 5 0,-2 5 1,-1 5-1,-3 4 0,-1 6 0,-1 5 0,-2 5 0,0 6 0,-49 2-168,-9 7 22,0 7-1,0 9 1,-105 21-22,65 6 50,1 10 0,3 9 0,2 10 0,3 9 0,4 9 0,4 9 0,3 9 0,6 8 0,4 8 0,6 9 0,-64 64-50,169-126 32,3 4 0,3 3 1,3 3-1,3 3 0,4 3 1,-6 17-34,47-66 4,2 1-1,1 1 0,2 0 0,1 1 0,2 1 0,1 1 0,2-1 0,2 2 0,1-1 0,2 1 0,1 0 0,2 0 0,2 0 0,1 0 0,3 0 0,0 0 0,11 36-2,7-15-1,3-1 0,3-1 0,2-2 0,2 0 0,3-3 0,2-1 0,2-1 0,2-2 0,3-2 0,1-3 0,2-1 0,26 16 1,38 29 5,3-5 0,4-5 0,3-5 1,3-6-1,3-5 0,2-5 1,3-7-1,56 11-5,138 26 23,3-15 0,319 27-23,31-24 214,664-15-214,-1020-69 27,-1-14 0,0-13-1,-3-15 1,-3-14 0,9-17-27,-185 48 0,-2-6 0,-2-6 0,-2-7 0,-3-4 0,-2-7 0,-3-5 1,-4-6-1,-3-5 0,-3-5 0,1-9 0,-82 62 0,-1-1 0,-1-2 0,-2-1 0,-2-2 0,-2-1 0,-1-1 0,-2-1 0,-2-1 0,-2-1 0,-1-1 0,-3 0 0,-2-1 0,-2-1 0,1-12 0,-8 19 0,0 0 0,-3-1 0,-2 1 0,-1-1 0,-2 1 0,-2 0 0,-1 0 0,-3 0 0,-1 1 0,-1 0 0,-3 1 0,-1 0 0,-1 1 0,-3 1 0,0 0 0,-3 2 0,-11-14 0,-27-20 0,-3 3 0,-2 2 0,-3 4 0,-3 2 0,-2 4 0,-2 3 0,-2 3 0,-2 4 0,-2 3 0,-37-10 0,-151-56 0,-3 13 0,-5 11 0,-2 12 0,-4 13 0,-2 12 0,-1 12 0,-278 6 0,124 27-31,0 19 0,1 20 0,3 19 0,-300 83 31,189-10-367,131-20-697,95-24-1614</inkml:trace>
  <inkml:trace contextRef="#ctx0" brushRef="#br0" timeOffset="39640.847">18152 8866 28590,'0'0'1088,"165"19"-672,56-15-31,92-4-121,82 0-24,52-11 80,11 11 64,18 0-224,0 23-104,-12 17-56,-23 3-200,-119-11-488,-63-9-5026</inkml:trace>
  <inkml:trace contextRef="#ctx0" brushRef="#br0" timeOffset="42472.11">13483 9840 22005,'0'0'5352,"3"-19"-3988,-2 11-1321,1-5 0,-1 0 0,2 1 0,-1-1 0,2 1 0,-1 0 0,2 0 0,0 0 0,0 1 0,1 0 1,0 0-1,1 0 0,1 1 0,0-1-43,-6 8 36,-1 1 0,1 0 0,0 0 1,1 0-1,-1 0 0,0 0 1,1 0-1,-1 0 0,1 1 0,-1-1 1,1 1-1,0 0 0,-1 0 0,1 0 1,0 0-1,0 0 0,0 0 1,0 1-1,0 0 0,0-1 0,0 1 1,0 0-1,0 1 0,0-1 0,0 0 1,0 1-1,0 0 0,0-1 1,-1 1-1,1 0 0,0 1 0,0-1 1,-1 0-1,1 1 0,1 1-36,3 10 122,0 0 1,-1 1-1,-1-1 0,0 1 0,-1 1 1,0-1-1,-1 0 0,-1 1 0,0 0 1,-1 0-1,-1 12-122,0-22 19,4 195 305,-8-1 0,-21 114-324,2-24 106,-6 989-50,35-1086-56,9 1 0,22 91 0,-37-421-67,0-338-4263,0 341-3884</inkml:trace>
  <inkml:trace contextRef="#ctx0" brushRef="#br0" timeOffset="42899.928">13920 9684 28342,'0'0'927,"28"-2"-238,380-16 584,1962-110-320,-1523 121-670,523 74-283,-317 32 200,763 61-100,-1663-147-112,-149-13-68,0 0 0,-1 0 0,1 1 0,0-1 0,0 1 0,-1 0 0,1 0 0,0 0 0,-1 1 0,1-1 0,-1 1 0,0 0 0,1 0 0,-1 0 0,0 0 0,0 1 0,0-1 0,-1 1 0,1 0 0,0-1 0,-1 2 80,1 8-1709</inkml:trace>
  <inkml:trace contextRef="#ctx0" brushRef="#br0" timeOffset="43356.39">21916 9852 29198,'0'0'576,"0"0"-338,-24 3-114,-121 20 463,139-19-556,0 0 0,1 0 1,-1 0-1,1 1 0,0 0 1,1 0-1,-1 0 0,1 0 1,0 1-1,0 0 0,1 0 1,0 0-1,0 0 0,0 0 1,1 1-1,0-1 0,0 1 1,0 0-1,1-1 0,0 1 1,1 0-1,-1 4-31,-5 17 221,-1 12-49,2 0-1,2 1 0,1 0 1,2-1-1,5 29-171,-4-45 30,62 822 217,-61-141-247,-19-456 0,-10-2 0,-15 14 0,30-182 0,12-200-1375,2 36-1595</inkml:trace>
  <inkml:trace contextRef="#ctx0" brushRef="#br1" timeOffset="47028.228">1551 6390 27382,'0'0'2747,"0"0"-1808,0 0-556,0 0-34,0 0 21,-11 8-52,-13 23-81,97-23-195,635-62-42,69 19 0,476 50 0,-1182-12 0,395-7 0,-328-21 0,-139 25 0,1 1 0,-1-1 0,0 0 0,1 0 0,-1 0 0,1 0 0,-1 0 0,0 0 0,1 0 0,-1 0 0,0 0 0,1 0 0,-1 0 0,1 0 0,-1 0 0,0 0 0,1-1 0,-1 1 0,1 0 0,-1 0 0,1-1 0,-1 1 0,1 0 0,-1-1 0,1 1 0,-1-1 0,1 1 0,-1-1 0,1 1 0,-1-1 0,1 1 0,0-1 0,-1 1 0,1-1 0,0 1 0,0-1 0,-1 1 0,1-1 0,0 0 0,0 1 0,0-1 0,0 0 0,0 1 0,0-1 0,0 1 0,0-1 0,0 0 0,0 1 0,0-1 0,0 0 0,0 1 0,1-1 0,-1 1 0,0-1 0,0 1 0,1-1 0,-1 0 0,0 1 0,1-1 0,-1 1 0,0-1 0,1 1 0,-3-1 0,-55-13-846,-16-1-3381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18.4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3837 1506 29174,'0'0'2129,"0"0"-1593,0 0-224,0 0-192,0 0 136,0 0-16,74 71-240,-23-40 0,4 5 0,-1 1 0,-3 3 0,-10 3-320,-14-9-1312,-27-9-12355</inkml:trace>
  <inkml:trace contextRef="#ctx0" brushRef="#br0" timeOffset="310.554">2710 2877 31119,'0'0'856,"0"0"-632,36 2-240,140-3 24,-124-9 27,-1-2-1,0-3 1,0-1-1,43-22-34,-11 5 43,-14 7-5,-21 5-11,2 3 1,1 1 0,0 3 0,1 2 0,0 2-1,19 1-27,-69 8 1,0 1 0,0-1 0,0 1 0,0 0 0,0 0 0,0-1 0,0 1 0,0 0 0,0 1 0,1-1 0,-1 0 0,0 1 0,0-1 0,0 1 0,0 0 0,-1-1 0,1 1 0,0 0-1,0 0 1,0 0 0,-1 0 0,1 1 0,0-1 0,-1 0 0,1 1 0,-1-1 0,0 1 0,1 0 0,-1-1 0,0 1 0,0 0 0,0 0 0,0 0 0,0-1 0,-1 1 0,1 0 0,0 0 0,-1 0 0,1 0 0,-1 1 0,0-1-1,0 0 1,0 0 0,0 0 0,0 0 0,0 0-1,-2 12 2,1-1 0,-2 0 0,1 0 0,-2 0 0,0-1 0,0 1 0,-1-1 0,-1 0 0,0 0 0,-1 0 0,0-1 0,0 0 0,-7 6-2,8-7 2,-184 253 53,-196 207-55,-254 212-76,621-663 64,-21 24-221,36-39-1301,19-23-1036</inkml:trace>
  <inkml:trace contextRef="#ctx0" brushRef="#br0" timeOffset="559.753">3964 3372 30863,'0'130'648,"-20"42"-232,-21 33-144,-12-2 136,-8-19-248,-5-17-160,0-19 0,13-39 0,12-36 0,17-34 0,11-25 0,6-4 0,7-8 0,0-2 0,48-46-600,3-7-168,-1-6-1129</inkml:trace>
  <inkml:trace contextRef="#ctx0" brushRef="#br0" timeOffset="942.574">4567 2964 22189,'0'0'6561,"-24"3"-4731,12-2-1755,-166 44 479,114-16-430,2 3 0,1 3 0,2 3 0,1 2 0,-18 18-124,-2 35 115,76-90-104,1 0 0,-1 0 1,1 0-1,-1 0 0,1 0 0,0 0 0,1 0 0,-1 0 0,0 1 0,1-1 1,0 0-1,0 0 0,0 1 0,0-1 0,0 0 0,1 0 0,-1 1 0,1-1 1,0 0-1,0 0 0,0 0 0,0 0 0,1 0 0,-1 0 0,1 0 0,0 0 1,0-1-1,0 1 0,0-1 0,0 1 0,0-1 0,1 0 0,-1 0 0,1 0 1,1 1-12,27 14-2,2-2 1,0 0-1,1-3 1,1-1-1,-1-1 1,2-2-1,-1-1 1,1-2-1,0-1 1,18-2 1,162-3-1451,-126-20-2278,-13-10-7999</inkml:trace>
  <inkml:trace contextRef="#ctx0" brushRef="#br0" timeOffset="1226.361">4961 1971 29998,'41'1089'2745,"-40"154"-2721,-70-402-24,68-1085-2757,1 111-2224</inkml:trace>
  <inkml:trace contextRef="#ctx0" brushRef="#br0" timeOffset="1509.642">5040 3265 31399,'0'0'1096,"0"0"-912,116 22-96,-54 4-88,8 7 0,20 5 0,48 5 0,-20-11-560,-4-9-2081</inkml:trace>
  <inkml:trace contextRef="#ctx0" brushRef="#br0" timeOffset="1776.173">6355 2427 30903,'0'0'744,"0"0"-448,154 0-104,-62 14-16,0 2 48,-9 3-8,-10 3-200,-19 4-16,-14 1 0,-16 7 0,-11-3-256,-13 3-184,0-4-320,-50 3-889,1-7-839,-3-5-3169</inkml:trace>
  <inkml:trace contextRef="#ctx0" brushRef="#br0" timeOffset="2025.866">6469 2972 24485,'0'0'3769,"-129"171"-1969,65-35-927,10 20-321,27-8-192,23-12-184,4-35-120,0-22-56,4-26-32,7-12-136,2-7-112,1-8-272,5-19-609,19-56-663,-6-22-1377,1-14-12010</inkml:trace>
  <inkml:trace contextRef="#ctx0" brushRef="#br0" timeOffset="2225.93">6524 3486 20564,'0'0'5895,"0"0"-3747,24-5-1183,76-13-247,-98 18-692,0 0 0,1 0 0,-1 0 0,1 1-1,-1-1 1,0 1 0,1-1 0,-1 1 0,0 0-1,0 0 1,0 0 0,1 0 0,-1 0 0,0 0-1,0 1 1,0-1 0,-1 1 0,1-1 0,0 1-1,-1 0 1,1-1 0,-1 1 0,1 0 0,-1 0-1,0 0 1,0 0 0,0 1 0,0-1 0,0 0-1,0 0 1,-1 1 0,1-1 0,-1 0 0,1 1-1,-1-1 1,0 1 0,0-1 0,0 0 0,0 1-26,1 5 68,2 14 28,-1 1-1,0 0 1,-2 0-1,-1-1 1,-1 1-1,0 0 1,-2-1-1,0 1 1,-2-1-1,-6 14-95,24-74 79,0 15-117,1 1-1,1 1 1,1 0-1,1 1 1,1 0 0,1 2-1,0 0 1,1 1 0,2 0 38,40-11-56,-60 29 56,1-1 0,-1 1 0,0 0 0,1 0 0,-1 0 0,0 0 0,0 0 1,0 0-1,0 1 0,0-1 0,0 0 0,0 1 0,0-1 0,0 0 1,-1 1-1,1-1 0,0 1 0,-1-1 0,1 1 0,-1 0 0,0-1 1,0 1-1,1-1 0,-1 1 0,0 0 0,0-1 0,0 1 0,-1-1 1,1 1-1,0 0 0,-1-1 0,1 1 0,-1-1 0,1 1 0,-1-1 1,0 1-1,1-1 0,-2 1 0,-6 22-33,-1 0 1,-1-1-1,-1 0 1,-2-1 0,0-1-1,-1 0 1,-1 0-1,-1-1 1,-15 14 32,32-35-18,-1 1-1,1-1 1,-1 1 0,1-1 0,-1 1 0,1-1-1,-1 1 1,0-1 0,1 1 0,-1-1 0,0 0-1,0 1 1,1-1 0,-1 0 0,0 1 0,0-1 0,0 0-1,0 1 1,0-1 0,0 0 0,0 1 0,0-1-1,0 0 1,0 1 0,0-1 0,0 0 0,-1 1-1,1-1 1,0 0 0,0 1 0,-1-1 0,1 1-1,0-1 1,-1 0 0,1 1 0,-1-1 0,1 1-1,-1-1 1,1 1 0,-1 0 0,1-1 0,-1 1-1,1-1 1,-1 1 0,1 0 0,-1-1 0,0 1 0,1 0-1,-1 0 1,0 0 0,1-1 0,-1 1 0,0 0-1,1 0 1,-1 0 0,0 0 0,1 0 0,-1 0-1,0 0 1,1 0 0,-1 1 0,0-1 0,1 0-1,-1 0 1,0 1 18,1-7-154,8-58-2115,12-16-2551</inkml:trace>
  <inkml:trace contextRef="#ctx0" brushRef="#br0" timeOffset="2431.611">7646 2115 29414,'0'0'786,"26"4"-203,-3-1-457,147 43 608,-158-42-698,0 1 0,0 1 1,-1 0-1,0 0 0,0 1 0,0 0 1,-1 1-1,0 0 0,0 1 0,-1 0 1,-1 1-1,1-1 0,-1 2 0,-1-1 1,0 1-1,0 0 0,-1 1 1,-1-1-1,0 1 0,0 0 0,-1 1 1,-1-1-1,0 1 0,-1-1 0,0 1 1,-1 0-1,0 0 0,-1 0 0,-1 0 1,0 0-1,-1 1-36,-7 6 0,-2-1 0,0 0 0,-1 0 0,-1-1 0,-1 0 0,0-1 0,-1-1 0,-9 7 0,-6 9 0,-280 291-497,210-245-185,98-78 660,1 1 0,0-1 0,0 1-1,0-1 1,-1 1 0,1-1 0,0 0 0,0 1 0,-1-1 0,1 0-1,0 0 1,-1 0 0,1 0 0,0 0 0,0 0 0,-1 0-1,1-1 1,0 1 0,-1 0 0,1-1 0,0 1 0,0-1 0,0 1-1,0-1 1,-1 0 0,1 1 0,0-1 0,0 0 0,0 0-1,0 0 1,1 0 0,-1 0 0,0 0 0,0 0 0,0 0 0,1 0-1,-1 0 1,1 0 0,-1 0 0,1-1 0,-1 1 0,1 0-1,-1 0 1,1-1 0,0 1 0,0 0 0,0-1 0,0 1 0,0-1 22,-5-163-2385,5 82-896</inkml:trace>
  <inkml:trace contextRef="#ctx0" brushRef="#br0" timeOffset="2742.155">7478 2549 23045,'0'0'3141,"0"0"-1264,0 0-743,0 0-374,0 0-41,8 36-124,37 310 154,-43-268-628,27 331 248,-28-395-367,1-1 0,1 0 0,0-1 0,1 1 0,0 0 1,1-1-1,0 0 0,1 0 0,0 0 0,1-1 0,0 0 1,1 0-1,0-1 0,1 0 0,0 0 0,0-1 0,1 0 1,1-1-1,-1 0 0,1-1 0,0 0 0,1-1 0,0 0 1,5 2-3,15 2 10,1 0 0,0-3 0,0 0 0,0-2 1,29 0-11,129 26 37,-184-29-35,0 0 0,-1 0 0,1 1 0,-1 0 1,0 0-1,0 0 0,0 1 0,0 0 0,-1 0 0,1 0 1,-1 1-1,0 0 0,0 0 0,-1 0 0,1 1 0,-1-1 1,-1 1-1,1 0 0,-1 0 0,0 0 0,0 1 0,-1-1 1,1 1-1,-1-1 0,-1 1 0,0 0 0,1 4-2,0 9 0,-1 1-1,-2 0 0,1-1 1,-2 1-1,-1-1 0,-1 1 1,0-1-1,-2 0 0,0 0 1,-1-1-1,-1 0 0,-1 0 1,0 0-1,-2-2 0,0 1 1,-1-1-1,-1-1 0,0 0 1,-1-1-1,-5 4 1,-13 11-7,-2 0 0,-1-3 0,-1 0 0,-1-3 0,-1-1 0,-2-1 0,0-3 0,-38 13 7,59-25 0,0 0 0,0-1 0,-1-1 0,0-2 0,0 1 0,0-2 0,0-1 0,-1 0 0,-10-2 0,22-2-5,0 1 0,0-1 1,0-1-1,0 0 0,0 0 0,1-1 1,0 0-1,0 0 0,0-1 0,1 0 0,-1 0 1,2-1-1,-1 1 0,1-2 0,0 1 0,0-1 1,1 0-1,0 0 0,0 0 0,1-1 1,0 0-1,1 0 0,-1 0 0,2 0 0,0 0 1,0-1-1,0 1 0,1-1 0,1 1 1,-1-1-1,2 1 0,-1-1 0,1 1 0,1-1 1,0 1-1,0-1 0,1 1 0,0 0 1,0 0-1,1 0 0,0 1 5,11-11 17,0 1 0,1 0-1,1 2 1,1 0 0,0 1 0,1 0 0,1 2-1,0 0 1,1 2 0,0 0 0,0 1 0,1 1-1,1 1 1,-1 1 0,22-3-17,1-5-54,2 2 0,-1 3 1,2 1-1,-1 3 0,1 2 0,0 1 0,0 3 1,0 2-1,10 3 54,-1 3-1244</inkml:trace>
  <inkml:trace contextRef="#ctx0" brushRef="#br0" timeOffset="3712.72">1 1301 29894,'0'0'698,"0"0"-262,32-5-93,21-5-192,-1-2 0,0-3 0,-1-1 0,-1-3 0,26-14-151,67-50 106,-3-5 1,-4-6 0,-4-6 0,-4-6 0,-6-5 0,37-49-107,-52 66 0,-106 94 0,0-1 0,0 1 0,0-1 0,0 1 0,0 0 0,0-1 0,0 1 0,0 0 0,0 0 0,0 0 0,1 0 0,-1 0 0,0 0 0,0 0 0,0 0 0,0 1 0,0-1 0,0 0 0,0 1 0,0-1 0,0 0 0,0 1 0,0 0 0,0-1 0,0 1 0,0-1 0,0 1 0,0 0 0,0 0 0,-1 0 0,1-1 0,0 1 0,-1 0 0,1 0 0,0 0 0,-1 0 0,1 0 0,-1 0 0,0 0 0,1 0 0,-1 0 0,0 0 0,0 0 0,1 1 0,-1-1 0,0 0 0,0 0 0,0 0 0,0 0 0,-1 0 0,1 0 0,0 0 0,0 1 0,-1-1 0,1 0 0,0 0 0,-1 0 0,1 0 0,-1 0 0,0 52 0,-3 0 0,-2 0 0,-3 0 0,-2-1 0,-2-1 0,-17 45 0,16-52 0,-117 382 0,115-322 0,16-102 0,0 0 0,1 0 0,-1 0 0,0-1 0,0 1 0,1 0 0,0 0 0,-1 0 0,1 0 0,0-1 0,0 1 0,-1 0 0,1-1 0,1 1 0,-1-1 0,0 1 0,0-1 0,1 1 0,-1-1 0,0 0 0,1 0 0,0 1 0,-1-1 0,1 0 0,-1-1 0,1 1 0,0 0 0,0 0 0,0-1 0,-1 1 0,1-1 0,0 1 0,0-1 0,0 0 0,0 0 0,0 0 0,0 0 0,0 0 0,-1 0 0,1-1 0,0 1 0,0-1 0,0 1 0,0-1 0,0 1 0,-1-1 0,1 0 0,0 0 0,-1 0 0,2-1 0,15-7 0,-1-1 0,0-1 0,-1 0 0,0-1 0,0-1 0,-1 0 0,-1-2 0,-1 1 0,0-2 0,0 1 0,0-4 0,79-105 0,-4-4 0,-6-4 0,33-79 0,-63 109 0,-4-3 0,-4-2 0,-5-1 0,23-109 0,-62 217 0,0-1 0,-1 1 0,1-1 0,0 1 0,0-1 0,0 1 0,0-1 0,0 0 0,0 1 0,0-1 0,0 1 0,0-1 0,0 0 0,0 1 0,0-1 0,0 1 0,0-1 0,0 1 0,1-1 0,-1 0 0,0 1 0,0-1 0,1 1 0,-1-1 0,0 1 0,1-1 0,-1 1 0,1 0 0,-1-1 0,0 1 0,1-1 0,-1 1 0,1 0 0,-1-1 0,1 1 0,-1 0 0,1 0 0,0-1 0,-1 1 0,1 0 0,-1 0 0,1 0 0,-1 0 0,1 0 0,0 0 0,-1 0 0,1 0 0,-1 0 0,1 0 0,0 0 0,-1 0 0,1 0 0,-1 0 0,1 1 0,-1-1 0,1 0 0,-1 0 0,1 1 0,-1-1 0,1 0 0,-1 1 0,1-1 0,-1 0 0,1 1 0,-1-1 0,1 1 0,-1-1 0,0 1 0,1-1 0,46 192 0,143 806 0,-163-773 0,-9 0 0,-11 151 0,-4-279 0,-5 1 0,-4-1 0,-4 0 0,-5 0 0,-4-1 0,-4-2 0,-4 0 0,-4-1 0,-4-2 0,-23 37 0,53-115 0,-1-1 0,0 0 0,-1 0 0,-1 0 0,0-1 0,0 0 0,-1-1 0,0 0 0,-1 0 0,0-1 0,-1 0 0,0-1 0,0 0 0,-1-1 0,0 0 0,0-1 0,0 0 0,-1-1 0,0 0 0,0-1 0,0-1 0,-1 0 0,1-1 0,-1 0 0,1-1 0,-1 0 0,0-2 0,1 1 0,-12-3 0,17 1 0,0-1 0,0 0 0,0 0 0,1-1 0,-1 0 0,1 0 0,0-1 0,0 0 0,1 0 0,0 0 0,-1-1 0,2 0 0,-1-1 0,1 1 0,0-1 0,0 0 0,1 0 0,0 0 0,0-1 0,0 1 0,1-1 0,-1-6 0,-27-191 0,35 140 0,2 0 0,4 0 0,2 0 0,3 1 0,3 1 0,2 1 0,3 1 0,3 0 0,3 2 0,2 2 0,2 0 0,3 2 0,2 2 0,37-38 0,-4 9-188,3 3-1,4 3 1,12-4 188,-23 20-2028</inkml:trace>
  <inkml:trace contextRef="#ctx0" brushRef="#br0" timeOffset="4288.654">3078 5285 27078,'0'0'3178,"0"0"-2069,0 0-634,25-1-105,112-2-20,84 8-171,712-24-151,-889 16-28,1520-68 0,-570 80-452,-878-8-1521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33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1 641 28038,'0'0'2087,"0"0"-1277,0 0-446,0 0-171,0 0-28,23-20 55,101-83-66,339-305-26,-447 391-125,-10 10-3,0 0 0,1 0 1,0 0-1,0 1 0,0 0 1,1 0-1,0 1 0,0 0 1,0 1-1,0 0 0,1 0 1,2-1-1,-9 5 0,0 1 0,0-1 0,0 0 0,0 1 0,0-1 1,0 1-1,0-1 0,0 1 0,0 0 0,0 0 1,-1 0-1,1 0 0,0 0 0,0 0 0,-1 0 1,1 1-1,-1-1 0,0 1 0,1-1 0,-1 1 0,0 0 1,0-1-1,0 1 0,0 0 0,0 0 0,0-1 1,0 1-1,-1 0 0,1 0 0,-1 0 0,1 0 0,-1 0 1,0 0-1,0 0 0,0 0 0,0 0 0,0 0 1,0 0-1,-1 0 0,1 0 0,0 0 0,-1 0 1,0 1-1,3 291 126,-4 203-10,1-490-113,0 0 0,0 1 0,1-1-1,-1 1 1,2-1 0,-1 0 0,1 1-1,0-1 1,0 0 0,1 1 0,0-1-1,1 0 1,-1 0 0,1 0 0,1-1 0,-1 1-1,1-1 1,0 1 0,1-1 0,-1-1-1,1 1 1,0-1 0,1 1 0,-1-2-1,1 1 1,0 0 0,6 2-3,-6-5 2,1 1 1,0-1-1,-1-1 1,1 0-1,0 0 0,0 0 1,0 0-1,0-1 1,0-1-1,0 1 0,0-1 1,0 0-1,0 0 1,-1-1-1,1 0 0,0 0 1,-1-1-1,0 0 1,1 0-1,-1 0 1,0-1-1,1-1-2,115-113 8,-82 70-33,-3-3 1,-2 0-1,-2-2 0,-3-2 0,-2 0 0,-2-2 0,-3-1 0,-2-1 1,-3-1-1,-3-1 0,-2 0 0,-3 0 0,-3-1 0,-1-48 25,-6 91 189,0 18-43,3 55 79,88 449-222,-63-282-3,-10 1 0,-9 1 0,-14 119 0,3-261 0,-3 0 0,-4 0 0,-4-1 0,-2 0 0,-5-1 0,-2-1 0,-4-1 0,-4-2 0,-11 17 0,37-82 0,0 0 0,-1-1 0,0 0 0,0 0 0,-1 0 0,0 0 0,-1-1 0,0 0 0,0-1 0,-1 0 0,0 0 0,0 0 0,-1-1 0,0 0 0,0-1 0,0 0 0,0 0 0,-1-1 0,0 0 0,-7 1 0,5-3 0,-1 0 0,1-2 0,-1 1 0,1-2 0,-1 1 0,1-2 0,-1 0 0,1 0 0,0-1 0,0-1 0,0 0 0,0 0 0,1-1 0,-1-1 0,1 0 0,1 0 0,-1-1 0,1-1 0,0 0 0,1 0 0,0-1 0,0 0 0,1 0 0,-6-9 0,-7-13 0,2-1 0,1-1 0,1-1 0,2-1 0,1 0 0,2-1 0,1 0 0,3-1 0,0 0 0,2 0 0,2-1 0,2 1 0,1-1 0,4-37 0,-1 50-2,0 0-1,2 0 1,0 0 0,2 0-1,0 1 1,2 0 0,1 0 0,1 1-1,1 0 1,0 1 0,2 0-1,1 1 1,1 0 0,0 1-1,3 0 3,301-296-3028,-233 235-1487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33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1 31287,'0'0'577,"0"0"-334,32 25-150,-29-22-89,32 24 49,1-1 1,1-1 0,1-3-1,1-1 1,0-1 0,25 7-54,273 66 241,-218-45-241,-117-46 0,1-1 0,-1 1 0,0 0 0,0 0 0,0 0 0,0 0 0,0 0 0,-1 0 0,1 1 0,-1-1 0,1 0 0,-1 1 0,0 0 0,0-1 0,0 1 0,0-1 0,-1 1 0,1 0 0,-1 0 0,1-1 0,-1 1 0,0 0 0,0 0 0,0 0 0,0-1 0,-1 1 0,1 0 0,-1 0 0,0-1 0,0 1 0,0 0 0,0-1 0,0 1 0,0-1 0,-1 1 0,1-1 0,-1 0 0,0 0 0,0 0 0,0 0 0,0 0 0,0 0 0,-1 1 0,-200 155-16,-376 250-343,499-333-765,67-62-498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34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507 325 30262,'0'0'662,"-7"-19"-349,-6-13-206,-2 0 0,-1 1 0,-1 1 0,-1 1 0,-15-18-107,-73-43 185,102 88-184,0 0-1,-1 0 1,1 0-1,-1 1 1,1-1 0,-1 1-1,0 0 1,0 0 0,1 1-1,-1-1 1,0 1 0,0 0-1,0 0 1,0 1 0,1 0-1,-1-1 1,0 2-1,1-1 1,-1 0 0,0 1-1,1 0 1,0 0 0,-1 0-1,1 1 1,0-1 0,0 1-1,0 0 1,0 1-1,-11 14 10,1 0 1,1 1 0,1 0-1,0 1 1,2 0-1,0 1 1,1 0-1,1 0 1,1 1-1,1 0 1,1 0 0,1 1-1,1 8-10,-3-12 23,1 0 0,1 0 0,1 1 0,1 0-1,0 0 1,2 0 0,0 0 0,1 0 0,2-1 0,0 1-1,0 0 1,2-1 0,0 0 0,2 0 0,0 0 0,6 9-23,-8-18-1,2 0 0,-1-1 0,1 0 0,0 0 0,1-1 0,0 0 0,0 0 0,1-1 0,0 0 0,0 0 0,1-1 0,0 0 0,0-1 0,0 0 0,1-1 0,-1 0 0,1 0 0,0-1 0,0-1 0,1 0 0,-1 0 0,0-1 0,1-1 0,-1 0 0,0 0 0,1-1 0,-1 0 0,0-1 0,0-1 0,0 0 0,9-3 1,25-20-303,-2-2 0,0-1 1,-2-2-1,-2-2 0,0-3 303,72-71-2711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35.2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1 756 28182,'0'0'575,"0"0"-312,0 0-138,0 0 68,0 0 186,0 0 9,13-10-116,-8 7-254,-4 1-9,0 0 1,0 1-1,1-1 0,-1 0 1,1 1-1,0 0 0,-1-1 1,1 1-1,0 0 1,0 0-1,0 0 0,-1 0 1,1 0-1,0 0 0,1 0 1,-1 1-1,0-1 1,0 1-1,0-1 0,0 1 1,0 0-1,0 0 0,1 0 1,-1 0-1,0 0 1,0 1-1,0-1 0,0 1 1,0-1-1,0 1 0,0 0 1,0-1-1,0 1 1,0 0-1,0 1 0,0-1 1,0 0-1,-1 0 0,1 1 1,0-1-1,-1 1 1,1 0-1,-1-1 0,0 1 1,0 0-1,0 0 0,1-1 1,-2 1-1,1 0 1,0 0-1,0 0 0,-1 1 1,1-1-1,-1 0 0,1 0 1,-1 0-1,0 0 1,0 0-1,0 1 0,0 0-9,119 384 706,-64-193-439,8-3-1,9-3 1,53 94-267,-122-273 10,-1-1-1,2 0 1,-1 0 0,1 0 0,0-1-1,1 1 1,0-1 0,0 0 0,0 0-1,1 0 1,0-1 0,0 0 0,1 0-1,0-1 1,0 0 0,0 0-1,0 0 1,1-1 0,0 0 0,0-1-1,0 0 1,0 0 0,1 0 0,-1-1-1,1-1 1,-1 1 0,1-1 0,0-1-1,-1 0 1,5 0-10,3-6 1,0-1 0,-1-1 0,1 0 0,-2-1 0,1 0 0,-1-2 0,-1 1 0,0-2 0,0 0 0,-1 0 0,4-7-1,17-13 1,231-234-1,-12-11 0,-12-11 0,-13-10 0,86-162 0,-78 79-1111,-209 342-859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44.6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0 150 30174,'0'0'709,"0"0"-359,21 12-142,1 0-120,2 0 0,-1-2 0,1 0 0,1-2 0,0 0 0,0-2 1,1-1-1,-1-1 0,9-1-88,300 8 251,1-15 0,163-29-251,-293 19 31,199-9-31,10 0 0,307-59 0,-702 79-64,1 0 0,0-2 0,-1 0 0,0-1 0,0-1 0,-1-1 0,12-6 64,-3-7-2241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43.7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1 305 28158,'0'0'1407,"38"-11"-612,382-86 81,303 1-113,3 32 0,238 28-763,814 54 5,-1593-6-5,-126 17 15,-58-28-26,-1-1 0,1 1 0,0 0 0,0 0 0,-1 0 0,1 0 0,-1 1 0,1-1 0,-1 0 0,0 0 0,1 0 0,-1 0 0,0 1 0,0-1 0,0 0 0,1 0 0,-1 0 0,-1 1 0,1-1 0,0 0 0,0 0 0,0 0 0,-1 0 0,1 1 0,0-1 0,-1 0 0,1 0 0,-1 0 0,1 0 0,-1 0 0,0 0 0,0 0 0,1 0 0,-1 0-1,0 0 1,0-1 0,0 1 0,0 0 0,0 0 0,0-1 0,0 1 0,0-1 0,0 1 0,0-1 0,0 1 0,0-1 0,-1 1 11,-45 17-1219,-18-6-1204</inkml:trace>
  <inkml:trace contextRef="#ctx0" brushRef="#br0" timeOffset="266.208">3431 475 30631,'-20'118'664,"-6"30"-320,-7 24-168,-2-10 96,6-16 48,10-6-112,8-10-136,11-31-72,0-36-304,0-43-304,11-20-720,-5-6-1089</inkml:trace>
  <inkml:trace contextRef="#ctx0" brushRef="#br0" timeOffset="516.593">2982 1104 30487,'26'127'592,"9"25"-304,11 13-136,-2-40 200,-5-51 120,1-36-136,-1-22-248,12-14-88,6-2 0,11-32 0,0-25 0,-1-16 0,-3-10 0,-9 0 0,-11-15 0,-16 21-904,-21 16-929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39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 1392 28406,'0'0'2475,"0"0"-1760,0 0-608,0 0-54,14-20 124,67-75 201,-37 58-289,1 3 0,1 1 0,2 2 0,1 3 0,21-8-89,3-1 2,2 3 1,1 4-1,1 3 0,2 3 0,56-8-2,-15 8-55,0 5 0,1 6 0,48 2 55,-158 11-1006,-9 0-880</inkml:trace>
  <inkml:trace contextRef="#ctx0" brushRef="#br0" timeOffset="283.883">640 1626 30663,'-138'174'680,"-11"19"-392,24-25-160,20-16 32,33-32-80,32-31-80,29-34-320,11-31-1057,0-20-2015</inkml:trace>
  <inkml:trace contextRef="#ctx0" brushRef="#br0" timeOffset="533.569">752 1632 29478,'0'0'847,"0"0"-324,22 35-74,-19-32-435,14 23 74,0 1 1,-1 0-1,-2 1 1,-1 1-1,-1 0 1,-1 1 0,-2 0-1,-1 0 1,-2 1-1,0 2-88,9 439 510,-3-525-517,7-14-144,3 0 1,3 2-1,3 1 0,3 1 0,33-51 151,-59 105-15,0 1 0,0 0-1,0 0 1,1 1-1,0-1 1,1 1-1,0 0 1,0 1-1,0 0 1,1 0-1,0 0 1,0 1-1,0 0 1,0 1-1,1 0 1,0 0-1,0 1 1,1 0 15,-8 3 18,0 1 1,-1-1 0,1 1 0,0 0-1,-1-1 1,1 1 0,-1 0 0,1 0-1,-1 0 1,1 1 0,-1-1 0,0 0-1,1 0 1,-1 1 0,0-1-1,0 1 1,0-1 0,0 1 0,0-1-1,-1 1 1,1 0 0,0-1 0,-1 1-1,1 0 1,-1 0 0,1-1 0,-1 1-1,0 0 1,0 0 0,0 0-1,0 0 1,0-1 0,0 1 0,-1 0-1,1 0 1,0-1 0,-1 1 0,0 0-1,1 0 1,-1-1 0,0 1 0,0-1-1,0 2-18,-7 23 36,-1 0-1,-1-1 1,-1 0-1,-2-1 0,0 0 1,-1 0-1,-2-2 1,-10 13-36,14-18 11,-53 68-11,48-85-148,20-34-203,16-34-677,7-20-1118</inkml:trace>
  <inkml:trace contextRef="#ctx0" brushRef="#br0" timeOffset="717.401">2181 1 29422,'0'0'912,"0"0"-431,0 0-89,127 104 80,-109-50 72,-14-1-152,-4 2-240,0-3-152,-20-3-56,-12-4-336,-30 3-216,5-15-769,5-9-1111</inkml:trace>
  <inkml:trace contextRef="#ctx0" brushRef="#br0" timeOffset="1331">1771 733 28502,'-2'29'1476,"-18"419"219,21-124-986,16-262-848,-16-61 131,0 0-1,0-1 1,-1 1 0,1 0-1,0 0 1,0 0 0,0-1-1,0 1 1,0-1 0,0 1-1,0-1 1,0 1 0,0-1-1,0 1 1,0-1 0,0 0-1,0 0 1,0 1 0,0-1 0,0 0-1,1 0 1,-1 0 0,0 0-1,0 0 1,0-1 0,0 1-1,0 0 1,0 0 0,0-1-1,1 1 1,-1-1 0,0 1-1,0-1 1,0 1 0,-1-1-1,1 0 1,0 1 0,0-1-1,0 0 1,0 0 0,-1 1-1,1-1 1,0 0 0,-1 0-1,1 0 1,0 0 0,-1 0-1,1 0 1,-1 0 0,0 0-1,1 0 1,-1-1 0,0 1-1,0 0 9,115-206-520,-86 163 490,1 1 0,3 1 0,1 2 0,2 2 0,2 1 0,1 2 0,9-5 30,-25 23 43,0 1 0,1 1 1,0 1-1,1 1 0,1 1 1,0 1-1,1 2 0,0 0 1,0 2-1,1 1 0,-1 1 1,1 2-1,0 0 0,5 2-43,-28 1 8,0 0-1,-1 0 0,1 0 1,0 1-1,0 0 0,-1 0 1,1 0-1,-1 0 0,1 1 0,-1 0 1,1 0-1,-1 0 0,0 0 1,0 1-1,0-1 0,0 1 1,0 0-1,-1 0 0,1 1 0,-1-1 1,0 1-1,0 0 0,0-1 1,-1 1-1,1 1 0,-1-1 1,0 0-1,0 0 0,0 1 0,-1-1 1,0 1-1,0 0 0,0-1 1,0 1-1,0 0 0,-1 0 1,0-1-1,0 1 0,-1 0 0,1 0-6,-3 35 6,-2 0 1,-1-1 0,-2 0-1,-1 0 1,-3 0 0,-1-2-1,-1 1 1,-2-2 0,-2 0-1,-2-1 1,-1-1 0,-1-1 0,-16 18-8,-2 11 1,-2-1 1,-2-3 0,-3-1 0,-3-2-1,-2-3 1,-7 2-2,52-48 17,0 0 0,0-1 1,0 0-1,-1-1 0,0 0 0,0 0 0,0 0 0,0-1 0,-1 0 1,1-1-1,-1 0 0,0 0 0,-4 0-17,12-3 1,0 1 1,0 0-1,0 0 1,0-1-1,0 1 1,0 0-1,0-1 1,0 1-1,0-1 1,1 1-1,-1-1 0,0 1 1,0-1-1,1 0 1,-1 1-1,0-1 1,1 0-1,-1 0 1,0 1-1,1-1 1,-1 0-1,1 0 1,0 0-1,-1 0 1,1 0-1,0 0 0,-1 1 1,1-1-1,0 0 1,0 0-1,0 0 1,0 0-1,0 0 1,0 0-1,0 0 1,0 0-1,0 0 1,0 0-1,1 0 0,-1 0 1,0 0-1,1 0 1,-1 0-1,0 0 1,1 1-1,0-1 1,-1 0-1,1 0 1,-1 0-1,1 1 1,0-1-2,84-144-96,-43 89-84,-3-2-1,-3-2 1,-2-2 0,-3-1 0,-3-1 0,-2-1 0,-4-2 0,4-25 180,-22 57-400,-2-1-1,-2 0 1,-1 0-1,-1 1 1,-3-1-1,0 1 1,-3 0-1,0 0 1,-3 1-1,-1 0 1,-1 1-1,-2 0 1,-10-16 400,-16-9 1699,30 65-120,7 166 60,10 809 169,-6-922-1823,-2 0 0,-2-1 0,-4 1 0,-2-1 0,-2-1 0,-3 0-1,-3 0 1,-2-2 0,-2-1 0,-3 0 0,-2-2 0,-24 34 15,42-74-10,-1 0 1,0-1-1,0 0 1,-2 0 0,1-2-1,-1 1 1,-1-2-1,0 1 1,0-2-1,-1 0 1,1 0-1,-2-1 1,1-1-1,-1-1 1,0 0-1,-1 0 1,1-2-1,-1 0 1,1-1 0,-7 0 9,8 0-98,0-1 0,0 0 0,-1-1 0,1-1 0,0 0 0,0-1 0,0-1 1,0 0-1,0-1 0,0 0 0,1-1 0,0-1 0,-4-1 98,-21-21-1020,1 0 0,1-3 0,1-1-1,2-1 1,-23-31 1020,-39-59-10781</inkml:trace>
  <inkml:trace contextRef="#ctx0" brushRef="#br0" timeOffset="1599.62">1368 1958 29910,'116'91'1513,"33"23"-825,31 18-312,6-2-96,-8-23-280,4-24 0,-3-20 0,-5-36 0,-10-27 0,-44 0-72,-34-25-2689</inkml:trace>
  <inkml:trace contextRef="#ctx0" brushRef="#br0" timeOffset="2612.904">4167 634 27118,'0'0'3353,"0"0"-2833,0 0-224,0 0 128,-99 162 32,29-46-144,-33 28-152,-13 6-80,11-25-48,17-37-32,29-34-24,13-15-160,4-3-240,23-36-200,10-2-529,9-38-703</inkml:trace>
  <inkml:trace contextRef="#ctx0" brushRef="#br0" timeOffset="3258.863">3897 1165 28766,'8'255'3021,"-25"256"-3021,11-181 149,7-292-472,-1-38 315,0-1 0,0 1-1,0 0 1,0-1 0,0 1-1,0 0 1,0-1 0,0 1-1,0-1 1,0 1 0,0 0-1,0-1 1,0 1 0,1 0-1,-1-1 1,0 1-1,0 0 1,0-1 0,1 1-1,-1 0 1,0 0 0,0-1-1,1 1 1,-1 0 0,0 0-1,0-1 1,1 1 0,-1 0-1,0 0 1,1 0 0,-1 0-1,0-1 1,1 1-1,-1 0 1,1 0 0,-1 0-1,0 0 1,1 0 0,-1 0-1,0 0 1,1 0 0,-1 0-1,1 0 1,-1 0 0,0 0-1,1 0 1,-1 0 0,0 1-1,1-1 1,-1 0 0,0 0-1,1 0 1,-1 0-1,0 1 1,1-1 0,-1 0-1,0 0 1,0 1 0,1-1-1,-1 0 1,0 1 0,0-1-1,0 0 1,1 1 0,-1-1 8,55-176-358,-15 53 305,6 1 0,5 2 1,5 3-1,5 2 0,5 3 0,65-82 53,426-481-682,-553 670 699,3-2-70,1-1 0,-2 1 0,1-1 0,-1-1 0,0 1 0,-1-1 0,0 0 0,-1 0-1,1 0 1,-2-1 0,1 0 0,-2 1 0,1-1 0,-1 0 0,0-1 0,-1 1 0,-1 0 0,1 0 0,-2 0 0,0-7 53,-1 15 67,-1-1-1,0 0 1,0 1 0,0 0 0,-1 0-1,1 0 1,0 0 0,-1 0-1,1 1 1,-1-1 0,1 1-1,-1 0 1,0 0 0,0 1-1,1-1 1,-1 1 0,0-1-1,0 1 1,0 1 0,0-1-1,1 0 1,-1 1 0,0 0-1,0 0 1,1 0 0,-1 0 0,1 0-1,-1 1 1,1 0 0,-1 0-1,1 0 1,0 0 0,-3 2-67,-17 17 90,2 0 0,0 1 0,2 1 0,0 1 1,2 1-1,0 1 0,2 0 0,1 0 0,1 2 1,1 0-1,-6 26-90,-25 64 98,5 2 0,5 1 0,6 2 0,6 1-1,4 0 1,6 1 0,5 104-98,6-218 3,-1-6-3,-1 2 0,1-1 0,0 0 0,0 0 1,0 0-1,1 0 0,0 1 0,1-1 0,-1 0 0,1 0 0,0 1 0,0-1 0,1 0 0,0 0 0,0 0 0,1-1 0,-1 1 0,1-1 0,0 1 0,1-1 0,-1 0 0,1 0 0,0 0 0,1-1 0,-1 1 0,1-1 0,-1 0 0,1 0 0,1-1 0,-1 1 0,0-1 0,1 0 0,0-1 0,3 2 0,-2-5-10,1-1-1,-1 0 0,0-1 1,1 1-1,-1-1 0,0-1 1,-1 1-1,1-1 0,-1 0 1,0-1-1,0 0 1,0 0-1,0 0 0,-1 0 1,0-1-1,0 0 0,0 0 1,-1 0-1,0-1 0,0 1 1,-1-1-1,0 0 0,0 0 1,0-1-1,-1 1 0,0 0 1,-1-1 10,1 4-5,150-387-103,-113 335 117,-38 55-7,0 0-1,-1 0 1,1 0 0,0 0 0,0 0 0,0 1 0,0-1-1,0 0 1,0 1 0,0-1 0,0 1 0,0-1 0,0 1-1,0-1 1,1 1 0,-1 0 0,0-1 0,0 1 0,0 0-1,1 0 1,-1 0 0,0 0 0,0 0 0,0 0-1,1 0 1,-1 1 0,0-1 0,0 0 0,0 1 0,0-1-1,0 1 1,1-1 0,-1 1 0,0-1 0,0 1 0,0 0-1,-1-1 1,1 1 0,0 0 0,0 0 0,0 0 0,0 0-1,-1 0 1,1 0 0,0 0 0,-1 0 0,1 0-1,-1 0 1,1 0 0,-1 0 0,0 0 0,1 0 0,-1 1-2,22 140 242,-28 250-130,6-371-109,-2 1-1,-1-1 0,-1-1 0,-1 1 0,0 0 1,-1-1-1,-2 0 0,0-1 0,-1 0 1,-1 0-1,0-1 0,-2 0 0,0 0 0,-1-2 1,-3 4-3,-57 21 21,71-41-23,0 0 1,1 0-1,-1-1 1,0 1-1,0 0 0,0-1 1,0 0-1,1 1 1,-1-1-1,0 0 0,1 0 1,-1 0-1,0 0 1,1 0-1,-1-1 0,1 1 1,0 0-1,-1-1 0,1 1 1,0-1-1,0 1 1,0-1-1,0 0 0,0 1 1,0-1-1,0 0 1,1 0-1,-1 1 0,1-1 1,-1 0-1,1 0 1,0 0-1,0 0 0,0 0 1,0 0-1,0 0 1,0 0-1,0 1 0,0-1 1,1 0-1,-1 0 1,1 0-1,0 0 0,0 0 2,-1-43-177,3-1 0,1 0 0,3 1 0,1 0 0,9-23 177,29-112-1266,3 3-1181</inkml:trace>
  <inkml:trace contextRef="#ctx0" brushRef="#br0" timeOffset="3650.068">5629 173 30198,'0'25'835,"-23"289"147,16-279-924,2-1 0,2 1-1,1 0 1,2 0 0,1 0 0,2 0 0,1-1 0,2 1 0,1-1-1,2 0 1,2-1 0,0 0 0,5 6-58,8-2 0,1 0 0,1-2 0,2-1 0,2-2 0,1 0 0,5 1 0,114 130 0,-143-154 0,0-1 0,-1 1 0,0 1 0,-1-1 0,0 1 0,0 0 0,-1 0 0,-1 0 0,0 1 0,0-1 0,-1 1 0,0 0 0,-1 0 0,0 0 0,-1 0 0,0 0 0,0-1 0,-1 1 0,-1 0 0,0 0 0,-3 9 0,-6-2 0,-1-1 0,0 0 0,-1-1 0,-1 0 0,0-2 0,-1 1 0,-1-2 0,0 0 0,-1-1 0,0 0 0,-1-1 0,0-2 0,-1 1 0,-7 0 0,6 0-17,-1-2 1,-1-1-1,1 0 1,-1-2-1,0-1 1,0 0-1,-1-2 1,1 0-1,-1-1 1,1-2-1,-5-1 17,19 2-65,0-1 0,0 0 1,0-1-1,0 0 0,1 0 0,-1 0 0,0-1 0,1 0 1,0-1-1,-1 0 0,2 0 0,-1 0 0,0-1 1,1 0-1,0-1 0,0 1 0,0-1 0,1 0 1,0 0-1,0-1 0,1 1 0,-1-1 0,1 0 1,1-1-1,0 1 0,0-1 0,0 1 0,1-1 0,0 0 1,0 0-1,0-6 65,1 11-9,1-1 0,-1 1 1,1-1-1,0 0 0,0 1 0,0-1 1,1 0-1,-1 1 0,1-1 0,0 1 0,0-1 1,0 1-1,0-1 0,1 1 0,-1 0 1,1 0-1,0-1 0,0 1 0,0 0 1,0 1-1,1-1 0,-1 0 0,1 1 1,0-1-1,-1 1 0,1 0 0,0 0 0,0 0 1,1 0-1,-1 0 0,0 1 0,1 0 1,-1-1-1,1 1 0,-1 1 0,1-1 1,-1 0-1,1 1 0,0 0 0,-1-1 1,1 2-1,1-1 9,25 2 152,0 2 1,0 1-1,-1 1 1,0 1-1,0 2 1,0 1-1,-1 1 1,-1 2-1,0 1 1,-1 0-1,0 2 1,-1 1-1,-1 1 1,15 15-153,159 122-224,-198-155 205,1 1-1,-1 0 1,1-1 0,-1 1 0,1-1-1,-1 0 1,1 1 0,-1-1 0,1 1-1,0-1 1,-1 0 0,1 1 0,0-1-1,-1 0 1,1 0 0,0 0-1,-1 1 1,1-1 0,0 0 0,0 0-1,-1 0 1,1 0 0,0 0 0,0 0-1,-1 0 1,1-1 0,0 1 0,-1 0-1,1 0 1,0-1 0,-1 1 0,1 0-1,0-1 1,-1 1 0,1 0 0,-1-1-1,1 1 1,-1-1 0,1 1 0,-1-1-1,1 1 1,-1-1 0,1 1 0,-1-1-1,1 0 1,-1 1 0,0-1 0,1 0-1,-1 1 1,0-1 0,0 0-1,0 1 1,0-1 0,1 0 0,-1 1-1,0-1 1,0 0 0,0 0 0,0 1-1,0-1 1,-1 0 0,1 1 0,0-1-1,0 0 1,0 0 0,-1 0 19,2-44-1466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46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592 75 28918,'0'0'928,"105"158"-7,7-20-393,20 22-120,1 6-72,-8-8-32,-17-18-24,-21-24-160,-14-29-96,-23-30-24,-11-13-32,1-5-216,-3-17-248,-6-8-528,-16-14-1801</inkml:trace>
  <inkml:trace contextRef="#ctx0" brushRef="#br0" timeOffset="279.138">1780 1 30406,'-160'140'1305,"-46"47"-913,-20 22-24,-32 38-144,-19 23-152,-1 14-72,74-67-184,33-47-1000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45.9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1 458 28870,'173'-17'680,"31"5"-408,-13 8-176,1 4 88,12 0 217,9 0-81,4 0-144,0 0 32,-11 0-128,-22-2-80,-52-6-520,-40-8-1809</inkml:trace>
  <inkml:trace contextRef="#ctx0" brushRef="#br0" timeOffset="284.772">1982 1 23765,'0'0'5664,"31"4"-4304,434 80-1066,-426-75-249,3 0 13,0 2 1,-1 2-1,-1 1 0,0 2 0,-1 2 0,12 8-58,-47-24 3,0 0 0,0 1-1,-1-1 1,1 1 0,-1-1-1,0 1 1,0 0 0,0 0 0,0 1-1,0-1 1,-1 1 0,1-1-1,-1 1 1,0 0 0,0-1-1,-1 1 1,1 0 0,-1 1-1,0-1 1,0 0 0,0 0-1,0 0 1,-1 1 0,1-1-1,-1 0 1,0 0 0,-1 1-1,1-1 1,-1 0 0,0 1 0,0-1-1,0 0 1,-1 0 0,1 0-1,-1 0 1,-2 3-3,-5 9-3,0-2 1,-2 1-1,0-1 1,0-1-1,-1 0 1,-1 0-1,0-1 0,-11 7 3,-102 71-6,-3-6-1,-54 23 7,105-62-7,-317 182-1091,345-201-755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38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4531 1162 31191,'0'0'545,"4"-22"-340,16-154 74,-20 156-152,-17-158 293,16 173-420,-1-1 0,0 1 0,0 0 0,0 0 0,0 0 0,-1 0 0,0 1 0,0-1 0,0 1 0,0-1 0,-1 1 0,0 0 0,0 1 0,0-1 0,0 0 0,0 1 0,-1 0 0,1 0 0,-1 1 0,0-1 0,0 1 0,0 0 0,0 0 0,-1 1 0,1-1 0,0 1 0,-1 0 0,1 1 0,-1-1 0,-2 1 0,1 1 0,0-1 0,0 1 0,0 1 0,1-1 0,-1 1 0,0 1 0,1-1 0,0 1 0,-1 0 0,1 0 0,0 1 0,1 0 0,-1 0 0,1 0 0,-1 1 0,1-1 0,1 1 0,-1 1 0,1-1 0,0 1 0,0-1 0,-1 4 0,-19 27 0,2 2 0,2 1 0,2 0 0,1 1 0,2 1 0,2 1 0,1 0 0,3 0 0,1 1 0,2 0 0,2 0 0,2 20 0,0-59 0,1 1 0,0-1 0,1 1 0,-1-1 0,1 1 0,0-1 0,0 1 0,0 0 0,0-1 0,1 1 0,0-1 0,0 1 0,0-1 0,1 1 0,-1-1 0,1 0 0,0 0 0,0 0 0,1 0 0,-1 0 0,1 0 0,0-1 0,0 1 0,0-1 0,0 0 0,1 1 0,-1-2 0,1 1 0,0 0 0,0-1 0,0 0 0,0 1 0,0-2 0,0 1 0,1 0 0,0-1 0,7 2 0,-1-1 0,0 0 0,1-1 0,0 0 0,-1-1 0,1 0 0,-1-1 0,1-1 0,-1 1 0,1-2 0,-1 0 0,0 0 0,0-1 0,0 0 0,-1-1 0,1 0 0,-1-1 0,0 0 0,-1 0 0,10-8 0,8-10 0,-1-1 0,0-1 0,-2-1 0,-1-1 0,-2-1 0,4-7 0,1-6-368,-1 0 0,-2-2 0,-1-1 1,-3 0-1,-2-1 0,1-12 368,5-35-4394</inkml:trace>
  <inkml:trace contextRef="#ctx0" brushRef="#br0" timeOffset="-639.925">28 1125 23645,'0'0'4820,"0"0"-3228,-4 19-981,-20 95 192,36-112-106,104-94-233,62-56-430,-6-7 0,-6-8-1,-9-7 1,30-51-34,-134 155 0,-44 66 0,-34 146 0,5-43 0,4-1 0,5 2 0,2 82 0,33-78 0,-22-105 0,0 0 0,0-1 0,0 1 0,0-1 0,0 1 0,1-1 0,-1 0 0,1 0 0,-1 0 0,1 0 0,0 0 0,0 0 0,0-1 0,0 0 0,0 1 0,0-1 0,0 0 0,0-1 0,0 1 0,1 0 0,-1-1 0,0 0 0,1 0 0,-1 0 0,0 0 0,0 0 0,1-1 0,-1 1 0,0-1 0,0 0 0,1 0 0,-1 0 0,9-5 0,0 0 0,-1-1 0,0 0 0,0 0 0,-1-1 0,0-1 0,0 1 0,-1-2 0,0 1 0,0-2 0,-1 1 0,-1-1 0,6-10 0,53-75 0,-5-2 0,-4-3 0,-5-2 0,-4-3 0,-5-1 0,23-89 0,-43 107 0,-9 102 0,15 171 0,26 138 0,12 66 0,9 305 0,-74-664 0,2 456 0,-7-435 0,-3 0 0,-1 0 0,-3-1 0,-2 0 0,-2-1 0,-2 0 0,-2-1 0,-14 23 0,-25 16 0,-25-23 0,49-47 0,-1-3 0,0 0 0,-1-3 0,-1 0 0,1-3 0,-2-1 0,-24 1 0,50-5 0,-1-1 0,1 0 0,-1-1 0,1-1 0,-1 1 0,1-2 0,-1 0 0,1 0 0,0-1 0,0 0 0,0-1 0,0 0 0,0-1 0,1 0 0,0 0 0,0-1 0,1-1 0,-8-6 0,5-3 0,2 0 0,0-1 0,1 0 0,0 0 0,2-1 0,0-1 0,1 1 0,1-1 0,1 0 0,0 0 0,1 0 0,1 0 0,1-20 0,-2 0 0,2-1 0,1 1 0,2 0 0,1-1 0,3 1 0,1 1 0,2-1 0,1 1 0,2 1 0,2 0 0,1 1 0,2 0 0,10-14 0,41-44-59,5 4-1,3 2 1,4 4-1,3 4 1,94-69 59,-63 50-542,3-3-1373,-24 17-2661</inkml:trace>
  <inkml:trace contextRef="#ctx0" brushRef="#br0" timeOffset="-332.672">3494 462 19380,'0'0'9557,"0"0"-7342,0 0-2051,-19 16-79,-253 190 407,-356 244-537,614-440 39,7-6 15,0-1 0,0 1 0,1 0 0,0 1 0,0 0 0,0 0 0,0 0 0,1 0 0,0 1 0,0 0 0,1 0 0,-1 1 0,1-1 0,0 1 0,1 0 0,0 0 0,0 0 0,1 0 1,-2 5-10,5-10 4,-1 0 0,1 0 0,-1 1 0,1-1 0,0 0 0,0 0 0,0 0 0,0 0 1,0 0-1,0 0 0,1 0 0,-1 0 0,1-1 0,-1 1 0,1 0 0,0-1 0,-1 1 1,1-1-1,0 0 0,0 0 0,0 0 0,0 1 0,0-2 0,0 1 0,1 0 0,-1 0 1,0-1-1,0 1 0,1-1 0,-1 0 0,0 0 0,0 0 0,1 0-4,-3 0 1,285 42 479,42 8-419,-62 28-1036,-144-44-655</inkml:trace>
  <inkml:trace contextRef="#ctx0" brushRef="#br0" timeOffset="7165.753">331 2786 30158,'0'0'625,"0"0"-377,171 19-104,0 3-8,50-2 72,38-12 24,26-8 80,19 0-40,23-14-88,13 2-72,10 2 24,-8 4-136,-11 6 0,-19 4 0,-23 24 0,-17 3 0,-77-3-96,-46-4-1320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0:53.3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1410 1 25958,'0'0'3624,"0"0"-2490,0 0-838,0 0 3,0 0 147,-15 25-53,-151 223 81,10-66-426,-7-6-1,-8-8 1,-121 88-48,-96 76-20,340-303-752,40-32-159,5-10-795</inkml:trace>
  <inkml:trace contextRef="#ctx0" brushRef="#br0" timeOffset="289.957">1217 387 29526,'0'0'792,"149"69"-183,-61-15-249,4 7 136,-11 0-104,-11-4-168,-13-4-120,-11-1-80,-15-3-24,-31 22-288,0-14-504,-20-11-2169</inkml:trace>
  <inkml:trace contextRef="#ctx0" brushRef="#br0" timeOffset="540.936">934 1121 30182,'0'0'849,"0"0"-625,0 0-112,0 0 56,160 0 32,-105-4-200,0 8-40,-16 16-568,-17 5-1249</inkml:trace>
  <inkml:trace contextRef="#ctx0" brushRef="#br0" timeOffset="541.936">307 2194 30767,'0'0'664,"140"-55"-528,14-30-64,21-19 64,-4-1 112,-42 24-120,-41 32-128,-26 17-120,8-9-432,-11 3-1089,-11 1-3736</inkml:trace>
  <inkml:trace contextRef="#ctx0" brushRef="#br0" timeOffset="790.937">1180 1541 26174,'-83'332'4941,"71"-273"-4828,3 0 0,3 0-1,2 0 1,3 1 0,3-1 0,2 1-1,2-1 1,4 0 0,1-1 0,4 0-1,1-1 1,8 11-113,-23-61 5,0-1 0,0 0 0,1 0-1,0 1 1,0-1 0,0 0 0,1-1 0,0 1-1,0 0 1,1-1 0,-1 0 0,1 1 0,0-1-1,1-1 1,-1 1 0,1-1 0,0 0 0,0 0-1,0 0 1,0 0 0,1-1 0,0 0 0,-1 0-1,1-1 1,0 0 0,0 0 0,1 0-1,-1-1 1,0 1 0,1-2 0,-1 1 0,5-1-5,-1-4 3,-1 0 1,0-1-1,-1 0 1,1-1 0,-1 0-1,0 0 1,-1-1-1,1 0 1,-1 0-1,-1-1 1,1 0 0,-1 0-1,-1-1 1,0 1-1,0-1 1,2-6-4,27-59-221,-3-1 0,-3-2-1,-4 0 1,-4-2 0,-2 0 0,-5-1-1,-2-1 1,-5 0 0,-2-37 221,1-3-1906</inkml:trace>
  <inkml:trace contextRef="#ctx0" brushRef="#br0" timeOffset="974.036">1701 579 29142,'0'0'1577,"0"0"-1081,0 0-184,127-34 40,-50 30-56,26-4-208,26-8-88,-10-3-208,12-23-272,-39 3-833,-37 3-4696</inkml:trace>
  <inkml:trace contextRef="#ctx0" brushRef="#br0" timeOffset="1160.595">2582 32 17708,'0'0'11586,"0"0"-10538,-118 199-375,46-53-337,-3 18-144,14-4-120,19-34-72,31-39-232,11-32-1137,0-37-6360</inkml:trace>
  <inkml:trace contextRef="#ctx0" brushRef="#br0" timeOffset="1439.612">3240 249 28462,'0'0'1063,"-14"20"-255,-133 154 0,-233 157-481,-39 3-327,163-141 4,229-174 3,20-16 0,0 1-1,1 0 1,0 0 0,0 1-1,0 0 1,0 0 0,1 0-1,0 1 1,0 0 0,0 0-1,1 0 1,0 0-1,-3 7-6,16 0 118,10-10-81,1-1 0,0-1 0,0-1 0,0-1 0,-1-1 0,1 0 0,0-1 0,9-4-37,116-31 80,-2-5 1,121-57-81,-246 93 2,364-140 61,-218 85-2762,-143 54-2090</inkml:trace>
  <inkml:trace contextRef="#ctx0" brushRef="#br0" timeOffset="1690.271">2589 1555 29086,'-81'152'1088,"-2"35"-447,28-15-225,15-10-32,21-32-104,12-41-112,7-30-120,0-18-48,4-5-64,14-14-176,17-28-208,-2-26-352,-5-21-1601</inkml:trace>
  <inkml:trace contextRef="#ctx0" brushRef="#br0" timeOffset="1940.327">3001 1411 23749,'0'0'4849,"0"0"-4089,140 67 48,-85 14-159,-18 45 15,-17 44-128,-18 11-192,-2-9-152,-19-42-96,-1-49-64,2-24-32,1-15-64,-5-7-248,-4-11-128,-10-14-128,-29-34-553,8-21-703,-2-10-3441</inkml:trace>
  <inkml:trace contextRef="#ctx0" brushRef="#br0" timeOffset="1941.327">2604 1886 28654,'0'0'1088,"0"0"-664,112-35-248,-51 35-112,-4 0-47,-8 28-17,-19 37-281,-14-4-815,-16-2-9714</inkml:trace>
  <inkml:trace contextRef="#ctx0" brushRef="#br0" timeOffset="2132.481">2633 2449 9122,'0'0'20812,"0"0"-20147,0 0-161,116 8-184,-48-8-16,11-16-128,6-2-112,23 2-64,-25 6-400,-19 3-1433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1:03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81 152 23077,'0'0'1666,"0"0"925,0 0-1144,0 0-482,0 0-155,-16-3-237,-48-13-115,64 16-449,1 1 0,-1-1 0,1 0 0,0 0 1,-1 0-1,1 0 0,0 0 0,-1 0 0,1 0 0,0 0 1,-1 0-1,1 0 0,0 0 0,-1 0 0,1-1 1,0 1-1,-1 0 0,1 0 0,-1-1 0,1 1 0,0 0 1,-1-1-1,1 1 0,-1-1 0,1 1 0,-1-1 0,1 1 1,-1-1-1,0 1 0,1-1 0,-1 1 0,1-1 0,-1 1 1,0-1-1,0 0 0,1 1 0,-1-1 0,0 0 1,0 1-1,0-1 0,0 1 0,0-1 0,0 0 0,0 1 1,0-1-1,0 0 0,0 1 0,0-1 0,0 0 0,0 1 1,0-1-1,-1 0 0,1 1 0,0-1 0,-1 0 0,1 1 1,0-1-1,-1 1 0,1-1 0,-1 1 0,1-1 1,0 1-1,-1-1 0,1 1 0,-1-1 0,0 1 0,1 0 1,-1-1-10,3 1 36,54-18 87,1 3 1,0 2-1,1 3 1,14 1-124,-16 1 26,49-7-26,1 5 0,102 4 0,-188 7-86,-1 2 0,1 0 0,-1 2 0,0 0 0,0 1 0,-1 0 0,0 2 0,0 0 0,0 1 0,14 11 86,21 12-1581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1:09.8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454 192 19956,'0'0'2011,"0"0"-1137,-21-6 13,-68-24 1579,79 26-2240,0 0 0,0-1 0,0 0 1,1-1-1,0 0 0,0 0 1,1-1-1,-1 0 0,1 0 1,1-1-1,0 0 0,0-1 0,0 1 1,1-1-1,0-1 0,1 1 1,0-1-1,1 0 0,-3-8-226,4 43 439,5 197 52,1 32 225,-25 200-716,-147 695 135,167-1137-327,3-12-401,7-23 181,55-115-3702,-32 64-3605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1:10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 29366,'0'0'888,"0"0"-631,0 0-33,0 0 152,154-20-96,-88 12-152,-3 4-80,-6 4-48,-9 0-48,-10 2-72,-12 24-232,-13 0-857,-13-5-2663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1:10.8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44 30655,'0'0'680,"0"0"-520,0 0-104,0 0 120,209 27 208,-63-44-168,14-3-216,-2 8-24,-24 2-352,-49 6-456,-19-4-1993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1:11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242 485 30967,'0'0'558,"23"-9"-375,-8 2-173,2-1-1,0 1 0,0 1 0,0 0 0,0 1 0,1 1-1,0 1 1,0 0 0,17 1-9,-20 0 5,1 1 0,0 1 1,0 1-1,0 0 0,0 1 0,-1 1 0,1 0 0,-1 1 0,1 1 0,-1 1 0,-1 0 0,1 0 0,-1 2 0,0-1 0,-1 2 0,0 0 0,0 1 0,-1 0 0,0 1 0,-1 0 0,0 0 0,0 2 0,-2-1 0,0 1 0,0 1 0,-1-1 0,-1 1 0,0 1 0,-1 0 0,3 7-5,-6 21 15,-1 0 0,-2 0 0,-2 0 0,-1 0 0,-3-1 0,-1 1 0,-3-1 0,-1-1-1,-2 0 1,-1-1 0,-3 0 0,-1-1 0,-2-1 0,-1-1 0,-2 0 0,-26 29-15,37-48-19,-2 0 0,1-1-1,-2-1 1,0-1 0,-1 0 0,-1-1 0,0 0-1,-1-1 1,0-1 0,-1-1 0,0-1 0,-1-1-1,0 0 1,-1-1 0,1-2 0,-1 0 0,-1-1-1,-3 0 20,12-3-31,3 0-22,0 1-1,0-2 1,0 1-1,0-2 1,0 1-1,0-1 1,0-1-1,0 0 1,-1 0-1,1-1 1,1 0-1,-1-1 1,-3-1 53,2-4-248,1-1 0,0 0 0,1-1 0,-1 0 0,2-1 0,0 0 0,0 0 0,1-1 0,0 1 0,1-2 0,-4-11 248,-21-57-3398</inkml:trace>
  <inkml:trace contextRef="#ctx0" brushRef="#br0" timeOffset="265.889">148 961 29166,'0'0'1433,"70"110"-793,-17-33-240,12 10-32,3-4-56,5-6-160,-6-14-152,-5-10-16,4-9-344,-18-17-256,-15-15-1633</inkml:trace>
  <inkml:trace contextRef="#ctx0" brushRef="#br0" timeOffset="433.157">1011 555 29838,'123'-24'1641,"35"4"-1441,28 10 48,-8 10 128,-29 4 56,-11 18-400,-26-2-32,-31-5 0,-26-1 0,-20-4 0,-2 0 0,-7-4-168,-4-6-376,-11-10-168,-11-16-1449</inkml:trace>
  <inkml:trace contextRef="#ctx0" brushRef="#br0" timeOffset="613.031">2044 0 30382,'3'29'729,"84"474"832,-67-372-1537,-7 1 0,-5 0-1,-6 0 1,-10 74-24,1-147 0,-1 0 0,-4 0 0,-2-2 0,-2 0 0,-3 0 0,-2-2 0,-3 0 0,-3 0 0,24-48-4,0-1 1,0 1-1,0-1 0,-1 0 1,1 0-1,-1 0 1,-1-1-1,1 1 0,-1-1 1,0 0-1,-1-1 0,1 1 1,-1-1-1,0 0 0,0 0 1,0-1-1,0 1 0,0-2 1,-1 1-1,0-1 1,1 0-1,-1 0 0,0 0 1,0-1-1,0 0 0,-7-1 4,3-1-184,0-1-1,0-1 0,0 0 0,1 0 0,-1-1 1,1-1-1,-1 0 0,2 0 0,-1-1 1,0 0-1,-3-4 185,-47-40-2418</inkml:trace>
  <inkml:trace contextRef="#ctx0" brushRef="#br0" timeOffset="793.413">1382 1071 28574,'0'0'2425,"0"0"-2033,175 32 128,-92 1-184,1 11-104,1 7-208,45 34-24,-23-14-624,-8-6-1449</inkml:trace>
  <inkml:trace contextRef="#ctx0" brushRef="#br0" timeOffset="993.125">2677 1833 30815,'0'0'1168,"0"0"-776,0 0 0,0 0-392,0 0 0,0 0 0,0 0-88,-2 77-1848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8:06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649 845 25653,'0'0'2965,"0"0"-2001,0 0-621,0 0-16,0 0 74,0 0-35,-6-2-113,-23-6 18,15 47-123,2 15-133,2 0 0,3 0 0,1 1 0,4 0-1,3 53-14,-1-99 1,1 0 0,0 1 0,0-1 0,1 0 0,0 0 0,0-1 0,1 1-1,0 0 1,1-1 0,0 0 0,0 0 0,1 0 0,0 0 0,0-1-1,1 1 1,0-2 0,0 1 0,0 0 0,1-1 0,0 0 0,1-1 0,-1 0-1,1 0 1,0 0 0,0-1 0,0-1 0,1 1 0,0-1 0,-1 0 0,1-1-1,0 0 1,0-1 0,0 0 0,0 0 0,0-1 0,1 0 0,-1 0-1,0-1 1,0 0 0,0-1 0,0 0 0,0-1 0,0 0-1,16-15 1,-1-2 1,0-1-1,-2-1 1,0-1-1,-2-1 1,0 0-1,-2-2 0,0 0 1,-2-1-1,-1 0 1,4-14-2,17-27-30,-3-2 0,-2-2-1,-4 0 1,-3-2 0,3-27 30,-19 67-5,-2 0-1,-1 0 0,-2-1 1,-1 0-1,-2 1 1,-1-1-1,-2 0 1,-1 1-1,-2-1 1,-1 1-1,-2 1 1,-1-1-1,-4-4 6,9 25 16,0 0 1,-1 1-1,-1 0 1,0 0-1,0 1 1,-1-1-1,-1 2 0,0-1 1,0 1-1,-1 1 1,0 0-1,-1 0 0,0 1 1,-1 0-1,1 1 1,-1 0-1,-1 1 0,1 0 1,-1 1-1,-4-1-16,-6 1 7,1 0-1,-1 2 0,0 0 1,-1 2-1,1 0 1,0 2-1,0 0 1,0 2-1,0 0 1,0 2-1,1 0 0,-1 1 1,1 2-1,1 0 1,-1 2-1,2 0 1,-1 1-1,1 1 1,1 1-1,0 1 1,-8 8-7,-18 16 10,2 3 1,1 2 0,2 1 0,2 2-1,3 2 1,1 1 0,-24 48-11,27-44 18,3 0 0,2 2-1,2 0 1,3 2 0,2 1 0,3 0 0,3 1 0,2 1 0,2-1 0,1 49-18,7-90 6,2 1 0,-1-1 0,2 0 0,1 0 1,0 1-1,1-1 0,1-1 0,1 1 1,0-1-1,2 0 0,0 0 0,0-1 0,2 0 1,0-1-1,0 0 0,2 0 0,0-1 1,0-1-1,1 0 0,1-1 0,14 10-6,7-2 3,1-1 0,1-3 0,1 0-1,0-3 1,1-1 0,0-2 0,1-1-1,0-2 1,1-2 0,-1-2 0,1-2 0,16-2-3,-14 0-26,-1-1 0,1-3 0,-1-1 0,0-3 1,-1-1-1,0-2 0,0-1 0,-2-3 1,19-10 25,125-65-1338,-129 56-1012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8:07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31543,'0'0'1224,"0"0"-1224,0 0-64,0 0-520,0 0 88,0 0-2385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7:42.473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0 1325 25766,'0'0'3068,"0"0"-2080,0 0-730,0 0-166,0 0 29,3 8 151,55 145 226,-52-98-448,-3 1 1,-2-1 0,-2 1-1,-4 10-50,-1 81 58,32-145-18,61-85 16,-5-15-132,-4-4 0,-5-3 0,-5-3 0,28-63 76,22-113-291,-110 379 1004,125 1583-144,-130-1396-569,-2-276 1,-1 0 1,0 0-1,0 0 1,-1 0-1,0 0 1,0 0-1,0 0 1,0 0-1,-1 0 1,0-1-1,-1 1 1,1-1-1,-1 1 1,0-1-1,0 0 1,0 0-1,-1 0 1,0-1-1,0 1 1,0-1-1,-1 0 1,1 0-1,-1 0 1,0-1-1,0 1 1,0-1-1,0-1 1,-1 1-1,1-1 1,-1 0-1,0 0 1,0 0-1,1-1 1,-1 0-1,0 0 1,0 0-1,0-1 1,0 0-1,0 0 1,0-1 0,0 0-1,0 0 1,0 0-1,0 0 1,-5-3-2,1-3-3,0 1 0,1-1 0,0-1 0,0 0 0,1 0 0,0-1 0,0 0 0,1 0 0,0-1 0,1 0 0,0 0 0,1 0 0,0-1 0,0 0 0,1 0 0,0 0 0,1 0 0,-1-9 3,-5-28-12,1-1 1,3 0-1,2 0 0,2 0 0,2 0 0,3 0 1,1 0-1,3 0 0,2 1 0,1 0 0,3 1 1,2 0-1,5-6 12,12-20-38,4 1 1,2 2 0,3 1-1,39-45 38,-53 78-191,1 1-1,2 2 1,1 1-1,2 1 1,17-10 191,4-4-1526</inkml:trace>
  <inkml:trace contextRef="#ctx0" brushRef="#br0" timeOffset="1173.856">1870 1506 12051,'0'0'16171,"0"0"-15251,0 0-552,0 0-128,0 0 32,0 0-72,0 0-40,138 8-87,-98-8-73,8 4-129,-9 2-583,-13-2-1408</inkml:trace>
  <inkml:trace contextRef="#ctx0" brushRef="#br0" timeOffset="1457.786">1835 1804 29262,'0'0'696,"0"0"-496,0 0-88,0 0 177,0 0 7,0 0-160,160 49-136,-72-29-192,-16-4-985,-9-2-2279</inkml:trace>
  <inkml:trace contextRef="#ctx0" brushRef="#br0" timeOffset="1723.499">2990 1707 29302,'0'0'632,"0"0"-328,0 0-184,173-41-7,-54 31-1,32 6-56,11 4-56,-37 0-313,-40 10-1335</inkml:trace>
  <inkml:trace contextRef="#ctx0" brushRef="#br0" timeOffset="2307.219">4855 1634 27598,'0'0'969,"0"0"-448,0 0-243,21-5 46,304-49 554,232 7 86,227 21-964,-733 28-65,0 3 1,-1 1-1,0 3 0,29 9 65,-31 0-1959,-45-11-669</inkml:trace>
  <inkml:trace contextRef="#ctx0" brushRef="#br0" timeOffset="2773.418">5555 1954 29062,'0'0'608,"-15"20"-289,-28 39-197,3 2 1,3 1-1,-27 65-122,40-68 54,2 2 0,3 1 0,3 0 1,2 1-1,3 1 0,3 0 0,3 0 0,3 10-54,1-70 7,0 1 1,0-1-1,1 0 0,0 0 0,0 0 0,0 0 0,0 0 1,0 1-1,1-1 0,0 0 0,0 0 0,0 0 0,1 0 1,-1 0-1,1-1 0,0 1 0,0 0 0,0-1 0,0 1 1,1-1-1,-1 0 0,1 0 0,0 0 0,0 0 0,0 0 1,1-1-1,-1 1 0,0-1 0,1 0 0,0 0 0,-1 0 1,1 0-1,0-1 0,0 0 0,0 0 0,0 0 0,0 0 1,0 0-1,0-1 0,1 0-7,8-4-15,1 0 1,-1-1-1,0-1 1,-1 0-1,1-1 1,-1 0-1,-1-1 1,1 0-1,-1-1 1,-1-1-1,1 1 1,-2-1-1,1-1 0,-2 0 1,1 0-1,-1-1 1,-1 0-1,0-1 1,-1 1-1,3-10 15,0 5-18,-1 1 0,0-2 0,-1 1 0,-1-1 0,-1 0 0,0 0 0,-2 0 0,0-1 0,-1 1 0,-1-1 0,0-17 18,-2 32 9,0 1 1,0-1 0,0 1-1,0 0 1,0-1 0,0 1-1,-1 0 1,0 0 0,1 0-1,-1 0 1,0 0 0,-1 0-1,1 1 1,0-1 0,-1 1-1,0-1 1,1 1 0,-1 0-1,0 0 1,0 0 0,0 1-1,0-1 1,0 1 0,-1-1-1,1 1 1,0 0 0,-1 0-1,1 1 1,-1-1 0,1 1-1,-4 0-9,-114 1 185,107 1-174,1 0-1,0 1 1,0 1 0,0 0 0,0 1 0,1 0 0,0 0 0,0 2 0,0 0-1,1 0 1,0 1 0,0 0 0,1 1 0,0 0 0,1 0 0,-1 1 0,2 1-1,0-1 1,-1 2-11,7-8-42,1-1-1,-1 1 0,1-1 0,-1 1 0,1-1 0,0 1 1,0 0-1,0 0 0,1 0 0,0-1 0,-1 1 0,1 0 1,1 0-1,-1 0 0,0 0 0,1-1 0,0 1 0,0 0 1,0-1-1,0 1 0,1 0 0,-1-1 0,1 1 0,0-1 1,0 0-1,2 2 43,19 20-1910</inkml:trace>
  <inkml:trace contextRef="#ctx0" brushRef="#br0" timeOffset="3156.059">6133 1905 29486,'0'0'799,"0"0"-300,0 0-224,-22 14-35,-70 51 62,88-63-282,0 2 0,0-1-1,1 0 1,0 1 0,-1 0-1,1 0 1,0 0 0,1 0-1,-1 0 1,1 0 0,0 1-1,0-1 1,0 1 0,1 0-1,-1 0 1,1-1 0,0 1-1,1 0 1,-1 2-20,-1 5 28,-2 8-20,1 0 0,1 0 1,1 0-1,0 0 0,1 0 0,2 0 1,0 0-1,1 0 0,1 0 1,0-1-1,2 1 0,0-1 0,2 0 1,0-1-1,0 0 0,2 0 0,0-1 1,2 0-1,-1-1 0,9 8-8,-10-12-21,0-1 0,1 0 0,0-1 0,1 0-1,0-1 1,1-1 0,0 1 0,0-2 0,1 0-1,0 0 1,0-2 0,0 0 0,1 0 0,0-1 0,-1-1-1,2 0 1,-1-1 0,0-1 0,0-1 0,0 0 0,1 0-1,-1-2 1,0 0 0,2-1 21,-7-1-150,0-1-1,0 0 1,0-1 0,-1 0-1,0 0 1,0-1 0,-1 0-1,0-1 1,0 0 0,0 0-1,-1-1 1,-1 1 0,1-2 0,-1 1-1,-1-1 1,0 1 0,0-2-1,-1 0 151,15-32-3293</inkml:trace>
  <inkml:trace contextRef="#ctx0" brushRef="#br0" timeOffset="3440.515">6477 1942 30294,'0'0'737,"-68"113"-153,7 11-304,-16 65-32,3 30-64,19-2-184,24-59-152,16-59-1392</inkml:trace>
  <inkml:trace contextRef="#ctx0" brushRef="#br0" timeOffset="14183.115">5666 208 28014,'0'0'761,"0"0"-358,0 0-104,0 0 97,-8 23-48,-67 143-34,-51 4-202,64-90-40,4 3 0,3 1 0,-3 16-72,28-5 220,30-93-214,0 1 1,0-1 0,0 1 0,1-1 0,-1 0 0,1 0 0,0 1-1,-1-1 1,1 0 0,0 0 0,1 0 0,-1 1 0,0-1 0,0-1-1,1 1 1,-1 0 0,1 0 0,0 0 0,-1-1 0,1 1 0,0-1-1,0 1 1,0-1 0,0 0 0,0 0 0,1 0 0,-1 0 0,0 0-1,0-1 1,1 1 0,-1 0 0,0-1 0,1 0 0,-1 0 0,1 1-7,93 1 151,-85-2-138,46-9 3,0-2-1,-1-3 1,0-2 0,-2-2 0,0-3 0,-1-2 0,-1-2 0,17-14-16,-42 25-17,124-72-325,-148 84 281,-1-1 1,1 1-1,-1-1 1,1 1-1,-1-1 1,0 0-1,0 0 1,0 0-1,0 0 1,-1 0 0,1 0-1,-1 0 1,0-1-1,0 1 1,0 0-1,0-1 1,-1 1-1,1-1 1,-1 1-1,0-1 1,0 1-1,0-4 61,-13-26-5998,-10 7-15231</inkml:trace>
  <inkml:trace contextRef="#ctx0" brushRef="#br0" timeOffset="14454.273">5824 472 24733,'0'0'4761,"0"0"-4025,-13 133-183,6-68-209,1 6-24,-1 2-88,3 4-144,0 0-56,4 0-32,0-6-144,6-8-208,12-18-865,-1-25-3256</inkml:trace>
  <inkml:trace contextRef="#ctx0" brushRef="#br0" timeOffset="14853.747">6335 1 4673,'0'0'21478,"0"0"-16770,0 0-4462,20-1-100,142 13 264,-5 45-231,-150-54-179,-1 0-1,0 1 0,1 0 0,-1 1 0,-1-1 0,1 1 1,-1 0-1,0 1 0,0-1 0,0 1 0,-1 0 0,0 0 1,0 0-1,-1 1 0,1-1 0,-1 1 0,-1 0 0,1 0 0,-1 0 1,-1 0-1,1 4 1,-3 7-6,-1 1-1,-1 0 1,-1-1 0,0 0-1,-1 1 1,-1-2 0,-1 1 0,-1-1-1,0 0 1,-1 0 0,-1-1-1,-1-1 1,0 0 0,-1 0 0,0-1-1,-1 0 1,-1-1 0,-13 10 6,24-20-3,-26 29-18,-1-1 0,-1-2 0,-1-1 0,-2-2 0,-1-1 0,-4 1 21,22-21 39,27-15 1,11-3-45,2 1 0,-1 1 0,2 1 1,-1 1-1,1 1 0,1 1 0,0 1 0,-1 1 0,2 1 0,-1 2 0,0 0 0,25 2 5,-44 0 7,-1-1-1,0 0 0,0 1 0,0 0 1,0 1-1,0-1 0,0 1 0,0 0 1,0 0-1,0 0 0,0 1 0,-1 0 0,1 0 1,0 0-1,-1 0 0,1 1 0,-1-1 1,0 1-1,0 1 0,0-1 0,0 0 1,-1 1-1,1 0 0,-1 0 0,0 0 1,0 0-1,0 0 0,-1 1 0,0-1 1,0 1-1,0 0 0,0-1 0,0 1 0,-1 1-6,-2 8 23,0 1 0,-1-1 0,-1 1 0,0-1 0,-1 0 0,-1 0 0,0 0 0,-1-1 0,0 0 0,-1 0 0,0 0 0,-1-1 0,-1 0 0,0-1 0,0 0 0,-1 0-1,-1-1 1,-2 2-23,10-9-4,-61 64-378,6-15-739</inkml:trace>
  <inkml:trace contextRef="#ctx0" brushRef="#br0" timeOffset="19145.744">816 3187 22221,'0'0'5504,"0"0"-3921,0 0-1179,0 0-171,0 0 67,0 0 2,24-2-94,175-14 17,470-31 99,23 29-324,-424 29 69,114 24-69,232 11-16,-123-59-58,-382 2 79,88-13 42,0 9 0,1 8 0,0 9 0,-1 9 0,2 8-47,-188-17-2,146 24 10,1-6-1,112-2-7,-209-18-747,-22 0-1180</inkml:trace>
  <inkml:trace contextRef="#ctx0" brushRef="#br1" timeOffset="43050.466">6339 3282 27982,'0'0'1804,"0"0"-1082,0 0-410,0 0 47,11 20 26,67 122 158,-62-116-473,-9-12-44,-1-1 0,2 0 0,-1 0 0,2 0 0,0-1 0,0 0 0,1-1 1,1 0-1,0-1 0,0 0 0,1-1 0,0 0 0,1 0 0,0-2 0,0 1 1,1-2-1,-1 0 0,2 0 0,-1-2 0,14 4-26,-18-11 3,1 1 1,0-2-1,-1 1 0,0-1 1,1-1-1,-2 0 0,1-1 1,-1 1-1,1-2 0,-2 1 1,1-1-1,-1-1 0,0 0 1,0 0-1,-1 0 0,0-1 1,-1 0-1,0 0 0,5-10-3,4-2 5,230-279-242,-190 248-633,-13 14-1008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7:30.750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2035 1830 29414,'0'0'1353,"0"0"-1129,0 0-32,0 0 104,140-20 8,-89 16-88,1 0-104,5 0-112,-2 2-184,-4-2-336,-14 2-1153,-15 0-18739</inkml:trace>
  <inkml:trace contextRef="#ctx0" brushRef="#br0" timeOffset="249.165">2344 2266 25053,'0'0'5922,"0"0"-5442,0 0-336,0 0 56,0 0 136,123-34-136,-59 13-200,28-9-24,-16 4-584,-14 5-1209</inkml:trace>
  <inkml:trace contextRef="#ctx0" brushRef="#br0" timeOffset="633.216">4372 1976 28566,'0'0'1464,"0"0"-1208,0 0 17,0 0 79,158 28-96,-77-19-120,24-1-128,35-8-8,-19 0-504,-23 0-1457</inkml:trace>
  <inkml:trace contextRef="#ctx0" brushRef="#br0" timeOffset="-603.765">8 1735 30182,'0'0'1019,"0"0"-509,0 0-165,0 0-42,0 0-58,-7 1-106,111-65-115,-77 52-24,0 2 0,1 1 0,0 1 0,1 1 0,-1 2 0,1 1 0,0 1 0,1 1 0,-1 2 0,1 1 0,-19-1 0,1 1 0,-1 0 0,1 1 0,-1 1 0,0-1 0,0 2 0,0 0 0,0 0 0,0 1 0,-1 0 0,0 0 0,0 2 0,0-1 0,-1 1 0,0 0 0,0 1 0,-1 0 0,0 1 0,0-1 0,-1 1 0,0 1 0,-1 0 0,0 0 0,-1 0 0,0 0 0,3 9 0,-2 12 0,-1 2 0,-1-1 0,-2 0 0,-1 1 0,-2-1 0,-1 1 0,-1-1 0,-2 0 0,-1 0 0,-2 0 0,-1-1 0,-1 0 0,-2-1 0,-12 22 0,-34 75-18,-6-4 0,-57 81 18,180-349-5241,-20 56-2845</inkml:trace>
  <inkml:trace contextRef="#ctx0" brushRef="#br0" timeOffset="-333.216">1123 1483 8250,'0'0'17041,"0"0"-12591,0 0-3768,-18 17-233,-122 132 335,101-90-662,2 2 0,3 1 0,2 2 0,3 1 1,4 2-1,2 0 0,3 1 0,3 1 0,1 11-122,8 83 12,12-152-12,0 0 0,1-1 0,0 0 0,0 0 0,1-1 0,1 1 0,-1-1 0,1 0 0,1-1 0,0 0 0,0 0 0,1 0 0,-1-1 0,2-1 0,-1 0 0,1 0 0,0 0 0,0-1 0,0-1 0,1 0 0,-1 0 0,1-1 0,0-1 0,0 1 0,1-2 0,5 1 0,34 1-132,-1-2 1,1-2-1,0-2 1,-1-2-1,0-3 1,0-2-1,-1-2 0,-1-2 1,0-2-1,-1-2 1,0-3-1,19-12 132,19-15-2110</inkml:trace>
  <inkml:trace contextRef="#ctx0" brushRef="#br0" timeOffset="4312.289">6165 1867 23709,'0'0'3566,"0"0"-2107,0 0-845,0 0-140,0 0 40,-11 0-37,8 0-458,-31 1 334,52 2 31,154 2 49,0-8 0,116-19-433,21 0 25,475 14-218,-502 9-5991,-278-1-11025</inkml:trace>
  <inkml:trace contextRef="#ctx0" brushRef="#br0" timeOffset="4764.959">6737 2238 29710,'0'0'719,"-16"23"-280,-115 206 52,105-162-420,2 1 1,3 1-1,3 1 1,4 0-1,2 1 1,4 1-1,2-1 1,5 48-72,0-110 1,1 1 0,0-1 0,1 1 0,0-1-1,0 0 1,1 0 0,0 1 0,1-1 0,0-1 0,1 1 0,-1 0 0,2-1 0,-1 0 0,1 0 0,0 0 0,1 0 0,0-1-1,0 0 1,1 0 0,-1-1 0,1 0 0,1 0 0,-1 0 0,1-1 0,0 0 0,5 2-1,-5-4-6,-1-1 1,0 0-1,1 0 1,-1 0-1,1-1 0,-1 0 1,1-1-1,0 0 1,-1 0-1,1 0 0,0-1 1,-1 0-1,1-1 1,-1 1-1,0-2 1,1 1-1,-1-1 0,0 0 1,0 0-1,-1-1 1,1 0-1,-1 0 0,1 0 1,3-5 5,8-7-25,-1-1 1,-1-1-1,0 0 1,-2-1-1,0-1 1,-1 0-1,2-5 25,-1 3-15,0 0-1,-2-1 1,0-1-1,-1 0 1,-2 0-1,0-1 1,-2 0-1,-1 0 1,-1-1-1,-1 0 1,-1 0-1,-1 0 1,-2 0-1,-2-24 16,1 44 6,0 0-1,-1 0 1,0 0 0,0 1 0,-1-1-1,1 0 1,-1 1 0,0 0-1,-1 0 1,1 0 0,-1 0-1,0 0 1,-1 1 0,1 0-1,-1 0 1,1 0 0,-1 0 0,0 1-1,-1 0 1,1 0 0,0 0-1,-1 1 1,0-1 0,1 1-1,-1 1 1,0-1 0,0 1 0,0 0-1,0 1 1,-1-1-6,-10 0 27,0 0 1,0 1-1,0 1 0,0 0 1,1 2-1,-1 0 0,1 0 0,-1 2 1,1 0-1,-10 5-27,3-1 13,1 1 0,1 0 0,0 2 0,0 0 1,1 1-1,1 1 0,0 1 0,1 1 0,0 1 0,2 0 0,0 1 0,1 1 0,1 0 0,0 1 0,1 2-13,12-19-51,0 0-1,0 0 1,0 0-1,0 1 1,1-1-1,-1 0 1,1 0-1,0 1 1,0-1-1,0 0 1,0 1-1,1-1 1,-1 0-1,1 0 1,0 0-1,0 1 1,0-1-1,0 0 1,1 0-1,-1 0 1,1-1-1,0 1 1,0 0-1,0-1 1,0 1-1,0-1 1,1 1-1,-1-1 1,1 0-1,-1 0 1,1 0-1,0-1 1,0 1-1,-1 0 1,1-1-1,3 1 52,37 11-2204</inkml:trace>
  <inkml:trace contextRef="#ctx0" brushRef="#br0" timeOffset="5083.496">7500 2201 30310,'0'0'563,"0"0"-297,-19 20-158,-57 67-36,71-81-53,0 1 1,1-1 0,0 1-1,0 0 1,0 1-1,1-1 1,0 1 0,1-1-1,0 1 1,0 0-1,0 0 1,1 0 0,1 0-1,-1 0 1,1 0-1,0 0 1,1 0 0,0 0-1,0 0 1,2 4-20,4 3 6,0 0 0,1-1-1,1 0 1,0 0 0,1-1 0,0 0 0,1-1 0,0 0 0,1 0 0,1-2 0,0 1 0,0-2-1,1 0 1,0 0 0,1-1 0,-1-1 0,2-1 0,-1 0 0,12 3-6,0 1-38,1-1 1,0-1 0,1-2-1,0-1 1,0-1 0,0-1-1,1-1 1,-1-2 0,25-3 37,-37-1-159,0 0 1,0-1-1,0 0 0,0-1 1,-1-1-1,0-1 1,0-1-1,-1 0 0,0 0 1,-1-2-1,0 0 1,-1 0-1,12-14 159,27-28-2443</inkml:trace>
  <inkml:trace contextRef="#ctx0" brushRef="#br0" timeOffset="5332.196">8048 2092 21133,'0'0'8745,"0"0"-8008,-77 101-281,33 7-80,-4 46-24,2 28 24,11 13-168,22-10-208,10-31-104,3-45-592,0-38-2929</inkml:trace>
  <inkml:trace contextRef="#ctx0" brushRef="#br0" timeOffset="8832.533">6892 435 25653,'0'0'1417,"0"0"-312,0 0-307,0 0-166,0 0-72,-8-10-72,-24-31-132,24 39-43,8 4-276,-50 790 516,49-785-690,1-1-1,0 1 0,0 0 1,1 0-1,0 0 1,0 0-1,0-1 0,1 1 1,0 0-1,0-1 1,1 0-1,0 1 1,0-1-1,0 0 0,1 0 1,0-1-1,0 1 1,4 3 137,17 11-4111</inkml:trace>
  <inkml:trace contextRef="#ctx0" brushRef="#br0" timeOffset="9334.444">7710 412 29358,'0'0'943,"0"0"-373,-2-22-300,0-2-239,2-1-3,-2 1 0,0 0 0,-1-1 0,-2 1 0,0 0 0,-1 1 0,-2-1-1,0 2 1,-2-1 0,0 1 0,-2 0 0,0 1 0,-13-17-28,22 36 0,0-1 1,0 1-1,0 0 1,-1 0-1,1 0 1,0 0-1,-1 0 1,1 1-1,-1-1 0,0 1 1,1 0-1,-1 0 1,0 1-1,0-1 1,1 1-1,-1 0 1,0 0-1,0 0 1,0 0-1,0 1 1,1-1-1,-1 1 1,0 0-1,1 0 1,-1 1-1,0-1 1,1 1-1,0-1 1,-1 1-1,1 0 0,0 1 1,0-1-1,-1 2 0,-84 101 27,71-77-8,0 1 0,2 0-1,1 1 1,2 1 0,1 0-1,1 1 1,2 0 0,1 0-1,1 1 1,2 0 0,1 0-1,2 0 1,2 18-19,8-23-3,1-1 0,1 0-1,1 0 1,1-1 0,2-1 0,0 0-1,2-1 1,1-1 0,0-1 0,2 0 0,0-1-1,2-1 1,0-2 0,1 0 0,1-1-1,16 8 4,101 93-141,-138-116 142,0 0 1,0 0-1,-1 0 0,1 1 1,-1-1-1,0 1 0,0 0 1,0-1-1,0 1 1,0 0-1,0 0 0,-1 0 1,1 0-1,-1 1 0,0-1 1,0 0-1,0 1 1,-1-1-1,1 0 0,-1 1 1,0-1-1,0 1 0,0-1 1,0 0-1,0 1 1,-1-1-1,0 1 0,1-1 1,-1 0-1,-1 1 0,1-1 1,0 0-2,-9 6 15,1-1-1,-1 1 1,-1-2 0,0 0 0,0 0 0,0-1-1,-1 0 1,1-1 0,-1 0 0,-1-1-1,-1 0-14,-7 4 14,0-2-1,0 0 0,-1-2 1,0 0-1,0-2 0,0 0 1,-1-1-1,1-1 0,0-2 1,-13-1-14,29 1 0,0 0 1,0 1-1,0-2 1,0 1-1,0-1 1,1 0-1,0 0 0,-1 0 1,1-1-1,0 0 1,1 0-1,-1 0 1,1-1-1,-1 1 1,2-1-1,-1 0 1,0 0-1,1-1 0,0 1 1,0-1-1,0 1 1,1-1-1,0 0 1,0 0-1,0-2 0,-2-8-28,1 0 0,1 0 0,0 0 0,1-1 1,1 1-1,0 0 0,1-1 0,1 1 0,1 0 28,5-12-143,1 0 0,2 0 0,0 2 0,2-1 1,1 2-1,1 0 0,2 0 0,0 2 0,1 0 0,21-20 143,46-49-1515,-3 11-1150</inkml:trace>
  <inkml:trace contextRef="#ctx0" brushRef="#br0" timeOffset="30002.092">933 3822 20844,'0'0'6838,"0"0"-4820,0 0-1398,0 0-279,0 0-51,-4-4-66,0-18 16,39 15-52,-22 5-171,177-17 39,0 8-1,1 9 1,59 11-56,851-2-387,-635-19 353,-180 1-40,0 12 1,21 15 73,75 5 51,268-23-51,10-2 166,-427 13-112,2 1 196,194-19-250,209-54 84,-608 62-115,75-3-275,1 4 0,86 13 306,-154-9-2031</inkml:trace>
  <inkml:trace contextRef="#ctx0" brushRef="#br1" timeOffset="53908.799">8444 3781 19316,'0'0'8459,"0"0"-6217,0 0-1776,0 0-265,0 0-66,6 11 102,126 250 635,-131-257-862,0 0 0,0-1 1,0 1-1,0-1 0,1 0 0,0 1 0,-1-1 0,1 0 1,0 0-1,0 0 0,1 0 0,-1-1 0,0 1 0,1 0 1,0-1-1,0 0 0,0 0 0,0 0 0,0 0 0,0 0 1,0 0-1,0-1 0,1 1 0,-1-1 0,1 0 0,-1 0 0,1-1 1,0 1-1,-1-1 0,1 1 0,-1-1 0,1 0 0,0-1 1,-1 1-1,1-1 0,-1 1 0,1-1 0,0 0 0,-1 0 1,0-1-1,1 1 0,0-1-10,13-14 40,-1 0 1,0-1-1,-2-1 1,0 0-1,-1-1 0,0 0 1,-1-2-41,7-9 22,362-593-562,-328 529-616,-17 20-1802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26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30006,'0'0'769,"0"0"-301,0 0-94,-7 20 84,-42 149 191,-117 552-606,154-650-43,3 0 0,4 1 0,2 0 0,4 13 0,-1-48 0,31-84-947,-11 9-907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26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27822,'0'0'3713,"0"0"-3081,0 0-64,0 0-536,0 0-32,53 108 0,-42-88 0,0-2 0,0 1 0,-3-3 0,1 0 0,-2-2 0,-1-4 0,-6-10 0,0 0-992,0-10-4849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27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26726,'0'0'3636,"-3"20"-2435,-51 296 3,46-260-1208,-23 170-41,-2 218 45,33-466-646,0-10-1644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2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452 237 30158,'0'0'791,"0"0"-211,0 0-212,0 0-18,0 0-73,-4-22-109,-14-72-102,16 88-66,1 0 0,0 0 0,-1 0 0,0 0 1,0 1-1,-1-1 0,0 1 0,0-1 0,0 1 1,-1 0-1,1 0 0,-1 0 0,0 1 0,-1 0 0,1-1 1,-1 1-1,0 1 0,0-1 0,0 1 0,0 0 1,0 0-1,-1 0 0,0 1 0,1-1 0,-1 2 0,0-1 1,0 1-1,0-1 0,0 2 0,0-1 0,0 1 1,-1 0-1,1 0 0,0 0 0,0 1 0,0 0 0,0 0 1,0 1-1,0 0 0,0 0 0,1 0 0,-1 1 1,1-1-1,-1 1 0,1 1 0,0-1 0,0 1 0,0 0 1,1 0-1,0 0 0,-2 2 0,-11 9 0,1 1 0,0 0 0,2 1 0,-1 1 0,2 0 0,1 1 0,0 1 0,1 0 0,1 0 0,1 1 0,1 0 0,1 1 0,1 0 0,0 0 0,2 0 0,1 1 0,0-1 0,2 1 0,1-1 0,1 8 0,-1-21 0,0-1 0,1 1 0,0-1 0,0 0 0,1 1 0,0-1 0,0 0 0,1 0 0,0 0 0,0-1 0,1 1 0,0-1 0,1 0 0,0 0 0,0 0 0,0 0 0,1-1 0,-1 0 0,2 0 0,-1-1 0,1 1 0,-1-2 0,2 1 0,-1-1 0,0 0 0,1 0 0,0-1 0,-1 0 0,1 0 0,1-1 0,-1 0 0,0 0 0,0-1 0,1 0 0,-1-1 0,1 0 0,-1 0 0,1 0 0,-1-1 0,0-1 0,0 0 0,1 0 0,-1 0 0,2-2 0,9-10 0,-1-1 0,-1-1 0,-1-1 0,0 0 0,-1-1 0,-1-1 0,0 0 0,-2-1 0,0 0 0,-1-1 0,-2 0 0,0-1 0,-1 0 0,-1 0 0,-1-1 0,2-12 0,-7 31-25,1-8-85,0 0 0,2 0 0,-1 0 0,2 1 0,-1-1 0,2 1 0,-1 0 0,2 0 0,-1 0 0,2 1 0,-1 0 0,1 1 0,3-3 110,11-6-2146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2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25766,'0'0'4805,"0"0"-3320,0 0-945,0 20-382,-17 293-145,-4-143-13,-17 273 0,45-423-19,8-42-478,2-15-1316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2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30807,'0'0'1752,"0"0"-1544,0 0-208,2 140 0,-2-77 0,2 10 0,0 6 0,0 6 0,-2-4 0,0-6 0,0-14 0,0-12 0,-2-21 0,-9-12 0,-4-16-568</inkml:trace>
  <inkml:trace contextRef="#ctx0" brushRef="#br0" timeOffset="1188.832">69 94 15771,'0'0'4036,"0"0"2059,0 0-4039,0 0-1239,0 0-226,-5 5-124,1 2-308,0 0-1,0 0 0,0 1 1,1 0-1,0-1 1,1 1-1,0 0 1,0 0-1,0 0 1,1 1-1,0-1 1,1 7-159,2 778 1032,-2-632-1032,13-325-2138,-4 111-3142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30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3353,'0'0'22232,"0"0"-18541,0 0-2286,0 0-739,0 0-177,0 0-69,0 0-113,-3 24-134,-37 252-142,15-100-31,8 2 0,8 0 0,8 33 0,1-209-15,0 0-1,0-1 1,0 1-1,0 0 1,0 0-1,0-1 1,1 1-1,-1 0 1,1-1 0,-1 1-1,1 0 1,0-1-1,0 1 1,0-1-1,-1 1 1,1-1-1,1 0 1,-1 1 0,0-1-1,0 0 1,0 0-1,1 1 1,-1-1-1,1 0 1,-1-1-1,1 1 1,-1 0 0,1 0-1,-1-1 1,1 1-1,0 0 1,-1-1-1,1 0 1,0 1 0,-1-1-1,1 0 1,0 0-1,0 0 1,-1 0-1,1 0 1,0 0-1,0-1 1,-1 1 0,1-1-1,0 1 1,-1-1-1,1 1 1,-1-1-1,1 0 1,0-1 15,22-12-2037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31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572 320 30863,'0'0'958,"0"0"-441,0 0-225,-1-20-172,-10-149-103,8 161-17,0 1 0,0-1 0,0 1 0,-1 0 0,-1 0 0,1 0 0,-1 0 0,0 1 0,0 0 0,-1 0 0,0 1 0,0-1 0,0 1 0,-1 0 0,0 1 0,0 0 0,0 0 0,0 0 0,-1 1 0,1 0 0,-1 0 0,0 1 0,0 0 0,0 1 0,0-1 0,0 2 0,0-1 0,0 1 0,0 0 0,0 1 0,0 0 0,0 0 0,0 0 0,0 1 0,0 1 0,0-1 0,-2 2 0,-6 5 0,1 0 0,-1 1 0,2 1 0,-1 0 0,2 1 0,-1 0 0,2 1 0,-1 1 0,2 0 0,0 0 0,1 1 0,0 1 0,1 0 0,1 0 0,-4 11 0,-7 13 0,2 1 0,1 1 0,2 1 0,2 0 0,3 0 0,0 1 0,3 0 0,2 1 0,2-1 0,2 23 0,1-60 0,0 0 0,0-1 0,1 1 0,-1-1 0,1 1 0,1-1 0,0 0 0,0 0 0,0 0 0,0 0 0,1 0 0,0-1 0,0 1 0,0-1 0,1 0 0,0-1 0,0 1 0,0-1 0,1 0 0,-1 0 0,1-1 0,0 1 0,0-1 0,0-1 0,2 1 0,6 3 0,1-1 0,-1-1 0,1 0 0,0-1 0,0-1 0,1 0 0,-1-1 0,0-1 0,1 0 0,5-1 0,-3-4 0,1-1 0,-1 0 0,-1-1 0,0-1 0,0-1 0,0 0 0,-1-1 0,0-1 0,-1-1 0,0 0 0,-1-1 0,-1 0 0,0-1 0,0 0 0,-2-1 0,0-1 0,0 0 0,-2 0 0,0-1 0,-1 0 0,0-1 0,-1 0 0,-2 0 0,0 0 0,0-1 0,-2 0 0,0 1 0,-1-14 0,-1 13-15,0 0 0,-2 0-1,0 0 1,-1 0 0,-1 1 0,-1-1-1,-1 1 1,0-1 0,-2 1 0,0 1 0,0-1-1,-2 1 16,-30-52-913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58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650 484 22429,'0'0'5992,"0"0"-4211,0 0-1246,-3-19-153,-18-115 295,21 133-673,-21-188 499,19 182-485,0-1 0,-1 1-1,1-1 1,-2 1 0,1 0-1,-1 0 1,0 0 0,0 1-1,-1-1 1,0 1 0,0 0-1,0 1 1,-1-1 0,0 1 0,0 0-1,0 0 1,-1 1 0,0 0-1,1 0 1,-1 1 0,-1-1-1,-6-1-17,6 3 3,-1 0-1,0 1 1,0 0 0,1 0-1,-1 1 1,0 0-1,0 0 1,0 1 0,0 0-1,1 1 1,-1 0-1,0 1 1,1-1-1,0 1 1,-1 1 0,1 0-1,1 0 1,-1 1-1,1-1 1,-1 2-1,1-1 1,1 1 0,-1 0-1,1 0 1,0 1-1,0 0 1,1 0-1,0 0 1,-4 8-3,-25 35 0,2 2 0,2 1 0,3 1 0,2 1 0,3 1 0,2 2 0,2 0 0,3 1 0,2 2 0,-1 103 0,15-159 0,-1 1 0,1 0 0,0-1 0,0 1 0,1-1 0,-1 0 0,1 1 0,0-1 0,1 0 0,-1 0 0,1 0 0,0 0 0,1-1 0,-1 1 0,1-1 0,0 0 0,0 0 0,0 0 0,0-1 0,0 1 0,1-1 0,0 0 0,0 0 0,0-1 0,0 1 0,0-1 0,0 0 0,1 0 0,4 0 0,0 0 0,1 0 0,0-1 0,0 0 0,0 0 0,0-2 0,0 1 0,0-1 0,0-1 0,0 0 0,-1 0 0,1-1 0,-1-1 0,1 0 0,8-4 0,17-15 0,-1-2 0,-1-1 0,-1-2 0,-1-1 0,-2-1 0,-1-1 0,-1-2 0,-2-1 0,-2-1 0,-1-2 0,-1 0 0,1-9 0,24-20-127,-19 46-2476,-14 11-4181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5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31503,'0'0'1264,"0"0"-1264,0 0 0,0 0 0,0 0 0,0 0 0,0 0 0,96 103 0,-85-85 0,-11-7-1040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59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514 174 24333,'0'0'2069,"0"0"-564,0 0-419,0 0-209,0 0-154,-8-9-155,-48-75 721,53 79-1280,-1-1 0,1 1 0,-1 0 0,0 0 0,0 0 0,0 0 0,-1 1 0,1-1 0,-1 1 0,0 0 0,0 1 0,-1-1 0,1 1 1,-1 0-1,0 0 0,0 1 0,0 0 0,0 0 0,0 0 0,0 1 0,0 0 0,-1 0 0,1 0 0,-1 1 0,1 0 0,0 0 0,-1 1 1,1 0-1,0 0 0,0 0 0,-1 1 0,1 0 0,0 0 0,0 0 0,-5 4-9,-9 12 0,0 0 0,2 2 0,0 0 0,1 1 0,1 1 0,1 0 0,1 2 0,1-1 0,1 1 0,2 1 0,0 0 0,1 1 0,-1 11 0,-1-6 0,2 1 0,1 1 0,2 0 0,1 0 0,1 0 0,2 1 0,1-1 0,2 1 0,2 3 0,-3-32 0,1-1 0,0 0 0,0 1 0,1-1 0,-1 0 0,1 0 0,0 0 0,0 0 0,0 0 0,0 0 0,1 0 0,0-1 0,-1 1 0,1-1 0,1 0 0,-1 0 0,0 0 0,1 0 0,-1-1 0,1 1 0,0-1 0,0 0 0,0 0 0,0 0 0,0-1 0,1 1 0,-1-1 0,0 0 0,1 0 0,-1-1 0,2 1 0,5-1 0,0 1 0,1-1 0,-1-1 0,0 0 0,1-1 0,-1 0 0,0 0 0,0-1 0,0-1 0,-1 0 0,11-5 0,8-9 0,0 0 0,-1-2 0,-1-1 0,-1-1 0,-1-1 0,-1-2 0,-1 0 0,-1-2 0,-1 0 0,-2-1 0,-1-1 0,-1-1 0,5-13 0,4-81-1554,-26 114-1269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5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30951,'0'0'824,"0"0"-472,0 0-32,-39 101 0,30-46-320,4 14 0,5 8 0,0 8 0,0 4 0,-2-1 0,0-3 0,0-2 0,0-6 0,2 2 0,0-22-440,8-21-1593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0:0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432 207 30447,'0'0'764,"0"0"-311,0 0-173,0 0 142,-17-19-85,-113-129-273,127 144-64,0 1 0,-1-1 0,0 1 0,0 0 0,0 0 0,0 1 0,0-1 0,0 1 0,-1 0 0,1 0 0,-1 0 0,1 0 0,-1 1 0,0 0 0,1 0 0,-1 0 0,0 1 0,0 0 0,0 0 0,0 0 0,0 0 0,0 1 0,1-1 0,-1 1 0,0 1 0,0-1 0,1 1 0,-1-1 0,1 1 0,-1 0 0,1 1 0,0-1 0,-3 4 0,-8 13 0,1 1 0,0 0 0,2 1 0,0 1 0,2 0 0,0 0 0,2 1 0,0 0 0,2 1 0,0 0 0,2 0 0,1 0 0,0 0 0,2 0 0,1 10 0,-3-16 0,1 0 0,1-1 0,1 1 0,0 0 0,2 0 0,0 0 0,0-1 0,2 1 0,0-1 0,1 0 0,1 0 0,0-1 0,2 1 0,0-1 0,0-1 0,1 0 0,1 0 0,1-1 0,0 0 0,6 5 0,-12-15 0,0-1 0,0 0 0,0 0 0,0 0 0,1 0 0,0-1 0,-1 0 0,1 0 0,0-1 0,0 1 0,0-1 0,0-1 0,0 1 0,0-1 0,0 0 0,0 0 0,1-1 0,-1 0 0,0 0 0,-1 0 0,1-1 0,0 0 0,0 0 0,-1 0 0,1-1 0,-1 0 0,1 0 0,-1 0 0,0-1 0,-1 1 0,2-2 0,14-12 0,0 0 0,-2-1 0,0-1 0,-1-1 0,0-1 0,7-14 0,-8 15-146,-2-1-1,0 0 1,-1-1 0,-1-1 0,-1 0-1,-2-1 1,0 0 0,-1 0-1,-1-1 1,-2 0 0,0 0 0,-2 0-1,1-24 147,-6 28-2387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0:00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414 218 28246,'0'0'1552,"0"0"-598,0 0-370,0 0-124,0 0-74,0 0-94,-5-18-94,-49-129-103,51 143-95,0 0 0,0 0 0,-1 0 0,1 0 0,-1 1 0,0 0 0,0-1 0,0 1 0,0 1 0,-1-1 0,1 1 0,-1-1 0,0 1 0,1 1 0,-1-1 0,0 1 0,0 0 0,0 0 0,0 0 0,0 0 0,0 1 0,-1 0 0,1 0 0,0 1 0,0-1 0,0 1 0,0 0 0,0 1 0,0-1 0,1 1 0,-1 0 0,0 0 0,1 0 0,-1 1 0,1-1 0,0 1 0,0 0 0,0 1 0,0-1 0,0 1 0,0 1 0,-16 20 0,1 2 0,1 0 0,2 1 0,1 1 0,1 0 0,1 1 0,2 1 0,1 0 0,1 0 0,2 1 0,1 0 0,2 0 0,1 0 0,1 14 0,1-26 0,0 1 0,2-1 0,0 0 0,1 1 0,1-1 0,1 0 0,6 17 0,-8-30 0,1-1 0,-1 0 0,1 0 0,0 0 0,0 0 0,1 0 0,-1-1 0,1 0 0,1 1 0,-1-2 0,1 1 0,0 0 0,0-1 0,0 0 0,0 0 0,1 0 0,0-1 0,0 0 0,0 0 0,0 0 0,0-1 0,0 0 0,1 0 0,-1-1 0,5 1 0,-1-1 0,0-1 0,1-1 0,-1 1 0,0-2 0,0 1 0,0-1 0,-1-1 0,1 0 0,0 0 0,-1-1 0,0 0 0,0-1 0,0 0 0,0 0 0,-1-1 0,0 0 0,0 0 0,-1-1 0,1 0 0,-1-1 0,2-2 0,7-10 0,0 0 0,-1-1 0,-1-1 0,-1 0 0,-1-1 0,-1 0 0,7-24 0,-9 18 0,-2 0 0,-2-1 0,0 0 0,-2 0 0,-1 0 0,-3-28 0,2 55-28,-1 1 0,1-1 0,0 1 0,-1 0 0,1-1 0,0 1 0,0 0-1,1 0 1,-1-1 0,0 1 0,1 0 0,-1 0 0,1 1 0,0-1 0,-1 0 0,1 0 0,0 1 0,0-1 0,0 1 0,0 0 0,1-1 0,-1 1 0,0 0-1,0 0 1,1 1 0,-1-1 0,2 0 28,3-2-409,21-9-2033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0:0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30775,'0'0'1248,"0"0"-760,0 0-232,-22 101-256,15-40 0,1 12 0,-3 23 0,0-1 0,0 6 0,1-1 0,3-21 0,3-2 0,2-20 0,18-21 0,8-18-496,2-16-1320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0:0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523 257 31719,'-5'-21'873,"-20"-71"-698,21 83-175,0 1 0,0 0 0,-1-1 0,0 1 0,-1 1 0,0-1 0,0 1 0,0 0 0,-1 0 0,0 1 0,0 0 0,-1 0 0,1 1 0,-1 0 0,-1 0 0,1 1 0,-1 0 0,1 0 0,-1 1 0,0 1 0,-4-2 0,5 2 0,0-1 0,0 1 0,0 0 0,0 1 0,0 0 0,-1 0 0,1 1 0,0 0 0,-1 1 0,1 0 0,0 0 0,0 0 0,0 1 0,0 1 0,0-1 0,0 1 0,0 0 0,1 1 0,-1 0 0,1 0 0,0 1 0,1 0 0,-1 0 0,1 0 0,0 1 0,0 0 0,0 0 0,0 1 0,-9 18 0,0 1 0,2 0 0,1 1 0,1 0 0,1 1 0,2 0 0,0 0 0,2 1 0,1 0 0,2 0 0,0 10 0,-1-20 0,1-1 0,1 0 0,1 1 0,0-1 0,1 1 0,1 0 0,1-1 0,1 0 0,1 1 0,0-1 0,1 0 0,1-1 0,0 1 0,2-1 0,2 4 0,-1-6 0,0-1 0,1 1 0,0-2 0,1 0 0,0 0 0,1-1 0,1 0 0,0-1 0,1 0 0,0-1 0,0-1 0,1 0 0,0-1 0,0-1 0,1 0 0,0-1 0,1-1 0,13 3 0,-17-7 0,1 1 0,-1-2 0,0 0 0,1 0 0,-1-1 0,1-1 0,-1 0 0,0-1 0,0 0 0,0-1 0,-1-1 0,1 0 0,-1 0 0,0-1 0,-1-1 0,1 0 0,-1-1 0,0 0 0,-1-1 0,0 1 0,-1-2 0,0 0 0,0 0 0,-1-1 0,0 1 0,-1-2 0,0 1 0,-1-1 0,0 0 0,-1-1 0,0 1 0,-1-1 0,2-11 0,-3 5-80,-1-1-1,-1 0 1,0 0-1,-2 1 1,-1-1-1,0 0 1,-1 1 0,-1-1-1,-1 1 1,-1 0-1,0 1 1,-1-1-1,-4-4 81,-31-66-4235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8:37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0 435 29822,'0'0'761,"0"0"-417,0 0-176,114-10 32,-68 10-112,11 0-88,-11 2-432,-13 6-1993</inkml:trace>
  <inkml:trace contextRef="#ctx0" brushRef="#br0" timeOffset="268.016">35 837 18572,'0'0'12411,"0"0"-11643,0 0-376,0 0-32,0 0-96,117-19-264,-54-3 0,31-6 0,-15 7-824,-19 1-2041</inkml:trace>
  <inkml:trace contextRef="#ctx0" brushRef="#br0" timeOffset="107045.339">875 161 25870,'0'0'1338,"0"0"-711,0 0-195,0 0 517,0 0-337,-3-19-156,-8-61-79,11 78-296,0-1 0,-1 0 0,1 0 0,0 0 0,-1 0 0,0 0 0,1 0 0,-1 1 0,-1-1 0,1 0 0,0 1 0,0-1 0,-1 1 0,0-1 0,1 1 0,-1 0 0,0 0 0,0 0 0,0 0-1,0 0 1,-1 0 0,1 0 0,-1 1 0,-1-2-81,3 22 163,-22 561-163,7-63 0,16-517 0,1-1 0,-1 1 0,1 0 0,-1 0 0,0-1 0,1 1 0,-1 0 0,1 0 0,-1 0 0,1-1 0,-1 1 0,0 0 0,1 0 0,-1 0 0,1 0 0,-1 0 0,1 0 0,-1 0 0,1 0 0,-1 0 0,1 0 0,-1 0 0,1 0 0,-1 0 0,0 1 0,1-1 0,-1 0 0,1 0 0,-1 0 0,1 1 0,-1-1 0,0 0 0,1 0 0,-1 1 0,0-1 0,1 0 0,-1 1 0,14-85 0,-3 0 0,-4-1 0,-4 0 0,-6-68 0,1 23 0,0-159 0,2 289 0,-1 1 0,1-1 0,0 0 0,-1 1 0,1-1 0,0 0 0,-1 0 0,1 1 0,-1-1 0,1 0 0,-1 0 0,1 0 0,0 0 0,-1 1 0,1-1 0,-1 0 0,1 0 0,-1 0 0,1 0 0,-1 0 0,1 0 0,-1 0 0,1 0 0,-1 0 0,1-1 0,0 1 0,-1 0 0,1 0 0,-1 0 0,1 0 0,-1-1 0,-26 228 0,9 1 0,10 0 0,13 71 0,-4-238 0,3 144 0,-20-250 0,-8-112 0,7-2 0,5-79 0,9 173 0,-1-280 0,9 309 0,0 45 0,-3 369 0,-1-351-35,1 1 1,1-1-1,2 0 1,0-1-1,2 1 1,1-1-1,1 0 1,10 21 34,10 13-1380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5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14 200 30575,'0'0'664,"0"0"-352,0 0-208,0 0-104,0 0-248,0 0-961,125-18-3231</inkml:trace>
  <inkml:trace contextRef="#ctx0" brushRef="#br0" timeOffset="250.102">0 579 30823,'0'0'856,"0"0"-224,0 0-328,0 0-152,154-2-152,-99-8 0,15 4-104,-11 4-1096,-17 2-4538</inkml:trace>
  <inkml:trace contextRef="#ctx0" brushRef="#br0" timeOffset="30103.174">1140 346 26286,'0'0'1499,"0"0"-142,0 0-395,0 0-239,0 0-167,3-14-134,12-161 471,-14 169-891,0 1 0,0 0 0,-1-1 0,0 1 0,0-1 0,0 1 0,-1-1 0,1 1 0,-1 0 0,-1-1 0,1 1 0,-1 0 0,0 0 0,0 0 0,0 0 0,-1 0 0,1 0 0,-1 1 0,-1-1 0,1 1 0,-1 0 1,1 0-1,-1 0 0,0 0 0,0 1 0,-1-1 0,1 1 0,-1 0 0,0 1 0,1-1 0,-1 1 0,-1 0 0,1 0 0,-3 0-2,-1 0 0,-1 0 0,1 1 0,-1 0 0,1 0 0,-1 1 0,1 1 0,-1 0 0,1 0 0,-1 0 0,1 1 0,0 1 0,0 0 0,0 0 0,0 1 0,0 0 0,1 0 0,-1 1 0,1 0 0,1 0 0,-1 1 0,1 0 0,0 1 0,0 0 0,1 0 0,-6 7 0,-5 8 0,1 1 0,2 1 0,0 0 0,1 1 0,2 0 0,1 1 0,0 0 0,-1 11 0,2 1 0,1 0 0,1 1 0,3 0 0,1 0 0,1 0 0,3 0 0,4 36 0,-2-58 0,1 0 0,1 0 0,0 0 0,1 0 0,0-1 0,2 0 0,0 0 0,1-1 0,0 0 0,1 0 0,1-1 0,0-1 0,12 12 0,-17-19 0,0 0 0,1 0 0,-1-1 0,1 0 0,0 0 0,1 0 0,-1-1 0,1 0 0,0-1 0,0 0 0,0 0 0,0 0 0,0-1 0,1-1 0,-1 1 0,1-1 0,-1-1 0,1 1 0,0-1 0,-1-1 0,1 0 0,-1 0 0,1-1 0,-1 0 0,0 0 0,1-1 0,-1 0 0,-1 0 0,3-2 0,7-8 0,0 0 0,-1-1 0,0-1 0,-1 0 0,-1-1 0,-1-1 0,0 0 0,-1-1 0,-1 0 0,0-1 0,-2 0 0,0 0 0,-1-1 0,-1 0 0,-1-1 0,-1 0 0,-1 0 0,-1 0 0,0 0 0,-2 0 0,0-19 0,-1 28 0,0-1 0,0 1 0,-1-1 0,-1 1 0,0-1 0,-1 1 0,0 0 0,0 0 0,-2 0 0,0 0 0,0 0 0,-1 1 0,0 0 0,-1 1 0,0-1 0,0 1 0,-1 0 0,-1 1 0,0 0 0,0 1 0,-1-1 0,-5-2 0,4 4-16,0 2-1,0-1 1,0 1-1,-1 1 1,0 0 0,0 1-1,0 0 1,0 1-1,0 0 1,-1 1 0,1 0-1,-1 1 1,1 1-1,0 0 1,-1 0 0,1 1-1,-5 2 17,-51 18-1233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0:2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18684,'0'0'11274,"0"0"-10625,0 0-353,0 0 8,0 0 16,-26 136-144,21-92-152,1-1-24,4 10-320,0-13-857,0-7-3408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0:28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28726,'0'0'1897,"0"0"-1497,-35 113-248,28-58-152,7 24-88,5-12-560,8-8-1737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0:28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0 28670,'0'0'1472,"-29"118"-751,14-41-377,0 4-144,4-6-136,6-8-64,5 8-216,2-16-616,9-11-1569</inkml:trace>
  <inkml:trace contextRef="#ctx0" brushRef="#br0" timeOffset="1">46 1261 27350,'0'0'1864,"-35"104"-1336,24-43-64,11 24-392,0-22-72,16-9-1360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0:28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27110,'0'0'3569,"-26"103"-3049,19-36-176,7 12-200,0-1-80,9-3-64,9-11-40,-3-11-176,-2-8-184,-4-11-833,-7-15-2944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1:51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513 272 29414,'0'0'1113,"0"0"-719,-6-18-214,-46-138 586,51 151-767,-1 0 1,1 0-1,-1 0 1,0 0-1,0 0 0,-1 0 1,0 1-1,0-1 1,0 1-1,0 0 1,0 0-1,-1 0 0,0 0 1,0 0-1,0 1 1,0 0-1,-1 0 1,1 0-1,-1 0 0,0 1 1,1 0-1,-1 0 1,0 0-1,-1 0 1,1 1-1,0 0 0,0 0 1,-1 0-1,1 1 1,0-1-1,-1 2 0,1-1 1,0 0-1,-1 1 1,-1 0 0,-5 5-13,0 1 1,1 0-1,0 0 0,0 1 1,0 1-1,1-1 0,1 2 1,0-1-1,0 1 1,0 1-1,2 0 0,-1 0 1,1 0-1,1 1 0,-1 1 13,-16 29 8,1 1-1,2 1 0,2 1 1,2 0-1,2 1 0,2 1 1,2 0-1,2 1 0,3 0 1,0 16-8,5-57 3,-2 0 0,1 0 0,-1 1 0,2-1 1,-1 0-1,1 1 0,0-1 0,1 1 0,0-1 1,0 0-1,0 0 0,1 1 0,0-1 0,0 0 1,1 0-1,0-1 0,0 1 0,1-1 1,0 1-1,0-1 0,0 0 0,1-1 0,0 1 1,0-1-1,4 3-3,2-1-1,0-1 1,1-1-1,0 0 1,0-1-1,1 0 1,-1 0-1,1-2 1,-1 1-1,1-2 1,0 0-1,0 0 1,0-1 0,0-1-1,0 0 1,0-1-1,-1 0 1,1-1-1,0 0 1,-1-1-1,0-1 1,0 0-1,1-1 1,-1-3-9,0-1 0,-1 0 0,0 0 0,0-2-1,-1 1 1,-1-1 0,0 0 0,0-1 0,-2 0 0,1-1 0,-2 0 0,0 0-1,0 0 1,-1 0 0,-1-1 0,-1 0 0,0 0 0,0 0 0,-2-1 9,-19-111-3266,-8 75-5643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1:51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 1 28318,'0'0'1136,"0"0"-488,0 0-263,0 0 127,-24 114-136,8-45-184,-6 26-96,-2 27-56,-2 28-40,0 10-8,6-40-416,2-29-1625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1:52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0 161 25958,'0'0'2163,"0"0"-1200,0 0-513,0 0 2,26-5 97,391-56 512,51 10 110,434 10-1171,-820 40-32,18 0-79,0 3 0,0 5 0,33 9 111,-124-14-825,-7-2-794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1:53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5 393 27558,'0'0'1400,"0"0"-752,0 0-48,0 0 73,0 0-217,171-36-160,-98 16-104,1 3-96,3 1-48,-1 6-32,1 6-16,24 4-248,-20 4-608,-15 4-3761</inkml:trace>
  <inkml:trace contextRef="#ctx0" brushRef="#br0" timeOffset="297.092">1189 0 22405,'0'0'6194,"0"0"-4600,0 0-1236,0 0 78,26 15 60,163 109 249,-152-95-637,-1 2 0,-2 1 0,-1 2 0,-2 1 0,-1 1 0,-1 2 0,20 38-108,-38-55-245,0 0 0,-2 1 0,0 1 0,-2 0 0,0 0 0,-2 0-1,0 1 1,-2-1 0,0 1 0,-2 15 245,-1-27-2351</inkml:trace>
  <inkml:trace contextRef="#ctx0" brushRef="#br0" timeOffset="547.683">1892 77 28990,'0'0'832,"-129"55"-464,41-2-119,-12 18 63,-19 28-64,12 27-248,-14 40 0,25-26-769,30-29-2551</inkml:trace>
  <inkml:trace contextRef="#ctx0" brushRef="#br0" timeOffset="815.73">1 984 25934,'0'0'4400,"171"-47"-3919,-13 25-129,34 7-8,1 13 112,-11 2-152,-24 7-176,-15 9-128,-10 2-8,-25 0-216,-7 5-144,-34-3-320,-23-4-1345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2:00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26038,'0'0'0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2:00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28462,'0'0'920,"0"0"337,0 0-697,0 0-72,0 0-176,0 0-152,123 2-160,-46-26-112,-9 3-512,-9-1-2457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2:0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361 267 27206,'0'0'3018,"0"0"-2110,0 0-551,-4-21-34,-16-160 268,21 179-591,-1 0 0,1 0-1,-1 0 1,1 0 0,-1 0 0,0 0 0,0 0-1,1 0 1,-2 0 0,1 0 0,0 0 0,0 0-1,-1 0 1,1 0 0,-1 0 0,1 0 0,-1 1-1,0-1 1,0 0 0,1 0 0,-2 0 0,1 1 0,0-1-1,0 1 1,0-1 0,-1 1 0,1-1 0,-1 1-1,1 0 1,-1-1 0,0 1 0,1 0 0,-1 0-1,0 0 1,0 1 0,1-1 0,-1 0 0,0 1-1,0-1 1,0 1 0,0-1 0,0 1 0,0 0 0,0 0-1,0 0 1,0 0 0,0 0 0,0 1 0,-1-1 0,-5 6-3,0 0 0,0 1 0,0 0 0,1 0 0,0 1 0,1 0 0,0 0 0,0 0 0,0 1 1,1 0-1,1 0 0,-1 1 0,1-1 3,-6 10-2,-21 39 32,2 0 1,3 2 0,3 1-1,2 2 1,3-1 0,3 2-1,-1 22-30,14-80 6,1 0-1,-1 0 0,1 0 0,1 0 0,-1 0 1,1 0-1,0 0 0,1 0 0,-1 0 1,1 0-1,1-1 0,-1 1 0,1 0 0,0 0 1,0-1-1,0 1 0,1-1 0,0 0 1,0 0-1,0 0 0,1 0 0,-1 0 1,1-1-1,0 1 0,1-1 0,-1 0 0,1 0 1,0-1-1,0 1 0,0-1 0,0-1 1,0 1-1,1 0 0,0-1 0,-1 0 1,1-1-1,0 1 0,4 0-5,16-2 0,-1 0 0,0-2 0,0 0 0,0-2 0,0-1 0,-1-1 0,1-1 0,-1-1 0,-1-1 0,0-1 0,0-1 0,-1-1 0,0-1 0,-1-1 0,-1-1 0,0-1 0,-1 0 0,-1-2 0,0 0 0,9-13 0,-25 29-45,4-3-86,-1 0 0,0-1 0,0 1 0,0-1 0,-1 0 0,0 0 0,0-1 0,0 1 0,-1-1 0,0 0 0,0 0 0,-1 0 0,0 0 0,0 0 0,0-7 131,-2 9-3743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8:58.58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4525 1087 24077,'0'0'4305,"0"0"-2981,0 0-968,0 0 79,0 0 81,0-18 270,1 7-583,1 4-175,0-1-1,0 1 0,-1 0 1,0-1-1,0 1 0,-1-1 0,0 1 1,0-1-1,-1 1 0,0-1 1,0 1-1,-1-1 0,1 1 1,-2 0-1,1 0 0,-1 0 1,0 0-1,-1 1 0,0-1 1,0 1-1,0-1 0,0 2 0,-1-1 1,0 0-1,-1 1 0,1 0 1,-1 0-1,-3-2-27,-2 3 0,0 1 0,-1 0 0,1 0 0,-1 1 0,0 0 0,1 1 0,-1 1 0,0 0 0,0 0 0,0 1 0,1 1 0,-1 0 0,0 0 0,1 1 0,0 1 0,-1 0 0,2 0 0,-1 1 0,0 1 0,1-1 0,0 2 0,0 0 0,1 0 0,-4 3 0,-19 21 0,0 1 0,3 1 0,0 2 0,2 1 0,2 1 0,2 1 0,1 1 0,2 1 0,1 1 0,3 0 0,1 2 0,2 0 0,2 0 0,2 1 0,1 0 0,3 0 0,2 1 0,2 32 0,-2-64 0,2 0 0,-1 0 0,2 1 0,0-1 0,0 0 0,1 0 0,1 0 0,0 0 0,1 0 0,1 0 0,0 0 0,0-1 0,1 0 0,1 0 0,0 0 0,1 0 0,0-1 0,0 0 0,1-1 0,1 0 0,0 0 0,0-1 0,1 0 0,0 0 0,0-1 0,6 2 0,-3-3 0,1-2 0,1 0 0,-1-1 0,1 0 0,0-1 0,-1-1 0,1 0 0,0-1 0,1-1 0,-1 0 0,0-1 0,0-1 0,0 0 0,-1-1 0,1 0 0,0-1 0,-1-1 0,0-1 0,0 0 0,-1 0 0,1-2 0,-1 1 0,-1-2 0,0 0 0,0 0 0,-1-1 0,3-3 0,16-21 0,-1-1 0,-2-2 0,-1-1 0,-2-1 0,-2 0 0,-1-2 0,-3-1 0,-1 0 0,-2-2 0,-2 1 0,-2-2 0,-1 1 0,-3-2 0,-2 1 0,-2-1 0,-1-6 0,0 30 0,0-1 0,-2 0 0,0 1 0,-2-1 0,0 0 0,-2 1 0,0 0 0,-1 0 0,-2 0 0,0 0 0,-1 1 0,-1 1 0,-9-14 0,18 33-8,0 0-1,0 0 1,0 0 0,0 0 0,0 1-1,-1-1 1,1 0 0,0 0-1,-1 0 1,1 1 0,-1-1 0,1 0-1,-1 1 1,1-1 0,-1 0 0,1 1-1,-1-1 1,0 0 0,1 1-1,-1-1 1,0 1 0,1-1 0,-1 1-1,0 0 1,0-1 0,0 1-1,1 0 1,-1-1 0,0 1 0,0 0-1,0 0 1,0 0 0,1 0-1,-1 0 1,0 0 0,0 0 0,0 0-1,0 0 1,0 0 0,1 0-1,-1 1 1,0-1 0,0 0 0,0 1-1,1-1 1,-1 0 0,0 1 0,0-1-1,1 1 1,-1-1 0,0 1-1,1 0 1,-1-1 0,1 1 0,-1 0-1,1-1 1,-1 1 0,1 0-1,-1-1 1,1 1 0,0 0 0,-1 0 8,1 112-3879,5-52-5716</inkml:trace>
  <inkml:trace contextRef="#ctx0" brushRef="#br0" timeOffset="276.378">4996 1827 25365,'0'0'5802,"0"0"-5250,0 0-16,0 0-112,0 0-336,0 0-88,0 0 0,68 86 0,-59-80 0,-3 0 0,-6-4 0,0 0-1008,-4-2-5018</inkml:trace>
  <inkml:trace contextRef="#ctx0" brushRef="#br0" timeOffset="8483.645">10314 1264 16123,'0'0'8228,"0"0"-3711,0 0-3144,0 0-762,0 0-60,0-2-46,1-45 113,1 35-607,0 1 0,-1 0 0,0-1 0,0 0 0,-1 1 0,-1-1 0,0 1 0,-1-1 0,0 1 0,-1 0 0,0 0 0,0 0-1,-2 0 1,1 0 0,-1 1 0,-1-1 0,1 2 0,-2-1 0,0 0 0,0 1 0,0 1 0,-2-2-11,3 7 0,1 0 0,0 0 0,-1 1 0,1 0 0,-1 0 0,0 1 0,1-1 0,-1 1 0,0 0 0,0 1 0,0-1 0,0 1 0,0 0 0,0 1 0,0 0 0,0 0 0,1 0 0,-1 0 0,0 1 0,0 0 0,1 0 0,0 1 0,-1-1 0,1 1 0,0 0 0,0 1 0,0-1 0,1 1 0,-2 1 0,-10 9 0,1 0 0,1 1 0,0 1 0,1 0 0,1 0 0,0 2 0,-9 17 0,-3 17 0,1 1 0,3 1 0,3 1 0,2 1 0,2 0 0,-3 40 0,4 100 0,12-187 0,0 0 0,1 1 0,0-1 0,0 0 0,1 0 0,0 0 0,1 0 0,0 0 0,0-1 0,1 1 0,0-1 0,1 0 0,-1 0 0,2 0 0,-1-1 0,1 0 0,0 0 0,1 0 0,-1-1 0,1 0 0,1 0 0,-1 0 0,1-1 0,0-1 0,0 1 0,0-1 0,1 0 0,-1-1 0,1 0 0,0-1 0,0 1 0,0-2 0,0 1 0,1-1 0,-1-1 0,0 0 0,0 0 0,1-1 0,-1 0 0,0 0 0,0-1 0,0 0 0,0-1 0,0 0 0,-1 0 0,1-1 0,1-1 0,15-14 0,0-1 0,-2-2 0,0 0 0,-2-1 0,0-1 0,-2-1 0,0-1 0,-2 0 0,-1-1 0,-1-1 0,-2-1 0,0 0 0,-2 0 0,-2-1 0,0-1 0,-2 0 0,-1 0 0,-2-4 0,2 1-11,-2 0 1,-1 0-1,-2 0 0,-1 0 1,-2 0-1,-1 0 0,-6-23 11,7 48-229,-1 0 0,0 0 0,-1 1 0,1-1-1,-2 1 1,1 0 0,-1 0 0,0 1 0,-1-1-1,0 1 1,0 0 0,-1 1 0,1-1 0,-4-1 229,-18-8-5279</inkml:trace>
  <inkml:trace contextRef="#ctx0" brushRef="#br0" timeOffset="9054.97">9402 761 28270,'0'0'1315,"0"0"-674,0 0-94,-13 19-1,0-1-406,5-7-61,0 0 0,0 1 0,1 0 1,1 0-1,0 0 0,1 1 0,0 0 0,1 0 0,-3 14-79,-31 210 596,0 117-596,10 46 0,24-380 0,0-52 0,4-10-304,0-4-1216</inkml:trace>
  <inkml:trace contextRef="#ctx0" brushRef="#br0" timeOffset="9845.902">8599 1268 21709,'0'0'5290,"0"0"-3570,0 0-974,0 0-26,0 0-96,0 0-221,3-14-155,16-116 261,-16-28-151,-4 153-356,0 0 0,0 1-1,0-1 1,-1 0 0,0 0 0,0 1 0,0-1 0,0 1-1,-1 0 1,0 0 0,0 0 0,0 0 0,0 0-1,-1 0 1,1 1 0,-1 0 0,0 0 0,0 0 0,0 0-1,0 0 1,-1 1 0,1 0 0,-1 0 0,1 0-1,-1 0 1,0 1 0,0 0 0,0 0 0,0 0 0,-1 1-2,-6 1-1,-1 1 0,1 0 0,-1 1 0,1 1 0,0 0 0,0 1 0,0 0 0,1 0 0,-1 1 1,1 1-1,1 0 0,-1 1 0,2 0 0,-1 0 0,1 1 0,0 0 0,0 1 0,1 0 0,1 0 0,0 1 1,0 0-1,1 0 0,0 0 0,1 1 0,-4 11 1,-14 25 13,1 1 0,3 1-1,2 0 1,2 1 0,2 1 0,3 0 0,2 1 0,2-1 0,3 2-1,2-1 1,3 23-13,-2-70 9,0 0-1,1 0 1,0 0-1,0 0 0,0 0 1,1 0-1,0 0 1,0 0-1,0-1 1,1 1-1,0-1 0,0 1 1,0-1-1,0 0 1,1-1-1,0 1 1,0 0-1,1-1 0,-1 0 1,1 0-1,0 0 1,0-1-1,0 0 1,0 0-1,1 0 0,-1 0 1,1-1-1,0 0 1,-1 0-1,1 0 1,1-1-9,7 0 0,-1-1 0,1 0 1,0-1-1,0 0 0,-1-1 1,1-1-1,-1 0 0,0-1 1,0 0-1,0-1 0,0 0 1,-1-1-1,0-1 0,0 0 1,0 0-1,-1-1 0,-1-1 0,10-8 0,1-3 0,-1 0 0,0-2 0,-2 0 0,-1-1 0,0-1 0,-2-1 0,0 0 0,6-18 0,-12 19-8,-1 0-1,0-1 1,-2 0 0,-1 0-1,-1-1 1,-1 1 0,-2-1-1,0-23 9,-1 43-162,-1-1-1,1 0 1,-1 1-1,0-1 1,0 1-1,-1-1 0,0 1 1,0 0-1,0-1 1,-1 1-1,0 0 1,0 0-1,-1 1 0,1-1 1,-1 1-1,0 0 1,-1 0-1,1 0 1,-2-1 162,-20-15-4839</inkml:trace>
  <inkml:trace contextRef="#ctx0" brushRef="#br0" timeOffset="11514.41">7499 1132 27022,'0'0'1728,"0"0"-866,0 0-130,0 0-88,0 0-148,3-17-111,0 2-305,8-153 597,-11 164-673,0-1 1,0 0-1,-1 0 0,0 0 0,0 0 0,0 1 0,0-1 0,-1 0 1,0 1-1,0-1 0,0 1 0,-1 0 0,1 0 0,-1 0 0,0 0 0,0 0 1,0 0-1,-1 1 0,1-1 0,-1 1 0,0 0 0,0 0 0,0 1 1,0-1-1,-1 1 0,1 0 0,-1 0 0,1 0 0,-1 1 0,0 0 1,0-1-1,1 2 0,-1-1 0,-4 0-4,0 2 0,-1-1 0,1 2 0,0-1 0,0 1 0,0 0 0,1 1 0,-1 0 0,1 1 0,-1-1 0,1 2 0,0-1 0,0 1 0,1 0 0,-1 1 0,1 0 0,1 0 0,-1 0 0,1 1 0,0 0 0,-5 8 0,-89 168 0,79-127 0,3 1 0,2 0 0,3 2 0,2-1 0,3 1 0,3 1 0,2-1 0,2 1 0,5 14 0,-4-65 0,0-1 0,1 0 0,1 0 0,-1 0 0,1 0 0,1 0 0,-1-1 0,1 1 0,1-1 0,-1 0 0,1 1 0,0-1 0,1-1 0,0 1 0,0-1 0,0 0 0,1 0 0,0 0 0,0-1 0,0 0 0,1 0 0,0-1 0,0 0 0,0 0 0,0 0 0,1-1 0,-1 0 0,1 0 0,0-1 0,0 0 0,0-1 0,0 1 0,0-2 0,0 1 0,0-1 0,0 0 0,0-1 0,0 0 0,1 0 0,-2-1 0,4 0 0,9-9 0,-1-1 0,-1 0 0,0-1 0,0-1 0,-1-1 0,-1 0 0,0-1 0,-2-1 0,0 0 0,0-1 0,-2-1 0,3-6 0,3 0-6,-2-1 0,-1-1 1,-1-1-1,-1 0 0,-2-1 0,0 0 0,-2-1 1,-2 0-1,0 0 0,-2-1 0,-1 1 0,-2-1 0,-1 0 1,-1-3 5,-36-85-2633,8 77-2543</inkml:trace>
  <inkml:trace contextRef="#ctx0" brushRef="#br0" timeOffset="12354.743">6497 696 26014,'0'0'2455,"0"0"-1320,0 0-366,0 0-123,0 0-138,0 0-180,-4 1-153,3 0-162,-1 0 1,1 0 0,-1 0 0,1 0 0,0 0 0,-1 1 0,1-1 0,0 0 0,0 1-1,-1-1 1,1 1 0,1-1 0,-1 1 0,0-1 0,0 1 0,0 0 0,1-1 0,-1 1-1,1 0 1,-1-1 0,1 1 0,0 0 0,0 0 0,0 0 0,0-1 0,0 1 0,0 0-1,0 0 1,1 0 0,-1-1 0,0 1 0,1 0-14,-1 5 33,-10 136 86,-6 0-1,-31 124-118,27-163 23,-50 281-23,67-363-1023,3-22-1019</inkml:trace>
  <inkml:trace contextRef="#ctx0" brushRef="#br0" timeOffset="13127.05">5669 1000 26142,'0'0'1733,"0"0"-702,0 0-260,0 0-92,0 0-179,0 0-180,4-15-125,24-118 254,-28 133-447,1-2 1,0 0 0,0 1 0,-1-1 0,1 0 0,-1 0 0,1 0 1,-1 0-1,0 0 0,0 0 0,0 0 0,0 1 0,0-1 0,0 0 0,0 0 0,-1 0 0,1 0 0,-1 0 0,0 0 0,1 1 0,-1-1 0,0 0 0,0 0 0,0 1 0,0-1 0,0 1 0,0-1 0,-1 1 0,1-1 0,0 1 0,-1 0 0,1 0 0,-1-1 0,1 1 0,-1 0 0,0 0 0,0 1 1,1-1-1,-1 0 0,0 1 0,0-1 0,0 1 0,0-1 0,1 1 0,-1 0 0,-1 0-3,-4 0 0,-1 0 1,0 1-1,1 0 0,-1 1 1,0 0-1,1 0 0,0 1 1,-1-1-1,1 1 1,0 1-1,1 0 0,-1 0 1,1 0-1,-1 1 0,1-1 1,0 2-1,1-1 1,-1 1-1,1-1 0,-3 7 0,-83 139 33,75-114-1,2 0 0,2 2 0,1-1 0,2 2 0,2-1 0,1 1 0,2 0 0,2 0 0,2 0 0,2 14-32,-2-45 11,1 0 0,0 1 0,1-1 0,0 0 1,0 0-1,1 0 0,0 0 0,1-1 0,0 1 0,0-1 0,1 0 1,0 0-1,0-1 0,1 1 0,0-1 0,0 0 0,1-1 0,0 1 1,0-1-1,0-1 0,1 1 0,0-1 0,0-1 0,0 1 0,0-1 1,1-1-1,0 0 0,0 0 0,0 0 0,0-1 0,4 0-11,3-1 5,0-1 0,-1-1 0,1 0 0,0-1 1,-1-1-1,1 0 0,-1-1 0,0-1 0,0 0 0,-1-1 0,1-1 0,-1 0 0,-1-1 0,1 0 0,-1-1 0,-1-1 0,0 0 0,0-1 0,-1 0 0,0 0 0,-1-1 0,6-10-5,1-1 0,-1 0-1,-1-2 0,-2 0 0,0 0 1,-1-1-1,-2-1 0,-1 0 1,-1 0-1,-1-1 0,-2 0 1,0 0-1,-1-9 1,-2 25 0,-1 1 0,0-1 0,0 0 0,-1 0 0,-1 1 0,0-1 0,0 0 0,-2 1 0,1-1 0,-1 1 0,-1-1 0,0 1 0,0 1 0,-1-1 0,-1 0 0,0 1 0,0 0 0,-1 1 0,0-1 0,-4-3 0,4 5-30,-1 1-1,0 0 1,-1 0 0,1 0 0,-1 1-1,0 0 1,-1 1 0,1 0 0,-1 0-1,0 1 1,0 0 0,-1 1-1,1 0 1,-1 1 0,0 0 0,1 1-1,-1 0 1,0 1 0,0 0 0,0 0-1,1 1 1,-1 1 0,0 0-1,1 0 1,-1 1 0,1 0 0,0 1-1,0 0 1,0 1 0,0 0 30,-31 30-2214,7 1-4618</inkml:trace>
  <inkml:trace contextRef="#ctx0" brushRef="#br0" timeOffset="14085.711">3878 2361 18780,'0'0'7560,"0"0"-5641,0 0-1298,0 0 33,23-2-23,144-21 183,-37 6-465,0 6 0,1 6 0,45 7-349,-48-1-12,1087 9-134,-989-5 447,0-9 0,159-26-301,-158 1 68,85-11-25,2 13 0,136 13-43,-69 61 140,-109-7-137,351 18-3,-592-56 0,0 1 0,0 2 0,0 1 0,-1 2 0,0 0 0,-1 2 0,0 2 0,0 0 0,-1 2 0,-1 1 0,13 10 0,-36-22-130,-1 1 0,0-1 0,0 0 0,0 1 0,0 0-1,-1-1 1,0 1 0,1 0 0,-1 0 0,-1 0 0,1 1 0,-1-1 0,1 0 0,-1 1 0,0-1 0,-1 1 0,1-1-1,-1 1 1,0-1 0,0 1 0,0-1 0,-1 4 130,-3 11-7308</inkml:trace>
  <inkml:trace contextRef="#ctx0" brushRef="#br0" timeOffset="22904.485">9101 63 18132,'0'0'7832,"0"0"-5439,0 0-1701,0 0-127,0 0-73,-9-9-66,-43-44-41,39 119-222,-32 71 245,22-3-179,6 1 0,4 42-229,3-53 109,-129 1366 411,125-655-3579,14-736-1716</inkml:trace>
  <inkml:trace contextRef="#ctx0" brushRef="#br0" timeOffset="23930.81">3624 2539 7370,'0'0'9346,"0"0"-1765,0 0-5416,0 0-1497,0 0-117,0 0 2,2-15 36,9-45-64,-9 58-490,1-1 1,-1 0 0,1 0 0,-1 1 0,1-1 0,0 1 0,0 0 0,0 0 0,0 0-1,0 0 1,0 1 0,1-1 0,-1 1 0,0 0 0,1 0 0,-1 0 0,1 0 0,-1 0-1,1 1 1,0 0 0,-1 0 0,1 0 0,0 0 0,-1 0 0,1 1 0,0 0-36,7-1 83,704-9 900,-19-2-763,290-16-72,43-40-104,-481 28-68,-418 10-228,-129 26 197,1 1 1,-1-1-1,0 1 1,0-1-1,0 0 1,-1 1 0,1-1-1,-1 0 1,1 0-1,-1 1 1,0-1-1,0 0 1,0 0-1,0 0 1,-1 1 0,1-1-1,-1 0 1,1 0-1,-1 1 1,0-1-1,0 1 1,0-1-1,-1 1 1,1-1-1,-1 1 1,1 0 0,-1-1-1,0 1 1,0 0-1,0 0 1,0 0-1,0 0 1,0 1-1,0-1 1,-2 0 54,-26-28-2131</inkml:trace>
  <inkml:trace contextRef="#ctx0" brushRef="#br0" timeOffset="44701.712">8838 2460 25165,'0'0'4032,"0"0"-2569,0 0-788,0 0-110,0 0-81,6-14-161,-5 10-312,0 1-9,-1-1-1,1 1 1,0 0-1,1 0 1,-1 0-1,1-1 1,-1 1-1,1 0 1,0 1-1,0-1 1,0 0-1,0 1 1,1-1-1,-1 1 1,1-1 0,-1 1-1,1 0 1,0 0-1,0 0 1,0 1-1,0-1 1,0 1-1,0 0 1,1 0-1,-1 0 1,0 0-1,1 0 1,-1 1-1,0-1 1,1 1-1,-1 0 1,3 0-2,391 34 0,197 13 0,-501-41-136,-69-9-1008,-18-10-1993</inkml:trace>
  <inkml:trace contextRef="#ctx0" brushRef="#br0" timeOffset="45246.954">4619 2815 25501,'0'0'1590,"0"0"-196,0 0-423,0 0-258,0-19-117,4-58-136,-3 75-441,0-1-1,1 1 0,-1 0 1,1-1-1,-1 1 0,1 0 1,0 0-1,0 0 0,0 0 1,0 0-1,0 1 0,1-1 1,-1 1-1,1-1 0,-1 1 1,1 0-1,-1 0 0,1 0 1,-1 0-1,1 0 0,0 1 1,-1-1-1,1 1 0,0 0 1,0 0-1,0 0 0,-1 0 1,1 0-1,0 1-18,12-3 62,212-12 327,1273-6 175,-1343 20-569,854 39 5,-549-28-113,-461-12-622,-13-2-786</inkml:trace>
  <inkml:trace contextRef="#ctx0" brushRef="#br0" timeOffset="102136.321">3983 1136 11939,'0'0'13152,"0"0"-9953,0 0-2595,0 0-148,0 0-36,0 0-53,-2-11-164,-3-32-92,35 32-3,250 43 370,531 9-371,7 49-114,-429-78 21,-153-9 144,174 29-158,628 184 468,-143-69-334,-315-24 9,-615-126-1237,-2-7-372</inkml:trace>
  <inkml:trace contextRef="#ctx0" brushRef="#br0" timeOffset="102667.847">4246 1347 20788,'0'0'6420,"0"0"-4807,0 0-1341,0 0 169,24 2 167,236 5 367,591-84-273,1023-104 51,-1347 155-710,127 25-43,-282 17 33,-2 17 0,-1 15 0,152 49-33,-198-5 48,-297-77-448,-110-15-1126,14-7-352</inkml:trace>
  <inkml:trace contextRef="#ctx0" brushRef="#br0" timeOffset="103116.312">4737 1604 27718,'0'0'807,"0"0"-468,0 0-141,0 0 166,0 0 236,24 14 1,92 43-177,21-42-160,457-34 304,-8-11-273,2 25-1,-1 25 1,208 49-295,-239 1 0,-531-56-663,-50-11-24,-12-2-668</inkml:trace>
  <inkml:trace contextRef="#ctx0" brushRef="#br0" timeOffset="104673.984">4288 3991 27710,'0'0'856,"0"0"-289,0 0-298,0 0 22,-7-23 17,-32-135 8,35 140-224,-1 0-1,0 0 1,-1 0 0,-1 0-1,0 1 1,-2 0 0,0 1-1,0 0 1,-2 0 0,0 1-1,-4-4-91,10 13 25,-1 0 0,0 0 0,0 0 1,0 1-1,-1-1 0,0 1 0,0 1 0,0 0 0,-1 0 0,1 0 0,-1 1 0,0 0 0,0 0 0,0 1 1,-1 0-1,1 1 0,0 0 0,-1 0 0,1 0 0,0 1 0,-1 1 0,1-1 0,-1 2 0,1-1 0,0 1 1,-3 1-27,0 2 8,0 1-1,0 1 0,1-1 0,0 2 0,0 0 1,1 0-1,0 1 0,0 0 0,1 0 0,0 1 1,1 0-1,0 0 0,0 1 0,-3 9-6,-11 24 4,2 1 0,2 0-1,2 1 1,2 1 0,2 0 0,2 1-1,2 0 1,2 1 0,3-1 0,1 1 0,5 28-4,-3-57 1,1-1 0,0 0 0,1 1 1,1-1-1,1-1 0,1 1 1,1-1-1,0 0 0,5 7-1,-9-19 2,0 0 0,1 0 1,-1 0-1,2 0 0,-1-1 0,0 0 0,1 0 0,0 0 0,0-1 1,0 1-1,1-1 0,0 0 0,-1-1 0,1 1 0,0-1 0,1-1 0,-1 1 1,1-1-1,-1 0 0,1 0 0,0-1 0,-1 0 0,1 0 0,0 0 1,0-1-1,0 0 0,1-1-2,8-5 28,-1 0-1,1-1 1,-1-1 0,-1 0 0,1-1-1,-2-1 1,1 0 0,-1-1-1,-1 0 1,0-1 0,0 0 0,-1-1-1,-1-1 1,0 1 0,-1-2-1,0 1 1,-2-1 0,1 0 0,2-11-28,124-291-163,-101 267-2415,-21 36-2466</inkml:trace>
  <inkml:trace contextRef="#ctx0" brushRef="#br0" timeOffset="104949.41">4523 4379 9682,'0'0'20893,"0"0"-19805,0 0-512,26 125-96,-15-102-432,-2-5-48,-1-8 0,1-4 0,-2-2 0,-3 0 0,0 0 0,-4 1 0,0 1-920,-2-2-1969</inkml:trace>
  <inkml:trace contextRef="#ctx0" brushRef="#br0" timeOffset="107138.973">5566 3671 22237,'0'0'2211,"0"0"509,0 0-1413,0 0-610,0 0-109,0 0-84,9 15 932,-14 62-1180,-4 0-1,-2 0 1,-4-1-1,-11 25-255,-6 39 45,-21 235-45,52-375-11,1 0-1,0 0 1,0-1-1,-1 1 1,1 0 0,-1 0-1,1 0 1,0 0-1,-1 0 1,1 0-1,0 0 1,-1 0 0,1 0-1,0 0 1,-1 0-1,1 0 1,-1 0 0,1 0-1,0 0 1,-1 0-1,1 0 1,0 0-1,-1 0 1,1 0 0,0 1-1,-1-1 1,1 0-1,0 0 1,0 0 0,-1 1-1,1-1 1,0 0-1,-1 1 1,1-1 11,-2-15-1844</inkml:trace>
  <inkml:trace contextRef="#ctx0" brushRef="#br0" timeOffset="113186.701">8479 4119 6481,'0'0'18806,"0"0"-14345,0 0-3769,0 0-144,0-22-85,0-153 210,0 172-663,-1 0 0,1 0-1,0-1 1,-1 1 0,0 0-1,0 0 1,0 0 0,0 0-1,0 0 1,-1 0 0,1 0-1,-1 0 1,0 1 0,1-1-1,-1 1 1,-1-1 0,1 1-1,0 0 1,-1-1 0,1 1-1,-1 0 1,1 1 0,-1-1-1,0 0 1,0 1 0,0 0-1,0-1 1,0 1 0,0 0-1,0 1 1,0-1 0,0 0-1,-1 1 1,1 0 0,0 0-1,0 0 1,-1 0 0,1 0-1,0 1 1,0-1 0,0 1-1,0 0 1,0 0 0,-2 1-10,-9 5 7,0 1 1,0 0 0,0 2-1,1-1 1,1 1 0,0 1 0,0 0-1,1 1 1,0 0 0,1 1 0,1 0-1,0 1 1,0 0 0,-3 10-8,-5 5 8,2 1 0,1 1 1,1 0-1,2 1 1,1 0-1,2 1 1,1 0-1,1 0 0,2 0 1,1 1-1,2 0 1,1-1-1,2 2-8,-2-31 0,1 0 0,-1 0 0,1 0 0,0 0 0,0 0 0,1 0 0,-1 0 0,1 0 0,-1-1 0,1 1 0,1 0 0,-1-1 0,0 0 0,1 1 0,0-1 0,-1 0 0,1 0 0,0-1 0,1 1 0,-1-1 0,0 1 0,1-1 0,0 0 0,-1 0 0,1-1 0,0 1 0,0-1 0,0 0 0,0 0 0,0 0 0,0 0 0,0-1 0,0 1 0,0-1 0,0 0 0,0-1 0,1 1 0,-1-1 0,0 1 0,0-1 0,0-1 0,0 1 0,-1 0 0,1-1 0,2-1 0,12-7 0,0-1 0,0-2 0,-1 1 0,0-2 0,-1 0 0,-1-1 0,-1-1 0,0 0 0,0-1 0,-2-1 0,5-9 0,-7 14 0,8-12-94,-9 10-37,1 0 0,1 1 0,1 0 0,-1 1 0,2 0 1,0 1-1,0 1 0,2 0 0,-1 0 0,12-5 131,3 2-1982</inkml:trace>
  <inkml:trace contextRef="#ctx0" brushRef="#br0" timeOffset="113596.963">9527 3862 29198,'0'0'1229,"0"0"-653,0 0-98,0 0 175,-6 26-163,-39 172-347,-68 263-143,102-360-416,34-99-2627,-5-10-1644</inkml:trace>
  <inkml:trace contextRef="#ctx0" brushRef="#br0" timeOffset="113846.242">10140 3829 28326,'0'0'2169,"0"0"-1729,0 0 144,0 0 144,0 0-208,46 116-520,-39-59 0,-3 14 0,-1 24 0,-3 27 0,0 22 0,-5-7 0,-8-29 0,-4-13 0,3-44-392,1-11-5057</inkml:trace>
  <inkml:trace contextRef="#ctx0" brushRef="#br0" timeOffset="111899.06">6513 3995 26886,'0'0'1143,"0"0"-430,0 0-135,0 0-20,0 0-94,0 0-159,-1-3-104,1-45 291,1 41-457,0 1-1,0-1 1,-1 0-1,0 0 0,0 1 1,-1-1-1,0 0 1,0 0-1,0 1 1,-1-1-1,0 1 1,-1-1-1,1 1 0,-1 0 1,0 0-1,0 0 1,-1 0-1,-1-1-34,0 5 6,0 0-1,-1 0 1,1 1-1,0 0 1,-1 0-1,1 0 1,-1 0-1,1 1 1,-1 0-1,1 0 1,-1 1-1,1-1 0,0 1 1,-1 0-1,1 1 1,0-1-1,-1 1 1,1 0-1,0 0 1,0 1-1,0-1 1,1 1-1,-1 0 1,1 1-1,0-1 1,-4 4-6,-11 12 17,1 0 0,1 1 0,0 1 0,2 1 1,0 0-1,2 1 0,0 0 0,2 1 0,1 0 0,0 1 0,2 0 0,1 1 1,1 0-1,1 0 0,1 0 0,2 0 0,0 1 0,2-1 0,1 1 1,2 6-18,-4-28 8,1 0 0,-1 0 0,1 1 0,1-1 0,-1 0 0,1 0 0,0 0 0,0 0 0,0 0 0,1 0 0,0 0 0,0 0 0,0-1 0,0 1 0,1 0 0,0-1 0,0 0 0,0 0 0,0 0 0,1 0 1,0 0-1,-1-1 0,1 0 0,1 1 0,-1-1 0,0-1 0,1 1 0,-1-1 0,1 0 0,0 0 0,4 1-8,1-2 4,0 0 1,0-1-1,0-1 0,0 0 1,1 0-1,-2-1 0,1 0 1,0 0-1,0-1 1,-1-1-1,1 0 0,-1 0 1,0-1-1,-1 0 0,1 0 1,-1-1-1,0 0 0,3-4-4,127-134-6,-123 128 6,0-1 0,-1 0 0,-2-1 0,0 0 0,0-1 0,-2-1 0,0 0 0,-2 0 0,0-1 0,-1 0 0,-1 0 0,-1 0 0,-1-1 0,-1 0 0,0 0 0,-2 0 0,-1 0 0,-1-2 0,0 17 0,-1 0 0,0 0 0,-1 0 0,0 1 0,0-1 0,0 1 0,-1 0 0,0 0 0,0 0 0,0 0 0,-1 1 0,0-1 0,0 1 0,0 1 0,-1-1 0,0 1 0,0 0 0,0 0 0,0 0 0,0 1 0,-1 0 0,0 0 0,1 1 0,-1 0 0,0 0 0,0 0 0,0 1 0,0 0 0,-3 1 0,8 0-20,0 1-1,1 0 1,-1 0 0,0 0-1,1-1 1,-1 2 0,1-1-1,-1 0 1,1 0 0,-1 0-1,1 1 1,0-1 0,0 1-1,0-1 1,0 1 0,0-1-1,0 1 1,0 0 0,0-1-1,0 1 1,1 0 0,-1 0-1,1 0 1,0-1 0,-1 1-1,1 0 1,0 0 0,0 0-1,0 0 1,0 0 0,0-1-1,1 1 1,-1 1 20,0 1-152,-1 24-1386</inkml:trace>
  <inkml:trace contextRef="#ctx0" brushRef="#br0" timeOffset="112482.646">7352 3768 28950,'0'0'1196,"0"0"-545,0 0-201,0 0-20,0 0-19,-3 18-72,-68 335 1,-6 117-340,72-437-236,14-51-944</inkml:trace>
  <inkml:trace contextRef="#ctx0" brushRef="#br0" timeOffset="115483.206">3733 5072 28198,'0'0'565,"0"0"-306,0 0-59,0 0 204,0 0 99,24 5-129,162 19-77,57-38-30,31-34 144,-31 3-188,1 11 0,232-2-223,-341 38 14,1 5 0,91 19-14,14 5 50,2-11 0,121-10-50,-196-9 2,409-13 63,252-7-42,-376-11 77,-137 43 25,-239-7-112,0-3 0,0-3-1,1-3 1,-1-4 0,56-14-13,-38 9 84,-1 3 0,1 5 0,1 4 0,18 5-84,148 39 0,-259-44-55,-1 1 1,1-1-1,0 1 0,0 0 1,0 0-1,0 0 1,-1 0-1,1 0 0,-1 1 1,1-1-1,-1 1 0,1 0 1,-1 0-1,0 0 0,0 0 1,0 0-1,0 0 0,0 0 1,0 1-1,0-1 1,-1 1-1,0-1 0,1 1 1,-1 0-1,0-1 0,0 1 1,0 0-1,-1 0 0,1 0 1,-1 0-1,1 0 0,-1 0 1,0 0-1,0-1 1,-1 4 54,1 15-3625</inkml:trace>
  <inkml:trace contextRef="#ctx0" brushRef="#br0" timeOffset="116586.679">9827 2898 20884,'0'0'2776,"0"0"-1481,0 0-394,0 0-94,0 0-214,0 0-240,-2 2-139,-13 90 1344,14-49-1159,-123 538 1084,-32 335-746,133-795-593,6-41 64,3 1-1,4 1 1,2 46-208,8-126 0,0 12 0,1 1 0,-2 0 0,0 0 0,-1 0 0,0 0 0,-1 0 0,-1-1 0,0 0 0,-4 9 0,7-22-13,0-1 1,1 0-1,-1 0 1,0 0-1,1 0 1,-1 0-1,0 0 1,0 0-1,1 0 1,-1 0-1,0 0 1,1 0-1,-1-1 1,0 1-1,1 0 1,-1 0-1,0-1 0,1 1 1,-1-1-1,1 1 1,-1 0-1,0-1 1,1 1-1,-1-1 1,1 1-1,-1-1 1,1 1-1,0-1 1,-1 0-1,1 1 1,-1-1-1,1 0 0,0 1 1,0-1-1,-1 0 1,1 1-1,0-1 1,0 0-1,0 1 1,0-1-1,0 0 1,0 1-1,0-1 1,0 0-1,0 0 1,0 1-1,0-1 1,0 0-1,1 1 0,-1-1 1,0 0-1,0 1 1,1-1-1,-1 0 1,0 1-1,1-1 1,-1 1-1,1-1 1,0 0 12,-2-1-276,-2-21-1662</inkml:trace>
  <inkml:trace contextRef="#ctx0" brushRef="#br0" timeOffset="92949.504">805 6099 26718,'0'0'924,"0"0"91,0 0 361,0 0-600,-13 19-261,-42 60-126,54-78-371,0 0-1,-1 0 1,1-1-1,0 1 1,0 0-1,0 0 1,0 0-1,0 0 1,0 1-1,0-1 1,0 0-1,1 0 1,-1 0-1,0 1 0,1-1 1,-1 0-1,1 1 1,-1-1-1,1 1 1,0-1-1,0 0 1,-1 1-1,1-1 1,0 1-1,0-1 1,0 1-1,1-1 0,-1 0 1,0 1-1,0-1 1,1 1-1,-1-1 1,1 0-1,-1 1 1,1-1-1,0 0 1,-1 0-1,1 1 1,0-1-1,0 0 1,0 0-1,0 0 0,0 0 1,0 0-1,0 0 1,0 0-1,1 0 1,-1-1-1,0 1 1,0 0-1,1-1 1,-1 1-1,0-1 1,1 1-1,-1-1 1,1 0-18,66-5 75,-48-3-75,0-2 0,-1 0 0,0-1 0,-1 0 0,0-2 0,-1 0 0,0-1 0,-1-1 0,0 0 0,4-7 0,-13 15 0,195-227-4,-179 211-39,-22 27 1,-44 358 112,45-191-51,-2-168-19,1-1 0,0 1 0,0-1 0,0 0 0,1 1 0,-1-1 0,0 0 0,1 0 0,0 0 0,-1 0 0,1 0 0,0 0 0,0 0 0,0 0 0,0-1 0,1 1 0,-1-1 0,0 0 0,1 0 0,-1 0 0,0 0 0,1 0 0,0 0 0,-1 0 0,1-1 0,-1 1 0,1-1 0,0 0 0,-1 0 0,1 0 0,0 0 0,-1-1 0,1 1 0,-1 0 0,1-1 0,-1 0 0,1 0 0,-1 0 0,1 0 0,-1 0 0,1 0 0,-1-1 0,0 1 0,0-1 0,0 1 0,0-1 0,0 0 0,0 0 0,0 0 0,-1 0 0,1 0 0,-1 0 0,1 0 0,0-3 0,19-25-32,-1-2 1,-2 0-1,-1-1 1,-1-1-1,3-13 32,44-90-22,-63 136 25,0-1-1,1 1 1,-1-1-1,0 1 1,1-1-1,0 1 1,-1 0-1,1-1 1,0 1-1,0 0 1,0-1 0,-1 1-1,1 0 1,1 0-1,-1 0 1,0 0-1,0 0 1,0 0-1,0 0 1,1 0-1,-1 1 1,0-1 0,1 0-1,-1 1 1,1-1-1,-1 1 1,1 0-1,-1-1 1,1 1-1,-1 0 1,1 0 0,-1 0-1,1 0 1,-1 0-1,1 0 1,-1 0-1,1 0 1,-1 1-1,1-1 1,-1 1-1,0-1 1,1 1 0,-1 0-1,1-1 1,-1 1-1,0 0 1,0 0-1,1 0 1,-1 0-1,0 0 1,0 0 0,0 0-1,0 0 1,0 0-1,0 1 1,0 0-3,7 16 4,-1-1 0,0 1 1,-1 0-1,-1 1 1,-1-1-1,-1 1 1,0 0-1,-1 2-4,2 9 2,44 329-2,-16 1 0,-14 103 0,-17-460 0,0 1 0,-1-1 0,1 1 0,-1-1 0,0 1 0,1-1 0,-2 1 0,1-1 0,0 1 0,-1-1 0,0 1 0,1-1 0,-1 1 0,-1-1 0,1 0 0,0 0 0,-1 1 0,0-1 0,1 0 0,-1 0 0,-1-1 0,1 1 0,0 0 0,-1-1 0,1 1 0,-1-1 0,0 0 0,1 0 0,-1 0 0,0 0 0,0 0 0,-1-1 0,1 1 0,0-1 0,-1 0 0,1 0 0,-1 0 0,-7 0 0,0-1 0,0 0 0,0 0 0,1-1 0,-1-1 0,0 1 0,1-2 0,-1 0 0,1 0 0,0-1 0,0 0 0,0 0 0,1-1 0,-1-1 0,1 0 0,0 0 0,1 0 0,-1-1 0,1-1 0,1 1 0,0-1 0,0-1 0,0 1 0,1-1 0,0 0 0,1-1 0,0 1 0,0-1 0,1 0 0,0 0 0,1-1 0,0 1 0,1-1 0,0 1 0,1-1 0,0 0 0,1-2 0,-1-8 0,1-1 0,1 1 0,1 0 0,1 0 0,0 0 0,2 0 0,1 1 0,0 0 0,1 0 1,2 0-1,0 1 0,9-14 0,154-207-8,-163 229 7,239-297-1637,-215 260-357</inkml:trace>
  <inkml:trace contextRef="#ctx0" brushRef="#br0" timeOffset="93268.977">9 5715 29366,'0'0'952,"0"0"-415,0 0-177,0 0-40,141-24-8,-71 14-64,11-2-152,2-1-48,0 7-48,-6 6-192,0 4-192,-20 17-696,-22-1-1769</inkml:trace>
  <inkml:trace contextRef="#ctx0" brushRef="#br0" timeOffset="93587.148">240 5794 28638,'0'0'772,"-9"18"-126,-57 187 153,-74 707-218,116-635-542,24-272-32,1 0 1,-1-1-1,1 1 1,0 0-1,0-1 0,1 1 1,-1-1-1,1 1 1,0-1-1,0 0 1,1 0-1,-1 0 1,1 0-1,0 0 1,0-1-1,0 1 0,0-1 1,1 1-1,-1-1 1,1 0-1,0-1 1,0 1-1,0-1 1,0 0-1,1 0 1,-1 0-1,0 0 0,1-1 1,0 1-1,2-1-7,147 11 127,-105-16-121,-1-4 1,0-1-1,-1-2 0,25-10-6,3 0-122,60-16-510,-40 9-2895,3-5-9015</inkml:trace>
  <inkml:trace contextRef="#ctx0" brushRef="#br0" timeOffset="93978.349">1947 5585 30551,'0'0'538,"0"0"-376,0 0-110,20 4 13,143 27 236,-91-28-210,121 23-114,-187-22 35,0 0 0,-1 0-1,0 1 1,1 0-1,-1 0 1,-1 0 0,1 1-1,-1 0 1,0 0-1,0 0 1,-1 0 0,0 0-1,0 1 1,0 0-1,-1-1 1,0 1 0,-1 0-1,1 0 1,-1 0-1,0 0 1,-1 0 0,0 0-1,0 1 1,0-1-1,-1 0 1,0 0 0,-1 4-12,2 15 77,-2 280 562,-23 114-639,13 31-1815,10-376-499</inkml:trace>
  <inkml:trace contextRef="#ctx0" brushRef="#br0" timeOffset="94218.692">1914 7352 28598,'0'0'2417,"0"0"-2145,0 0-184,0 0-48,0 0 56,154 41 0,-86-41-96,32-7-392,-12-15-1137,-18-2-1895</inkml:trace>
  <inkml:trace contextRef="#ctx0" brushRef="#br0" timeOffset="94385.083">2951 6385 30583,'0'0'824,"0"0"-656,0 0-96,0 0 0,0 0 240,0 0 16,0 0-200,129 56-128,-111-35-200,-9 5-272,-9 15-136,-18-7-881,-10-2-3208</inkml:trace>
  <inkml:trace contextRef="#ctx0" brushRef="#br0" timeOffset="94667.724">2651 6827 27526,'0'0'1907,"0"0"-1224,0 0-473,0 0 72,0 0 98,26-3-111,165-34-137,-159 26-132,-16 4-3,0 1 1,0 1-1,1 1 1,0 0-1,0 1 1,0 1 0,0 1-1,0 0 1,4 1 2,-13 33 110,-11-22-87,-1 0 1,1 0-1,-2-1 0,0 0 0,0 0 0,0 0 0,-2 0 0,1-1 0,-1 0 0,0 0 0,-1-1 1,0 1-24,-11 13 20,-100 119 7,34-44-42,4 4-1,5 4 1,-59 106 15,93-116-777,49-82-1780,10-18 101</inkml:trace>
  <inkml:trace contextRef="#ctx0" brushRef="#br0" timeOffset="94935.273">2771 7346 26310,'0'0'1672,"0"0"-648,0 0-248,0 0 41,5 115-193,-23-52-200,1 6-64,1 2-72,5-4-88,7-6-112,4-12-56,0-9-32,2-15-128,13-9-200,14-16-216,-3-10-777,-2-15-2383</inkml:trace>
  <inkml:trace contextRef="#ctx0" brushRef="#br0" timeOffset="95185.766">3223 7180 29102,'0'0'1234,"0"0"-525,0 0-315,-25 6-50,-83 19-19,99-22-300,1 0-1,-1 0 1,1 1 0,0 0-1,0 0 1,0 1-1,1 0 1,0 1 0,0 0-1,0 0 1,0 0-1,1 1 1,0 0 0,1 0-1,-2 3-24,0-2 6,3-4-5,0 0 0,0 0 0,1 0 0,-1 0 0,1 1 0,0-1 1,0 1-1,1 0 0,-1 0 0,1 0 0,0 0 0,1 0 0,-1 0 0,1 1 0,0-1 0,0 0 1,1 1-1,-1-1 0,1 1 0,1-1 0,-1 1 0,1-1 0,0 1 0,0-1 0,0 0 0,1 1 0,0-1 1,0 0-1,0 0 0,0 0 0,1-1 0,0 1 0,0 0-1,16 4-83,1-1 1,0 0-1,0-1 1,1-1-1,-1-1 0,1-1 1,0-1-1,0-1 1,1-1-1,-1 0 0,0-2 1,15-2 82,-9 2-201,45-2-732,-9-7-951</inkml:trace>
  <inkml:trace contextRef="#ctx0" brushRef="#br0" timeOffset="95454.085">3510 6474 28446,'0'0'1384,"-2"18"-749,-30 525 1355,21-257-1702,-23 610-264,30-705-24,3-191 0,1 0 0,-1 0 0,1 0 0,0-1 0,-1 1 0,1 0 0,-1 0 0,1 0 0,-1 0 0,1 0 0,0 0 0,-1 0 0,1 0 0,-1 0 0,1 0 0,-1 0 0,1 0 0,-1 0 0,1 0 0,0 1 0,-1-1 0,1 0 0,-1 0 0,1 0 0,0 1 0,-1-1 0,1 0 0,0 0 0,-1 1 0,1-1 0,0 0 0,-1 1 0,1-1 0,0 0 0,0 1 0,-1-1 0,1 1 0,0-1 0,0 0 0,0 1 0,-1-1 0,1 1 0,0-1 0,0 0 0,0 1 0,0-1 0,0 1 0,0-1 0,0 1 0,0-1 0,0 1 0,0-1 0,0 0 0,0 1 0,0-1 0,1 1 0,-15-46 0,-1-110-1119,8 71-475</inkml:trace>
  <inkml:trace contextRef="#ctx0" brushRef="#br0" timeOffset="95702.707">3591 7072 30118,'0'0'1865,"0"0"-1257,0 0-432,156 130-176,-99-88 0,-3-7 0,-1-5 0,-7-7 0,-9-3 0,-13-2 0,-19 5 0,-5-3 0,-9-8-1376</inkml:trace>
  <inkml:trace contextRef="#ctx0" brushRef="#br0" timeOffset="99922.225">4343 6451 21837,'0'0'7529,"0"0"-6673,0 0-239,0 0-129,0 0-64,0 0 72,87 0-176,-36 0-144,6-2-152,4-6-24,5 0 0,0 0 0,-3 0 0,-6 2 0,-8 2 0,-3 4-328,-14 0-456,-14 4-1241</inkml:trace>
  <inkml:trace contextRef="#ctx0" brushRef="#br0" timeOffset="100184.292">4472 6744 27422,'0'0'2816,"0"0"-2303,0 0-73,0 0 104,0 0 64,0 0-232,151-9-328,-98-1-48,0 6 0,-3 2 0,7 2 0,-11 14-376,-15 3-1128</inkml:trace>
  <inkml:trace contextRef="#ctx0" brushRef="#br0" timeOffset="119333.542">5750 6080 21917,'0'0'1523,"0"0"2495,0 0-2235,0 0-996,0 0-216,1-5-147,4-15-100,0 59 1096,-5-36-1420,4-42 0,-15 66 0,-114 376 0,13 195 0,109-584 0,1-1 0,0-1 0,-1 1 0,0-1 0,-1 0 0,0 0 0,-1 0 0,0-1 0,-1 0 0,0 0 0,-1 0 0,0 0 0,-1-1 0,0-1 0,-6 6 0,15-15-3,-1-1 0,0 1 0,0 0 0,0 0 0,1-1 0,-1 1 0,0 0 0,0 0 0,0-1 0,0 1 0,1 0 0,-1-1 0,0 1 0,0 0 0,0 0 0,0-1 0,0 1 0,0 0 0,0-1 0,0 1 0,0 0 0,0-1 0,0 1 0,0 0 0,0-1 0,0 1 0,0 0 0,0-1 0,0 1 0,-1 0 0,1 0 0,0-1 0,0 1 0,0 0 0,0-1 0,-1 1 0,1 0 0,0 0 0,0 0 0,-1-1 0,1 1 0,0 0 0,0 0 0,-1 0 0,1-1 0,0 1 0,0 0 0,-1 0 0,1 0 0,0 0 0,-1 0 0,1 0 0,0 0 0,-1 0 0,1 0 3,20-25-1006,6-6-880</inkml:trace>
  <inkml:trace contextRef="#ctx0" brushRef="#br0" timeOffset="119612.764">5954 6924 29182,'0'0'1595,"0"0"-611,10 18-293,85 133-376,-71-105-315,-65-44 0,40-2-67,-17 4 154,15 2-2513,3-6-4194</inkml:trace>
  <inkml:trace contextRef="#ctx0" brushRef="#br0" timeOffset="125042.643">10574 6614 27310,'0'0'1666,"0"0"-941,0 0-164,0 0 42,0 0-171,0 0-205,-12-18-115,-44-54-25,55 70-81,0 0-1,0 0 1,-1 1 0,1-1-1,-1 1 1,0 0 0,1-1 0,-1 1-1,0 0 1,0 0 0,1 0 0,-1 0-1,0 0 1,0 0 0,0 1 0,0-1-1,-1 1 1,1-1 0,0 1 0,0 0-1,0 0 1,0 0 0,0 0 0,0 0-1,0 0 1,-1 1 0,0-1-6,-6 2 22,-3 3-6,0 0 0,0 1-1,0 0 1,0 1 0,1 0-1,0 1 1,1 0 0,0 1 0,0 0-1,1 1 1,0 0 0,1 0-1,0 1 1,0 0 0,1 0-1,1 1 1,0 0 0,-1 2-16,-2 4 29,0 1 1,1 0 0,1 0-1,1 1 1,0 0-1,2 0 1,0 0-1,1 0 1,1 1-1,1 0 1,1-1 0,3 21-30,-3-38 6,1 1-1,-1-1 1,1 1 0,0-1 0,0 0 0,1 1 0,-1-1 0,1 0 0,0 0-1,-1 0 1,1 0 0,1 0 0,-1 0 0,0-1 0,1 1 0,-1-1 0,1 1 0,0-1-1,0 0 1,0 0 0,0 0 0,0-1 0,0 1 0,0-1 0,0 0 0,1 1-1,-1-1 1,1-1 0,-1 1 0,1 0 0,-1-1 0,4 0-6,2 1 3,0-1 1,0 0-1,0-1 1,0 0-1,-1 0 0,1-1 1,0 0-1,0-1 1,-1 0-1,0 0 1,1-1-1,4-3-3,5-3-40,-1-2 1,-1 0-1,0-1 1,-1-1-1,-1 0 0,0-1 1,0 0-1,-2-1 0,0-1 1,-1 0-1,0 0 0,-2-1 1,0 0-1,-1-1 1,-1 0-1,0 0 0,-2-1 1,0 0-1,-1 0 0,-1 0 1,-1-2 39,-6 7-2109,-5 14-687</inkml:trace>
  <inkml:trace contextRef="#ctx0" brushRef="#br0" timeOffset="125577.335">11366 6239 25061,'0'0'4327,"0"0"-2884,0 0-1035,0 0 16,0 0 141,0 0-158,-7 25-287,-70 320-108,-56 297-12,91-525-1043,27-105-1803</inkml:trace>
  <inkml:trace contextRef="#ctx0" brushRef="#br0" timeOffset="121321.51">7148 6547 19548,'0'0'6019,"0"0"-2783,0 0-2251,0 0-391,0 0-105,0 0-145,0-24 17,2 18-330,-1 0 1,0-1-1,-1 1 1,0 0-1,0-1 0,0 1 1,-1-1-1,0 1 1,0 0-1,0 0 0,-1-1 1,0 1-1,0 0 0,-1 1 1,0-1-1,0 0 1,0 1-1,0-1 0,-1 1 1,0 0-1,0 0 0,-1 1 1,1-1-1,-1 1 1,0 0-1,0 0 0,0 0 1,-1 1-1,1 0 1,-1 0-1,0 0 0,0 1-31,-1 2 3,-1 0 0,1 0-1,0 1 1,-1 0 0,1 0-1,0 1 1,0 0 0,0 0-1,0 1 1,0 0 0,0 0-1,1 1 1,-1-1 0,1 2-1,0-1 1,1 0 0,-1 1-1,1 0 1,-1 1 0,1 0-3,-90 124 29,80-104-28,1 1 1,1 1-1,1 0 0,1 1 1,2 0-1,1 0 0,1 1 1,2 0-1,1 1 0,1-1 1,1 18-2,1-43 1,1 0-1,-1 1 1,1-1 0,1 0 0,-1 1 0,1-1 0,0 0 0,0 0 0,0 0-1,1 0 1,-1 0 0,1 0 0,0 0 0,1 0 0,-1-1 0,1 1 0,0-1-1,0 0 1,1 1 0,-1-2 0,1 1 0,0 0 0,0-1 0,0 1 0,0-1-1,1 0 1,-1-1 0,1 1 0,0-1 0,0 0 0,0 0 0,1 0-1,2-1 2,0 0 1,0-1 0,0 0 0,0 0 0,0-1-1,0 0 1,0 0 0,-1-1 0,1 0-1,0-1 1,-1 1 0,0-1 0,1-1 0,-1 0-1,0 0 1,-1 0 0,1 0 0,-1-1-1,0 0 1,0-1 0,0 1 0,-1-1 0,0 0-1,2-4-2,98-172-5,-54 43 5,-3 91-1282,-33 44-389</inkml:trace>
  <inkml:trace contextRef="#ctx0" brushRef="#br0" timeOffset="121695.233">7916 6342 27966,'0'0'2316,"0"0"-1485,0 0-353,0 0 25,0 0-74,-6 10-218,-61 199-178,36-92-33,-31 68 0,-80 164 0,137-335-1719,6-14-891</inkml:trace>
  <inkml:trace contextRef="#ctx0" brushRef="#br0" timeOffset="122580.147">8713 6794 25701,'0'0'2292,"0"0"-1149,0 0-315,0 0-65,0 0-229,0 0-203,-1-9-127,-4-130 732,4 134-935,-1 0 0,1 1 0,-1-1-1,1 1 1,-1-1 0,-1 1-1,1 0 1,0 0 0,-1 0 0,0 0-1,0 0 1,0 0 0,-1 1 0,1 0-1,-1-1 1,0 1 0,0 1 0,0-1-1,0 0 1,0 1 0,-1 0 0,1 0-1,0 0 1,-1 1 0,0 0 0,1-1-1,-1 1 1,0 1 0,0-1-1,0 1 1,0 0 0,1 0 0,-1 0-1,0 1 1,0 0 0,0 0 0,1 0-1,-1 0 1,1 1 0,-1 0 0,1 0-1,-1 0 1,1 0 0,0 1 0,0 0-1,0-1 1,-3 4-1,-9 11 0,1 0 0,1 1 0,0 0 0,1 2 0,1-1 0,1 1 0,1 1 0,0 0 0,2 1 0,0-1 0,2 2 0,0-1 0,2 1 0,0-1 0,1 1 0,2 0 0,0 0 0,2 10 0,-2-29 0,1 1 0,0 0 0,-1 0 0,2-1 0,-1 1 0,0 0 0,1-1 0,0 1 0,0-1 0,0 1 0,1-1 0,-1 1 0,1-1 0,0 0 0,1 1 0,-1-1 0,1 0 0,0-1 0,-1 1 0,2 0 0,-1-1 0,0 0 0,1 0 0,-1 0 0,1 0 0,0 0 0,0-1 0,0 1 0,0-1 0,1 0 0,-1-1 0,1 1 0,-1-1 0,1 0 0,-1 0 0,4 0 0,8-3 0,0-1 0,1 0 0,-1-1 0,-1-1 0,1-1 0,-1 0 0,0-1 0,0 0 0,-1-2 0,0 0 0,0 0 0,-1-1 0,0-1 0,-1 0 0,0 0 0,-1-1 0,0-1 0,-1 0 0,-1-1 0,0 1 0,2-7 0,1 6-108,-1-2 0,0 1 0,-1-2 0,-1 1 0,-1-1 0,0-1 0,-1 1 1,-1-1-1,-1-1 0,0 1 0,-2-1 0,0 1 0,-1-1 0,0 0 0,-2-11 108,-2 22-1782</inkml:trace>
  <inkml:trace contextRef="#ctx0" brushRef="#br0" timeOffset="124313.204">9571 6368 6737,'0'0'17331,"0"0"-13046,0 0-3453,0 0-131,0 0-56,0 0-184,-3-2-205,3 2-247,0 0 0,1 1 0,-1-1 1,0 0-1,0 1 0,0-1 0,0 1 0,0-1 0,0 0 0,0 1 1,0-1-1,0 1 0,0-1 0,0 0 0,0 1 0,0-1 0,0 1 1,0-1-1,0 0 0,0 1 0,0-1 0,0 0 0,0 1 0,-1-1 1,1 0-1,0 1 0,0-1 0,-1 0 0,1 1 0,0-1 0,0 0 1,-1 1-1,1-1 0,0 0 0,-1 0 0,1 1 0,0-1 0,-1 0 1,1 0-1,0 0 0,-1 0 0,1 0 0,0 1 0,-1-1 0,1 0 1,-1 0-1,1 0 0,0 0 0,-1 0 0,1 0 0,-1 0 0,1 0 1,0 0-1,-1 0 0,1-1 0,-1 1 0,1 0 0,0 0 0,-1 0 1,1 0-1,0 0 0,-1-1 0,1 1 0,0 0 0,-1 0 0,1-1-9,-2 17 117,-30 141 277,-7-1 0,-46 112-394,82-260 11,-36 100 180,-3 10-2811,40-114-1280</inkml:trace>
  <inkml:trace contextRef="#ctx0" brushRef="#br0" timeOffset="126808.92">5397 7733 17972,'0'0'3427,"0"0"1642,0 0-3188,0 0-981,0 0-173,0 0-66,22 4-123,1 2-408,-12-3-72,0 0-1,0-1 1,0 0 0,0-1 0,1 0-1,-1 0 1,1-2 0,-1 1 0,1-1-1,-1-1 1,5-1-58,50-8 166,1 4-1,0 2 0,0 3 1,0 4-1,17 3-165,295 9 0,181-24 0,367-1 0,-229-59 0,109 73 0,-354 54 0,-87-5 0,-221-41 0,73 7 0,135 30 0,-231-28 0,-128-30 0,-71 2-201,26 4-806</inkml:trace>
  <inkml:trace contextRef="#ctx0" brushRef="#br0" timeOffset="142614.051">6451 7571 14795,'0'0'1662,"0"0"66,0 0 2654,0 0-1589,0-20-1806,0-130 125,-35 65 2476,32 3-2708,26 29-187,-19 963-546,7-805-147,25-111 0,-22-3 0,1 1 0,-1 0 0,1 0 0,1 2 0,-1 0 0,1 1 0,0 0 0,1 2 0,-1 0 0,1 0 0,-1 2 0,3 0 0,290-19 0,-118 1 0,0 8 0,0 9 0,157 19 0,743 15 0,-997-14 0,-85 28 0,7 74 0,-5 1 0,-5 0 0,-8 72 0,1-73 0,7-155 0,0 1 0,3 0 0,0 0 0,3 1 0,0 0 0,2 1 0,2 1 0,0 0 0,3 1 0,20-27 0,-29 41 0,0 1 0,1 0 0,0 1 0,1 0 0,0 0 0,2 2 0,-1 0 0,2 0 0,-1 1 0,1 1 0,1 0 0,0 1 0,0 1 0,1 1 0,0 0 0,0 1 0,1 1 0,0 0 0,14-1 0,32 0 0,0 3 0,0 3 0,0 2 0,0 4 0,0 2 0,-1 3 0,0 2 0,-1 4 0,-1 2 0,38 18 0,18 6 0,-28-7 0,2-5 0,0-4 0,2-3 0,51 4 0,-124-25 0,0-1 0,-1-1 0,1-1 0,0 0 0,0-2 0,-1 0 0,1-1 0,-1-1 0,1-1 0,-1 0 0,-1-2 0,1 0 0,-1-1 0,5-4 0,-6 2 0,-1 0 0,1-1 0,-2-1 0,1 0 0,-2-1 0,0-1 0,0 0 0,-2-1 0,0-1 0,10-14 0,75-139 0,-8-3 0,-7-5 0,-5-9 0,-54 131 0,62-154 0,-86 209 0,0 0 0,1 0 0,-1 0 0,1 0 0,-1 0 0,0 0 0,1-1 0,-1 1 0,1 0 0,-1 0 0,1 0 0,-1 0 0,1-1 0,-1 1 0,1 0 0,-1-1 0,1 1 0,-1 0 0,1-1 0,-1 1 0,1-1 0,-1 1 0,1 0 0,0-1 0,-1 1 0,1-1 0,0 1 0,0-1 0,-1 1 0,1-1 0,0 0 0,0 1 0,0-1 0,-1 1 0,1-1 0,0 1 0,0-1 0,0 0 0,0 1 0,0-1 0,0 1 0,0-1 0,1 0 0,-1 1 0,0-1 0,0 1 0,0-1 0,0 1 0,1-1 0,-1 1 0,0-1 0,1 1 0,-1-1 0,0 1 0,1-1 0,-1 1 0,1-1 0,-1 1 0,0 0 0,1-1 0,-41 36 0,34-29 0,-52 54-277,-5 1-1110</inkml:trace>
  <inkml:trace contextRef="#ctx0" brushRef="#br0" timeOffset="146057.398">5566 7776 27798,'0'0'2288,"0"0"-1563,0 0-376,0 0 19,0 0 13,-7 20-115,-19 63-130,17 69 252,9 1115-320,-7-1178-145,1-111-1729,-4-23-1636,-9-38-12424,2 11 12124</inkml:trace>
  <inkml:trace contextRef="#ctx0" brushRef="#br0" timeOffset="146312.287">5537 7831 30439,'0'0'1160,"0"0"-704,0 0 72,-72 121-344,48-66-184,-2 10 0,-5 6 0,-4 8 0,-2 4 0,-5 2 0,-2 0 0,-2-1 0,-2-3 0,4-10 0,9-12 0,17-39-456,12-16-1320,6-10-6586</inkml:trace>
  <inkml:trace contextRef="#ctx0" brushRef="#br0" timeOffset="146590.824">5577 7794 29326,'0'0'2209,"0"0"-1585,0 0-48,81 138-544,-50-99-32,2-9 0,4-8 0,2-8 0,-4-5 0,-11-5-568,-17-4-5665</inkml:trace>
  <inkml:trace contextRef="#ctx0" brushRef="#br1" timeOffset="171637.605">4492 8640 16011,'0'0'8425,"0"0"-5747,0 0-900,0 0-825,0 0-298,2 1-167,102-31 439,-20 12-800,0 4 1,0 4-1,1 4 0,0 3 1,46 6-128,-43-3 50,1005 36 115,-186 28-165,-867-62 0,-10 0 0,-1-1 0,0-2 0,0 0 0,0-2 0,0-2 0,6-1 0,-36 6 0,1-1 0,-1 1 0,0 0-1,1 0 1,-1 0 0,1-1 0,-1 1 0,1 0 0,-1-1 0,1 1-1,-1-1 1,1 1 0,-1 0 0,1-1 0,-1 1 0,1-1 0,-1 1 0,1-1-1,0 0 1,-1 1 0,1-1 0,0 1 0,0-1 0,-1 1 0,1-1-1,0 0 1,0 1 0,0-1 0,0 0 0,0 1 0,0-1 0,0 0-1,0 1 1,0-1 0,0 1 0,0-1 0,0 0 0,1 1 0,-1-1-1,0 0 1,0 1 0,1-1 0,-1 1 0,0-1 0,1 1 0,-1-1-1,0 1 1,1-1 0,-43-2-284,-10 1-1009</inkml:trace>
  <inkml:trace contextRef="#ctx0" brushRef="#br1" timeOffset="208798.66">5141 5332 21165,'0'0'2808,"0"0"1002,0 0-2285,0 0-885,0 0-143,-4 3-97,1 0-353,0 1-1,1-1 1,-1 1 0,1 0-1,0 0 1,1-1-1,-1 2 1,1-1 0,-1 0-1,1 0 1,0 0-1,1 1 1,-1-1 0,1 0-1,0 1 1,0-1-1,0 0 1,0 1 0,1-1-1,0 0 1,0 1-47,0 25 121,-18 602 696,-37-222-811,-12 165-7,58-2-36,50-758-1802,-16 99-222</inkml:trace>
  <inkml:trace contextRef="#ctx0" brushRef="#br1" timeOffset="209123.619">5489 5330 29022,'0'0'642,"0"0"-230,21-7-77,147-35 393,393 41-232,-141 9-402,287 48-94,-628-41-351,0 3 0,0 3 0,-2 4 0,41 21 351,-73-29-2063</inkml:trace>
  <inkml:trace contextRef="#ctx0" brushRef="#br1" timeOffset="209473.006">7756 5462 27854,'0'0'1519,"0"0"-879,0 0-225,-23 6 96,-70 20-51,87-23-433,1-1 1,0 1-1,0-1 1,0 1-1,0 1 0,1-1 1,-1 1-1,1-1 1,0 1-1,0 1 1,0-1-1,1 0 1,-1 1-1,1 0 1,0 0-1,1 0 1,-1 0-1,1 0 0,0 1 1,0-1-1,0 1 1,0 4-28,-2 1 37,-14 58 126,3 0-1,3 1 0,-1 51-162,2-30 69,-6 45 15,-23 182 3,1 294-87,39-612 0,1 248-1,20 102 1,-19-248-1801,-2-82-878</inkml:trace>
  <inkml:trace contextRef="#ctx0" brushRef="#br1" timeOffset="209789.818">5066 7607 30286,'0'0'841,"0"0"-497,217 39 56,-17-23 80,32 0-64,13-5-416,-8-1 0,-24 0 0,-7 2 0,-9 2 0,-17 0 0,-51-5-568,-30-7-2497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1:59.05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2129 969 28966,'0'0'992,"0"0"-447,0 0-73,0 0 16,0 0-136,-79 140-144,59-75-64,-4 24-56,-7 25-88,5-5 0,0 13-424,10-35-840,5-40-3778</inkml:trace>
  <inkml:trace contextRef="#ctx0" brushRef="#br0" timeOffset="1076.897">2986 1545 28550,'0'0'1160,"0"0"-760,0 0 201,0 0 79,0 0-312,133-6-312,-27-8-56,-12 2-672,-9-4-2545</inkml:trace>
  <inkml:trace contextRef="#ctx0" brushRef="#br0" timeOffset="333.494">84 2298 29662,'0'0'785,"0"0"-489,157 6 120,-23-6 64,44 0-64,19-4-192,-4-2-64,-13 6-64,-12 0-96,-10 0-128,-42 6-640,-35-4-3257</inkml:trace>
  <inkml:trace contextRef="#ctx0" brushRef="#br0" timeOffset="2196.103">189 2330 29310,'0'0'598,"0"0"-237,3 25 73,25 161 522,-27-175-914,0 1 1,1-1 0,0 0-1,1 1 1,0-1 0,1 0-1,0-1 1,1 1-1,0-1 1,1 1 0,0-2-1,0 1 1,1-1-1,0 0 1,1 0 0,0-1-1,0 0 1,1 0 0,0-1-1,1 0 1,-1-1-1,1 0 1,0 0 0,1-1-1,-1 0 1,5 0-43,17-3 0,0-3 0,1 0 0,-1-2 0,-1-1 0,1-2 0,-1-1 0,0-2 0,0 0 0,-1-3 0,0 0 0,20-13 0,-20 13 0,120-55 0,-63 26 0,1 4 0,90-24 0,-161 57 0,-1 0 0,1 1 0,0 1 0,0 0 0,0 2 0,0 0 0,0 0 0,0 2 0,8 1 0,-19-2 0,-1 1 0,1-1 0,-1 1 0,0 0 0,1 0 0,-1 1 0,0-1 0,0 1 0,-1 0 0,1 1 0,-1-1 0,1 1 0,-1 0 0,0 0 0,0 0 0,-1 0 0,1 1 0,-1 0 0,0 0 0,0-1 0,-1 2 0,0-1 0,1 0 0,-2 0 0,1 1 0,0-1 0,-1 1 0,0 3 0,3 126 0,-3-134 0,0 1 0,1-1 0,-1 1 0,1-1 0,-1 0 0,1 0 0,-1 0 0,1 0 0,0 0 0,0 0 0,-1 0 0,1-1 0,0 1 0,0 0 0,0-1 0,0 0 0,0 1 0,0-1 0,0 0 0,-1 0 0,1 0 0,0 0 0,0-1 0,0 1 0,0 0 0,0-1 0,0 1 0,0-1 0,0 0 0,-1 0 0,1 1 0,0-1 0,-1 0 0,1 0 0,0-1 0,1 0 0,91-42 0,96-28 0,-172 69 0,0 1 0,0 0 0,0 2 0,1 0 0,-1 1 0,0 1 0,0 0 0,0 2 0,0 0 0,0 1 0,13 5 0,-13-5-77,0-1 0,0-1 0,1 0 0,0-2 0,-1 0 0,1-1 0,-1-1 0,1 0 0,-1-2 0,1 0 0,-1-1 0,0-1 0,0-1 0,6-3 77,24-5-2859</inkml:trace>
  <inkml:trace contextRef="#ctx0" brushRef="#br0" timeOffset="-628.518">724 777 21749,'0'0'6582,"0"0"-4811,-19 19-1321,-117 138 355,100-104-684,2 2-1,2 1 1,3 2-1,3 1 1,2 1-1,2 1 1,3 1-1,3 1 1,3 0-1,3 1 1,-2 56-121,6-67-465,6-52 28,0-1-457,0-1-1099</inkml:trace>
  <inkml:trace contextRef="#ctx0" brushRef="#br0" timeOffset="-367.511">960 1768 29798,'0'0'1257,"0"0"-921,0 0 48,0 0 0,0 0-168,0 0-216,0 0-72,88 53-440,-77-39-977</inkml:trace>
  <inkml:trace contextRef="#ctx0" brushRef="#br1" timeOffset="47190.253">24 215 26750,'0'0'1028,"0"0"-391,0 0-170,-5 19 20,4-15-462,-3 12 72,0 1 0,0 0 0,2 0-1,0 0 1,1 1 0,1-1 0,0 0-1,1 0 1,2 7-97,46 248 637,-4-29-284,-10 2 0,-5 92-353,-28 242 68,-17-479-628,-4-132-3602,12-14-5372</inkml:trace>
  <inkml:trace contextRef="#ctx0" brushRef="#br1" timeOffset="47487.991">423 89 24533,'31'-9'3496,"288"-54"-2051,23 46-99,95 17-1346,-179 2 76,604 0-72,-787 0-295,0 3-1,-1 4 1,0 3-1,8 5 292,6 24-1920,-72-7-3108,-39 7-5974,-10-16 6548</inkml:trace>
  <inkml:trace contextRef="#ctx0" brushRef="#br1" timeOffset="47739.482">2819 351 26494,'0'0'1864,"-28"134"-1248,14-7-176,1 23 40,7 9 32,1-5-215,3-12-97,-7 0-120,-6-10-48,-9-3 16,-16-5-48,1-19-32,-11 7-272,12-31-609,10-24-2567</inkml:trace>
  <inkml:trace contextRef="#ctx0" brushRef="#br1" timeOffset="47954.167">92 2586 14963,'0'0'15524,"195"-83"-14956,47 22-416,56-2-56,26 16 144,-28 19-24,-48 16-136,-23 8-80,-67 4-448,-44-2-1913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2:55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22869,'0'0'897,"0"0"80,0 0 1559,0 0-1612,0 0-652,0 0-94,-10 3-120,-4 8 0,0 0-1,0 0 0,1 1 0,1 1 0,0 0 0,0 1 1,2 0-1,0 1 0,0 0 0,1 1 0,1 0 0,1 0 1,0 0-1,1 1 0,-2 10-57,7-24 16,-10 22 99,1 1 0,1 1-1,1-1 1,2 1 0,0 0 0,2 1 0,1-1 0,1 1-1,2 0 1,1 12-115,2-32 15,0-1 0,0 1-1,1-1 1,-1 0-1,2 0 1,-1 0 0,1 0-1,0-1 1,0 0 0,1 0-1,0 0 1,0-1 0,0 0-1,1 0 1,0 0-1,0-1 1,0 0 0,0 0-1,0-1 1,1 0 0,0-1-1,0 1 1,0-1 0,0-1-1,0 1 1,0-1-1,0-1 1,0 0 0,0 0-1,0 0 1,0-1 0,0 0-1,0-1 1,0 0 0,0 0-1,0-1 1,-1 0-1,1 0 1,-1-1 0,7-3-15,5-8 32,0 0 0,-1-1 0,-1-1 0,0-1 1,-1 0-1,-1-1 0,-1-1 0,-1 0 0,0-1 1,-2 0-1,0-1 0,-2 0 0,0 0 0,2-15-32,-5 20 1,-2 0 0,0 0-1,0 0 1,-2-1 0,0 1-1,-1-1 1,-1 1 0,-2-13-1,2 26-8,-1 1 0,1 0 0,-1-1 0,0 1 0,0 0 0,0 0-1,0 0 1,-1 0 0,1 0 0,-1 0 0,0 0 0,0 1 0,0-1 0,0 0 0,0 1 0,0 0 0,-1-1 0,1 1 0,-1 0 0,0 0 0,0 1 0,1-1 0,-1 0 0,0 1 0,-1 0 0,1 0 0,0 0 0,0 0-1,0 0 1,-1 1 0,1-1 0,-3 1 8,-111 17-2032,45 17-2176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2:5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311 138 27902,'0'0'923,"0"0"-316,0 0-1,0 0-87,0 0-232,6-19-130,18-59-47,-25 79-107,0 1 1,0-1 0,0 0 0,0 0-1,-1 1 1,1-1 0,0 0 0,-1 0-1,1 0 1,0 0 0,-1-1 0,1 1-1,-1 0 1,1-1 0,-1 1 0,0-1-1,1 1 1,-1-1 0,0 0 0,1 1-1,-1-1 1,0 0 0,1 0 0,-1 0-1,0 0 1,1-1 0,-1 1 0,0 0 0,1-1-1,-1 1 1,1-1 0,-1 0 0,1 1-1,-1-1 1,1 0 0,-1 0 0,1 0-1,0 0 1,-1 0 0,1 0 0,0 0-1,0-1 1,0 1 0,0 0 0,0-1-1,0 1 1,0-1 0,0 1 0,1-1-1,-1 1 1,1-1 0,-1 1 0,1-1-1,-1 0 1,1 1 0,0-1 0,0 0-1,0 1 1,0-1 0,0 0 0,0 1-1,0-1 1,0 0 0,1 1 0,-1-1-1,1 1 1,-1-1 0,1 0 0,0 1-1,0-2-3,-22 21 48,1 1-1,1 0 0,0 1 1,2 1-1,0 1 0,1 0 1,1 2-1,-8 17-47,9-19 52,0 0 0,2 1 0,0 0 1,2 1-1,1 0 0,0 1 0,2-1 0,1 2 0,1-1 0,1 1 0,1 0 1,1 3-53,3-26 3,0 0 1,1 1 0,-1-1 0,1 0 0,0 0 0,-1 0 0,1 0-1,1 0 1,-1 0 0,0-1 0,1 1 0,-1-1 0,1 1 0,0-1-1,0 0 1,0 0 0,0 0 0,0-1 0,0 1 0,1-1 0,-1 0-1,1 0 1,-1 0 0,0 0 0,1 0 0,0-1 0,-1 1 0,1-1-1,-1 0 1,1 0 0,-1-1 0,1 1 0,-1-1 0,1 0 0,-1 1-1,1-2 1,-1 1 0,0 0 0,1-1 0,-1 1 0,0-1 0,0 0-1,0 0 1,0 0 0,-1 0 0,3-3-4,17-16-8,-2-1-1,0-1 1,-1 0-1,-2-2 1,0 0 0,-2-1-1,-1 0 1,-1-1-1,-1-1 1,0-4 8,-7 21-28,44-113-1076,-40 85-685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2:52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829 81 23213,'0'0'6025,"-57"103"-5489,26-32 24,-6 30-55,2 19-185,7-8-136,6-13-104,6-16-40,5-22-16,3 2-16,-3 2-8,0-11 0,2-9-16,-2-10-160,-2-5-56,-2-2-545,4-9-295,0-5-2360</inkml:trace>
  <inkml:trace contextRef="#ctx0" brushRef="#br0" timeOffset="265.605">1064 815 18028,'0'0'12739,"0"0"-12267,0 0-304,0 0 272,0 0-80,120 10-200,-91 0-112,-3 6-32,-2 3-16,0 19-160,-4-4-464,-11-9-2089</inkml:trace>
  <inkml:trace contextRef="#ctx0" brushRef="#br0" timeOffset="514.771">2208 79 30174,'0'0'1361,"0"0"-1217,0 0 24,-18 133 304,18-54-128,0 33-240,-11 38-104,-6 18 0,-1 3 0,5-47-144,2-37-1192</inkml:trace>
  <inkml:trace contextRef="#ctx0" brushRef="#br0" timeOffset="1048.335">1 1549 24021,'0'0'5141,"0"0"-3854,0 0-913,31-9 139,258-59 282,233 8-477,2 23 0,374 28-318,-614 20-255,-200-3-1018</inkml:trace>
  <inkml:trace contextRef="#ctx0" brushRef="#br0" timeOffset="5361.378">3317 1 10642,'0'0'16286,"0"0"-12249,0 0-3665,0 0-104,0 19 166,-19 175 157,-114 741-454,100-679-1341,25-201-681</inkml:trace>
  <inkml:trace contextRef="#ctx0" brushRef="#br0" timeOffset="5846.629">2184 1512 29622,'0'0'1193,"0"0"-781,0 0-90,-4 21 116,-8 68-109,12-86-316,-1 0-1,1 1 0,0-1 0,0 1 1,0-1-1,0 0 0,1 1 0,-1-1 1,1 0-1,0 1 0,0-1 1,0 0-1,0 0 0,1 0 0,0 0 1,-1 0-1,1 0 0,0 0 0,0 0 1,0-1-1,1 1 0,-1-1 1,0 1-1,1-1 0,0 0 0,0 0 1,-1 0-1,1-1 0,0 1 0,0-1 1,1 1-1,-1-1 0,0 0 1,3 0-13,103-3 33,22-56-33,-113 47 0,0 1 0,0 1 0,1 1 0,1 1 0,-1 0 0,1 1 0,0 2 0,5-1 0,-18 3 0,1 1 0,0 0 0,-1 0 0,1 1 0,0 0 0,-1 0 0,1 0 0,0 1 0,-1 1 0,1-1 0,-1 1 0,1 1 0,-1-1 0,0 1 0,0 0 0,0 1 0,0 0 0,-1 0 0,0 0 0,1 1 0,-1 0 0,-1 0 0,1 0 0,-1 1 0,1 1 0,2 7 0,0 1 0,-1-1 0,-1 1 0,0 1 0,-1-1 0,0 1 0,-2 0 0,0 0 0,-1 0 0,0 7 0,3 11 0,-5-33 0,0 1 0,0-1 0,1 0 0,-1 1 0,0-1 0,0 0 0,1 1 0,-1-1 0,1 0 0,-1 1 0,1-1 0,-1 0 0,1 0 0,0 0 0,0 1 0,-1-1 0,1 0 0,0 0 0,0 0 0,0 0 0,0-1 0,0 1 0,1 0 0,-1 0 0,0-1 0,0 1 0,0 0 0,1-1 0,-1 1 0,0-1 0,1 0 0,-1 1 0,0-1 0,1 0 0,-1 0 0,1 0 0,-1 0 0,0 0 0,1 0 0,-1 0 0,0 0 0,1-1 0,-1 1 0,0-1 0,1 1 0,-1-1 0,0 1 0,0-1 0,1 0 0,-1 1 0,1-2 0,132-105 0,-103 74-266,-1 0 0,-2-2 0,-1-1 0,-2-1 0,0-4 266,14-26-3223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3:07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28902,'0'0'1016,"0"0"-287,0 0-201,0 0-96,0 0-8,0 0-80,0 0-152,162-31-104,-96 25-40,-3 6-32,-1 0-16,-7 0-64,-3 18-264,10 7-392,-12-5-1065,-13-6-6592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3:07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29574,'0'0'1201,"0"0"-601,38 144-112,-10-69-48,11 3-32,8 3-352,3-2-56,0-4 0,-1-10 0,-3-9 0,-7-15 0,-4-13-48,-2-19-536,-7-9-624,-8 0-2369</inkml:trace>
  <inkml:trace contextRef="#ctx0" brushRef="#br0" timeOffset="166.326">647 0 30054,'0'0'697,"-138"133"-377,26-5-200,-28 65-120,24-21-40,21-20-1665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3:01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1108 1196 27998,'0'0'1704,"0"0"-767,0 0-353,112-59-264,-71 41-304,8 6-16,14 4-536,-10 4-865,-9 4-2183</inkml:trace>
  <inkml:trace contextRef="#ctx0" brushRef="#br0" timeOffset="1">1529 1222 25958,'0'0'2104,"0"0"-1208,0 0-896,0 0-3393</inkml:trace>
  <inkml:trace contextRef="#ctx0" brushRef="#br0" timeOffset="-540.128">1 1086 26094,'0'0'2352,"0"0"-1704,0 0-176,0 0 232,0 0-95,0 0-161,24-8-128,0-2-88,7 2-80,2 2-56,2 2-32,0 4-40,4 0-24,12 14-176,-7 10-408,-11 1-1401</inkml:trace>
  <inkml:trace contextRef="#ctx0" brushRef="#br0" timeOffset="-266.405">639 1180 28654,'0'0'688,"0"0"-232,0 0-320,0 0-136,112-69-712,-93 65-4001</inkml:trace>
  <inkml:trace contextRef="#ctx0" brushRef="#br0" timeOffset="2340.179">2272 1046 26238,'0'0'2292,"0"0"-1173,0 0-466,0 0-167,0 0-61,0-18-78,0-74 591,-7 550-669,-45 212-269,43-518 0,16-241-13,51-21-1920,-31 62-2018</inkml:trace>
  <inkml:trace contextRef="#ctx0" brushRef="#br0" timeOffset="2850.345">3317 1711 30038,'0'0'826,"7"-21"-261,46-144 380,-39 127-889,-1-1 0,-2 0 0,-1 0 0,-2-1 1,-2 0-1,-2-1 0,-1-17-56,-3 52 0,-1 0 0,0 0 0,0 0 0,-1 0 0,1 0 0,-1 1 0,0-1 0,-1 0 0,0 1 0,0 0 0,0-1 0,0 1 0,-1 1 0,0-1 0,0 0 0,0 1 0,0 0 0,-1 0 0,0 0 0,0 0 0,0 1 0,0 0 0,0 0 0,-1 0 0,1 1 0,-1 0 0,0 0 0,0 0 0,-3 0 0,1 0 0,-1 0 0,0 0 0,0 1 0,0 0 0,-1 1 0,1 0 0,0 0 0,0 1 0,0 0 0,0 1 0,0 0 0,0 0 0,1 1 0,-1 0 0,1 0 0,-1 1 0,1 0 0,0 1 0,-4 3 0,-14 18 0,0 2 0,2 0 0,1 2 0,1 1 0,2 0 0,1 2 0,2 0 0,1 1 0,1 0 0,2 2 0,1-1 0,3 2 0,0-1 0,0 21 0,3-31 0,1-1 0,2 1 0,1 0 0,0 1 0,2-1 0,2 0 0,2 17 0,-2-34 0,0-1 0,0 0 0,1 0 0,1 0 0,-1 0 0,1-1 0,0 0 0,1 1 0,0-1 0,0-1 0,0 1 0,1-1 0,0 0 0,0 0 0,1-1 0,0 1 0,0-2 0,0 1 0,0-1 0,1 0 0,-1 0 0,1-1 0,0 0 0,8 2 0,-2-2 0,-1 0 0,1 0 0,0-1 0,0-1 0,0 0 0,0-1 0,0-1 0,0 0 0,0-1 0,0 0 0,0-1 0,-1-1 0,1 0 0,10-5 0,-6-1 0,0 0 0,-2 0 0,1-2 0,-1 0 0,-1-1 0,0-1 0,-1 0 0,0-1 0,-1 0 0,-1-1 0,-1-1 0,0 0 0,-1 0 0,-1-1 0,7-18 0,-2 0 0,-1 0 0,-2-1 0,-2 0 0,-1-1 0,-2 0 0,-1 0 0,-2-34 0,-1 66 0,-1 0 0,0 0 0,0 0 0,-1 0 0,0 0 0,0 0 0,0 0 0,-1 0 0,1 0 0,-2 0 0,1 0 0,-1 0 0,1 1 0,-2-1 0,1 0 0,-1 1 0,1 0 0,-2-1 0,1 1 0,0 0 0,-1 1 0,0-1 0,0 1 0,-1 0 0,1 0 0,-1 0 0,0 0 0,0 1 0,0 0 0,-5-3 0,0 4-19,0 1 0,0 1-1,1 0 1,-1 0 0,0 0 0,0 1 0,0 1 0,0 0-1,1 0 1,-1 1 0,1 0 0,0 1 0,0 0 0,0 0-1,0 1 1,1 0 0,-1 0 0,1 1 0,1 1-1,-1-1 1,1 1 0,0 0 0,1 0 0,-1 1 0,2 0-1,-1 0 1,1 1 0,0 0 0,-3 8 19,-29 36-1885</inkml:trace>
  <inkml:trace contextRef="#ctx0" brushRef="#br0" timeOffset="3914.923">1886 2119 23733,'0'0'4684,"0"0"-3369,0 0-822,-13 20-86,-40 62 26,52-81-421,0-1-1,0 1 0,1-1 0,-1 1 0,0 0 1,0 0-1,0-1 0,0 1 0,1 0 1,-1 0-1,0 0 0,1 0 0,-1 0 1,1 0-1,-1 0 0,1 0 0,0 0 1,-1 0-1,1 0 0,0 0 0,-1 0 1,1 0-1,0 0 0,0 0 0,0 0 0,0 1 1,0-1-1,0 0 0,1 0 0,-1 0 1,0 0-1,1 0 0,-1 0 0,0 0 1,1 0-1,-1 0 0,1 0 0,-1 0 1,1 0-1,0 0 0,-1 0 0,1-1 1,0 1-1,0 0 0,0 0 0,0-1 0,-1 1 1,1 0-1,0-1 0,0 1 0,0-1 1,0 0-1,0 1 0,0-1 0,0 0 1,1 1-12,4 1 54,191 33 908,-144-30-919,212 12-31,187-15-12,-224-4 1,95 2-1,-308 0-27,0 0 1,0-2-1,0 0 1,0 0-1,0-1 1,-1-1-1,1-1 1,-1 0-1,0-1 0,-1 0 1,9-5 26,23-20-1460</inkml:trace>
  <inkml:trace contextRef="#ctx0" brushRef="#br0" timeOffset="4467.454">1873 1 28238,'0'0'1154,"0"27"-369,-18 429 842,-68 664-664,76-657-2070,11-464-160,4-11-608</inkml:trace>
  <inkml:trace contextRef="#ctx0" brushRef="#br0" timeOffset="4749.447">1904 458 11939,'0'0'15312,"26"-15"-11784,21-12-3407,0 3 0,2 1 0,1 3 0,29-8-121,146-23 143,2 9 1,1 11-1,2 9 1,0 11-1,215 17-143,-403-6-75,0 2 0,1 1 0,-1 3 0,-1 1 0,26 9 75,-60-13-19,0-1-1,0 2 1,0-1-1,0 1 1,0 0-1,-1 0 0,1 1 1,-1 0-1,0 0 1,-1 0-1,1 1 1,3 4 19,-8-8-51,1 1 1,-1-1 0,1 0 0,-1 0-1,0 0 1,0 1 0,0-1 0,0 1 0,0-1-1,0 1 1,-1-1 0,1 1 0,-1-1 0,0 1-1,0 0 1,0-1 0,0 1 0,0-1 0,0 1-1,-1 0 1,1-1 0,-1 1 0,0-1 0,0 1-1,0-1 1,0 0 0,0 1 0,0-1 0,-1 0-1,1 0 1,-1 0 0,0 0 0,1 0 0,-1 0-1,0 0 1,0 0 0,-1-1 50,-24 18-2387</inkml:trace>
  <inkml:trace contextRef="#ctx0" brushRef="#br0" timeOffset="5015.737">3940 277 27358,'0'0'2346,"0"0"-1557,-4 18-366,-16 172 505,2 1430-5,18-1587-923,16 133 0,-16-165-51,0 1 1,1 0-1,-1 0 1,0-1-1,1 1 1,-1 0-1,1-1 1,-1 1-1,1-1 1,0 1-1,0-1 1,0 1-1,0-1 1,0 1-1,0-1 0,0 0 1,0 1-1,0-1 1,1 0-1,-1 0 1,0 0-1,1 0 1,-1 0-1,1 0 1,-1-1-1,1 1 1,0 0-1,-1-1 1,1 1-1,0-1 0,-1 1 1,1-1-1,0 0 1,-1 0-1,1 0 1,0 0-1,1 0 51,9-7-4451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3:21.27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11159 792 29598,'0'0'2057,"0"0"-1817,-35 109-96,22-52 192,2 8-112,11 30-224,4-15-344,12-7-1200</inkml:trace>
  <inkml:trace contextRef="#ctx0" brushRef="#br0" timeOffset="-338.885">10504 1137 28438,'0'0'2769,"0"0"-2489,0 0 48,0 0 240,0 0-272,114-47-216,-88 39-80,-2 0-128,11-10-312,-4 3-320,-9-1-1641</inkml:trace>
  <inkml:trace contextRef="#ctx0" brushRef="#br0" timeOffset="-180.055">10633 818 29638,'0'0'905,"0"0"-673,0 0 240,0 0 0,0 108-200,0-56-160,0 9-64,-9 4-40,-2 8-8,3 0-248,8 4-216,0-20-1025,0-22-3336</inkml:trace>
  <inkml:trace contextRef="#ctx0" brushRef="#br0" timeOffset="-963.199">8658 413 25253,'0'0'1691,"0"0"-570,0 0 531,0 0-837,0 0-403,-8-12-139,-24-39 13,32 50-274,-1 0 0,1 0 0,-1 0 1,1 0-1,0 0 0,0 0 0,-1 0 1,1 0-1,0 0 0,0 0 0,0 0 0,0 0 1,0 0-1,1 0 0,-1 0 0,0 0 1,0 0-1,1 0 0,-1 0 0,0 0 0,1 0 1,-1 0-1,1 0 0,0 0 0,-1 0 1,1 1-1,0-1 0,-1 0 0,1 0 0,0 1 1,0-1-1,-1 0 0,1 1 0,0-1 1,0 1-1,0-1 0,0 1 0,0-1 0,0 1 1,0 0-1,1-1-12,3-1 62,368-187 315,-173 76-741,-182 102 356,-8 25 32,-46 160 187,35-158-210,0 1 1,0-1-1,1 0 1,1 0 0,1 0-1,1 0 1,0 0 0,1-1-1,0 1 1,1-1 0,1 0-1,0 0 1,5 7-2,-8-17 0,-2 0 5,0-1-1,1 1 0,-1-1 0,1 1 1,0-1-1,0 0 0,0 0 1,1 0-1,-1 0 0,1 0 1,0 0-1,0-1 0,0 1 0,1-1 1,-1 0-1,1 0 0,0 0 1,0-1-1,0 1 0,0-1 1,0 0-1,0 0 0,1 0 0,-1-1 1,1 1-1,-1-1 0,1 0 1,0-1-1,-1 1 0,1-1 1,0 0-1,-1 0 0,1 0 0,0-1 1,-1 1-1,1-1 0,0 0 1,-1-1-1,3 0-4,13-13 9,-1-1 0,0-1-1,-1-1 1,-1-1 0,-1 0 0,-1-1 0,0-1 0,2-6-9,-1 3 19,-1-1 0,-2-1 0,0 0 0,-1-1 0,-2-1 0,4-15-19,-39 355 87,18-183-87,-6-1 0,-5 0 0,-6-1 0,-6-1 0,-5-2 0,-44 103 0,76-217 0,0-1 0,-1 0 0,0 0 0,0 0 0,-1-1 0,0 1 0,0-1 0,-1 0 0,0-1 0,-1 1 0,0-1 0,0 0 0,0-1 0,-1 0 0,0 0 0,0-1 0,-1 0 0,1 0 0,-6 1 0,12-5 0,0-1 0,0 0 0,0 0 0,0 0 0,0-1 0,0 1 0,0 0 0,0-1 0,0 0 0,0 1 0,0-1 0,0 0 0,0 0 0,0 0 0,1 0 0,-1 0 0,0 0 0,1-1 0,-1 1 0,1 0 0,0-1 0,-1 1 0,1-1 0,0 0 0,0 1 0,0-1 0,0 0 0,0 0 0,0 0 0,0 0 0,1 1 0,-1-1 0,1 0 0,-1 0 0,1-1 0,-11-77 0,11 79 0,-2-26 0,2 1 0,1-1 0,2 0 0,0 1 0,2-1 0,0 1 0,2 0 0,1 1 0,1-1 0,1 2 0,2-1 0,0 2 0,5-6 0,1 2-107,1 1 0,1 1 0,2 1 0,0 0 0,1 2 0,2 1 0,0 1 0,1 1 0,27-15 107,12-7-1518</inkml:trace>
  <inkml:trace contextRef="#ctx0" brushRef="#br0" timeOffset="-597.094">9890 962 29918,'0'0'707,"0"0"-305,-7 20-41,-40 166 438,44-126-752,14-47-41,57-110-230,-37 43 59,-21 34 125,0 0 0,1 1 1,1 0-1,1 1 0,0 0 0,1 1 1,1 1-1,1 0 0,0 1 0,15-10 40,-28 23 13,-1 1 0,0-1-1,0 1 1,1-1-1,-1 1 1,0 0-1,1 0 1,0 0 0,-1 1-1,1-1 1,-1 1-1,1-1 1,0 1 0,-1 0-1,1 0 1,0 0-1,-1 0 1,1 0-1,0 1 1,-1-1 0,1 1-1,-1 0 1,1 0-1,-1 0 1,1 0 0,-1 0-1,0 0 1,1 1-1,-1-1 1,0 1-1,0-1 1,0 1 0,0 0-1,0 0 1,0 0-1,-1 0 1,1 0 0,-1 0-1,1 1 1,-1-1-1,0 0 1,0 1-1,0-1 1,0 1 0,0-1-1,0 3-12,18 128 104,-19-63-900,0-41-698</inkml:trace>
  <inkml:trace contextRef="#ctx0" brushRef="#br1" timeOffset="-6945.221">7924 2059 32023,'0'0'744,"0"0"-744,-46 136 0,28-71 0,-1 8 0,-5 17 0,-14 27 0,-8 33 0,-13 4-256,13-34-1536,4-39-4818</inkml:trace>
  <inkml:trace contextRef="#ctx0" brushRef="#br1" timeOffset="-8245.635">3249 2049 31135,'0'0'632,"0"0"-472,0 0 184,-49 102 56,23-37-304,0 12-96,-5 24 0,-8 23 0,4-7 0,2-15 0,6-13 0,5-24 0,3 0-296,1 8-304,7-24-416,5-21-1273</inkml:trace>
  <inkml:trace contextRef="#ctx0" brushRef="#br1" timeOffset="-7962.045">4239 2060 28934,'0'0'1136,"0"0"-647,-46 105-73,37-67 208,5-1-120,2 0-184,2 9-104,-7 11-88,-12 30-128,-19 35 0,-19 32 0,-2 4 0,7-28 0,12-14 0,20-47-680,5-17-1289</inkml:trace>
  <inkml:trace contextRef="#ctx0" brushRef="#br1" timeOffset="-7644.905">5239 2051 30406,'0'0'865,"0"0"-401,0 0-56,0 0 88,-11 136-368,-18-26-128,-19 40 0,-11 22 0,-9 3 0,4-7 0,16-28 0,15-31-312,16-21-248,12-30-488,5-31-1377</inkml:trace>
  <inkml:trace contextRef="#ctx0" brushRef="#br1" timeOffset="-7392.661">6293 2094 31751,'0'0'528,"-70"112"-456,31-39-40,-5 12 192,9 2-200,6 6-24,7 1-304,7 25-256,4-22-905,4-26-14266</inkml:trace>
  <inkml:trace contextRef="#ctx0" brushRef="#br1" timeOffset="-7145.379">7045 2041 31999,'0'0'768,"-57"116"-768,28-39 0,-3 10 0,5 2 0,8-1 0,1-1 0,5-6-264,6 4-352,3-22-504,2-22-625</inkml:trace>
  <inkml:trace contextRef="#ctx0" brushRef="#br1" timeOffset="-8702.607">1721 1851 27430,'0'0'3241,"0"0"-2713,0 0-72,0 0-56,0 0-32,0 0-240,-57 67-88,30 44 24,-12 43-8,-11 21-32,-5 7 8,0-11-32,5-7 0,12 2 0,12-4 0,17-20-376,7-44-664,2-37-1817</inkml:trace>
  <inkml:trace contextRef="#ctx0" brushRef="#br1" timeOffset="-8443.792">1936 2771 29302,'0'0'1577,"0"0"-1425,0 0-64,0 0 192,0 0-48,0 0-120,120 90-80,-109-60-32,2 2-104,14 1-240,-6-7-769,4-12-1319</inkml:trace>
  <inkml:trace contextRef="#ctx0" brushRef="#br1" timeOffset="-6212.41">1475 3211 29030,'0'0'875,"0"0"-113,0 0-269,0 0-122,0 0-15,28 2 39,270 11 63,519-49-431,-334 8-27,2396-14 0,-2622 42 0,673 9 0,-843-13 0,-86 4-24,0-1 1,0 1-1,1 0 0,-1 0 0,0 0 1,0 0-1,1 1 0,-1-1 1,0 0-1,0 0 0,0 1 0,0-1 1,0 1-1,1-1 0,-1 1 1,0-1-1,0 1 0,0 0 0,0-1 1,0 1-1,-1 0 0,1 0 1,0 0-1,0 0 0,0 0 0,-1 0 1,1 0-1,0 0 0,-1 0 1,1 0-1,-1 0 0,0 0 0,1 0 1,-1 0-1,0 1 0,1-1 1,-1 1 22,1 21-1698</inkml:trace>
  <inkml:trace contextRef="#ctx0" brushRef="#br0" timeOffset="2252.137">9923 2611 28758,'0'0'979,"0"0"-265,0 0-52,0 0-146,0 0-210,0 0-101,5-15-6,27-124 208,-31 135-407,-1 0 1,1-1 0,-1 1 0,0 0-1,-1-1 1,1 1 0,-1 0-1,0 0 1,0-1 0,0 1-1,0 0 1,-1 0 0,1 0 0,-1 0-1,0 0 1,-1 1 0,1-1-1,-1 0 1,1 1 0,-1 0 0,0 0-1,0 0 1,-1 0 0,1 0-1,0 1 1,-1-1 0,0 1 0,0 0-1,1 0 1,-4-1-1,2 1 0,0-1 0,-1 1 0,1 0 0,-1 0 0,0 1 0,0 0 0,0 0 0,0 0 0,0 1 0,1-1 0,-1 2 0,0-1 0,0 0 0,0 1 0,0 0 0,0 1 0,0-1 0,1 1 0,-1 1 0,1-1 0,-1 0 0,1 1 0,0 0 0,0 1 0,0-1 0,1 1 0,-1 0 0,1 0 0,0 0 0,0 1 0,-1 0 0,-10 19 0,1 0 0,0 1 0,2 1 0,1-1 0,2 2 0,0 0 0,1 0 0,2 0 0,1 1 0,1 0 0,2 0 0,0 0 0,2 0 0,1 0 0,4 21 0,-6-42 0,1 0 0,0 0 0,0 0 0,1 0 0,0 0 0,0-1 0,0 1 0,1 0 0,0-1 0,0 1 0,1-1 0,0 0 0,0 0 0,0 0 0,1 0 0,0 0 0,0-1 0,0 1 0,1-1 0,0-1 0,0 1 0,0 0 0,1-1 0,-1 0 0,1-1 0,0 1 0,0-1 0,0 0 0,0 0 0,1-1 0,1 1 0,2-2 0,-1 0 0,0-1 0,0 0 0,0 0 0,0-1 0,1 0 0,-1-1 0,0 0 0,-1 0 0,1-1 0,0 0 0,-1 0 0,1-1 0,-1-1 0,0 1 0,0-1 0,-1 0 0,0-1 0,0 0 0,0 0 0,0-1 0,-1 1 0,0-1 0,0-1 0,9-12 0,-1 0 0,-1-1 0,0 0 0,-2-1 0,-1 0 0,0-1 0,-2 0 0,3-14 0,-6 23 0,-2 0 0,0-1 0,-1 0 0,0 0 0,-1 0 0,0 0 0,-2 1 0,0-1 0,0 0 0,-2-4 0,1 13 0,0 0 0,0-1 0,0 1 0,0 0 0,-1 1 0,0-1 0,-1 1 0,1-1 0,-1 1 0,0 0 0,0 0 0,-1 0 0,1 1 0,-1 0 0,0 0 0,0 0 0,-1 0 0,1 1 0,-1 0 0,0 0 0,1 0 0,-1 1 0,-1 0 0,-3-1 0,-4 0-5,0 1 0,0 1 1,0 1-1,0 0 0,0 0 0,0 1 1,0 1-1,0 1 0,0 0 0,1 0 0,-1 2 1,-9 4 4,-90 38-830,1 13-2228</inkml:trace>
  <inkml:trace contextRef="#ctx0" brushRef="#br0" timeOffset="4718.451">7212 3386 27942,'0'0'1199,"0"0"-259,0 0-196,0 0-137,0 0-138,-3-14-138,-6-43-96,9 57-231,0-1 1,0 1-1,0-1 0,0 1 1,0-1-1,0 1 0,0-1 0,0 1 1,0-1-1,0 0 0,0 1 1,0-1-1,0 1 0,1-1 1,-1 1-1,0-1 0,0 1 1,0-1-1,1 1 0,-1-1 1,0 1-1,1 0 0,-1-1 0,1 1 1,-1-1-1,0 1 0,1 0 1,-1-1-1,1 1 0,-1 0 1,1-1-1,-1 1 0,1 0 1,-1 0-1,1 0 0,-1-1 1,1 1-1,-1 0 0,1 0 1,-1 0-1,1 0 0,0 0 0,-1 0 1,1 0-1,-1 0 0,1 0 1,-1 0-1,1 1 0,-1-1 1,1 0-1,-1 0 0,1 0 1,-1 1-1,1-1 0,-1 0 1,1 0-1,-1 1 0,1-1 0,-1 1-4,2-1 14,5 5-12,0 1 0,-1 0 0,1 0 0,-1 0 0,-1 1 0,1 0 0,-1 0 0,0 0 0,-1 1 0,1-1 0,-1 1 0,-1 0 0,0 0 0,0 1 0,1 6-2,-1-7 2,45 143-2,33 77 0,-78-223 0,-1 0 0,1 1 0,0-1 0,0 0 0,1 0 0,-1-1 0,1 1 0,0-1 0,1 1 0,-1-1 0,1-1 0,-1 1 0,1-1 0,0 1 0,0-1 0,1-1 0,-1 1 0,1-1 0,-1 0 0,1 0 0,0-1 0,-1 1 0,1-1 0,0-1 0,0 1 0,0-1 0,0 0 0,0 0 0,0-1 0,0 0 0,0 0 0,0 0 0,-1-1 0,1 1 0,0-1 0,-1-1 0,0 1 0,1-1 0,-1 0 0,1-1 0,23-18 0,-1-2 0,-1-1 0,-1-1 0,-1-1 0,20-30 0,35-36 0,-71 81 0,0-1 0,1 2 0,1-1 0,0 1 0,0 1 0,1 0 0,0 1 0,1 0 0,0 0 0,0 2 0,1 0 0,0 0 0,1 1 0,-1 1 0,1 1 0,0 0 0,0 0 0,0 2 0,1 0 0,-1 0 0,8 2 0,-11 5 0,-1 1 0,0 0 0,0 1 0,-1 0 0,0 0 0,0 1 0,-1 1 0,0 0 0,-1 0 0,1 1 0,-2 0 0,1 0 0,-2 0 0,1 1 0,-1 0 0,-1 1 0,0-1 0,-1 1 0,2 6 0,2-1 0,-2-5 0,0 6 0,1 0 0,1-1 0,0 0 0,2-1 0,0 0 0,0 0 0,2-1 0,0 0 0,0-1 0,1-1 0,1 0 0,1-1 0,-1 0 0,2-1 0,2 1 0,-16-11 0,0-1 0,0 1 0,-1-1 0,1 0 0,0 1 0,0-1 0,0 0 0,-1 0 0,1 0 0,0-1 0,0 1 0,0 0 0,-1-1 0,1 1 0,0-1 0,0 1 0,-1-1 0,1 0 0,-1 0 0,1 0 0,-1 0 0,1 0 0,-1 0 0,1 0 0,-1 0 0,0 0 0,0-1 0,1 1 0,-1-1 0,0 1 0,0-1 0,0 1 0,-1-1 0,1 0 0,0 1 0,-1-1 0,1 0 0,-1 1 0,1-1 0,-1 0 0,0 0 0,0 0 0,0 1 0,0-3 0,5-10 0,8-22 0,1 2 0,1 0 0,2 0 0,2 1 0,1 2 0,1 0 0,13-14 0,-30 41 0,0 0 0,0 0 0,1 1 0,-1 0 0,1 0 0,0 0 0,0 1 0,0-1 0,0 1 0,0 0 0,0 0 0,1 1 0,-1 0 0,0 0 0,1 0 0,-1 1 0,1-1 0,-1 1 0,1 1 0,0-1 0,-1 1 0,0 0 0,1 0 0,-1 0 0,2 1 0,130 66 0,-106-49 0,23 12 0,1-2 0,2-3 0,1-2 0,0-2 0,1-4 0,2-1 0,0-4 0,0-2 0,1-3 0,0-2 0,26-3 0,-76-3 0,1 0 0,0-1 0,-1 0 0,1-1 0,-1 0 0,0-1 0,1-1 0,-1 0 0,-1-1 0,1 0 0,-1 0 0,0-1 0,0-1 0,0 0 0,-1 0 0,9-9 0,1-5 0,-2-2 0,0 0 0,-1 0 0,-2-2 0,0 0 0,-2 0 0,0-1 0,-2-1 0,-1 0 0,-2-1 0,0 0 0,-2 0 0,-1-1 0,-1 1 0,-1-1 0,-2-20 0,0 48-12,-1 0 1,0 0-1,0-1 0,0 1 1,-1 0-1,1 0 0,0-1 1,0 1-1,-1 0 0,1 0 0,-1 0 1,1-1-1,-1 1 0,1 0 1,-1 0-1,0 0 0,1 0 1,-1 0-1,0 0 0,0 0 1,0 1-1,0-1 0,0 0 1,0 0-1,0 1 0,0-1 1,0 0-1,0 1 0,0-1 1,0 1-1,0-1 0,-1 1 0,1 0 1,0 0-1,0-1 0,0 1 1,-1 0-1,1 0 0,0 0 1,0 0-1,-1 0 0,1 1 1,0-1-1,0 0 0,-1 0 1,1 1-1,0-1 0,0 1 1,0-1-1,0 1 0,0 0 0,0-1 1,0 1-1,0 0 0,0 0 1,0 0-1,0-1 0,0 1 1,0 0-1,1 0 0,-1 0 1,0 1-1,1-1 0,-1 0 1,1 0-1,-1 0 0,1 1 12,-37 29-2218</inkml:trace>
  <inkml:trace contextRef="#ctx0" brushRef="#br0" timeOffset="5267.58">8051 4686 28430,'0'0'2105,"0"0"-1593,0 0-120,0 0 128,0 0-56,0 0-192,138-4-200,-63 0-72,12 4 0,47 0 0,-20 0-400,-18 2-1424</inkml:trace>
  <inkml:trace contextRef="#ctx0" brushRef="#br0" timeOffset="5903.846">8972 4416 28446,'0'0'2313,"0"0"-1953,0 0-152,0 0 216,0 0 128,0 0-192,90 136-256,-42-81-104,4 6 0,3 1 0,-2-1 0,-5-8 0,-2-10 0,-9-9 0,1-12 0,5-22-416,-10 0-688,-6-6-2985</inkml:trace>
  <inkml:trace contextRef="#ctx0" brushRef="#br0" timeOffset="6157.215">9458 4331 31039,'0'0'640,"-101"111"-408,25-25-152,-10 35-80,-1 11-128,16-22-1176,23-29-8507</inkml:trace>
  <inkml:trace contextRef="#ctx0" brushRef="#br0" timeOffset="6701.074">8215 4082 29382,'0'0'818,"0"0"-283,-22 10-315,19-9-216,-13 5 24,-1 1 0,1 1-1,0 0 1,1 1 0,0 1 0,1 0 0,0 1 0,0 1 0,1 0-1,1 1 1,-4 5-28,-25 35 55,3 1 0,3 3-1,1 1 1,4 1 0,2 2-1,3 0 1,2 2 0,0 11-55,14-42 49,1 0 0,1 0 1,2 1-1,1-1 0,2 1 1,1 0-1,2 0 1,0 0-1,3 0 0,1-1 1,1 1-1,2-1 0,1 0 1,1-1-1,2 0 0,1-1 1,1 0-1,2-1 0,1-1 1,7 8-50,-5-21-2,1-1-1,1-1 1,-1 0 0,2-2 0,0-1 0,0 0 0,1-2 0,0 0 0,1-2 0,-1 0 0,1-2-1,0-1 1,0 0 0,1-2 0,-1-1 0,0-1 0,19-3 2,-11 4-2,68-2-1,1-4-1,-1-4 0,0-5 0,-1-4 0,-1-5 1,88-33 3,-52 10-29,-3-6 0,-3-5 0,15-15 29,-121 62-24,0-1 0,0-1 1,-2-1-1,0 0 0,0-2 0,-1 0 1,-1-1-1,-1-1 0,0-1 0,-2 0 1,0-1-1,-1-1 0,-1 0 0,-1-1 1,-1 0-1,-1-1 0,-1 0 0,-1-1 1,-1 0-1,-1 0 0,0-3 24,-4 9 33,-1 1-1,0-1 1,-2 0-1,0 0 1,0 1-1,-2-1 1,0 0-1,-1 1 1,-1 0-1,-1 0 1,-6-13-33,1 10 13,0 1 0,-2 0 0,0 0 1,-2 1-1,0 1 0,-1 0 0,0 1 1,-1 1-1,-1 1 0,0 0 1,-1 1-1,-1 1 0,0 1 0,-1 1 1,0 1-1,0 0 0,-1 2 0,1 1 1,-2 0-1,0 1-13,-53-7-177,0 3 0,-1 3 0,1 3 0,-1 4 1,0 3-1,1 3 0,0 4 0,-13 6 177,-114 30-2702</inkml:trace>
  <inkml:trace contextRef="#ctx0" brushRef="#br0" timeOffset="10210.898">10644 4708 29766,'0'0'761,"0"0"-545,0 0-168,0 0 336,0 0-72,169-69-104,-88 44-88,4 3-32,-1 6-16,-3 6-56,-2 6-16,22 4-192,-18 2-600,-17 6-2385</inkml:trace>
  <inkml:trace contextRef="#ctx0" brushRef="#br0" timeOffset="10634.658">11264 4322 30831,'0'0'550,"0"0"-356,0 0-66,29 14 97,193 87 153,-9 1-232,-203-96-143,-1 1 0,0 0 0,0 1 0,-1 0 0,0 0 0,0 0 0,-1 1 0,0 1 0,-1-1 0,0 1 0,0 0 0,-1 0 0,0 1-1,-1 0 1,0-1 0,-1 1 0,0 1 0,-1-1 0,1 4-3,-3-2 0,0 0-1,0 1 1,-1-1-1,-1 0 0,0 0 1,-1 0-1,-1 0 1,0 0-1,0 0 0,-1-1 1,-1 0-1,0 0 1,-1-1-1,0 1 0,-1-1 1,0-1-1,0 1 1,-11 8 0,-9 8 8,-1-1 0,-2-1 0,-1-1 1,0-2-1,-30 14-8,17-15 40,47-27 9,40-28-68,1 2 0,1 1 0,2 3 0,13-5 19,-19 10-84,233-136-1888,-200 112 90</inkml:trace>
  <inkml:trace contextRef="#ctx0" brushRef="#br0" timeOffset="10934.034">11753 4164 30615,'0'0'640,"0"0"-464,0 0 24,0 0 336,0 0-192,160-71-200,-79 41-32,7-1-112,4-1 0,-4 4 0,-5 7-152,7 3-568,-22 8-1169,-20 0-7593</inkml:trace>
  <inkml:trace contextRef="#ctx0" brushRef="#br0" timeOffset="11169.3">12474 3596 30350,'0'0'761,"0"0"-465,0 0 96,-2 134 160,4-85-248,9 4-200,11 28-104,-2-14-264,-9-8-920</inkml:trace>
  <inkml:trace contextRef="#ctx0" brushRef="#br1" timeOffset="15747.543">53 976 22893,'0'0'5476,"0"0"-3923,0 0-1094,0 0-65,0 0-29,0 5-68,21 357 757,-14 468-846,-88 108-1108,81-914-861,0-23-55</inkml:trace>
  <inkml:trace contextRef="#ctx0" brushRef="#br1" timeOffset="16282.567">114 1483 29166,'0'0'595,"25"-1"-294,300-24 501,444-74-72,-341 37-512,280 1-218,97 59 366,-438 32-238,-1 16 0,285 77-128,-205-36 153,196 5 12,255-11-165,-250-28 14,-319-24-364,359 40 843,-238 4-5609,-390-60-8858</inkml:trace>
  <inkml:trace contextRef="#ctx0" brushRef="#br1" timeOffset="16566.476">8667 1806 30999,'0'0'616,"0"0"-472,0 0-112,0 0 224,-61 144 16,56-69-112,5 34-32,0 29 32,0 16-160,5 8 0,-5-5 0,0-11 0,0-6 0,-5-41 0,3-40-2729</inkml:trace>
  <inkml:trace contextRef="#ctx0" brushRef="#br1" timeOffset="36461.112">8421 1333 20668,'0'0'1313,"0"0"-905,-28-122-304,13 70 336,-1 9 872,-3 4 289,-3 7-425,0 8-472,-5 5 32,1 5-152,0 6-248,-3 6-216,-8 2-120,9 2-472,-1 6-2784</inkml:trace>
  <inkml:trace contextRef="#ctx0" brushRef="#br1" timeOffset="36793.711">7146 1122 27886,'0'0'839,"0"0"-276,0 0-157,0 0-104,-1 31 123,17 302 415,15 54-134,-17 2-1,-30 273-705,-17 141-33,50-916-1269,6-115-1021,-17 114-109</inkml:trace>
  <inkml:trace contextRef="#ctx0" brushRef="#br1" timeOffset="37226.888">7538 1587 28446,'29'-11'690,"265"-81"446,-167 72-952,0 5 0,1 7 1,1 5-1,-1 5 0,0 6 1,0 6-1,-2 5 0,0 6 1,84 29-185,-32-7 22,-48-8-14,2-7-1,1-5 0,2-7 1,83 2-8,173-22-364,-457 25 546,61-20-169,0-1-1,-1 2 0,1-1 0,1 0 0,-1 1 1,1 0-1,0 0 0,1 0 0,-1 1 0,1-1 1,0 1-1,1 0 0,0 0 0,0 0 0,0 0 1,1 0-1,0 0 0,0 0 0,1 1 0,0-1 1,0 0-1,1 4-12,-1-6 8,-27 748 677,25-727-759,-7 110-903,-5-1 0,-16 48 977,17-135-2737</inkml:trace>
  <inkml:trace contextRef="#ctx0" brushRef="#br1" timeOffset="37544.125">7551 3361 30438,'0'0'590,"0"0"-287,35 0-117,350 0 553,922-91-228,-1298 91-511,574 3 0,-414 23 0,-114 2 0,-55-27-5,0-1 0,0 1 0,0-1-1,1 1 1,-1 0 0,0-1 0,0 1 0,0 0 0,0-1 0,0 1-1,0 0 1,0-1 0,0 1 0,0 0 0,-1-1 0,1 1 0,0-1 0,0 1-1,0 0 1,-1-1 0,1 1 0,0-1 0,-1 1 0,1-1 0,-1 1-1,1-1 1,-1 1 0,1-1 0,0 1 0,-1-1 0,0 1 0,1-1-1,-1 0 1,1 1 0,-1-1 0,1 0 0,-1 0 0,0 1 0,1-1-1,-1 0 1,0 0 0,1 0 0,-1 0 0,1 0 0,-1 0 0,0 0-1,1 0 1,-1 0 0,0 0 0,1 0 0,-1 0 0,0 0 0,1-1 0,-1 1-1,1 0 1,-1 0 0,0-1 0,1 1 0,-1 0 0,1-1 0,-1 0 5,-50 2-897,-14-1-1230</inkml:trace>
  <inkml:trace contextRef="#ctx0" brushRef="#br1" timeOffset="37994.595">8097 3722 29974,'0'0'907,"0"0"-103,0 0-223,0 0-177,29-22-311,-13 11-92,224-139 2,-150 106-3,2 5 0,1 3 0,2 5 0,1 4 0,1 4 0,74-7 0,-146 27 0,1 2 0,-1 0 0,0 2 0,0 1 0,0 1 0,0 1 0,0 1 0,-1 1 0,17 7 0,54 29 0,-71-29 0,0-2 0,1 0 0,0-1 0,0-2 0,1-1 0,0-1 0,0-1 0,25 2 0,-46-24 0,-12 7 0,1 0 0,-1 1 0,-1 0 0,1 0 0,-2 1 0,1 0 0,-1 1 0,0-1 0,-1 2 0,0-1 0,-10-4 0,15 9-62,-1-1 1,1 1-1,-1 1 0,0-1 1,0 1-1,0 0 0,0 0 1,0 1-1,0 0 1,0 0-1,0 0 0,0 1 1,-1-1-1,2 2 0,-1-1 1,0 1-1,0-1 0,0 2 1,1-1-1,-1 1 0,1 0 1,-2 1 61,-37 21-3133</inkml:trace>
  <inkml:trace contextRef="#ctx0" brushRef="#br1" timeOffset="39361.634">1824 3822 25766,'0'0'2975,"0"0"-1935,0 0-539,-5 22-90,2-9-333,1-9-61,1-1 0,-1 1 0,1 0 0,0 0 0,0 0 0,0 0 0,0 0 0,1-1 1,-1 1-1,1 0 0,0 0 0,0 0 0,1 0 0,-1 0 0,1 0 0,0 0 0,0 0 0,0 0 1,1 0-1,-1-1 0,1 1 0,0-1 0,0 1 0,0-1 0,0 0 0,1 1 0,-1-1 0,1 0 1,0-1-1,0 1 0,0 0 0,0-1 0,0 0 0,1 1-17,34 9 53,0-2 0,0-2 0,1-1 0,0-2 0,0-1 0,0-2 0,1-2 0,-1-2 0,27-5-53,536-78 44,50 104-16,-533-22-21,-1-4-1,0-5 0,0-6 1,-1-5-7,180-51-1,-169 37 2,1 6 1,1 6-1,2 6 0,71 0-1,26 33 375,-141 5-222,2-3 1,-1-5 0,69 0-154,-20-12 0,0-7 0,-1-6 0,26-11 0,-88 12-5,-25 0-9,1 3 1,0 1-1,0 3 1,1 2-1,0 3 1,-1 1-1,1 3 1,0 2 0,-1 3-1,0 1 1,6 5 13,-30-5-78,-2 2 0,1 0 1,-1 2-1,-1 1 0,-1 1 1,0 1-1,-1 1 0,0 0 1,3 6 77,37 77-2763,-51-57-3832</inkml:trace>
  <inkml:trace contextRef="#ctx0" brushRef="#br1" timeOffset="39775.955">3590 5172 28590,'0'0'920,"0"0"-688,0 0 200,0 0 297,0 0-193,0 0-256,0 0-80,9 6-200,-4-6-32,1 0-984,-6-6-2721</inkml:trace>
  <inkml:trace contextRef="#ctx0" brushRef="#br1" timeOffset="40709.75">4678 4262 28918,'0'0'892,"-14"23"-235,-90 186 231,87-156-825,2 0 0,3 1 0,3 1 0,1-1 0,3 2 0,3-1 0,3 40-63,-2-88 1,1 0 0,0 0 0,0 0 0,0 1 0,1-1 0,0 0 0,1 0-1,-1 0 1,2 0 0,-1 0 0,1 0 0,0-1 0,0 1 0,0-1 0,1 0 0,0 0 0,0 0 0,1 0-1,0-1 1,0 0 0,0 0 0,1 0 0,-1-1 0,1 1 0,0-1 0,0-1 0,1 1 0,-1-1 0,1 0-1,0-1 1,0 1 0,-1-1 0,2-1 0,-1 1 0,0-1 0,0 0 0,0-1 0,4 0-1,0-5-3,0 0 0,-1-1 0,0 0 0,0-1 0,-1 0 0,0-1 0,0 0 0,-1 0 0,1-1 0,-2 0 0,0 0 0,0-1 0,0 0 0,-1 0 0,-1 0 0,0-1 0,0 0 0,0-4 3,3-3 2,-2-1 0,0 0-1,-1-1 1,-1 1 0,-1-1-1,0 0 1,-2 0 0,0-11-2,-1 24 4,0 1 0,-1 0 1,0 0-1,0 0 0,0-1 1,0 1-1,-1 0 0,0 1 1,0-1-1,-1 0 0,0 0 1,0 1-1,0 0 0,0 0 1,-1 0-1,0 0 0,0 0 1,-1 1-1,1-1 0,-1 1 1,0 0-1,0 1 0,0-1 1,0 1-1,-1 0 0,1 0 0,-1 1 1,0 0-1,-1-1-4,-6-1-89,0 0 0,0 1-1,0 0 1,0 1 0,0 1 0,-1 0 0,1 1-1,-1 0 1,1 1 0,-13 2 89,3 6-1714</inkml:trace>
  <inkml:trace contextRef="#ctx0" brushRef="#br1" timeOffset="40992.407">4956 4957 30991,'0'0'1080,"0"0"-1080,0 0-120,0 0-304,0 0-945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9:53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4468 525 29086,'0'0'1985,"0"0"-1705,0 0-192,0 0-32,0 0 8,0 0 0,0 0-64,87 120-184,-74-80-889,-10-1-1495</inkml:trace>
  <inkml:trace contextRef="#ctx0" brushRef="#br0" timeOffset="259.216">4126 1137 30503,'0'0'961,"0"0"-427,0 0-312,0 0-119,0 0 22,18-9 78,286-134-87,-195 121-128,-106 22 10,-1 0-1,0 0 1,1 0 0,-1 0 0,1 1-1,-1-1 1,1 1 0,-1 0-1,0-1 1,1 1 0,-1 0 0,0 0-1,0 0 1,0 1 0,0-1 0,0 0-1,0 1 1,0 0 0,0-1-1,0 1 1,-1 0 0,1 0 0,-1 0-1,1 0 1,-1 0 0,0 0-1,0 0 1,0 0 0,0 1 0,0-1-1,-1 0 1,1 1 0,0-1-1,-1 1 1,0-1 0,0 0 0,0 1-1,0-1 1,0 1 0,0-1-1,0 1 1,-1-1 0,1 0 0,-1 1-1,-1 1 3,-1 21 0,-1-1-1,-2 0 1,0 0-1,-2 0 1,0-1-1,-2 0 1,0 0-1,-2-1 1,0-1-1,-2 0 1,-10 12 0,10-9 0,-395 563-96,369-498-1999,40-88-179</inkml:trace>
  <inkml:trace contextRef="#ctx0" brushRef="#br0" timeOffset="709.062">4516 1393 28814,'0'0'950,"0"0"-107,-2 17-169,-27 131 228,-87 262-529,112-354-779,5-56 352,0 1 1,0 0-1,0-1 1,0 1-1,0-1 1,0 1 0,0-1-1,0 1 1,1-1-1,-1 0 1,0 0 0,0 1-1,0-1 1,1 0-1,-1 0 1,0 0-1,0-1 1,1 1 0,-1 0-1,0 0 1,0 0-1,0-1 1,1 1 0,-1-1-1,0 1 1,0-1-1,0 1 1,0-1 0,0 0-1,0 0 1,0 1-1,0-1 1,0 0-1,-1 0 1,1 0 0,0 0-1,0 0 1,0-1 53,17-20-463,-1 0 0,0-1 0,-2-1 1,-1 0-1,-1-1 0,-1-1 0,-1 0 0,3-15 463,-12 37-7,137-350-2071,-107 253 6247,-33 100-4094,0 0 1,-1 0 0,1 0-1,0 0 1,0 1-1,-1-1 1,1 0 0,0 1-1,-1-1 1,1 1 0,-1 0-1,1-1 1,-1 1-1,1 0 1,-1 0 0,1 0-1,-1 0 1,1 0-1,0 0 1,-1 0 0,1 0-1,-1 1 1,1-1-1,-1 0 1,1 1 0,0 0-1,-1-1 1,1 1 0,0 0-1,-1-1 1,1 1-1,0 0 1,0 0 0,0 0-1,0 0 1,0 0-1,0 0 1,0 1 0,0-1-1,0 0 1,0 0 0,1 1-1,-1 0-75,-9 12 73,1 0-1,1 1 1,0-1-1,1 2 1,0-1-1,2 1 1,0 0-1,0 0 1,2 0-1,0 1 1,1 0-1,0-1 1,1 1-1,2 4-72,-1-17 0,0 0 0,0 0 0,1-1 0,-1 1 0,1 0 0,0 0 0,0-1 0,0 1 0,1-1 0,-1 1 0,1-1 0,0 0 0,0 0 0,0 1 0,0-1 0,1-1 0,-1 1 0,1 0 0,0 0 0,0-1 0,0 0 0,0 0 0,0 0 0,0 0 0,1 0 0,-1 0 0,1-1 0,-1 0 0,1 1 0,3-1 0,117 12-3,-107-14-152,0 0 0,1-1 0,-1-1 0,0-1-1,0 0 1,-1-1 0,0-1 0,1 0 0,-2-2-1,1 0 1,2-2 155,35-23-1747</inkml:trace>
  <inkml:trace contextRef="#ctx0" brushRef="#br0" timeOffset="992.791">4976 582 30623,'0'0'1048,"-2"111"-568,2 9 64,24 58-472,9 33-72,4 13 0,-4-5 0,-9-25 0,-6-19 0,-7-42 0,-5-39 0,-4-35 0,-2-21 0,0-7 0,0-9 0,-2-22 0,-9-12-960,-4-21-1129</inkml:trace>
  <inkml:trace contextRef="#ctx0" brushRef="#br0" timeOffset="1274.618">5257 1225 30895,'0'0'1184,"0"0"-568,0 0-544,136 89-72,-93-55 0,1-3 0,2 1 0,-2-3 0,20-3 0,-12-8-232,-6-10-2345</inkml:trace>
  <inkml:trace contextRef="#ctx0" brushRef="#br0" timeOffset="-17629.32">0 320 27054,'0'0'3158,"0"0"-2138,0 0-601,0 0-40,0 0 45,12-7-158,59-38-261,3 3 0,1 4-1,1 3 1,2 3 0,1 3-1,2 4 1,0 4 0,2 3-1,0 4 1,29 0-5,-59 20-1119,-48 0-507</inkml:trace>
  <inkml:trace contextRef="#ctx0" brushRef="#br0" timeOffset="-17253.31">244 379 29030,'0'0'1339,"0"0"-828,0 0-196,-2 28 129,-30 396 533,8-183-839,1-14-125,5 225-13,18-445 0,0-1 0,1 1 0,-1-1 0,1 0 0,0 1 0,1-1 0,0 0 0,0 0 0,0 0 0,1 0 0,-1 0 0,1 0 0,1-1 0,-1 1 0,1-1 0,0 0 0,0 0 0,1 0 0,-1-1 0,1 0 0,0 1 0,0-2 0,0 1 0,1-1 0,0 1 0,-1-2 0,1 1 0,0-1 0,0 1 0,0-2 0,1 1 0,0 0 0,38-2 0,0-2 0,0-2 0,-1-2 0,1-1 0,-1-3 0,-1-1 0,0-3 0,25-11 0,6 1 0,-40 13-59,204-83-582,-209 74-1708</inkml:trace>
  <inkml:trace contextRef="#ctx0" brushRef="#br0" timeOffset="-1482.596">985 1267 25629,'0'0'4288,"0"0"-2966,0 0-828,0 0-100,-10 2-2,-30 4-179,40-6-212,-1 0 0,1-1-1,0 1 1,-1-1 0,1 1-1,-1 0 1,1-1-1,0 1 1,0-1 0,-1 1-1,1-1 1,0 1 0,0-1-1,-1 1 1,1-1 0,0 1-1,0-1 1,0 0 0,0 1-1,0-1 1,0 1-1,0-1 1,0 1 0,0-1-1,0 1 1,0-1 0,0 0-1,0 1 1,1-1 0,-1 1-1,0-1 1,0 1 0,0-1-1,1 1 1,-1-1-1,0 1 1,1-1 0,-1 1-1,0 0 1,1-1 0,-1 1-1,1 0 1,-1-1 0,1 1-1,-1 0 1,1-1 0,-1 1-1,1 0 1,-1 0-1,1-1 1,-1 1 0,1 0-1,-1 0 1,1 0-1,29-24 0,0 1 0,2 1 0,0 2 0,1 2 0,1 0 0,1 3 0,0 0 0,1 3 0,22-5 0,153-17-2206,-159 30-1357</inkml:trace>
  <inkml:trace contextRef="#ctx0" brushRef="#br0" timeOffset="-1206.609">1679 620 30495,'0'0'714,"0"0"-388,0 0-134,20 2 80,-14-2-257,8 1 28,0 0 0,0 1 0,0 0-1,0 1 1,-1 1 0,1 0-1,-1 1 1,0 0 0,0 1-1,-1 1 1,0 0 0,0 0 0,0 1-1,3 4-42,-7 1 2,0 1-1,-1-1 0,-1 1 0,0 0 1,-1 1-1,-1 0 0,0-1 0,0 1 1,-2 1-1,0-1 0,-1 0 0,0 0 1,-1 1-1,-1-1 0,-1 0 0,0 0 1,-1 0-1,-1 5-1,-5 18-126,-1-1 1,-2 0-1,-1-1 1,-2 0-1,-1-1 1,-2 0-1,-13 16 126,-31 24-1582,41-66-242</inkml:trace>
  <inkml:trace contextRef="#ctx0" brushRef="#br0" timeOffset="-941.197">2190 487 29558,'0'0'1098,"0"0"-537,-7 20-115,-101 267 650,95-243-1095,2 0 1,1 1-1,3 0 0,2 0 1,2 1-1,2 37-1,1-77-4,1 0-1,0 0 1,0-1 0,0 1 0,1-1-1,-1 1 1,2-1 0,-1 0 0,0 1-1,1-1 1,0 0 0,0-1-1,1 1 1,-1 0 0,1-1 0,0 0-1,0 0 1,1 0 0,-1 0-1,1-1 1,-1 0 0,1 0 0,0 0-1,1-1 1,-1 1 0,0-1 0,1 0-1,-1-1 1,1 1 0,-1-1-1,1 0 1,0-1 0,0 1 0,-1-1-1,1 0 1,0 0 0,0-1 0,-1 0-1,6-1 5,155-37-1747,-91 7-612</inkml:trace>
  <inkml:trace contextRef="#ctx0" brushRef="#br0" timeOffset="-541.449">2727 182 28902,'0'0'1635,"0"0"-1165,0 0-376,0 0 34,22-13 128,76-42 2,-85 49-235,1 0 1,-1 1 0,1 1 0,-1 0-1,1 1 1,0 1 0,1 0-1,-1 0 1,7 2-24,7-2 8,-17 1-2,-6-1-2,1 0-1,-1 1 0,1-1 0,-1 1 1,1 0-1,0 1 0,0-1 0,-1 1 1,1 0-1,0 1 0,-1-1 0,1 1 1,0 1-1,-1-1 0,1 1 0,-1-1 1,0 2-1,0-1 0,1 0 0,-1 1 1,-1 0-1,1 0 0,0 1 0,-1-1 1,0 1-1,1 0 0,-2 0 0,1 1 1,0-1-1,-1 1 0,0-1 0,0 1 1,0 0-1,-1 1 0,1 0-3,27 259 683,50 490-683,-78-599-1602,-4-121-909</inkml:trace>
  <inkml:trace contextRef="#ctx0" brushRef="#br0" timeOffset="-274.509">2808 1578 30783,'0'0'864,"0"0"-344,0 0-328,0 0 216,0 0-408,162-45 0,-83 17 0,7-1 0,37-13 0,-20 9-968,-18 3-3625</inkml:trace>
  <inkml:trace contextRef="#ctx0" brushRef="#br0" timeOffset="347823.553">1462 2660 23989,'0'0'4273,"0"0"-3713,0 0 48,139 35-88,-54-23 89,49-6-81,67-6-136,47-2-48,26-26-16,13-5-80,-11-5-176,-2 11-72,5-1-128,-69 12-624,-41 5-2249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48:33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902 811 25742,'0'0'3384,"0"0"-2340,0 0-734,0 0-69,0 0 91,22-9 10,145-44 76,-143 48-386,0 2 0,0 1 0,1 1-1,-1 2 1,0 0 0,0 1-1,16 4-31,-33-5 7,0 1 0,0 0 0,0 0 0,0 1 0,0-1 0,-1 1 0,1 1 0,-1 0-1,0 0 1,0 0 0,0 0 0,-1 1 0,1 0 0,-1 0 0,0 0 0,-1 1 0,1 0-1,-1 0 1,0 0 0,-1 0 0,1 1 0,-1-1 0,0 1 0,-1 0 0,0 0 0,0 0 0,0 5-7,0 30 10,-2 0 1,-2-1 0,-2 1 0,-1-1 0,-3 0 0,-1 0 0,-2-1 0,-1 0 0,-3-1-1,-1-1 1,-1 0 0,-13 17-11,-76 159-573,102-190-788,12-27-363</inkml:trace>
  <inkml:trace contextRef="#ctx0" brushRef="#br0" timeOffset="296.479">1941 574 27750,'0'0'1867,"0"0"-997,0 0-428,-22 14-32,8-6-339,2-1-15,0 1 1,0 0-1,0 0 1,1 2-1,0-1 1,1 1 0,0 0-1,1 1 1,0 1-1,0-1 1,1 1-1,-5 12-56,-9 16 62,3 2 0,1 0-1,2 0 1,3 2 0,1 0-1,1 0 1,3 1 0,2 0 0,2 0-1,2 1 1,2 18-62,2-51 0,0 0 0,0 0 0,2-1 0,-1 1 0,2-1 0,-1 0 0,2 0 0,0 0 0,0-1 0,1 0 0,0 0 0,1-1 0,0 0 0,1 0 0,0-1 0,0 0 0,1 0 0,0-1 0,1 0 0,0-1 0,0-1 0,0 1 0,1-2 0,0 0 0,0 0 0,1-1 0,10 2 0,-4-1-9,-1-1 0,1-1 0,0-1 1,-1 0-1,1-2 0,0 0 0,0-1 0,0-1 0,0-1 0,-1 0 1,1-1-1,-1-1 0,0-1 0,4-3 9,10-8-474,-1-2 1,-1-2-1,-1-1 0,0-1 0,16-19 474,23-31-4004</inkml:trace>
  <inkml:trace contextRef="#ctx0" brushRef="#br0" timeOffset="663.057">21 235 28534,'0'0'1592,"0"0"-1384,0 0 41,114-8 87,-57-12-40,8-3-112,1 1-104,-2 6-80,-5 8-48,9 8-384,-18 4-777,-17 10-1151</inkml:trace>
  <inkml:trace contextRef="#ctx0" brushRef="#br0" timeOffset="1013.691">246 209 5449,'0'0'18992,"-10"20"-14345,-68 172-3275,-64 548-263,135-696-1062,2 1 0,3-1-1,1 1 1,2 0-1,2-1 1,2 1-1,2-1 1,2 0 0,1-1-1,3 0 1,1-1-1,3 0 1,3 4-47,-14-33 1,1 0 1,0-1-1,1 0 0,0 0 1,1-1-1,0 0 1,1-1-1,0 1 0,0-2 1,1 0-1,1 0 1,-1-1-1,1 0 0,1-1 1,-1 0-1,1-1 0,1-1 1,-1 0-1,1-1 1,-1 0-1,1-1 0,1 0 1,-1-2-1,0 1 1,12-2-2,21-1-34,1-3 1,-1-1-1,1-3 1,-2-1-1,1-3 1,-2-2-1,0-1 1,0-3-1,18-11 34,199-104-3427,-147 68-4834</inkml:trace>
  <inkml:trace contextRef="#ctx0" brushRef="#br0" timeOffset="1379.949">2454 12 30294,'0'0'539,"0"0"-328,18-2-152,-8 1-73,12-3 68,0 1 0,1 2 0,-1 0 1,0 2-1,1 0 0,-1 1 0,0 1 1,12 4-55,-28-5 8,3 0 1,1 0 0,-1 1 1,0 0-1,1 0 0,-1 1 1,-1 0-1,1 1 0,-1 0 1,1 0-1,-2 1 0,1 0 1,0 0-1,-1 1 0,0 0 1,-1 0-1,0 1 0,0-1 1,0 1-1,-1 1 0,0-1 1,1 6-10,8 35 207,-3 2 0,-2-1-1,-2 2 1,-1 29-207,-2-31 62,2 17-114,17 184-1295,-10 192 1347,-15-409-2267</inkml:trace>
  <inkml:trace contextRef="#ctx0" brushRef="#br0" timeOffset="1629.695">2565 1523 30631,'0'0'632,"0"0"-368,0 0-72,167-4 80,-97-17-120,7-7-152,28-21-200,-17 7-840,-14-1-3657</inkml:trace>
  <inkml:trace contextRef="#ctx0" brushRef="#br0" timeOffset="1896.422">4001 460 28390,'0'0'1904,"0"0"-1567,0 0-153,0 0-120,132 100-48,-102-60-16,-8-8-681,-6-3-1767</inkml:trace>
  <inkml:trace contextRef="#ctx0" brushRef="#br0" timeOffset="2162.953">3653 1229 12467,'0'0'15102,"0"0"-11592,0 0-3213,0 0-98,0 0 134,30-10-33,210-84-98,-198 74-208,-17 6-29,0 2 0,1 0 1,0 2-1,1 0 0,1 2 0,-1 2 0,1 0 1,21-1 34,-47 8-5,-1-1 0,0 1 0,1 0 1,-1 0-1,0 0 0,0 0 0,1-1 1,-1 2-1,0-1 0,0 0 0,0 0 1,0 0-1,0 0 0,-1 1 1,1-1-1,0 0 0,-1 1 0,1-1 1,0 1-1,-1-1 0,0 1 0,1-1 1,-1 1-1,0-1 0,0 1 1,0-1-1,0 1 0,0-1 0,0 1 1,0-1-1,0 1 0,-1-1 0,1 1 1,-1-1-1,1 1 0,-1-1 1,1 0-1,-1 1 0,0-1 0,0 0 1,0 1-1,0 0 5,-8 18 6,-1-1 0,-1 0 1,0 0-1,-1-1 0,-1-1 1,-1 0-1,-3 2-6,-14 19 18,-442 566 41,408-491-1858,63-105-788</inkml:trace>
  <inkml:trace contextRef="#ctx0" brushRef="#br0" timeOffset="2379.881">4023 1488 29382,'0'0'1385,"0"110"-729,0-31-288,0 12 32,0 0-64,0-7-160,0-9-112,0-12-64,0-13 0,2-19 0,0-11-80,3-14-200,8-10-256,-2-18-312,0-9-1657</inkml:trace>
  <inkml:trace contextRef="#ctx0" brushRef="#br0" timeOffset="2645.93">4481 1245 29054,'0'0'1228,"0"0"-577,-28 17-319,2-2-250,-1 0-4,0 2 1,1 0-1,2 2 1,-1 0-1,2 2 0,1 0-78,-6 7 55,2 1-1,1 0 0,1 2 0,2 1 0,1 1 0,2 0 0,-8 19-54,26-50 6,-1 0 0,0 1 0,1-1 0,0 1 0,-1-1-1,1 1 1,0 0 0,0-1 0,1 1 0,-1 0 0,0 0 0,1 0-1,0-1 1,-1 1 0,1 0 0,1 0 0,-1 0 0,0 0 0,1 0 0,-1-1-1,1 1 1,0 0 0,0 0 0,0-1 0,0 1 0,0-1 0,1 1-1,-1-1 1,1 1 0,-1-1 0,1 0 0,0 0 0,0 0 0,0 0 0,1 1-6,14 0-18,1 0 0,-1-1 1,1-1-1,0-1 0,-1 0 1,1-1-1,-1-1 0,1-1 1,-1 0-1,0-2 1,0 1-1,0-2 0,4-2 18,26-12-910,-1-2 0,0-1 0,-2-3-1,27-21 911,-8 3-5006</inkml:trace>
  <inkml:trace contextRef="#ctx0" brushRef="#br0" timeOffset="2896.881">4740 766 30527,'0'120'824,"0"32"-304,11 39-240,11 10 160,4-5-264,-4-1-176,2-2 0,-11-23 0,-4-46 0,-2-43 0,-7-45 0,2-26 0,-2-10 0,0 0 0,0-30-192,-5-57-984,-3 4-697,-3-4-5600</inkml:trace>
  <inkml:trace contextRef="#ctx0" brushRef="#br0" timeOffset="3129.47">4948 1089 29782,'0'0'977,"0"0"-105,0 0-408,151 113-96,-109-76-120,0-3-192,17-1-56,-11-9-536,-6-10-1321</inkml:trace>
  <inkml:trace contextRef="#ctx0" brushRef="#br0" timeOffset="427127.338">553 2711 29526,'0'0'412,"0"0"-308,23-4-74,268-45 303,12 22-416,0 13-1,81 16 84,-145-1-438,-59-1-23,418 0-640,532 70 1101,-915-41-25,23 2-788,-73-12-2735,-32-8-4733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4:41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103 367 26846,'0'0'3961,"11"160"-3609,-9-8-208,-2 35-72,0 15 152,-4-9 24,-14-27-128,3-36-120,2-42-80,0-34-168,4-31-56,0-15 48,-4-39-264,2-21-465,0-19-3992</inkml:trace>
  <inkml:trace contextRef="#ctx0" brushRef="#br0" timeOffset="266.565">467 0 27230,'0'0'1424,"140"69"-528,-50-19-184,7 9-207,-7 6-17,-14 8-128,-19 6-88,-22 19-96,-35 25-56,-24 19-40,-46 10-48,-31-6-32,-15-8 0,-2-16-224,-20-6-224,30-33-969,14-22-4400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4:41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33 31151,'0'0'784,"0"0"-496,-98 185-112,52-29 72,8 31-128,16 7-120,16-3 0,6-23 0,0-36 0,0-33 0,6-44 0,3-20 0,0-5 0,2-6-336,0-13-208,6-40-600,-3-22-409,-1-17-1944</inkml:trace>
  <inkml:trace contextRef="#ctx0" brushRef="#br0" timeOffset="166.338">152 43 28334,'0'0'878,"26"-6"-254,190-29 275,-179 34-748,-1 1 0,1 2 1,0 2-1,-1 1 1,0 1-1,9 5-151,-31-7 40,0 0 1,-1 1-1,0 1 0,0 0 0,0 0 1,-1 2-1,0-1 0,0 2 0,-1-1 0,0 2 1,0-1-1,-1 1 0,-1 1 0,1 0 0,-2 0 1,0 1-1,5 9-40,-6-5 23,-1-1 1,-1 1-1,0 0 1,-1 1-1,-1-1 1,0 1-1,-1-1 1,-1 1-1,-1 0 1,0 0-1,-2-1 1,1 1-1,-2 0 1,0-1-1,-5 14-23,-5 14 15,-2-1 0,-2-1 0,-2 0 0,-1-1 0,-9 10-15,-22 31-17,-4-3 0,-3-2 1,-3-2-1,-4-3 0,-2-3 1,-77 59 16,128-114-70,11-9 3,0 0 0,-1 0-1,0-1 1,0 1 0,0-1 0,0-1 0,0 1 0,-1-1-1,1 0 1,-1 0 0,0-1 0,0 0 0,-2 0 67,0-4-1058,7-8-1133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4:40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1112 1 27430,'0'0'2427,"0"0"-1617,-10 21-488,-100 177 506,-147 189 3,39-66-771,15 10-1,-9 51-59,121-167-112,80-168-317,12-46 404,-1 0 0,0-1 0,0 1 0,1 0 0,-1-1 0,0 1 0,1 0 0,-1-1 0,1 1 1,-1-1-1,1 1 0,-1-1 0,1 1 0,-1-1 0,1 1 0,-1-1 0,1 1 0,0-1 0,-1 0 1,1 1-1,0-1 0,-1 0 0,1 1 0,0-1 0,-1 0 0,1 0 0,0 0 0,-1 0 1,1 0-1,0 0 0,0 0 0,-1 0 0,1 0 0,0 0 0,0 0 0,-1 0 0,1-1 0,0 1 1,-1 0-1,1 0 0,0-1 0,-1 1 0,1 0 0,0-1 0,-1 1 0,1-1 0,-1 1 0,1-1 1,-1 1-1,1-1 0,-1 1 0,1-1 0,-1 0 0,0 1 0,1-1 0,-1 0 0,0 1 0,1-1 1,-1 0-1,0 1 0,0-1 0,0 0 0,1 1 0,-1-1 0,0 0 25,0 0-55,38-38-3853,3-15-8669</inkml:trace>
  <inkml:trace contextRef="#ctx0" brushRef="#br0" timeOffset="260.702">1159 299 28510,'13'132'2065,"-5"36"-1497,-3 33-168,-5-8-88,0-19 16,-5-11-128,-8-20-120,2-33-80,0-35-96,0-30-288,-11-11-168,5-10-825,-7-11-1447</inkml:trace>
  <inkml:trace contextRef="#ctx0" brushRef="#br0" timeOffset="521.904">282 1212 28158,'0'0'952,"0"0"-384,0 0-56,151-22-15,-30 22-169,30 0-136,11 0-120,-4 2-72,-18-2-128,-46 0-649,-21 0-1703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4:4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1229 26654,'0'0'2554,"0"0"-1561,0 0-522,0 0-116,0-29-9,1 5-284,0 0-1,2 0 0,0 0 0,2 1 0,1-1 1,0 1-1,2 0 0,1 1 0,0-1 1,5-4-62,414-715 521,-415 723-519,-4 0 3,2 2 0,0 0 0,1 0 0,1 1-1,1 1 1,0 0 0,0 0 0,2 2 0,0 0 0,11-6-5,-25 18 2,0 1 1,0 0-1,0-1 1,0 1-1,0 1 1,0-1-1,0 0 1,1 0-1,-1 1 1,0-1-1,0 1 1,0-1-1,0 1 1,0 0-1,0 0 1,-1 0-1,1 0 1,0 0-1,0 1 1,-1-1-1,1 0 1,-1 1-1,1-1 1,-1 1-1,1 0 1,-1-1-1,0 1 1,0 0-1,0 0 1,0 0-1,0-1 1,0 1-1,-1 0 1,1 0-1,-1 1 1,1-1-1,-1 0 1,0 0-1,0 0 1,1 0-1,-2 0 1,1 0-1,0 0 1,0 0-1,-1 1 1,1-1-1,-1 0 1,1 0-1,-2 1-2,-1 492 87,-5-232-87,10-65 0,-3-195 0,1-1 0,-1 1 0,1 0 0,0-1 0,0 1 0,0-1 0,1 1 0,-1-1 0,1 1 0,-1-1 0,1 1 0,0-1 0,0 1 0,0-1 0,0 0 0,0 1 0,1-1 0,-1 0 0,1 0 0,-1 0 0,1 0 0,0 0 0,0 0 0,0-1 0,0 1 0,0-1 0,0 1 0,0-1 0,0 0 0,1 0 0,-1 0 0,0 0 0,1 0 0,-1 0 0,1 0 0,-1-1 0,1 0 0,-1 1 0,1-1 0,-1 0 0,1 0 0,0 0 0,-1-1 0,1 1 0,-1-1 0,1 1 0,-1-1 0,1 0 0,-1 0 0,0 0 0,1 0 0,-1 0 0,0-1 0,0 1 0,0-1 0,2 0 0,11-19 0,-1-1 0,0 0 0,-2-1 0,0 0 0,-2 0 0,0-1 0,-1-6 0,10-18 0,171-426 0,-186 463 0,1-1 0,0 1 0,1 0 0,0 0 0,0 1 0,1-1 0,1 1 0,0 1 0,0 0 0,1 0 0,0 0 0,0 1 0,1 1 0,0-1 0,0 2 0,1-1 0,0 2 0,0-1 0,11-3 0,-17 11 0,-1 0 0,0-1 0,0 1 0,0 1 0,-1-1 0,1 1 0,-1-1 0,1 1 0,-1 0 0,0 0 0,0 1 0,0-1 0,0 1 0,-1-1 0,1 1 0,-1 0 0,0 0 0,0 0 0,-1 0 0,1 0 0,-1 1 0,0-1 0,0 0 0,0 1 0,0-1 0,-1 0 0,0 1 0,0-1 0,0 1 0,-1-1 0,1 1 0,-1-1 0,-1 3 0,3-5 0,0 85 0,-4 0 0,-3-1 0,-4 1 0,-20 74 0,26-142-22,-9 44-73,2 0 0,3 0 0,3 1 1,2 23 94,3-85-37,1-1 0,-1 1 0,1-1 0,0 1 0,0-1-1,0 1 1,-1-1 0,1 1 0,1-1 0,-1 0 0,0 1 0,0-1 0,0 0 0,1 0 0,-1 0 0,1 0 0,-1 0 0,0 0 0,1 0 0,0-1 0,-1 1 0,1 0 0,-1-1 0,1 1 0,0-1 0,0 0 0,-1 0 0,1 1 0,0-1 0,-1 0 0,1-1 0,0 1 0,0 0 0,-1 0 0,1-1 0,0 1 0,-1-1 0,1 1 0,-1-1 0,1 0 0,0 0 0,-1 1 0,0-1 0,1 0 0,0-1 37,1 1-65,59-29-3972,1-15-10206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4:44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598 360 29854,'0'0'734,"0"0"-278,0-20-91,1-161 609,0 175-970,-1 0 0,0 0 0,0 0 0,0-1-1,-1 1 1,0 0 0,0 0 0,0 0 0,-1 1 0,0-1 0,0 0 0,-1 1 0,1-1 0,-1 1 0,0-1 0,-1 1-1,1 0 1,-1 1 0,0-1 0,0 1 0,-1-1 0,1 1 0,-1 1 0,0-1 0,0 1 0,0-1 0,-1 1 0,1 1-1,-1-1 1,1 1 0,-1 0 0,0 0 0,0 1 0,0 0 0,0 0 0,0 0 0,0 1 0,0-1 0,0 2-1,0-1 1,0 1 0,0-1 0,0 2 0,0-1 0,0 1 0,-2 1-4,-7 7 6,1 1 1,0 1 0,1 0-1,0 1 1,1 1-1,1 0 1,0 0-1,1 1 1,-3 6-7,-27 42 5,2 2 0,3 1 1,3 1-1,3 2 0,3 1 1,4 1-1,2 1 0,3 1 1,4 0-1,3 4-5,8 45-41,4-116 39,0 0-1,0 0 1,1-1 0,0 1 0,0-1 0,0 1 0,1-1 0,-1 0 0,1 0 0,1-1 0,-1 1 0,1-1 0,-1 0-1,1 0 1,0-1 0,1 1 0,-1-1 0,0 0 0,1-1 0,0 1 0,0-1 0,0 0 0,0-1 0,0 1-1,0-1 1,0 0 0,0-1 0,1 1 0,-1-1 0,0-1 0,0 1 0,0-1 0,1 0 0,-1 0 0,0-1 0,0 0-1,0 0 1,-1 0 0,2-1 2,23-11-20,-2 0 0,0-2 0,-1-1 0,-1-1 0,0-2-1,-1 0 1,-1-2 0,-2 0 0,16-20 20,-9 11-425,-2-1 1,-1-2-1,-2 0 0,-1-2 1,-2 0-1,-1-1 0,8-26 425,-8 3-3088</inkml:trace>
  <inkml:trace contextRef="#ctx0" brushRef="#br0" timeOffset="233.562">214 561 29750,'0'0'1249,"0"0"-785,0 0-48,121 117 88,-66-72-120,2 0-384,-2 5 0,-9 3 0,-11 4 0,-9 18 0,-11-16-48,-12-9-1344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4:47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1 833 22541,'0'0'5486,"0"0"-3759,0 0-1199,0 0-78,0 0-2,5-4-95,266-289 306,29-72-480,-293 355-164,-7 10-5,0 1 1,1-1 0,-1 1-1,0-1 1,0 0-1,0 1 1,1-1 0,-1 0-1,0 1 1,1-1-1,-1 0 1,0 1 0,1-1-1,-1 0 1,0 0 0,1 1-1,-1-1 1,0 0-1,1 0 1,-1 0 0,1 0-1,-1 1 1,0-1-1,1 0 1,-1 0-11,-70 317 81,47 48-81,21-358-1,2 0 0,-1-1 0,1 1 0,0 0 0,0 0 0,1 0-1,0-1 1,0 1 0,0 0 0,1-1 0,0 1 0,1-1 0,-1 1 0,1-1-1,0 0 1,1 0 0,-1 0 0,1-1 0,1 1 0,-1-1 0,1 0-1,-1 0 1,1-1 0,1 1 0,-1-1 0,5 2 1,-1-5 2,0-1 1,0 0-1,0-1 0,0 0 1,0 0-1,0-1 0,-1 0 1,1-1-1,-1 0 0,1 0 1,-1-1-1,0 0 0,0 0 1,0-1-1,-1 0 0,1 0 1,-1-1-1,-1 0 0,1 0 1,-1 0-1,0-1 0,0 0 1,-1 0-1,2-4-2,93-107 0,-5-5 1,-5-4-1,42-84 0,54-114-104,-166 314 51,-19 51 11,-1-30 60,-36 200 105,-400 1532-58,428-1707-65,-2 0 0,-1 0 0,-2-2 0,-1 1 0,-2-2 0,-1 0 0,-1-1 0,-2 0 0,-23 26 0,40-52 0,-1-1 0,1 0 0,0 0 0,-1 0 0,0-1 0,0 1-1,0-1 1,0 0 0,-1 0 0,1-1 0,-1 1 0,0-1 0,1 0 0,-1 0 0,0 0 0,0-1 0,-1 0 0,1 0 0,0 0-1,0 0 1,0-1 0,-1 0 0,1 0 0,0-1 0,0 1 0,-1-1 0,1 0 0,0-1 0,0 1 0,0-1 0,0 0 0,1 0-1,-1 0 1,0-1 0,-2-2 0,-1-6-4,1-2-1,1 1 0,0-1 0,0 0 0,2 0 1,-1 0-1,2-1 0,0 1 0,0-1 1,1 0-1,1 0 0,0-5 5,-4-34-28,2 0 1,2 0-1,2-1 0,3 1 1,2 0-1,3 1 0,2-1 1,2 2-1,2 0 1,2 0-1,12-19 28,10-6-37,3 3 1,4 1-1,2 3 1,3 1-1,19-15 37,-35 47-261,1 2 0,2 1-1,1 2 1,1 2 0,42-23 261,-35 21-677,44-28-1330</inkml:trace>
  <inkml:trace contextRef="#ctx0" brushRef="#br0" timeOffset="933.012">1638 1119 28038,'0'0'2024,"0"0"-1394,0 0-399,0 0 74,0 0 47,0 0-120,-3 2-141,-1 1-96,3 4 192,16-3-6,5-3 320,117-97-501,-136 96 0,-1 0 0,1-1 0,0 1 0,0 0 0,0-1 0,0 1 0,0 0 0,0 0 0,0 0 0,0 0 0,0 0 0,0 0 0,0 0 0,0 0 0,0 0 0,0 0 0,0 0 0,0 1 0,0-1 0,-1 0 0,1 1 0,0-1 0,0 1 0,0-1 0,0 1 0,-1-1 0,1 1 0,0 0 0,0-1 0,-1 1 0,1 0 0,0-1 0,-1 1 0,1 0 0,-1 0 0,1 0 0,-1 0 0,0-1 0,1 1 0,-1 0 0,0 0 0,1 0 0,-1 0 0,0 0 0,0 0 0,0 0 0,0 0 0,0 0 0,0 0 0,0 0 0,0 0 0,0 0 0,-1 0 0,1 0 0,0 0 0,-1 0 0,1-1 0,0 1 0,-1 0 0,-9 72 0,-5-24 0,-3 1 0,-1-2 0,-3-1 0,-21 34 0,-25 55 0,141-207 0,-29 26 0,39-44 0,4 5 0,4 3 0,17-7 0,-102 85 0,-1-2 0,0 1 0,0 0 0,1 1 0,-1-1 0,1 1 0,0 0 0,0 0 0,0 1 0,1 0 0,-1 0 0,1 0 0,-1 1 0,1 0 0,1 0 0,-5 3 0,-1-1 0,0 1 0,0 0 0,0 0 0,0 1 0,0-1 0,-1 0 0,1 0 0,-1 1 0,1-1 0,-1 1 0,0 0 0,0-1 0,0 1 0,0 0 0,0-1 0,-1 1 0,1 0 0,-1 0 0,0 0 0,0 0 0,0-1 0,0 1 0,0 0 0,-1 0 0,1 0 0,-2 2 0,2 7 0,-2 316 0,2-321 0,0 1 0,1-1 0,-1 1 0,1 0 0,1-1 0,0 1 0,0-1 0,0 0 0,1 0 0,0 0 0,0 0 0,1 0 0,0-1 0,0 1 0,0-1 0,1 0 0,0 0 0,0-1 0,1 1 0,-1-1 0,1 0 0,0-1 0,1 0 0,-1 0 0,1 0 0,0 0 0,0-1 0,0 0 0,7 1 0,-5-1-6,0 0 0,0-1 0,0 0 0,1 0 0,-1-1 1,1 0-1,-1-1 0,1 0 0,-1-1 0,1 0 0,-1 0 0,0-1 0,0 0 0,1-1 0,-1 0 0,0 0 0,-1-1 1,1 0-1,-1-1 0,0 1 0,0-2 0,0 1 0,4-5 6,52-74-2442,-43 46-477</inkml:trace>
  <inkml:trace contextRef="#ctx0" brushRef="#br0" timeOffset="1193.166">2627 1328 28686,'0'0'1496,"0"0"-1159,0 0 215,0 0-64,0 0-112,131 61-152,-71-47-16,5-2-120,3-3-88,-2-1-88,22-8-264,-18 0-384,-13 0-1473</inkml:trace>
  <inkml:trace contextRef="#ctx0" brushRef="#br0" timeOffset="1375.639">3000 1146 29894,'0'0'921,"0"0"-513,-36 107-32,26-52 96,3 4-104,0 4-176,1 4-120,-3 4-72,-2 1-144,0-7-312,9-8-264,2-18-1193,0-19-4584</inkml:trace>
  <inkml:trace contextRef="#ctx0" brushRef="#br0" timeOffset="1550.839">3554 1231 30326,'0'0'889,"-33"132"-465,-15-11-288,-13 44 48,-12 13-184,18-38-504,16-35-8746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4:5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6177,'0'0'24910,"0"0"-23710,19 121-720,-3-82-480,-3-13 0,-2-10 0,-2-10 0,-7-4 0,0-2 0,-2-8 0,-11-12 0,-9-4-3505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4:53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496 375 8962,'0'0'17882,"0"0"-13719,0 0-3622,0 0-98,0 0-72,9-22-143,28-72-112,-31 80-111,-1 0 1,0-1-1,-1 0 1,-1 0 0,0 0-1,-1 0 1,-1 0-1,0-1 1,-1 1-1,-1 0 1,-1-8-6,2 20 0,-1-1 0,1 1 0,-1 0 0,0-1 0,0 1 0,-1 0 0,1 0 0,0 0 0,-1 0 0,0 0 0,0 0 0,0 0 0,0 0 0,0 1 0,0-1 0,-1 1 0,1 0 0,-1 0 0,0 0 0,0 0 0,0 0 0,0 0 0,0 1 0,0-1 0,0 1 0,0 0 0,0 0 0,-1 0 0,1 1 0,0-1 0,-1 1 0,1-1 0,-3 1 0,-2 0 0,-1 0 0,1 1 0,-1 0 0,0 0 0,1 0 0,0 1 0,-1 1 0,1 0 0,0 0 0,0 0 0,0 1 0,1 0 0,-5 3 0,-21 23 0,1 1 0,2 1 0,1 2 0,2 1 0,1 1 0,1 1 0,3 1 0,1 2 0,1 0 0,3 1 0,1 0 0,-2 17 0,6-24 0,2-1 0,1 2 0,1 0 0,2 0 0,2 0 0,1 0 0,2 23 0,1-50 0,1 0 0,0 0 0,0 0 0,0-1 0,1 1 0,0 0 0,1-1 0,0 1 0,0-1 0,1 0 0,-1 0 0,1 0 0,1-1 0,0 1 0,0-1 0,0 0 0,0 0 0,1-1 0,0 1 0,0-2 0,1 1 0,-1 0 0,1-1 0,0 0 0,0-1 0,0 0 0,1 0 0,-1 0 0,7 0 0,1-1 0,-1-2 0,1 0 0,-1-1 0,1 0 0,-1-1 0,1-1 0,-1 0 0,0-1 0,0 0 0,-1-1 0,1-1 0,-1 0 0,0-1 0,-1 0 0,1-1 0,-1-1 0,-1 0 0,0 0 0,0-1 0,-1-1 0,0 1 0,-1-2 0,0 1 0,-1-1 0,0-1 0,-1 1 0,0-1 0,1-6 0,8-12 0,-1 0 0,-2-1 0,-2 0 0,0-1 0,-3 0 0,0 0 0,-2-1 0,-2 0 0,0-29 0,-4 56-6,0 4 2,-1 0 0,0 0 1,1 0-1,0 1 1,0-1-1,0 0 1,0 0-1,0 0 1,1 0-1,-1 0 1,1 0-1,0 0 0,0 0 1,0 1-1,0-1 1,0 0-1,1 1 1,-1-1-1,1 1 1,0-1-1,-1 1 0,1 0 1,0 0-1,0 0 1,1 0-1,-1 0 1,0 0-1,1 0 1,-1 1-1,1-1 1,0 1-1,0-1 4,33-6-846,2 3-1101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4:5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673 595 26846,'0'0'3902,"0"0"-2531,-6-18-827,-30-131-440,30 44-104,6 74 0,-2 0 0,0 0 0,-2 0 0,-2 0 0,-1 1 0,-2-6 0,5 30 0,1-1 0,-1 1 0,0 0 0,0 0 0,-1 0 0,0 0 0,0 1 0,0 0 0,-1 0 0,1 1 0,-1-1 0,-1 1 0,1 0 0,0 1 0,-1-1 0,0 1 0,1 1 0,-1-1 0,0 1 0,-1 0 0,1 1 0,0 0 0,0 0 0,-1 1 0,1-1 0,0 2 0,-1-1 0,1 1 0,0 0 0,-1 0 0,1 1 0,0 0 0,0 0 0,0 1 0,1 0 0,-1 0 0,0 1 0,1 0 0,0 0 0,0 0 0,-3 3 0,-19 15 0,1 0 0,1 2 0,2 1 0,0 1 0,1 0 0,2 2 0,1 1 0,1 1 0,1 0 0,2 1 0,1 1 0,2 0 0,1 1 0,1 1 0,2-1 0,1 2 0,2-1 0,2 1 0,1 0 0,1 10 0,3-13 0,1 0 0,1 0 0,2 0 0,2-1 0,0 0 0,3 0 0,0-1 0,2 0 0,1-1 0,1 0 0,18 26 0,-30-49 0,2 0 0,-1 0 0,0-1 0,1 1 0,0-1 0,1 1 0,-1-1 0,1 0 0,0-1 0,0 1 0,0-1 0,1 0 0,-1-1 0,1 1 0,0-1 0,0 0 0,0 0 0,1-1 0,-1 0 0,1 0 0,-1-1 0,1 1 0,0-1 0,-1-1 0,1 1 0,0-1 0,0 0 0,-1-1 0,1 0 0,0 0 0,-1 0 0,1-1 0,-1 0 0,1 0 0,-1-1 0,0 1 0,0-1 0,0-1 0,4-2 0,12-14 0,-1-1 0,-2-1 0,0 0 0,-1-1 0,-1-1 0,2-6 0,63-102 0,-6-4 0,26-71 0,-4 33-629,-72 141-3323,4 5-3762,-4 11-1156</inkml:trace>
  <inkml:trace contextRef="#ctx0" brushRef="#br0" timeOffset="400.293">1793 739 17708,'0'0'10422,"0"0"-7369,0 0-2189,0 0-267,-1-17-475,-16-248-121,16 256-1,2-6 0,0 0 0,-2 1 0,0-1 0,0 0 0,-2 1 0,1-1 0,-2 1 0,0 0 0,-1 0 0,0 0 0,-1 1 0,-1-1 0,0 1 0,-1 1 0,0-1 0,-5-4 0,10 15 0,0 0 0,-1 0 0,1 0 0,-1 0 0,1 0 0,-1 1 0,0 0 0,0-1 0,0 2 0,0-1 0,0 0 0,0 1 0,0-1 0,0 1 0,0 0 0,0 1 0,0-1 0,0 1 0,0-1 0,1 1 0,-1 0 0,0 1 0,0-1 0,0 1 0,1 0 0,-1 0 0,-2 2 0,-86 78 0,58-37 0,2 2 0,2 1 0,3 1 0,1 1 0,3 2 0,2 0 0,-9 35 0,19-55 0,1 1 0,1-1 0,2 1 0,2 1 0,1-1 0,1 1 0,2 0 0,2 16 0,1-42 0,1 0 0,1 0 0,-1-1 0,1 1 0,0-1 0,1 0 0,0 0 0,0 0 0,0-1 0,1 0 0,0 0 0,0 0 0,1-1 0,0 0 0,0 0 0,0-1 0,0 0 0,0 0 0,1 0 0,0-1 0,0 0 0,0-1 0,0 0 0,0 0 0,0-1 0,1 0 0,-1 0 0,1-1 0,-1 0 0,0 0 0,1-1 0,-1 0 0,0-1 0,0 0 0,1 0 0,-1-1 0,-1 0 0,1 0 0,7-4 0,0 0 0,-1-1 0,0-1 0,-1 0 0,0-1 0,0 0 0,-1-1 0,0-1 0,-1 1 0,3-6 0,50-61 0,-4-2 0,-3-3 0,8-22 0,-4 7 0,-39 65-112,3 0-1,0 2 1,2 1 0,1 1 0,9-5 112,8-6-2040</inkml:trace>
  <inkml:trace contextRef="#ctx0" brushRef="#br0" timeOffset="835.108">2976 728 30743,'0'0'998,"0"0"-404,0-22-231,0-144-294,1 125-69,-13-133 0,11 168 0,-1-1 0,0 1 0,0 0 0,0 0 0,-1 0 0,0 0 0,0 0 0,0 1 0,-1-1 0,0 1 0,0 0 0,0 0 0,-1 0 0,0 1 0,0 0 0,0-1 0,0 2 0,0-1 0,-1 1 0,0 0 0,0 0 0,0 0 0,0 1 0,-4-2 0,-1 2 0,0 0 0,0 1 0,-1 0 0,1 0 0,0 2 0,0-1 0,-1 1 0,1 1 0,0 0 0,0 0 0,0 1 0,1 1 0,-1 0 0,1 0 0,-1 1 0,1 0 0,1 1 0,-1 0 0,1 0 0,0 1 0,1 1 0,-1-1 0,-4 7 0,-4 4 0,0 2 0,1 0 0,1 0 0,1 2 0,1-1 0,1 2 0,1 0 0,1 0 0,1 1 0,0 4 0,-2 15 0,3 1 0,2 1 0,1-1 0,2 1 0,3 0 0,1 0 0,4 17 0,-5-49 0,1-1 0,0 1 0,0-1 0,1 0 0,1 0 0,0 0 0,1 0 0,0-1 0,1 1 0,0-1 0,0 0 0,1 0 0,1-1 0,0 0 0,1 0 0,-1 0 0,2-1 0,-1 0 0,1-1 0,1 0 0,0 0 0,7 3 0,-8-8 0,0 0 0,1-1 0,-1-1 0,1 1 0,-1-2 0,1 1 0,0-1 0,-1-1 0,1 1 0,0-2 0,-1 1 0,1-2 0,-1 1 0,0-1 0,0 0 0,0-1 0,0 0 0,0-1 0,-1 0 0,0 0 0,0 0 0,0-1 0,-1-1 0,3-2 0,17-16 0,-2-1 0,-1-1 0,-1-2 0,-2 0 0,18-31 0,110-246 0,-108 211 0,5 8-141,-18 56-3227,-8 17-7134</inkml:trace>
  <inkml:trace contextRef="#ctx0" brushRef="#br0" timeOffset="1199.927">3993 728 26638,'0'0'3789,"0"0"-2249,-2-19-960,-5-36-425,4 12-144,-2 0-1,-2 0 1,-2 1 0,-2 0 0,-2 1 0,-5-11-11,14 45 0,0 0 0,0 0 0,0 0 0,-1 1 0,0 0 0,0 0 0,-1 0 0,1 0 0,-1 1 0,-1 0 0,1 0 0,-1 1 0,1 0 0,-1 0 0,-1 1 0,1-1 0,0 1 0,-1 1 0,1 0 0,-1 0 0,0 0 0,0 1 0,0 0 0,0 1 0,0 0 0,0 0 0,0 0 0,0 1 0,1 0 0,-1 1 0,0 0 0,0 0 0,1 1 0,-1-1 0,1 2 0,0-1 0,0 1 0,0 0 0,1 1 0,-1-1 0,-1 3 0,-17 17 0,1 1 0,2 1 0,0 1 0,2 1 0,1 1 0,1 0 0,2 2 0,1 0 0,1 0 0,2 1 0,-4 19 0,11-34 0,0 0 0,1 0 0,1 1 0,1 0 0,0 0 0,1-1 0,1 1 0,1 0 0,1 0 0,0 0 0,1-1 0,1 1 0,1-1 0,0 0 0,1 0 0,8 14 0,-10-25 1,1-1-1,0 0 1,1 0-1,-1 0 1,1-1-1,0 0 1,0 0-1,0 0 1,1-1-1,-1 0 1,1 0-1,0-1 1,-1 1-1,1-2 1,1 1-1,-1-1 1,0 0-1,0 0 1,0-1 0,0 0-1,1 0 1,-1-1-1,0 0 1,0 0-1,0 0 1,4-3-1,169-69-174,-87 19-684,-12-1-388</inkml:trace>
  <inkml:trace contextRef="#ctx0" brushRef="#br0" timeOffset="1668.437">4916 493 31551,'2'-21'1013,"16"-138"-810,13-66-203,-31 222 0,0 0 0,1-1 0,-1 1 0,0 0 0,-1-1 0,1 1 0,-1 0 0,1 0 0,-1-1 0,0 1 0,0 0 0,0 0 0,-1 0 0,1 0 0,-1 0 0,1 1 0,-1-1 0,0 0 0,0 1 0,-1-1 0,1 1 0,0 0 0,-1-1 0,1 1 0,-1 0 0,0 1 0,0-1 0,0 0 0,1 1 0,-2 0 0,1 0 0,0-1 0,0 2 0,0-1 0,0 0 0,-1 1 0,1-1 0,0 1 0,0 0 0,-1 0 0,1 1 0,0-1 0,-1 0 0,1 1 0,-2 1 0,-5 0 0,0 0 0,0 1 0,0 0 0,0 1 0,1 0 0,0 1 0,0-1 0,0 2 0,0 0 0,1 0 0,0 0 0,0 1 0,1 0 0,-6 6 0,-24 28 0,1 1 0,1 2 0,3 2 0,2 0 0,2 2 0,2 1 0,2 2 0,-4 18 0,9-24 0,3 0 0,2 1 0,1 0 0,3 1 0,2 1 0,2-1 0,2 1 0,2 0 0,2 0 0,4 20 0,-3-62 0,0 1 0,0-1 0,1 0 0,0 0 0,0 0 0,1 0 0,0 0 0,0 0 0,0-1 0,1 1 0,-1-1 0,1 0 0,0 0 0,1 0 0,-1-1 0,1 1 0,0-1 0,0 0 0,1-1 0,-1 1 0,1-1 0,0 0 0,-1-1 0,1 1 0,1-1 0,-1 0 0,3 0 0,4 1 0,0-1 0,0 0 0,0 0 0,0-2 0,1 0 0,-1 0 0,0-1 0,0-1 0,0 0 0,0-1 0,0 0 0,12-5 0,0-6 0,-1-2 0,0 0 0,0-1 0,-2-2 0,0 0 0,-2-1 0,0-2 0,-1 0 0,-1-1 0,-1 0 0,-1-1 0,-2-1 0,0-1 0,-1 0 0,4-17 0,0 7-42,-3 0 0,-1-1 1,-1 0-1,-3-1 0,0-1 0,-3 1 0,-1-1 1,-2 0-1,-2-6 42,-1-15-1848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4:52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613 607 30110,'0'0'653,"0"0"-328,-2-22-141,-6-152 384,8 154-496,-17-182 438,16 191-490,-2 1 0,0-1 1,0 1-1,0 0 0,-1 0 1,-1 0-1,0 1 0,0-1 1,-1 1-1,0 0 0,-1 1 0,0-1 1,0 2-1,0-1 0,-1 1 1,-1 0-1,-1-1-20,3 4 0,0 0 0,0 1 0,-1 0 0,1 1 0,-1-1 0,1 1 0,-1 1 0,0 0 0,0 0 0,0 0 0,0 1 0,1 0 0,-1 1 0,0-1 0,0 2 0,0-1 0,1 1 0,-1 0 0,0 1 0,1-1 0,0 2 0,0-1 0,0 1 0,0 0 0,0 0 0,1 1 0,0 0 0,0 0 0,-1 2 0,-21 25 0,2 2 0,1 0 0,2 2 0,1 1 0,2 1 0,2 0 0,1 1 0,2 1 0,2 1 0,1 0 0,3 0 0,-3 26 0,2-12 0,2 0 0,3 1 0,2-1 0,3 1 0,4 39 0,-3-87 0,0 0 0,1-1 0,-1 0 0,1 1 0,1-1 0,0 0 0,-1 0 0,2 0 0,-1 0 0,1-1 0,0 1 0,1-1 0,0 0 0,0-1 0,0 1 0,0-1 0,1 0 0,0 0 0,0 0 0,0-1 0,1 0 0,-1 0 0,1-1 0,0 0 0,0 0 0,0 0 0,0-1 0,1 0 0,-1-1 0,3 1 0,3 0 0,-1 0 0,1-1 0,0-1 0,0 0 0,0-1 0,-1 0 0,1-1 0,0 0 0,-1-1 0,1 0 0,-1-1 0,0-1 0,0 0 0,-1-1 0,1 0 0,-1 0 0,3-4 0,19-22 0,-3-1 0,0-2 0,-3-1 0,0-1 0,-3-1 0,-1-2 0,-2 0 0,-2-1 0,-1-1 0,-2 0 0,-3-2 0,-1 0 0,-2 0 0,62-165 0,-66 194-110,0 1-1,1-1 1,1 1 0,0 0-1,1 1 1,1 0 0,0 0-1,1 1 1,0 0 0,1 1-1,0 1 1,0 0 0,1 0-1,1 1 1,13-6 110,24-9-3346</inkml:trace>
  <inkml:trace contextRef="#ctx0" brushRef="#br0" timeOffset="420.736">1976 538 27422,'0'0'3739,"0"0"-2472,-14-24-971,-79-156-253,80 147-43,6 11 0,0 1 0,-2-1 0,0 2 0,-2-1 0,0 1 0,-1 1 0,-1 0 0,-1 0 0,0 2 0,-1 0 0,-14-12 0,24 26 0,0 0 0,0-1 0,0 1 0,-1 1 0,0-1 0,1 1 0,-1 0 0,0 1 0,0-1 0,0 1 0,0 0 0,0 1 0,0-1 0,0 1 0,0 0 0,-1 1 0,1-1 0,0 1 0,0 1 0,0-1 0,1 1 0,-1 0 0,0 0 0,1 1 0,-1-1 0,1 1 0,-1 1 0,1-1 0,1 1 0,-3 1 0,-11 10 0,2 1 0,0 1 0,1 0 0,0 1 0,1 0 0,2 1 0,-9 17 0,-10 20 0,2 2 0,3 2 0,3 0 0,2 1 0,3 2 0,3-1 0,2 2 0,4 0 0,-1 36 0,10-94 0,-2 0 0,1-1 0,0 1 0,0-1 0,0 1 0,1 0 0,0-1 0,0 1 0,0 0 0,1-1 0,0 1 0,0-1 0,0 1 0,1-1 0,0 1 0,0-1 0,0 0 0,0 0 0,1 0 0,0 0 0,0 0 0,1-1 0,-1 1 0,1-1 0,0 0 0,0 0 0,0 0 0,1-1 0,4 3 0,6-1 0,0 0 0,1-2 0,-1 0 0,1-1 0,0 0 0,0-2 0,0 0 0,0 0 0,0-2 0,0 0 0,0 0 0,-1-2 0,1 0 0,-1 0 0,0-2 0,0 0 0,-1-1 0,0 0 0,0-1 0,0 0 0,-1-1 0,0-1 0,0-2 0,26-18 0,-2-2 0,-1-1 0,-2-2 0,-1-2 0,-2-1 0,-1-1 0,-3-2 0,-1 0 0,-2-2 0,-2-1 0,-1 0 0,-3-2 0,2-13 0,-3-39 0,-12 96-1882,-1 7-1349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04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694 0 28414,'0'0'828,"0"0"-254,0 0-1,0 0-18,-16 20-142,-54 70-107,-22 96 385,-34 66-280,-61 77-411,25-48 2,156-269-18,1-6-27,1 1-1,0 0 1,1 0-1,-1 0 0,1 0 1,1 0-1,-1 1 0,1-1 1,1 1-1,-1-1 0,1 1 1,1 0-1,-1 4 44,10 5-937,10-14-960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05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629 258 29238,'0'0'970,"0"0"-286,0 0-80,0 0-25,4-20-147,12-63-209,-16 76-223,0 1 1,0 0 0,-1-1 0,0 1 0,0 0-1,0 0 1,-1 0 0,1 0 0,-2 0 0,1 0-1,-1 0 1,1 1 0,-1-1 0,-1 1 0,1 0-1,-1 0 1,0 0 0,0 0 0,-1 1 0,1 0-1,-1 0 1,0 0 0,0 0 0,-1 1 0,1 0-1,-1 0 1,1 0 0,-1 1 0,0-1 0,0 1-1,0 1 1,0-1 0,0 1 0,0 0-1,-1 1 1,1 0 0,0-1 0,0 2 0,-1-1-1,1 1 1,0 0 0,0 0 0,0 1 0,0 0-1,0 0 1,0 0 0,-3 3-1,-9 3 0,1 1 0,0 1 0,1 1 0,0 0 0,1 1 0,0 1 0,1 0 0,0 1 0,1 1 0,1 0 0,0 1 0,-6 11 0,-20 31 0,3 1 0,2 2 0,3 1 0,3 1 0,-13 45 0,2 71 0,38-173 0,1-1 0,0 1 0,0-1 0,0 1 0,1-1 0,0 1 0,0-1 0,0 0 0,1 0 0,-1 0 0,1 0 0,1 0 0,-1-1 0,1 1 0,-1-1 0,1 0 0,1 0 0,-1-1 0,0 1 0,1-1 0,0 0 0,0 0 0,0 0 0,0-1 0,0 1 0,0-1 0,1-1 0,-1 1 0,1-1 0,-1 0 0,1 0 0,-1 0 0,1-1 0,0 0 0,-1 0 0,1-1 0,0 1 0,-1-1 0,1 0 0,-1-1 0,1 0 0,-1 1 0,0-2 0,1 1 0,-1 0 0,3-3 0,20-10 0,0-1 0,-1-1 0,-1-1 0,0-1 0,-1-1 0,-2-2 0,0 0 0,-1-2 0,-2 0 0,1-3 0,195-296-240,-196 294-1007,0 5-1267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0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643 143 16948,'0'0'11166,"0"0"-8509,0 0-2281,0 0 46,0 0 135,0 0-191,-10 3-195,0 4-164,0 0 0,1 0 0,-1 1 1,1 0-1,1 1 0,-1 0 0,1 0 0,1 1 0,0 0 0,0 0 0,1 0 1,1 1-1,0 0 0,-1 2-7,-19 31 4,-417 675-4,436-709-172,-1 0 0,2 0 0,-1 0-1,2 1 1,-1 0 0,1 0 0,1 1 0,0-1 0,0 1-1,2-1 1,-2 10 172,3-17-2403</inkml:trace>
  <inkml:trace contextRef="#ctx0" brushRef="#br0" timeOffset="402.193">1403 630 26998,'0'0'3559,"0"0"-2577,0 0-781,5-22 87,42-174 294,-47 194-581,2 0 1,-1-1-1,0 0 1,0 1 0,1-1-1,-1 0 1,-1 0 0,1 0 0,0 0-1,-1 0 1,0 0 0,1 0 0,-1 0-1,0 0 1,-1 0 0,1 0-1,0 0 1,-1 0 0,0 0 0,0 0-1,0 0 1,0 1 0,0-1-1,0 0 1,-1 0 0,1 1 0,-1-1-1,0 1 1,0 0 0,0-1 0,0 1-1,0 0 1,0 0 0,-1 0-1,1 0 1,-1 1 0,1-1 0,-1 1-1,0-1-1,-18 4 0,1 0 0,0 1 0,0 1-1,1 2 1,-1-1 0,1 2 0,0 1-1,1 0 1,0 1 0,0 1 0,1 1-1,0 0 1,1 2 0,0-1 0,1 2-1,0 0 1,1 1 0,1 0 0,1 1-1,0 1 1,-6 11 0,3-8 0,0 1 0,2 0-1,0 1 1,2 0 0,0 1 0,2 0 0,0 0-1,2 1 1,0 0 0,2 1 0,1 0 0,1-1-1,0 1 1,2 21 0,2-42 0,-1 0-1,1-1 1,0 1-1,0 0 1,0 0 0,0-1-1,1 1 1,0-1-1,-1 1 1,1-1-1,0 0 1,1 1-1,-1-1 1,0 0-1,1 0 1,0-1-1,0 1 1,0-1-1,0 1 1,0-1-1,0 0 1,1 0 0,-1 0-1,1-1 1,-1 1-1,1-1 1,0 0-1,-1 0 1,1 0-1,0 0 1,3 0 0,125-13 21,-92-4-62,-1-2 0,-1-1 0,-1-2 0,0-2 0,-2-1 0,16-15 41,-13 11-150,162-116-2095,-116 82-447</inkml:trace>
  <inkml:trace contextRef="#ctx0" brushRef="#br0" timeOffset="800.327">2780 1 25349,'0'0'4817,"0"0"-4320,0 0-89,0 0-64,-116 53 256,78 4-120,-12 32-208,-16 39-272,-15 40 0,-5 13 0,3-3 0,20-36 0,21-51 0,13-26 0,14-26 0,15-11-496,0-8-520,5-17-1601</inkml:trace>
  <inkml:trace contextRef="#ctx0" brushRef="#br0" timeOffset="1183.523">3413 630 31047,'0'0'654,"0"0"-321,0 0-151,-3-24 108,-11-185-52,14 206-241,1 1-1,-1 0 0,0 0 0,0-1 0,1 1 1,-2 0-1,1 0 0,0-1 0,0 1 1,-1 0-1,1 0 0,-1 0 0,1 0 0,-1-1 1,0 1-1,0 0 0,0 0 0,0 0 1,-1 1-1,1-1 0,0 0 0,-1 0 0,1 1 1,-1-1-1,0 1 0,1-1 0,-1 1 1,0-1-1,0 1 0,0 0 0,0 0 0,0 0 1,0 0-1,0 1 0,0-1 0,0 0 1,-1 1-1,1 0 0,0-1 0,0 1 0,-1 0 1,1 0 3,-15 3-15,0 1 0,1 1-1,-1 0 1,1 1 0,0 1 0,1 1 0,-1 0 0,2 1 0,-1 0 0,1 1 0,0 1 0,1 0 0,1 1 0,0 0 0,0 1 0,1 1 0,-4 6 15,-5-1-1,2 0 0,0 2 1,0 0-1,2 1 0,1 0 1,1 1-1,1 1 1,0 1-1,2-1 0,1 2 1,1-1-1,2 1 0,0 1 1,2-1-1,0 1 1,2 0-1,1 12 1,3-36 2,-1 0 1,1 1-1,0-1 1,0 0 0,1 0-1,-1 0 1,1 0-1,0 0 1,-1-1-1,1 1 1,0 0-1,1-1 1,-1 1-1,0-1 1,1 0-1,-1 0 1,1 0-1,0 0 1,0 0-1,-1-1 1,1 1-1,0-1 1,0 1 0,1-1-1,-1 0 1,0-1-1,0 1 1,1 0-1,0-1-2,102 3 40,-83-6-34,-1-1 0,1-1 0,-1-1 0,0 0 1,0-2-1,-1-1 0,0-1 0,0 0 0,-1-2 0,0 0 0,-1-1 0,4-6-6,199-195-2305,-163 146-1321</inkml:trace>
  <inkml:trace contextRef="#ctx0" brushRef="#br0" timeOffset="1450.36">4296 24 30487,'0'0'1664,"0"0"-1256,0 0-200,0 0-208,-30 156 0,12-39 0,-6 38 0,-7 13 0,-6-6 0,-7-24 0,3-41 0,-16 1 0,15-31 0,5-19-3033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1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542 135 11370,'0'0'8796,"0"0"-2791,0 0-4177,0 0-779,0 0-47,4 0 1699,-4-2-2700,-1 0-1,0 0 1,1 0-1,-1 0 1,0 1-1,0-1 1,0 0-1,-1 1 1,1-1-1,0 1 1,0-1-1,-1 1 1,1 0-1,-1-1 1,1 1-1,-1 0 1,0 0-1,1 0 1,-1 0 0,0 0-1,0 1 1,0-1-1,0 0 1,0 1-1,0-1 1,0 1-1,1 0 1,-1 0-1,0 0 1,0 0-1,0 0 1,0 0-1,-2 1 0,-76 4-1,55 2 1,1 1 0,-1 1 0,1 1 0,1 2 0,0 0 0,1 1 0,0 2 0,1 0 0,1 1 0,0 1 0,1 1 0,1 0 0,-8 12 0,14-15 0,1 0 0,1 0 0,0 1 0,1 1 0,1 0 0,0 0 0,1 0 0,1 1 0,1 0 0,0 0 0,2 0 0,0 1 0,1-1 0,0 1 0,2 0 0,0-1 0,2 5 0,-1-14 0,1 1 0,0-1 0,0 1 0,1-1 0,0 0 0,1 1 0,0-2 0,0 1 0,1 0 0,0-1 0,0 0 0,1 0 0,0-1 0,1 1 0,0-1 0,0-1 0,0 1 0,1-1 0,0 0 0,0-1 0,0 0 0,1 0 0,0-1 0,0 0 0,0-1 0,0 0 0,0 0 0,1-1 0,-1 0 0,1-1 0,7 1 0,1-1 0,1 0 0,0-1 0,-1 0 0,1-2 0,-1 0 0,1-1 0,-1-1 0,0-1 0,0-1 0,0 0 0,-1-1 0,0-1 0,-1 0 0,1-2 0,-2 1 0,1-2 0,-1 0 0,-1-1 0,0-1 0,5-6 0,-3 2 0,-1-1 0,0-1 0,-1 0 0,-1-1 0,-1 0 0,-1-1 0,-1-1 0,0 1 0,-2-2 0,-1 1 0,0-1 0,-2 0 0,-1 0 0,0-1 0,-2 1 0,-1-1 0,0 0 0,-2 1 0,-2-8 0,3 21 0,-2-1 0,1 1 0,-2-1 0,1 1-1,-1 0 1,-1 0 0,0 0 0,0 1 0,-1-1 0,0 1 0,-1 0 0,0 0-1,0 1 1,-1 0 0,0 0 0,-1 1 0,1-1 0,-1 1 0,-1 1 0,1 0-1,-1 0 1,-3-1 0,-14-3-250,-1 1 0,-1 1 0,0 1-1,0 1 1,0 1 0,-24 0 250,-55 3-2929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15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29254,'0'0'1249,"0"0"-705,0 0-128,0 0 0,0 0-136,0 0-80,103 0-64,-17 6-32,45-2 32,45-2-104,14-2-32,-10 0 0,-44 0 0,-51 0 0,-28 0 0,-15 0-312,-11 0-1056,-14 0-12563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15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28502,'0'0'1184,"0"0"-255,0 0-321,0 0-144,0 0-128,0 0-128,22 8 16,33-8 8,39-6-152,44-12-80,37 9 0,20 9 0,-21 0 0,-56 1-544,-43 3-3361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2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31 206 10642,'0'0'13958,"0"0"-10269,0 0-2740,0 0-179,0 0-127,-5 0-186,-15 0-154,15 0-81,5 0-35,18-1-91,0 0 1,1-2-1,-1 0 0,0-1 0,0 0 0,-1-2 0,1 0 1,1-2-97,372-134-579,-323 123-2232,-53 11-1512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2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25669,'0'0'3327,"0"0"-2218,-6 25-549,-30 168 455,2 47-705,11-96-65,6 0 1,6 1 0,8 75-246,1-217 0,2-1 0,-1 0 1,0 0-1,0 0 0,1 1 0,-1-1 0,1 0 1,0 1-1,0-1 0,0 1 0,0-1 0,0 0 1,0 1-1,1-1 0,-1 0 0,1 1 0,-1-1 1,1 0-1,0 0 0,0 1 0,0-1 0,0 0 1,0 0-1,1 0 0,-1 0 0,1 0 0,-1-1 1,1 1-1,0 0 0,0-1 0,-1 1 0,1-1 1,0 0-1,0 1 0,0-1 0,1 0 0,-1 0 1,0-1-1,0 1 0,1 0 0,-1-1 0,0 1 1,1-1-1,-1 0 0,0 1 0,1-1 0,-1-1 1,0 1-1,1 0 0,-1 0 0,0-1 0,1 1 1,0-1-1,163-148 2,-55 42-568,-43 29-3359,-22 15-8169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23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28654,'0'0'1392,"0"0"-991,0 0-33,0 0-64,0 0-128,0 0-80,0 0-56,166-8-40,-94-8-416,-6-3-1465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26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6993,'0'0'20517,"0"0"-19285,0 0-832,0 0-64,0 0 208,0 0-111,0 0-209,112 6-96,-71-22-64,16-12-64,-13 5-272,-13-5-1313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26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21557,'0'0'8105,"-38"101"-7593,25 10-263,-4 48-249,6-15-185,0-17-2615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23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1 433 20708,'0'0'4593,"0"0"-1223,0 0-2285,0 0-669,0 0-56,0 0 51,16 15-94,220 239 394,-191-191-772,-2 2 1,-2 1 0,-4 2-1,27 71 61,-63-134-2445,-8-10-1610</inkml:trace>
  <inkml:trace contextRef="#ctx0" brushRef="#br0" timeOffset="223.353">413 502 29742,'0'0'913,"0"0"-457,-79 112-96,40-51-72,-3 8-184,2 4-104,3 2-48,7-8-208,5-10-280,8-17-705,8-22-1167</inkml:trace>
  <inkml:trace contextRef="#ctx0" brushRef="#br0" timeOffset="882.714">441 1281 20940,'0'0'9907,"0"0"-9371,0 0-272,0 0 104,0 0 80,136-12-232,-81-14-192,31-19-24,-14 7-488,-15 1-1473</inkml:trace>
  <inkml:trace contextRef="#ctx0" brushRef="#br0" timeOffset="620.465">426 115 26414,'0'0'3962,"0"0"-2833,0 0-911,0 0-62,25-12 8,158-66-73,-2 54-239,-178 25 152,0 0 0,0 0 1,0 0-1,0 1 1,0-1-1,0 1 1,0 0-1,0 0 1,-1 0-1,1 0 1,-1 1-1,0-1 1,1 1-1,-1-1 0,0 1 1,0 0-1,-1 0 1,1-1-1,-1 1 1,1 1-1,-1-1 1,0 0-1,0 0 1,0 0-1,-1 1 1,1-1-1,-1 0 0,0 1 1,0-1-1,0 0 1,0 1-1,0-1 1,-1 0-1,1 1 1,-1-1-1,0 0 1,0 0-1,-1 1-4,1 17 72,-1 927 379,-2-903-2729,-9-37-1500</inkml:trace>
  <inkml:trace contextRef="#ctx0" brushRef="#br0" timeOffset="1151.014">1081 490 26622,'0'0'4561,"0"0"-4153,0 0-264,0 0-24,0 0 168,0 0-152,0 0-112,-15 65-24,37-37-376,-7 7-224,-4-7-1361,-11-3-10369</inkml:trace>
  <inkml:trace contextRef="#ctx0" brushRef="#br0" timeOffset="1399.21">972 880 29558,'0'0'719,"0"0"-388,19-11-82,128-78 167,-126 78-380,-8 3-24,1 0-1,0 0 1,1 2 0,0 0-1,0 0 1,0 2-1,0-1 1,1 2 0,0 0-1,14 0-11,-28 33 80,-91 97 62,67-102-132,-65 76-35,-63 71-958,-105 161 983,239-311-359,4-3-3493,11-18-5246</inkml:trace>
  <inkml:trace contextRef="#ctx0" brushRef="#br0" timeOffset="1682.64">1090 1174 26718,'0'0'3288,"0"0"-2896,0 0-159,0 119 87,0-70-192,0 2-120,0 5-8,0-3-288,7-6-369,2-13-311,-1-19-856,3-26-3881,-2-23-9243,-5-9 13012</inkml:trace>
  <inkml:trace contextRef="#ctx0" brushRef="#br0" timeOffset="1850.33">1366 1056 976,'0'0'22488,"0"0"-18703,0 0-2313,0 0-972,-25 9-120,-82 35 108,98-40-427,0 1 0,0 0 0,1 0 0,0 1-1,0 0 1,0 0 0,0 1 0,1 0 0,0 1 0,1-1 0,0 1 0,0 0-1,-3 7-60,1-3 48,-23 64 158,31-74-204,0 0 0,-1 0 0,1 0-1,0 0 1,0 0 0,0-1-1,1 1 1,-1 0 0,0 0 0,1 0-1,-1 0 1,1-1 0,-1 1 0,1 0-1,0 0 1,0-1 0,0 1 0,0-1-1,0 1 1,0-1 0,0 1 0,1-1-1,-1 1 1,1-1 0,-1 0 0,1 0-1,-1 0 1,1 0 0,-1 0 0,1 0-1,0 0 1,-1-1 0,1 1 0,0-1-1,0 1 1,0-1 0,0 1-1,-1-1 1,1 0 0,1 0-2,5 1-51,0 0 0,0-1-1,0 0 1,-1 0 0,1-1 0,0 0 0,0 0-1,-1-1 1,1 0 0,-1 0 0,1 0-1,-1-1 1,0-1 0,0 1 0,0-1 0,0 0-1,-1-1 1,1 0 51,41-43-4573,-16 8-10102</inkml:trace>
  <inkml:trace contextRef="#ctx0" brushRef="#br0" timeOffset="2077.201">1505 614 21429,'0'0'8857,"0"0"-8160,0 160-353,0-60 136,0 29-8,6 25-224,3 7-152,-5-11-96,-4-14 0,0-39-160,0-26-256,0-32-240,0-29-633,0-23-735,-9-21-9426,-6-11-769</inkml:trace>
  <inkml:trace contextRef="#ctx0" brushRef="#br0" timeOffset="2248.919">1515 1194 29654,'0'0'833,"0"0"-353,0 0-160,125 6-152,-85 6-104,4 8-64,-11-3-440,-11-5-1761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47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488 266 29430,'0'0'843,"0"0"-241,0 0-61,0 0-86,0 0-162,0-20-110,-15-147 122,14 162-302,-1 1-1,0-1 1,0 1-1,-1-1 1,0 1-1,1 0 1,-1 0-1,-1 0 1,1 1-1,0-1 1,-1 1-1,0-1 1,0 1-1,0 0 1,0 1-1,0-1 1,-1 1-1,1 0 1,-1 0-1,0 0 1,1 1-1,-1-1 1,0 1-1,0 0 1,0 1-1,0-1 1,0 1-1,0 0 1,0 0-1,0 0 1,0 1-1,0 0 1,0 0-1,1 0 1,-1 1-1,0-1 1,1 1-1,-1 0 1,1 1-1,-1-1 1,1 1-1,0 0 1,0 0-1,0 0 1,0 0-1,0 2-2,-24 24 0,1 1 0,1 1 0,2 1 0,1 1 0,2 2 0,1 0 0,2 1 0,2 0 0,1 2 0,1 0 0,-1 13 0,8-34 0,1 0 0,1 0 0,0 0 0,1 1 0,1 0 0,0-1 0,2 1 0,0 0 0,1 0 0,1 0 0,0 0 0,2 0 0,0-1 0,1 1 0,0-1 0,2 0 0,0 0 0,1 0 0,0-1 0,1 0 0,1 0 0,1-1 0,0 0 0,1-1 0,1 0 0,4 3 0,-10-12 0,1-1 0,0 0 0,0-1 0,0 1 0,0-1 0,0 0 0,0-1 0,1 0 0,0 0 0,-1-1 0,1 0 0,0 0 0,0-1 0,-1 0 0,1 0 0,0-1 0,0 1 0,-1-2 0,1 1 0,-1-1 0,1-1 0,-1 1 0,1-1 0,-1 0 0,0-1 0,-1 0 0,1 0 0,-1 0 0,1-1 0,-1 0 0,-1 0 0,1-1 0,-1 0 0,0 0 0,0 0 0,1-2 0,23-33 0,-1 0 0,-2-2 0,-3-1 0,-1-1 0,-2 0 0,-2-2 0,-2 0 0,-2-1 0,-3-1 0,2-18 0,4-3 0,-15 59-192,1 1 0,0 0-1,0 0 1,1 0 0,1 0 0,-1 1 0,1-1 0,1 1-1,0 1 1,6-8 192,8-2-3503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47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581 327 30887,'0'0'894,"0"0"-439,-13-18-105,-79-118-169,83 119-181,-1 1 0,0 0 0,-2 1 0,1 0 0,-2 1 0,0 0 0,0 1 0,-11-8 0,19 17 0,0 1 0,-1 0 0,1-1 0,0 2 0,-1-1 0,0 1 0,0-1 0,0 2 0,0-1 0,0 1 0,0-1 0,0 2 0,0-1 0,-1 1 0,1 0 0,0 0 0,0 1 0,0-1 0,-1 2 0,1-1 0,0 1 0,0-1 0,0 2 0,1-1 0,-1 1 0,1-1 0,-1 2 0,0 0 0,-11 12 0,0 1 0,2 1 0,0 0 0,2 1 0,0 0 0,0 1 0,2 1 0,1 0 0,0 0 0,2 1 0,0 0 0,2 1 0,0-1 0,2 1 0,0 1 0,0 22 0,-12 187 0,15-224 0,2 0 0,-1 0 0,1 0 0,0 0 0,1 0 0,0-1 0,1 1 0,-1 0 0,2-1 0,-1 0 0,1 0 0,1 0 0,-1 0 0,1 0 0,0-1 0,1 0 0,0 0 0,0-1 0,1 1 0,-1-1 0,1-1 0,1 1 0,-1-1 0,2 0 0,-2-1 0,0-1 0,1 0 0,0 0 0,0 0 0,-1-1 0,1 0 0,1-1 0,-1 0 0,0 0 0,0-1 0,0 0 0,1 0 0,-1-1 0,0 0 0,0 0 0,0-1 0,0 0 0,0-1 0,-1 0 0,1 0 0,-1 0 0,1-1 0,-1 0 0,0-1 0,0 1 0,-1-1 0,0-1 0,3-2 0,21-19 0,-2-1 0,-1-2 0,-1 0 0,-2-2 0,4-9 0,181-296-1580,-200 318-969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48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27094,'0'0'3977,"0"0"-3193,0 0-296,70 122-64,-55-106-424,-4-10 0,-11-6 0,0 0-256,-9-2-2345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48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336 425 28310,'0'0'1095,"0"0"-351,5-17-182,34-210 897,-38 201-1356,1 21-86,-1-1-1,1 1 1,-1-1 0,-1 1-1,1-1 1,-1 1 0,0-1 0,0 0-1,0 1 1,-1-1 0,0 1-1,0-1 1,0 1 0,-1-1 0,0 1-1,0 0 1,0 0 0,-1 0 0,0 0-1,0 0 1,0 0 0,0 1-1,-1 0 1,1-1 0,-1 1 0,0 1-1,-1-1 1,1 1 0,-5-3-17,3 4 0,0 2 1,-1-1-1,1 1 0,0-1 1,-1 2-1,1-1 1,0 1-1,0 0 1,-1 0-1,1 1 1,0 0-1,0 0 0,0 0 1,0 1-1,1 0 1,-1 0-1,1 0 1,0 1-1,0-1 1,0 1-1,0 1 0,0-1 1,-2 4-1,-83 122-1,75-100 1,0 1 0,2 0 0,1 1 0,2 0 0,1 1 0,2 0 0,1 0 0,1 1 0,2 0 0,2-1 0,0 1 0,4 14 0,-3-41 0,0 0-1,0 0 1,1 0-1,0 0 1,1 0 0,-1 0-1,1 0 1,1 0-1,-1-1 1,1 1 0,0-1-1,1 1 1,-1-1 0,1-1-1,0 1 1,1 0-1,0-1 1,-1 0 0,2 0-1,-1 0 1,0-1-1,1 0 1,0 0 0,0 0-1,0-1 1,1 1-1,-1-2 1,1 1 0,0-1-1,-1 0 1,1 0 0,0-1-1,0 0 1,0 0-1,0 0 1,1-1 0,-1 0-1,0-1 1,0 0-1,0 0 1,5-1 0,8-6-62,0-1-1,0-1 1,-1-1 0,0-1-1,-1 0 1,0-1 0,-1-1-1,-1-1 1,0 0 0,-1-1-1,-1-1 1,5-6 62,-18 22-12,76-92-1310,-10 4-1485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48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27406,'0'0'3697,"0"0"-2969,-33 164-160,13-85-200,5 6-368,0 0 0,4 3 0,2-3 0,5-2 0,4-12 0,0 0 0,0-22-760,6-21-1185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49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551 355 28702,'0'0'3126,"-5"-18"-2252,-6-26-861,-2-1 0,-2 2 0,-2 0 0,-2 0 0,-11-15-13,26 53 0,1 0 0,-1 1 0,0-1 0,-1 1 0,1 0 0,-1 0 0,0 1 0,0-1 0,0 1 0,0 0 0,0 0 0,-1 1 0,1-1 0,-1 1 0,0 1 0,1-1 0,-1 1 0,0 0 0,0 0 0,0 1 0,0-1 0,0 1 0,0 1 0,0-1 0,0 1 0,0 0 0,0 0 0,0 1 0,1 0 0,-1 0 0,0 0 0,1 1 0,0 0 0,-1 0 0,1 0 0,1 0 0,-1 1 0,0 0 0,1 0 0,-4 5 0,-18 23 0,2 1 0,1 1 0,2 2 0,1 0 0,2 1 0,2 0 0,1 2 0,2 0 0,1 0 0,3 1 0,1 0 0,2 1 0,1 0 0,2 33 0,2-68 0,0-1 0,0 0 0,1 1 0,0-1 0,0 1 0,0-1 0,0 0 0,1 1 0,0-1 0,0 0 0,0 1 0,1-1 0,0 0 0,0 0 0,0 0 0,1 0 0,-1-1 0,1 1 0,0-1 0,1 1 0,-1-1 0,1 0 0,0 0 0,0-1 0,0 1 0,0-1 0,1 0 0,-1 0 0,1 0 0,3 1 0,2 0 0,-1 0 1,1-1-1,0 0 1,1 0-1,-1-1 1,0-1-1,1 0 0,-1 0 1,1-1-1,0 0 1,-1-1-1,1 0 1,-1-1-1,0 0 0,0 0 1,1-1-1,-1-1 1,-1 0-1,1 0 1,-1-1-1,1 0 0,7-6 0,10-8-19,-1-1-1,0-1 1,-2-1-1,-1-2 1,-1 0-1,10-15 20,35-47-827,-12 6-1255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49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506 353 24621,'0'0'3993,"-2"-24"-2578,-19-147-564,21 164-820,-1 0 1,0 0-1,0 0 1,0 0-1,-1 0 1,-1 0-1,1 1 0,-1-1 1,0 1-1,0-1 1,-1 1-1,0 0 1,0 1-1,0-1 0,-1 1 1,0-1-1,0 1 1,0 1-1,-1-1 1,1 1-1,-1 0 0,0 0 1,0 1-1,-1-1 1,1 1-1,-1 1 1,1-1-1,-1 1 1,0 0-1,0 1 0,0 0 1,0 0-1,0 0 1,0 1-1,-4 0-31,-5 7 12,0 0 0,0 1 0,1 0 0,0 2-1,1-1 1,0 2 0,1 0 0,0 1 0,0 0 0,1 1-1,1 0 1,0 1 0,1 0 0,0 0 0,1 1 0,-4 11-12,1-8 22,0 1 0,2 1 0,0-1 1,1 2-1,1-1 0,1 1 0,1 0 1,1 1-1,0 0 0,2-1 0,1 1 1,0 0-1,2 20-22,1-36 12,0 1-1,1-1 1,0 0 0,0 0 0,0-1-1,0 1 1,1 0 0,0-1 0,1 1-1,-1-1 1,1 0 0,0 0-1,0-1 1,0 1 0,1-1 0,-1 0-1,1 0 1,0 0 0,1-1 0,-1 1-1,0-1 1,1-1 0,0 1 0,0-1-1,2 1-11,156 21 15,-139-25-16,0-1 0,0-1 0,0-1-1,0-1 1,-1-2 0,0 0 0,0-1 0,-1-2 0,0 0 0,0-1 0,-1-2-1,-1 0 1,16-13 1,133-119-1068,-106 76-834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4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16892,'0'0'13723,"0"0"-12563,-3 125-616,-5-66-96,-3 0-448,0 2 0,-7 2 0,1-1 0,-3-1 0,5-4 0,6-8 0,9-17 0,0-16-1088,15-14-2025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5:50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391 131 28574,'0'0'3118,"0"0"-2147,-11-17-870,-36-51-98,45 65-3,0 1 0,0 0 0,-1 0 0,1 0 0,-1 0 0,1 0 0,-1 1 0,0-1 0,0 1 0,0 0 0,0 0 0,0 0 0,0 0 0,0 0 0,0 1 0,0-1 0,0 1 0,0 0 0,0 0 0,0 0 0,-1 0 0,1 1 0,0-1 0,0 1 0,0 0 0,0-1 0,0 2 0,0-1 0,0 0 0,1 0 0,-1 1 0,0 0 0,1 0 0,-1-1 0,1 1 0,-1 1 0,1-1 0,0 0 0,0 0 0,0 1 0,0 0 0,0-1 0,0 2 0,-24 29 0,2 1 0,1 1 0,2 1 0,1 1 0,2 1 0,1 0 0,2 1 0,2 1 0,1 5 0,-14 136 0,26-175 0,1 0 0,0 0 0,0 0 0,0 0 0,0 0 0,1-1 0,0 1 0,0 0 0,1-1 0,0 1 0,0-1 0,0 0 0,0 0 0,1 0 0,0 0 0,0-1 0,0 1 0,1-1 0,-1 0 0,1-1 0,0 1 0,0-1 0,0 0 0,1 0 0,-1 0 0,1-1 0,-1 0 0,1 0 0,5 1 0,-1-1 0,1 0 0,0 0 0,0-1 0,-1-1 0,1 0 0,0 0 0,0-1 0,-1-1 0,1 0 0,0 0 0,-1-1 0,0 0 0,1-1 0,-1 0 0,-1 0 0,3-2 0,9-8 0,-2 0 0,0-2 0,0 0 0,-2-1 0,0 0 0,-1-2 0,-1 0 0,0-1 0,-2 0 0,0-1 0,-1 0 0,-2-1 0,0 0 0,-1-1 0,-1 0 0,-2-1 0,0 0 0,-1 1 0,-1-2 0,-1-16 0,-2 28-39,-1 1-1,-1-1 1,0 1 0,0-1-1,-1 1 1,-1 0 0,0 0 0,-1 0-1,0 0 1,-1 1 0,0-1-1,-1 1 1,0 0 0,-1 1-1,0 0 1,-1 0 0,0 0-1,0 1 1,-9-7 39,-48-34-3062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0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27110,'0'0'3180,"0"0"-2237,0 0-701,0 0 88,0 0 96,15 0-98,162-12-120,103-43-208,1 12 0,2 12 0,245 7 0,-46 39 0,891 79 0,-406-87 0,-491-13 0,-398 6 0,919-22 0,-710 2 0,600-28 0,1054 77 0,-1741-20 0,1560 41 0,-1026-65 0,-556 9 0,-161 19-717,-16-1-1815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09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546 319 25317,'0'0'4159,"0"0"-2928,0 0-878,0 0-13,0 0 235,-6 2-60,-22-13-259,37-36-236,-8 41-19,23-170-1,-24 173 0,0 0 0,-1-1 0,1 1 0,-1-1 0,0 1 0,0 0 0,0-1 0,0 1 0,0 0 0,-1 0 0,0 0 0,1 0 0,-1 0 0,0 0 0,-1 1 0,1-1 0,0 1 0,-1-1 0,1 1 0,-1 0 0,0 0 0,0 0 0,0 0 0,0 0 0,0 1 0,0-1 0,0 1 0,0 0 0,-1 0 0,1 0 0,0 1 0,-1-1 0,0 1 0,-6-2 0,0 1 0,0 1 0,0 0 0,-1 1 0,1 0 0,0 0 0,0 1 0,0 0 0,1 1 0,-1 0 0,-3 2 0,-12 10 0,0 1 0,1 2 0,1 1 0,1 0 0,0 2 0,2 0 0,0 1 0,2 1 0,0 1 0,2 1 0,0 0 0,2 1 0,1 1 0,-7 20 0,10-26 0,1 1 0,1 1 0,2-1 0,0 1 0,1 1 0,1-1 0,1 1 0,1-1 0,1 1 0,1 4 0,1-19 0,-1 1 0,1-1 0,0 0 0,1 1 0,0-1 0,1 0 0,0 0 0,0 0 0,1 0 0,0-1 0,1 0 0,0 1 0,0-1 0,0-1 0,1 1 0,1-1 0,-1 0 0,1-1 0,0 1 0,0-1 0,1-1 0,0 0 0,0 0 0,0 0 0,1-1 0,2 1 0,-1-1 0,-1-1 0,0 0 0,1-1 0,0 0 0,-1-1 0,1 0 0,0-1 0,0 0 0,0 0 0,0-1 0,-1 0 0,1-1 0,0 0 0,-1 0 0,0-1 0,1 0 0,-1-1 0,0 0 0,0-1 0,-1 0 0,0 0 0,1 0 0,-2-1 0,1-1 0,-1 1 0,0-1 0,0 0 0,-1-1 0,1 0 0,17-23 0,0-2 0,-2-1 0,-2 0 0,-1-1 0,-2-2 0,6-17 0,56-121-1211,-59 134-939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0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3753,'0'0'11306,"0"0"1721,0 0-11931,0 0-416,0 0 161,0 0-217,-7 148-128,0-79-104,-1 8-88,-3 3-88,-2 5-184,4 0-32,2-2 0,7 4-224,0-22-536,7-26-1177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0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401 170 30943,'0'0'882,"0"0"-543,0 0-135,0 0 95,-5-19-206,-16-61-86,19 76-7,1 0 0,-1 0 0,0 0 0,0 0 0,0 0 0,-1 0 0,1 1 0,-1-1 0,0 1 0,0 0 0,0 0 0,-1 0 0,1 0 0,0 1 0,-1-1 0,0 1 0,0 0 0,0 0 0,0 0 0,0 0 0,0 1 0,0 0 0,0 0 0,-1 0 0,1 0 0,0 0 0,-1 1 0,1 0 0,-1 0 0,1 0 0,0 1 0,-1 0 0,1-1 0,0 1 0,-1 1 0,1-1 0,0 1 0,0-1 0,0 1 0,0 0 0,1 1 0,-1-1 0,0 1 0,1-1 0,0 1 0,-1 0 0,1 0 0,0 1 0,-1 1 0,-14 11 0,0 1 0,2 1 0,0 0 0,1 1 0,0 1 0,2 0 0,0 1 0,2 1 0,0 0 0,1 0 0,2 1 0,0 0 0,1 0 0,2 1 0,0 0 0,2 0 0,0 0 0,2 1 0,0-1 0,2 0 0,1 1 0,-2-18 0,1 1 0,1-1 0,-1 0 0,1 1 0,1-1 0,-1 0 0,1 0 0,0-1 0,1 1 0,0 0 0,0-1 0,0 0 0,1 0 0,-1 0 0,1-1 0,1 0 0,-1 0 0,1 0 0,0 0 0,0-1 0,1 0 0,-1 0 0,1-1 0,0 0 0,-1 0 0,2 0 0,-1-1 0,0 0 0,0-1 0,1 1 0,-1-1 0,0-1 0,1 0 0,-1 0 0,1 0 0,-1-1 0,1 0 0,-1 0 0,0-1 0,1 0 0,-1 0 0,0 0 0,0-1 0,0-1 0,-1 1 0,6-4 0,3-4 0,-1-1 0,-1 0 0,0-1 0,-1-1 0,0 0 0,-1 0 0,0-1 0,-1-1 0,-1 0 0,-1 0 0,0 0 0,-1-1 0,-1 0 0,0-1 0,-1 0 0,-1 1 0,0-13 0,-2-128-2463,-7 88-4444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1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508 165 2393,'0'0'11041,"0"0"1472,0 0-8744,0 0-2938,0 0-223,0 0-88,-4-17-115,-13-51-127,13 62-269,1 1 0,0 0 0,-1-1 0,0 1 1,-1 1-1,1-1 0,-1 0 0,1 1 0,-1 0 0,-1 0 1,1 1-1,0-1 0,-1 1 0,0 1 0,0-1 1,0 1-1,0 0 0,0 0 0,0 0 0,-1 1 1,1 0-1,0 0 0,-1 1 0,1 0 0,-1 0 1,1 0-1,0 1 0,-1 0 0,1 0 0,0 1 1,-1 0-1,1 0 0,0 0 0,1 1 0,-1-1 0,0 1 1,-4 4-10,-13 10 5,2 1 0,-1 1 0,2 1-1,1 1 1,0 1 0,2 0 0,1 2 0,0-1 0,2 2 0,1 0 0,0 1 0,2 0 0,1 1 0,-5 26-5,8-30 0,2 1 0,1-1 0,1 1 0,1 0 0,0 0 0,2 0 0,1 0 0,3 11 0,-3-29 0,1 0 0,0 1 0,1-1 0,-1 0 0,1 0 0,0 0 0,1-1 0,-1 1 0,1-1 0,0 0 0,1 0 0,-1 0 0,1-1 0,0 1 0,0-1 0,0 0 0,1 0 0,0-1 0,-1 0 0,1 0 0,0 0 0,1-1 0,-1 0 0,0 0 0,1 0 0,-1-1 0,1 0 0,-1 0 0,1-1 0,-1 0 0,1 0 0,-1 0 0,1-1 0,0 0 0,-1 0 0,0-1 0,1 1 0,-1-2 0,0 1 0,0-1 0,0 0 0,0 0 0,0 0 0,-1-1 0,0 0 0,1 0 0,2-3 0,18-20 0,-1-1 0,-1-1 0,-1-1 0,-2-1 0,-1-1 0,-2-1 0,-1-1 0,-1 0 0,-2-1 0,8-31 0,63-89-1607,-58 118-955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30463,'0'0'1280,"0"0"-696,-50 123-144,24-68-440,6-2 0,5 0 0,4 1 0,6-1 0,5 6 0,0 0 0,0-2 0,9-3 0,6-19 0,-2-13-1832,-4-18-12715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1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426 201 28446,'0'0'3097,"0"0"-2049,1-21-885,6-138-150,-7 158-13,-1-1 0,0 1 0,0 0 0,1 0 0,-1-1 0,0 1 0,0 0 0,0 0 0,0 0 0,-1 0 0,1 0 0,0 0 0,0 1 0,0-1 0,-1 0 0,1 1 0,-1-1 0,1 1 0,0-1 0,-1 1 0,1-1 0,-1 1 0,1 0 0,-1 0 0,1 0 0,-1 0 0,1 0 0,-1 0 0,1 0 0,0 0 0,-1 1 0,1-1 0,-1 1 0,1-1 0,-1 1 0,1-1 0,0 1 0,0 0 0,-1 0 0,1-1 0,0 1 0,0 0 0,0 0 0,0 0 0,0 0 0,0 1 0,-123 116 0,86-74 0,2 2 0,1 2 0,3 1 0,-12 26 0,33-55 0,1 1 0,1 0 0,1 0 0,1 1 0,1 0 0,1 0 0,0 1 0,2-1 0,1 1 0,1 0 0,0 0 0,4 21 0,-2-39 0,1-1 0,0 1 0,1-1 0,-1 1 0,1-1 0,0 0 0,0 0 0,0 0 0,0-1 0,1 1 0,-1-1 0,1 1 0,0-1 0,0 0 0,0-1 0,1 1 0,-1-1 0,1 0 0,-1 0 0,1 0 0,0-1 0,0 1 0,-1-1 0,1 0 0,0-1 0,0 1 0,0-1 0,0 0 0,0 0 0,0-1 0,0 1 0,0-1 0,0 0 0,0 0 0,0-1 0,-1 0 0,1 1 0,-1-2 0,1 1 0,-1 0 0,0-1 0,1 0 0,-1 0 0,-1 0 0,2-2 0,14-7 0,-2-1 0,0-1 0,0 0 0,-2-2 0,0 0 0,0 0 0,-2-1 0,0-1 0,-1 0 0,-1-1 0,0 0 0,-2-1 0,0 0 0,-1-1 0,-1 1 0,-1-1 0,-1-1 0,1-15 0,-3-121-1083,-3 88-1707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2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547 292 26510,'0'0'3442,"0"0"-2353,0 0-658,0 0 29,-20-13 14,-63-44-213,27-9-157,-1 12-108,52 52 4,0 1 0,0-1 0,-1 1 0,1 0 0,-1 0 0,1 1 0,-1 0 0,1 0 0,-1 0 0,1 0 0,-1 1 0,1 0 0,0 0 0,-1 1 0,1-1 0,0 1 0,0 0 0,0 0 0,0 1 0,0 0 0,1 0 0,-1 0 0,1 0 0,-1 1 0,1-1 0,1 1 0,-1 0 0,-1 3 0,-86 131 0,89-133 0,-12 19 0,1 1 0,1 0 0,2 1 0,0 0 0,2 0 0,1 1 0,1 0 0,1 0 0,2 1 0,0-1 0,2 1 0,1 0 0,1-21 0,1 0 0,0 0 0,1 0 0,-1 0 0,1 0 0,1-1 0,-1 1 0,1-1 0,0 0 0,0 0 0,1-1 0,0 1 0,0-1 0,0 0 0,1 0 0,-1-1 0,1 1 0,0-1 0,1-1 0,-1 1 0,1-1 0,-1 0 0,1 0 0,0-1 0,0 0 0,0 0 0,0-1 0,1 0 0,-1 0 0,0-1 0,0 0 0,1 0 0,-1 0 0,0-1 0,1 0 0,-1-1 0,0 0 0,0 0 0,0 0 0,-1-1 0,1 0 0,19-7 0,-1-1 0,-1-1 0,0-1 0,-1-1 0,0-2 0,-1 0 0,-1-1 0,0-1 0,-2-1 0,0 0 0,-1-2 0,-1 0 0,-1-1 0,-1-1 0,6-13 0,-10 15 0,-2 0 0,-1-1 0,0 0 0,-1 0 0,-2-1 0,0 0 0,-2 0 0,0 0 0,-2-1 0,0 1 0,-2-1 0,0 0 0,0 12 0,0 1 0,-1-1 0,0 1 0,-1 0 0,0-1 0,-1 1 0,0 1 0,0-1 0,-2 1 0,1-1 0,-1 1 0,0 1 0,-7-8 0,-11 7-46,21 42-1887,3-27 1345,0 25-5639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3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309 269 27342,'0'0'2900,"0"0"-2039,0 0-623,0-21 101,0-127 69,1 145-400,-1-1 1,1 1-1,0 0 0,-1-1 1,0 1-1,0 0 0,0-1 1,0 1-1,-1-1 0,0 1 1,1 0-1,-1-1 0,0 1 0,0 0 1,-1 0-1,1 0 0,-1 0 1,1 0-1,-1 0 0,0 0 1,0 0-1,0 1 0,-1-1 1,1 1-1,-1 0 0,1-1 0,-1 1 1,0 0-1,0 0 0,0 1 1,0-1-1,0 1 0,0-1 1,0 1-1,0 0 0,-1 0 1,1 1-1,0-1 0,-1 1 0,1-1 1,0 1-1,-1 0 0,1 0 1,-1 1-1,1-1 0,0 1 1,-1-1-1,0 1-8,-10 8 18,0 0 0,1 1-1,0 0 1,1 0 0,0 2 0,0 0-1,1 0 1,1 1 0,0 0 0,1 0 0,0 1-1,1 1 1,1 0 0,0 0 0,-2 6-18,-30 124 14,38-139-14,1 0 0,-1 0 0,2 0 0,-1 0 0,0 0 0,1-1 0,0 1 0,1 0 0,-1 0 0,1-1 0,0 1 0,1-1 0,-1 1 0,1-1-1,0 0 1,0 0 0,1 0 0,-1-1 0,1 1 0,0-1 0,1 0 0,-1 0 0,1 0 0,0 0 0,13 4 0,0 0 0,0-1 0,1-1 0,0-1 0,0-1 0,0 0 0,0-2 0,1 0 0,-1-1 0,1-1 0,0 0 0,-1-2 0,1 0 0,0-2 0,-7 3 0,0-1 0,0 0 0,0-1 0,0-1 0,-1 0 0,1-1 0,-1 0 0,0 0 0,-1-1 0,1-1 0,-1 0 0,-1-1 0,1 0 0,-1 0 0,-1-1 0,0-1 0,0 1 0,0-2 0,-1 1 0,-1-1 0,0 0 0,-1 0 0,0-1 0,0 0 0,-1 0 0,1-6 0,-5 6 0,-1 0 0,-1 1 0,1-1 0,-2 0 0,0 1 0,0-1 0,-1 1 0,0-1 0,-1 1 0,0 0 0,-1 1 0,-1-1 0,1 1 0,-2 0 0,1 0 0,-1 1 0,-1-1 0,1 2 0,-2-1 0,1 1 0,-1 0 0,0 1 0,-1 0 0,0 1 0,-4-3 0,-1-6-492,23 16-72,-7 0 410,23-1-2181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3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28326,'0'0'3429,"12"17"-2485,41 54-876,-49-67-68,0 0 0,0 0 0,0-1 0,1 1 0,-1-1 0,1 0 0,0 0 0,0 0 0,0-1 0,0 0 0,0 0 0,1 0 0,-1 0 0,1-1 0,-1 0 0,2 0 0,-6-1 0,-4-11 0,-78-142 0,81 153 0,0 1 0,0-1 0,0 0 0,1 1 0,-1-1 0,0 1 0,0-1 0,0 0 0,1 1 0,-1-1 0,0 0 0,0 1 0,1-1 0,-1 0 0,0 1 0,1-1 0,-1 0 0,0 1 0,1-1 0,-1 0 0,1 0 0,-1 0 0,0 1 0,1-1 0,-1 0 0,1 0 0,-1 0 0,0 0 0,1 0 0,-1 0 0,1 0 0,-1 0 0,1 0 0,-1 0 0,1 0 0,-1 0 0,0 0 0,1 0 0,-1 0 0,1 0 0,-1-1 0,1 1 0,-1 0 0,0 0 0,1 0 0,-1-1 0,0 1 0,1 0 0,-1 0 0,0-1 0,1 1 0,-1 0 0,0-1 0,1 1 0,-8 18-846,-10 0-3381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 24093,'0'0'3982,"0"0"-1916,0 0-1383,0 0-219,0 0 64,-2-2-52,3 2-466,-1 0 1,0 1-1,1-1 0,-1 0 1,0 0-1,1 0 0,-1 0 0,0 0 1,1 1-1,-1-1 0,1 0 0,-1 0 1,0 0-1,1 0 0,-1 0 0,1 0 1,-1-1-1,0 1 0,1 0 0,-1 0 1,1 0-1,-1 0 0,0 0 0,1 0 1,-1-1-1,0 1 0,1 0 0,-1 0 1,0-1-1,1 1 0,-1 0 0,0 0 1,0-1-1,1 1 0,-1 0 0,0-1 1,0 1-1,0 0 0,1-1 0,-1 1 1,0 0-1,0-1 0,0 1 0,0-1 1,0 1-1,0 0 0,0-1 1,0 1-1,0-1-10,46 16-28,289 75 28,-134-44 0,-179-41 0,0 0 0,0 2 0,-1 1 0,1 0 0,-2 1 0,1 2 0,-2 0 0,1 1 0,-1 1 0,10 9 0,-27-20 0,1 1 0,-1-1 0,1 0 0,-1 1 0,0 0 0,0-1 0,0 1 0,-1 0 0,1 0 0,0 0 0,-1 0 0,0 0 0,0 1 0,0-1 0,0 0 0,-1 0 0,1 1 0,-1-1 0,0 1 0,0-1 0,0 0 0,0 1 0,0-1 0,-1 0 0,0 1 0,1-1 0,-1 0 0,-1 0 0,1 0 0,0 1 0,-1-1 0,1-1 0,-1 1 0,0 0 0,0 0 0,0-1 0,0 1 0,-3 2 0,-108 69 0,94-65-35,6-2-96,1 0 0,-1-1 1,0-1-1,0 0 0,0-1 0,-1-1 0,0 0 1,1 0-1,-1-1 0,-14-1 131,13-6-1796,9-13-2179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7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30551,'0'0'912,"-9"0"-200,30 6-423,143 28-5,-151-34-283,0 0 0,0 1 0,0 0 0,0 1 0,0 1 0,-1 0 0,1 0-1,-1 1 1,0 1 0,0 0 0,0 1 0,-1 0 0,0 1 0,0 0 0,0 1 0,-1 0-1,0 1 1,-1 0 0,0 0 0,0 1 0,1 4-1,-8-9 0,0 0 0,0 0 0,-1 0 0,0 0 0,0 0 0,0 1 0,-1-1 0,0 0 0,0 1 0,0-1 0,-1 0 0,0 1 0,0-1 0,0 0 0,0 0 0,-2 3 0,-2 13 0,-48 119 0,13-86 0,-2-2 0,-3-3 0,-2-1 0,-2-2 0,-1-3 0,-9 3 0,38-24-1551,21-21-1435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8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31559,'0'0'1192,"0"0"-1176,0 0-16,-11 113 0,9-30 0,2 47 0,0 42 0,0 19 0,9-14 0,4-54 0,-6-54-2881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485 287 19108,'0'0'8606,"0"0"-6156,0 0-1895,0 0-153,0 0-28,-1-22-118,-12-144 25,13 161-270,-2 0 1,1 0-1,-1 1 0,0-1 1,0 0-1,0 1 0,0-1 0,-1 1 1,0 0-1,0 0 0,0 0 1,0 0-1,-1 0 0,1 1 0,-1-1 1,0 1-1,0 0 0,0 1 1,-1-1-1,1 0 0,-1 1 0,1 0 1,-1 0-1,0 1 0,0-1 1,0 1-1,0 0 0,0 0 0,-2 1-11,-4-2 3,1 1-1,-1 1 0,0 0 0,1 0 1,-1 1-1,1 0 0,-1 1 0,1 0 0,0 1 1,-1 0-1,1 1 0,1 0 0,-9 4-2,0 8-4,0 0 0,2 1 0,0 1-1,1 0 1,0 1 0,2 0 0,0 1-1,2 1 1,0 0 0,1 1 0,1 0 0,1 0-1,1 1 1,1 0 0,1 0 0,1 1-1,1-1 1,1 15 4,-3-6 0,2-1 0,1 0-1,1 1 1,2-1 0,1 1-1,3 12 1,-5-37 0,1 0 1,1 0-1,-1 0 0,1 0 0,0 0 1,1 0-1,0 0 0,0-1 0,0 1 1,1-1-1,0 0 0,0 0 0,0-1 1,1 1-1,0-1 0,0 0 0,0 0 1,1 0-1,0-1 0,0 0 0,0 0 1,0 0-1,0-1 0,1 0 0,0 0 1,0-1-1,-1 0 0,1 0 0,0 0 1,2-1-1,4 0 0,1-1 1,-1-1 0,0 0 0,1 0 0,-1-1-1,0-1 1,0-1 0,0 0 0,-1 0 0,1-1-1,-1-1 1,0 0 0,-1 0 0,1-1 0,-1-1 0,-1 0-1,0 0 1,5-6-1,16-15 4,-2-2-1,-1-1 1,-1-2-1,-2 0 1,4-11-4,140-178-1165,-127 180-534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19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520 474 30847,'0'0'752,"0"0"-191,-7-20-114,-35-140-287,36 126-160,4 16 0,-1 0 0,0 0 0,-1 1 0,-1 0 0,0 0 0,-1 0 0,-1 0 0,-1 1 0,0 0 0,-1 1 0,-1 0 0,-11-14 0,16 26 0,1 0 0,-1 0 0,1 0 0,-1 0 0,0 1 0,0-1 0,0 1 0,-1 1 0,1-1 0,0 1 0,-1 0 0,1 0 0,-1 0 0,1 1 0,-1 0 0,1 0 0,-1 0 0,1 1 0,-1 0 0,1 0 0,-1 0 0,1 1 0,0-1 0,0 1 0,-1 1 0,1-1 0,1 1 0,-1 0 0,0 0 0,1 0 0,-1 0 0,1 1 0,0 0 0,-2 2 0,-15 19 0,1 1 0,1 1 0,1 1 0,1 0 0,2 2 0,1-1 0,1 2 0,-8 30 0,13-37 0,0-1 0,2 1 0,1 1 0,1-1 0,1 1 0,1 0 0,1-1 0,1 13 0,1-29 0,-1 0 0,1 0 0,1 0 0,0 0 0,0 0 0,0 0 0,1-1 0,0 1 0,0-1 0,1 1 0,0-1 0,1-1 0,-1 1 0,1 0 0,0-1 0,1 0 0,0-1 0,0 1 0,0-1 0,0 0 0,1 0 0,0-1 0,0 0 0,0 0 0,1-1 0,-1 0 0,2 1 0,1 0 0,1-1 0,-1 0 0,1 0 0,-1-1 0,1 0 0,0-1 0,-1 0 0,1-1 0,0 0 0,0-1 0,0 0 0,-1 0 0,1-1 0,-1-1 0,1 0 0,-1 0 0,0-1 0,0-1 0,0 1 0,-1-1 0,1-1 0,-1 0 0,-1 0 0,1-1 0,-1 0 0,0-1 0,-1 1 0,5-7 0,114-100-1703,-94 91-683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19932,'0'0'10114,"0"0"-9393,0 0-145,18 111 176,-9-80-136,-1-7-560,-1-4-56,2-5 0,-7-1-8,-2-2-1264,0-6-5738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1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473 298 28494,'0'0'930,"0"0"-304,-7-19-151,-49-146 372,55 160-820,0-1-1,0 1 1,-1-1 0,1 1-1,-1-1 1,0 1-1,-1 0 1,1 0 0,-1 0-1,0 0 1,0 0-1,-1 1 1,1-1 0,-1 1-1,0 0 1,0 0 0,-1 0-1,1 1 1,-1-1-1,0 1 1,1 0 0,-1 1-1,-1-1 1,1 1 0,0 0-1,-4-1-26,2 3 13,-1-1-1,0 1 1,1 1-1,-1-1 1,1 1-1,-1 1 1,1-1-1,-1 1 1,1 0-1,0 1 1,0 0-1,0 0 1,0 1-1,1-1 1,-1 1-1,1 1 1,0-1-1,0 1 1,0 0-1,1 1 1,0-1-1,0 1 1,0 0-1,-1 3-12,-10 10 4,0 1-1,2 1 0,0 0 0,1 1 1,1 1-1,1-1 0,1 2 1,1 0-1,1 0 0,2 0 0,0 1 1,1 0-1,2 0 0,0 0 1,2 1-1,1-1 0,2 15-3,1-31 9,0 0 0,1 0-1,0 0 1,1 0 0,0-1-1,1 0 1,-1 0 0,1 0-1,1-1 1,0 0 0,0 0-1,0 0 1,1-1 0,-1 0-1,2-1 1,-1 0 0,1 0-1,-1-1 1,1 0 0,0 0-1,1-1 1,-1 0 0,1-1-1,-1 0 1,1 0 0,0-1-1,-1 0 1,1-1 0,0 0-1,0-1 1,-1 0 0,1 0-1,0-1 1,-1-1 0,1 1-1,-1-1 1,0-1 0,0 0-1,0 0 1,6-5-9,2-8-52,-1-2 0,0-1-1,-2 0 1,0 0 0,-1-1 0,-1-1 0,-1 0 0,-1-1-1,-1 0 1,-1-1 0,-1 0 0,-1 0 0,-1 0-1,-2-1 1,2-20 52,0 2-1994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2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376 340 9722,'0'0'15075,"0"0"-11329,0 0-2963,0-21-117,2-251 775,-2 271-1436,0-1 1,0 0-1,0 0 0,0 0 0,0 1 0,0-1 0,-1 0 0,1 0 0,-1 0 0,1 1 0,-1-1 0,0 0 0,0 1 0,1-1 0,-1 1 1,0-1-1,-1 1 0,1-1 0,0 1 0,0 0 0,0-1 0,-1 1 0,1 0 0,-1 0 0,1 0 0,-1 0 0,1 0 0,-1 0 1,0 1-1,0-1 0,1 0 0,-1 1 0,0-1 0,0 1 0,1 0 0,-1 0 0,0 0 0,0 0 0,0 0 0,1 0 0,-1 0 0,0 0 1,0 1-1,-1-1-5,-77 36 30,56-12-22,2 1-1,0 2 1,2 0 0,1 1 0,2 1-1,0 1 1,2 0 0,1 1 0,2 0-1,1 1 1,-4 19-8,8-33 11,1 0-1,0 0 1,1 0 0,1 1-1,1-1 1,1 1 0,0 0-1,1 0 1,1 0 0,1 0-1,1 0 1,0-1 0,2 1 0,0 0-1,1-1 1,1 0 0,0 0-1,1-1 1,2 1 0,-1-2-1,3 2-10,-8-15 19,0 0-1,0 0 0,0 0 1,0-1-1,1 1 1,0-1-1,-1 0 0,1 0 1,0 0-1,0 0 1,0-1-1,0 0 0,0 0 1,0 0-1,1 0 1,-1-1-1,0 1 0,1-1 1,-1 0-1,0 0 1,0-1-1,1 1 0,-1-1 1,0 0-1,0 0 1,0 0-1,0-1 0,0 0 1,0 1-1,0-1 1,0-1-1,-1 1 0,1 0 1,-1-1-1,0 0 0,0 0 1,0 0-1,0 0 1,1-2-19,28-37 39,-3-1 0,-1-2 0,-3-1 0,8-21-39,71-119-1261,-73 143-2079,-4 6-6901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2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26126,'0'0'4016,"0"0"-3391,0 0-113,-40 117 0,34-68 56,-1 8-264,0 4-200,1 6-104,-3 4 0,3 0 0,6 20-80,0-18-576,0-20-1193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2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448 261 27422,'0'0'3253,"0"0"-2303,0 0-735,-18-22 11,-54-75 48,34 28-116,37 65-158,0 1 0,-1-1 1,1 0-1,-1 0 0,1 1 0,-1-1 1,0 1-1,0 0 0,-1-1 0,1 1 1,-1 0-1,1 0 0,-1 1 1,0-1-1,0 0 0,0 1 0,-1 0 1,1 0-1,0 0 0,-1 0 0,1 0 1,-1 1-1,0 0 0,0-1 0,1 1 1,-1 1-1,0-1 0,0 0 0,0 1 1,-3 0-1,0 1-1,0 0 1,0 0-1,0 1 0,0 0 1,0 0-1,0 0 1,0 1-1,1 0 1,0 1-1,-1-1 1,1 1-1,0 0 1,1 1-1,-1 0 1,1 0-1,0 0 0,0 0 1,0 1-1,1-1 1,-3 5 0,-66 133 7,67-127-8,1 0 1,0 1 0,2-1 0,0 1-1,1 0 1,0 0 0,2 0-1,0 0 1,0 0 0,3 9 0,-2-23-1,0 0 1,0-1-1,0 1 1,0 0-1,0-1 1,1 1-1,-1-1 0,1 0 1,0 1-1,0-1 1,0 0-1,0 0 0,0 0 1,0 0-1,0-1 1,1 1-1,-1 0 1,1-1-1,-1 0 0,1 1 1,-1-1-1,1 0 1,0-1-1,0 1 1,-1 0-1,1-1 0,0 1 1,0-1-1,0 0 1,0 0-1,0 0 1,0-1-1,-1 1 0,1 0 1,1-1 0,96-36-16,29-87-591,-57 28-2986,-25 29-6562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377 208 17092,'0'0'10834,"0"0"-8268,0 0-2095,0 0 31,0 0-55,0 0-209,-4-19-121,-14-119 144,16 135-258,0 0-1,0 0 0,0 0 1,0 1-1,0-1 0,-1 1 1,1-1-1,-1 1 0,0 0 1,0 0-1,1 0 0,-1 0 0,0 1 1,-1-1-1,1 1 0,0 0 1,0 0-1,-1 0 0,1 0 1,0 1-1,-1-1 0,1 1 1,-1 0-1,1 0 0,0 0 1,-1 0-1,1 1 0,-1-1 1,1 1-1,0 0 0,-1 0 1,1 0-1,0 1 0,0-1 1,-2 2-3,-11 3-17,1 2 0,0 0 1,0 1-1,0 0 0,1 1 1,1 1-1,0 0 0,0 1 1,1 0-1,1 1 0,0 0 1,0 1-1,2 0 0,-1 1 1,2 0-1,-3 6 17,7-16-5,1 1-1,-1 0 1,1-1 0,-1 1 0,2 0-1,-1 1 1,1-1 0,0 0 0,0 1-1,1-1 1,-1 1 0,2 0 0,-1-1-1,1 1 1,0 0 0,0-1-1,1 1 1,-1 0 0,2-1 0,-1 1-1,1-1 1,0 1 0,0-1 0,1 0-1,0 0 1,0 0 0,0 0 0,1-1-1,-1 1 1,1-1 0,1 0 0,-1 0-1,1 0 1,0 0 0,0-1-1,0 0 1,3 1 5,8 0-37,0 0-1,1-2 1,-1 0 0,1-1-1,-1 0 1,1-1-1,0-1 1,0-1-1,-1 0 1,1-2 0,-1 0-1,1 0 1,-1-1-1,0-1 1,-1-1 0,1-1-1,-1 0 1,7-4 37,101-91-2091,-53 23-4696,-68 77 6537,50-61-13431</inkml:trace>
  <inkml:trace contextRef="#ctx0" brushRef="#br0" timeOffset="283.399">990 1 29478,'0'0'904,"0"0"-271,0 0-25,0 0-16,20 124-312,-20-82-104,0 7-80,-15 6-96,-3 4 0,-8 10-144,6-15-984,3-13-3977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4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383 229 7578,'0'0'17311,"0"0"-12900,0 0-3646,0 0-71,0 0-29,0 0-180,6-14-148,-5 12-330,5-13 50,-1-1 0,0 1 0,-1-1 0,-1 0 1,0 0-1,-1-1 0,-1 1 0,0 0 0,-1-1-57,-3 13 0,1 0 0,-1 0 0,0 1 0,0-1 0,0 1 0,0 0 0,-1 0 0,1 0 0,-1 0 0,0 1 0,0-1 0,0 1 0,0 0 0,0 0 0,-1 0 0,1 1 0,0 0 0,-1 0 0,1 0 0,-1 0 0,1 1 0,-1-1 0,0 1 0,1 0 0,-1 1 0,1-1 0,-1 1 0,1 0 0,-1 0 0,1 0 0,-1 1 0,1-1 0,0 1 0,0 0 0,0 0 0,-3 3 0,-13 8 0,1 1 0,0 1 0,1 1 0,1 0 0,0 2 0,2 0 0,0 0 0,1 1 0,0 1 0,2 1 0,0 0 0,2 0 0,0 1 0,2 0 0,0 1 0,0 5 0,-1 1 0,2-1 0,1 1 0,2 0 0,0 0 0,2 0 0,1 1 0,3 17 0,-2-42 0,0 0 0,0 0 0,1 1 0,0-1 0,0 0 0,1 0 0,-1 0 0,1 0 0,0 0 0,0 0 0,1 0 0,0-1 0,-1 1 0,1-1 0,1 0 0,-1 0 0,1 0 0,0 0 0,-1 0 0,2-1 0,-1 0 0,0 0 0,1 0 0,-1 0 0,1-1 0,0 1 0,0-1 0,0-1 0,0 1 0,4 0 0,11-1 0,0-2 0,0 0 0,0-1 0,0-1 0,0 0 0,-1-2 0,0-1 0,1 0 0,-2-1 0,1-1 0,-1-1 0,0 0 0,-1-2 0,0 0 0,-1 0 0,0-2 0,-1 0 0,0-1 0,-1 0 0,-1-1 0,0-1 0,5-9 0,-3 10 0,0-1 0,-2 0 0,0-1 0,-1 0 0,0-1 0,-2-1 0,0 1 0,-1-2 0,-1 1 0,0-1 0,-2 0 0,0-1 0,-2 1 0,0-1 0,-1 0 0,-2 0 0,1-12 0,-3 27 6,-1 0 0,1 0 0,-1 0 0,0 1 0,0-1 1,-1 0-1,0 1 0,0-1 0,0 1 0,-1 0 0,1 0 0,-1 1 0,0-1 0,-1 1 0,1-1 0,-1 1 1,0 1-1,-3-3-6,5 4-39,1 0 0,-1 0 0,0 0 0,0 0 0,1 1 1,-1 0-1,0-1 0,0 1 0,-1 0 0,1 0 0,0 1 1,0-1-1,0 1 0,0 0 0,-1-1 0,1 1 0,0 1 1,0-1-1,-1 0 0,1 1 0,0 0 0,0-1 0,0 1 1,0 1-1,0-1 0,0 0 0,0 1 0,0-1 0,0 1 1,1 0-1,-1 0 0,1 0 0,-1 0 0,1 1 0,0-1 39,-15 23-2599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5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19380,'0'0'10594,"0"0"-9761,0 0-217,0 0-56,0 0-104,0 0-216,0 0-152,11 31-88,-6-25 0,-1 4 0,-2 6 0,-2 13-328,0-1-744,0 2-2177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5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1 30791,'0'0'1072,"0"0"-392,0 0-456,0 0-224,-74 103 0,45-72 0,-8 11 0,-11 9 0,-14 8 0,-71 28 0,12-14-288,-8-10-5881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9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0 25461,'0'0'3649,"0"0"-2761,0 0-375,0 0-9,0 0-88,-78 121-56,51-70-56,-1 10-48,-7 12-32,-3 6-64,1 8-128,2 0-32,2-1 0,5-1-72,10-4-320,12 0-360,6-20-913,0-21-7088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30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452 213 30799,'0'0'557,"0"0"-341,0 0-103,6-20 82,22-66 17,-26 80-194,1 0 0,-1 0 1,0 0-1,-1 0 0,1 0 0,-1 0 0,-1 0 0,1 0 0,-1-1 1,0 1-1,0 0 0,-1 0 0,0 0 0,0 0 0,-1-2-18,-51 0 107,37 13-101,1 0-1,-1 2 1,1 0-1,0 0 1,1 1 0,0 1-1,0 0 1,1 1-1,0 1 1,0 0 0,1 1-1,-8 11-5,9-12 4,-12 9 7,1 1 0,0 1 0,2 1 1,1 1-1,1 1 0,1 1 0,1 0 1,1 1-1,2 0 0,0 1 0,2 1 0,2 0 1,0 1-1,0 9-11,8-36 2,0 0 0,0 0-1,0 0 1,1 0 0,-1 1 0,1-1 0,0 0-1,0 0 1,0 0 0,1 1 0,-1-1-1,1 0 1,-1 0 0,1 0 0,0 0 0,0 0-1,1 0 1,-1 0 0,1 0 0,-1 0 0,1-1-1,0 1 1,0-1 0,0 1 0,0-1 0,0 0-1,1 0 1,-1 1 0,1-2 0,-1 1-1,1 0 1,0-1 0,0 1 0,0-1 0,0 0-1,0 0 1,0 0 0,2 1-2,7-1 0,1 0 0,-1 0 0,0-1 0,0 0 0,1-1 0,-1-1 0,0 0 0,0-1 0,0 0 0,0 0 0,-1-1 0,1-1 0,-1 0 0,0-1 0,0 0 0,-1 0 0,0-1 0,0-1 0,-1 0 0,0 0 0,0-1 0,6-7 0,9-12 0,-1-2 0,-1 0 0,-1-1 0,-2-1 0,-2-1 0,-1 0 0,2-8 0,39-108-809,-38 89-839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3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247 109 27150,'0'0'2150,"0"0"-1333,0 0-357,0 0 42,-6 17 10,-130 320 623,49-149-1094,86-206-41,65-177 0,-45 126-11,2 1 1,4 1-1,3 1 0,2 2 1,19-26 10,-40 76 22,-4 30 9,-49 122-31,29-104 0,-16 37 0,-10 18 0,4 1 0,4 2 0,4 2 0,-7 48 0,61-243-283,5 2-1,4 1 1,9-11 283,-42 108-12,5-15-46,115-243-1685,-123 278 2340,-94 193 657,69-66-1620,20-89-768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3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27422,'0'0'1748,"0"0"-761,0 0-261,0 0-158,0 0-68,0 0-91,13-2-135,152-26-141,56 14-133,109-11 0,-899 23 0,446 23 0,135-13 0,31 1 0,0-3 0,1-1 0,-1-3 0,1-1 0,0-2 0,-1-2 0,39-8 0,-73 9 0,70-15 0,1 4 0,0 3 0,50 1 0,-165 9 0,-57-2 0,-1 4 0,1 5 0,-1 3 0,-38 12 0,70 2 0,82-20 0,251-26 0,-185 17-348,-7 0-1392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3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27214,'0'0'1792,"0"0"-641,0 0-133,0 0-321,0 0-138,7 5-270,9 3-285,0 0 0,1-2 0,0 0 0,0 0 0,0-2 0,1 0-1,0-1 1,-1-1 0,1-1 0,0 0 0,4-2-4,11 3 4,510 26-4,-539-34 0,-23-1 0,0 2 0,0 0 0,0 1 0,-1 1 0,0 1 0,0 0 0,-12 2 0,8-1 0,-601-3 0,660 14 0,114 4 0,0-6 0,99-9 0,-81-1 0,108 6 0,-657-5 0,344 0 0,-1 2 0,0 1 0,1 3 0,-1 0 0,1 3 0,1 1 0,0 2 0,-5 4 0,40-15 0,0 1 0,0-1 0,0 1 0,0 0 0,0 0 0,0 0 0,0 0 0,1 0 0,-1 0 0,0 0 0,1 1 0,-1-1 0,1 0 0,0 1 0,-1 0 0,1-1 0,0 1 0,0 0 0,0 0 0,0-1 0,0 1 0,0 0 0,0 0 0,1 0 0,-1 0 0,1 0 0,-1 1 0,3-1 0,1 0 0,-1 0 0,0-1 0,0 1 0,1-1 0,-1 0 0,1 0 0,-1 0 0,1 0 0,0 0 0,-1 0 0,1-1 0,0 1 0,-1-1 0,1 0 0,0 0 0,0 0 0,-1 0 0,1 0 0,0-1 0,0 1 0,0-1 0,4 1 0,227-2-425,-193 2-1703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30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560 219 29686,'0'0'1961,"0"0"-1341,0 0-337,-5-19-99,-22-62-151,25 76-33,0 1 0,0-1 0,0 1 0,-1-1 0,1 1 0,-1 0 0,0 0 0,-1 0 0,1 1 0,-1-1 0,1 1 0,-1 0 0,0 0 0,0 0 0,-1 0 0,1 1 0,0-1 0,-1 1 0,0 0 0,1 1 0,-1-1 0,0 1 0,0 0 0,0 0 0,0 0 0,0 1 0,0 0 0,0 0 0,-4 0 0,-4 2 0,1-1 0,-1 1 0,1 1 0,-1 1 0,1 0 0,0 0 0,0 1 0,1 0 0,-1 1 0,0 2 0,-9 4 0,1 1 0,1 1 0,0 1 0,0 1 0,2 1 0,0 0 0,1 1 0,1 1 0,0 0 0,2 1 0,0 1 0,2 0 0,0 1 0,1 0 0,1 0 0,1 1 0,1 0 0,-3 24 0,9-44 0,0 1 0,1-1 0,0 0 0,0 0 0,0 0 0,0 1 0,0-1 0,1 0 0,-1 0 0,1 0 0,0 0 0,0 0 0,0 0 0,1 0 0,-1 0 0,0 0 0,1 0 0,0-1 0,0 1 0,0-1 0,0 1 0,0-1 0,0 0 0,1 1 0,-1-1 0,1-1 0,-1 1 0,1 0 0,0 0 0,0-1 0,0 0 0,0 0 0,0 0 0,0 0 0,0 0 0,0 0 0,0-1 0,11 3 0,-1-2 0,0 1 0,0-2 0,1 0 0,-1-1 0,0 0 0,1 0 0,-1-2 0,0 0 0,0 0 0,-1-1 0,1-1 0,-1 0 0,0-1 0,11-6 0,162-126-3,-159 116 2,140-115-496,-54 48-4235,-29 24-10559</inkml:trace>
  <inkml:trace contextRef="#ctx0" brushRef="#br0" timeOffset="251.63">1402 0 30895,'0'0'752,"0"0"-168,-79 124-216,44-63-200,0 7-168,-2 7 0,2 3 0,4 3 0,7-6 0,15-2-640,7-23-872,2-17-2617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2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765 241 27990,'0'0'2839,"0"0"-2085,0 0-642,-19-20-6,-105-119 312,117 131-412,-2 1 1,1-1-1,-1 1 1,0 1 0,0 0-1,-1 0 1,1 0-1,-1 2 1,-1-1-1,1 1 1,-1 1-1,1 0 1,-1 0-1,0 1 1,0 0-1,0 1 1,0 0-1,-1 1 1,1 0-1,0 1 1,0 0-1,0 1 1,0 0-1,0 1 1,1 0 0,-1 1-1,1 0 1,-7 4-7,-7 3 14,0 1 0,1 2 0,1 0 0,0 2 0,1 0 0,1 1 0,0 1 0,1 1 0,2 1 0,-1 0 0,2 1 0,1 1 0,1 1 0,-11 23-14,7 65 78,18-107-75,0 0 0,1 0-1,0 0 1,0-1-1,0 1 1,0 0 0,0-1-1,1 1 1,0-1-1,0 1 1,0-1 0,0 0-1,0 0 1,0 0-1,1 0 1,0 0 0,0-1-1,-1 1 1,1-1-1,1 0 1,-1 1 0,0-1-1,0-1 1,1 1-1,-1 0 1,1-1 0,0 0-1,-1 0 1,1 0-1,0 0 1,0-1 0,0 1-1,0-1-2,134-6 5,-101-6-7,-2-2-1,0-1 1,-1-2 0,0-1-1,-2-2 1,0-1 0,-1-1-1,3-6 3,-20 18-6,240-169-1541,-182 134-202</inkml:trace>
  <inkml:trace contextRef="#ctx0" brushRef="#br0" timeOffset="283.963">1495 65 4233,'0'0'26638,"0"0"-25958,-121 135-376,71-66 104,0 8 16,4 1-344,6 3-80,9-6 0,10-10 0,10-11-16,11-11-544,19-17-656,3-12-1377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4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2 121 25237,'0'0'3289,"0"0"-1332,0 0-1369,0 0-256,0 0 60,-2 3-92,7-1-274,-1 0 0,0 0-1,1 0 1,-1-1 0,1 1 0,-1-1 0,1 0 0,-1-1 0,1 1-1,0-1 1,0 0 0,-1 0 0,1-1 0,0 1 0,-1-1 0,1 0 0,0 0-1,-1 0 1,0-1 0,1 0 0,-1 0 0,2-1-26,9 0 31,338-58-32,-232 21-2170,-89 21 342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43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25934,'0'0'3416,"0"0"-2936,-38 108 96,25-45 33,4 8-193,1 8-96,5 4-136,-1 0-88,2-4-48,2-8-48,0-12-176,4-12-216,14-17-729,-3-16-1111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43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30567,'0'0'704,"0"0"-520,0 0 168,136-34 104,-76 20-256,10 1-136,-2 1-40,0 2-24,-5 4-56,12 6-312,-18 0-304,-18 0-1441</inkml:trace>
  <inkml:trace contextRef="#ctx0" brushRef="#br0" timeOffset="183.127">310 219 29678,'-7'19'798,"-85"291"710,90-300-1486,-14 54 60,2 1-1,4 1 0,2 0 0,3 1 0,3-1 1,3 2-82,0-62 3,0 0 0,0 1 1,0-1-1,1 0 0,0 0 1,0 0-1,1 0 0,-1 0 0,2 0 1,-1-1-1,0 1 0,1-1 1,0 0-1,0 0 0,1 0 1,-1-1-1,1 0 0,0 0 1,0 0-1,0 0 0,1-1 1,-1 0-1,1 0 0,0 0 0,0-1 1,0 1-1,0-2 0,0 1 1,1-1-1,-1 0 0,0 0 1,1 0-1,5-1-3,1 1-35,1-1 1,-1-1-1,1 0 0,-1-1 1,0 0-1,0-1 0,1 0 1,-2-1-1,1-1 0,0 0 1,-1-1-1,0 0 0,9-6 35,100-81-2030,-73 46-398</inkml:trace>
  <inkml:trace contextRef="#ctx0" brushRef="#br0" timeOffset="411.321">796 363 29798,'0'0'945,"0"0"-497,31 120-64,-5-66 136,5-1-232,4-4-160,2-3-96,5-5-32,-1-9 0,1-13-272,13-19-272,-9 0-688,-13-15-3009</inkml:trace>
  <inkml:trace contextRef="#ctx0" brushRef="#br0" timeOffset="606.222">1162 353 27982,'0'0'1384,"0"0"-768,-105 134-119,55-61-105,-3 6-232,7 0-160,2 14-272,11-20-913,16-22-3568</inkml:trace>
  <inkml:trace contextRef="#ctx0" brushRef="#br0" timeOffset="866.06">1368 0 30174,'0'0'533,"0"0"-323,23 2-135,147 8 94,-155-9-139,-7-2-16,-1-1 0,1 2 0,-1-1 0,1 1-1,-1 0 1,1 1 0,-1 0 0,1 0 0,-1 0 0,0 1 0,1 0 0,-1 1 0,0 0 0,0 0 0,0 0 0,-1 1 0,1 0 0,-1 0 0,0 0-1,0 1 1,-1 0 0,1 0 0,-1 1 0,0 0 0,0-1 0,-1 2 0,0-1 0,0 0 0,0 1 0,-1 0 0,1 3-14,-2 26 150,-2-1 1,-2 1-1,-2-1 1,-1 1-1,-1-1 0,-8 21-150,-1 19 49,-1 3-426,-2-1 0,-4-1 0,-3-2 1,-23 48 376,21-72-1525</inkml:trace>
  <inkml:trace contextRef="#ctx0" brushRef="#br0" timeOffset="1049.723">1116 1160 29510,'0'0'1473,"0"0"-1297,0 0 120,0 0 208,160-93-216,-92 60-208,4-1-80,3 7-152,24-1-288,-18 8-937,-13 3-575</inkml:trace>
  <inkml:trace contextRef="#ctx0" brushRef="#br0" timeOffset="1681.359">2247 381 30134,'0'0'1002,"0"0"-711,0 0-173,0 0 164,0 0-107,11 5-237,-5-3 28,-4-1 19,0-1 1,-1 1 0,1-1-1,0 1 1,0-1-1,0 1 1,-1 0 0,1 0-1,0 0 1,-1 0-1,1 0 1,0 0-1,-1 1 1,0-1 0,1 0-1,-1 1 1,0-1-1,0 1 1,0 0 0,0-1-1,0 1 1,0 0-1,0-1 1,0 1-1,-1 0 1,1 0 0,-1 0-1,1 0 1,-1 0-1,0 0 1,0 0-1,0 0 1,0-1 0,0 1-1,0 0 1,0 0-1,-1 0 1,1 0 0,-1 0-1,1 0 1,-1 0 14,-13 23-510,-1 0 1,-1-1 0,-2-1-1,0-1 1,-1 0 0,-1-1-1,-1-1 1,-1-1 0,-1-1-1,0-1 1,-17 8 509,-36 32 2491,76-57-2429,0 0 0,1 0-1,-1 0 1,0 0 0,1 0-1,-1 0 1,0 0 0,0 0-1,1 0 1,-1 0 0,0 0-1,0 1 1,0-1 0,1 0-1,-1 0 1,0 0 0,0 0-1,0 1 1,1-1 0,-1 0-1,0 0 1,0 1 0,0-1-1,0 0 1,0 0 0,1 1-1,-1-1 1,0 0 0,0 0-1,0 1 1,0-1 0,0 0-1,0 0 1,0 1-62,32-13 315,157-97 561,-189 109-876,0 0 0,-1 1 1,1-1-1,0 0 1,0 0-1,0 1 0,0-1 1,-1 0-1,1 1 0,0-1 1,0 0-1,0 1 1,0-1-1,0 0 0,0 1 1,0-1-1,0 0 1,0 1-1,0-1 0,0 0 1,0 1-1,0-1 0,0 0 1,0 1-1,0-1 1,0 0-1,1 1 0,-1-1 1,0 0-1,0 1 0,0-1 1,0 0-1,1 1 1,-1-1-1,0 0 0,0 0 1,1 0-1,-1 1 0,0-1 1,0 0-1,1 0 1,-1 0-1,0 1 0,1-1 1,-1 0-1,0 0 0,1 0 1,-1 0-1,0 0 1,1 0-1,-1 0 0,0 0 1,1 0-1,-1 0 0,0 0 1,1 0-1,-1 0 1,0 0-1,1 0 0,-1 0 0,-171 209 36,-129 133-68,379-426-1731,129-107-1232,-166 165 4874,-37 50-291,-16 286-217,11-259-2141,-6-55 191,-18-56-2043,12 28-1143</inkml:trace>
  <inkml:trace contextRef="#ctx0" brushRef="#br0" timeOffset="1965.277">2210 870 26662,'0'0'3192,"0"0"-2824,0 0 1,0 0 103,-18 101-168,10-60-168,3 5-64,-1 3-40,1 2-32,1-2-56,2-5-152,2-1-152,0-13-369,0-14-1423</inkml:trace>
  <inkml:trace contextRef="#ctx0" brushRef="#br0" timeOffset="2231.781">2510 728 19796,'0'0'7865,"0"0"-5908,0 0-1601,0 0 94,-21 7-90,-2-1-292,-102 51 160,120-53-209,-123 106 494,123-104-470,0 0 0,0 0 0,1 0 0,-1 0 0,1 1 0,1 0 0,-1 0 1,1 0-1,0 0 0,1 0 0,0 1 0,0-1 0,1 1 0,-1-1 0,2 1 0,-1 0 0,1-1 0,0 1 1,1 0-1,0 4-43,3-6 11,0 0 0,1-1 0,-1 0 0,1 1 1,0-1-1,0-1 0,1 1 0,-1-1 0,1 0 0,0 0 1,0-1-1,1 1 0,-1-1 0,1-1 0,0 1 1,-1-1-1,1-1 0,0 1 0,0-1 0,0 0 0,0 0 1,0-1-1,0 0 0,1-1 0,-1 1 0,6-3-11,126-7-2207,-118-1 168</inkml:trace>
  <inkml:trace contextRef="#ctx0" brushRef="#br0" timeOffset="2482.348">2594 444 12507,'0'0'14838,"0"0"-11419,-2 23-2959,-7 153 619,9-93-811,3-4-239,-3 1 0,-4 0 0,-3-1 0,-4 0 1,-3-1-1,-16 48-29,30-126-41,0-1 0,-1 1 0,1 0 0,0 0 1,-1-1-1,1 1 0,0 0 0,-1 0 0,1-1 0,-1 1 1,1 0-1,0 0 0,-1 0 0,1 0 0,-1 0 1,1 0-1,-1 0 0,1 0 0,-1 0 0,1 0 0,-1 0 1,1 0-1,0 0 0,-1 0 0,1 0 0,-1 0 0,1 0 1,-1 0-1,1 1 0,0-1 0,-1 0 0,1 0 1,-1 1-1,1-1 0,0 0 0,-1 1 0,1-1 0,0 0 1,-1 1-1,1-1 0,0 0 0,0 1 0,-1-1 1,1 0-1,0 1 0,0-1 0,0 1 0,0-1 0,-1 1 1,1-1-1,0 0 0,0 1 0,0-1 0,0 1 1,0-1-1,0 1 0,0-1 0,0 1 0,0-1 0,0 1 1,1-1-1,-1 0 0,0 1 0,0 0 41,-4-22-4480</inkml:trace>
  <inkml:trace contextRef="#ctx0" brushRef="#br0" timeOffset="2665.938">2710 710 15027,'0'0'16540,"0"0"-15956,0 0-280,0 0 8,0 0-312,0 0 0,136 77 0,-115-57-1104,-7 0-3817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53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27174,'0'0'3993,"0"0"-3521,0 0-80,0 0 120,0 0-288,0 0-224,-97 61 0,82-14 0,2 10 0,-9 10 0,-2 8 0,-5 8 0,-1 2 0,1-2 0,5-6-368,11-10-352,6-22-985,7-21-7104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53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30655,'0'0'752,"0"0"-312,-5 118 96,1-61-152,-1 0-384,-3 7 0,-1 3 0,-2 6 0,-4 0 0,-3 4 0,-8 23 0,2-17-984,2-14-1153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5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31415,'0'0'1352,"0"0"-1352,0 0 0,0 0 0,0 0 0,0 0 0,52 101 0,-27-80 0,-8-1-208,-10-4-1592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57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 23037,'0'0'6577,"0"0"-5977,0 0-151,0 0 47,-59 144-112,46-89-168,-5 4-88,-1 2-56,-1-2-32,-6 3-8,-5 1-32,0 4-176,-2-2-288,5 16-120,8-18-337,9-16-2255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57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475 387 29854,'0'0'809,"0"0"-193,0-19-51,0-1-387,2-8-95,-1-1 0,-2 1-1,-1 0 1,-1-1 0,-2 1 0,0 0-1,-2 1 1,-1 0 0,-11-25-83,17 48 0,-1 1 0,1 0 0,-1 0 0,0 0 0,0 0 0,0 0 0,0 1 0,0-1 0,0 1 0,-1 0 0,1 0 0,-1 0 0,0 0 0,1 1 0,-1 0 0,0-1 0,0 1 0,0 1 0,0-1 0,0 0 0,0 1 0,0 0 0,0 0 0,0 0 0,0 1 0,0-1 0,0 1 0,0 0 0,0 0 0,-3 1 0,-105 63 0,93-49-1,0 1 0,1 1 0,1 0-1,0 1 1,2 1 0,0 1 0,1 0 0,2 0 0,0 1 0,1 1 0,1 0-1,1 1 1,-4 19 1,12-39 0,1 0 0,-1 0 0,1 0 0,0 0 0,0 0 0,1-1 0,-1 1 0,1 0 0,0 0 0,0 0 0,0 0 0,0-1 0,1 1 0,0-1 0,-1 1 0,1-1 0,0 1 0,1-1 0,-1 0 0,1 0 0,-1 0 0,1 0 0,0-1 0,0 1 0,0-1 0,0 0-1,1 0 1,-1 0 0,1 0 0,-1 0 0,1-1 0,-1 1 0,1-1 0,0 0 0,0 0 0,0-1 0,0 1 0,-1-1 0,1 0 0,0 0 0,0 0 0,0 0 0,17 2-43,-1-1 1,1-1-1,-1 0 1,0-2-1,1 0 1,-1-2-1,0 0 0,0-1 1,0-1-1,-1-1 1,0 0-1,8-6 43,144-91-1377,-101 53-368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57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 30503,'0'0'1104,"0"0"-640,-57 142 80,31-75-392,-5 2-152,-2 10 0,-15 37 0,6-17-752,7-14-1881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58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29350,'0'0'848,"0"0"-335,-48 106 23,11-37-120,-7 10-224,0 6-144,-2 4-24,2 0-24,7-5-200,0 11-224,13-24-248,6-18-1569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58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0 27606,'0'0'4073,"0"0"-3641,0 0-72,-108 117-64,69-68-296,-1 6 0,-1 4 0,-3 6 0,0 5 0,5 5 0,8 21-88,11-17-672,9-18-1121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6:58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416 253 30390,'0'0'1061,"0"0"-673,6-19-184,52-150 452,-47 115-644,-13 53-17,-1-1 0,1 1 0,-1 0 1,0 0-1,1 0 0,-1 0 0,0 0 0,0 1 0,0-1 0,1 1 1,-1 0-1,0 0 0,0 0 0,0 0 0,0 0 0,1 1 0,-1-1 1,0 1-1,0 0 0,0 0 0,1 0 0,-1 0 0,1 0 0,-1 0 1,1 1-1,-1-1 0,1 1 0,0 0 5,-30 17-5,2 1 1,0 2-1,2 1 1,0 1-1,2 1 1,1 2-1,-2 3 5,10-15 1,0 1 0,2 1 0,-1 0 0,2 1 0,1 0 0,0 1 0,1 1 0,1 0 0,1 0 0,1 1 0,0 1 0,2-1-1,1 1 1,0 1 0,2-1 0,0 1 0,2 0 0,0 21-1,3-40 3,0 0 0,0-1-1,0 1 1,1-1-1,-1 1 1,1-1 0,0 1-1,0-1 1,1 0-1,-1 0 1,1 0 0,-1 0-1,1-1 1,0 1 0,0-1-1,0 1 1,0-1-1,0 0 1,1 0 0,-1-1-1,1 1 1,-1-1 0,1 1-1,0-1 1,-1 0-1,1 0 1,0-1 0,3 1-3,114-6 52,-93-5-52,0 0 1,-1-2 0,0-1 0,-1-1 0,0-1 0,-1-2-1,-1 0 1,12-13-1,-12 10-146,-1-1-1,-1-2 0,-1 0 1,0-1-1,-2-1 0,-1-1 0,-2-1 1,6-12 146,6-25-1609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0 144 25317,'0'0'1567,"0"0"-562,0 0-325,0 0-112,20-9-84,156-60 332,-75 47-681,0 5 0,1 3 1,0 6-1,1 4 0,27 5-135,12-3-4,555 14 86,412 14-34,-146 51 144,672-2-136,-935-46 17,-35 0 146,84-31-219,461-39 106,-182-15-29,-679 32-62,461 6 23,-806 17-113,0 1 1,0 0 0,0-1-1,0 1 1,0 1-1,0-1 1,0 1-1,0 0 1,-1-1-1,1 2 1,0-1 0,0 0-1,0 1 1,-1 0-1,1 0 1,-1 0-1,0 0 1,1 0-1,-1 1 1,0-1 0,0 1-1,1 1 75,-1 12-2275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27542,'0'0'1096,"0"0"-504,0 0-8,0 0 81,-60 136-217,41-87-200,-3 8-112,0 3-80,2-1-40,3 0-8,1-4-8,5-2-112,5 1-264,3-13-561,3-15-1687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1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25429,'0'0'3577,"0"0"-3297,0 0 40,-2 139 497,-5-88-393,0 2-248,-1 0-112,-3 1-32,-2-5-32,2-6-56,0-5-336,2-13-553,7-11-1607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 25613,'0'0'3537,"0"0"-2753,0 0 57,0 0-41,-13 140-240,0-95-208,-5 9-144,-3 3-136,-4 10-72,-3 6 0,-9 22-136,-12 21-432,8-17-1113,6-20-2543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2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26910,'0'0'1480,"0"0"-392,0 0-224,-35 109-207,16-64-265,-1 8-80,-6 8-64,-3 6-88,-2 6-104,1 0-40,3-4-16,10-5-168,2 5-168,8-16-320,0-14-2217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3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75 27814,'0'0'1100,"0"0"-613,0 0-218,0 0 42,0 0-28,-23-15-171,-75-40-119,96 54 3,0 0-1,0 1 1,0-1 0,-1 0-1,1 1 1,-1 0-1,1-1 1,0 1 0,-1 0-1,1 0 1,0 0-1,-1 0 1,1 1 0,-1-1-1,1 1 1,0-1-1,-1 1 1,1 0 0,0 0-1,0 0 1,0 0-1,0 0 1,0 1 0,0-1-1,0 1 1,0-1-1,0 1 1,1 0-1,-1-1 1,1 1 0,-1 0-1,1 0 1,0 0-1,-1 0 1,1 0 0,0 2 4,-6 6-11,-7 10 62,2 1 0,0 0 0,1 1 0,1 1 0,1 0 0,1 0 0,1 0-1,2 1 1,0 0 0,1 0 0,1 0 0,2 1 0,0-1 0,3 23-51,-2-42 19,0 0 1,0 1-1,0-1 0,1 0 0,0 0 0,0 0 0,0 0 0,0 0 0,1 0 0,0 0 1,0 0-1,1-1 0,-1 1 0,1-1 0,0 0 0,0 1 0,0-1 0,1-1 0,-1 1 1,1 0-1,0-1 0,0 0 0,0 0 0,1 0 0,-1 0 0,1-1 0,-1 1 0,1-1 1,0-1-1,0 1 0,0-1 0,0 1 0,0-1 0,0-1 0,0 1 0,5-1-19,0 0 24,0-1-1,1-1 1,-1 1-1,0-2 1,0 0-1,0 0 1,0 0 0,-1-1-1,0-1 1,1 0-1,-1 0 1,-1 0-1,1-1 1,-1-1-1,0 1 1,0-1-1,-1-1 1,0 0-1,-1 0 1,2-2-24,106-176-156,-79 100-432,-9 7-822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0 28990,'0'0'760,"0"0"-168,-64 125-15,18-54-169,-4 9-232,-7 23-120,-3 19-56,1 9-280,18-27-809,10-31-2799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4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 27334,'0'0'1224,"0"0"-568,-86 104-56,49-42 0,-5 7-271,1 7-169,1 7-104,1 0-56,13 0-56,1-6-128,8-4-161,8 2-287,5-18-432,4-19-2793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26046,'0'0'3920,"0"0"-3359,-83 132-121,44-62-24,4 2-136,2 7-176,4 6-104,5 4-40,0 33-296,13-23-408,0-16-1537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11939,'0'0'18812,"0"0"-18292,0 0-232,0 0 96,87 110-88,-69-88-288,-12 11-8,-6-7-408,0-4-1233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6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491 189 24389,'0'0'1196,"0"0"1920,0 0-1860,0 0-616,3-20-88,10-108 140,-14 126-677,1 0 0,0 0-1,0 1 1,0-1-1,-1 0 1,1 1-1,-1-1 1,0 0 0,1 1-1,-1-1 1,0 1-1,0-1 1,0 1-1,0-1 1,0 1-1,0 0 1,0-1 0,0 1-1,-1 0 1,1 0-1,-1 0 1,1 0-1,0 0 1,-1 0 0,0 1-1,1-1 1,-1 0-1,1 1 1,-1-1-1,0 1 1,1 0-1,-1-1 1,0 1 0,0 0-1,1 0 1,-1 0-1,0 0 1,0 0-1,1 1 1,-1-1 0,0 0-1,0 1-14,-77 26 103,45-1-89,1 1 0,2 2-1,1 1 1,1 1 0,2 2 0,1 1-1,1 1 1,2 1 0,2 1 0,-11 25-14,21-39 6,1 0 0,1 0 0,1 1 0,1 0 0,1 1 0,1-1 0,2 1 1,0 0-1,2 0 0,0 0 0,2 1 0,2 11-6,-2-32 0,0 0 0,0 0 0,1 0 0,0 0 0,0 0 0,0 0 0,1-1 0,-1 1 0,1-1 0,0 0 0,1 0 0,-1 0 0,0 0 0,1 0 0,0-1 0,0 1 0,0-1 0,1 0 0,-1-1 0,1 1 0,-1-1 0,1 0 0,0 0 0,0 0 0,0 0 0,0-1 0,0 0 0,0 0 0,1-1 0,7 2 0,0-1 0,0-1 0,0 0 0,0-1 0,1 0 0,-1-1 0,-1 0 0,1-1 0,0-1 0,-1 0 0,3-2 0,13-8 0,0-1 0,-1-2 0,0-1 0,-1-1 0,-2-1 0,0-1 0,-1-1 0,-1-1 0,-1-1 0,-1-1 0,-1-1 0,-1-1 0,-2 0 0,-1-1 0,-1-1 0,10-29 0,-19 49-2,-1-2 1,0 1-1,0 0 0,-1-1 0,0 0 1,-1 1-1,-1-1 0,1 0 0,-2 0 1,0 0-1,0 0 0,-1 0 0,0 0 1,0 0-1,-2 0 0,1 1 1,-1-1-1,-1 1 0,0-1 0,0 1 1,-1 0-1,-1 1 0,1-1 0,-2 1 1,1 0-1,-1 1 0,0-1 0,-1 2 1,0-1-1,-6-4 2,-1 5-78,0 0-1,-1 1 1,0 0 0,0 1 0,0 1-1,-1 1 1,0 0 0,1 1 0,-1 1-1,0 0 1,0 2 0,-14 1 78,-6-2-448,-50 0-1458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29462,'0'0'1049,"0"0"-599,0 0-207,0 0 69,0 0 27,0 0-87,-7 1-139,-12 3-70,42 1-8,18 3-1,66 20 32,-2 5 0,-2 4 0,1 6-66,-94-41-2,-1 0 1,0 1 0,0 1 0,0 0 0,0 0 0,0 1 0,-1-1 0,1 2 0,-1 0-1,-1 0 1,1 0 0,-1 1 0,0 0 0,-1 0 0,0 0 0,0 1 0,0 0-1,-1 1 1,0-1 0,-1 1 0,0 0 0,0 0 0,-1 0 0,0 0 0,1 6 1,-8-8-28,1 1 1,-1-1 0,0 1 0,-1-2 0,0 1 0,0 0 0,0-1-1,-1 0 1,0 0 0,0 0 0,0-1 0,-1 0 0,0 0 0,0-1-1,0 0 1,-1 0 0,1-1 0,-1 0 0,0 0 0,0 0 27,-3 2-50,-27 13-230,-1-1 0,0-2 0,-1-2 0,0-2 0,-1-1 0,0-2 0,-1-2 0,0-2 0,-14-1 280,13-3-3415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 29366,'0'0'858,"0"0"-433,25 0-53,142 0 348,-163-1-707,1 0-1,-1 1 1,1-1-1,-1 1 0,1 0 1,0 0-1,-1 0 1,1 0-1,-1 1 0,1 0 1,-1 0-1,1 0 1,-1 1-1,0-1 0,0 1 1,0 0-1,0 0 1,0 1-1,0-1 0,0 1 1,-1 0-1,1 0 1,-1 0-1,0 0 0,0 0 1,0 1-1,0 0 1,0-1-1,-1 1 0,0 0 1,0 0-1,0 1 1,0-1-1,-1 0 0,1 1 1,-1-1-1,0 0 1,-1 1-1,1-1 0,-1 1 1,0 0-1,0-1 0,0 1 1,-1 0-13,-4 7 4,0-1 0,-2 1 0,1-1 0,-2-1 0,1 0 0,-1 0 0,-1 0 0,0-1 0,0 0 0,-1-1-1,0 0-3,-13 14-6,-319 291-703,274-227-295,56-63-561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0 31079,'0'0'664,"0"0"-480,-83 114-88,48-60 224,0 3-208,4 10-112,-4 22-64,-9 41-392,7-18-712,-1-7-3025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09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25309,'0'0'3825,"0"0"-3441,0 0 128,-44 111 121,25-60-193,-5 10-144,-7 8-56,5 8-56,-7 6-96,2-6-56,5-6-32,6-14-136,20-15-328,0-17-1009,4-21-3720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0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0 26030,'0'0'4697,"0"0"-4305,0 0 16,0 0 272,-52 113-240,23-56-320,-6 12-120,-9 24 0,-8 19 0,6-3 0,6-11 0,7 17-184,16-46-856,1-4-1641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0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29574,'0'0'808,"0"0"-495,0 0-73,0 0 184,0 0-144,0 0-176,0 0-104,107 102-264,-80-64-568,-8-14-4794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28654,'0'0'1152,"0"0"-263,0 0-241,0 0-40,0 0-200,0 0-208,0 0-48,-59 53-96,37-1-56,-5 15 0,-1 24 0,-9 43-216,8-20-856,1-9-1993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 28198,'0'0'959,"0"0"-195,0 0-61,0 0-120,0 0-163,0 0-75,-21 24 2,-66 83-58,-29 94-130,109-186-186,-9 10-40,2 2-1,1 0 1,1 1-1,1 0 0,2 0 1,1 1-1,1 0 1,1 1-1,-1 27 68,15-19-1057,10-22-2583,12-9-8288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2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1 30847,'0'0'1488,"0"0"-1328,0 0-24,0 0 0,0 0-136,-131 120 0,96-81 0,-7 9 0,-9 9 0,-3 10-80,-16 24-472,17-14-648,9-12-2153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431 220 28678,'0'0'963,"0"0"-394,0 0-282,0-21-20,-1-114 114,0 132-376,0-1-1,-1 0 0,0 0 0,0 1 0,0 0 1,0-1-1,-1 1 0,1 0 0,-1 0 0,0 0 1,1 0-1,-2 0 0,1 1 0,0 0 0,0-1 1,-1 1-1,1 0 0,-1 1 0,0-1 0,1 1 1,-1-1-1,0 1 0,0 0 0,0 0 0,0 1 0,0-1 1,0 1-1,0 0 0,0 0 0,0 0 0,0 1 1,0-1-1,0 1 0,0 0 0,0 0 0,1 1 1,-1-1-1,0 1 0,1 0 0,-1 0 0,1 0 1,-1 0-1,1 0 0,0 1 0,0-1 0,0 1 1,-2 2-5,-21 16 3,1 1 0,1 1 0,1 1 0,1 1 1,1 1-1,1 1 0,1 1 0,2 0 0,0 2 1,-10 28-4,-3 79 149,29-133-142,1 1 0,0-1 0,0 0 0,1 0 0,-1 0-1,1 1 1,0-1 0,0 0 0,0 0 0,1 0-1,0 0 1,-1 0 0,1-1 0,0 1 0,1 0 0,-1-1-1,1 0 1,-1 1 0,1-1 0,0 0 0,0 0 0,1-1-1,-1 1 1,1-1 0,-1 1 0,1-1 0,0 0 0,-1-1-1,1 1 1,0-1 0,0 1-7,17 1 4,-1-2 0,0 1-1,1-2 1,-1-1 0,1-1-1,-1 0 1,0-2 0,0 0-1,0-1 1,-1-1 0,0-1-1,0-1 1,0 0 0,-1-1 0,0-2-1,-1 1 1,0-2 0,-1 0-1,0-1 1,-1-1 0,0 0-1,3-6-3,-10 11-63,0 0 0,0 0-1,-1-1 1,0 0 0,-1 0-1,0-1 1,-1 0 0,0 0-1,-1 0 1,0 0 0,0-1-1,-1 1 1,-1-1 0,1-5 63,-2-24-1797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 27950,'0'0'1128,"0"0"-848,0 0 32,0 0 88,-75 144-216,42-85-120,-4 6-40,-2 6-24,-1 0-120,3 0-48,6 6-160,11-18-728,12-22-11667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4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0 29814,'0'0'1945,"0"0"-1761,0 0-128,0 0 152,-105 121-8,72-76-160,3 10-40,-1 9-160,-4 34-320,6-13-664,5-12-3297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28606,'0'0'1969,"0"0"-1313,0 0-80,-103 113-216,72-72-104,3 4-224,-3 5-32,-13 31-304,9-10-464,2-12-1929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5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423 176 29182,'0'0'999,"0"0"-271,0 0-356,0 0-144,0 0-96,0 0-76,2-18-37,-2-59-19,0 76-1,-1-1 0,0 0 1,0 1-1,0-1 0,0 0 0,0 1 0,0-1 0,0 1 1,0 0-1,-1-1 0,1 1 0,-1 0 0,1 0 0,-1 0 1,1 0-1,-1 0 0,0 0 0,1 0 0,-1 0 1,0 1-1,0-1 0,1 1 0,-1-1 0,0 1 0,0 0 1,0 0-1,0 0 0,0 0 0,0 0 0,1 0 0,-1 0 1,0 1-1,0-1 0,0 0 0,-1 2 1,-9-2-4,-4 1 8,-1 1 1,1 1 0,-1 1-1,1 0 1,0 1-1,1 0 1,-1 1-1,1 1 1,0 1 0,1 0-1,-1 1 1,2 0-1,-1 1 1,1 1-1,1 0 1,0 1 0,1 0-1,0 1 1,1 0-1,0 0 1,1 1-1,0 1 1,1-1 0,1 1-1,1 1 1,0-1-1,1 1 1,0 0 0,1 1-1,1 0-4,3-12 1,0 1 0,0-1 0,0 0 0,1 1 0,0-1 0,0 0 0,0 1 0,0-1 0,1 0 0,0 0 0,0 0 0,1 0 0,-1-1 0,1 1 0,0 0 0,0-1 0,1 0 0,-1 0 0,1 0 0,0 0 0,0-1 0,0 1 0,0-1 0,1 0 0,-1 0 0,1 0 0,0-1 0,0 0 0,0 0 0,0 0 0,0-1 0,1 1 0,-1-1 0,0 0 0,1-1 0,0 1-1,13 1-5,-1-1 0,1-1 0,0 0 0,0-1 0,0-1-1,-1-1 1,1-1 0,-1 0 0,0-1 0,0-1 0,-1-1 0,1 0-1,-1-2 1,-1 0 0,0 0 0,0-2 0,-1 0 0,0-1 0,-1 0 0,0-1-1,-1 0 1,-1-2 0,0 1 0,-1-1 0,0-1 0,-1 0 0,-1-1 0,-1 1-1,0-2 1,-1 1 0,-1-1 0,1-6 5,23-112-3007,-22 82-4017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29686,'0'0'1377,"0"0"-865,0 0-88,0 0-120,0 0-192,0 0-112,0 0-328,28 52-824,-28-31-4954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30054,'0'0'1321,"0"0"-977,0 0-344,-145 87-56,81-51-464,1-3-1753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7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1 27710,'0'0'1097,"0"0"-311,0 0-190,0 0-52,0 0-105,0 0-182,-6 0-131,1 1-106,-1 1 1,1-1 0,0 1 0,0 1-1,0-1 1,0 1 0,1 0-1,-1 0 1,1 0 0,-1 0-1,1 1 1,0 0 0,0 0 0,1 0-1,-1 0 1,1 1 0,0-1-1,0 1 1,1 0 0,-1 0-1,0 3-20,-17 21 75,-283 398 337,234-277-573,68-148 123,1 1 0,-1 0 0,1 0 0,0 0 0,0-1 0,0 1 0,0 0 0,0 0 0,0 0 0,1-1 0,0 1 0,-1 0 0,1 0 0,0-1 0,0 1 0,1-1 0,-1 1 1,0-1-1,1 1 0,0-1 0,-1 0 0,1 0 0,0 0 0,0 0 0,0 0 0,0 0 0,1 0 0,-1-1 0,0 1 0,1-1 0,-1 0 0,2 1 38,42 5-1718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7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389 346 28662,'0'0'1034,"0"0"-349,0 0-221,6-18-90,23-59-109,-25 62-235,0 0 0,-1 0 0,-1 0 0,0 0 1,-1 0-1,-1 0 0,0 0 0,-1 0 0,-2-11-30,3 24 1,-2-3-2,0 0-1,-1 0 1,1 0-1,-1 0 0,0 0 1,0 1-1,0-1 1,-1 1-1,1 0 1,-1 0-1,0 0 1,0 0-1,-1 1 1,1 0-1,-1 0 1,0 0-1,0 0 1,0 1-1,0 0 0,0 0 1,0 0-1,-1 0 1,1 1-1,0 0 1,-1 0-1,1 1 1,-1-1-1,0 1 1,1 1-1,-1-1 1,1 1-1,-1-1 1,1 2-1,0-1 0,-1 1 1,1-1-1,0 2 1,0-1-1,0 0 1,-1 1 1,-11 7-3,0 1 0,0 0 1,1 1-1,0 0 0,1 2 1,1 0-1,0 0 0,1 1 1,1 1-1,0 0 0,1 1 1,1 0-1,0 1 0,1 0 1,1 0-1,1 1 0,-2 7 3,4-11-18,1-1-1,0 1 1,1 0-1,1 0 1,0 1-1,1-1 1,0 0-1,2 1 0,0-1 1,0 0-1,4 14 19,0-23-5,1 0-1,-1 0 1,1 0-1,1-1 0,-1 0 1,1 0-1,0-1 1,0 1-1,0-2 0,0 1 1,1-1-1,0 0 1,0 0-1,-1-1 1,2 0-1,-1-1 0,0 1 1,0-2-1,0 1 1,0-1-1,1 0 0,-1-1 1,0 0-1,0 0 1,0-1-1,5-1 6,9-1-102,-1 0 1,0-1-1,0-1 1,0-1-1,-1-1 1,0-1-1,18-11 102,-37 20-5,94-50-1525,-10-1-1911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8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0 19060,'0'0'9786,"0"0"-8698,0 0-664,0 0-79,0 0-97,-134 122 16,97-74-112,-2 5-72,-3 6-40,0 4-8,10 0-32,7-3-8,21-3-152,4-14-496,0-17-1625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8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239 236 28070,'0'0'1132,"0"0"-465,0 0-272,15-21-172,45-72-110,-56 89-111,0-1 1,-1 0-1,0 0 1,0 0-1,0 0 0,-1 0 1,0-1-1,0 1 1,0-1-1,-1 0 0,0 1 1,0-1-1,0 0 1,-1 0-1,1 0 1,-1 0-3,0 2 0,-2 2 0,0 0 0,0 0 0,0 0 0,0 0 0,0 1 0,0-1 0,0 0 0,0 1 0,-1 0 0,1-1 0,0 1 0,-1 0 0,1 0 0,-1 0 0,0 1 0,1-1 0,-1 1 0,0-1 0,1 1 0,-1 0 0,0 0 0,0 0 0,1 0 0,-1 0 0,0 1 0,1-1 0,-1 1 0,1 0 0,-1 0 0,0 0 0,1 0 0,0 0 0,-1 1 0,1-1 0,0 1 0,-1-1 0,-15 8 34,0 0 0,1 2 0,0 0 0,1 0 0,0 2 0,0 0 0,1 0 0,1 2 0,1 0 0,0 0 0,1 1 0,0 1 0,1 0 0,1 1 0,1 0 0,1 0 0,0 2-34,6-17 6,0 0 0,1 0 0,-1 0 0,1 0 0,0 1-1,0-1 1,0 0 0,0 1 0,0-1 0,1 1 0,0-1 0,-1 1-1,1-1 1,1 1 0,-1-1 0,0 1 0,1-1 0,0 1-1,0-1 1,0 1 0,0-1 0,0 0 0,1 0 0,0 1 0,-1-1-1,1 0 1,0-1 0,1 1 0,-1 0 0,0-1 0,1 1-1,-1-1 1,1 1 0,0-1 0,0 0 0,0 0 0,0-1 0,0 1-1,2 0-5,11 0-52,0-1-1,1 0 1,-1-1-1,0-1 1,1 0-1,-1-1 1,0-1-1,0-1 1,0 0-1,-1-1 0,0-1 1,1 0-1,-2-1 1,11-7 52,50-30-2746,-5-4-3729,-11 6-12405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18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0 30126,'0'0'865,"0"0"-289,0 0-64,-86 112-104,51-62-176,-4 13-184,-3 10-48,-22 33-192,10-15-816,8-14-3809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20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726 91 9122,'0'0'15843,"0"0"-11970,0 0-3337,0 0-38,0 0-68,-3-6-245,-10-55-67,12 59-116,0 0 0,0 1 0,0-1 0,-1 1 0,1-1 0,0 1 0,-1-1 0,1 1 0,-1 0 0,0 0 0,1 0 0,-1 0 0,0 0 0,0 0 0,0 0 0,0 0 0,1 1 0,-1-1 0,0 1 0,0 0 0,0-1-1,0 1 1,0 0 0,0 0 0,0 0 0,0 0 0,0 1 0,0-1 0,0 0 0,0 1 0,0 0 0,0-1 0,0 1 0,0 0 0,0 0 0,1 0 0,-1 0 0,0 0 0,1 0 0,-1 1-2,-27 12 12,1 2 1,1 1-1,0 1 1,2 1-1,0 1 1,1 1-1,1 2 1,-14 17-13,23-28 35,1 1 1,0 1 0,1 0-1,1 1 1,0 0-1,1 0 1,1 1-1,0 1 1,1-1 0,1 2-1,1-1 1,0 1-1,1-1 1,1 2-1,1-1 1,0 0-1,1 1 1,1 5-36,2-19 4,0 0-1,0 0 1,1 0 0,-1 0 0,1-1-1,0 1 1,0 0 0,1-1-1,-1 0 1,1 1 0,0-1 0,0 0-1,0-1 1,1 1 0,-1-1-1,1 1 1,0-1 0,0 0-1,0 0 1,0-1 0,1 1 0,-1-1-1,1 0 1,0 0 0,-1 0-1,1-1 1,0 0 0,0 0-1,2 0-3,153 7 45,-139-10-42,-1-1 0,1-1 0,0-1-1,-1-1 1,0 0 0,0-2 0,0 0 0,-1-1-1,-1-1 1,0-1 0,0 0 0,-1-2 0,0 0 0,-1-1-1,-1 0 1,0-1 0,-1-1 0,2-3-3,-12 13 1,0 1-1,0-1 1,-1 1 0,0-1 0,0 0 0,-1 0-1,0 0 1,0-1 0,0 1 0,0-1 0,-1 1-1,0-1 1,-1 1 0,1-1 0,-1 1 0,-1-1 0,1 1-1,-1-1 1,0 1 0,-1-1 0,1 1 0,-1-1-1,-1 1 1,1 0 0,-1 0 0,0 0 0,0 1-1,-1-1 1,0 1 0,0-1 0,0 1 0,0 1-1,-4-4 0,-25-14-81,-1 1 0,-1 2 0,-1 1 0,0 2 0,-2 2-1,0 1 1,0 2 0,-34-6 81,-148-24-2969,74 22-6670,34 7-2580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20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20 22341,'0'0'3817,"0"0"-2009,0 0-784,-139 40-208,115-32-304,13-8-15,11 0-121,5 0-200,30 0-48,13-8 48,18-2 16,30 2-80,36-2-48,39 4-64,26 4-24,-8-5-288,-47 1-560,-43-4-3377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21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25485,'0'0'4553,"0"0"-4048,0 0-409,0 0 72,244-14 0,-58-9-64,18-13-104,-46 6-512,-46 7-1945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48.4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1 764 19796,'0'0'9474,"0"0"-8658,0 0-375,0 0-313,111-108-40,-12 23 0,37-35-8,37-18-40,11 7-40,-9 35-24,-25 39-376,-58 37-1233,-29 12-14754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48.9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0 594 28678,'0'0'864,"0"0"-456,0 0-248,0 0-88,0 0 48,0 0 121,140-39 47,-39-46-168,24-25-56,31-7-8,1 9-56,-21 33-360,-39 33-865,-45 25-4032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36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 21061,'0'0'8385,"0"0"-7625,0 0-479,0 0-33,-85 136 136,58-73-8,-3 10-112,-1 6-112,-2 6-72,5-2-40,1 0-8,1-6-32,4-8 0,11-6-144,11-6-136,4-14-448,16-23-1529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3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 30198,'0'0'913,"0"0"-313,-55 144-272,20-67 120,-3 4-168,1 2-280,0-3 0,0 1 0,6-2 0,3 20 0,10-20-752,5-20-1425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36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31047,'0'0'1224,"0"0"-968,0 0-96,0 0-80,0 0-80,0 0 0,26 100-384,-20-96-1625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3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27110,'0'0'3072,"0"0"-2607,-86 115-249,54-56 24,1 4 56,7 0-56,2-2-112,0 3-80,4-3-48,-1-2-64,8 10-168,2-14-504,5-13-1225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38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 30487,'0'0'880,"0"0"-592,0 0-56,0 0 288,-53 128-160,27-75-360,-2 12 0,-3 8 0,-2 6 0,0 6 0,-4 0 0,4-4 0,-2 6-216,11-20-1008,4-28-2921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38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 29190,'0'0'920,"0"0"-399,0 0-233,0 0 176,0 0 0,-112 146-112,79-91-96,-4 6-96,0 4-88,0 4-72,-3 16-128,14-18-616,4-18-1761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4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424 199 28534,'0'0'870,"0"0"-272,0 0-200,0 0-38,0 0-41,0 0-89,4-21-92,16-105 75,-20 124-201,1 0 1,-1 1-1,0-1 0,0 0 0,0 0 1,0 0-1,0 0 0,0 1 0,-1-1 1,1 0-1,0 0 0,-1 1 0,0-1 1,1 0-1,-1 1 0,0-1 0,0 0 1,0 1-1,0-1 0,0 1 1,0 0-1,0-1 0,-1 1 0,1 0 1,0 0-1,-1-1 0,1 1 0,-1 0 1,1 1-1,-1-1 0,0 0 0,1 0 1,-1 1-1,0-1 0,0 1 0,1-1 1,-1 1-1,0 0 0,0 0 0,0-1 1,1 2-1,-1-1 0,0 0 0,0 0 1,0 0-1,1 1 0,-1-1-12,-17 4 15,1 1 0,-1 1 0,1 0-1,1 1 1,-1 1 0,1 1 0,1 1 0,-1 0-1,2 1 1,0 0 0,0 1 0,1 1 0,0 1-1,1 0 1,1 0 0,0 1 0,1 1 0,1 0 0,0 0-1,-3 9-14,2-9 6,1 1-1,0 0 0,2 1 1,0 0-1,0 0 0,2 1 1,0 0-1,1 0 0,2 1 1,-1-1-1,2 1 0,1 0 1,0 0-1,2 11-5,0-25 0,1 1 1,-1-1-1,1 1 0,1-1 0,-1 0 1,1 0-1,0 0 0,0 0 1,1 0-1,0 0 0,0-1 0,0 0 1,1 0-1,-1 0 0,1 0 0,0-1 1,1 0-1,-1 0 0,1 0 1,0-1-1,0 0 0,0 0 0,0 0 1,0-1-1,1 0 0,3 1 0,7 2 3,1-2-1,1 0 0,-1 0 1,0-2-1,1 0 0,-1-1 0,1-1 1,-1-1-1,5-1-2,-8 0 5,-1 0-1,0-1 1,0 0 0,0-1 0,-1 0-1,1-2 1,-1 1 0,-1-2-1,1 1 1,-1-2 0,-1 0 0,1 0-1,-2-1 1,1 0 0,-1-1-1,-1 0 1,0 0 0,0-1 0,-2-1-1,1 1 1,-1-1 0,-1 0-1,0-1 1,-1 0 0,-1 0 0,0 0-1,-1 0 1,1-7-5,-4 8 0,-1 1 0,0-1 0,0 1 0,-2 0 0,1 0 0,-1 0 0,-1 0 0,0 0 0,-1 0 0,-1 1 0,1 0 0,-2 0 0,1 1 0,-1-1 0,-1 1 0,0 1 0,0 0 0,-1 0 0,0 0 0,-7-4 0,-45-26-61,30 40-2663,19 5-4405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41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29270,'0'0'968,"0"0"-247,0 0-353,0 0-16,0 0 16,0 0-56,-79 107-88,46-56-88,-2 6-88,-2 4-48,0 5 0,2-1 0,6 0 0,7-6-72,11-2-392,9-15-784,2-19-2713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41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31039,'0'0'1032,"0"0"-720,0 0-40,0 0-160,-136 140-112,92-91 0,1 4 0,-19 48 0,14-12 0,2-8-816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43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1 21381,'0'0'6234,"0"0"-4123,0 0-1206,0 0-281,0 0-171,-4 0-121,0 1-306,1 1-1,0-1 1,0 1-1,0-1 1,0 1 0,0 0-1,0 1 1,0-1-1,1 0 1,-1 1-1,1-1 1,-1 1 0,1 0-1,0 0 1,0 0-1,1 0 1,-1 0 0,0 0-1,1 1 1,0-1-1,0 0 1,0 2-26,-14 22 100,-280 390-53,285-402-268,0 1 0,1 0 0,1 0 0,0 1 0,2 0 0,0 0 1,0 1-1,0 11 221,2 9-2241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43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660 325 24821,'0'0'5169,"1"-19"-3790,3-16-1266,1-168 883,-8 199-991,0-1 0,0 0 0,0 1 0,-1-1 1,0 1-1,0 0 0,0 0 0,0 0 0,-1 1 1,0 0-1,1 0 0,-1 0 0,0 0 0,-1 1 1,1-1-1,0 1 0,-1 1 0,1-1 1,-1 1-1,1 0 0,-1 0 0,0 1 0,1-1 1,-1 1-1,0 1 0,1-1 0,-1 1 0,0 0 1,1 0-1,-1 1 0,0 0-5,-23 4 2,1 3-1,1 0 1,0 1 0,0 2 0,1 1-1,0 1 1,1 1 0,1 1-1,0 1 1,2 1 0,0 1 0,0 2-1,2 0 1,-15 20-2,21-26 3,2 0 0,-1 1 0,2 0 0,0 1 1,1 0-1,0 1 0,2 0 0,0 1 0,1 0 0,1 0 0,1 0 0,0 1 0,2-1 1,0 1-1,1 7-3,1-23 1,1 1 0,1-1-1,-1 0 1,1 0 0,-1 0 0,1 0 0,0 0 0,1 0 0,-1 0 0,1 0 0,0 0 0,0-1 0,0 1 0,0-1 0,0 1 0,1-1 0,0 0 0,0 0-1,0 0 1,0 0 0,0 0 0,0-1 0,1 0 0,-1 1 0,1-1 0,-1 0 0,1-1 0,0 1 0,0-1 0,0 0 0,0 0 0,0 0 0,0 0 0,0-1-1,1 1 1,-1-1 0,1 0-1,14 2 4,0-1 0,0-1 0,1-1 0,-1 0 0,-1-2-1,1 0 1,0-1 0,-1 0 0,1-2 0,-1 0 0,-1-2 0,1 1 0,-1-2-1,-1-1 1,10-6-4,17-16-92,-1-1 0,-2-3 0,-2-1 0,-1-1 0,2-7 92,74-79-2710,-64 73-2605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43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30663,'0'0'776,"0"0"-416,0 0-112,0 0 264,0 0-304,0 0-208,0 0 0,0 32 0,-4 25-280,-12-6-840,-1-6-1721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43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722 0 28806,'0'0'2177,"0"0"-1577,0 0-256,0 0 200,-145 128-248,84-90-296,-14 5 0,-8 6 0,-51 30-336,18-12-888,9-7-3297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7:4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697 0 21869,'0'0'7297,"0"0"-6657,0 0-208,0 0 1,-140 113 15,98-64-72,-6 14-104,-7 10-96,-6 8-40,-3 6-64,1 1-16,3 1-56,6-2-16,5 12-280,14-20-544,9-26-3721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8:0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682 232 27606,'0'0'839,"0"0"-274,0 0-117,0 0-32,0 0-48,-3-6-138,-6-11-186,8 12 0,-1 1 0,0 0 1,0 0-1,0 1 0,0-1 0,-1 0 1,1 1-1,-1-1 0,0 1 1,0 0-1,0 0 0,0 0 0,-1 0 1,1 1-1,-1-1 0,1 1 1,-1 0-1,0 0 0,0 0 0,-3-1-44,-10 0 44,0 1-1,0 0 0,0 1 1,0 1-1,0 1 1,0 0-1,0 1 0,0 1 1,1 0-1,-1 1 0,1 1 1,0 1-1,0 0 1,0 1-1,1 1 0,-14 9-43,3 0 30,0 0-1,2 2 1,0 1-1,1 1 1,0 1-1,2 1 0,1 1 1,-15 23-30,23-28 2,1 0-1,0 0 1,2 1 0,0 0 0,1 0-1,1 1 1,1 0 0,1 1 0,1-1-1,0 1 1,2 0 0,1 0 0,1 0-2,-1-14 0,2 0 1,-1 0 0,1-1-1,1 1 1,-1 0 0,1-1 0,1 0-1,-1 1 1,1-1 0,0 0-1,1 0 1,0-1 0,0 1 0,0-1-1,1 1 1,0-2 0,0 1-1,0 0 1,1-1 0,0 0 0,0 0-1,0-1 1,1 0 0,0 0-1,-1 0 1,1-1 0,1 0-1,-1 0 1,0-1 0,5 1-1,15 1 6,0-1-1,1-1 1,-1-2-1,1-1 1,-1-1-1,0-1 1,0-1 0,0-2-1,0 0 1,-1-2-1,0-1 1,-1-1-1,0-1 1,0-2 0,-1 0-1,-1-1 1,0-2-1,-1 0 1,-1-1 0,0-1-1,-2-2 1,0 1-1,-1-2 1,-1-1-1,-1 0 1,-1-1 0,2-5-6,-8 14 7,-1-1-1,0 0 1,-1 0 0,0-1 0,-1 0 0,-1 0 0,-1 0 0,0-1 0,-1 1 0,-1-1-1,-1 0 1,0 0 0,-1 0 0,-1 1 0,0-1 0,-1 0 0,-1 0 0,-1 1 0,0 0 0,-1-1-1,-1 2 1,-1-1 0,0 1 0,-1 0 0,0 0 0,-1 1 0,-1 0 0,0 1 0,-1 0 0,0 0-1,-1 1 1,-1 1 0,0 0 0,0 1 0,-7-4-7,12 10-23,1 1 1,-1 0-1,0 0 0,0 1 0,0 0 1,0 1-1,0-1 0,0 1 0,0 1 1,-1 0-1,1 0 0,0 1 1,0-1-1,0 2 0,0-1 0,0 1 1,0 1-1,0-1 0,0 1 0,1 1 1,-1-1-1,1 1 0,-3 3 23,-46 30-1269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8:06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25373,'0'0'4467,"0"0"-3216,0 0-875,0 0 16,0 0 69,0 0-102,3 4-275,-1-2-84,1 0 0,0 0 0,0 0 1,0 0-1,0 0 0,1 0 0,-1-1 0,0 0 0,1 0 1,-1 0-1,1 0 0,-1 0 0,1 0 0,-1-1 0,1 0 1,0 0-1,-1 0 0,1 0 0,-1-1 0,1 1 0,0-1 1,0 0-1,14 0 0,601-12-5,-545 22-1796,-64-1-1914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8:01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3664 231 26430,'0'0'4721,"0"0"-4097,0 0-328,0 0-64,0 0 232,0 0-464,-48 139 0,17-51 0,-19 31 0,-18 31 0,-9 13 0,9 3 0,11-32 0,22-45-600,13-42-4745</inkml:trace>
  <inkml:trace contextRef="#ctx0" brushRef="#br0" timeOffset="-11961.088">462 338 26550,'0'0'1668,"0"0"-828,0 0-349,0 0 50,-3-17-3,-12-53-195,13 67-333,1 0 1,0 0 0,-1 1-1,0-1 1,0 1 0,0 0-1,0-1 1,0 1 0,0 0-1,0 0 1,-1 0 0,1 0 0,-1 1-1,1-1 1,-1 1 0,0 0-1,0-1 1,1 1 0,-1 0-1,0 1 1,0-1 0,0 0-1,0 1 1,0 0 0,0 0-1,0 0 1,0 0 0,-3 0-11,-2 0 15,-3-2 1,0 1 1,0 1-1,0 0 0,0 0 0,0 1 0,0 1 0,0 0 0,0 0 1,1 1-1,-1 0 0,1 1 0,0 0 0,0 1 0,0 0 0,1 0 0,-1 1 1,1 0-1,0 1 0,1 0 0,0 1 0,-1 0-16,-6 11 8,0 0 0,1 1 0,1 0 0,1 1 0,0 0 0,2 1 0,1 0 0,0 1 0,2 0 0,1 0 0,0 1 0,2-1 0,1 1 0,0 0 0,2 0 0,1 5-8,0-24-2,0-1 0,-1 1 0,2 0 0,-1-1 0,0 1 0,1 0 0,0-1-1,0 1 1,0-1 0,1 1 0,0-1 0,0 0 0,0 0 0,0 1 0,0-2 0,1 1 0,0 0 0,0 0-1,0-1 1,0 1 0,0-1 0,1 0 0,-1 0 0,1 0 0,0-1 0,0 1 0,0-1 0,0 0 0,1 0 0,-1-1-1,0 1 1,1-1 0,-1 0 0,1 0 0,0 0 0,-1-1 0,1 1 0,0-1 0,3-1 2,13-2-3,-1-2 1,1-1-1,-1-1 1,-1 0 0,1-1-1,-1-1 1,-1-1-1,0-1 1,0-1-1,-1 0 1,0-1-1,-1-1 1,-1 0 0,0-1-1,-1-1 1,-1 0-1,0-1 1,9-17 2,-3 11-31,54-61-665,-46 52-558</inkml:trace>
  <inkml:trace contextRef="#ctx0" brushRef="#br0" timeOffset="-748.791">1520 1 26598,'0'0'2976,"0"0"-1993,0 0-664,0 0-66,0 0 65,-12 8-12,-84 82 33,88-78-301,-110 155 174,7 5 1,8 5-1,-12 45-212,110-212-22,-8 14-56,1 1 0,1 0 1,1 1-1,2 0 0,0 0 0,2 1 1,0 0-1,2 0 0,2 1 0,0-1 0,2 16 78,14-2-1456,9-13-1475</inkml:trace>
  <inkml:trace contextRef="#ctx0" brushRef="#br0" timeOffset="-333.223">2312 602 28982,'0'0'1863,"0"0"-1341,0 0-406,6-22 78,20-76 89,-23 94-276,-2 0 0,1 0 0,0-1 0,-1 1 0,0-1 0,0 1-1,0-1 1,0 1 0,-1-1 0,0 0 0,0 1 0,0-1 0,-1 0 0,1 1 0,-1-1-1,0 1 1,0-1 0,-1 1 0,0 0 0,1-1 0,-1 1 0,-1 0 0,1 0 0,0 0-1,-1 0 1,0 1 0,0-1 0,0 1 0,-1-1 0,1 1 0,-1 0 0,1 1 0,-1-1-1,0 1 1,0-1 0,0 1 0,0 0 0,-1 1 0,1-1 0,-1 1 0,1-1 0,-1 2-1,1-1 1,-1 0 0,1 1 0,-1 0 0,0 0 0,-1 0-7,-20-1 19,0 1 0,0 1 0,1 2 0,-1 0-1,1 1 1,-1 2 0,1 1 0,1 1 0,-1 1 0,1 0 0,1 2 0,0 1 0,1 1 0,0 1-1,1 1 1,0 1 0,-11 12-19,19-18 8,0 0 0,0 1 0,1 1 0,0 0 0,1 0 0,1 2 0,0-1 0,1 1 0,0 0 0,1 1 0,1 0 0,0 0 0,1 1 0,1 0 0,0 0 0,1 0 0,1 1 0,1-1 0,-1 8-8,4-18 0,0 0 1,0-1-1,0 1 0,1 0 0,-1-1 0,2 1 0,-1-1 0,0 0 0,1 0 0,0 0 0,0 0 1,1 0-1,-1-1 0,1 1 0,0-1 0,0 0 0,1 0 0,-1-1 0,1 1 0,-1-1 0,1 0 0,0 0 1,1-1-1,-1 1 0,0-1 0,1 0 0,-1 0 0,1-1 0,0 0 0,4 1 0,184 6 0,-161-15-218,0-2 0,0 0-1,-1-3 1,0 0 0,0-3 0,-2 0-1,0-2 1,-1-1 0,21-17 218,-43 31-176,53-36-2709</inkml:trace>
  <inkml:trace contextRef="#ctx0" brushRef="#br0" timeOffset="5070.871">2390 1604 29390,'0'0'1769,"0"0"-1505,0 0-32,185-13 112,-65-11 80,31-2-200,-6 1-128,-27 9-96,-32 6-136,2 6-352,-14 0-832,-6-2-7106</inkml:trace>
  <inkml:trace contextRef="#ctx0" brushRef="#br0" timeOffset="5875.08">2787 1447 28574,'0'0'1768,"0"0"-1375,0 0-217,0 0 136,0 0 144,0 0-96,0 0-112,143 27-112,-64-27-24,8 0-24,8 0-24,-6-2-16,-7-2-48,-12 4 0,-11 0-24,0 2-248,-15 12-472,-16 0-1809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0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0 368 31471,'0'0'752,"0"0"-496,0 0-88,18 134-48,17-82-120,4 3 0,5 4 0,0 0 0,-7-2 0,-2-7 0,7-15-640,-11-15-400,-5-18-1929</inkml:trace>
  <inkml:trace contextRef="#ctx0" brushRef="#br0" timeOffset="271.299">327 354 25870,'0'0'4929,"0"0"-4377,0 0-208,-119 107-32,80-44-64,2 8-192,8 4-56,7 8-536,11-20-1121,7-24-2671</inkml:trace>
  <inkml:trace contextRef="#ctx0" brushRef="#br0" timeOffset="535.292">386 1 30078,'0'0'642,"0"0"-401,24 0-182,142 0 52,-157-1-75,-1 2 1,1-1-1,-1 1 1,0 1 0,1-1-1,-1 1 1,0 1 0,0 0-1,0 0 1,0 0-1,-1 1 1,1 0 0,-1 0-1,0 1 1,0 0-1,-1 1 1,1-1 0,-1 1-1,-1 0 1,1 1 0,-1-1-1,0 1 1,0 0-1,-1 0 1,0 1 0,0 0-1,-1-1 1,0 1-1,0 0 1,-1 0 0,0 1-1,0-1 1,-1 3-37,2 60 61,-3-1 0,-4 0 0,-3 0 1,-2 0-1,-4-1 0,-3 0 0,-10 22-61,-45 121-267,13-83-3518,31-82-4062</inkml:trace>
  <inkml:trace contextRef="#ctx0" brushRef="#br0" timeOffset="536.292">173 1167 29870,'0'0'1305,"0"0"-1065,0 0-112,0 0 152,0 0 56,0 0-144,138 16-192,-63-40-328,35-19-368,-21 3-1249,-12-1-10017</inkml:trace>
  <inkml:trace contextRef="#ctx0" brushRef="#br0" timeOffset="799.887">1096 337 30975,'0'0'792,"0"0"-584,0 0-152,0 0 32,0 0 80,0 0-56,0 0-112,79 90-216,-79-50-296,-15 31-168,-20-10-713,-7-4-1895</inkml:trace>
  <inkml:trace contextRef="#ctx0" brushRef="#br0" timeOffset="1066.683">831 816 24733,'0'0'3905,"0"0"-2582,0 0-992,0 0-182,0 0 21,20-13 7,68-41-81,-80 48-92,0 1 0,0 0 0,1 0-1,-1 1 1,1 0 0,0 1 0,0 0 0,1 1 0,-1-1 0,1 2 0,4-1-4,-12 4 7,-2-1 0,1 1 0,0 0 0,0 0 0,0 0 0,-1 0 0,1 0 0,-1 0 0,0 0 0,0 0 1,1 0-1,-1 0 0,0 0 0,-1 0 0,1 0 0,0 0 0,0 0 0,-1 0 0,0 0 0,1 0 0,-1-1 1,0 1-1,0 0 0,0 0 0,0 0 0,0-1 0,0 1 0,0 0 0,-1-1 0,1 0 0,-1 1 0,1-1 1,-1 0-1,1 1 0,-2 0-7,-256 288 125,-3 4-892,429-478-6517,-166 182 7225,3-4 330,1 0 0,-1 0 0,1 1 0,0-1 0,0 1 0,1 0 0,0 0 0,0 1 0,0 0 0,0 0 0,1 0 0,-1 1 0,1 0 0,0 0 0,0 1 0,0-1 0,0 2 0,0-1 0,1 1 0,1 0-271,-6 3 85,1 0 0,-2 1 0,1-1 0,0 1 0,0 0 1,-1-1-1,1 1 0,-1 0 0,0 1 0,0-1 0,0 0 0,-1 1 0,1-1 0,-1 1 0,0-1 0,0 1 0,0 0 0,0-1 0,0 1 0,-1 0 1,0 0-1,0 0 0,0-1 0,0 3-85,0 1 113,5 232 455,-4-237-628,-1-1-1,1 1 0,0-1 1,-1 0-1,1 1 0,0-1 1,0 0-1,0 0 0,0 1 0,0-1 1,0 0-1,1 0 0,-1 0 1,0 0-1,0-1 0,1 1 1,-1 0-1,1 0 0,-1-1 1,0 1-1,1-1 0,-1 1 0,1-1 1,-1 0-1,1 1 0,0-1 1,-1 0-1,1 0 0,-1 0 1,1 0-1,-1-1 0,1 1 1,-1 0-1,1-1 0,-1 1 0,1-1 1,-1 1-1,1-1 0,-1 0 1,1 1-1,-1-1 0,0 0 1,0 0-1,1 0 0,-1 0 1,0 0-1,0 0 0,0 0 0,0-1 1,0 1-1,0 0 0,-1-1 1,1 1-1,0 0 0,0-2 61,40-39-3926,-3-9-9661</inkml:trace>
  <inkml:trace contextRef="#ctx0" brushRef="#br0" timeOffset="1249.259">1223 887 25701,'0'0'2121,"0"0"-1249,0 0-200,-112 132-8,80-90-111,10-5-169,13-3-120,9-5-72,0-5-96,9-4-48,19-11-48,3-7-120,6-2-344,27-23-457,-9-11-935,-5-3-10971</inkml:trace>
  <inkml:trace contextRef="#ctx0" brushRef="#br0" timeOffset="1479.175">1475 508 30214,'0'0'1129,"-41"113"-721,19 1-64,-5 48 112,6 21-240,1-1-216,4-19 0,-5-26 0,3-29 0,-2-25 0,7-26-104,11-19-624,2-13-752,0-17-65</inkml:trace>
  <inkml:trace contextRef="#ctx0" brushRef="#br0" timeOffset="1717.646">1460 1143 31351,'0'0'832,"0"0"-376,0 0-328,156 50-128,-104-17 0,10 20 0,-14-7-648,-11-9-3617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05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667 228 29382,'0'0'1737,"0"0"-1449,-55 160-48,42-82-24,7 3 0,6 0-48,0 2-136,0-2-32,15 14-384,0-22-432,5-22-1457</inkml:trace>
  <inkml:trace contextRef="#ctx0" brushRef="#br0" timeOffset="-250.237">1 865 28982,'0'0'1913,"0"0"-1761,153-8-72,-17-31 88,37-19 56,0-5-32,-26 6-88,-44 18-104,-39 13-104,-5-8-280,-8 7-1057,-14-3-5696</inkml:trace>
  <inkml:trace contextRef="#ctx0" brushRef="#br0" timeOffset="264.311">1042 72 30791,'0'0'672,"0"0"-488,158-4-64,-68-4-8,6-2-48,1 0-64,19-5-216,-24 5-1072,-24-4-3401</inkml:trace>
  <inkml:trace contextRef="#ctx0" brushRef="#br0" timeOffset="530.774">1437 38 30158,'-53'101'1185,"0"23"-881,3 22-40,19 0 0,18-6 32,11 4-72,2-6-168,15-25-56,7-34-40,7-26-72,-3-18 64,9-5 40,7-10-96,6-10-112,4-10-136,16-58-240,-13-3-905,-15-6-3648</inkml:trace>
  <inkml:trace contextRef="#ctx0" brushRef="#br0" timeOffset="531.774">1515 689 30310,'0'0'1177,"0"0"-1001,0 0-144,0 0-32,0 0 48,187-6-48,-95-11-384,-2-7-1489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0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991 296 21533,'0'0'6942,"0"0"-4756,0 0-1703,0 0-128,0 0 14,-6-14-26,-23-97 48,29 98-358,2 7-28,-1 0 0,0 0 0,-1 0-1,1 0 1,-1-1 0,0 1-1,-1 0 1,1 0 0,-1 0-1,-1 0 1,1 0 0,-1 0 0,0 1-1,0-1 1,0 0 0,-1 1-1,0 0 1,0-1 0,-1 1-1,1 0 1,-1 1 0,0-1-1,0 1 1,-1-1 0,1 1 0,-1 1-1,0-1 1,-4-2-5,-4 6 0,-1 0 0,1 0 0,0 2 0,0-1 0,0 2 0,0 0 0,1 0 0,-1 1 0,1 1 0,0 0 0,0 0 0,0 2 0,1-1 0,0 1 0,0 1 0,1 0 0,0 0 0,0 1 0,1 1 0,0-1 0,1 2 0,-8 10 0,-11 9 0,2 2 0,0 1 0,3 1 0,0 1 0,2 1 0,2 1 0,2 0 0,1 1 0,2 1 0,1 0 0,2 1 0,-2 27 0,10-61 0,1 0 0,1 1 0,-1-1 0,1 0 0,0 0 0,0 0 0,1 0 0,0 0 0,0 0 0,0 1 0,1-2 0,0 1 0,0 0 0,0 0 0,1-1 0,0 1 0,0-1 0,0 0 0,1 0 0,-1 0 0,1 0 0,1-1 0,-1 1 0,1-1 0,4 3 0,6 1 0,0-1 0,0 0 0,1-2 0,0 0 0,0 0 0,0-1 0,1-1 0,-1-1 0,1-1 0,-1 0 0,1-1 0,0-1 0,-1 0 0,1-1 0,-1-1 0,1 0 0,-1-2 0,0 0 0,-1 0 0,1-2 0,-1 0 0,0 0 0,-1-1 0,0-1 0,0-1 0,-1 0 0,0-1 0,8-8 0,31-28-111,-3-2 1,-1-3-1,-2-1 0,5-14 111,44-50-1315,-38 52-832</inkml:trace>
  <inkml:trace contextRef="#ctx0" brushRef="#br0" timeOffset="328.814">1914 352 26062,'0'0'3836,"0"0"-2697,0 0-715,0 0 137,0 0-212,0-18-212,1-61-86,-1 74-51,0 0-1,0 0 1,0-1-1,-1 1 1,0 0-1,0 0 1,-1 0-1,1 1 1,-1-1 0,0 0-1,-1 0 1,1 1-1,-1 0 1,0-1-1,0 1 1,0 0-1,0 0 1,-1 1-1,1-1 1,-1 1 0,0-1-1,0 1 1,0 0-1,-1 1 1,1-1-1,-1 1 1,0 0-1,1 0 1,-1 0 0,0 1-1,0 0 1,0 0-1,0 0 1,0 0-1,0 1 1,-1 0-1,1 0 1,0 0 0,0 1-1,0-1 1,0 1-1,0 1 1,0-1-1,0 1 1,0-1-1,1 2 1,-1-1 0,1 0-1,-1 1 1,1 0-1,-3 2 1,-12 8-2,0 1-1,1 2 0,0 0 1,1 0-1,1 2 0,1 0 1,1 0-1,0 2 0,1 0 1,1 0-1,1 1 0,-1 5 3,-2-2 1,1 1 0,1 0 0,1 0-1,1 1 1,1 1 0,2-1-1,1 2 1,1-1 0,-2 22-1,7-43 1,0-1 0,0 1 1,0 0-1,1 0 0,0-1 0,0 1 0,0 0 1,1-1-1,0 1 0,0-1 0,0 1 0,1-1 1,0 0-1,0 0 0,0 0 0,0-1 0,1 1 1,0-1-1,0 0 0,0 0 0,0 0 1,1 0-1,-1-1 0,1 0 0,0 0 0,0 0 1,1 0-1,-1-1 0,0 0 0,1 0 0,-1 0 1,1-1-1,4 1-1,3 0 4,-1 0 0,1-1 1,0 0-1,0-1 0,-1-1 1,1 0-1,0-1 0,-1 0 0,1-1 1,-1 0-1,0-1 0,0 0 1,0-1-1,10-5-4,24-23-332,-1-1 0,-2-2 0,-1-1 1,-2-3-1,-1-2 0,15-22 332,-10 10-2486</inkml:trace>
  <inkml:trace contextRef="#ctx0" brushRef="#br0" timeOffset="595.408">2558 945 31135,'0'0'712,"0"0"-504,0 0-128,0 0-80,0 0-424,0 0-1337</inkml:trace>
  <inkml:trace contextRef="#ctx0" brushRef="#br0" timeOffset="1213.509">3882 283 29638,'0'0'894,"0"0"-362,0 0-203,0 0-27,-11-18-52,-58-90-44,65 104-201,-1 0-1,0 1 1,1 0 0,-2 0-1,1 0 1,0 1 0,0-1 0,-1 1-1,1 1 1,-1-1 0,0 1-1,1 0 1,-1 0 0,0 0-1,0 1 1,1 0 0,-1 0 0,0 1-1,0 0 1,0 0 0,1 0-1,-1 0 1,1 1 0,-1 0 0,1 0-1,-1 1 1,1-1 0,0 1-1,0 0 1,1 0 0,-1 1-1,0 0 1,1 0 0,-2 2-5,-16 10 3,0 1 0,1 1 0,1 1 0,0 1 0,2 0 0,0 2-1,2 0 1,0 1 0,1 0 0,2 1 0,0 1 0,2 0 0,1 1 0,0 0 0,2 1 0,1-1 0,2 2 0,0-1 0,2 0 0,0 21-3,5-41 6,0 0 1,0 0 0,1 0 0,-1 0 0,2-1 0,-1 1-1,1-1 1,0 0 0,0 0 0,1 0 0,-1-1-1,2 1 1,-1-1 0,0 0 0,1 0 0,0-1 0,0 0-1,0 0 1,0 0 0,1-1 0,0 0 0,0 0 0,-1-1-1,2 0 1,-1 0 0,0-1 0,0 1 0,0-1-1,1-1 1,-1 0 0,0 0 0,1 0 0,-1-1 0,0 0-1,0 0 1,1-1 0,-1 0 0,0 0 0,0-1 0,-1 0-1,1 0 1,-1 0 0,2-2-7,30-17-52,-1-1 0,-2-1 0,0-3 0,-1 0 0,-2-3 0,10-12 52,36-30-751,0 5-1261,-7 8-2195</inkml:trace>
  <inkml:trace contextRef="#ctx0" brushRef="#br0" timeOffset="1478.461">4579 160 29750,'0'0'1233,"0"0"-689,0 0-8,-74 150 16,41-91-400,-2 6-152,2 8 0,4 4 0,5 2 0,13-6 0,11-4-96,27-21-1128,3-19-1833</inkml:trace>
  <inkml:trace contextRef="#ctx0" brushRef="#br0" timeOffset="1729.489">5715 440 31119,'0'0'594,"0"-17"-275,1 9-294,0-1-1,-1 1 0,1-1 1,-1 1-1,-1 0 1,0-1-1,0 1 0,-1 0 1,0 0-1,0-1 1,-1 1-1,0 1 0,0-1 1,-1 0-1,0 1 1,0 0-1,-1 0 0,0 0 1,0 0-1,0 1 1,-1 0-1,0 0 1,0 0-1,-1 1 0,0 0 1,0 0-1,0 1 1,0 0-1,-1 0 0,-5-1-24,-6 5 0,0 0 1,0 2-1,0 0 0,0 2 0,0 0 0,0 1 0,1 1 0,0 0 0,0 2 1,1 0-1,0 0 0,0 2 0,1 0 0,0 1 0,1 1 0,0 0 0,1 1 1,0 1-1,1 0 0,1 1 0,-3 4 0,3-8 0,0 0 0,2 1 0,-1 0 0,1 0 0,1 1 0,0 0 0,1 1 0,0 0 0,1 1 0,1-1 0,0 1 0,1 0 0,1 1 0,0-1 0,1 1 0,1-1 0,0 1 0,1 10 0,2-23 0,1 0 0,-1 1 0,1-1 0,-1 0 0,1 0 0,0 0 0,0 0 0,1 0 0,-1 0 0,0-1 0,1 1 0,0-1 0,-1 1 0,1-1 0,0 0 0,0 0 0,1-1 0,-1 1 0,0-1 0,0 1 0,1-1 0,-1 0 0,1 0 0,-1 0 0,1-1 0,0 1 0,-1-1 0,2 0 0,106-1 0,-71-7-29,0-1 0,-1-2-1,0-2 1,0-2 0,-2-1 0,10-7 29,1 1-241,39-18-1025,-13 4-1357</inkml:trace>
  <inkml:trace contextRef="#ctx0" brushRef="#br0" timeOffset="2044.839">6830 545 30663,'0'0'662,"0"0"-380,0-25-176,2-149 255,-2 165-329,2 4-27,-1 0 0,1 0 1,-1 0-1,-1 0 0,1 1 0,-1-1 1,0 0-1,0 0 0,0 0 0,0 0 1,-1 0-1,0 0 0,0 0 0,-1 0 1,1 0-1,-1 1 0,0-1 0,0 1 1,0-1-1,-1 1 0,0 0 0,0 0 1,0 0-1,0 0 0,0 1 0,-1-1 1,0 1-1,0 0 0,0 0 1,0 0-1,0 0 0,0 1 0,-1 0 1,1 0-1,-1 0 0,0 0 0,0 1 1,0-1-6,-12 5 1,0 1 1,1 0 0,0 2 0,0 0-1,1 0 1,-1 1 0,1 1-1,1 1 1,0 0 0,0 1 0,0 0-1,1 1 1,1 0 0,0 1 0,1 1-1,0 0 1,1 0 0,0 1 0,1 1-1,0 1-1,-1-3 4,1-1-1,1 1 0,0 1 0,1-1 1,0 1-1,1 0 0,1 1 1,0 0-1,1 0 0,0 0 0,1 0 1,1 0-1,1 0 0,0 1 1,1 1-4,2-13 6,0-1 1,0 1-1,0 0 0,1-1 1,0 0-1,-1 1 1,1-1-1,0 0 1,0-1-1,1 1 1,-1-1-1,1 1 1,-1-1-1,1 0 1,0 0-1,0 0 0,0-1 1,0 1-1,0-1 1,0 0-1,0 0 1,0-1-1,0 1 1,1-1-1,-1 0 1,0 0-1,0 0 1,0-1-1,1 1 1,-1-1-1,0 0 0,0 0 1,3-2-7,7 2 5,20-4-209,-1-1 0,1-1 0,-2-3 0,1 0-1,-1-2 1,-1-2 0,24-13 204,-25 13-562,43-22-1641</inkml:trace>
  <inkml:trace contextRef="#ctx0" brushRef="#br0" timeOffset="2261.249">7628 81 30110,'0'0'1273,"0"0"-929,0 0-56,-48 105 128,30-54-80,1 6-336,4 5 0,0 3 0,2-2 0,6-8 0,5-2-288,0-15-536,9-15-1729</inkml:trace>
  <inkml:trace contextRef="#ctx0" brushRef="#br0" timeOffset="2712.804">8562 265 24869,'0'0'4808,"0"0"-3597,0 0-1048,0 0-19,0 0 117,0 0-74,-14-8-113,4 1-67,5 3-6,0 1 0,-1-1 0,0 1 0,1 0 0,-1 0 0,0 1 0,-1-1 0,1 1 0,0 1 0,0-1 0,-1 1 0,1 0 0,-1 1 0,1 0 0,-1 0 0,-2 0-1,-8 6 15,0 0 0,1 1-1,0 1 1,0 1 0,1 0 0,0 1-1,0 1 1,1 0 0,1 1 0,0 0-1,1 1 1,0 0 0,1 1 0,0 1-1,1 0 1,1 0 0,0 1 0,-1 5-15,0-4 13,2 1 1,0 0 0,1 0 0,1 1 0,0 0 0,2 0 0,0 0 0,1 1 0,1-1 0,1 1 0,1-1 0,1 1 0,0 1-14,0-16 13,1 0 1,0 0-1,-1 0 1,1 0-1,1-1 0,-1 1 1,1-1-1,0 1 1,0-1-1,0 0 1,0 0-1,1 0 0,0-1 1,0 1-1,0-1 1,0 0-1,0 0 1,1 0-1,-1-1 0,1 0 1,0 1-1,-1-1 1,1-1-1,0 1 1,0-1-1,0 0 0,1 0 1,1 0-14,10 1 23,0 0 0,-1-1-1,1-1 1,0-1 0,0 0 0,0-1 0,0-1 0,5-2-23,-2-2 0,1-2 0,-1 0 1,-1-2-1,0 0 0,0-1 1,-1 0-1,-1-2 0,0 0 1,-1-1-1,-1-1 0,0 0 1,-1-1-1,0-1 0,-2 0 0,0 0 1,-1-2-1,-1 1 0,-1-1 1,-1-1-1,0 1 0,-2-1 1,0-1-1,-1 1 0,-2-1 1,1-7-1,-10-122 1,4 146-4,0 0 0,0 0 0,0 0 0,-1 0 1,0 1-1,0-1 0,0 1 0,0-1 0,-1 1 1,1 0-1,-1 1 0,0-1 0,-1 1 0,1-1 1,0 1-1,-1 1 0,0-1 0,0 1 0,0-1 1,0 1-1,0 1 0,0-1 0,0 1 0,0 0 1,-1 0-1,1 0 0,-5 1 3,-190 19-1175,104 6-1179</inkml:trace>
  <inkml:trace contextRef="#ctx0" brushRef="#br0" timeOffset="3604.803">0 1180 27582,'0'0'792,"0"0"-361,0 0 33,0 0 183,0 0 34,21 7-129,12 4-439,0-2 1,1-2-1,0-1 0,0-1 0,23-1-113,1037-2 507,324-83-109,-1208 63-395,895-12 93,-221 15-81,284-58 21,702-28-39,-224 89 3,-592 54 0,-874-21-107,-149 5-2565,-30-15-982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1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32 28854,'0'0'2019,"0"0"-1145,0 0-409,0 0-53,1-9-281,-1-5-123,1 5-3,-5 26-7,-1 10 3,-226 996-1,211-870 0,20-150-7,-1 0 0,1 1 0,0-1 0,0 0 0,0 0 0,0 0 0,1 0 0,-1 1 0,1-1 0,0 0 0,-1 0 0,2 0-1,-1 0 1,0 0 0,0-1 0,1 1 0,0 0 0,-1 0 0,1-1 0,0 1 0,0-1 0,1 0 0,-1 0 0,0 0 0,1 0 0,-1 0 0,1 0 0,0 0 0,0-1 0,0 0 0,-1 1 0,1-1 0,0 0 0,0 0 0,1-1 0,1 1 7,38 2-1267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15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29702,'0'0'897,"0"0"-377,-66 109-168,38-46 88,1 12-16,1 8-152,2 3-152,2-1-80,2-2-40,7-6-32,2-10-144,9-6-256,2-17-608,0-21-2153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15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536 355 26886,'0'0'3855,"0"0"-2529,-5-23-887,-38-143-178,41 157-261,0 1 0,0-1 0,-1 1 0,0 0 0,-1 0 0,1 0 0,-1 1 0,-1-1 0,0 1 0,0 0 0,0 0 0,-1 1 0,0-1 0,0 1 0,0 0 0,-1 1 0,0 0 0,0 0 0,0 0 0,-1 1 0,0 0 0,0 1 0,0-1 0,0 1 0,0 1 0,-1 0 0,1 0 0,-7 0 0,0 5 0,0 0 0,-1 1 0,1 0 0,1 2 0,-1-1 0,1 2 0,0 0 0,0 1 0,1 0 0,0 1 0,1 0 0,0 1 0,0 1 0,1 0 0,0 0 0,1 1 0,0 1 0,1-1 0,1 1 0,0 1 0,1 0 0,0 0 0,1 0 0,0 1 0,1 0 0,1 0 0,0 6 0,1-16 0,1 1 0,0-1 0,1 1 0,-1 0 0,1 0 0,0 0 0,1 0 0,-1 0 0,1 0 0,0 0 0,1-1 0,0 1 0,0 0 0,0 0 0,0 0 0,1 0 0,0-1 0,0 1 0,1-1 0,-1 1 0,1-1 0,0 0 0,1 0 0,-1 0 0,1-1 0,0 1 0,0-1 0,0 0 0,5 3 0,3-2-1,0 0 0,1 0 0,0-2 1,0 1-1,0-2 0,0 0 0,0 0 0,0-1 0,1-1 0,-1 0 0,0-1 1,1 0-1,-1-1 0,0-1 0,0 0 0,0-1 0,-1 0 0,1-1 1,-1 0-1,7-5 1,120-106-1594,-86 53-1396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1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0 24389,'0'0'1332,"0"0"-230,0 0 989,0 0-912,0 0-513,0 0-216,-9 5-106,-55 48 163,-101 370 200,11-76-707,148-335-237,-25 43 528,0-33-3671,20-21-6105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17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414 280 30310,'0'0'663,"0"0"-291,0 0-165,-2-23 36,-19-137 108,21 156-349,0 0 1,0 0 0,-1-1 0,0 1 0,0 0-1,0 0 1,0 0 0,0 0 0,-1 1 0,0-1 0,0 0-1,0 1 1,0-1 0,-1 1 0,1-1 0,-1 1 0,0 0-1,0 0 1,0 0 0,0 1 0,-1-1 0,1 1 0,-1 0-1,1 0 1,-1 0 0,0 0 0,0 1 0,0-1-1,0 1 1,0 0 0,0 0 0,0 1 0,0-1 0,0 1-1,0 0 1,0 0 0,-1 0 0,1 0 0,0 1 0,0 0-1,0 0 1,-4 1-3,-6 7 2,1 1-1,-1 0 0,1 1 0,1 0 1,0 1-1,1 0 0,0 1 1,1 1-1,1-1 0,0 2 1,0 0-2,4-7 1,-11 14 8,2 0 0,0 1 0,2 1 0,0 0 0,2 1 0,1 0-1,1 0 1,1 1 0,1 0 0,1 1 0,1-1 0,1 15-9,2-38 5,1 0 0,0 0 0,-1 0 0,1 0 0,0 0 0,1 0 0,-1 0 0,0 0 0,1 0 0,0 0 0,-1 0 0,1 0 0,0 0 0,1-1 0,-1 1 0,0 0 0,1-1 0,-1 1 0,1-1 0,0 1 0,0-1 0,0 0 0,0 0 0,1 0 0,-1 0 0,0 0 0,1-1 0,-1 1 0,1 0 0,0-1 0,-1 0 0,1 0 0,0 0 0,0 0 0,1 0-5,5 0 4,0 0 1,1 0-1,-1-1 1,1 0-1,-1-1 1,1 0-1,-1 0 1,0-1-1,0 0 1,1-1 0,-2 0-1,1 0 1,0-1-1,-1 0 1,1-1-1,-1 0 1,0 0-1,-1-1 1,2-1-5,123-128-500,-128 130 459,52-64-977,-10 2-1297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1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29894,'0'0'1593,"0"0"-1409,0 0-104,0 0 40,0 0 80,0 0-168,33 107-32,-14-90-328,-3-1-960,-8-8-3562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18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491 224 25541,'0'0'3077,"0"0"-1838,0 0-587,0 0-110,0 0-78,-3-20-76,-17-112 71,20 129-456,-1-1 1,0 1 0,0-1-1,0 1 1,0 0 0,-1-1-1,1 1 1,-1 0 0,0 0-1,0 0 1,0 0 0,0 0-1,0 0 1,-1 1-1,1-1 1,-1 1 0,0 0-1,0 0 1,0 0 0,0 0-1,0 0 1,0 0 0,0 1-1,-1 0 1,1-1 0,0 1-1,-1 0 1,1 1 0,-1-1-1,1 1 1,-1 0 0,0-1-1,1 1 1,-1 1 0,1-1-1,-1 1 1,1-1 0,-1 1-1,1 0 1,-1 0 0,1 0-1,0 1 1,0-1 0,-1 1-1,1 0 1,0 0 0,-1 1-4,-22 15-1,0 1 0,1 1 1,2 1-1,0 1 0,1 1 1,1 1-1,2 1 0,0 1 1,2 0-1,-7 15 1,11-21 0,1 1 0,1 0 0,2 0 0,0 1 0,1 1 0,1-1 0,1 1 0,1 0 0,1 1 0,1-1 0,1 1 0,1 8 0,1-28 0,0-1 0,1 1 0,-1 0-1,1-1 1,0 1 0,0-1 0,0 1 0,1-1 0,-1 0 0,1 1 0,0-1 0,0 0-1,0 0 1,0 0 0,0 0 0,1-1 0,-1 1 0,1-1 0,0 1 0,0-1-1,0 0 1,0 0 0,0 0 0,0 0 0,0-1 0,1 1 0,-1-1 0,1 0 0,-1 0-1,1 0 1,-1 0 0,1-1 0,0 0 0,0 1 0,8 0 0,1-1-1,-1 0 1,0-1-1,0 0 1,0-1 0,0 0-1,0-1 1,0 0-1,-1-1 1,2 0 0,35-21-48,-1-2 1,-1-3 0,-2-1-1,0-2 1,-3-1-1,32-35 48,-34 34-72,134-123-2648,-104 93-2381</inkml:trace>
  <inkml:trace contextRef="#ctx0" brushRef="#br0" timeOffset="382.863">1403 368 28238,'0'0'2489,"0"0"-1760,0 0-544,-1-24 29,-1-142 237,3 147-414,0 14-32,1 0 0,-2 0 0,1-1 0,0 1 0,-1 0 0,0-1 0,0 1 0,-1 0 1,0-1-1,1 1 0,-2 0 0,1 0 0,-1 0 0,1 0 0,-1 0 0,-1 0 0,1 0 0,-1 1 1,0-1-1,0 1 0,0 0 0,0-1 0,-1 1 0,0 1 0,0-1 0,0 1 0,-1-2-5,-2 3 6,0 1-1,0-1 0,0 1 1,0 0-1,0 0 0,0 1 1,0 0-1,0 0 0,-1 1 1,1 0-1,0 0 1,0 1-1,1-1 0,-1 2 1,0-1-1,0 1 0,1 0 1,0 0-1,0 1 0,0-1 1,0 1-1,0 1 0,-1 1-5,-113 123 113,107-112-109,1 1 0,1 1 0,0 0 0,2 0 0,0 1 0,1 1 0,1-1 0,0 1-1,2 0 1,1 1 0,0-1 0,2 1 0,0 16-4,1-34 0,1 0 0,0 0 0,0 0 0,1 0 0,-1 0 0,1 0 0,-1 0 0,1-1 0,1 1 0,-1 0 0,0 0 0,1-1 0,0 1 0,0-1 0,0 1 0,0-1 0,0 0 0,1 0 0,0 0 0,-1 0 0,1 0 0,0 0 0,0-1 0,1 1 0,-1-1 0,1 0 0,-1 0 0,1-1 0,-1 1 0,1-1 0,0 1 0,0-1 0,0 0 0,-1-1 0,5 1 0,8 2 0,0-1 1,0-1-1,1 0 0,-1-2 0,0 0 1,0 0-1,0-2 0,0 0 0,0 0 1,0-2-1,-1 0 0,1-1 1,-2 0-1,1-1 0,2-3 0,207-148-27,-140 91-38,38-19-2043,-74 55-1113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1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411 184 24637,'0'0'3581,"0"0"-2239,0 0-710,0 0 20,0 0-136,-6-20-144,-19-65-109,24 81-244,1 1 0,-1-1 0,0 0 0,0 1 1,0-1-1,0 1 0,-1-1 0,0 1 0,1 0 0,-1-1 1,0 1-1,-1 0 0,1 0 0,0 0 0,-1 1 0,0-1 1,0 1-1,0-1 0,0 1 0,0 0 0,0 0 0,0 0 1,-1 1-1,1-1 0,0 1 0,-1-1 0,0 1 0,1 0 1,-1 1-1,0-1 0,1 1 0,-1-1 0,0 1 0,0 0 0,1 1 1,-1-1-1,0 1 0,0-1 0,-1 2-19,-6 2 3,0 1-1,1 0 1,-1 0-1,1 1 1,1 1-1,-1-1 1,1 2-1,0-1 1,1 1-1,-8 8-2,0 3 0,0 0 0,1 1 0,1 0 0,0 1 0,2 1 0,1 0 0,0 1 0,2 0 0,0 0 0,2 1 0,1 0 0,1 0 0,0 1 0,2 0 0,1-1 0,1 1 0,2 12 0,0-31 0,0 0 0,0 0 0,0-1 0,1 1 0,0-1 0,1 1 0,-1-1 0,1 0 0,0 0 0,0 0 0,0 0 0,1 0 0,0-1 0,0 1 0,0-1 0,0 0 0,1 0 0,-1-1 0,1 1 0,0-1 0,0 0 0,0-1 0,1 1 0,-1-1 0,1 0 0,-1 0 0,1-1 0,0 1 0,4-1 0,0 1 0,1-1 0,-1 0 0,1-1 0,-1 0 0,1-1 0,-1 0 0,1 0 0,-1-1 0,0-1 0,0 0 0,0 0 0,0-1 0,0 0 0,-1-1 0,0 0 0,4-2 0,0-3-41,-1 0 0,0 0 0,-1-1 0,0 0 1,0-1-1,-1-1 0,-1 0 0,0 0 0,-1 0 0,0-1 0,-1 0 0,-1-1 1,0 0-1,-1 0 0,-1 0 0,0 0 0,-1-1 0,0 0 0,-2 0 0,0 1 1,0-1-1,-2 0 0,0 0 41,-2-12-1725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2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0 29086,'0'0'1601,"0"0"-1217,0 0-80,0 0 136,-140 141-16,87-53-152,-6 33-136,-2 19-72,10-8-32,20-32-32,23-34-184,16-23-424,17-11-985,7-15-5328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29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479 245 8706,'0'0'18643,"0"0"-14449,0-20-3873,0-126 237,1 143-554,-1 0 1,0 0 0,0 0 0,0 0-1,0 0 1,0 0 0,-1 0 0,1 0-1,-1 1 1,0-1 0,0 0 0,0 0-1,0 1 1,-1-1 0,1 0 0,-1 1-1,1 0 1,-1-1 0,0 1 0,0 0-1,0 0 1,0 0 0,0 0 0,0 0-1,-1 0 1,1 1 0,-1-1 0,1 1-1,-1-1 1,0 1 0,1 0 0,-1 0-1,0 0 1,0 1 0,0-1 0,1 1-1,-1-1 1,0 1 0,0 0 0,0 0-1,0 1 1,0-1 0,0 0 0,0 1-1,0 0 1,1-1 0,-1 1 0,-2 2-5,-16 4-3,1 2 1,0 0-1,1 2 1,0 0 0,1 1-1,0 1 1,0 0-1,2 2 1,0 0 0,-9 11 2,8-12 1,1 1 1,1 1-1,0 0 1,1 1-1,0 1 1,2 0-1,0 0 1,1 2-1,1-1 1,1 1-1,1 1 1,0 0-1,2 0 1,-1 3-2,7-20-1,-1 1 1,1-1-1,0 0 1,0 1-1,1-1 1,-1 0-1,1 0 1,0 1-1,0-1 1,0 0-1,1 0 1,0 0-1,-1 0 1,1-1-1,1 1 1,-1 0-1,0-1 1,1 1-1,0-1 1,0 0-1,0 0 1,0 0-1,0 0 1,0 0-1,1-1 0,0 0 1,-1 0-1,1 0 1,0 0-1,0 0 1,0-1-1,0 1 1,0-1-1,1 0 1,-1-1-1,1 1 1,13 2-5,0 0 0,0-1-1,0-2 1,1 0 0,-1 0-1,0-2 1,0 0 0,3-2 5,-2-1-34,-1-1 0,0-1 1,0 0-1,0-2 1,-1 0-1,-1-1 1,0 0-1,0-1 0,-1-1 1,0-1-1,-1 0 1,0-1-1,-1 0 0,-1-1 1,-1-1-1,2-2 34,-5 3-150,0 0 0,0-1 0,-1 0 0,-1 0 0,-1-1 0,-1 0 0,0 0 0,-1 0 0,0 0 0,-2 0 0,0-2 151,1-49-1778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0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0 29582,'0'0'1265,"0"0"-817,-18 118-104,-6-51 176,-13 24-192,-14 28-216,3-5-112,-15 28-488,12-37-880,20-36-9763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0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0 178 29190,'0'0'767,"0"0"-403,0 0-12,24 8 75,157 40 124,62 9-370,-240-57-179,0 1 0,-1 0-1,1-1 1,-1 1 0,1 0-1,-1 0 1,1 1 0,-1-1 0,1 0-1,-1 1 1,0-1 0,0 1-1,0 0 1,0 0 0,0 0 0,0 0-1,0 0 1,-1 0 0,1 0-1,-1 1 1,0-1 0,1 0 0,-1 1-1,0-1 1,0 1 0,-1 0-1,1-1 1,0 1 0,-1 0 0,0-1-1,0 1 1,0 0 0,0-1-1,0 1 1,0 0 0,0 0 0,-1-1-1,0 1 1,1-1 0,-1 1-1,0 0 1,0-1 0,-1 0 0,1 1-1,0-1 1,-1 0 0,1 1-1,-1-1 1,-1 1-2,-22 19 12,0-1 0,-2-1 0,0-1 0,-2-1 0,0-2 0,-13 5-12,3 0-9,-117 53-442,156-73 436,-1-1 0,1 1 0,0-1 0,-1 1 0,1-1 0,-1 0 1,1 1-1,-1-1 0,1 0 0,-1 0 0,1 1 0,-1-1 0,1 0 0,-1 0 0,1 0 0,-1 1 0,0-1 0,1 0 0,-1 0 0,1 0 1,-1 0-1,1 0 0,-1 0 0,0 0 0,1 0 0,-1-1 0,1 1 0,-1 0 0,1 0 0,-1 0 0,1-1 0,-1 1 0,1 0 0,-1-1 0,1 1 1,-1 0-1,1-1 0,-1 1 0,1 0 0,-1-1 0,1 1 0,0-1 0,-1 1 0,1-1 0,0 1 0,-1-1 0,1 1 0,0-1 0,0 1 1,0-1-1,0 1 0,-1-1 0,1 0 0,0 1 0,0-1 0,0 1 0,0-1 0,0 0 0,0 1 0,0-1 0,0 0 15,17-37-1285,-15 33 1089,27-44-2990</inkml:trace>
  <inkml:trace contextRef="#ctx0" brushRef="#br0" timeOffset="258.044">1116 143 28734,'0'0'878,"0"0"-373,0 0-123,19 3-9,61 12-65,-78-14-292,0 0-1,0 0 1,0 1-1,0-1 1,0 1 0,0-1-1,0 1 1,0 0-1,-1 0 1,1 0-1,-1 0 1,1 0 0,-1 0-1,0 0 1,0 0-1,0 1 1,0-1 0,0 0-1,0 1 1,-1-1-1,1 0 1,-1 1 0,0-1-1,0 1 1,0-1-1,0 1 1,0-1-1,0 1 1,-1-1 0,1 1-1,-1-1 1,1 1-1,-1-1 1,0 0 0,0 1-1,0-1 1,0 0-1,-1 0 1,1 0 0,-1 0-1,1 0 1,-1 0-1,0 0 1,1-1 0,-3 3-17,-18 16 47,-1 0-1,-1-1 1,0-1-1,-2-1 1,0-1-1,-23 10-45,-27 17-43,-124 110-2968,182-137-243</inkml:trace>
  <inkml:trace contextRef="#ctx0" brushRef="#br0" timeOffset="859.333">645 1 29222,'0'0'960,"0"0"-319,114 19-225,-51-11-80,5-2-88,5 0-224,1-4-24,-17-2-672,-22 0-3793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2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577 349 14859,'0'0'11480,"0"0"-8370,0 0-2602,0 0-128,0-18 147,4-113 290,-4 127-789,2-2 2,0 0-1,0-1 0,0 1 0,-1 0 0,0-1 0,-1 1 0,1-1 0,-1 1 1,-1-1-1,1 1 0,-1-1 0,0 1 0,0-1 0,-1 1 0,0 0 0,0 0 1,0 0-1,-1 0 0,0 0 0,0 0 0,-1 1 0,1 0 0,-1-1 0,0 1 1,-1 0-1,1 1 0,-1-1 0,0 1 0,0 0 0,0 0 0,-5-1-29,-2 2 9,0 0 0,-1 1 0,1 0-1,-1 1 1,0 1 0,1 0 0,-1 1-1,0 0 1,1 1 0,-1 0 0,1 1-1,0 0 1,0 1 0,0 1 0,0 0-1,0 0 1,1 1 0,0 1 0,-5 4-9,-11 7-2,2 1 0,0 1 1,1 2-1,1 0 0,1 1 1,2 2-1,-5 6 2,16-19 0,0 1 0,1 0 0,0 0 0,1 1 0,1 0 0,0 0 0,1 0 0,0 1 0,1 0 0,1 0 0,0 0 0,1 0 0,1 0 0,0 1 0,0-12 0,1 1 0,0 0 0,0-1 0,0 1 0,1-1 0,0 1 0,0-1 0,0 1 0,0-1 0,0 0 0,1 1 0,0-1 0,0 0 0,0 0 0,0 0 0,1-1 0,0 1 0,0 0 0,0-1 0,0 0 0,0 1 0,0-1 0,1-1 0,0 1 0,-1 0 0,1-1 0,0 0 0,0 0 0,1 0 0,-1 0 0,0-1 0,2 1 0,15 1 0,1 0-1,-1-1 1,1-1-1,0-2 1,-1 0-1,1-1 1,-1-1 0,1-1-1,-1 0 1,-1-2-1,1-1 1,-1 0 0,0-2-1,0 0 1,-1-1-1,0-1 1,-1-1-1,-1 0 1,9-9 0,164-116-742,-113 74-2563,-53 43 1417,62-51-16102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3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401 249 29974,'0'0'763,"0"0"-324,0 0-120,3-19 14,11-119-49,-15 133-276,1 1 0,-1 0-1,0 0 1,0 0 0,-1-1 0,1 1-1,-1 0 1,0 1 0,0-1 0,0 0-1,-1 1 1,1-1 0,-1 1 0,0-1-1,0 1 1,0 0 0,0 0 0,-1 1-1,1-1 1,-1 1 0,0 0 0,1-1-1,-1 2 1,0-1 0,0 0 0,0 1-1,-1 0 1,1 0 0,0 0 0,0 0-1,-1 1 1,1-1 0,-2 1-8,-4 0 19,-1-1 1,0 1-1,0 1 1,0 0-1,0 1 0,0 0 1,0 0-1,1 1 1,-1 0-1,1 1 0,0 1 1,0-1-1,1 2-19,-4 1 7,1 0 0,1 1-1,-1 1 1,2 0 0,-1 0-1,1 1 1,1 1 0,-1-1-1,2 2 1,0-1 0,0 1-1,1 0 1,0 1 0,1 0-1,1 0 1,0 0 0,1 0-1,0 1 1,1 0 0,0 0-1,1 0 1,1 6-7,1-15 0,1 0 0,0 0 0,0 1 0,1-1 0,0 0 1,0 0-1,0 0 0,0 0 0,1-1 0,-1 1 0,1-1 0,0 1 0,1-1 0,-1 0 0,1 0 1,0 0-1,0-1 0,0 1 0,0-1 0,1 0 0,-1 0 0,1-1 0,0 0 0,0 1 0,0-1 0,0-1 1,0 1-1,2 0 0,157 23-36,-141-25-150,1 0 0,0-1 0,-1-1 0,1-2 0,-1 0 0,0-1 1,0-2-1,18-7 186,31-18-2185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3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27262,'0'0'3977,"0"0"-3569,0 0-176,0 0 0,0 0 48,0 0-280,0 0-248,107 57-1088,-85-80-4906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3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508 310 24797,'0'0'4139,"0"0"-2774,0 0-926,-1-19-112,8-120 318,-5 134-631,0 0 1,0 0-1,0 1 0,-1-1 1,0-1-1,0 1 1,0 0-1,0 0 0,-1 0 1,0 0-1,0-1 0,-1 1 1,1 0-1,-1 0 0,0 0 1,0 0-1,-1 0 0,1 0 1,-1 0-1,-1 0 0,1 1 1,0-1-1,-1 1 0,0 0 1,0-1-1,0 1 0,-1 0 1,1 1-1,-4-3-14,-7 3 17,-1 1 0,1 1 1,-1 0-1,0 1 0,1 1 0,-1 0 0,1 1 0,-1 0 0,1 1 0,0 1 0,0 0 1,0 1-1,1 1 0,-1 0 0,1 0 0,1 2 0,-1 0 0,1 0 0,1 1 0,-1 0 1,2 1-1,-1 0 0,1 1 0,-7 10-17,2-7 5,1 1 0,1 1 1,0 0-1,1 1 0,1 0 1,0 1-1,1 0 0,2 1 0,-1 0 1,2 0-1,1 0 0,0 1 1,1 0-1,2 1 0,0-1 0,1 0 1,0 1-1,2 0 0,1-1 0,0 1 1,2-1-1,3 16-5,-1-26-1,0 0 1,1 0-1,0 0 0,0-1 1,1 0-1,0 0 0,1-1 1,0 1-1,0-2 0,1 1 1,-1-1-1,2-1 0,-1 0 1,1 0-1,0 0 0,0-2 1,1 1-1,-1-1 0,1-1 1,0 0-1,0 0 0,0-1 1,0 0-1,1-1 0,-1-1 1,0 1-1,1-2 0,-1 0 1,0 0-1,1-1 0,-1 0 1,0-1-1,-1 0 0,1-1 1,0 0-1,-1-1 0,0 0 1,0-1-1,0 0 0,4-4 1,197-128-1131,-120 68-592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335 273 29030,'0'0'1521,"0"0"-932,0 0-177,0 0 187,0 0-258,10-20-221,27-67-82,-34 80-36,0-1-1,-1 1 1,0-1 0,0 0 0,0 1 0,-1-1 0,0 0 0,-1 0-1,0 0 1,0 0 0,-1 0 0,0 0 0,0 1 0,-1-1 0,0-2-2,-2 6-1,0 0 0,-1 1 0,1-1 0,-1 1 1,0 0-1,0 0 0,0 1 0,0-1 0,-1 1 0,1 0 1,-1 0-1,1 1 0,-1 0 0,1 0 0,-1 0 1,0 1-1,0-1 0,1 1 0,-1 1 0,0-1 0,1 1 1,-1 0-1,0 0 0,1 1 0,-1 0 0,0 0 1,-11 6-6,1 0 0,0 1 0,1 0 0,0 2-1,0 0 1,1 0 0,1 1 0,0 1 0,0 0-1,2 1 1,-1 0 0,2 1 0,0 1 0,-7 14 6,-22 97-221,39-124 202,-1 1 0,1 0 0,1 0 0,-1 0 0,0 0 0,1-1 0,0 1 0,0 0 0,0-1 0,0 1 0,1 0 0,0-1 0,-1 1 0,1-1 0,0 0 0,1 0 0,-1 0 0,0 0 0,1 0 0,0 0 0,0-1 0,0 1 0,0-1 0,0 0 0,0 0 0,0 0 0,1 0 0,-1 0 0,1-1 0,-1 1 0,1-1 0,3 0 19,9 2-81,0-1 0,0 0 0,1-1 0,-1-1 0,1-1 0,-1 0 0,1-1 0,13-4 81,64-20-1079,-6-6-1281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4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465 202 8962,'0'0'17284,"0"0"-13364,0 0-3525,0 0-75,0 0-58,1-20-145,9-108-57,-11 126-53,1-1 1,-1 0-1,0 1 0,0-1 0,0 1 1,0-1-1,0 1 0,0-1 0,-1 1 1,1 0-1,-1-1 0,0 1 0,0 0 1,1 0-1,-1 0 0,0 1 1,-1-1-1,1 0 0,0 1 0,0-1 1,-1 1-1,1 0 0,-1 0 0,1 0 1,-1 0-1,0 0 0,1 1 0,-1-1 1,0 1-1,1-1 0,-1 1 0,0 0 1,0 0-1,1 0-7,-102 7 282,84 0-241,1 2 0,0 0-1,1 1 1,0 0-1,0 2 1,1 0-1,1 1 1,0 0-1,1 2 1,0 0-1,1 0 1,1 1-1,-10 16-40,16-21 3,-1 0-1,1 1 1,1 0 0,0 0-1,0 0 1,2 1-1,-1 0 1,2 0-1,0 0 1,0 0 0,1 0-1,1 1 1,0-1-1,1 4-2,0-12 0,0-1 0,1 0-1,-1 1 1,1-1 0,0 0 0,1 0-1,-1 0 1,1 0 0,-1 0 0,1 0-1,0 0 1,1 0 0,-1-1 0,1 1-1,0-1 1,-1 0 0,1 0-1,1 0 1,-1 0 0,0 0 0,1-1-1,-1 1 1,1-1 0,0 0 0,0 0-1,0-1 1,0 1 0,0-1 0,0 0-1,0 0 1,1 0 0,-1 0-1,0-1 1,1 1 0,3-2 0,12 4 13,0-2-1,1 0 1,-1-2 0,1 0 0,-1-1 0,0-1-1,0-1 1,0-1 0,0-1 0,-1 0-1,0-2 1,0 0 0,-1-1 0,0-1 0,0 0-1,-1-1 1,-1-2 0,0 1 0,2-4-13,130-133-662,-91 79-795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0 29974,'0'0'849,"0"0"-401,-79 105 8,41-48 32,6 6-184,1 6-128,2-2-104,3 0-72,0-2 0,2-9 0,2-7 0,4-8 0,12-11-120,19-26-472,22-4-704,13-14-1369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6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30727,'0'0'1096,"0"0"-584,-55 111-80,20-60-432,-3 4 0,3 1 0,3 1 0,1 2 0,5-4 0,10-6 0,16-13-712,2-16-872,20-18-5634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337 225 27438,'0'0'3119,"0"0"-2160,0 0-719,4-20-75,20-144 456,-25 161-621,0 1 1,-1-1 0,0 0-1,1 1 1,-1 0 0,0-1-1,0 1 1,-1 0 0,1 0-1,0 0 1,-1 0 0,1 1-1,-1-1 1,1 1 0,-1-1-1,0 1 1,0 0 0,1 0-1,-1 0 1,0 1 0,0-1-1,0 1 1,0-1 0,0 1-1,0 0 1,0 0 0,0 0-1,0 1 1,0-1 0,0 1-1,0-1 1,0 1 0,0 0-1,0 0 1,1 0 0,-1 1-1,0-1 1,1 1 0,-1-1-1,-1 3 0,-15 6-1,0 2-1,1 0 1,0 2 0,1-1-1,0 2 1,1 1-1,1 0 1,0 0-1,2 2 1,0 0-1,1 0 1,-7 14 1,-27 105 5,45-132-3,1-1-1,-1 1 1,1 0 0,0-1-1,0 1 1,1 0-1,0-1 1,-1 1-1,1 0 1,1-1 0,-1 1-1,1-1 1,0 1-1,0-1 1,0 0-1,0 0 1,1 0 0,-1 0-1,1 0 1,0-1-1,1 1 1,-1-1-1,0 0 1,1 0 0,0 0-1,0 0 1,0-1-1,3 2-1,4 1 4,1-1 0,0 0 0,0 0 0,0-2 0,0 1 0,0-1 0,0-1 0,1-1-1,-1 1 1,1-2 0,-1 0 0,0 0 0,1-1 0,-1-1 0,0 0 0,-1 0 0,1-1 0,0-1 0,-1 0-1,0-1 1,0 0 0,-1 0 0,1-1 0,-1-1 0,-1 1 0,0-2 0,0 1 0,6-8-4,-5 0-104,0 0 1,0-1 0,-2 0-1,0-1 1,-1 1 0,0-1 0,-2-1-1,0 1 1,-1-1 0,-1 0-1,-1 0 1,0 0 0,-2-5 103,1-28-1705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6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 21429,'0'0'7833,"0"0"-7009,0 0-143,0 0-273,0 0 64,0 0-8,-116 126-120,74-59-88,0 6-200,3 2-56,6 2 0,5-4 0,6-2 0,11-10 0,11-12-560,17-27-464,21-16-1049,5-6-6369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7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 26542,'0'0'4929,"0"0"-4353,-72 100-184,28-40-64,-2 7-328,7 2 0,4 0 0,4 2 0,5-4 0,4-6 0,6-6 0,16-7 0,3-17-792,16-17-1113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443 279 11562,'0'0'16051,"0"0"-12583,-1-19-3377,-3-158 274,5 174-360,0 0 0,-1 0 0,0 0 0,0 0 0,0 0-1,0 1 1,0-1 0,-1 0 0,1 0 0,-1 0 0,1 0-1,-1 1 1,0-1 0,0 0 0,-1 0 0,1 1 0,-1-1-1,1 1 1,-1 0 0,0-1 0,1 1 0,-1 0 0,0 0 0,-1 0-1,1 0 1,0 0 0,-1 1 0,1-1 0,-1 1 0,1-1-1,-1 1 1,1 0 0,-1 0 0,0 0 0,0 0 0,0 1-1,0-1 1,1 1 0,-1 0 0,0 0 0,0 0 0,0 0-1,-2 0-4,-14 4 25,0 1-1,0 1 0,1 1 0,0 0 0,0 1 0,1 1 0,0 1 0,0 1 0,1 0 0,0 1 0,1 0 0,1 1 0,0 1 1,1 1-1,0-1 0,1 2 0,1 0 0,-3 5-24,6-9 6,0 1-1,0-1 1,2 1 0,-1 1-1,2-1 1,0 1-1,0 0 1,1 0 0,-2 15-6,5-24 6,1 1 1,-1-1-1,1 1 1,0-1-1,0 1 1,1-1-1,0 1 1,0-1-1,0 1 1,0-1-1,1 0 1,0 1-1,0-1 1,0 0-1,1 0 1,0-1 0,0 1-1,0 0 1,1-1-1,-1 0 1,1 0-1,0 0 1,0 0-1,0-1 1,1 1-1,-1-1 1,3 1-7,8 4-34,1-1 1,0 0-1,1-1 0,0-1 1,-1 0-1,1-2 1,1 0-1,-1 0 1,0-2-1,1 0 1,-1-1-1,1-1 0,-1 0 1,0-2-1,1 0 1,-1-1-1,-1 0 1,1-1-1,-1-1 1,1-1-1,-2-1 0,1 0 1,-1 0-1,0-2 1,8-7 33,90-93-3474,-68 59-4239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7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28206,'0'0'3521,"0"0"-3193,0 0-208,0 0-80,0 0 120,0 0-160,20 103-208,-14-78-608,-6-1-2113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8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0 3177,'0'0'27366,"0"0"-26494,-90 103-368,57-67-88,4-7 16,3-7-432,-2-2 0,-1-5 0,-21 3-264,6-6-984,-2-6-3801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1 29246,'0'0'1273,"0"0"-897,0 0-112,0 0 120,0 0-24,0 0-80,-59 114-16,22-51-96,-11 10-48,-7 10-88,-7 2-32,1 4 0,8-6 0,21-10-456,32-30-320,24-19-961,17-24-5160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41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 29598,'0'0'1345,"0"0"-985,-94 106 136,41-41 48,-1 10-120,1 8-424,7 4 0,4 4 0,9-1 0,7 23 0,9-24-384,6-24-1761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4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27862,'0'0'2328,"0"0"-1999,0 0-193,0 0 192,143 36 56,-16-36-144,44 0-128,26 0-112,1-10-80,-56-4-528,-39-2-2025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42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31159,'0'0'720,"0"0"-664,131 22-32,1-4 152,54 7 32,20-1-208,-4-8-56,-57-8-384,-55-8-1193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40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647 1 30126,'0'0'1265,"0"0"-993,0 0 152,-160 154 144,101-89-456,-5 6-112,-2 6 0,-2 4 0,1 4 0,3-3 0,14 13-96,17-22-976,17-24-1769</inkml:trace>
  <inkml:trace contextRef="#ctx0" brushRef="#br0" timeOffset="284.452">1484 536 25629,'0'0'3693,"4"-19"-2827,13-115-650,-17 130-194,-1 0 0,0 0-1,0 1 1,0-1 0,-1 1 0,1-1 0,-1 1 0,0-1 0,0 1 0,0 0 0,0 0-1,-1 0 1,1 0 0,-1 0 0,0 0 0,1 1 0,-1 0 0,0-1 0,-1 1-1,1 0 1,0 0 0,-1 1 0,1-1 0,-1 1 0,1 0 0,-1 0 0,0 0-1,0 0 1,1 0 0,-1 1 0,0 0 0,0 0 0,0 0-22,-135 11 171,117-3-127,0 0 0,0 2-1,1 1 1,1 0-1,0 2 1,0 0 0,1 1-1,1 1 1,0 1 0,1 1-1,1 0 1,1 1-1,0 0 1,1 2 0,1-1-1,1 2 1,0 2-44,8-18 9,1 1 0,0 0 0,0-1 0,0 1 1,1 0-1,0 0 0,0 1 0,1-1 0,-1 0 0,1 1 1,1-1-1,-1 0 0,1 1 0,0-1 0,1 1 0,-1-1 1,1 1-1,1-1 0,-1 0 0,1 0 0,0 0 0,0 0 1,1 0-1,0 0 0,0 0 0,0-1 0,1 1 0,0-1 1,0 0-1,0 0 0,1 0-9,9 1 6,1-1 1,0-1-1,0 0 1,0-1 0,0 0-1,0-1 1,1-1-1,-1-1 1,1 0-1,-1-1 1,0 0-1,1-1 1,-1-1-1,0-1 1,0 0-1,-1-1 1,1 0-1,-1-1 1,13-8-7,8-9-174,-2-1 0,0-1-1,-2-2 1,-1-1 0,-2-2 0,1-1 174,-11 12-310,31-35-1632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39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0 30390,'0'0'761,"0"0"-537,-88 103 40,44-44 352,-2 10-104,-4 4-512,1 4 0,3-2 0,7-8 0,8-8 0,11-12 0,7-11 0,7-8 0,6-24-272,4-4-1288,11-4-17893</inkml:trace>
  <inkml:trace contextRef="#ctx0" brushRef="#br0" timeOffset="898.368">623 164 7834,'0'0'5668,"0"0"4648,0 0-6637,0 0-2551,0 0-349,0 0-59,-1-14-115,-8-41-214,8 54-378,0 0 0,0 0 0,1 0 0,-1 0-1,0 0 1,0 0 0,0 0 0,0 0 0,0 1 0,0-1 0,0 0 0,0 1 0,0-1 0,-1 1 0,1-1-1,0 1 1,0-1 0,0 1 0,-1 0 0,1 0 0,0-1 0,-1 1 0,1 0 0,0 0 0,0 0-1,-1 1 1,1-1 0,0 0 0,0 0 0,-1 1 0,1-1 0,0 1 0,0-1 0,0 1 0,0-1-1,-1 1 1,1 0 0,0 0 0,0-1 0,0 1-13,-17 11 118,1 0-1,-1 2 0,2 0 1,0 0-1,1 2 1,0 0-1,2 0 0,-2 4-117,2-4 57,12-15-55,-32 35 20,1 3 0,2 0 1,2 2-1,2 1 0,2 2 0,-14 31-22,36-71 0,0 1 0,0-1 0,0 0 0,1 0 0,-1 1 0,1-1 0,0 1 0,0-1 0,1 1 0,-1-1 0,1 1 0,0 0 0,0-1 0,0 1 0,1-1 0,0 1 0,0 0 0,0-1 0,0 0 0,1 1 0,0-1 0,0 0 0,0 0 0,0 0 0,1 1 0,7-2 0,1 0 0,0-1 0,0 0 0,0 0 0,0-1 0,0 0 0,0-1 0,0-1 0,0 0 0,0 0 0,4-2 0,3 0 0,1-2 0,-1 0 0,0-1 0,-1-1 0,0 0 0,0-2 0,0 0 0,-1 0 0,0-2 0,-1 0 0,0-1 0,-1 0 0,-1-1 0,0-1 0,0 0 0,-1 0 0,-1-2 0,-1 1 0,0-2 0,-6 11 0,0-1 0,0 0 0,-1 0 0,-1 0 0,1 0 0,-1-1 0,0 1 0,0-1 0,-1 1 0,0-1 0,-1 0 0,0 1 0,0-1 0,0 0 0,-1 1 0,0-1 0,-1 0 0,1 1 0,-2 0 0,1-1 0,-1 1 0,0 0 0,0 0 0,-1 0 0,-4-5 0,-4 4 0,-1 1 0,0 0 0,0 1 0,-1 1 0,1 0 0,-1 0 0,-1 2 0,1 0 0,0 0 0,-1 1 0,1 1 0,-1 1 0,1 0 0,-1 1 0,-1 0 0,11-1 0,4 0-4,0-1 0,0 1 1,1 0-1,-1 0 0,0 0 0,0-1 1,0 1-1,0 0 0,1 0 0,-1 0 0,0 0 1,0 0-1,0 1 0,1-1 0,-1 0 1,0 0-1,0 0 0,0 1 0,1-1 0,-1 0 1,0 1-1,0-1 0,1 1 0,-1-1 1,0 1-1,1-1 0,-1 1 0,1-1 1,-1 1-1,1 0 0,-1-1 0,1 1 0,-1 0 1,1-1-1,-1 1 0,1 0 0,0 0 1,-1-1-1,1 1 0,0 0 0,0 0 0,0 0 1,0 0-1,0-1 0,0 1 0,0 0 1,0 0-1,0 0 0,0-1 0,0 1 0,0 0 1,0 0-1,1 0 4,18 9-497,91-8-2280,-51-2-1799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46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509 312 29150,'0'0'1281,"-33"168"-809,7-26-32,-5 22 24,7-4 40,6-16-200,12-22-152,6-23-152,0-28 0,15-28-144,35-31-496,-4-10-912,3-2-3946</inkml:trace>
  <inkml:trace contextRef="#ctx0" brushRef="#br0" timeOffset="-269.38">0 912 31127,'0'0'840,"0"0"-544,0 0-192,0 0 120,0 0-48,0 0-176,250-91 0,-105 40 0,-27 10 0,-41 17 0,-27 12 0,3 2 0,-3 2-416,1-3-416,-23 3-977,-10-2-5272</inkml:trace>
  <inkml:trace contextRef="#ctx0" brushRef="#br0" timeOffset="284.394">958 68 24925,'0'0'6066,"0"0"-5706,123-36-232,-55 25 72,9 1 56,-1 4-144,-6 2-112,-6 4-184,-5 0-352,-15 0-1169,-18 0-3192</inkml:trace>
  <inkml:trace contextRef="#ctx0" brushRef="#br0" timeOffset="535.153">1289 216 29222,'-11'22'863,"-101"217"268,79-153-1005,4 2 0,4 2-1,3 0 1,5 1 0,4 1 0,0 49-126,13-120 4,-2-16-5,0 1 0,1 0 0,0 0 1,1 0-1,-1 0 0,1 0 0,0 0 1,1 0-1,0 0 0,0-1 0,0 1 1,0 0-1,1 0 0,0-1 0,0 1 1,0-1-1,1 1 0,0-1 0,0 0 1,0 0-1,1 0 0,0-1 0,0 1 1,0-1-1,0 0 0,1 0 0,-1 0 0,2 0 2,5 1 11,1-1 1,-1-1 0,1 1 0,0-2 0,0 0-1,0 0 1,0-1 0,0-1 0,1 0 0,-1 0 0,0-1-1,0-1 1,0 0 0,0-1 0,-1 0 0,1-1 0,-1 0-1,1-1 1,-1 0 0,0 0 0,-1-2 0,0 1-1,0-1 1,0-1 0,-1 1 0,8-10-13,133-176-1174,-95 101-1993,-35 56 842,41-70-15294</inkml:trace>
  <inkml:trace contextRef="#ctx0" brushRef="#br0" timeOffset="536.153">1701 350 28446,'0'0'2089,"0"0"-1433,0 0-264,0 0-48,0 0 112,53 116-184,-9-55-160,8 5-112,-1-3 0,-3-2-16,-9-10-376,5-9-296,-15-17-977,-10-17-2391</inkml:trace>
  <inkml:trace contextRef="#ctx0" brushRef="#br0" timeOffset="699.934">2078 356 29022,'0'0'1320,"0"0"-815,0 0-9,-118 128-144,76-61-224,1 6-128,-8 32-80,10-20-488,10-18-2089</inkml:trace>
  <inkml:trace contextRef="#ctx0" brushRef="#br0" timeOffset="967.916">2223 26 27958,'0'0'693,"0"0"-287,21-2 218,116-9 602,-134 11-1185,0 1 0,0-1 1,0 1-1,0 0 1,-1 0-1,1 1 1,0-1-1,-1 0 1,1 1-1,-1 0 0,0 0 1,1-1-1,-1 1 1,0 0-1,0 1 1,0-1-1,0 0 0,-1 1 1,1-1-1,-1 1 1,1-1-1,-1 1 1,0-1-1,0 1 1,0 0-1,0 0 0,-1 0 1,1 0-1,-1 0 1,1-1-1,-1 1 1,0 0-1,0 0 1,-1 0-1,1 0 0,0 0 1,-1 0-1,0 0 1,0 0-1,0 1-41,0 12 98,-8 130-77,-7 0 0,-6-2 0,-7 0 0,-6-2 0,-6 1-21,-19 55-931,47-166-875</inkml:trace>
  <inkml:trace contextRef="#ctx0" brushRef="#br0" timeOffset="1216.812">1730 1259 31087,'0'0'760,"0"0"-584,0 0-120,0 0 280,0 0-32,179-31-304,-91-3-32,39-31-536,-19 10-760,-21-2-3001</inkml:trace>
  <inkml:trace contextRef="#ctx0" brushRef="#br0" timeOffset="1616.306">2666 269 30583,'0'0'1213,"0"0"-795,0 0-225,20-9 84,-1-1-236,-7 3-36,0 1-1,1 0 1,0 1 0,0 0-1,0 1 1,0 1 0,1 0-1,0 1 1,6 0-5,223 0 0,-240 2 0,0-1 0,0 1 0,0-1 0,0 1 0,0 0 0,0 0 0,0 1 0,0-1 0,0 1 0,0-1 0,0 1 0,0 0 0,0 0 0,-1 0 0,1 0 0,0 1 0,-1-1 0,1 1 0,-1-1 0,1 1 0,-1 0 0,0 0 0,0 0 0,0 1 0,0-1 0,0 0 0,0 1 0,-1-1 0,1 1 0,-1-1 0,1 1 0,-1 0 0,0 0 0,0 0 0,-1-1 0,1 1 0,0 0 0,-1 0 0,0 0 0,0 0 0,0 0 0,0 2 0,-6 4 0,-1 0 0,0 0 0,0 0 0,-1-1 0,0 0 0,-1-1 0,0 0 0,0 0 0,0-1 0,-1 0 0,-7 3 0,-2 3 0,-605 353 0,688-408-665,-30 18 346,2 1 0,0 2 0,1 1 0,1 3 0,0 0 0,2 3 0,4 0 319,-43 14-3,1 0-6,0 0-1,1 0 1,-1-1-1,0 2 0,1-1 1,-1 0-1,1 0 1,0 1-1,-1-1 0,1 1 1,-1 0-1,1 0 1,0 0-1,-1 0 1,1 0-1,0 0 0,-1 1 1,1 0-1,-1-1 1,1 1-1,-1 0 0,1 0 1,-1 0-1,0 0 1,1 1-1,-1-1 0,0 1 1,0-1-1,0 1 1,0 0-1,0 0 1,0 0-1,-1 0 0,1 0 1,0 0-1,-1 0 1,1 2 9,-1 18 151,-1 0 1,0 0 0,-2 1 0,-1-1-1,0 0 1,-2 0 0,0-1 0,-1 1-1,-2-1 1,0 0 0,-5 7-152,8-15 42,-34 86 266,5-16-211,4 1 0,3 2-1,-1 26-96,33-87-238,21-56-618,-16 18 433,24-31-1819</inkml:trace>
  <inkml:trace contextRef="#ctx0" brushRef="#br0" timeOffset="1866.728">3137 679 29158,'0'0'864,"0"0"-383,-123 91 47,68-47-176,1 1-184,-3 4-112,4 1-16,11-1-8,14-6 16,12-3 16,16-5 0,0-7-8,20-5-32,11-5-24,8-10-16,31-8-168,-8 0-424,-5-14-1417</inkml:trace>
  <inkml:trace contextRef="#ctx0" brushRef="#br0" timeOffset="2316.898">3571 44 22981,'0'0'5850,"0"0"-4150,-7 27-1115,-49 239 738,9 150-969,17-129-380,-29 92 26,-18-55 0,77-324 0,0 0 0,0 0 0,-1-1 0,1 1 0,0 0 0,0 0 0,-1 0 0,1-1 0,0 1 0,0 0 0,-1 0 0,1 0 0,0 0 0,0 0 0,-1 0 0,1 0 0,0-1 0,-1 1 0,1 0 0,0 0 0,0 0 0,-1 0 0,1 0 0,0 0 0,-1 0 0,1 0 0,0 1 0,0-1 0,-1 0 0,1 0 0,0 0 0,-1 0 0,1 0 0,11-122-908,5 38-3498,-15 82 4171,15-86-15725</inkml:trace>
  <inkml:trace contextRef="#ctx0" brushRef="#br0" timeOffset="2567.516">3540 727 27438,'0'0'3273,"0"0"-2761,0 0 16,147 61 104,-99-28-248,1 3-384,-10 3 0,-6 3 0,-9 15 0,-11-12-56,-11-7-1632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5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 24989,'0'0'5538,"0"0"-5106,0 0-248,-85 108 104,48-55 136,-5 9-152,5 9-144,-3 8-80,7-1-48,12-1-40,21-15-360,4-23-872,20-25-3001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5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20324,'0'0'10259,"0"0"-9643,-42 120-192,16-57-24,0 6 72,0 4-200,1 6-272,3 4 0,1 0 0,1 6-384,9-20-768,4-26-3601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56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30687,'0'0'680,"0"0"-504,0 0-176,0 0-120,0 0-752,0 0-14300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57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 29822,'0'0'1561,"0"0"-1265,0 0 32,-81 148 240,55-85-376,-3 8-192,-6 8 0,-2 4 0,-9 23 0,6-21-384,12-24-1288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00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0 14891,'0'0'14859,"0"0"-14106,0 0-321,-155 146 0,98-63 168,-9 26-112,-2 25-176,9-10-312,22-27 0,19-32 0,14-26 0,4 5 0,0-5-280,30-19-544,3-12-1201,5-8-4088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01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 26806,'0'0'4153,"0"0"-3561,-75 124-208,31-65-48,3 6 88,1 2-352,3 1-72,8 1 0,10-4-344,8-18-824,11-21-2145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0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538 318 14963,'0'0'12223,"0"0"-9081,8-22-2573,25-69-190,-30 86-345,-1-1 0,1 1 0,-1-1 0,0 1-1,-1-1 1,1 0 0,-1 1 0,0-1 0,0 0 0,-1 0 0,0 0 0,0 0 0,0 0-1,-1 0 1,0 0 0,0 1 0,0-1 0,-1 0 0,0 1 0,0-1 0,0 1 0,-1-1-1,0 1 1,0 0 0,0 0 0,0 0 0,-1 1 0,0-1 0,0 1 0,0 0 0,-1 0-1,1 0 1,-1 1 0,0-1 0,0 1 0,0 0 0,0 1 0,-1-1 0,-1 0-34,-6 1 10,-1-1 0,1 2 0,-1 0 0,0 0 0,1 1 0,-1 1 0,0 0 0,1 1 0,-1 1 0,1 0 0,0 0 0,0 2 0,0-1 0,1 2 0,-1 0 0,1 0 0,0 1 0,-7 6-10,-3 3-1,1 1 0,0 1 0,1 0-1,1 2 1,1 0 0,1 1 0,0 1-1,2 0 1,0 2 1,5-7 0,1 0 0,1 1 0,0 0 0,2 1 0,0-1 0,0 1 0,2 0 0,1 1 0,0-1 0,1 4 0,2-13 0,-1-1 0,2 1 0,-1-1 0,1 1 0,1-1 0,0 0 0,0 1 0,1-1 0,0 0 0,0-1 0,1 1 0,0 0 0,1-1 0,0 0 0,0 0 0,1 0 0,0-1 0,0 0 0,1 0 0,0-1 0,5 5 0,0-3-3,1-1 1,0 0-1,0-1 0,0 0 0,0-1 1,1 0-1,0-2 0,0 1 1,0-2-1,0 0 0,1 0 1,-1-1-1,0-1 0,1-1 0,-1 0 1,0-1-1,1 0 0,-1-1 1,0 0-1,-1-2 0,1 1 0,-1-2 1,1 0-1,-2 0 0,1-1 1,-1-1-1,0 0 0,0-1 1,-1 0-1,-1 0 0,1-2 0,-1 1 1,-1-1-1,0 0 0,0-2 3,3-8-320,0-2 0,-2 1-1,0-2 1,-1 1-1,-2-1 1,0-1 0,-2 1-1,0-1 1,0-23 320,4-36-4104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0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21253,'0'0'4941,"0"0"-3150,0 0-1395,0 0-138,0 0 344,0 0 57,25 3-187,162 12 105,776-41 115,-287 49-566,916 37-102,77-12 496,-1062-30-456,217 48-64,-249-9 93,124-22-93,-96-36 29,338 10 0,-811-3-35,0 6 1,0 5 0,22 12 5,-81-4-1847,-70-24-994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1:59:57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317 596 27270,'0'0'3294,"8"-20"-2417,-6 16-875,9-21 52,-1 0-1,-1-1 0,0 0 1,-3-1-1,0 0 1,-1 0-1,-2 0 1,-1 0-1,-1-1 0,-2-16-53,-1 39 2,-1 0 0,1 1 0,-1 0 0,-1 0 0,1 0 0,0 0 0,-1 0 0,0 1-1,0-1 1,0 1 0,0 0 0,-1 1 0,1-1 0,-1 1 0,0-1 0,0 1 0,0 1-1,1-1 1,-2 1 0,1 0 0,0 0 0,0 0 0,0 1 0,0 0 0,-1 0-1,1 0 1,0 0 0,0 1 0,0 0 0,0 0 0,0 1 0,0-1 0,0 1 0,0 0-2,-10 5 12,1 1 0,-1 0 0,2 1 0,-1 0 0,1 1 1,1 1-1,0 0 0,0 0 0,1 1 0,1 1 1,0 0-1,0 0 0,1 1 0,1 0 0,1 1 1,0 0-1,1 0 0,0 0 0,1 1 0,1 0 1,-1 9-13,2-19 1,0 1 1,1 0 0,0 0 0,1 0-1,-1 0 1,1 0 0,1 0 0,-1 0-1,1 0 1,0 1 0,1-1-1,0 0 1,0 0 0,0 0 0,1 0-1,0 0 1,0 0 0,1-1 0,0 1-1,0-1 1,1 0 0,0 0 0,0 0-1,0 0 1,0 0 0,1-1 0,0 0-1,0 0 1,1 0 0,0-1 0,-1 0-1,1 0 1,0 0 0,1-1 0,-1 0-1,6 2-1,0-4-48,0-1-1,0 0 1,0-1-1,0 0 1,0-1 0,-1 0-1,1-1 1,-1 0-1,0-1 1,1 0-1,-2-1 1,5-2 48,71-43-1378,-8-10-1497</inkml:trace>
  <inkml:trace contextRef="#ctx0" brushRef="#br0" timeOffset="249.865">1080 0 30687,'0'0'1056,"0"0"-512,-44 132-64,7-37-480,-12 35 0,1-7 0,4-9 0,0 2 0,18-45 0,4-13-2737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03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27270,'0'0'1838,"0"0"-832,0 0-313,0 0-176,0 0-146,0 0-59,-12 24-13,-79 154 131,-43 137-423,134-314-19,-11 45-149,10-45 133,1-1 1,-1 1 0,1 0 0,0-1-1,0 1 1,-1 0 0,1-1 0,0 1-1,0 0 1,0-1 0,0 1 0,0 0-1,0-1 1,0 1 0,0 0 0,0-1-1,0 1 1,0 0 0,0-1 0,0 1-1,0 0 1,1-1 0,-1 1-1,0 0 1,1-1 0,-1 1 0,0-1-1,1 1 1,-1 0 0,1-1 0,-1 1-1,1-1 1,-1 1 0,1-1 0,-1 0-1,1 1 1,-1-1 0,1 1 0,0-1-1,-1 0 1,1 0 0,0 1 0,-1-1-1,1 0 1,0 0 0,-1 0 0,1 0-1,0 0 1,-1 0 0,1 0 0,0 0-1,-1 0 1,1 0 0,0 0 0,0 0 27,32-18-2079,5-15-2468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03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29302,'0'0'1945,"0"0"-1433,0 0-56,-44 140 88,22-94-536,2 1-8,-4-2 0,-5 7 0,-6 3 0,-2 6 0,-2 2 0,4-2 0,11-7 0,24-29-944,2-15-721,24-10-8537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04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476 225 30310,'0'0'566,"0"0"-237,10-22 53,33-70-28,-41 89-342,0 1-1,-1 0 0,1-1 0,0 1 0,-1-1 0,0 0 0,0 1 0,0-1 0,0 0 0,0 0 0,-1 0 0,1 0 0,-1 0 0,0 0 0,1 0 0,-1 1 0,-1-1 0,1 0 0,0 0 0,-1 0 0,1 0 0,-1 0 0,0 0 0,0 1 0,0-1 0,-1 0 0,1 1 1,0-1-1,-1 1 0,0-1 0,0 1 0,1 0 0,-1-1 0,-1 1 0,1 0 0,0 1 0,0-1 0,-1 0 0,1 0 0,-1 1 0,1 0 0,-1-1 0,0 1 0,0 0 0,1 0 0,-3 0-11,-122 13 265,103-2-262,1 0 0,0 2 0,0 0 0,1 1 0,1 2 0,0 0 1,1 1-1,1 1 0,0 1 0,1 1 0,1 0 0,1 1 0,1 1 1,1 0-1,1 1 0,0 1 0,1 1-3,-19 124 0,31-143 0,0 0 0,0-1 0,0 1 0,1 0 0,-1-1 0,1 1 0,0 0 0,0-1 0,1 1 0,0-1 0,-1 0 0,1 1 0,1-1 0,-1 0 0,1 0 0,-1 0 0,1-1 0,0 1 0,1-1 0,-1 1 0,0-1 0,1 0 0,0-1 0,0 1 0,0 0 0,0-1 0,0 0 0,0 0 0,1 0 0,-1-1 0,1 1 0,-1-1 0,1 0 0,-1-1 0,1 1 0,10 1-4,-1 0 1,1-1-1,0-1 1,-1 0-1,1-1 1,0 0-1,-1-1 0,1-1 1,-1-1-1,0 0 1,0 0-1,-1-2 0,1 0 1,-1 0-1,0-1 1,0-1-1,-1 0 0,0 0 1,-1-1-1,0-1 1,0 0-1,-1-1 1,0 0-1,-1 0 0,0-1 1,-1 0-1,-1-1 1,1 1-1,-2-1 0,0-1 1,-1 0-1,3-7 4,27-161-1853,-31 100-676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07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501 270 19660,'0'0'8459,"0"0"-6324,0 0-1916,0 0-52,6-22 196,17-72-79,-21 89-272,0 1 0,0 0 0,-1-1 0,0 1 0,0 0 0,0-1 0,0 0 0,-1 1 0,0-1 0,0 1 0,0-1 0,0 0 0,-1 1 0,1-1 0,-1 1 0,0-1 0,-1 1 0,1 0 0,-1-1 0,0 1 0,0 0 0,0 0 0,-1 0 0,1 0 0,-1 1 0,0-1 0,0 1 0,0-1 1,-1 1-1,1 0 0,-1 0 0,0 1 0,1-1 0,-1 1 0,-1 0 0,1 0 0,0 0 0,0 0 0,-1 1 0,1 0 0,-1 0 0,1 0 0,-1 0 0,1 1 0,-1-1 0,1 1 0,-1 1 0,0-1 0,1 0 0,-1 1 0,0 0-12,-8 0 10,0 1 0,0 0 0,0 1-1,1 1 1,-1 0 0,1 0 0,0 1 0,0 1-1,0 0 1,1 0 0,-1 1 0,2 1 0,-1 0-1,1 0 1,0 1 0,1 0 0,-2 3-10,-12 13 9,2 2 0,0 0 1,2 1-1,0 1 1,2 1-1,0 4-9,6-11 0,1-1 1,1 2 0,1-1-1,1 1 1,1 0-1,1 0 1,2 1-1,0 0 1,1-1-1,2 1 1,0 0 0,3 6-1,-3-26 3,1 0 1,1 0 0,-1 0-1,0 0 1,1 0 0,0 0-1,1 0 1,-1-1 0,1 1-1,-1-1 1,1 0-1,1 0 1,-1 0 0,1 0-1,-1 0 1,1-1 0,0 1-1,0-1 1,1 0 0,-1 0-1,0-1 1,1 0 0,0 1-1,0-1 1,0-1 0,0 1-1,0-1 1,0 0 0,0 0-1,1 0-3,4 0 17,0 0 0,0-1 0,1 0 0,-1 0 0,0-1-1,0 0 1,1-1 0,-1 0 0,-1-1 0,1 0-1,0-1 1,-1 0 0,1 0 0,8-6-17,12-15-83,0-1-1,-2-2 1,-1-1-1,-1-1 1,-2-1 0,-1-1-1,-1-1 1,-2-1-1,-1-1 1,-2 0 0,-1-2-1,-2 0 1,-2 0-1,-1-1 1,2-24 83,3-22-2506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09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477 531 29894,'0'0'655,"0"-18"-161,9-321 857,-8 333-1339,-1-1 1,1 0 0,-1 0 0,-1 0 0,1 1 0,-1-1 0,0 0 0,-1 0-1,1 1 1,-1-1 0,-1 1 0,1 0 0,-1-1 0,0 1 0,0 0 0,-1 1-1,0-1 1,0 1 0,0-1 0,-1 1 0,0 0 0,0 1 0,0-1 0,0 1 0,-1 0-1,0 1 1,1-1 0,-2 1 0,-4-2-13,4 3 0,-1 1 0,0 0 0,0 1 0,0 0 0,0 0 0,0 1 0,0 0 0,0 0 0,0 0 0,1 1 0,-1 1 0,0-1 0,1 1 0,0 0 0,0 1 0,0 0 0,0 0 0,0 1 0,1-1 0,0 1 0,0 1 0,0-1 0,-3 5 0,-10 11 0,2 1 0,1 0 0,0 1 0,2 1 0,0 0 0,-1 8 0,-2 3 0,1 1 0,2 1 0,1 0 0,2 1 0,2 0 0,1 1 0,2 0 0,2 0 0,1 0 0,2 1 0,3-32 0,0 0 0,1 0 0,-1 0 0,2-1 0,-1 1 0,1-1 0,0 0 0,0 0 0,1 0 0,0-1 0,0 0 0,1 0 0,0 0 0,0 0 0,0-1 0,1 0 0,-1-1 0,1 1 0,0-1 0,1 0 0,-1-1 0,1 0 0,-1 0 0,1-1 0,0 0 0,0 0 0,0 0 0,0-1 0,0-1 0,0 1 0,1-1 0,-1-1 0,0 0 0,0 0 0,0 0 0,1-1 0,7-4 0,0-1 0,0-1 0,-1 0 0,0-1 0,-1-1 0,1 0 0,-2-1 0,0-1 0,0 0 0,-1 0 0,0-2 0,-1 1 0,-1-1 0,0-1 0,-1 0 0,-1 0 0,0-1 0,1-3 0,10-26-339,-1 0-1,-3-2 1,-1 0 0,-3 0-1,-1-1 1,-3-1 0,0-17 339,-2-52-3706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1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1 11450,'0'0'15104,"0"0"-11365,0 0-3032,0 0-90,0 0-96,0 0-172,-8 24-114,-126 316-190,94-242-45,-141 285 0,181-382-34,0 0 0,0 0 1,0 0-1,0 0 0,0 0 0,-1 1 0,1-1 1,0 0-1,-1 0 0,1 0 0,-1 0 0,1 0 0,-1 0 1,0 0-1,1-1 0,-1 1 0,0 0 0,0 0 1,1 0-1,-1-1 0,0 1 0,0 0 0,0-1 1,0 1-1,0-1 0,0 1 0,0-1 0,0 1 1,0-1-1,0 0 0,0 1 0,0-1 0,0 0 0,-1 0 1,1 0-1,0 0 0,0 0 0,0 0 0,0 0 1,0 0-1,0-1 0,0 1 0,-1 0 0,1-1 1,0 1-1,0 0 0,0-1 0,0 0 0,0 1 1,1-1-1,-1 1 0,0-1 0,0 0 0,0 0 34,-1-32-4167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1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486 333 9962,'0'0'16646,"0"0"-12735,0 0-3345,8-21-83,60-159 307,-66 177-780,0 0 0,0-1 0,0 1 0,-1 0 0,1-1-1,-1 1 1,0-1 0,0 0 0,0 1 0,-1-1 0,1 0 0,-1 1 0,0-1 0,0 0 0,0 0 0,0 1 0,-1-1 0,1 0 0,-1 1 0,0-1 0,0 0 0,-1 1 0,1-1 0,-1 1 0,1 0 0,-1 0 0,0-1 0,-1 1 0,1 0 0,0 1 0,-1-1 0,1 0 0,-1 1 0,0-1 0,0 1 0,0 0 0,0 0 0,-1 0 0,1 0 0,0 1 0,-1-1-10,-9 2 0,1 0 0,-1 0 0,0 1 0,1 1 0,-1 0 0,1 1 0,-1 0 0,1 1 0,0 0 0,1 1 0,-1 0 0,1 1 0,0 0 0,0 1 0,1 0 0,0 1 0,0 0 0,0 0 0,-5 8 0,-15 15 0,1 1 0,2 2 0,1 1 0,1 1 0,2 3 0,6-15 0,2 1 0,1 0 0,1 2 0,1-1 0,1 2 0,2-1 0,1 1 0,1 1 0,1-1 0,1 1 0,1 16 0,3-19 0,0-20 0,0-1 0,0 1 0,0-1 0,1 1 0,0 0 0,0-1 0,0 1 0,1 0 0,0-1 0,0 1 0,0-1 0,1 1 0,-1-1 0,1 0 0,1 1 0,-1-1 0,1 0 0,0-1 0,0 1 0,0 0 0,1-1 0,0 0 0,-1 1 0,1-2 0,1 1 0,-1 0 0,1-1 0,1 1 0,1-1 0,1-1 0,0 0 0,-1 0 0,1 0 0,0-1 0,0-1 0,0 1 0,0-1 0,1 0 0,-1-1 0,0 0 0,-1 0 0,1-1 0,0 0 0,0-1 0,-1 1 0,1-1 0,-1-1 0,0 1 0,0-1 0,0-1 0,0 1 0,-1-1 0,0 0 0,1-1 0,13-12 0,-1-1 0,0 0 0,-2-2 0,0 0 0,-1-1 0,12-22 0,-14 17-95,0 0-1,-2-1 1,-1-1 0,-1 0-1,-1 0 1,-2-1 0,-1 0-1,-1 0 1,-2 0-1,0-14 96,-2-60-3652,-1 5-8938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11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527 0 27134,'0'0'3195,"0"0"-2188,0 0-490,0 0 44,-14 17-257,-74 120-255,-30 113-49,-51 68 0,84-163 0,39-65 0,40-109-237,6-21-950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12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1 28918,'0'0'1569,"0"0"-1337,-88 116 72,46-47 200,-4 8-48,5 4-120,-5 4-120,0-2-72,2-4-56,2-8-88,7-10 0,11-12 0,15-13 0,9-13 0,18-17-328,56-29-384,-1-23-1201,1-13-11890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12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0 30767,'0'0'1336,"0"0"-1008,-103 150-8,57-77-304,4 2-16,1 2 0,-1 4 0,2 0 0,5-2 0,-2 6-360,11-22-1096,8-22-2713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1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22429,'0'0'9402,"0"0"-8770,0 0-496,0 0 32,-20 118-168,33-70 0,9 5 0,2 2 0,0-3 0,-6-5 0,-7-15 0,-7-15-2721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13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0 29654,'0'0'849,"0"0"-449,0 0 80,-59 123-8,33-39-104,-14 39-112,-8 35-96,-3 11-80,3-15-80,18-45-384,5-42-992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26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29646,'0'0'1377,"0"0"-1225,0 0 152,-22 152 160,9-83-128,-3 12-168,-6 24-96,7-9-64,-5 7-8,-13 37-120,9-37-664,0-9-2089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2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126 199 24661,'0'0'3233,"0"0"-1217,0 0-1154,-19-7-262,-61-26-9,54 19-110,34 7-158,232 51-323,-181-31 0,1-2 0,0 3 0,-2 3 0,0 2 0,-1 2 0,30 18 0,-82-38 0,-1 1 0,1 0 0,-1 0 0,0 0 0,0 0 0,0 1 0,0-1 0,0 1 0,0 0 0,-1 0 0,1 1 0,-1-1 0,0 1 0,0-1 0,0 1 0,-1 0 0,1 0 0,-1 1 0,0-1 0,0 0 0,0 1 0,-1-1 0,0 1 0,1-1 0,-2 1 0,1 0 0,0 0 0,-1-1 0,0 1 0,0 0 0,-1 0 0,1-1 0,-1 1 0,0 0 0,0-1 0,-1 1 0,1-1 0,-1 1 0,0-1 0,-1 2 0,-14 12 0,0-1 0,-1 0 0,-1-2 0,-1 0 0,0-1 0,-1-1 0,0-1 0,-1-1 0,-4 2 0,17-9 0,-41 23-75,-2-2 0,-1-2-1,-1-3 1,0-2 0,-14 0 75,-16-13-1447,66-6-515</inkml:trace>
  <inkml:trace contextRef="#ctx0" brushRef="#br0" timeOffset="281.719">996 0 27854,'0'0'1904,"0"0"-1448,0 0-7,0 0 15,116 85-24,-105-57-184,-6 1-96,-5 3 16,0-1-56,-24 5-16,-16 3-56,-12 9-16,-19 7-32,-8 8-200,-4 6-144,2 12-184,26-18-721,27-22-1175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27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 30110,'0'0'801,"0"0"-513,0 0-128,0 0 288,-55 112-40,31-52-128,0 9-56,-7 10-176,-2 7-48,-2 5 0,0 0 0,-2-4 0,13-12 0,4-16 0,16-16-152,19-33-384,22-10-240,7-4-1105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2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0 24821,'0'0'6114,"0"0"-5506,-20 117-8,-2-46-16,-6 9-544,-9 19-40,-9 21 0,0-7 0,4-15 0,5-11 0,17-2 0,5-10-360,6-18-1296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28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31263,'0'0'816,"0"0"-400,0 0-144,0 0-272,46 105 0,-19-56 0,-6-4-80,-1-7-1552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29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0 27430,'0'0'983,"0"0"-282,0 0-130,0 0 17,0 0-69,-6 21-40,-90 231 572,-151 188-635,244-434-444,1-4-8,0 0-1,0 1 1,0-1 0,0 1 0,1 0 0,-1 0 0,1 0 0,-1 0 0,1 0 0,0 0 0,0 0 0,0 0 0,1 0-1,-1 0 1,1 1 0,0-1 0,0 0 0,0 0 0,0 0 0,0 1 0,1-1 0,-1 0 0,1 0 0,0 0 0,0 0 0,0 0-1,1 0 1,-1 0 0,1 0 0,-1 0 0,1 0 0,0-1 0,0 1 0,0-1 0,0 0 0,1 1 36,41 1-1483,7-3-1143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29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29230,'0'0'1345,"0"0"-953,0 0 176,-30 134 56,6-75-168,-7 4-304,0-2-152,3-1 0,1-7 0,8-8 0,1-5 0,12-9 0,6-7-432,15-22-296,16-2-1073,6-4-4056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29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0 30390,'0'0'1289,"0"0"-1089,0 0 288,0 0-88,4 140-400,-17-84 0,-15 9 0,-10 8 0,-10 4 0,0 0 0,0 19 0,13-19-288,13-20-2121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3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591 169 27270,'0'0'1189,"0"0"-554,0 0-295,0 0 312,0 0 135,0-12-428,4-90 52,-4 100-400,1 1 0,0-1 0,-1 1 1,1-1-1,-1 0 0,1 0 0,-1 1 0,0-1 1,0 0-1,1 0 0,-1 1 0,-1-1 1,1 0-1,0 0 0,0 1 0,-1-1 0,1 0 1,-1 1-1,1-1 0,-1 0 0,0 1 0,0-1 1,1 1-1,-1-1 0,0 1 0,0-1 1,-1 1-1,1 0 0,0 0 0,0-1 0,-1 1 1,1 0-1,0 0 0,-1 0 0,0 0-11,-66 5 129,36 9-116,0 2 1,1 1-1,1 2 0,0 0 0,1 2 0,1 2 0,1 0 1,-9 12-14,15-17 9,1 1-1,1 2 1,0 0 0,2 0 0,0 2 0,2 0 0,0 1 0,1 0 0,2 1 0,0 1 0,2 0 0,0 1 0,2-1 0,1 2 0,1-1 0,1 1 0,-1 19-9,6-40 0,-1 0 0,1 1 0,0-1 0,0 0 0,1 0 0,0 1 0,0-1 0,0 0 0,1 0 0,0 0 0,0 0 0,0 0 0,1-1 0,0 1 0,0-1 0,0 1 0,1-1 0,0 0 1,0-1-1,0 1 0,1 0 0,-1-1 0,1 0 0,0 0 0,0-1 0,1 0 0,0 1 0,12 2-2,0 0 0,0-1 0,0-1 0,1-1 1,-1-1-1,1-1 0,0 0 0,-1-1 0,1-1 0,0-1 0,-1 0 1,1-2-1,-1 0 0,0-1 0,16-7 2,-7 2-18,-1-2 1,-1 0-1,0-2 1,-1-1-1,0-1 1,-2-1-1,1-1 1,-2-1-1,-1 0 1,0-2-1,-1-1 18,-10 11 3,0 0-1,0-1 1,-2 0 0,1-1-1,-1 1 1,-1-2 0,0 1-1,-1-1 1,0 1 0,-1-1-1,-1-1 1,0 1-1,-1 0 1,-1-1 0,0 1-1,-1-1 1,0 1 0,-1-1-1,-1 1 1,-1-1 0,1 1-1,-4-6-2,2 9 0,-1 1-1,-1-1 1,0 1 0,0 0-1,-1 1 1,-1 0-1,1 0 1,-1 0-1,-1 1 1,1 0 0,-1 1-1,-1 0 1,1 0-1,-1 1 1,-1 0-1,1 1 1,-1 0-1,0 1 1,0 0 0,0 1-1,0 0 1,-1 0-1,1 2 1,-1-1-1,1 1 1,-1 1 0,0 0-1,0 1 1,9 0-73,0-1 0,0 1-1,0 1 1,0-1-1,0 0 1,0 1 0,0-1-1,0 1 1,1 0 0,-1 0-1,1 0 1,-1 0 0,1 1-1,0-1 1,0 0 0,0 1-1,0 0 1,0-1 0,1 1-1,-1 0 1,1 0 0,0 0-1,0 0 1,0 0-1,0 0 1,0 0 0,1 1-1,-1-1 1,1 0 0,0 0-1,0 0 1,0 1 0,1-1-1,-1 1 74,-1 30-3948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37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28022,'0'0'1106,"0"0"-216,0 0-283,0 0-99,0 0-108,0 0-177,-9 3-140,2-2-70,4 0-6,1-1-1,-1 0 1,1 1-1,-1 0 1,1 0-1,0 0 1,-1 0 0,1 0-1,0 0 1,0 0-1,-1 1 1,1-1-1,0 1 1,0 0-1,1-1 1,-1 1 0,0 0-1,0 0 1,1 0-1,0 0 1,-1 1-1,1-1 1,0 0 0,-1 3-7,-243 531 357,227-431-1347,28-78-497,15-14-1301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37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609 184 30062,'0'0'681,"0"0"-403,0 0-138,2-20 63,1-66-88,-4 82-113,0 0 1,-1 0-1,0 0 0,1 0 1,-2 0-1,1 0 1,0 1-1,-1-1 1,1 1-1,-1 0 0,0 0 1,0 0-1,0 0 1,-1 0-1,1 0 1,-1 1-1,1 0 1,-1 0-1,0 0 0,0 0 1,0 0-1,0 1 1,0 0-1,0 0 1,0 0-1,0 0 0,-1 1 1,1-1-1,0 1 1,-4 1-3,5-2 0,-16-1 13,-1 1-1,1 1 0,-1 1 1,1 0-1,0 1 1,-1 1-1,1 1 1,0 1-1,1 1 1,-1 0-1,1 2 1,0 0-1,1 0 1,0 2-1,0 0 0,1 1 1,1 1-1,0 0 1,0 1-1,1 1 1,1 0-1,0 1 1,1 0-1,0 1 1,2 0-1,0 1-12,1-2 6,0 0 0,2 0 0,0 0 0,0 1 0,2 0 1,0 1-1,1-1 0,0 1 0,1-1 0,1 1 0,1 5-6,0-19 0,1 0 0,-1 0 0,1-1-1,0 1 1,0 0 0,0 0 0,0 0 0,1 0 0,-1 0 0,1 0 0,-1 0 0,1 0 0,0 0-1,1 0 1,-1-1 0,0 1 0,1 0 0,-1-1 0,1 1 0,0-1 0,0 0 0,0 1 0,0-1-1,0 0 1,0 0 0,1 0 0,-1-1 0,1 1 0,-1-1 0,1 1 0,-1-1 0,1 0 0,0 0 0,0 0-1,0 0 1,0 0 0,0-1 0,0 1 0,0-1 0,0 0 0,1 0 0,20-3-2,-1 0 1,1-2-1,-1-1 1,0-1 0,-1 0-1,0-2 1,0-1-1,0-1 1,-2 0-1,1-2 1,-2 0-1,1-1 1,-2-1 0,0-1-1,-1-1 1,0 0-1,5-9 2,-7 12-21,133-156-2582,-120 125-2714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38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579 206 28774,'0'0'1256,"0"0"-599,0 0-357,0 0-44,0 0-36,-12-18-110,-67-96-40,70 106-58,-1 0 1,0 1-1,0 0 1,0 1-1,0 0 1,-1 1-1,0 0 1,-1 1-1,1 0 1,-1 0-1,1 1 1,-1 1-1,0 0 1,0 1-1,0 0 1,0 1-1,0 0 1,0 1-1,0 0 1,0 1-1,0 0 1,0 1-1,0 0 1,1 1-1,0 1 1,0-1-1,0 2 1,0 0-1,-1 1-11,0 1 7,1 1 1,0 0-1,0 1 1,0 0 0,1 1-1,1 0 1,0 1 0,1 0-1,0 0 1,0 0 0,2 1-1,-1 1 1,2-1-1,0 1 1,0 0 0,1 0-1,1 0 1,0 0 0,1 1-1,1-1 1,0 1 0,1 0-1,1 8-8,0-16 1,0 1 0,0-1 0,0 0 0,1 1 0,0-1 0,0 0 0,1 0-1,0 0 1,0 0 0,1-1 0,0 1 0,0-1 0,0 0 0,1 0 0,0 0 0,0-1 0,0 0-1,1 0 1,0 0 0,0-1 0,0 1 0,0-1 0,1-1 0,0 1 0,-1-1 0,1-1 0,0 1 0,1-1-1,-1 0 1,0-1 0,7 1-1,3 1 8,0-1 0,0-1 0,1 0 0,-1-1 0,0-1 0,0-1 0,0-1 0,0 0 0,-1-1 0,1 0 0,-1-2 0,0 0 0,0-1 0,-1 0 0,0-1 0,0-1 0,-1-1 0,0 0 0,2-2-8,264-213-795,-209 175-580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38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28206,'0'0'2673,"0"0"-2161,0 0-304,0 0 136,-48 132 88,24-70-184,-7 10-144,-2 7-64,0 6-40,7-6-232,17-12-400,9-19-961,0-29-8417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38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 30350,'0'0'721,"0"0"-465,0 0-8,-55 136 120,27-71-48,-9 8-152,-5 8-136,-2 0-32,-6 25-192,10-21-296,16-22-1169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3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724 207 29814,'0'0'785,"0"0"-388,-6-22-216,-21-70 13,25 86-182,-1 0 0,0 0 1,-1 1-1,0-1 1,0 1-1,0 0 0,0 0 1,-1 0-1,0 1 0,0-1 1,0 1-1,0 0 0,-1 1 1,0-1-1,1 1 1,-1 0-1,0 1 0,-1-1 1,1 1-1,0 0 0,-1 1 1,1-1-1,-1 2 0,1-1 1,-1 0-1,0 1 0,1 1 1,-1-1-1,0 1 1,1 0-1,-1 0 0,1 1 1,0 0-1,-1 0 0,1 0 1,0 1-1,-2 1-12,-20 8 33,-1 2 0,2 0 0,0 2 0,1 1 1,1 1-1,1 2 0,0 0 0,1 1 0,1 1 0,-7 11-33,12-18 10,0 0 1,2 0-1,-1 2 1,2 0-1,0 1 1,1 0-1,1 1 1,1 0-1,0 1 0,2 0 1,0 1-1,1 0 1,1 0-1,2 1 1,0 0-1,1 0 1,1 0-1,1 0 1,0 10-11,3-28-1,-1 0 1,1 1 0,0-1 0,0 0 0,1 0 0,-1-1 0,1 1-1,0 0 1,0 0 0,0-1 0,0 1 0,1-1 0,0 0-1,-1 0 1,1 0 0,0 0 0,0 0 0,1 0 0,-1-1 0,0 0-1,1 0 1,0 0 0,-1 0 0,1 0 0,0-1 0,0 1 0,0-1-1,0 0 1,0 0 0,0-1 0,1 1 0,-1-1 0,0 0 0,9 1-5,0-1 1,0-1 0,0 0 0,-1 0 0,1-1 0,0-1-1,-1 0 1,0-1 0,0 0 0,8-4 4,22-19-70,-2-1 0,-1-1 0,-1-3 0,-2-1 0,-1-1 0,-2-3 0,-1 0 0,-2-2 0,-2-1 1,17-32 69,-10 21-553,7-9-1724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39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30086,'0'0'1193,"0"0"-969,0 0-48,0 0 32,0 0-40,7 118-80,-9-74-88,-38 27-184,5-10-536,-2-8-2249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4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1 29462,'0'0'1361,"0"0"-897,0 0-160,0 0-120,-131 91-128,87-60-56,-22 18-264,9-7-937,7-7-5320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4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593 0 28934,'0'0'1170,"0"0"-643,0 0-170,-18 19 60,-186 214 502,158-181-890,2 2 0,3 2-1,2 1 1,3 2 0,2 2 0,3 1-1,3 1 1,2 2 0,0 11-29,23-71-92,0 1 1,1 0-1,0-1 0,0 1 1,0 0-1,0 0 0,1 0 1,0 0-1,1 1 0,-1-1 1,1 0-1,0 0 0,1 0 1,-1 1-1,1-1 0,0 0 1,1 0-1,-1 0 0,1 0 1,1-1-1,-1 1 0,1 0 1,0-1-1,0 0 0,1 1 1,-1-1-1,1-1 0,0 1 1,0 0-1,1-1 0,0 0 1,-1 0-1,1-1 0,4 3 92,40 2-1956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4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353 262 26694,'0'0'1604,"0"0"-452,9-20-333,26-65-192,-31 76-556,-1 0 1,0 0-1,-1 0 0,0-1 0,0 1 1,-1-1-1,0 1 0,0-1 1,-1 1-1,-1-1 0,0-7-71,-2 14 4,0 0 0,1 0 0,-1 0 1,0 0-1,-1 1 0,1 0 0,0-1 0,-1 1 0,1 0 0,-1 0 0,0 1 1,0-1-1,1 1 0,-1 0 0,0 0 0,0 0 0,0 1 0,0-1 0,0 1 0,0 0 1,0 0-1,0 0 0,-1 1 0,1-1 0,0 1 0,1 0 0,-1 0 0,0 1 1,0-1-1,0 1 0,1 0 0,-1 0 0,1 0 0,-3 2-4,-17 7 0,2 2-1,-1 0 1,2 1-1,0 1 1,1 1-1,0 1 1,1 0-1,1 2 1,1 0-1,1 0 1,0 2-1,1 0 1,2 0-1,-2 6 1,11-23-1,1-1-1,0 1 0,0 0 0,0 0 0,1 0 0,-1 0 0,1 0 0,0 0 0,0 1 0,0-1 0,1 0 0,-1 1 0,1-1 1,0 0-1,1 1 0,-1-1 0,1 0 0,-1 1 0,1-1 0,1 0 0,-1 0 0,0 0 0,1 0 0,0 0 0,0 0 0,0 0 0,2 1 2,7-1-5,0 0 0,0 0 0,1-1 0,-1-1 0,1 0 0,0 0 0,0-1 0,0-1-1,0 0 1,-1-1 0,1 0 0,9-2 5,12-3-93,0-1 0,-1-1 0,1-2 0,-2-2-1,28-13 94,-45 19-51,64-28-669,-11 2-833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42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557 235 27206,'0'0'1051,"0"0"-232,0 0-361,0 0-56,-1-20-45,-4-123 78,3 141-431,0 0-1,0-1 1,0 1 0,0 0 0,0 0 0,0 0-1,0 1 1,-1-1 0,1 0 0,-1 1 0,1 0-1,-1-1 1,0 1 0,1 0 0,-1 0 0,0 1-1,0-1 1,0 0 0,0 1 0,1 0 0,-1 0-1,0 0 1,0 0 0,0 0 0,0 0 0,0 1-1,0-1 1,0 1 0,1 0 0,-1 0 0,0 0-1,1 0 1,-1 1-4,-29 8 32,1 2-1,0 1 0,1 2 0,1 1 1,1 1-1,0 1 0,1 1 0,1 2 1,1 1-1,0 0 0,-16 22-31,31-34 15,0 0-1,0 0 1,1 1-1,1 0 1,0 1-1,0-1 1,1 1-1,0 1 1,2 0 0,-1 0-1,1 0 1,1 0-1,0 1 1,1-1-1,1 1 1,0 0-1,1 0 1,0 10-15,2-19 1,0 0 0,0-1 0,0 1 0,0-1 1,1 1-1,0-1 0,0 0 0,0 0 0,1 0 1,-1 0-1,1 0 0,0 0 0,0-1 0,0 1 1,1-1-1,-1 0 0,1 0 0,-1 0 0,1-1 0,0 1 1,0-1-1,1 0 0,-1 0 0,0 0 0,1-1 1,-1 1-1,1-1 0,2 0-1,139 12 28,-125-13-25,9 2-10,0-2 0,0-2 0,0 0 0,-1-2 1,1-1-1,-1-2 0,0 0 0,0-2 0,-1-2 0,0 0 1,-1-2-1,0 0 0,-1-2 0,0-2 0,-2 0 1,0-1-1,20-21 7,-36 31 1,0 0 1,-1 0-1,-1-1 0,0 0 1,0 0-1,0-1 1,-1 1-1,-1-1 1,0 0-1,0-1 1,-1 1-1,0-1 1,-1 1-1,0-1 0,0 0 1,-2 0-1,1 0 1,-1 0-1,-1 0 1,0 0-1,0 1 1,-1-1-1,-1 0 0,-2-7-1,-5 0-86,-1 1-1,-1 0 0,0 1 1,-2 0-1,1 1 0,-2 1 1,-9-7 86,-35-29-1333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4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30094,'0'0'689,"0"0"-505,0 0-72,198 0 104,-56 0-48,44 2-160,5 6-8,-44-1-528,-42-5-1969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4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579 1 29942,'0'0'953,"0"0"-417,0 0-64,-92 157 40,57-84-160,-5 6-352,-2 8 0,-4 6 0,-2-1 0,4 3 0,5 12-296,10-22-944,16-28-4954</inkml:trace>
  <inkml:trace contextRef="#ctx0" brushRef="#br0" timeOffset="1216.04">0 1172 28422,'0'0'1040,"0"0"-352,0 0-424,0 0 1,0 0 71,147-4-120,-20-11-120,55-11-32,28 0-8,21 1-16,10 5-40,-9-2-232,-48 6-1129,-33-3-4168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58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25645,'0'0'2025,"0"0"-1025,0 0-184,0 0-112,0 0-215,0 0-169,0 0 8,8 81-32,-8-12-120,0 10-80,0 7-72,0 5-24,0 2-88,0 19-312,20-21-817,0-24-4232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0:57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1016 27182,'0'0'2544,"0"0"-1823,0 0-345,0 0 112,0 0-48,0 0-224,-24 58-144,63-58 0,16-8 0,6-12-32,7-4-16,2 1-24,3-3-160,12 0-344,-17 7-1025,-22 1-8713</inkml:trace>
  <inkml:trace contextRef="#ctx0" brushRef="#br0" timeOffset="277.388">641 442 25766,'0'0'4977,"0"0"-4657,0 0-224,133-71-16,-73 40 112,-6 3-96,1 8-96,0 13-352,-18 5-1177,-15 2-6616</inkml:trace>
  <inkml:trace contextRef="#ctx0" brushRef="#br0" timeOffset="557.881">877 504 21709,'-62'234'9066,"45"-156"-8816,5 0 1,2 0 0,4 1 0,4 0 0,3 0 0,4 9-251,-3-63 17,1-1-1,1 1 0,1-1 0,1 0 1,1-1-1,1 1 0,1-1 1,1-1-1,9 14-16,-16-31 1,1 0-1,0 0 1,1 0-1,-1 0 1,1 0-1,0-1 1,0 0 0,0 0-1,1-1 1,-1 1-1,1-1 1,0 0 0,0-1-1,0 1 1,0-1-1,1-1 1,-1 1 0,0-1-1,1 0 1,-1 0-1,1-1 1,-1 0 0,1 0-1,-1 0 1,1-1-1,-1 0 1,1-1 0,-1 1-1,0-1 1,1 0-1,-1-1 1,0 1 0,-1-1-1,1 0 1,0-1-1,4-3 0,6-9-221,1-1 0,-2-1 0,-1 0-1,0-1 1,-1 0 0,-1-1 0,-1-1-1,-1 0 1,0 0 221,20-47-2723</inkml:trace>
  <inkml:trace contextRef="#ctx0" brushRef="#br0" timeOffset="807.992">1094 1003 29390,'0'0'1481,"0"0"-1201,0 0-168,0 0 192,0 0 0,154-40-192,-86 20-112,30-13-192,-17 7-608,-13-1-2297</inkml:trace>
  <inkml:trace contextRef="#ctx0" brushRef="#br0" timeOffset="974.179">1673 504 30759,'0'0'680,"0"0"-488,0 0 176,66 130 48,-22-79-160,8 4-160,3 4-96,-5 1 0,-8-1 0,-5-4-48,-10-8-328,-10-13-256,-8-30-192,-7-4-753,-2-12-3648</inkml:trace>
  <inkml:trace contextRef="#ctx0" brushRef="#br0" timeOffset="1141.276">1923 456 30294,'0'0'865,"-57"113"-449,11-11-40,-7 28 8,9-5-224,20-27-160,16-9-240,8-38-440,0-15-1505</inkml:trace>
  <inkml:trace contextRef="#ctx0" brushRef="#br0" timeOffset="1873.92">1890 1 29990,'0'0'702,"0"0"-394,0 0-179,0 0 118,0 0 40,21 1-133,134 16-58,-143-17-100,0 1 0,0 0-1,-1 1 1,1 0-1,0 1 1,-1 0 0,1 1-1,-1 1 1,0-1-1,-1 2 1,1 0 0,-1 0-1,0 0 1,0 2-1,-1-1 1,0 1 0,0 0-1,-1 1 1,0 0-1,-1 0 1,0 1 0,0 0-1,4 9 5,4 25 57,-2 0 0,-2 1 0,-1 0 0,-3 1 0,-2 0 0,-1 17-57,3 8 56,33 336-995,-37-363-638</inkml:trace>
  <inkml:trace contextRef="#ctx0" brushRef="#br0" timeOffset="2140.22">2076 1293 30887,'0'0'656,"0"0"-584,0 0 112,0 0 264,134-69-200,-68 29-168,6-1-80,16-9-248,-16 11-760,-21 3-1993</inkml:trace>
  <inkml:trace contextRef="#ctx0" brushRef="#br0" timeOffset="2423.657">2826 360 25758,'0'0'5585,"0"0"-5185,0 0-312,0 0-56,0 0 32,0 0-64,0 0-344,31 120-288,-31-69-897,-7-2-983</inkml:trace>
  <inkml:trace contextRef="#ctx0" brushRef="#br0" timeOffset="2675.379">2648 807 25501,'0'0'2644,"0"0"-1365,0 0-623,0 0-291,0 0-214,0 0-62,15-12-42,-1-1-36,6-6-5,2 0 0,0 1 1,0 2-1,2 0 1,0 1-1,3 1-6,-27 14 6,1-1 0,0 1-1,0-1 1,0 1 0,-1 0-1,1 0 1,0-1 0,0 1-1,0 0 1,0 0 0,0 0-1,-1 0 1,1 0 0,0 0-1,0 0 1,0 0 0,0 1-1,0-1 1,-1 0 0,1 0-1,0 1 1,0-1 0,0 0 0,-1 1-1,1-1 1,0 1 0,-1-1-1,1 1 1,0-1 0,-1 1-1,1 0 1,-1-1 0,1 1-1,0 0 1,-1-1 0,0 1-1,1 0 1,-1 0 0,1 0-1,-1-1 1,0 1 0,0 0-1,1 0 1,-1 0 0,0 0-1,0-1 1,0 1 0,0 0-1,0 0 1,0 0 0,0 0-1,0 0 1,-1-1 0,1 1 0,0 0-1,0 0 1,-1 0 0,1 0-1,0-1 1,-1 1 0,0 0-6,-18 62 208,-262 537-1418,244-529-1182,29-65-2529</inkml:trace>
  <inkml:trace contextRef="#ctx0" brushRef="#br0" timeOffset="2840.674">2817 1040 29446,'0'0'977,"0"0"-433,0 146-88,0-85-48,0-4-264,0-7-144,0-13-56,16-9-216,-3-16-24,2-10-160,0-2-241,-1-8-167,12-40-176,-6 3-1801,-3-2-10938</inkml:trace>
  <inkml:trace contextRef="#ctx0" brushRef="#br0" timeOffset="3006.516">3045 886 26022,'0'0'2736,"0"0"-1648,0 0-279,0 0-265,0 0-200,0 0-120,-92 130-88,83-92-16,9-5-56,0-5-32,5-8-32,14-8-16,1-6-104,4-6-144,16-2-208,-12-18-801,1-2-2143</inkml:trace>
  <inkml:trace contextRef="#ctx0" brushRef="#br0" timeOffset="3190.515">3091 484 30230,'0'0'777,"0"0"-497,0 0 264,9 128-16,13-41-216,9 35-216,1 32-96,1 16 0,-4-9 0,-12-34 0,-6-44 0,-2-30 0,-5-24-328,1-7-72,-3-14-232,0-6-777,-2-2-2607</inkml:trace>
  <inkml:trace contextRef="#ctx0" brushRef="#br0" timeOffset="3473.836">3249 1022 29998,'0'0'897,"0"0"-321,0 0-48,112 30-96,-75-2-240,5 5-192,6 24-112,-11-5-568,-8-9-1521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522 174 26910,'0'0'3080,"0"0"-2150,0 0-419,0 0 97,0 0-125,-16-4-270,-49-16-181,63 19-32,0 0 0,0 0 0,0 0 0,0-1 0,1 1 0,-1 0 0,0-1 0,1 1 0,-1-1 0,1 1 0,0-1 0,-1 0 0,1 0 0,0 0 0,0 1 0,0-1 0,0 0 0,0 0 0,1 0 0,-1-1 0,1 1 0,-1 0 0,1 0 0,0 0 0,0 0 0,0-1 0,-3-9 0,2 7 0,0 0 0,-1 0 0,0 1 0,0-1 0,0 0 0,-1 1 0,1 0 0,-1-1 0,0 1 0,0 0 0,-1 1 0,1-1 0,-1 1 0,0-1 0,0 1 0,0 0 0,0 0 0,0 1 0,-1-1 0,1 1 0,-1 0 0,0 0 0,1 1 0,-1-1 0,0 1 0,0 0 0,0 0 0,0 1 0,0 0 0,-4 0 0,-1-1 0,0 1 0,0 1 0,0 0 0,0 0 0,1 1 0,-1 0 0,0 1 0,1 0 0,0 0 0,-1 1 0,1 0 0,1 1 0,-1 0 0,1 0 0,0 1 0,0 0 0,0 1 0,1 0 0,0 0 0,0 0 0,1 1 0,-4 5 0,-2 5 0,1 0 0,1 1 0,0 1 0,2-1 0,0 1 0,1 1 0,1-1 0,1 1 0,1 0 0,1 0 0,1 1 0,0-1 0,2 0 0,0 1 0,2-1 0,2 15 0,-3-29 0,-1 0 0,1-1 0,0 1 0,0 0 0,1-1 0,0 1 0,0-1 0,0 1 0,1-1 0,0 0 0,0 0 0,1 0 0,0 0 0,0-1 0,0 1 0,1-1 0,-1 0 0,1-1 0,0 1 0,1-1 0,-1 0 0,1 0 0,0-1 0,0 1 0,0-1 0,0-1 0,1 1 0,-1-1 0,1 0 0,-1 0 0,1-1 0,0 0 0,-1 0 0,1-1 0,0 0 0,0 0 0,0 0 0,-1-1 0,1 0 0,0 0 0,0-1 0,-1 0 0,5-2 0,8-8 0,-1-1 0,-1 0 0,0-1 0,0-1 0,-2-1 0,0-1 0,-1 0 0,0 0 0,5-11 0,-3 7-130,0-1 1,-2 0-1,0-1 0,-2 0 1,0-1-1,-2 0 0,0-1 1,-2 0-1,-1-1 0,-1 0 1,-1 0-1,-1 0 0,-1-16 130,-3 34-2283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0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409 246 26398,'0'0'3852,"0"0"-2650,0 0-671,0 0 26,-14-20-353,-46-67-181,52 75-23,0 0 0,0 1 0,-2 0 0,1 0 0,-1 1 0,-1 0 0,0 1 0,0 0 0,-1 0 0,0 2 0,-10-6 0,18 11 0,0 0 0,0 0 0,0 0 0,0 1 0,-1-1 0,1 1 0,0 0 0,-1 0 0,1 1 0,-1-1 0,1 1 0,-1 0 0,1 0 0,-1 1 0,1-1 0,-1 1 0,1 0 0,0 0 0,-1 1 0,1-1 0,0 1 0,0 0 0,0 0 0,0 0 0,0 1 0,0-1 0,1 1 0,-1 0 0,1 0 0,0 0 0,0 1 0,0-1 0,0 1 0,1-1 0,-1 1 0,1 0 0,0 0 0,0 0 0,0 0 0,1 1 0,-1 1 0,-9 24 0,1 0 0,2 1 0,1 0 0,2 1 0,1 0 0,1 0 0,1 0 0,2 0 0,2 0 0,1 1 0,-4-27 0,1 0 0,-1 1 0,1-1 0,1 0 0,-1 0 0,1 0 0,0 0 0,1 0 0,-1 0 0,1 0 0,0 0 0,1-1 0,-1 1 0,1-1 0,0 1 0,1-1 0,-1 0 0,1 0 0,0-1 0,0 1 0,1-1 0,-1 0 0,1 0 0,0 0 0,0-1 0,0 1 0,1-1 0,-1 0 0,1-1 0,-1 0 0,1 1 0,0-2 0,0 1 0,0-1 0,0 0 0,0 0 0,0-1 0,1 1 0,-1-1 0,0-1 0,0 1 0,5-2 0,1-6 0,-1 1 0,0-2 0,-1 0 0,1 0 0,-2-1 0,1 0 0,-2 0 0,1-1 0,-1-1 0,-1 1 0,0-1 0,-1 0 0,0-1 0,-1 0 0,1-4 0,1-1-51,-1 0 0,0-1 0,-2 1 0,0-1 0,-1-1 0,-1 1 0,-1 0 0,-1 0 0,-1-8 51,0 8-1429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1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24725,'0'0'6362,"0"0"-5850,0 0-144,0 0 256,0 0-448,0 0-176,0 0 0,61 104 0,-50-86 0,-4 2 0,-5-4-552,-2-7-2785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2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293 196 21309,'0'0'6229,"0"0"-3661,0 0-1973,0 0-245,0 0 40,0 0-67,1-19-128,0-65-62,-1 80-126,0 0-1,0 0 1,-1 0-1,0 1 1,1-1-1,-1 0 1,-1 0 0,1 0-1,-1 1 1,1-1-1,-1 0 1,0 1-1,0 0 1,0-1-1,-1 1 1,1 0-1,-1 0 1,0 0-1,0 1 1,0-1 0,0 1-1,0 0 1,-1-1-1,1 1 1,-1 1-1,1-1 1,-1 0-1,0 1 1,1 0-1,-1 0 1,0 0-1,0 0 1,0 1 0,0-1-1,0 1 1,0 0-1,0 0 1,0 1-1,0-1 1,0 1-1,0 0 1,1 0-1,-1 0 1,0 0-1,0 1 1,1 0 0,-1-1-1,1 1 1,0 0-1,-1 1 1,1-1-1,0 1-6,-11 10 5,1 0 1,1 1-1,0 0 0,1 1 0,0 0 0,1 1 0,1 0 1,1 0-1,0 1 0,1 1 0,1-1 0,0 1 0,1 0 1,2 0-1,-1 0 0,2 1 0,1-1 0,0 1 0,1 0 0,1-1 1,1 1-1,0-1 0,4 9-5,-3-13 6,0-1-1,1 0 1,1 1-1,0-2 1,1 1 0,1-1-1,0 0 1,0 0 0,1 0-1,0-1 1,1-1 0,1 1-1,0-1 1,0-1-1,0 0 1,2-1 0,-1 0-1,10 5-5,-18-10-17,0-1-1,0 0 0,1 0 1,-1-1-1,1 1 0,0-1 1,-1 1-1,1-1 0,0 0 1,0-1-1,0 1 0,0 0 1,0-1-1,-1 0 1,1 0-1,0 0 0,0-1 1,0 1-1,0-1 0,0 0 1,0 0-1,-1-1 0,1 1 1,0-1-1,-1 1 0,1-1 1,-1 0-1,0 0 0,0-1 1,0 1-1,0-1 0,0 1 1,0-1-1,2-3 18,75-116-1858,-47 61-10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29238,'0'0'2801,"0"0"-2513,0 0 0,-2 130-136,2-85-152,0 6 0,0 5 0,0 1 0,0 20 0,6-16-1024,-4-14-1337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246 224 31855,'0'0'616,"0"0"-376,-8-20-189,-60-145-46,68 163-14,-1 0 1,1 0-1,-1 0 1,0 1-1,1-1 0,-1 0 1,0 0-1,0 0 0,0 1 1,0-1-1,0 1 1,0-1-1,-1 1 0,1-1 1,-1 1-1,1 0 0,-1-1 1,1 1-1,-1 0 1,1 0-1,-1 0 0,0 0 1,0 1-1,0-1 0,1 0 1,-1 1-1,0-1 1,0 1-1,0 0 0,0-1 1,0 1-1,0 0 0,0 0 1,0 0-1,0 1 1,0-1-1,0 0 0,0 1 1,0-1-1,1 1 0,-1 0 1,0 0-1,0-1 1,1 1-1,-3 1 9,-4 10-19,1 1 0,0-1 1,1 1-1,0 0 0,1 0 0,0 1 0,1 0 1,1 0-1,-2 13 19,0-5-8,-6 33 9,1 1 0,4-1 1,2 2-1,2 20-1,1-75 1,0 0 0,1 1 1,-1-1-1,1 0 0,-1 0 1,1 1-1,0-1 0,0 0 1,0 0-1,0 1 0,0-1 1,0 0-1,1 1 0,-1-1 0,1 0 1,0 0-1,0 0 0,0 0 1,0 1-1,0-1 0,0 0 1,0-1-1,1 1 0,-1 0 0,0 0 1,1 0-1,0-1 0,-1 1 1,1-1-1,0 0 0,0 1 1,0-1-1,0 0 0,0 0 0,0 0 1,0 0-1,0 0 0,1-1 1,-1 1-1,0-1 0,0 1 1,1-1-1,-1 0 0,1 0-1,9-4 11,-1 0 0,0-1 0,0 0 0,-1-1 0,1 0 0,-1-1 0,0 0 0,-1 0 0,0-1 0,0 0 0,-1-1 0,0 0 0,0 0 0,-1-1-1,0 0 1,-1 0 0,0 0 0,0-2-11,8-10 7,13-16-314,-2-1 0,-2-2 0,-2 0 0,-2-2 0,13-41 307,-17 30-2303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312 169 18156,'0'0'10611,"0"0"-8077,0 0-2068,0 0 23,0 0-123,-12-20-237,-64-105-113,75 124-16,0-1 0,0 0 0,0 1 0,0-1 0,0 1 0,-1 0 0,1-1 0,0 1 0,-1 0 0,1 0 0,-1 0 0,1 0 0,-1 0 0,0 0 0,0 0 0,1 0 0,-1 1 0,0-1 0,0 1 0,0-1 0,1 1 0,-1 0 0,0 0 0,0-1 0,0 1 0,0 1 0,0-1 0,0 0 0,1 0 0,-1 1 0,0-1 0,0 1 0,0-1 0,1 1 0,-1 0 0,0 0 0,1 0 0,-1 0 0,1 0 0,-1 0 0,1 0 0,-2 2 0,-52 66-13,39-37 6,1 0 0,2 1 0,1 1 0,1 0 0,2 0 0,2 1 0,1 0 0,2 0 0,1 1 0,2 23 7,0-55 0,1 1-1,-1-1 1,1 0-1,1 1 1,-1-1-1,1 0 1,-1 1 0,1-1-1,1 0 1,-1 0-1,0 1 1,1-1-1,0-1 1,0 1-1,0 0 1,1 0-1,-1-1 1,1 1-1,0-1 1,0 0-1,0 1 1,0-2-1,0 1 1,1 0 0,-1-1-1,1 1 1,0-1-1,0 0 1,0 0-1,0-1 1,1 1 0,8-2 4,1 0-1,-1-1 1,0-1 0,0 0 0,-1-1 0,1 0 0,0-1 0,-1 0-1,0-1 1,0-1 0,0 0 0,-1 0 0,1-1 0,-2 0 0,1-1 0,-1-1-1,0 0 1,-1 0 0,0 0 0,6-10-4,16-9-13,212-161-2053,-175 142-540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3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31031,'0'0'800,"0"0"-544,-6 142 120,-1-80-72,7-1-304,0-2 0,0-6 0,13-5-472,5-15-1016,-3-17-3321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293 156 28182,'0'0'2659,"0"0"-1932,0 0-490,0 0 264,-2-10-112,2 8-384,-30-99 80,30 99-90,-1 0 1,0-1 0,0 1-1,0 0 1,0 0 0,0 0 0,0 0-1,-1 0 1,1 0 0,-1 0 0,1 0-1,-1 0 1,0 1 0,0-1 0,1 1-1,-1-1 1,0 1 0,-1 0 0,1 0-1,0 0 1,0 0 0,0 0 0,-1 0-1,1 1 1,0-1 0,-1 1-1,1-1 1,0 1 0,-1 0 0,1 0-1,-1 0 1,1 0 0,0 0 0,-1 1-1,1-1 1,0 1 0,-1 0 0,1 0-1,0-1 1,0 1 0,-1 1 0,1-1-1,0 0 1,0 0 0,0 1 0,1-1-1,-1 1 5,-11 11-3,2 1 0,-1-1-1,2 2 1,0 0 0,1 0 0,0 1-1,1 0 1,1 0 0,0 1 0,2 0-1,-2 6 4,-7 17 20,2 0 0,1 1-1,3 1 1,1-1 0,2 1-1,2 0 1,1 0 0,4 29-20,0-62 1,1-1 1,0 0-1,0 0 1,0 0-1,1 0 1,0 0-1,1-1 1,0 1-1,0-1 1,0-1-1,1 1 1,0-1-1,0 0 1,1 0-1,0 0 1,0-1-1,0 0 1,0-1-1,1 0 1,0 0-1,0 0 1,0-1-1,0 0 1,1-1-1,-1 0 1,1 0-1,-1-1 1,1 0-1,0 0 1,-1-1-1,1 0 1,0-1-1,-1 0 1,1 0-1,0-1 1,-1 0-1,0 0 1,1-1-1,-1 0 0,0-1 1,3-1-2,5-5-23,-1 0 0,0-1 0,0 0 0,-1-1 0,-1-1 0,0 0 0,-1-1 0,0-1 0,-1 0 0,-1 0 0,0-1 0,-1 0 0,-1 0 0,0-1 0,-1 0 0,-1-1 0,-1 0 0,0 0 0,-2 0 0,0 0 0,0-9 23,-1-53-1197,-2 11-1260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5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0 219 28582,'0'0'974,"0"0"-122,0 0-100,0 0-111,0 0-190,0 0-163,0 5-122,2-2-165,1-1 1,-1 0 0,0 0 0,1 0-1,-1-1 1,1 1 0,0 0 0,0-1-1,-1 0 1,1 0 0,0 0 0,0 0-1,0 0 1,0 0 0,0-1 0,0 0-1,0 1 1,0-1 0,1 0 0,-1 0-1,0-1 1,0 1 0,0-1 0,0 0-1,0 1 1,0-1 0,0 0 0,-1-1-1,1 1 1,0 0 0,0-1 0,-1 0-1,3-1-1,26-5 4,123-17-4,1 7 0,1 6 0,0 7 0,65 10 0,422 36 0,549-39 0,-293-63 0,-26 1 0,777 56 0,-407-74 0,-984 70 0,-1 10 0,183 29 0,734 114 0,-1064-134 0,-11-2 0,-1 4 0,91 24 0,-133-13 0,-57-23-14,0 0 0,0-1 0,0 1 0,-1 0 1,1-1-1,0 1 0,0 0 0,0-1 0,0 1 0,-1-1 0,1 1 0,0 0 1,0-1-1,-1 1 0,1-1 0,-1 1 0,1-1 0,0 1 0,-1-1 0,1 1 1,-1-1-1,1 0 0,-1 1 0,1-1 0,-1 0 0,1 1 0,-1-1 0,0 0 1,1 0-1,-1 1 0,1-1 0,-1 0 0,0 0 0,1 0 0,-1 0 0,0 0 1,1 0-1,-1 0 0,0 0 0,1 0 0,-1 0 0,1 0 0,-1 0 0,0-1 1,1 1-1,-1 0 0,1 0 0,-1-1 0,0 1 0,1 0 0,-1-1 0,1 1 1,-1 0 13,0 0-71,-46 0-3655,-8 0-9322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6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27750,'0'0'1872,"0"0"-1520,0 0 0,0 0 225,0 0-57,-13 110-192,8-45-80,-3 2-24,-1 8-40,-4 6-80,2 2-48,2 4-56,5-5-24,4 17-248,11-20-384,6-24-1393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7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402 292 30414,'-14'-163'1373,"15"158"-1361,-1 0 0,0 0 0,0 0 1,-1 0-1,1 0 0,-1 0 0,0 0 0,-1 0 1,1 0-1,-1 0 0,0 1 0,0-1 0,-1 1 0,1-1 1,-1 1-1,0 0 0,0 0 0,0 0 0,-1 0 1,1 0-1,-1 1 0,0 0 0,0 0 0,0 0 1,0 0-1,-1 0 0,1 1 0,-1 0 0,0 0 1,1 0-1,-1 1 0,0-1 0,0 1 0,0 0 1,-5 0-13,0 5 4,1 0 0,0 0 0,0 1 1,0 0-1,1 1 0,-1 0 0,1 0 1,1 1-1,-1 0 0,1 0 0,0 1 0,1-1 1,0 2-1,0-1 0,0 1 0,1 0 1,1 0-1,0 0 0,-2 4-4,3-7 1,-17 30 0,1 2 0,1 0 0,3 1 0,1 0 0,1 1 0,3 1 0,1 0 0,-3 41-1,11-77 0,0 1 0,0-1 0,1 1 0,-1-1 0,1 1 0,1-1 0,-1 1 0,1-1 0,0 1 0,0-1 0,1 1 0,-1-1 0,1 0 0,0 0 0,1 0 0,-1 0 0,1 0 0,0 0 0,0-1 0,1 1 0,-1-1 0,1 0 0,0 0 0,0 0 0,0-1 0,1 1 0,-1-1 0,1 0 0,0-1 0,0 1 0,0-1 0,0 0 0,0 0 0,2 1 0,10-3-66,0 1 0,-1-2 0,1 0 0,0-1 0,-1-1 0,1 0 0,-1-1 0,0-1 0,0-1 0,-1 0 0,0-1 0,0 0 0,0-2 0,-1 1 0,0-2 0,6-6 66,48-29-1761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7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528 172 30839,'0'0'569,"0"0"-304,0 0-11,-24-8 65,-79-28-165,-4-31-158,99 61-13,1-1 0,-2 1 0,1 0 0,-1 1 0,1 0 0,-2 0 0,1 1 0,0 0 0,-1 1 1,0 0-1,-6-1 17,11 3-3,-1 0 0,0 1 0,1 0 0,-1 0 0,1 0 0,-1 1 0,0-1 0,1 1 0,-1 1 0,1-1 1,0 1-1,-1 0 0,1 0 0,0 0 0,0 1 0,0 0 0,1 0 0,-1 0 0,1 1 0,-1-1 0,1 1 1,0 0-1,1 0 0,-1 1 0,1-1 0,0 1 0,0 0 0,0-1 0,0 1 0,1 1 0,0-1 0,0 0 1,-1 6 2,-5 12 23,2 2 0,0-1 1,2 1-1,0 0 0,2-1 1,1 2-1,1-1 0,2 13-23,-3-28 9,1 0 0,0-1 0,1 1 0,0 0 0,0-1 0,1 1 0,1-1 0,-1 1 0,1-1 0,1 0 0,0 0 0,0-1 0,1 1 0,0-1 0,0 0 0,1 0 0,0 0 0,1-1 0,-1 0 0,1 0 0,1-1 0,-1 0 0,1 0 0,0-1 0,0 0 0,1 0 0,0-1 0,0 0 0,0 0 0,0-1 0,0-1 0,1 1 0,-1-2 0,1 1 0,3-1-9,0-2 10,0 0-1,0-2 1,-1 1 0,1-2-1,-1 0 1,1 0 0,-1-1-1,0 0 1,-1-1 0,1-1-1,-1 0 1,-1 0 0,1-1-1,-1-1 1,0 1 0,-1-2-1,0 1 1,6-9-10,5-7-68,-1-1 1,-1-1-1,-1 0 0,-1-1 0,-2-1 1,0 0-1,-2-3 68,10-40-898,-15 14-985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18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21621,'0'0'7268,"0"0"-5382,0 0-1386,0 0 65,0 0-17,-6 2-225,4-1-321,0 0-1,0 0 1,0 0-1,0 1 1,1-1-1,-1 1 1,0-1 0,1 1-1,-1 0 1,1-1-1,-1 1 1,1 0-1,0 0 1,0 0 0,0 0-1,0 0 1,0 0-1,0 1 1,0-1-1,1 0 1,-1 0 0,1 1-1,0-1 1,0 0-1,0 0 1,0 1-1,0-1 1,0 0 0,0 1-1,1-1 1,-1 0-1,1 0 1,0 1-2,-1 8 4,-9 522-184,9-478-720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406 207 24461,'0'0'4529,"0"0"-3250,0 0-856,0 0 37,0 0-132,-7-11-163,-56-97 137,62 104-288,-1-1-1,1 0 1,-1 1 0,0-1-1,0 1 1,-1-1 0,0 1-1,1 0 1,-1 0 0,0 0-1,-1 1 1,1-1 0,-1 1-1,0 0 1,1 0 0,-1 0 0,-1 0-1,1 0 1,0 1 0,-1 0-1,1 0 1,-1 0 0,1 1-1,-1-1 1,0 1 0,0 0-1,0 1 1,0-1 0,0 1 0,0 0-1,0 0 1,1 0 0,-1 1-1,0 0 1,0 0 0,0 0-1,0 1 1,1-1 0,-1 1-1,1 0 1,-1 0 0,1 1 0,0-1-1,0 1 1,-4 3-14,-11 22 3,0 1 1,3 0-1,0 1 0,2 1 0,1 1 1,1 0-1,2 0 0,1 1 0,2 0 1,1 1-1,0 18-3,1 137 119,6-184-118,-1 0 0,1 0 1,1 0-1,-1 0 0,1 0 0,0 0 1,0 0-1,0 0 0,0 0 1,1-1-1,0 1 0,0-1 1,0 0-1,1 0 0,-1 0 0,1 0 1,0-1-1,0 1 0,0-1 1,1 0-1,-1 0 0,1-1 1,0 0-1,-1 1 0,1-1 0,0-1 1,0 1-1,1-1 0,-1 0 1,0 0-1,0 0 0,0-1 1,1 0-1,-1 0 0,0 0 0,1-1 1,-1 1-1,2-2-1,3-3 0,0-1 0,-1 0 0,1-1 0,-1 0 0,0 0 0,-1-1 0,0 0 0,0-1 0,-1 1 0,0-1 0,-1-1 0,1 0 0,-2 0 0,0 0 0,0 0 0,0-1 0,-2 0 0,1 1 0,-1-2 0,-1 1 0,1-8 0,3 0-90,0-1 0,-2-1 0,0 1 0,-1 0 0,-1-1 0,-1 1 0,-1-1 1,-1 0-1,-1 1 0,0-1 0,-2 1 0,0 0 0,-1 0 0,-1 0 0,-1 0 0,-7-11 90,-12-10-3002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2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320 165 30014,'0'0'659,"0"0"-157,0 0 43,0 0-50,0 0-214,-6-18-117,-21-55-73,25 68-91,0 1 1,0 0-1,0 0 0,0 0 1,-1 0-1,1 0 0,-1 0 1,0 0-1,0 1 0,-1-1 1,1 1-1,-1 0 0,1 0 0,-1 1 1,0-1-1,0 1 0,-1-1 1,1 1-1,0 1 0,-1-1 1,1 1-1,-1-1 0,1 1 1,-1 1-1,0-1 0,1 0 1,-1 1-1,0 0 0,0 0 1,1 1-1,-1-1 0,0 1 1,1 0-1,-1 0 0,1 1 1,-1 0-1,1-1 0,0 1 0,-1 0 1,1 1-1,0-1 0,1 1 1,-1 0-1,0 0 0,1 0 1,-1 0-1,1 1 0,0 0 1,0-1-1,-1 4 0,-10 16 0,2 1 0,0 0 0,1 1 0,2 0 0,1 1 0,1 0 0,1 0 0,1 1 0,1-1 0,1 1 0,2 0 0,1 0 0,1 0 0,3 21 0,-4-43 0,0 0 0,0 1-1,0-1 1,1 1 0,0-1 0,0 0-1,0 1 1,1-1 0,-1 0 0,1 0-1,0 0 1,1 0 0,-1 0 0,1-1-1,0 1 1,0-1 0,1 0 0,-1 1 0,1-2-1,0 1 1,0 0 0,0-1 0,1 0-1,-1 0 1,1 0 0,0 0 0,-1-1-1,1 0 1,1 0 0,-1 0 0,0 0 0,0-1-1,0 0 1,1 0 0,-1 0 0,1-1-1,-1 0 1,0 0 0,1 0 0,1-1 0,8-4-32,0-1 0,0 0 0,-1-1 1,0 0-1,0-1 0,-1-1 0,0 0 1,-1-1-1,0 0 0,0-1 1,-1-1-1,0 1 0,-1-2 0,-1 1 1,1-3 31,91-138-1480,-64 84-3068,-3 2-11624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364 262 12019,'0'0'15895,"0"0"-12236,0 0-3118,0-19-3,0 7-499,-15-138 45,14 146-84,1 0 0,-1 0-1,-1 0 1,1 0 0,0 0 0,-1 1 0,0-1-1,0 0 1,0 1 0,0 0 0,-1-1 0,1 1-1,-1 0 1,0 0 0,0 0 0,0 1-1,0-1 1,-1 1 0,1 0 0,-1 0 0,1 0-1,-1 0 1,0 0 0,1 1 0,-1 0 0,0-1-1,0 2 1,0-1 0,0 0 0,0 1-1,0 0 1,0 0 0,0 0 0,-1 0 0,1 0-1,0 1 1,0 0 0,-2 1 0,-6 4 0,-1 1 0,1 1 0,1 0 0,-1 1 0,1 0 0,1 1 0,0 0 0,0 1 0,1 0 0,0 0 0,1 1 0,0 0 0,1 0 0,1 1 0,0 0 0,0 0 0,-2 12 0,-3 2 0,0 0 0,2 1 0,2 0 0,0 0 0,2 1 0,1 0 0,1 0 0,1 10 0,2-37 0,0 0 0,-1 0 0,1 1 0,0-1 0,0 0 0,0 1 0,0-1 0,1 0 0,-1 1 0,1-1 0,-1 0 0,1 0 0,0 1 0,0-1 0,0 0 0,0 0 0,0 0 0,0 0 0,0 0 0,1 0 0,-1 0 0,1-1 0,0 1 0,-1-1 0,1 1 0,0-1 0,0 1 0,0-1 0,0 0 0,0 0 0,0 0 0,0 0 0,0 0 0,1 0 0,-1-1 0,0 1 0,0-1 0,1 0 0,0 1 0,16-3-33,0 0 0,0-1 0,0 0 0,-1-2 1,1 0-1,-1-2 0,-1 1 0,1-2 0,-1-1 0,0 0 0,-1-1 0,0 0 1,-1-2-1,11-9 33,20-11-492,24-13-1229,-11 4-2015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27622,'0'0'4361,"0"0"-3937,0 0-344,0 0 184,0 0-248,0 0-16,0 0 0,44 101 0,-20-77 0,2-7-272,3-5-1088,-12-12-3993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511 254 27166,'0'0'3921,"0"0"-2876,0 0-937,-19-9-41,-5-1-36,-82-56 51,74 36-107,20 17 12,-1 0 1,0 0-1,0 2 0,-1-1 0,-1 2 0,0 0 0,0 0 0,-1 2 0,-1 0 0,1 1 1,-1 0-1,0 1 0,0 1 0,-7 0 13,19 6 13,-1 1 1,2-1-1,-1 1 1,0 1-1,0-1 1,1 1-1,-1 0 1,1 0-1,-1 0 1,1 0-1,1 1 1,-1 0-1,0 0 1,1 0-1,0 0 1,0 0-1,0 1 1,0-1-1,1 1 1,-1 0-1,1 0 1,0 0-1,1 0 1,0 0-1,-1 0 1,1 0-1,1 0 1,-1 1-1,1-1 1,0 0-1,0 1 1,1 1-14,-5 208 127,5-205-128,1 1 1,0 0-1,1 0 1,0-1 0,0 1-1,1-1 1,0 0 0,1 0-1,1 0 1,-1-1 0,1 0-1,1 0 1,0 0-1,0-1 1,1 0 0,-1 0-1,2-1 1,2 2 0,-2-5 0,0 0 0,1 0 0,-1-1 0,1-1 0,-1 0 0,1 0 0,0-1 0,0 0 0,0 0 0,-1-1 0,1-1 0,0 0 0,0 0 0,0-1 0,-1 0 0,1 0 0,-1-1 0,1-1 0,-1 0 0,0 0 0,-1 0 0,1-1 0,-1-1 0,0 1 0,0-1 0,0-1 0,-1 1 0,0-1 0,0-1 0,-1 1 0,0-1 0,0 0 0,-1 0 0,1-4 0,75-129-281,-57 79-1030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6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396 194 20420,'0'0'7479,"0"0"-5397,0 0-1490,0 0-16,0 0-138,-6-3-126,-37-57 399,42 53-707,0 1 0,0 0-1,-1 0 1,1 0 0,-2 0 0,1 0 0,-1 0 0,0 1 0,0-1 0,0 1 0,-1 0 0,0 0 0,0 0 0,0 0 0,0 1 0,-1-1 0,0 1-1,0 0 1,0 1 0,0-1 0,-1 1 0,1 0 0,-1 0 0,0 1 0,0 0 0,0 0 0,0 0 0,0 1 0,0 0 0,-1 0 0,1 0 0,0 1-1,-1 0 1,1 0 0,0 1 0,-1 0 0,1 0 0,0 0 0,0 1 0,-3 0-4,-3 9 0,0 1 0,0 0 0,1 1 0,0 0 0,1 0 0,1 1 0,0 0 0,1 1 0,1 0 0,0 1 0,1-1 0,0 1 0,-1 12 0,0-4 0,1-1 0,1 1 0,1 0 0,1 0 0,2 1 0,0-1 0,2 0 0,1 7 0,-2-27 0,1 0 0,0 0 0,0-1 0,0 1 0,0 0 0,1 0 0,-1-1 0,1 1 0,0-1 0,0 0 0,0 1 0,0-1 0,1 0 0,0 0 0,-1-1 0,1 1 0,0 0 0,0-1 0,0 0 0,1 1 0,-1-1 0,0-1 0,1 1 0,0 0 0,-1-1 0,1 0 0,0 0 0,0 0 0,-1 0 0,1 0 0,0-1 0,0 0 0,0 0 0,0 0 0,3-1 0,6 1 0,-1-1 0,1-1 0,-1 0 0,1 0 0,-1-2 0,0 1 0,0-2 0,0 0 0,0 0 0,6-5 0,224-185-50,-158 120-229,-4 7-611,-11 8-1020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30839,'0'0'728,"0"0"-560,0 0 32,0 0 280,-4 115-232,2-64-152,-3 10-88,-1 8-8,1 6 0,3-2-192,2 2-352,2-19-768,9-21-2241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6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31647,'0'1'672,"0"-1"-504,-16 132 80,12-77-216,2 1-32,2 4 0,0-3 0,2 13 0,13-15-592,3-14-1417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340 185 29982,'0'0'1031,"-3"-17"-741,-21-107 295,23 121-573,0 0 1,0 1-1,-1-1 0,1 1 0,-1-1 0,0 1 1,1 0-1,-1-1 0,0 1 0,-1 0 0,1 0 1,0 1-1,0-1 0,-1 0 0,1 1 0,-1-1 1,1 1-1,-1 0 0,0 0 0,0 0 1,1 0-1,-1 1 0,0-1 0,0 1 0,0-1 1,0 1-1,0 0 0,0 0 0,1 0 0,-1 1 1,0-1-1,0 1 0,0-1 0,0 1 0,1 0 1,-1 0-1,0 0 0,1 1 0,-1-1 0,1 1 1,-1-1-1,1 1 0,0 0 0,-1 0 1,1 0-1,0 0 0,0 0 0,0 0 0,1 1 1,-1-1-1,1 1 0,-1 0-12,-22 31 12,2 0 0,2 1 0,1 2-1,2 0 1,1 0 0,2 2 0,2 0 0,1 0 0,2 3-12,-17 129 34,25-168-31,1 0-1,0 0 1,0 0-1,0 0 1,0 0-1,1 0 1,-1 0-1,1 0 0,0-1 1,0 1-1,0 0 1,0 0-1,0 0 1,0-1-1,1 1 1,-1-1-1,1 1 1,0-1-1,0 0 0,0 1 1,0-1-1,0 0 1,0 0-1,1 0 1,-1-1-1,1 1 1,-1-1-1,1 1 1,0-1-1,-1 0 1,1 0-1,0 0 0,0 0 1,0 0-1,0-1 1,0 0-1,0 1 1,0-1-1,0 0 1,0 0-1,0 0 1,0-1-1,-1 1 1,2-1-3,122-45-6,-84 12-132,0-3-1,-2-1 1,-2-1-1,-2-3 1,-2-1-1,13-21 139,-15 17-1177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24405,'0'0'6362,"0"0"-5538,0 0-544,0 0 48,0 0 32,0 0-168,0 0-176,73 117-16,-60-76-192,-4 24-408,-3-9-936,-6-5-8891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28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0 30406,'0'0'1425,"0"0"-1081,0 0 88,0 0-272,-75 116-160,38-78 0,-5 3 0,-32 17 0,8-11-1392,2-8-14860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3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32231,'0'0'536,"0"0"-536,0 0 0,-29 133 0,16-84 0,2 8 0,9 18 0,2-14 0,0-8-2064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33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38 476 22293,'0'0'6753,"0"0"-5046,0 0-1313,0 0 91,-7-9-2,-23-29-170,30 37-306,0 0 0,0-1 0,0 1 0,-1 0 0,1 0 0,0 0 0,1-1 0,-1 1 0,0 0 0,0 0 0,0 0 0,1 0 0,-1-1 0,0 1 0,1 0 0,-1 0 0,1 0 0,0 0 0,-1 0 0,1 0 0,0 0 0,0 0 0,-1 0 0,1 1 0,0-1 0,0 0 0,0 0 0,0 1 0,0-1 0,0 1 0,0-1 0,0 0 0,0 1 0,0 0 0,1-1 0,-1 1 0,0 0 0,0 0 0,0-1 0,0 1 0,1 0 0,-1 0 0,0 0 0,0 1 0,0-1 0,1 0 0,-1 0 0,1 1-7,0-1 3,196-25-3,1 9 0,53 9 0,-32 21 0,-218-14 0,-1-1 0,0 1 0,0 0 0,0 0 0,0 0 0,0 0 0,0 0 0,0 0 0,1 1 0,-1-1 0,0 0 0,0 0 0,0 1 0,0-1 0,0 1 0,0-1 0,0 1 0,0-1 0,0 1 0,0 0 0,0-1 0,-1 1 0,1 0 0,0 0 0,0 0 0,-1-1 0,1 1 0,0 0 0,-1 0 0,1 0 0,-1 0 0,1 0 0,-1 0 0,0 0 0,1 1 0,-1-1 0,0 0 0,0 0 0,0 0 0,0 0 0,0 0 0,0 0 0,0 0 0,0 1 0,0-1 0,0 0 0,0 0 0,-1 0 0,1 0 0,-1 0 0,1 0 0,-1 0 0,1 0 0,-1 0 0,1 0 0,-1 0 0,0 0 0,0 0 0,1-1 0,-1 1 0,0 0 0,0 0 0,-208 109 0,202-106-26,-17 9-241,1-1 1,-2-2-1,0 0 1,0-1 0,-1-1-1,0-2 1,-23 4 266,17-9-2574</inkml:trace>
  <inkml:trace contextRef="#ctx0" brushRef="#br0" timeOffset="265.718">1193 1 28430,'0'0'2481,"0"0"-2209,0 0-8,0 0 256,0 0-24,86 100-280,-82-82-128,-4 8-88,0 3 0,-18 13 0,-12 7 0,-3 2 0,-2 3 0,6-7 0,16-4-208,9-13-568,4-10-1313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42.4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1 746 29470,'0'0'736,"0"0"-295,0 0-265,0 0-72,0 0 104,204-122 8,-38 19-136,25-7-16,-5 7-32,-15 20-32,-24 18-264,-7 6-240,-4 12 143,-39 13-623,-29 14-2705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43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0 917 29558,'0'0'873,"0"0"-657,0 0-216,0 0 40,132-19-32,-29-40 48,39-46 72,42-47-16,22-18-16,-2 11 0,-7 32-96,-21 56-192,-45 32-641,-30 23-2175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43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29 564 27726,'0'0'712,"0"0"-552,-24 142-112,19-78 96,5-1 392,0-6 88,2-10-15,16-15-201,8-26-176,16-8-96,17-59-48,29-46-24,10-41-64,3-20-8,-20 5-216,-30 15-448,-29 49-641,-9 20-1047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43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538 114 26862,'0'0'3019,"0"0"-2089,-26-7-604,-86-27-35,20-7 230,-7 9-66,97 32-448,-1 0 0,1 0-1,-1 1 1,1-1 0,-1 1-1,1 0 1,-1-1 0,1 1-1,-1 0 1,1 0 0,0 1-1,-1-1 1,1 0 0,0 1-1,0-1 1,0 1 0,0 0-1,0 0 1,1 0 0,-1 0-1,1 0 1,-1 0 0,1 0-1,-1 0 1,1 1 0,0-1-1,0 0 1,0 1 0,0 0-7,-21 48 28,2 0 0,2 1 0,3 1 1,2 0-1,2 1 0,2 5-28,6-43 0,-12 71 0,3 0 0,4 1 0,3-1 0,5 10 0,1-89 0,1 1 0,0-1 0,0 0 0,1 0 0,0 0 0,0 0 0,0-1 0,1 1 0,1-1 0,-1 0 0,1 0 0,0 0 0,1-1 0,0 0 0,0 0 0,0 0 0,1-1 0,-1 0 0,1 0 0,0-1 0,1 1 0,-1-2 0,1 1 0,0-1 0,0 0 0,0-1 0,0 0 0,0 0 0,1 0 0,-1-1 0,0-1 0,1 1 0,-1-2 0,1 1 0,-1-1 0,1 0 0,-1-1 0,0 1 0,0-2 0,0 1 0,0-1 0,0-1 0,4-1 0,8-10 0,-1 0 0,-1-1 0,-1 0 0,0-2 0,-1 0 0,0-1 0,-2 0 0,0-1 0,-2-1 0,0 0 0,-1-1 0,-1 0 0,5-18 0,8-24-3,-3 0 0,-3-1 0,-3-1 0,-3-1 1,3-61 2,-3 33-43,3 13-1246,-7 58-582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44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526 366 30166,'0'0'649,"-10"-22"-243,-74-147 302,80 157-668,-1 1 0,0 0 0,-1 1 0,-1-1 0,1 1 0,-2 0 0,1 1 0,-1 0-1,-1 0 1,1 0 0,-1 1 0,-1 1 0,0 0 0,0 0 0,0 0 0,-1 2-1,0-1 1,0 1 0,0 1 0,-1 0 0,0 0-40,5 5 0,0 0 0,1 1 0,-1-1 0,1 1 0,-1 1 0,1-1 0,0 1 0,0 0 0,0 1 0,0-1 0,0 1 0,1 0 0,0 1 0,0-1 0,0 1 0,0 0 0,1 0 0,0 0 0,0 1 0,0 0 0,1 0 0,0 0 0,0 0 0,0 0 0,1 0 0,0 1 0,-1 3 0,-18 45 0,2 1 0,2 0 0,3 2 0,3-1 0,2 2 0,2-1 0,3 1 0,3 0 0,3 5 0,-4-54 0,1 0 0,0 1 0,0-1 0,1 0 0,1 0 0,0 0 0,0 0 0,1 1 0,0-1 0,1-1 0,0 1 0,0 0 0,1-1 0,1 0 0,-1 0 0,1 0 0,1 0 0,0-1 0,0 0 0,1 0 0,-1 0 0,2-1 0,3 3 0,-4-4 0,1-1 0,-1-1 0,1 0 0,0 0 0,0 0 0,0-1 0,0 0 0,1 0 0,-1-1 0,1-1 0,0 1 0,-1-1 0,1-1 0,0 1 0,0-1 0,-1-1 0,1 0 0,0 0 0,-1-1 0,1 0 0,-1 0 0,1-1 0,-1 0 0,0-1 0,0 0 0,0 0 0,-1 0 0,1-1 0,0-1 0,18-22 8,-1-1-1,-1-1 1,-1-1-1,-2-1 1,-1-1-1,-2 0 1,-1-2 0,-2 0-1,-1-2-7,74-140-1274,-70 148-681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29878,'0'0'2225,"0"0"-1577,0 0-632,0 0-16,0 0 0,0 0 0,0 0 0,9 63 0,7-53 0,-5-1 0,-5-3-1104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4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568 363 29998,'0'0'895,"0"0"-275,-2-18-229,-25-120 269,-56-22-439,80 156-222,0 0 1,0 1-1,0-1 1,0 1-1,0 0 1,-1 0-1,0 0 1,0 1 0,1-1-1,-1 1 1,-1 0-1,1 0 1,0 1-1,0-1 1,-1 1-1,1 0 1,-1 0-1,1 0 1,-1 0-1,1 1 1,-1 0-1,0 0 1,1 0 0,-1 1-1,1-1 1,-1 1-1,1 0 1,-1 0-1,1 1 1,0-1-1,-1 1 1,1 0-1,0 0 1,0 1-1,0-1 1,1 1-1,-1 0 1,-2 2 0,-13 12 0,2 1 0,0 0 0,0 2 0,2-1 0,0 2 0,2 0 0,0 1 0,-1 5 0,-10 16 0,2 1 0,2 1 0,1 1 0,3 1 0,2 0 0,2 1 0,2 0 0,2 1 0,2 0 0,3 0 0,2 47 0,1-88 0,1 1 0,0-1 0,1-1 0,-1 1 0,1 0 0,1 0 0,0-1 0,0 1 0,0-1 0,1 0 0,0 0 0,0 0 0,1 0 0,0-1 0,0 0 0,1 0 0,-1 0 0,1-1 0,0 0 0,1 0 0,-1 0 0,1-1 0,0 0 0,0 0 0,1-1 0,-1 0 0,1 0 0,-1-1 0,8 2 0,1 1 0,-1-2 0,1 0 0,0 0 0,0-1 0,0-1 0,0-1 0,0 0 0,0-1 0,-1-1 0,1 0 0,0-1 0,0-1 0,-1-1 0,0 0 0,0-1 0,0 0 0,-1-1 0,0-1 0,0 0 0,-1-1 0,0 0 0,0-1 0,-1-1 0,1-2 0,6-4 0,-2-1 0,0-1 0,-1 0 0,-1-1 0,0-1 0,-2-1 0,-1 0 0,0 0 0,-2-1 0,0-1 0,-2 1 0,-1-2 0,0 1 0,-2-1 0,-1 0 0,0-6 0,-4 19-71,0 1 0,0 0 0,-1 0 0,0 0 0,-1 0 0,-1 0 0,0 0 0,0 1 0,-1-1 0,0 1 0,-1 0 0,0 0 0,0 0 0,-1 1 0,-1 0 0,1 0 0,-5-4 71,-34-32-1706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50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 25822,'0'0'4769,"0"0"-4057,0 0-56,0 0-160,-61 144-184,45-61-312,-1 41 0,-3 46 0,0 19 0,3-5 0,2-21 0,6-50 0,2-26 0,3-26 0,-16 0 0,5-10-632,-9-9-2649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53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27094,'0'0'2552,"0"0"-1888,0 0-135,0 0-169,0 0-16,0 0-48,-68 92-72,41-40-72,-10 29 0,-11 39-40,-7 38-48,7 7-24,15-27-32,18-41-8,15-44-152,2-3-336,20-11-272,-5-7-1433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54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707 283 19996,'0'0'2019,"0"0"3108,0 0-3458,0 0-1167,0 0-119,0 0-33,-2-14-48,3-79 135,1 88-400,-1 0 0,1 0 0,-1 0 0,0 0 0,0 0 0,-1 0 0,0-1 0,0 1 1,0 0-1,0 0 0,-1 0 0,0 0 0,0-1 0,0 1 0,0 0 0,-1 1 0,0-1 0,0 0 0,0 0 0,-1 1 0,0-1 0,0 1 0,0 0 0,0 0 0,-1 0 0,1 0 0,-1 1 0,0-1 0,0 1 0,0 0 0,-1 0 0,1 1 0,-1-1 0,-2-1-37,-5 0 10,0 0 0,0 1 0,-1 0 0,1 0 1,0 2-1,-1-1 0,1 2 0,-1-1 0,0 2 0,1 0 0,-1 0 0,1 1 0,0 1 0,-1 0 0,1 1 0,0 0 1,1 0-1,-1 2 0,1-1 0,0 1 0,-3 3-10,-14 10 4,1 1-1,1 1 1,1 1 0,0 1-1,2 2 1,1 0 0,-5 10-4,22-29 2,-13 13 10,1 1 0,1 1 0,1 1-1,1 0 1,1 1 0,1 1 0,0 0 0,2 0 0,1 1 0,1 0 0,1 1 0,-1 15-12,6-35 3,1 0 0,0 0 0,0 0-1,0 0 1,1 1 0,0-1 0,0 0 0,1 0 0,0 0 0,0 1 0,0-1 0,1 0-1,0 0 1,0 0 0,0-1 0,1 1 0,0 0 0,0-1 0,0 0 0,1 0 0,-1 0-1,1 0 1,1 0 0,-1-1 0,1 0 0,-1 0 0,1 0 0,1 0 0,-1-1 0,1 1-3,14 2 3,-1-1 1,1-1 0,0 0 0,0-2 0,1 0 0,-1-2-1,0 0 1,0-1 0,1-1 0,-1-1 0,0 0 0,-1-2-1,1 0 1,-1-2 0,0 0 0,15-8-4,-20 11-16,1-1-1,-1-1 1,-1 0 0,1-1 0,-1 0-1,0-1 1,-1-1 0,0 0 0,0 0-1,-1-1 1,0-1 0,-1 0-1,0 0 1,-1-1 0,0 0 0,-1-1-1,0 0 1,-1 0 0,-1-1 0,0 0-1,0 0 1,-2 0 0,0-1-1,0 1 1,0-10 16,-5-99-1699,-5 86-972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55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695 94 29366,'0'0'842,"0"0"-187,0 0-165,0 0-38,0 0-87,0 0-116,-13-14-76,-42-40-53,51 52-117,0-1-1,0 0 1,0 1-1,0-1 1,0 1-1,-1 0 1,1 1-1,0-1 1,-1 1-1,1 0 0,-1 0 1,0 0-1,1 0 1,-1 1-1,0 0 1,0 0-1,1 0 1,-1 1-1,0 0 1,1-1-1,-4 2-2,-3 0 3,-8 5-3,-1 0 0,1 1 0,0 1 0,0 1 0,1 1 0,1 0 0,0 2 0,0 0 0,1 0 0,1 2 0,0 0 0,1 0 0,1 2 0,-11 16 0,-8 8 0,1 2 0,2 1 0,2 1 0,3 1 0,1 2 0,2 0 0,2 1 0,3 1 0,-3 19 0,16-60 0,1 1 0,0-1 0,0 0 0,1 1 0,0-1 0,1 1 0,0-1 0,0 1 0,1-1 0,0 1 0,1-1 0,0 1 0,0-1 0,1 0 0,0 0 0,1 0 0,0-1 0,1 1 0,-1-1 0,2 0 0,-1 0 0,2 1 0,1-1 0,1 0 0,0-1 0,1 0 0,-1-1 0,1 0 0,0-1 0,1 0 0,-1 0 0,1-1 0,0 0 0,0-1 0,0 0 0,0-1 0,1-1 0,-1 1 0,1-2 0,-1 1 0,1-2 0,8-1 0,7 0 0,-1-2 0,0-2 0,0 0 0,0-1 0,-1-2 0,0-1 0,-1 0 0,3-4 0,7-4 0,-1-2 0,-2-1 0,0-1 0,-1-1 0,-1-2 0,-1-2 0,-2 0 0,12-16 0,-26 28 0,-1 1 0,0-2 0,-1 0 0,-1 0 0,-1 0 0,0-1 0,-1 0 0,-1-1 0,0 0 0,-1 0 0,-1 0 0,-1 0 0,-1-1 0,-1 1 0,0-1 0,-1 0 0,-1 1 0,-1-7 0,-5 6 0,-1 1 0,0 0 0,-2 0 0,1 1 0,-2 0 0,-1 1 0,0 0 0,-1 1 0,0 0 0,-1 1 0,-1 1 0,0 0 0,-1 1 0,0 1 0,-1 0 0,0 1 0,-8-3 0,7 4-77,0 0-1,-1 0 1,0 2-1,-1 0 1,0 2-1,0 0 1,0 1-1,0 1 1,-9 0 77,-29 0-2176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59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620 437 21133,'0'0'5545,"0"0"-3388,0 0-1330,-8-24-244,-39-138 267,41 127-629,-30-103 343,34 133-543,0 0 0,0 0-1,-1 1 1,0-1-1,0 1 1,0 0-1,0-1 1,-1 2-1,0-1 1,1 0-1,-2 1 1,1-1 0,0 1-1,0 1 1,-1-1-1,0 0 1,1 1-1,-1 0 1,0 0-1,0 1 1,0-1-1,-1 1 1,1 0 0,-4 0-21,-10 3 8,0 2 1,-1 0 0,1 0 0,1 2-1,-1 1 1,1 0 0,0 1 0,1 1-1,-1 1 1,2 0 0,0 1 0,0 1-1,1 0 1,0 1 0,1 1 0,1 0 0,0 1-1,1 1 1,0 0 0,2 0 0,-5 10-9,5-8 11,0 0 0,2 1 0,0 0 1,1 0-1,1 1 0,1-1 1,0 2-1,2-1 0,0 0 0,1 1 1,2-1-1,0 1 0,2 10-11,-2-21 2,1-1 0,0 0 0,0 0 0,1 1 0,1-1 0,-1-1 0,1 1 0,1 0 0,0-1 0,0 1 0,1-1 0,-1 0 0,2-1 0,-1 1 0,1-1 0,0 0 0,1-1 0,0 1 0,0-1 0,0 0-1,1-1 1,0 0 0,0 0 0,0-1 0,0 0 0,1 0 0,0-1 0,-1 0 0,1-1 0,0 1 0,1-2 0,5 1-2,4 0 0,-1-1 0,1 0 0,-1-2 0,1 0 0,-1-1 0,0-1 0,0-1 0,0 0 0,0-2 0,0 0 0,-1 0 0,0-2 0,-1 0 0,16-11 0,21-18-476,-1-2 0,-2-3 0,-1-2 1,-3-2-1,-2-2 476,8-6-3574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5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0 14795,'0'0'16172,"0"0"-15580,0 0-240,-79 113-48,57-68 128,0 8-312,2 7-120,0 3 0,1 4 0,-1 4 0,-4-2 0,0-2 0,2-4 0,2-8 0,11-13-448,9-34-296,0-8-921,13-10-5736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00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27398,'0'0'4177,"0"0"-3745,0 0-136,-96 138-8,70-87-112,-1 5-176,5 1 0,0 2 0,3-2 0,-3 4 0,4-15-944,5-17-1713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0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0 27206,'0'0'2984,"0"0"-2471,0 0-137,0 0-56,-83 142 64,59-75-88,2 10-96,-2 10-96,2 4-40,-2 4-32,2-3-32,2-5 0,3-6-192,6 2-264,6-22-408,3-22-1609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06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521 493 29126,'0'0'2185,"3"-18"-1490,4-23-577,5-27 96,-2-2 1,-3 1-1,-3-51-214,-6 115 0,1-1 0,-1 0 0,0 1 0,0-1 0,-1 1 0,0 0 0,0 0 0,0 0 0,-1 0 0,1 1 0,-1-1 0,0 1 0,0 0 0,-1 0 0,1 0 0,-1 1 0,0-1 0,0 1 0,0 0 0,0 1 0,-1-1 0,1 1 0,-1 0 0,1 1 0,-1-1 0,0 1 0,0 0 0,0 0 0,1 1 0,-1 0 0,0 0 0,0 0 0,0 1 0,0 0 0,0 0 0,1 0 0,-1 1 0,0 0 0,1 0 0,0 0 0,-1 1 0,1-1 0,-1 2 0,-12 6 0,1 1 0,1 0 0,0 2 0,0-1 0,2 2 0,-1 0 0,2 1 0,0 0 0,1 1 0,-10 16 0,-3 4 0,2 1 0,2 1 0,1 1 0,2 1 0,2 0 0,2 1 0,1 1 0,2 0 0,3 1 0,0 0 0,3 0 0,2 10 0,2-48 0,1 0 0,0 0 0,0 1 0,0-1 0,1 0 0,0 0 0,0 1 0,0-1 0,0 0 0,1 0 0,0-1 0,0 1 0,1 0 0,-1 0 0,1-1 0,0 0 0,0 1 0,0-1 0,1 0 0,-1-1 0,1 1 0,0-1 0,0 1 0,1-1 0,-1 0 0,0-1 0,3 2 0,6 2 0,0 0 0,1-1 0,-1 0 0,1-1 0,1-1 0,-1 0 0,0-1 0,1 0 0,-1-1 0,1-1 0,-1 0 0,1-1 0,-1-1 0,1 0 0,-1-1 0,0 0 0,0-1 0,0-1 0,-1 0 0,1-1 0,-1-1 0,0 0 0,-1 0 0,0-1 0,0-1 0,-1 0 0,0-1 0,6-7 0,6-7-109,-2-1 0,-1-1 0,-1 0 0,-1-2 0,-1 0 1,-2-1-1,-1 0 0,-1-2 0,-1 1 0,-2-1 0,-1-1 0,2-20 109,4-26-1790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07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0 24525,'0'0'4905,"0"0"-4145,-11 103-199,-6-34-89,-14 28 56,-9 27 0,-10 26-144,4-14-280,13-25-104,11-38 0,11-10 0,2-14-376,-4-15-1376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00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561 457 9002,'0'0'18289,"7"-23"-14224,41-150-3425,-42 152-543,-1 1-1,0-1 0,-2 0 1,0-1-1,-1 1 0,-2 0 1,0 0-1,-2-15-96,-1 31 0,0 1 0,0 0 0,-1 0 0,1 0 0,-1 0 0,0 1 0,0 0 0,0 0 0,-1 0 0,1 0 0,-1 0 0,1 1 0,-1 0 0,0 0 0,0 0 0,0 1 0,0-1 0,0 1 0,0 0 0,0 1 0,-1-1 0,1 1 0,0 0 0,0 0 0,0 1 0,-1 0 0,1 0 0,0 0 0,0 0 0,0 1 0,0 0 0,0 0 0,1 0 0,-1 1 0,1-1 0,-1 1 0,-18 10 0,0 0 0,1 1 0,1 2 0,1 0 0,0 1 0,1 1 0,0 0 0,-8 14 0,-5 1 0,2 1 0,2 2 0,1 1 0,2 1 0,1 1 0,2 1 0,2 1 0,1 1 0,3 0 0,-9 37 0,23-72 0,1 0 0,0 1 0,0-1 0,1 0 0,-1 1 0,2-1 0,-1 0 0,1 1 0,0-1 0,1 0 0,0 0 0,0 0 0,0 0 0,1 0 0,0 0 0,0-1 0,1 1 0,0-1 0,0 0 0,0 0 0,1 0 0,0-1 0,0 1 0,0-1 0,1-1 0,0 1 0,0-1 0,0 0 0,0 0 0,1 0 0,-1-1 0,1 0 0,0-1 0,1 1 0,9 0 6,1 0 1,-1-1-1,1-1 1,-1-1-1,1 0 1,0-1-1,-1-1 1,1-1-1,-1 0 1,0-1-1,0-1 1,0-1-1,-1 0 1,0-1-1,0-1 1,0-1-1,1-1-6,22-15-301,-2-2 0,0-1-1,-2-2 1,-1-2 0,29-34 301,-1-8-2565</inkml:trace>
  <inkml:trace contextRef="#ctx0" brushRef="#br0" timeOffset="283.142">1539 226 30975,'0'0'1288,"0"0"-1048,0 0 24,0 0-264,0 0 0,0 0 0,55 125 0,-55-88 0,-11 20-264,-11-5-1080,0-11-1425</inkml:trace>
  <inkml:trace contextRef="#ctx0" brushRef="#br0" timeOffset="565.759">1502 856 25053,'0'0'6058,"0"0"-5418,0 0-72,-64 114-120,18-73-448,-17 3 0,-34 17 0,-47 24 0,-62 31 0,-42 12 0,44-23 0,22-22-2184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1:49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536 290 28582,'0'0'1010,"0"0"-366,0 0-175,0 0-93,1-18-108,9-145 226,-10 159-482,0 0 0,0 0 0,0-1 0,-1 1 0,1 0 1,-1 0-1,0-1 0,0 1 0,0 0 0,-1 0 0,0 0 0,1 1 0,-1-1 0,-1 0 1,1 1-1,0-1 0,-1 1 0,0 0 0,0-1 0,0 1 0,0 1 0,0-1 1,-1 0-1,1 1 0,-1 0 0,1 0 0,-1 0 0,0 0 0,0 0 0,0 1 1,0 0-1,0 0 0,0 0 0,-3 0-12,-4 0 2,0 0 0,-1 1-1,1 0 1,0 1 0,-1 0 0,1 1 0,0 0-1,0 1 1,0 1 0,0-1 0,1 1 0,-1 1-1,1 0 1,0 1 0,1 0 0,-1 0 0,1 1-1,0 0 1,1 1 0,0 0 0,0 0 0,0 1-2,-12 14 0,2 2 0,0 0 0,1 1 0,2 0 0,0 1 0,2 1 0,-6 21 0,-3 16 5,3 1 0,3 0 0,3 1 0,3 1 1,3 0-1,2 0 0,5 34-5,-1-97 9,1 0-1,0 1 1,0-1 0,1 0 0,-1 0-1,1 0 1,0-1 0,1 1 0,-1 0-1,1 0 1,0 0 0,0-1 0,1 1-1,-1-1 1,1 0 0,0 0 0,0 0-1,0 0 1,1 0 0,-1 0 0,1-1-1,0 0 1,0 0 0,0 0 0,0 0-1,1-1 1,-1 1 0,1-1 0,-1 0-1,1-1 1,0 1 0,0-1 0,0 0-1,0 0 1,0 0 0,0-1 0,0 0-1,0 0 1,0 0 0,0 0-1,0-1 1,0 0 0,2-1-9,12-5 4,-1-1 1,-1 0-1,1-2 0,-1 0 0,-1-1 1,0 0-1,-1-1 0,0-1 1,-1-1-1,0 0 0,-1-1 0,-1 0 1,0-1-1,6-11-4,276-385-1120,-232 340-538,-6 12-1453</inkml:trace>
  <inkml:trace contextRef="#ctx0" brushRef="#br0" timeOffset="348.713">1721 478 24141,'0'0'5263,"0"0"-3532,0 0-1029,0 0-163,-13-20-208,-76-116-271,87 129-60,-1-1 0,0 1 0,0-1 0,-1 1 0,0 0 0,-1 1 0,1-1 0,-1 1 0,0 0 0,-1 0 0,0 0 0,1 1 0,-2 0 0,1 0 0,-1 0 0,0 1 0,0 0 0,0 0 0,0 1 0,0 0 0,-1 0 0,0 1 0,1 0 0,-1 0 0,0 1 0,0 0 0,0 0 0,0 1 0,0 0 0,0 0 0,0 1 0,-1 0 0,-3 4 0,0 1 0,0 0 0,1 0 0,-1 1 0,1 1 0,1 0 0,0 0 0,0 1 0,1 1 0,0-1 0,0 2 0,1-1 0,-24 26 0,3 2 0,0 1 0,3 2 0,1 0 0,2 1 0,2 2 0,2 0 0,-1 10 0,6 108 0,14-160 0,1 1 0,-1-1 0,0 1 0,1-1 0,-1 1 0,1 0 0,0-1 0,0 0 0,0 1 0,0-1 0,0 1 0,0-1 0,1 0 0,-1 0 0,1 0 0,0 0 0,-1 0 0,1 0 0,0 0 0,0-1 0,0 1 0,0-1 0,1 1 0,-1-1 0,0 0 0,1 0 0,-1 0 0,1 0 0,-1 0 0,1 0 0,-1-1 0,1 1 0,-1-1 0,1 0 0,0 0 0,-1 0 0,1 0 0,0 0 0,103-28 0,-29-18-372,-3-3 0,-1-3 0,-3-4-1,-2-3 373,-28 26-613,59-51-1606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08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27886,'0'0'2737,"0"0"-2241,0 0-104,0 0-16,0 0 192,0 0-256,151-2-312,-92-2 0,7 1 0,9-1 0,23 2 0,47-2 0,-22 0-264,-9 0-1552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0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1064,'0'0'27726,"0"0"-26374,0 0-735,179 43-137,-87-29-136,7 0-80,4-2-112,-4-2-152,6-8-80,-26-2-672,-29 0-3169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16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26414,'0'0'3398,"0"0"-2319,0 0-738,0 0-98,-1 21 89,-8 133 304,-15 145-312,-9-150-324,11-53 0,3 0 0,5 1 0,4 10 0,17-36-804,32-53-2540,-14-17-3206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16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29622,'0'0'1361,"0"0"-657,5 136-272,-5-59 24,0 8-264,0 5-192,-2 25 0,-9-13 0,4 5 0,5 13-400,2-39-1585,0-14-10817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1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21749,'0'0'9498,"0"0"-8098,0 0-1280,11 122-120,-11-98 0,0-9 0,0-7 0,0-2 0,-13-2 0,-3-2-656,-3-2-4177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1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28174,'0'0'1808,"0"0"-1279,0 0-49,-20 150 24,7-81-40,-7 24-136,-4 22-112,5-9-104,3-7-64,5-14-48,11-20-8,0 4-272,0-4-304,0-22-744,0-25-2657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1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558 309 18028,'0'0'11102,"0"0"-8345,0 0-2278,-15-20-223,-83-131-111,3 38-145,91 110 0,0 0 0,0 0 0,-1 1 0,1 0 0,-1 0 0,1 0 0,-1 0 0,0 1 0,0-1 0,1 1 0,-1 1 0,0-1 0,0 1 0,0-1 0,0 2 0,0-1 0,0 0 0,0 1 0,0 0 0,0 0 0,0 0 0,0 1 0,1 0 0,-1 0 0,1 0 0,-1 0 0,1 1 0,-4 2 0,-10 11 0,1 1 0,1 0 0,0 2 0,1 0 0,1 0 0,1 1 0,1 1 0,0 0 0,2 1 0,0 0 0,2 1 0,0-1 0,-2 17 0,3-22 0,1 2 0,1-1 0,1 1 0,0 0 0,2 0 0,0 0 0,1 0 0,1 0 0,0 0 0,2 1 0,0-1 0,1 0 0,1-1 0,1 1 0,2 5 0,-3-19 0,0 0 0,0 0 0,0 0 0,1 0 0,-1-1 0,1 0 0,0 0 0,1 0 0,-1 0 0,1-1 0,-1 0 0,1 0 0,0-1 0,0 1 0,0-1 0,1-1 0,-1 1 0,0-1 0,1 0 0,-1 0 0,1-1 0,-1 0 0,0 0 0,6-1 0,3-1 0,0 1 0,0-2 0,0 0 0,-1-1 0,1 0 0,-1-1 0,0-1 0,-1 0 0,1-1 0,1-1 0,19-17-120,-2-2 0,-1-1 0,-1-1 0,-1-1 0,-2-2 0,-1-1 0,-1-1 0,-2-1 0,11-24 120,5-6-1673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1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26302,'0'0'4777,"0"0"-4089,-37 142-120,15-75-144,2 4-416,5 2-8,6 0 0,5-4 0,4 4 0,0-18-1008,0-20-1681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21381,'0'0'8945,"0"0"-8080,0 0-233,0 0-192,-33 116 0,22-65-376,4 7-64,1 3 0,4-2 0,0-6 0,2-9 0,0-13-136,8-31-584,5 0-1073,1-16-19123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2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22541,'0'0'8706,"0"0"-8010,-19 102-240,3-54-144,3 3-256,0 6-56,2 6 0,2 4 0,3 10 0,4-16-880,2-15-1049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396 157 24509,'0'0'3718,"0"0"-1888,-15-20-1188,-54-63-338,64 78-281,0 0 0,0 0 0,-1 1 0,1-1 0,-1 1 0,-1 1 0,1-1 0,0 1 0,-1 0 0,1 1 0,-1-1 1,0 1-1,0 0 0,0 1 0,0 0 0,0 0 0,0 1 0,-1 0 0,1 0 0,0 0 0,0 1 0,0 0 0,0 0 0,0 1 1,0 0-1,0 0 0,1 1 0,-1 0 0,1 0 0,-1 0 0,1 1 0,0 0 0,0 0 0,1 1 0,-1-1 0,1 1 0,0 1 1,1-1-1,-1 1 0,1-1 0,0 1 0,0 0 0,1 1 0,0-1 0,0 1 0,0 1-23,-5 9 35,2 0 1,0 1-1,1 0 0,1 0 1,1 1-1,1-1 0,0 1 1,1-1-1,1 1 0,1-1 0,1 1 1,0 0-1,1 0-35,-2-11 9,1 1-1,0-1 1,0 0 0,1 1 0,0-1-1,0 0 1,1 0 0,-1-1-1,2 1 1,-1-1 0,1 0 0,1 0-1,-1-1 1,1 1 0,0-1-1,0 0 1,1-1 0,0 0 0,0 0-1,0 0 1,1-1 0,-1 0-1,1 0 1,0-1 0,0 0 0,0 0-1,1-1 1,7 1-9,-5-2-14,0 0 0,1-1 0,-1 0-1,1-1 1,-1 0 0,1-1 0,-1 0 0,0-1 0,0-1 0,0 1 0,0-2-1,-1 1 1,1-1 0,-1-1 0,-1 0 0,1-1 0,-1 1 0,0-2-1,0 1 1,-1-1 0,0-1 0,-1 0 0,0 0 0,0 0 0,0 0-1,-2-1 1,1 0 0,-1-1 0,-1 1 0,2-5 14,23-147-3490,-28 89-3358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3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1109 0 10082,'0'0'2395,"-19"0"-1329,-181 10 47,86 11 1982,-75 18 5929,66 4-9300,42-5 123,35-15 198,-2-1 1,0-3-1,-1-2 0,0-2 0,-3-2-45,-38 14 3069,111-20-1390,63-5-1354,0-5 0,0-2 0,0-5-1,44-12-324,-39 8 77,750-125-6,-649 109-71,0 9 0,1 8 0,1 8 0,66 11 0,180 12 0,285-30 0,-341-6 0,0 17 0,62 21 0,471 14 0,-363-20 0,771 70 0,436-83 0,-1383-9 0,341-53 0,-701 59-51,-12 3 18,1-1 0,-1-1 0,1 1 0,-1-1 0,0 1 0,1-1 0,-1 0 0,0-1 0,1 1 1,-1-1-1,0 0 0,0 0 0,0 0 0,0-1 0,-1 1 0,1-1 0,-1 0 0,2-1 33,-3-11-1941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545 622 22133,'0'0'3239,"0"0"151,0 0-1948,0 0-758,0 0-204,0 0-48,2-20-77,-2-131 65,-4 131-399,0 0-1,-1 0 1,-1 0 0,-1 1 0,-1 0-1,-1 1 1,0 0 0,-1 0-1,-1 1 1,-12-15-21,16 24-1,1 1 1,-2-1-1,1 1 0,-1 1 1,0 0-1,-1 0 0,1 0 1,-1 1-1,0 0 0,0 1 1,-1 0-1,0 0 0,1 1 1,-1 0-1,0 1 0,0 0 0,-1 1 1,1 0-1,0 0 0,0 1 1,-1 1-1,-3 0 1,3 3 0,0 0 0,0 0 0,1 2 0,-1-1 0,1 1 0,0 1 0,1 0 0,-1 0 0,1 1 0,1 0 0,0 0 0,0 1 0,0 0 0,1 1 0,1-1 0,-1 1 0,2 1 0,-1-1 0,1 1 0,1 0 0,0 0 0,1 0 0,-2 10 0,-6 11 0,1 0 0,1 0 0,2 1 0,1 0 0,2 1 0,1-1 0,2 1 0,1 0 0,3 22 0,-2-48 0,-1-1 0,1 1 0,1-1 0,-1 1 0,1-1 0,1 0 0,-1 0 0,1 1 0,0-2 0,1 1 0,0 0 0,0-1 0,0 0 0,1 0 0,0 0 0,0 0 0,0-1 0,1 0 0,0 0 0,0 0 0,0-1 0,0 0 0,1 0 0,0 0 0,-1-1 0,1 0 0,1-1 0,-1 1 0,0-1 0,1-1 0,-1 1 0,5-1 0,7-4 0,0-1 0,0 0 0,0-2 0,-1 0 0,0-1 0,0-1 0,0 0 0,-1-2 0,0 0 0,-1 0 0,0-2 0,-1 0 0,-1-1 0,1 0 0,-2-1 0,0-1 0,-1 0 0,0-1 0,-1 0 0,4-9 0,10-8-5,-1 0 1,-1-1-1,-2-2 0,-2 0 0,-1-1 1,-1-1-1,-3 0 0,-1-1 0,0-6 5,-2-151-1944,-15 116-1430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5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445 372 30070,'0'0'690,"0"0"-163,-4-19-185,-52-135 448,55 150-783,-2 1-1,1 0 1,0 0-1,0 0 1,-1 0 0,0 0-1,0 0 1,1 0-1,-2 1 1,1 0 0,0-1-1,0 1 1,-1 1-1,1-1 1,-1 0 0,1 1-1,-1-1 1,0 1-1,0 0 1,0 1 0,1-1-1,-1 1 1,0-1-1,0 1 1,0 0 0,0 0-1,0 1 1,0-1-1,0 1 1,1 0 0,-1 0-1,0 0 1,0 1 0,1-1-1,-1 1 1,1 0-1,-1 0 1,1 0 0,0 1-1,0-1 1,0 1-1,0-1 1,-1 3-7,-21 22 1,2 2-1,1 0 1,1 1 0,2 2 0,1 0-1,1 1 1,2 0 0,1 1 0,0 8-1,3-14 6,2 1 0,1 0-1,1 0 1,1 1 0,2 0 0,1 0 0,2 0 0,0 0 0,4 19-6,-2-45 0,0 0 0,1 0 0,0 0 0,0 0 0,0-1 1,1 1-1,-1 0 0,1-1 0,0 0 0,-1 0 0,2 0 0,-1 0 0,0 0 0,1-1 0,-1 1 0,1-1 1,-1 0-1,1 0 0,0 0 0,0-1 0,0 1 0,0-1 0,1 0 0,-1 0 0,0 0 0,0-1 0,1 1 1,-1-1-1,0 0 0,0-1 0,1 1 0,-1-1 0,0 1 0,0-1 0,1-1 0,-1 1 0,0 0 0,0-1 1,-1 0-1,1 0 0,0 0 0,-1-1 0,1 1 0,-1-1 0,2-1 0,19-12 0,0-1 0,-2-1 0,0-1 0,0-1 0,-2-1 0,-1-1 0,0 0 0,-2-2 0,-1 0 0,10-20 0,-3 8-186,-2-2 1,-2-1-1,-1 0 0,-2-1 0,-2 0 1,-2-2-1,-1 1 0,-2-2 0,-2 1 1,-2-1-1,-1-42 186,-3 2-2150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 29206,'0'0'1401,"0"0"-713,0 0-144,0 0-128,0 0-152,0 0-16,-46 142-248,35-50 0,-9 27 0,0-7 0,1-7 0,-3-16 0,2-22 0,-2 4 0,2-4 0,-4-24-336,7-19-904,-3-22-1761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7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540 307 29150,'0'0'791,"0"0"-121,0 0-240,-5-22-106,-39-165 394,42 182-709,0-1 0,0 1 1,0-1-1,-1 1 0,0 0 1,0 0-1,0 0 0,-1 1 1,0-1-1,1 1 0,-2-1 0,1 1 1,0 1-1,-1-1 0,0 1 1,0-1-1,0 1 0,0 1 1,0-1-1,-1 1 0,1 0 1,-1 0-1,1 0 0,-1 1 0,0 0 1,0 0-1,0 0 0,1 1 1,-1 0-1,0 0 0,0 1 1,0-1-1,0 1 0,1 1 0,-1-1 1,0 1-1,1 0 0,-1 0 1,1 0-1,-4 3-9,-11 10 0,0 1 0,2 1 0,0 1 0,1 0 0,0 2 1,2 0-1,0 0 0,2 1 0,0 1 0,1 0 0,1 1 0,2 0 0,0 1 0,-3 13 0,-3 3 23,1 1 0,2 0-1,2 1 1,1 0 0,3 1-1,1-1 1,2 1 0,2 0-1,3 15-22,-2-53 3,-1 1-1,1 0 0,0-1 1,0 1-1,1-1 0,0 1 1,0 0-1,0-1 0,0 1 1,1-1-1,0 0 0,0 0 0,1 0 1,-1 0-1,1 0 0,0 0 1,1-1-1,-1 1 0,1-1 1,0 0-1,0 0 0,0 0 1,0 0-1,1-1 0,-1 0 1,1 0-1,0 0 0,0-1 1,0 1-1,0-1 0,1 0 1,-1-1-1,0 1 0,1-1 1,-1 0-1,1 0 0,0-1 0,-1 0 1,1 0-1,-1 0 0,1-1 1,0 1-1,-1-1 0,1-1 1,-1 1-1,3-2-2,11-10 0,0-2 0,0 0 0,-1-1 0,-1-1 0,-1-1 0,0 0 0,-2-1 0,0 0 0,-1-2 0,10-19 0,-13 21-62,0 0 0,-1 0 0,-1-1 0,-1 0 0,0-1-1,-2 0 1,-1 0 0,2-18 62,-1-103-3074,-9 64-3101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8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29662,'0'0'849,"0"0"-285,0 0-170,0 0-2,-4 24-3,-62 300 128,56-270-517,-27 160 0,8 1 0,9 14 0,20-229-37,-1 0 0,1 0 0,0-1 0,-1 1 0,1 0 0,-1 0-1,1 0 1,-1 0 0,1 0 0,-1 0 0,1 0 0,-1 0 0,1 0 0,-1 0 0,1 0 0,-1 0 0,1 0 0,0 0 0,-1 0 0,1 0 0,-1 1-1,1-1 1,-1 0 0,1 0 0,0 0 0,-1 1 0,1-1 0,-1 0 0,1 1 0,0-1 0,-1 0 0,1 1 0,0-1 0,0 1 0,-1-1-1,1 0 1,0 1 0,0-1 0,0 1 0,-1-1 0,1 1 0,0-1 0,0 0 0,0 1 0,0-1 0,0 1 0,0-1 0,0 1 0,0-1-1,0 1 1,0-1 0,0 1 0,0-1 0,0 1 0,0-1 0,1 1 0,-1-1 0,0 0 0,0 1 0,0-1 0,1 1 0,-1-1 0,0 0-1,1 1 38,-8-23-4628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8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0 26398,'0'0'2671,"0"0"-1724,0 0-420,0 0-101,0 0-66,-6 25 28,-95 373 489,57-266-894,22-76-326,3 1 1,2 1 0,3 0 0,2 1 0,3 1 0,1 26 342,8-73-2366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9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 30511,'0'0'848,"-2"110"-408,-13-33-72,-3 12 128,-2 0-392,1-3-104,1-3 0,-2-2 0,3-6 0,-3-6 0,3-12 0,-1-13 0,3-17-608,2-15-1265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9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28414,'0'0'3617,"0"0"-3137,0 0-224,0 0-256,0 0 0,0 0 0,0 0 0,63 102 0,-54-98 0,-2 0 0,-7 4-256,-2-2-1064,-16-2-4290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29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29718,'0'0'1529,"0"0"-1041,0 0-160,0 0 248,2 101-448,-2-20-128,-4 33 0,-18 32 0,-7 6 0,1-10 0,10-33 0,3-32 0,6-30-168,3-27-3737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2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19148,'0'0'9802,"0"0"-8818,0 0-303,0 0-217,0 0 56,-13 128-8,8-53-168,-1 28-64,-3 19-248,-2-8-32,2-11 0,1-16 0,3-22 0,1 4 0,4-6-32,0-29-568,20-19-560,-1-15-2217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 28350,'0'0'2953,"0"0"-2289,-35 158-240,8-78-48,-1 11-376,-1 2 0,3 6 0,4-3 0,7 1 0,8 15-288,7-25-864,0-24-2017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2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30358,'0'0'1841,"0"0"-1273,0 0-568,48 130 0,-39-90 0,-2-5 0,-5-5 0,0-8 0,-2-12-1000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0 22557,'0'0'7785,"0"0"-7040,0 0-257,0 0-112,0 0 120,-62 142-176,49-83-320,0 2 0,0 5 0,-5 1 0,1 0 0,-3 0 0,3-2 0,3-4 0,8-6 0,6-11 0,6-17-984,8-19-2057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4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28438,'0'0'1176,"0"0"-243,0 0-279,0 0-152,0 0-105,-7 19-89,-36 162 40,-81 345-337,120-515-21,1 1 0,0-1 0,1 1 0,0 0 0,0 0 0,2-1 0,-1 1 0,1 0 0,1 0 0,2 8 10,-2-18-62,0-1 1,0 1-1,0-1 0,0 0 1,0 0-1,0 1 0,1-1 1,-1 0-1,1 0 1,-1 0-1,1 0 0,-1-1 1,1 1-1,0 0 0,-1-1 1,1 1-1,0-1 0,-1 1 1,1-1-1,0 0 0,0 0 1,-1 1-1,1-1 0,0-1 1,0 1-1,-1 0 1,1 0-1,0-1 0,0 1 1,-1-1-1,2 0 62,35-10-2190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4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29606,'0'0'1337,"0"0"-737,0 0-24,50 100-24,-50-39-456,0 10-96,-6 8 0,-12 2 0,3 2 0,4-4 0,7-8 0,4-6 0,13-20-1032,9-17-2553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4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432 244 31599,'0'0'920,"-12"-19"-685,-112-150-222,120 164-13,0 0 0,-1 1 0,1-1 0,-1 1 0,0 1 0,0-1 0,0 0 0,0 1 0,-1 0 0,0 1 0,1-1 0,-1 1 0,0 0 0,0 0 0,0 1 0,0-1 0,0 2 0,-1-1 0,1 1 0,0-1 0,0 2 0,0-1 0,-1 1 0,1 0 0,-6 1 0,3 5 0,-1 0 0,1 1 0,1 0 0,-1 0 0,2 1 0,-1 0 0,1 0 0,0 1 0,1 0 0,0 0 0,1 1 0,0-1 0,0 1 0,1 0 0,1 1 0,-1 2 0,-4 11 0,1 0 0,2 1 0,0 0 0,1 0 0,2 0 0,1 0 0,0 0 0,2 0 0,2 1 0,0-1 0,5 16 0,-7-36 0,1 0 0,0 1 0,0-1 0,1 0 0,-1 0 0,2 0 0,-1 0 0,0-1 0,1 0 0,0 1 0,0-1 0,1 0 0,0-1 0,0 1 0,0-1 0,0 0 0,0 0 0,1-1 0,0 0 0,-1 1 0,1-2 0,0 1 0,1-1 0,-1 0 0,0 0 0,1-1 0,-1 0 0,1 0 0,-1 0 0,1-1 0,0 0 0,-1 0 0,1-1 0,-1 0 0,1 0 0,-1-1 0,1 1 0,-1-1 0,0 0 0,0-1 0,0 0 0,0 0 0,0 0 0,2-3 0,13-14-132,0 0-1,-2-1 1,-1-2-1,0 0 1,-2 0-1,-1-2 1,0 0 0,-2 0-1,-1-2 1,7-24 132,3-5-2093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5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30639,'0'0'1176,"0"0"-648,-72 154-144,39-71-344,3 10-40,3 2 0,16-15 0,7 3 0,4-8 0,17-6 0,12-17-968,-3-19-913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5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269 424 31031,'0'0'634,"0"-24"-195,0-161-21,1 172-402,0 0 0,-1 0 1,-1 0-1,0 0 0,0 0 1,-2 0-1,1 0 0,-2 1 1,0-1-1,0 1 1,-1 0-1,-1 0 0,0 1 1,0-1-1,-2 0-16,5 10 0,-1 0 0,1 0 0,-1 1 0,1-1 0,-1 1 0,1 0 0,-1 0 0,0 0 0,0 0 0,0 1 0,1 0 0,-1-1 0,0 2 0,0-1 0,0 0 0,1 1 0,-1-1 0,0 1 0,0 0 0,1 0 0,-1 1 0,1-1 0,-1 1 0,1 0 0,0 0 0,-1 0 0,1 0 0,0 0 0,0 1 0,0-1 0,1 1 0,-1 0 0,1 0 0,-1 0 0,1 0 0,0 0 0,0 1 0,1-1 0,-1 1 0,1-1 0,-1 1 0,1-1 0,0 1 0,0 1 0,-15 36 0,1 1 0,2 0 0,2 1 0,2 1 0,2 0 0,2 0 0,1 0 0,3 0 0,2 4 0,-3-40 0,1 0 0,0 0 0,1 0 0,-1 1 0,2-1 0,-1 0 0,1 0 0,0 0 0,1 0 0,0 0 0,0 0 0,1 0 0,0-1 0,0 1 0,1-1 0,0 0 0,0 0 0,1 0 0,0 0 0,0-1 0,0 0 0,1 0 0,0 0 0,0-1 0,0 0 0,1 0 0,0-1 0,0 1 0,0-1 0,4 1 0,-4-4 0,1 1 0,0-1 0,0-1 0,0 1 0,-1-1 0,1-1 0,0 1 0,0-2 0,0 1 0,-1-1 0,1 0 0,-1 0 0,1-1 0,-1 0 0,0 0 0,0-1 0,0 0 0,-1 0 0,1-1 0,-1 1 0,0-1 0,3-4 0,111-141 0,-22-29-572,-67 108-656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6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373 321 30118,'0'0'801,"0"0"-105,0 0-315,5-17-138,29-114 192,-19 5-342,-17 123-93,0-1 0,0 1 0,0 0 0,0 0 0,-1 1 0,1-1 0,-1 0 0,0 1 0,0-1 0,0 1 0,0 0 0,0 0 0,0 0 0,-1 1 0,1-1 0,0 1 0,-1 0 0,1 0 0,-1 0 0,0 0 0,1 0 0,-1 1 0,0 0 0,0 0 0,1 0 0,-1 0 0,0 0 0,1 1 0,-1 0 0,0-1 0,1 1 0,-1 1 0,1-1 0,-1 0 0,1 1 0,0 0 0,-1 0 0,1 0 0,0 0 0,0 0 0,0 1 0,-19 13 0,0 2 0,1 0 0,1 1 0,0 1 0,2 1 0,0 1 0,1 0 0,2 1 0,0 1 0,2 0 0,0 1 0,2 1 0,0 0 0,2 0 0,1 1 0,2 0 0,0 0 0,1 5 0,-3 7 0,2 1 0,1 0 0,3 1 0,1-1 0,2 1 0,2 8 0,-1-38 0,0-1 0,0 1 0,1-1 0,1 0 0,0 0 0,0 0 0,1 0 0,0-1 0,0 1 0,1-1 0,1-1 0,-1 1 0,1-1 0,1 0 0,0-1 0,3 3 0,-7-7 0,0 1 0,1-1 0,0 0 0,0 0 0,0 0 0,0-1 0,0 0 0,0 0 0,1 0 0,-1-1 0,1 1 0,-1-1 0,1-1 0,-1 1 0,1-1 0,0 0 0,-1 0 0,1 0 0,0-1 0,-1 0 0,1 0 0,-1-1 0,1 1 0,-1-1 0,0 0 0,0-1 0,0 1 0,0-1 0,0 0 0,3-3 0,18-19 0,-2 0 0,-1-1 0,-1-1 0,-1-2 0,-2 0 0,-1-1 0,-1 0 0,-2-2 0,0 0 0,8-33 0,61-189-717,-75 217-854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9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591 382 28134,'0'0'972,"0"0"-178,0 0-186,0 0-88,1-22-68,3-171 476,-5 185-920,-1 0 0,1 1-1,-1-1 1,0 0-1,-1 1 1,0-1 0,0 1-1,-1 0 1,0 0 0,0 0-1,0 0 1,-1 1-1,0-1 1,0 1 0,-1 1-1,0-1 1,0 1 0,0 0-1,-1 0 1,1 1 0,-1 0-1,0 0 1,0 0-1,-1 1 1,1 0 0,-1 1-1,1-1 1,-1 1 0,0 1-1,0 0 1,0 0 0,0 0-1,0 1 1,0 0-1,0 1 1,0 0 0,0 0-1,0 1 1,0 0 0,1 0-1,-1 1 1,1-1-1,-1 2 1,1-1 0,0 1-1,0 0 1,-4 4-8,-16 15 0,1 1 0,2 1 0,0 1 0,2 1 0,1 1 0,1 1 0,1 1 0,2 0 0,1 1 0,1 1 0,2 1 0,1 0 0,-5 26 0,-10 146 0,26-200 0,1 0 0,0 0 0,0 0 0,1 0 0,-1 0 0,1 0 0,0 0 0,1 0 0,-1 0 0,1 0 0,0-1 0,0 1 0,0-1 0,1 1 0,0-1 0,0 0 0,0 0 0,0 0 0,0 0 0,1-1 0,0 1 0,0-1 0,0 0 0,0 0 0,0-1 0,1 1 0,-1-1 0,4 2 0,3 2 0,1-1 0,0 0 0,0-1 0,0 0 0,1-1 0,0 0 0,-1-1 0,1 0 0,0-1 0,0-1 0,0 0 0,0 0 0,0-2 0,0 1 0,-1-2 0,1 0 0,-1 0 0,1-1 0,-1 0 0,0-1 0,7-5 0,22-12 0,-1-2 0,-1-1 0,-1-3 0,-1-1 0,10-13 0,226-187-2226,-197 171-1029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9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449 325 30094,'0'0'947,"0"0"-32,0 0-349,2-17-352,-1 0-200,2 3-13,-1 0 0,0 0 0,-2 0 0,1-1 0,-2 1 0,0 0 0,0-1 0,-2 1 1,0 0-1,0 0 0,-1 0 0,-1 1 0,0 0 0,-1 0 0,-1 0 0,-1-2-1,1 9 0,0 1 0,0-1 0,-1 1 0,0 1 0,0-1 0,0 2 0,0-1 0,-1 1 0,1 0 0,-1 0 0,0 1 0,0 1 0,0-1 0,0 2 0,0-1 0,0 1 0,0 0 0,0 1 0,-1 0 0,2 1 0,-1-1 0,0 2 0,0-1 0,1 1 0,-1 1 0,1-1 0,0 2 0,0-1 0,0 1 0,1 0 0,-1 0 0,1 1 0,0 0 0,1 1 0,0-1 0,0 1 0,0 1 0,-5 3 0,0 1 0,2 1 0,-1-1 0,1 1 0,1 1 0,1 0 0,0 0 0,0 0 0,2 1 0,0 0 0,0 0 0,2 0 0,-1 1 0,2-1 0,0 1 0,1-1 0,1 1 0,0 0 0,1 0 0,1-1 0,3 14 0,0-20 0,0-1 0,0 1 0,1-1 0,1-1 0,-1 1 0,1-1 0,0-1 0,0 1 0,1-1 0,0 0 0,0-1 0,1 0 0,-1 0 0,1-1 0,0 0 0,0 0 0,1-1 0,-1 0 0,1-1 0,-1 0 0,1-1 0,0 0 0,-1 0 0,1-1 0,0 0 0,0-1 0,0 0 0,-1 0 0,1-1 0,0-1 0,-1 0 0,0 0 0,0 0 0,0-1 0,3-2 0,18-11-158,0-1-1,-1-2 1,-2 0 0,0-2 0,-1-1-1,-1-1 1,-1-1 0,-1-2 0,3-6 158,27-33-2673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39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29742,'0'0'1185,"0"0"-649,0 0-176,0 0 40,0 0 0,-19 136-256,5-70-144,-3 6 0,-3 9 0,-4 4 0,0-2 0,2 0 0,7-10 0,8-10 0,7-18-296,18-19-824,8-24-1529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40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30431,'0'0'1184,"-11"109"-512,-11-31-208,-4 13-448,-1 2-16,1-4 0,2-3 0,2-7 0,11-8 0,11-21 0,2-19-1248,18-23-4481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4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423 279 30230,'0'0'675,"0"-18"-176,0 8-446,-16-153 664,16 159-705,-1 0 0,0 0 0,0 0-1,0 0 1,0 0 0,-1 0 0,1 0 0,-1 0 0,0 1-1,0-1 1,-1 1 0,1-1 0,-1 1 0,1 0-1,-1 0 1,0 0 0,0 0 0,-1 0 0,1 1 0,0 0-1,-1-1 1,0 1 0,1 0 0,-1 1 0,0-1-1,0 1 1,0 0 0,0 0 0,0 0 0,0 0 0,0 1-1,-1-1 1,1 1 0,0 0 0,0 1 0,0-1-1,0 1 1,0-1 0,-1 1 0,0 1-12,-3 2-1,-1 0 1,1 1 0,1 0-1,-1 0 1,1 1-1,0 0 1,0 0-1,0 0 1,1 1-1,0 0 1,0 1-1,1-1 1,0 1-1,-2 4 1,-21 34 3,3 1 1,1 1-1,3 0 0,2 2 0,2 1 0,-2 17-3,-7 93 5,28-156-2,-1-1-1,1 1 1,0-1-1,0 0 1,0 0-1,0 0 1,1 0-1,0 0 1,-1 0-1,1-1 1,1 1-1,-1-1 1,0 0-1,1 0 1,0 0-1,0-1 1,0 1-1,0-1 1,0 0-1,0 0 1,1 0-1,-1-1 1,0 1-1,1-1 1,-1 0-1,1 0 1,0-1-1,-1 0 1,1 1-1,0-1 1,-1-1-1,1 1 1,0-1-1,-1 0 1,1 0-1,-1 0 1,1-1-1,-1 1 1,0-1-1,1 0 1,1-1-3,16-9-23,-1 0 1,1-1-1,-2-1 0,0-1 1,-1-1-1,0-1 0,-2 0 1,0-1-1,0-1 0,-2-1 1,11-18 22,20-31-1261,-13 7-1622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40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30767,'0'0'1152,"0"0"-808,0 0 0,0 0-184,0 0-160,0 0 0,31 133 0,-25-90 0,3 30-448,0-12-1136,-1-6-1681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4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1 26542,'0'0'2504,"0"0"-815,0 0-849,0 0 136,48 126-760,-87-84-216,-23 7 0,-14 4 0,-12 6 0,-28 22 0,24-16 0,13-13-1072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43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803 213 28942,'0'0'1827,"0"0"-1075,0 0-263,-13-17-49,-44-56-171,51 67-267,0 0-1,-1 1 1,1 0-1,-1 0 1,-1 1 0,1 0-1,0 0 1,-1 1-1,0 0 1,0 0 0,0 1-1,0 0 1,0 0-1,0 1 1,0 0 0,-1 0-1,1 1 1,0 0-1,-1 0 1,1 1 0,0 1-1,-1-1 1,1 1-1,0 0 1,0 1 0,0 0-1,1 0 1,-1 1-1,1 0 1,0 0-2,-29 19 0,1 1 0,1 2 0,2 1 0,0 1 0,2 2 0,1 1 0,2 2 0,1 0 0,2 2 0,1 1 0,-16 34 0,20-38 0,1 1 0,2 1 0,2 1 0,1 0 0,1 1 0,3 0 0,0 1 0,3 0 0,1 0 0,0 17 0,4-45 0,1 0 0,0-1 0,0 1 0,0 0 0,1-1 0,1 1 0,-1-1 0,1 1 0,1-1 0,0 0 0,0 0 0,0 0 0,1 0 0,0 0 0,1-1 0,0 0 0,0 0 0,0 0 0,1-1 0,0 1 0,0-1 0,1-1 0,-1 1 0,1-1 0,0 0 0,5 2 0,3 1 0,1-1 0,-1 0 0,1-1 0,1-1 0,-1 0 0,1-1 0,0-1 0,0 0 0,0-1 0,0-1 0,0-1 0,0-1 0,0 0 0,0-1 0,0-1 0,0 0 0,10-4 0,5-3 0,0-2 0,-1 0 0,-1-2 0,0-2 0,0 0 0,-2-2 0,0-1 0,12-13 0,-16 14 0,-1-1 0,-1-2 0,-1 0 0,0-1 0,-2-1 0,-1-1 0,-1-1 0,-1 0 0,-1-1 0,-1-1 0,-1 0 0,-2-1 0,-1 0 0,-1-1 0,-1 0 0,-1 0 0,-2-1 0,-1 0 0,-1-17 0,-1 29 0,-1 0 0,-1-1 0,-1 1 0,0 0 0,-2 0 0,0 0 0,-1 0 0,0 1 0,-2-1 0,0 1 0,-1 0 0,0 1 0,-1-1 0,-1 2 0,-1-1 0,0 1 0,-1 1 0,-1 0 0,0 0 0,-1 1 0,0 1 0,-1 0 0,-1 1 0,0 0 0,-13-6 0,-7 6-251,0 2 1,-1 2-1,1 1 0,-1 1 0,-35 1 251,-57 2-2651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4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30887,'0'0'1344,"0"0"-1192,125-51-104,-53 31 0,9 3 96,9 3 0,4 4-144,5 4 0,26 6 0,-27 0-680,-21 0-904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48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30286,'0'0'681,"0"0"-345,123-25-112,-66 15-16,2 4-80,0 2-88,-6 4-40,-5 0-208,-11 0-536,-10 6-1321,-19 2-4584</inkml:trace>
  <inkml:trace contextRef="#ctx0" brushRef="#br0" timeOffset="250.006">233 52 28598,'0'0'1120,"-11"29"-275,11-28-842,-18 48 273,2 2-1,2 0 1,2 1-1,0 19-275,2 55 533,5 0 0,9 94-533,-5-200 1,2 0 1,0 0-1,1 0 1,1 0 0,1-1-1,1 1 1,1-1-1,0 0 1,2 0 0,0-1-1,1 0 1,0-1-1,2 1 1,0-2-1,1 0 1,0 0 0,2-1-1,0 0 1,0-2-1,1 1 1,13 7-2,-24-19-3,0 1 1,0-1-1,-1-1 1,1 1-1,1-1 0,-1 1 1,0-1-1,0-1 1,0 1-1,1 0 0,-1-1 1,0 0-1,1 0 0,-1 0 1,0-1-1,1 1 1,-1-1-1,0 0 0,0 0 1,0-1-1,0 1 1,0-1-1,4-2 3,65-103-1254,-45 48-537</inkml:trace>
  <inkml:trace contextRef="#ctx0" brushRef="#br0" timeOffset="251.006">404 652 30414,'0'0'825,"0"0"-441,0 0-192,0 0 160,0 0-112,144 8-240,-30-36-88,-15 2-584,-16 3-1409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4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99 279 25725,'0'0'4049,"0"0"-3441,0 0-183,-92 106-17,85-80 32,7-8-128,16-7-128,30-3-8,20-6-24,15-2-32,11 0-64,6-13-24,-6-5-32,-13 4-184,-15 0-168,-12-4-240,-19 5-849,-19-3-3408</inkml:trace>
  <inkml:trace contextRef="#ctx0" brushRef="#br0" timeOffset="287.023">423 1 27302,'0'0'3361,"0"0"-2793,0 0-200,-76 148 88,67-77-8,9 3-192,0 5-248,0 2-8,18-2 0,8-6-96,22-14-448,-4-21-480,-7-20-1289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5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1739 470 29974,'0'0'725,"0"0"-315,0 0 24,-6 23 57,-30 160 63,19 481-386,17-552-157,1 63-11,8-1 0,8 0 0,14 43 0,9-92 0,-33-143-79,-5-183-3894,-2 124-3329</inkml:trace>
  <inkml:trace contextRef="#ctx0" brushRef="#br0" timeOffset="284.168">2033 991 27174,'0'0'3361,"0"0"-2253,0 0-724,0 0-35,0 0-65,-22 9-188,-67 33-98,84-39-13,-1 1 1,1 0-1,0 0 1,0 1-1,1 0 0,-1-1 1,1 2-1,0-1 1,0 0-1,1 1 1,-1 0-1,1-1 1,1 1-1,-1 1 1,1-1-1,0 0 1,0 0-1,1 1 0,0-1 1,-1 8 14,3-8 7,0-1 1,0 1-1,0 0 1,0 0-1,1-1 0,0 1 1,0-1-1,1 1 1,-1-1-1,1 0 0,0 0 1,1 0-1,-1 0 1,1-1-1,0 1 0,0-1 1,1 0-1,-1 0 1,1 0-1,0-1 0,-1 0 1,2 0-1,-1 0 0,0 0 1,1-1-1,-1 0 1,1 0-1,-1-1 0,1 1 1,0-1-1,0 0 1,0-1-1,0 1-7,26 10 51,78 45-432,-78-14-3843,-24-22-8550</inkml:trace>
  <inkml:trace contextRef="#ctx0" brushRef="#br0" timeOffset="-1749.543">1 452 30671,'0'0'840,"0"0"-504,0 0 32,0 0 144,120 140-472,-69-86-40,1 3 0,3 4 0,0 2 0,-5 2 0,-8-5 0,-9-7 0,-5-14-256,-8-33-784,-7-6-849,-6-18-4384</inkml:trace>
  <inkml:trace contextRef="#ctx0" brushRef="#br0" timeOffset="-1582.903">437 377 30270,'0'0'873,"0"0"-345,-101 111-216,59-42 72,5 6-136,9 6-224,8-2-24,18 8-440,2-18-568,0-26-2401</inkml:trace>
  <inkml:trace contextRef="#ctx0" brushRef="#br0" timeOffset="-1249.335">551 1 29918,'0'0'1494,"0"0"-942,0 0-358,0 0-5,0 0 8,22 1-66,182 4-70,-200-5-62,-1-1-1,1 0 0,0 0 0,-1 1 0,1 0 0,0 0 0,-1 0 0,1 0 0,0 0 0,0 1 0,-1 0-1,1 0 1,-1 0 0,1 0 0,-1 0 0,1 1 0,-1-1 0,0 1 0,0 0 0,1 0 0,-1 0 0,-1 1 0,1-1 0,0 1 0,-1-1-1,1 1 1,-1 0 0,0 0 0,0 0 0,0 0 0,0 1 0,0 0 2,16 142 50,-17-103-29,24 710 4,-5-589-925,-19-124-753</inkml:trace>
  <inkml:trace contextRef="#ctx0" brushRef="#br0" timeOffset="-1033.138">393 1480 30439,'0'0'1568,"0"0"-1296,0 0-152,0 0 80,184-108-32,-96 60-168,8 1 0,3 2-32,22-13-440,-27 13-112,-22 8-1641</inkml:trace>
  <inkml:trace contextRef="#ctx0" brushRef="#br0" timeOffset="-766.408">1176 626 31015,'0'0'757,"0"0"-346,0 0-266,0 0-38,0 0 8,25-15-39,82-44-38,-104 58-38,0-1 1,0 1-1,0 0 0,0 0 0,0 0 0,0 0 0,0 0 0,0 1 0,0 0 0,1-1 1,-1 1-1,0 1 0,0-1 0,0 0 0,1 1 0,-1-1 0,0 1 0,0 0 0,0 0 1,0 0-1,0 1 0,0-1 0,0 1 0,-1-1 0,1 1 0,0 0 0,-1 0 0,0 0 1,1 0-1,-1 1 0,0-1 0,0 1 0,0-1 0,0 1 0,-1 0 0,1 0 0,-1-1 1,1 1-1,-1 0 0,0 0 0,0 1 0,-1-1 0,1 0 0,-1 0 0,1 0 0,-1 0 1,0 1-1,0-1 0,0 0 0,-1 0 0,1 0 0,-1 1 0,0-1 0,0 0 0,0 0 1,0 0-1,0 0 0,-1 0 0,1-1 0,-1 1 0,-4 13-4,-1-1 1,-1 0-1,0-1 1,-1 0-1,0 0 1,-1-1-1,-1 0 1,0-1-1,-10 8 4,5-2-9,-81 81-131,-89 111-661,215-262-4105,-1 7-656</inkml:trace>
  <inkml:trace contextRef="#ctx0" brushRef="#br0" timeOffset="-449.639">1309 811 19108,'0'0'7830,"0"0"-5178,-6 22-1824,-53 143 98,45-135-909,1 1 0,2 0 1,1 1-1,2 0 0,1 0 0,1 1 0,2 0 0,0 13-17,13 79-2373,-9-125 2337,0 1 1,0 0-1,0 0 1,0 0-1,1 0 1,-1-1 0,0 1-1,0 0 1,1 0-1,-1-1 1,0 1 0,1 0-1,-1 0 1,1-1-1,-1 1 1,1-1-1,-1 1 1,1 0 0,-1-1-1,1 1 1,0-1-1,-1 1 1,1-1 0,0 1-1,0-1 1,-1 0-1,1 1 1,0-1 0,0 0-1,-1 0 1,1 0-1,0 1 1,0-1-1,0 0 1,0 0 0,-1 0-1,1 0 1,0 0-1,0 0 1,0-1 0,-1 1-1,1 0 1,0 0-1,0-1 1,-1 1-1,1 0 1,0-1 0,0 1-1,-1 0 1,1-1-1,0 1 1,-1-1 0,1 0-1,-1 1 1,1-1 35,30-46 489,-20 28-155,-10 17-277,0 0 0,0 0 0,0 0-1,1 0 1,-1 0 0,1 1 0,-1-1 0,1 1-1,-1-1 1,1 1 0,0-1 0,0 1 0,0 0-1,0 0 1,0 0 0,0 0 0,0 0 0,0 1-1,0-1 1,0 0 0,1 1 0,-1 0 0,0-1-1,0 1 1,0 0 0,1 0 0,-1 0 0,0 1-1,0-1 1,1 0 0,-1 1 0,0 0 0,0-1-1,0 1 1,0 0 0,0 0 0,0 0 0,0 0-1,0 1 1,0-1 0,-1 0 0,1 1 0,0-1-1,-1 1 1,1 0-57,55 89 733,-11 89-698,-35-149-1442,-6-29-695</inkml:trace>
  <inkml:trace contextRef="#ctx0" brushRef="#br0" timeOffset="1149.436">952 1127 29766,'0'0'1127,"0"0"-519,0 0-224,0 0 71,25-3-107,167-31-269,177-60-1114,-471 160 2070,-17 22-1035,4 5 0,5 5 0,-54 63 0,141-137-24,4-9 4,2 0 1,-1 2-1,2 0 0,1 1 0,0 0 0,1 1 0,1 1 0,1 0 1,0 1-1,2 0 0,0 1 0,2 0 0,0 0 0,2 1 0,0 0 1,0 10 19,6 3-1707</inkml:trace>
  <inkml:trace contextRef="#ctx0" brushRef="#br0" timeOffset="1365.414">1504 1374 31255,'0'0'1208,"0"0"-904,0 0-304,0 0 0,0 0 0,0 0 0,0 0 0,-30 69 0,30-42-96,0-5-1592,4-10-6866</inkml:trace>
  <inkml:trace contextRef="#ctx0" brushRef="#br0" timeOffset="1563.248">1566 1595 31047,'0'0'856,"0"0"-400,0 0-256,0 0-200,0 0-128,0 0-872,0 0-1377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04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1401 645 20972,'0'0'7563,"0"0"-5459,0 0-1588,0 0-96,0 0 8,-15-11-69,4 4-301,6 4-46,1 0 1,-1 0 0,0 0-1,1 0 1,0-1 0,0 1-1,0-1 1,0 0 0,1-1 0,-1 1-1,1-1 1,0 1 0,0-1-1,1 0 1,0 0 0,-1 0 0,2 0-1,-1-1 1,1 1 0,-1-3-13,-4-58 64,6 49-61,0 0 0,-2 1-1,0-1 1,0 1-1,-2 0 1,0 0 0,-1 0-1,0 0 1,-1 1-1,-1 0 1,-2-2-3,6 14 0,1 0 0,-1 1 0,0 0 0,0-1 0,0 1 0,0 0 0,0 1 0,0-1 0,-1 0 0,1 1 0,0 0 0,-1 0 0,1 0 0,-1 0 0,0 1 0,1-1 0,-1 1 0,0 0 0,1 0 0,-1 0 0,0 0 0,1 1 0,-1-1 0,1 1 0,-1 0 0,1 0 0,-1 1 0,1-1 0,0 1 0,-1-1 0,1 1 0,0 0 0,0 0 0,0 1 0,0-1 0,1 0 0,-1 1 0,1 0 0,-1 0 0,1-1 0,0 2 0,0-1 0,0 0 0,1 0 0,-1 0 0,1 1 0,0-1 0,-1 1 0,1 1 0,-19 44 0,1 0 0,3 2 0,2 0 0,2 1 0,3 1 0,2-1 0,2 1 0,2 1 0,5 49 0,-4-68 0,2 0 0,1-1 0,1 1 0,3-1 0,0 0 0,3 0 0,0 0 0,2-1 0,2 0 0,7 13 0,-16-39 0,1-1 0,0 0 0,0 0 0,0 0 0,1 0 0,0 0 0,0-1 0,0 0 0,1 0 0,-1 0 0,1-1 0,1 0 0,-1 0 0,0-1 0,1 1 0,0-1 0,0-1 0,0 1 0,0-1 0,5 0 0,-6-3 0,-1 0 0,1-1 0,-1 0 0,1 0 0,-1 0 0,0-1 0,0 1 0,0-1 0,-1-1 0,1 1 0,-1-1 0,1 1 0,-1-1 0,0-1 0,0 1 0,-1 0 0,0-1 0,1 0 0,-2 0 0,1 0 0,0 0 0,-1 0 0,0 0 0,0-1 0,-1 1 0,1-1 0,-1-4 0,0 8 0,31-93 0,-4-2 0,-4-1 0,-5-1 0,-4 0 0,-1-63 0,-10 128-535,1 0 1,2 1-1,1-1 1,1 1-1,2 1 1,5-8 534,5-1-5035</inkml:trace>
  <inkml:trace contextRef="#ctx0" brushRef="#br0" timeOffset="330.319">2245 800 30751,'0'0'794,"0"0"-144,0 0-211,-8-20-317,-46-129-111,53 143-11,-1 1 0,1-1 0,-1 1 0,0-1 0,0 1 0,-1-1 0,1 1 0,-1 0 0,-1 0 0,1 1 0,-1-1 0,1 1 0,-1-1 0,0 1 0,-1 0 0,1 1 0,-1-1 0,0 1 0,0 0 0,0 0 0,0 0 0,0 1 0,-1-1 0,1 1 0,-1 1 0,1-1 0,-1 1 0,0 0 0,0 0 0,1 1 0,-1 0 0,0 0 0,0 0 0,0 1 0,0-1 0,1 1 0,-1 1 0,0-1 0,1 1 0,-1 0 0,1 0 0,0 1 0,0 0 0,0 0 0,-1 0 0,-7 13 0,0 2 0,1-1 0,1 1 0,1 1 0,0 0 0,2 0 0,0 1 0,1 0 0,1 0 0,1 1 0,0-1 0,2 1 0,1 1 0,0 15 0,-5 1 0,3 0 0,1 0 0,2 0 0,2 0 0,1 0 0,2 0 0,1-1 0,3 1 0,0-1 0,3-1 0,1 0 0,4 6 0,-14-36 0,1 0 0,0 0 0,0 0 0,0 0 0,1 0 0,0-1 0,0 0 0,0 1 0,1-2 0,0 1 0,0 0 0,0-1 0,0 0 0,1 0 0,-1-1 0,1 0 0,0 0 0,0 0 0,1 0 0,-1-1 0,0 0 0,1 0 0,-1-1 0,1 0 0,0 0 0,-1-1 0,1 1 0,0-1 0,-1-1 0,1 0 0,0 1 0,-1-2 0,2 1 0,4-6-25,1 0 1,-1-1-1,0-1 1,-1 0-1,0 0 0,0-1 1,-1 0-1,-1-1 1,1 0-1,-2-1 0,6-8 25,5-4-166,33-44-732,-8 5-928</inkml:trace>
  <inkml:trace contextRef="#ctx0" brushRef="#br0" timeOffset="562.733">2743 873 30198,'0'0'1097,"0"0"-409,0 0-240,85 111-112,-61-72-336,7-1 0,2 1 0,0-9-1344,-9-10-5418</inkml:trace>
  <inkml:trace contextRef="#ctx0" brushRef="#br0" timeOffset="1047.804">4128 477 29902,'0'0'763,"0"0"-189,0 0-185,0 0-2,0 0-79,-13-22-143,-40-70-93,52 87-69,-1 0 0,0 0 0,0 0 0,-1 0 0,1 0 0,-1 0 0,0 1 0,0-1-1,-1 1 1,1 0 0,-1 0 0,0 0 0,0 0 0,-1 1 0,1 0 0,-1 0 0,1 0 0,-1 0 0,0 1-1,0 0 1,0 0 0,-1 0 0,1 0 0,0 1 0,-1 0 0,1 0 0,0 0 0,-1 1-3,1 1 0,1-1 1,-1 1 0,1 1-1,-1-1 1,1 1 0,0-1-1,0 1 1,0 0-1,0 1 1,0-1 0,0 1-1,0-1 1,1 1 0,-1 0-1,1 1 1,0-1 0,0 1-1,0-1 1,0 1 0,1 0-1,0 0 1,-1 0 0,1 0-1,0 2 0,-42 110 10,42-109-9,-9 30 0,2 0-1,2 1 0,1 0 1,2 0-1,2 1 0,2-1 1,1 1-1,2 10 0,-1-35-12,1 0 1,0 0-1,1-1 1,0 1-1,1-1 1,0 0-1,1-1 0,1 1 1,0-1-1,0 0 1,7 6 11,-10-12-9,0-1 0,0-1-1,1 1 1,-1-1 0,1 1 0,0-1 0,1-1 0,-1 1 0,1-1 0,-1 0 0,1 0 0,0-1 0,0 1 0,0-1 0,0-1 0,1 1 0,-1-1 0,0 0 0,1 0 0,-1-1 0,1 0-1,-1 0 1,1-1 0,-1 1 0,1-1 0,3-2 9,0-1-70,0 0-1,-1-1 0,1 0 1,-1 0-1,0-1 0,-1 0 1,1-1-1,-1 0 1,0 0-1,-1-1 0,5-6 71,5-4-239,53-56-2939,-4 0-6860</inkml:trace>
  <inkml:trace contextRef="#ctx0" brushRef="#br0" timeOffset="1313.716">5029 124 26382,'0'0'4393,"0"0"-3665,0 128-232,-3-61 80,-3 4-384,-1 4-192,3 0 0,0 2 0,1-2 0,3 0 0,0 6 0,0-18-1088,5-18-2041</inkml:trace>
  <inkml:trace contextRef="#ctx0" brushRef="#br0" timeOffset="1630.459">6215 463 31175,'-6'-20'465,"-57"-175"-277,62 192-185,0 1-1,0-1 1,0 0 0,-1 1-1,1-1 1,-1 1 0,1-1-1,-1 1 1,0 0-1,0 0 1,0 0 0,0 0-1,0 0 1,-1 0 0,1 1-1,-1-1 1,1 1-1,-1-1 1,1 1 0,-1 0-1,0 0 1,1 0 0,-1 0-1,0 1 1,0-1 0,0 1-1,0 0 1,0 0-1,0 0 1,1 0 0,-1 0-1,0 0 1,0 1 0,0 0-1,0-1 1,1 1-1,-3 1-2,-7 6 13,0 1-1,1 0 0,0 1 0,1 0 0,0 1 0,1 0 0,0 0 0,0 1 1,2 0-1,-1 1 0,-3 10-12,-11 14 37,3 1 0,1 1 0,2 1 0,2 0 0,2 1 0,1 0 0,2 1 0,2 0 0,2 1 0,1-1 0,3 6-37,2-38 6,0-1 1,0 1 0,1-1 0,1 1 0,0-1 0,0 0 0,0 0-1,1 0 1,1 0 0,0-1 0,0 0 0,0 0 0,1 0-1,0 0 1,1-1 0,-1 0 0,2-1 0,-1 1 0,1-1 0,-1-1-1,2 1 1,-1-1 0,1-1 0,-1 0 0,1 0 0,0-1 0,1 1-1,-1-2 1,0 0 0,1 0 0,-1-1 0,1 0 0,0 0-1,0-1 1,-1 0 0,1-1 0,0 0 0,-1-1 0,1 0 0,-1 0-1,0-1 1,0 0 0,0-1 0,1 0-7,19-24-34,-1-2 1,-2 0-1,0-2 1,-3 0-1,0-2 1,-2 0-1,-2-2 1,8-21 33,-17 37-123,28-57-3516,-8 9-9655</inkml:trace>
  <inkml:trace contextRef="#ctx0" brushRef="#br0" timeOffset="2163.835">7517 508 29582,'0'0'1207,"0"0"-375,0 0-271,0 0-107,8-18-331,0 0-118,29-109-2,-43-9-3,5 131 0,0 1 0,-1 0 0,0 0 0,0 0 0,0 0 0,0 0 0,0 0 0,-1 1 0,0-1 0,0 1 0,0-1 0,0 1 0,0 0 0,-1 0 0,1 1 0,-1-1 0,0 1 0,1 0 0,-1 0 0,0 0 0,-1 0 0,1 1 0,0-1 0,0 1 0,-1 0 0,1 0 0,-1 1 0,-3-1 0,-5 3 0,0 0 0,1 0 0,-1 1 0,1 1 0,0 0 0,0 1 0,0 0 0,1 1 0,0 0 0,0 1 0,0 0 0,1 1 0,0 0 0,0 0 0,1 1 0,0 0 0,1 1 0,0 0 0,0 0 0,1 1 0,0 0 0,1 0 0,1 1 0,-1 0 0,2 0 0,-11 10 0,2 1 0,1 0 0,1 1 0,0 0 0,2 0 0,1 1 0,1 0 0,1 1 0,2-1 0,0 1 0,2 0 0,0 0 0,2 12 0,1-30 0,1-1 0,0 1 0,0 0 0,0-1 0,1 0 0,0 1 0,0-1 0,1 0 0,0 0 0,1-1 0,-1 1 0,1-1 0,0 0 0,1-1 0,-1 1 0,1-1 0,0 0 0,1 0 0,-1-1 0,1 0 0,0 0 0,0 0 0,0-1 0,0 0 0,1 0 0,-1-1 0,1 0 0,-1 0 0,1-1 0,0 0 0,0-1 0,0 1 0,0-2 0,0 1 0,-1-1 0,1 0 0,3-1 0,23-7-29,0-1 0,0-2-1,-1-1 1,-1-2 0,-1-1 0,0-1-1,-1-2 1,-1-1 0,0-1 0,-2-2-1,13-14 30,-36 34-23,72-62-918,-12 6-918</inkml:trace>
  <inkml:trace contextRef="#ctx0" brushRef="#br0" timeOffset="2457.809">8742 41 31327,'0'0'656,"0"0"-336,6 154-216,-6-73 256,0 4-360,-2 1 0,0 3 0,2 2 0,0-4 0,13 7 0,7-23-1120,-3-25-1737</inkml:trace>
  <inkml:trace contextRef="#ctx0" brushRef="#br0" timeOffset="2779.949">10035 333 30182,'0'0'935,"0"0"-46,8-18-524,28-61-137,-31 68-212,-1 0 0,-1-1 0,0 0 1,0 0-1,-1 0 0,0 0 0,-1 0 0,-1 0 0,0 0 1,-1-5-17,1-11 6,0 25-6,0 1 0,0-1 0,0 0 0,0 0 0,0 0 0,-1 1 0,1-1 0,-1 0 0,0 1 0,0-1 0,0 0 0,0 1 0,0-1 0,0 1 0,-1-1 0,1 1 0,-1 0 0,0 0 0,0-1 0,1 1 0,-1 1 0,-1-1 0,1 0 0,0 0 0,0 1 0,-1-1 0,1 1 0,-1 0 0,1 0 0,-1 0 0,0 0 0,1 0 0,-1 0 0,0 1 0,1-1 0,-1 1 0,0 0 0,0 0 0,0 0 0,1 0 0,-1 0 0,0 1 0,0-1 0,1 1 0,-1 0 0,0 0 0,1 0 0,-1 0 0,-2 1 0,-10 7 0,1 1 0,0 1 0,0 0 0,1 0 0,0 2 0,1-1 0,1 2 0,0 0 0,1 0 0,0 0 0,-2 6 0,-15 19 0,1 1 0,2 2 0,2 0 0,2 1 0,1 1 0,3 1 0,2 0 0,1 1 0,3 1 0,1 0 0,3 0 0,0 24 0,6-64 0,0-1 0,0 0 0,0 1 0,1-1 0,0 0 0,0 1 0,1-1 0,0 0 0,0 0 0,0 0 0,1 0 0,0-1 0,0 1 0,0-1 0,1 1 0,0-1 0,0 0 0,0-1 0,0 1 0,1-1 0,0 0 0,0 0 0,0 0 0,0 0 0,1-1 0,-1 0 0,1 0 0,0-1 0,0 0 0,0 0 0,0 0 0,0 0 0,1-1 0,3 0 0,7 3 0,0 0 0,0-1 0,1-1 0,-1-1 0,0-1 0,1 0 0,-1-1 0,1-1 0,-1 0 0,0-2 0,0 0 0,-1 0 0,1-2 0,-1 0 0,0-1 0,0-1 0,-1 0 0,0-1 0,0-1 0,-1 0 0,-1-1 0,0 0 0,6-7 0,-9 6-81,-1-1 0,-1 1 0,0-1 0,-1-1 0,0 1 0,-1-1 0,0-1 0,-1 1 0,-1-1 0,-1 0 0,0 0 0,0 0 0,-2 0 0,0 0 0,-1-15 81,1-30-1818</inkml:trace>
  <inkml:trace contextRef="#ctx0" brushRef="#br0" timeOffset="4055.998">3 1927 29654,'0'0'994,"0"0"-45,0 0-318,-2 0-181,122-48-361,-5 10-89,2 6 0,1 4 0,1 6 0,1 5 0,1 5 0,0 6 0,41 5 0,70-8 0,76-8 0,1 14 0,24 15 0,152 14 0,42-21 0,-306-17 0,138-28 0,33-4 0,604-8 0,-648 22 0,49 13 0,-96 32 0,221 61 0,378 1 0,333-26 0,-192-72 0,-637 5 0,225 27 0,-272 25 0,-490 3-51,81-19-202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11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554 341 27558,'0'0'3542,"0"0"-2523,0 0-802,-2-20-9,0 0-136,1-4-57,-1 0 0,-2 1 0,0-1 0,-1 1 0,-1 0 0,-1 1 1,-1-1-1,-1 1 0,-1 1 0,-4-4-15,9 20 0,-1 0 0,0 0 0,-1 1 0,1 0 0,-1 0 0,1 1 0,-1 0 0,0 0 0,0 1 0,0 0 0,-1 0 0,1 0 0,-1 1 0,1 0 0,-1 0 0,1 1 0,-1 0 0,1 1 0,-1 0 0,1 0 0,0 0 0,-1 1 0,1 0 0,0 0 0,0 1 0,0 0 0,0 0 0,0 1 0,1 0 0,0 0 0,0 0 0,0 1 0,0 0 0,1 0 0,-5 4 0,-12 12 0,1 1 0,1 0 0,0 1 0,2 1 0,1 1 0,1 1 0,1 0 0,1 1 0,1 1 0,2 0 0,0 0 0,2 1 0,2 1 0,0-1 0,1 10 0,5-34 0,0 0 0,0 0 0,0-1 0,1 1 0,0 0 0,0 0 0,0 0 0,1 0 0,0-1 0,-1 1 0,2 0 0,-1-1 0,0 1 0,1 0 0,0-1 0,0 0 0,0 1 0,1-1 0,0 0 0,-1 0 0,1-1 0,1 1 0,-1 0 0,0-1 0,1 0 0,0 0 0,0 0 0,0 0 0,0-1 0,0 1 0,0-1 0,1 0 0,2 1 0,12 1 5,-1-1 0,1-1 0,-1 0 0,1-2 0,0 0-1,0-1 1,-1 0 0,1-2 0,0 0 0,-1-1 0,0-1 0,0-1 0,0-1 0,-1 0 0,0-1 0,-1-1 0,1 0-1,10-10-4,33-23-279,-3-3-1,-2-2 0,-2-2 0,4-10 280,19-18-1494,-9 10 50</inkml:trace>
  <inkml:trace contextRef="#ctx0" brushRef="#br0" timeOffset="333.757">1582 304 29702,'0'0'1611,"0"0"-1052,0 0-153,3-23-1,5-75-321,-8 91-84,1 1 0,-1 0 0,0-1 0,0 1 0,0 0 0,-1-1 0,0 1 0,-1 0 0,1 0 0,-1-1 0,0 1 0,-1 1 0,0-1 0,1 0 0,-2 1 0,1-1 0,-1 1 0,0 0 0,0 0 0,0 0 0,0 1 0,-1-1 0,0 1 0,0 0 0,0 1 0,-1-1 0,1 1 0,-1 0 0,0 1 0,1-1 0,-1 1 0,0 0 0,-1 0 0,1 1 0,0 0 0,0 0 0,-1 0 0,1 1 0,-1 0 0,1 0 0,0 1 0,-1 0 0,1 0 0,0 0 0,0 1 0,0 0 0,0 0 0,0 0 0,0 1 0,0 0 0,-3 2 0,-8 10 0,0 1 0,1 1 0,1 0 0,1 1 0,0 0 0,1 1 0,1 1 0,1 0 0,1 0 0,1 1 0,1 1 0,0-1 0,2 1 0,0 1 0,2-1 0,0 1 0,0 20 0,1-32 0,1 0 0,0 1 0,1-1 0,0 1 0,1-1 0,0 1 0,1-1 0,0 0 0,1 1 0,0-1 0,1 0 0,0 0 0,0 0 0,1 0 0,1 0 0,0-1 0,1 0 0,0 0 0,0 0 0,1-1 0,0 0 0,0 0 0,1-1 0,1 0 0,-1 0 0,1-1 0,0 0 0,1-1 0,0 0 0,7 3 0,-5-7 0,0 0 0,0-2 0,0 1 0,1-1 0,-1-1 0,0 0 0,0-1 0,0-1 0,0 1 0,0-2 0,-1 0 0,1 0 0,-1-1 0,0 0 0,0-1 0,-1 0 0,0-1 0,0 0 0,0-1 0,-1 0 0,0 0 0,-1-1 0,1 0 0,-2-1 0,1 1 0,-2-2 0,1 1 0,-1-1 0,-1 0 0,0 0 0,0 0 0,-1-1 0,1-5 0,4-82-337,-27 37-3117,-5 14-6486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1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35 789 28182,'0'0'928,"0"0"-712,-15 115-152,13-68-64,-3-15-224,3-13-1944,-2-9-21077</inkml:trace>
  <inkml:trace contextRef="#ctx0" brushRef="#br0" timeOffset="652.673">154 0 10642,'0'0'5016,"0"0"4661,0 0-6374,0 0-2307,0 0-207,0 0-148,0 6-128,-10 179-144,-7-1-1,-9-1 0,-18 46-368,4-6 85,23-1-85,22-212 0,43-99-699,-24 25-1195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12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 30358,'0'0'893,"0"0"-97,0 0-199,-9 21-475,-2 3-121,-28 108-1,22 430 0,14-508 0,-32 266 0,35-316 0,0-2 0,0-1 0,0 1 0,0 0 0,0 0 0,0 0 0,-1 0 0,1 0 0,-1 0 0,1-1 0,-1 1 0,0 0 0,1 0 0,-1-1 0,0 1 0,0 0 0,0-1 0,0 1 0,0-1 0,-1 1 0,1-1 0,0 0 0,-1 0 0,1 1 0,-1-1 0,1 0 0,-1 0 0,0 0 0,1-1 0,-1 1 0,0 0 0,0-1 0,0 1 0,0 0 0,-12-18 0,-23-116-970,18 57-1797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14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312 243 11146,'0'0'6343,"0"0"1153,0 0-5365,0 0-1662,0 0 208,1 4 151,8 4 2030,-2-42-2039,-7-87-819,-1 117 0,0 0 0,0 0 0,-1 0 0,0 0 0,0 0 0,0 0 0,0 0 0,0 1 0,-1-1 0,0 1 0,0-1 0,0 1 0,0 0 0,0 0 0,0 1 0,-1-1 0,0 1 0,1-1 0,-1 1 0,0 0 0,0 1 0,0-1 0,0 1 0,0-1 0,-1 1 0,1 0 0,0 1 0,-1-1 0,1 1 0,0 0 0,-1 0 0,1 0 0,0 1 0,-1-1 0,1 1 0,0 0 0,0 1 0,0-1 0,-1 1 0,1-1 0,1 1 0,-1 0 0,0 1 0,0-1 0,1 1 0,-1-1 0,1 1 0,-2 2 0,-12 18 0,1 0 0,1 2 0,1-1 0,1 2 0,1 0 0,1 0 0,2 1 0,1 0 0,0 1 0,3 0 0,0 0 0,0 22 0,-4 1 0,3 0 0,2 0 0,2 0 0,5 44 0,-2-87 0,1 1 0,0-1 0,0 0 0,1 1 0,0-1 0,1 0 0,-1-1 0,1 1 0,1-1 0,0 0 0,0 0 0,0 0 0,1 0 0,0-1 0,0 0 0,0 0 0,1-1 0,0 0 0,0 0 0,0 0 0,1-1 0,0 0 0,0-1 0,0 0 0,0 0 0,0-1 0,0 1 0,1-2 0,-1 1 0,1-1 0,0-1 0,-1 0 0,1 0 0,-1 0 0,1-1 0,-1 0 0,1-1 0,-1 0 0,1 0 0,-1-1 0,0 0 0,6-4 0,4-8 0,-1-1 0,-1 0 0,0-1 0,-1-1 0,-1-1 0,-1 0 0,0-1 0,-2 0 0,0-1 0,-2 0 0,0 0 0,-1-1 0,-1-1 0,-1 1 0,-1-1 0,-1 0 0,-1 0 0,-1 0 0,-2-1 0,0 1 0,-2-9 0,3 18-3,-1-1 0,-1 1 1,-1-1-1,0 1 0,0 0 0,-2 0 1,0 0-1,0 0 0,-1 0 0,-1 1 1,0 0-1,-1 0 0,-6-8 3,-105-121-1922,57 84-961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1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320 163 20564,'0'0'6742,"0"0"-4291,0 0-1863,0 0-197,0 0 125,0 0-5,0 4-136,0 11-8,0-34-157,-3-34-158,3 48-52,-1 0 0,0-1 0,-1 1 0,1 0 0,-1 0 0,0 0 0,0 1 0,0-1 0,-1 0 0,0 1 0,0-1 0,0 1 0,0 0 0,-1 0 0,1 0 0,-1 1 0,0-1 0,0 1 0,-1 0 0,1 0 0,0 0 0,-1 1 0,0 0 0,0-1 0,0 2 0,0-1 0,0 1 0,0-1 0,0 1 0,0 1 0,-1-1 0,1 1 0,0 0 0,0 0 0,-1 0 0,1 1 0,0 0 0,0 0 0,0 0 0,0 1 0,0-1 0,0 1 0,0 0 0,0 1 0,1-1 0,-1 1 0,1 0 0,-4 3 0,-8 18 0,1 1 0,1 0 0,2 0 0,0 1 0,2 1 0,0 0 0,2 0 0,2 1 0,0 0 0,2 0 0,1 1 0,1-1 0,1 1 0,2-1 0,2 10 0,-3-29 0,2 0 0,-1 0 0,1 0 0,1-1 0,0 1 0,0-1 0,0 1 0,1-1 0,0 0 0,1 0 0,0-1 0,0 0 0,1 0 0,0 0 0,0 0 0,0-1 0,1 0 0,0 0 0,0-1 0,0 0 0,1 0 0,0 0 0,0-1 0,0-1 0,0 1 0,1-1 0,0-1 0,-1 0 0,1 0 0,0 0 0,0-1 0,0 0 0,0-1 0,0 0 0,0-1 0,0 0 0,0 0 0,-1-1 0,1 0 0,0 0 0,-1-1 0,7-2 0,11-15 0,-2-1 0,0 0 0,-1-2 0,-1-1 0,-1-1 0,-1 0 0,-1-2 0,-2 0 0,11-22 0,-13 24 0,146-212-1519,-123 185-963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1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636 355 27038,'0'0'3605,"0"0"-2489,0 0-751,0 0 13,-21-15-152,-68-52-187,21-39-39,64 96 0,-1 0 0,0 0 0,0 1 0,0-1 0,-2 1 0,1 0 0,-1 1 0,0-1 0,-1 1 0,1 1 0,-2-1 0,1 1 0,-1 1 0,0 0 0,-1 0 0,1 1 0,-1 0 0,0 0 0,0 1 0,-1 1 0,1 0 0,-1 0 0,0 1 0,1 0 0,-1 1 0,0 0 0,0 1 0,-11 0 0,13 3 0,1 1 0,-1-1 0,1 1 0,0 1 0,0-1 0,0 1 0,0 1 0,1 0 0,0 0 0,0 0 0,1 1 0,0-1 0,0 2 0,0-1 0,1 1 0,0 0 0,1 0 0,-1 0 0,1 1 0,-6 12 0,1 1 0,1 0 0,1 1 0,1-1 0,1 1 0,1 1 0,0 0 0,1-15 0,1 1 0,-1 0 0,2 1 0,-1-1 0,1 0 0,1 0 0,0 1 0,0-1 0,1 0 0,1 0 0,-1 1 0,2-1 0,-1 0 0,2-1 0,-1 1 0,1 0 0,0-1 0,1 0 0,0 0 0,1 0 0,0-1 0,0 0 0,1 0 0,0 0 0,0-1 0,1 0 0,-1 0 0,9 4 0,-1-5 0,0-1 0,1 0 0,0-2 0,0 1 0,0-2 0,0 0 0,0-1 0,0-1 0,0 0 0,1-1 0,-1-1 0,0 0 0,0-1 0,0-1 0,-1-1 0,1 0 0,-1-1 0,0-1 0,-1 0 0,14-8 0,-7 0-152,-1-1 0,0-1 0,-2-1 1,1 0-1,-2-1 0,-1-1 0,11-17 152,10-17-1954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16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0 629 29782,'0'0'1833,"0"0"-1569,0 0-16,0 0 320,0 0-496,0 0-72,0 0 0,83 130 0,-54-81 0,-5-5-368,-9-11-1552</inkml:trace>
  <inkml:trace contextRef="#ctx0" brushRef="#br0" timeOffset="773.177">844 128 21781,'0'0'6186,"0"0"-3653,0 0-1914,0 0-238,0 0 97,0 0-93,-13-15-174,-43-47-86,54 58-123,-1 0 0,0 1 0,1-1 0,-1 1 1,0 0-1,-1 0 0,1 0 0,-1 0 0,1 1 0,-1-1 0,0 1 0,0 0 0,0 0 1,0 0-1,0 1 0,0-1 0,0 1 0,-1 0 0,1 0 0,0 1 0,-1-1 0,1 1 1,0 0-1,-1 0 0,1 0 0,-1 1 0,1 0 0,0 0 0,-1 0 0,1 0 0,0 1 1,0-1-1,0 1 0,0 0 0,-3 2-2,-3 5-1,0 0 1,0 0-1,1 1 1,0 1-1,1-1 0,1 1 1,-1 1-1,2-1 1,0 1-1,-2 4 1,-8 19 0,2 0 0,1 1 0,2 0 0,1 1 0,2 0 0,2 0 0,1 1 0,2 0 0,1 0 0,2-31 0,1 1 0,0-1 0,0 1 0,0-1 0,1 0 0,0 0 0,0 0 0,1 0 0,0 0 0,0 0 0,1-1 0,-1 1 0,1-1 0,1 0 0,-1 0 0,1-1 0,0 1 0,1-1 0,-1 0 0,1 0 0,0-1 0,0 0 0,1 0 0,-1 0 0,1-1 0,0 0 0,-1 0 0,2-1 0,-1 0 0,0 0 0,0 0 0,0-1 0,1 0 0,-1-1 0,1 0 0,-1 0 0,1 0 0,-1-1 0,0 0 0,1 0 0,-1-1 0,0 0 0,0-1 0,0 1 0,0-1 0,0 0 0,0-1 0,7-7-6,0-1 0,0 0-1,-2 0 1,1-1 0,-2-1 0,1 0 0,-2-1 0,0 0-1,-1 0 1,-1-1 0,0 0 0,-1-1 0,0 1-1,-2-2 1,0 1 0,-1 0 0,-1-1 0,0 0-1,-1 0 1,-1 0 0,-1 0 0,-1 1 0,0-1 0,-1 0-1,-2-7 7,-18-28-1048,-8 15-1254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25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279 356 28966,'0'0'1218,"0"0"-685,0 0-226,0 0 40,5-20 73,26-121 181,-29 121-491,0 11-95,0 0 0,-1 0-1,0 0 1,0 0 0,-1 0 0,0 0-1,-1 0 1,0 0 0,-1 0-1,1 0 1,-2 0 0,1 0-1,-1 1 1,0-1 0,-1 1 0,0 0-1,-1 0 1,-1-2-15,3 9 0,-1-1 0,0 1 0,1 0 0,-1 1 0,0-1 0,0 1 0,1-1 0,-1 1 0,0 0 0,0 1 0,0-1 0,1 0 0,-1 1 0,0 0 0,1 0 0,-1 0 0,0 1 0,1-1 0,0 1 0,-1 0 0,1 0 0,0 0 0,0 0 0,0 0 0,0 1 0,0-1 0,0 1 0,1 0 0,0 0 0,-1 0 0,1 0 0,0 0 0,0 1 0,1-1 0,-1 1 0,1-1 0,-1 1 0,1-1 0,0 3 0,-25 41 0,2 1 0,2 1 0,2 1 0,2 1 0,3 0 0,2 1 0,2 1 0,2 0 0,3 1 0,1 42 0,4-84 0,2 0 0,0-1 0,0 1 0,1-1 0,0 1 0,1-1 0,0 0 0,1 0 0,0 0 0,1-1 0,0 1 0,1-1 0,0 0 0,1-1 0,0 1 0,0-1 0,1-1 0,0 1 0,0-1 0,1-1 0,0 1 0,1-2 0,-1 1 0,1-1 0,0-1 0,1 0 0,0 0 0,10 2 0,-8-3 0,0-2 0,0 0 0,0-1 0,1 0 0,-1 0 0,0-2 0,0 0 0,1 0 0,-1-1 0,0-1 0,0 0 0,-1-1 0,1 0 0,-1-1 0,1-1 0,-2 1 0,1-2 0,-1 0 0,0 0 0,0-1 0,-1-1 0,3-2 0,2-3 0,-1 0 0,-1-1 0,0-1 0,-1 0 0,-1-1 0,0 0 0,-1-1 0,-1 0 0,-1 0 0,-1-1 0,0 0 0,-1 0 0,-2-1 0,2-10 0,-2-16 0,-1-1 0,-3 1 0,-2-1 0,-5-30 0,5 63 0,2 11-15,0 0-1,0 0 1,0 1-1,0-1 1,0 0-1,1 0 1,-1 0-1,1 1 1,0-1-1,0 0 1,0 1 0,0-1-1,0 1 1,0-1-1,1 1 1,-1 0-1,1-1 1,0 1-1,0 0 1,0 0-1,0 0 1,0 0-1,2-1 16,37-20-3662,4 5-8107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2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633 511 30903,'0'0'1175,"-1"-18"-581,-4-47-570,-3 0 0,-4 1-1,-1 0 1,-10-20-24,21 76 0,1 1 0,-1-1 0,-1 1 0,1 0 0,-1 0 0,-1 0 0,1 0 0,-1 0 0,0 1 0,0-1 0,-1 1 0,0 0 0,0 0 0,-1 1 0,1 0 0,-1 0 0,-1 0 0,1 1 0,0 0 0,-1 0 0,0 0 0,0 1 0,0 0 0,0 0 0,-1 1 0,1 0 0,-1 0 0,1 1 0,-1 0 0,1 0 0,-1 1 0,0 0 0,0 0 0,-5 2 0,2 1 0,0 1 0,1 0 0,0 1 0,0 0 0,0 1 0,1 0 0,-1 0 0,1 1 0,1 0 0,0 1 0,0 0 0,0 0 0,1 1 0,0 0 0,0 0 0,-21 29 0,1 2 0,2 0 0,1 2 0,3 0 0,1 1 0,2 2 0,2 0 0,3 0 0,1 1 0,2 1 0,-1 21 0,10-60 0,0 1 0,0 0 0,1-1 0,0 1 0,1 0 0,0-1 0,0 1 0,1-1 0,0 1 0,0-1 0,1 0 0,0 1 0,0-1 0,1-1 0,0 1 0,1-1 0,0 1 0,0-1 0,0 0 0,1-1 0,0 0 0,0 1 0,0-2 0,1 1 0,0-1 0,0 0 0,1-1 0,2 2 0,5 2 0,0-1 0,0-1 0,1 0 0,-1-1 0,1-1 0,0 0 0,1-1 0,-1-1 0,0-1 0,1 0 0,-1-1 0,1-1 0,-1 0 0,1-1 0,-1-1 0,0 0 0,0-2 0,0 0 0,-1 0 0,1-1 0,-1-1 0,-1-1 0,1 0 0,-1-1 0,-1 0 0,0-1 0,0-1 0,-1 0 0,0-1 0,-1 0 0,0-1 0,-1 0 0,-1 0 0,6-11 0,73-130-1203,-63 118-1099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26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561 193 29398,'0'0'1365,"0"0"-669,-23-20-212,-77-65-32,90 76-429,0 0 0,-1 1 1,0 0-1,0 1 0,0 0 0,-1 1 1,0 0-1,0 1 0,-1 0 0,1 1 1,-1 0-1,0 1 0,0 1 0,0 0 1,-1 0-1,-11 1-23,18 2 0,0-1 0,0 1 0,1 0 0,-1 1 0,0 0 0,1 0 0,-1 0 0,1 1 0,0 0 0,0 0 0,0 0 0,0 1 0,1 0 0,-1 0 0,1 0 0,0 1 0,0 0 0,1 0 0,-1 0 0,1 0 0,0 1 0,0 1 0,-62 140 0,60-125 0,0 1 0,2 0 0,0 1 0,2-1 0,0 0 0,2 1 0,1-1 0,0 4 0,0-20 0,0 1 0,0 0 0,1 0 0,0-1 0,1 1 0,-1-1 0,1 1 0,1-1 0,-1 0 0,1 0 0,0 0 0,1-1 0,0 0 0,0 0 0,0 0 0,1 0 0,-1-1 0,1 0 0,1 0 0,-1 0 0,1-1 0,0 0 0,0 0 0,0-1 0,4 1 0,5 1 0,0-1 0,1-1 0,-1 0 0,1-2 0,0 0 0,0 0 0,-1-2 0,1 0 0,0-1 0,-1 0 0,1-2 0,-1 0 0,0-1 0,0 0 0,0-1 0,13-8 0,18-10 0,-1-3 0,-1-1 0,-1-3 0,27-25 0,161-145-1150,-182 156-873,4-4-4598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26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30895,'0'0'1184,"0"0"-736,-50 106-208,30-43-240,-2 8 0,2 6 0,3 8 0,2 0 0,4-2 0,8-1 0,3 1 0,16-22-1048,1-23-2097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2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27670,'0'0'4785,"0"0"-4473,-48 104-312,22-31 0,2 14 0,4 6 0,7-1 0,6-3 0,5-4 0,2-10 0,0-8 0,15-8 0,7-19-960,-2-23-3577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27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357 417 27574,'0'0'4061,"0"-26"-2996,6-161-998,-6 172-67,-9-113 0,8 125 0,0 0 0,1 0 0,-1 0 0,0 0 0,-1 0 0,1 0 0,0 0 0,-1 1 0,0-1 0,1 0 0,-1 1 0,0 0 0,-1-1 0,1 1 0,0 0 0,0 0 0,-1 0 0,1 0 0,-1 1 0,0-1 0,0 1 0,1-1 0,-1 1 0,0 0 0,0 0 0,0 1 0,0-1 0,0 0 0,0 1 0,-1 0 0,1 0 0,0 0 0,0 0 0,0 0 0,0 1 0,0-1 0,-3 1 0,0 2 0,-1-1 0,1 1 0,-1 0 0,1 0 0,0 1 0,0 0 0,1 0 0,-1 1 0,1-1 0,0 1 0,0 0 0,0 0 0,1 1 0,-1 0 0,2-1 0,-1 1 0,-2 6 0,-20 32 0,3 1 0,1 1 0,3 1 0,2 1 0,2 0 0,-4 26 0,-5 103 0,24-168 0,0 0 0,0 0 0,1 0 0,0-1 0,0 1 0,1 0 0,0-1 0,1 1 0,0-1 0,0 0 0,1 0 0,0 0 0,0 0 0,1-1 0,0 0 0,1 0 0,-1 0 0,5 4 0,-5-9 0,0 0 0,0 0 0,0 0 0,0-1 0,1 0 0,-1 0 0,0 0 0,1-1 0,-1 0 0,1 0 0,-1 0 0,1 0 0,-1-1 0,0 0 0,1 0 0,-1 0 0,0-1 0,0 0 0,0 0 0,0 0 0,0-1 0,-1 0 0,1 0 0,-1 0 0,1 0 0,-1 0 0,0-1 0,0 0 0,-1 0 0,1 0 0,-1 0 0,0-1 0,0 1 0,0-1 0,-1 0 0,1 0 0,-1 0 0,24-31-78,-1-2-1,-2 0 1,-2-1 0,-1-1-1,-3-1 1,-1-1 0,-2 0 0,-1-1-1,-3 0 1,-1-1 0,-3 0-1,-1-1 1,-2 1 0,-3-13 78,-3 15-2985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3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0 630 28766,'0'0'1512,"0"0"-803,0 0-329,0 0 13,26-18 54,179-128 70,83-56-474,-286 202-43,0-3-1,0 1 0,0 1 1,1-1-1,-1 0 0,0 1 1,1-1-1,0 1 0,-1 0 1,1-1-1,0 1 0,-1 0 1,1 1-1,0-1 0,0 1 1,0-1-1,0 1 0,0 0 1,-1 0-1,1 0 1,0 0-1,0 0 0,0 1 1,0 0-1,0-1 0,-1 1 1,1 0-1,0 0 0,-1 0 1,1 1-1,0-1 0,-1 1 1,0-1-1,1 1 0,0 1 1,4 127-17,-27 251 57,19-379-40,1 0 0,-1 0 0,1 0 0,-1 0 0,1 0 0,0-1 0,0 1 0,0 0 0,0 0 0,0 0 0,1 0 0,-1 0 0,0 0 0,1 0 0,0 0 0,-1 0 0,1 0 0,0-1 0,0 1 0,0 0 0,0 0 0,0-1 0,0 1 0,1-1 0,-1 1 0,0-1 0,1 0 0,-1 1 0,1-1 0,0 0 0,-1 0 0,1 0 0,0 0 0,0 0 0,-1-1 0,1 1 0,0 0 0,0-1 0,0 1 0,0-1 0,0 0 0,0 0 0,0 0 0,0 0 0,0 0 0,0 0 0,0 0 0,0-1 0,0 1 0,0-1 0,-1 1 0,1-1 0,0 0 0,0 1 0,0-1 0,-1 0 0,1-1 0,0 1 0,-1 0 0,1 0 0,-1-1 0,1 1 0,100-121 0,-20-6 0,-6-4 0,-5-3 0,-2-12 0,-9-6 0,-55 158 0,-3 366 0,29 153 0,-24-456 0,11 96 0,-7 0 0,-8 27 0,-3-185 0,0 0 0,0 0 0,-1 0 0,0 0 0,-1-1 0,1 1 0,-1 0 0,0-1 0,0 0 0,-1 1 0,1-1 0,-1 0 0,0 0 0,-1 0 0,1-1 0,-1 1 0,0-1 0,0 0 0,-1 0 0,1 0 0,-1 0 0,0-1 0,0 0 0,0 0 0,0 0 0,0-1 0,-1 0 0,1 0 0,-1 0 0,1 0 0,-1-1 0,0 0 0,-3 0 0,-1 0 0,1 0 0,-1 0 0,1-1 0,-1 0 0,1-1 0,0 0 0,-1-1 0,1 0 0,0 0 0,0-1 0,0 0 0,0-1 0,0 0 0,1 0 0,-1-1 0,1 0 0,1 0 0,-1-1 0,1 0 0,0-1 0,0 1 0,0-1 0,1 0 0,0-1 0,1 0 0,0 0 0,-4-8 0,2-3 0,0 0 0,2-1 0,0 0 0,2 0 0,0 0 0,1-1 0,1 1 0,1 0 0,0-1 0,2 1 0,1-1 0,0 1 0,1 0 0,1 0 0,1 1 0,1 0 0,1 0 0,0 0 0,5-5 0,9-20-60,3 1 0,2 1-1,1 1 1,2 1 0,2 2 0,1 1 0,2 1 0,26-19 60,38-22-957,-13 14-1158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3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279 122 30374,'0'0'554,"0"0"-201,0 0 54,0 0 113,0 0-160,-15-17-209,-51-53-108,63 66-43,-1 1 0,1 0 0,-1 0 1,0 0-1,0 0 0,0 1 0,0 0 1,-1 0-1,1 0 0,-1 0 0,1 1 0,-1-1 1,0 1-1,1 0 0,-1 1 0,0-1 1,0 1-1,0 0 0,1 0 0,-1 1 1,-4 0-1,-3 0 0,8-1 0,0 1 0,1 0 0,-1 0 0,0 0 0,0 1 1,0-1-1,1 1 0,-1 0 0,0 0 0,1 0 0,0 1 0,0-1 0,0 1 0,0 0 0,0 0 1,0 0-1,0 0 0,1 0 0,0 1 0,0-1 0,0 1 0,0-1 0,0 1 0,1 0 0,-1-1 1,1 1-1,0 0 0,0 0 0,0 3 0,-4 122-127,6-124 107,-1 0-1,1-1 1,0 1 0,0-1 0,1 1-1,-1-1 1,1 0 0,0 1 0,0-1-1,0 0 1,1 0 0,-1 0-1,1-1 1,0 1 0,0-1 0,1 1-1,-1-1 1,1 0 0,-1-1 0,1 1-1,0 0 1,0-1 0,0 0 0,0 0-1,1 0 1,-1 0 0,0-1-1,1 0 1,2 1 20,3-1-30,-1 0 0,0-1-1,0 0 1,1-1 0,-1 0 0,0 0-1,0-1 1,0 0 0,0 0 0,0-1-1,0 0 1,0-1 0,-1 0 0,0 0-1,2-2 31,148-96-1817,-88 52-1353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3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1 513 29302,'0'0'667,"0"0"-287,4-23-234,19-74-42,-22 92-87,1 0 0,0 0 0,1 0 1,-1 0-1,1 0 0,0 0 0,0 1 1,1-1-1,-1 1 0,1 0 0,0 0 1,0 0-1,0 0 0,1 1 0,-1 0 1,1 0-1,0 0 0,0 0 0,0 1 1,0 0-1,0 0 0,0 0 0,1 1 1,-1-1-1,1 1 0,-1 1 0,1-1 1,-1 1-1,1 0 0,0 0 0,1 1-17,-4 0 2,0 0-1,0 1 1,-1-1-1,1 1 0,0 0 1,-1 0-1,1 0 1,-1 0-1,0 0 1,0 1-1,0-1 0,0 0 1,0 1-1,-1 0 1,1-1-1,-1 1 1,1 0-1,-1 0 0,0 0 1,0 0-1,0 0 1,-1 0-1,1 0 0,-1 0 1,0 0-1,1 1 1,-1-1-1,-1 0 1,1 2-2,0-2 1,5 338 87,-9-135-68,4-201-18,2-1-1,-1 1 1,0-1-1,1 0 1,0 1-1,0-1 1,0 0-1,0 0 1,1 0-1,0 0 1,0-1-1,0 1 1,0-1-1,0 0 1,1 0 0,-1 0-1,1 0 1,0 0-1,0-1 1,0 0-1,0 0 1,0 0-1,1 0 1,-1 0-1,0-1 1,1 0-1,-1 0 1,1 0-1,0-1 1,-1 1-1,1-1 1,0 0 0,-1-1-1,1 1 1,-1-1-1,1 0 1,0 0-1,-1 0 1,0-1-1,1 1 1,-1-1-1,0 0 1,0 0-1,0-1 1,0 1-1,0-1 1,2-2-2,15-10 15,-1-1 0,-1-1 0,0-1 0,-1-1 0,-1 0 0,-1-1 0,12-20-15,15-23 28,-2-2 0,-3-2 0,-2-1 0,-4-2-1,-3-1 1,-3-1 0,14-66-28,-19-74 1111,88 894-1111,-92-501 0,-7 0 0,-8 20 0,-1-158 0,-1 0 0,-2 0 0,-2 0 0,-2-1 0,-2 1 0,-2-1 0,-1-1 0,-3 0 0,-1-1 0,-14 26 0,26-59 0,-1-1 0,0 1 0,-1-1 0,1 0 0,-1 0 0,0-1 0,-1 1 0,1-1 0,-1 0 0,0-1 0,0 1 0,-1-1 0,1 0 0,-1-1 0,0 0 0,0 0 0,0 0 0,0-1 0,-1 0 0,1 0 0,-1-1 0,1 0 0,-1 0 0,1-1 0,-1 0 0,1 0 0,-1-1 0,1 0 0,-1 0 0,1-1 0,-1 0 0,1 0 0,0-1 0,0 0 0,0 0 0,0 0 0,1-1 0,-1 0 0,1-1 0,0 1 0,0-1 0,1 0 0,-1-1 0,1 1 0,0-1 0,0 0 0,-3-16 0,0 1 0,1-1 0,1 0 0,1 0 0,1 0 0,1-1 0,1 0 0,1 0 0,1 1 0,1-1 0,1 0 0,1 1 0,3-14 0,7-13 0,2 0 0,1 1 0,3 1 0,2 1 0,2 1 0,2 1 0,2 0 0,2 3 0,1 0 0,2 2 0,30-28 0,-39 45-347,1 1 1,1 1-1,0 2 0,2 0 0,0 1 1,1 2-1,0 1 0,22-7 347,17-9-3779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32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30086,'0'0'1241,"0"0"-561,0 0-104,44 146-392,-44-77-184,-7 26 0,-19 25 0,-5 13 0,5-21-96,6-33-2104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42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1094 149 27310,'0'0'1376,"0"0"-864,0 0-512,0 0-88,0 0-1912</inkml:trace>
  <inkml:trace contextRef="#ctx0" brushRef="#br0" timeOffset="1041.764">1280 3 28942,'0'0'1394,"0"0"-551,0 0-191,0 0-89,-5-1-245,4 1-317,0-1 0,0 1 0,0 0 0,0 0 0,0 0 0,0 0 0,0 0 0,0 0 0,0 0 0,0 0 0,0 0 0,0 1 0,0-1 0,0 0 0,0 1 0,0-1 0,0 0 0,0 1 0,0 0 0,0-1 0,1 1 0,-1-1 0,0 1 0,0 0 0,1-1 0,-1 1 0,0 0 0,1 0 0,-1 0 0,1 0 0,-1 0 0,1-1-1,-1 1 1,1 0 0,-1 0 0,1 0 0,0 0 0,0 0 0,0 0 0,-1 0 0,1 0 0,0 0 0,0 1 0,0-1 0,1 0 0,-1 0 0,0 0 0,0 0 0,1 0 0,-1 0 0,0 0 0,1 0-1,-4 22 4,-36 160-4,-9-2 0,-7-2 0,-8-3 0,-34 58 0,88-212 0,-21 50 0,3 2 0,4 1 0,2 1 0,-4 45 0,25-123 0,-3-9 0,1-1 0,0 1 0,1-1 0,1 0 0,0 1 0,0-1 0,1 1 0,1-1 0,-1 1 0,2-1 0,2-6 0,96-107-476,-44 62-1905</inkml:trace>
  <inkml:trace contextRef="#ctx0" brushRef="#br0" timeOffset="3175.383">611 1660 22293,'0'0'6849,"0"0"-6145,0 0-47,-133 2-201,104-2-32,12 0 64,10 2-56,7 2-200,13 2-184,31 0 8,22-2 40,30-4-64,38 0-32,35 0-24,10 0-416,-40 0-400,-34 0-1777</inkml:trace>
  <inkml:trace contextRef="#ctx0" brushRef="#br0" timeOffset="48064.931">24 1761 25429,'0'0'3717,"0"0"-2139,0 0-949,0 0-157,0 0-22,-6-6-117,-12-10-208,29 26-91,16 15-34,-2 2 0,0 1 0,-2 2 0,-1 0 0,-2 1 0,-1 0 0,-1 2 0,-2 0 0,-1 2 0,2 8 0,52 182 0,-69-221 0,1 0 0,0-1 0,-1 1 0,1 0 0,0-1 0,1 1 0,-1-1 0,1 1 0,0-1 0,0 0 0,0 0 0,0 0 0,0 0 0,0 0 0,1 0 0,0 0 0,-1-1 0,1 1 0,0-1 0,0 0 0,1 0 0,-1 0 0,0 0 0,1-1 0,-1 1 0,1-1 0,-1 0 0,1 0 0,0 0 0,-1 0 0,1-1 0,0 0 0,0 1 0,-1-1 0,1-1 0,0 1 0,9-4 0,0-1 0,0-1 0,0 0 0,-1 0 0,0-1 0,0-1 0,-1 0 0,0 0 0,0-1 0,-1-1 0,0 0 0,-1 0 0,7-9 0,-13 16 0,130-153 0,-6-6 0,16-39 0,-119 167 0,-7 8 0,-11 16 0,0-1 0,1 1 0,0 0 0,0 1 0,1-1 0,1 1 0,-1 1 0,1 0 0,1 0 0,-1 1 0,1 0 0,1 1 0,-1 0 0,3-1 0,-11 7 0,0-1 0,0 1 0,0-1 0,0 1 0,0 0 0,0 0 0,0 0 0,0 0 0,0 0 0,0 0 0,0 0 0,0 1 0,0-1 0,0 1 0,0-1 0,0 1 0,-1 0 0,1 0 0,0 0 0,0 0 0,-1 0 0,1 0 0,0 0 0,-1 1 0,1-1 0,-1 1 0,0-1 0,1 1 0,-1-1 0,0 1 0,0 0 0,0-1 0,0 1 0,0 0 0,-1 0 0,1 0 0,-1 0 0,1 0 0,11 88 0,-11-73 0,1 12 0,-1 7 0,1-1 0,2 1 0,2-1 0,1 0 0,7 17 0,-12-44 0,1 1 0,1-1 0,-1 0 0,2 0 0,-1-1 0,1 1 0,0-1 0,0 0 0,1 0 0,0 0 0,0-1 0,1 0 0,0 0 0,0-1 0,0 0 0,0 0 0,1-1 0,0 0 0,0 0 0,0 0 0,0-1 0,1-1 0,0 1 0,5 0 0,12-2 0,0 0 0,0-2 0,0-1 0,0 0 0,0-2 0,-1-2 0,1 0 0,-1-1 0,-1-2 0,1 0 0,-2-2 0,1 0 0,-1-2 0,-1 0 0,0-2 0,1-2 0,142-71 0,-146 81 0,0 1 0,1 1 0,0 1 0,0 1 0,0 1 0,1 1 0,-1 0 0,15 2 0,-32-1 0,9 6-1250,-10 2-933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2:13.63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3936 1135 29838,'0'0'2345,"0"0"-1817,0 0-472,0 0-56,143 49 0,-106-21 0,-11-5-536,-10-5-2449</inkml:trace>
  <inkml:trace contextRef="#ctx0" brushRef="#br0" timeOffset="-2628.042">1190 154 31383,'0'0'1000,"0"0"-1000,0 0-104,0 0 48,151-63 56,-94 51 0,2-2-104,5-3-512,-16 3-1329,-17 2-15298</inkml:trace>
  <inkml:trace contextRef="#ctx0" brushRef="#br0" timeOffset="-2390.46">1394 206 15475,'0'0'14355,"-55"163"-13442,28-31-433,8 22-176,17-8 48,2-16-80,10-33-128,10-24-80,-2-20-32,1-15-24,3-3-8,5-7-24,3-12-104,5-16-16,5-10-136,15-49-288,-7 2-1337,-11 1-15274</inkml:trace>
  <inkml:trace contextRef="#ctx0" brushRef="#br0" timeOffset="-2132.317">1823 521 27750,'0'0'3233,"0"0"-2633,59 101-272,-24-46-56,9 2 56,2 0-120,3-1-160,-8-5-48,3-8-280,0-17-304,-11-12-824,-11-14-153</inkml:trace>
  <inkml:trace contextRef="#ctx0" brushRef="#br0" timeOffset="-1865.393">2097 428 30318,'0'0'905,"0"0"-473,-70 154-104,39-79-48,9 6-144,7 2-136,11 24-296,4-23-856,0-19-2257</inkml:trace>
  <inkml:trace contextRef="#ctx0" brushRef="#br0" timeOffset="-1532.239">2463 65 30190,'0'0'1045,"0"0"-736,0 0-233,22-7 35,138-48 520,-59 52-226,-98 5-405,-1 0 0,0 1 0,0-1 0,0 0 0,-1 1 0,1-1 0,-1 1 0,1-1 0,-1 1 0,0 0 0,0-1 0,0 1 0,0 0 0,0 0 0,-1 0 0,1 0 0,-1 0 0,0 0 0,0 0 0,0 0 0,0 0 0,0 0 0,-1 0 0,1 0 0,-1-1 0,0 1 0,0 1 0,0 6 0,12 572 0,-11-339 0,-34-158-983,14-58-1339</inkml:trace>
  <inkml:trace contextRef="#ctx0" brushRef="#br0" timeOffset="-1249.202">2251 1283 28726,'0'0'3257,"0"0"-2849,0 0-272,0 0 8,127-12-48,-55-14-96,11-5 0,31-25-120,-19 9-1032,-17 0-2209</inkml:trace>
  <inkml:trace contextRef="#ctx0" brushRef="#br0" timeOffset="-733.132">3114 515 31199,'0'0'884,"0"0"-580,0 0-207,0 0 34,0 0-10,20-5-95,62-13-98,-81 17 60,0 1 0,0 0 1,0-1-1,0 1 0,0 0 1,0 0-1,0 0 0,0 0 1,0 0-1,-1 0 0,1 0 1,0 0-1,0 0 0,0 1 1,0-1-1,0 0 0,0 1 1,0-1-1,0 0 0,0 1 1,-1-1-1,1 1 0,0 0 1,0-1-1,-1 1 0,1-1 1,0 1-1,-1 0 0,1 0 1,0-1-1,-1 1 0,1 0 1,-1 0-1,0 0 0,1 0 1,-1 0-1,0-1 0,1 1 1,-1 0-1,0 0 0,0 0 1,0 0-1,0 0 0,0 0 1,0 0-1,0 0 0,0 0 1,0 0-1,0 0 0,0 0 1,-1 0-1,1 0 0,0-1 1,-1 2 11,1 4-105,-3 10-67,-1 1 1,0-1 0,-1-1-1,0 1 1,-1-1 0,-1 0-1,-1 0 1,0 0 0,-1-1-1,0-1 1,-1 1-1,-1-2 1,0 1 171,-13 19-391,-114 149-360,116-161 1535,23-27 0,11-7-741,0 0 0,0 1-1,1 1 1,1 0 0,0 0 0,1 2 0,0 0-1,1 0 1,0 2 0,0 0 0,1 0 0,1 2-43,37-3 149,-53 12-114,0-1 0,0 1 0,0 0 0,-1 1 0,0-1-1,1 0 1,-1 0 0,0 0 0,-1 1 0,1-1 0,0 1 0,-1-1 0,0 0 0,0 1 0,0-1 0,0 1 0,-1-1-1,1 1 1,-1-1 0,0 0 0,0 1 0,-1 2-35,-7 23 69,0-1 0,-3 0 0,0-1 0,-2 0 0,0 0 0,-2-2-69,-22 43 80,3-3-56,15-30-57,1 1 1,1 0-1,2 2 0,2 0 1,-7 30 32,18-33-711,23-50-665,56-93-2663,11-13-5060,-54 107 19317,-7 32-6943,4 47-2910,-29-62-45,40 130-121,-41-133-244,0 1 0,0 0 0,1-1 1,-1 1-1,0 0 0,1-1 0,-1 1 1,1-1-1,-1 1 0,1-1 0,-1 1 1,1-1-1,-1 1 0,1-1 0,-1 0 0,1 1 1,-1-1-1,1 0 0,0 1 0,-1-1 1,1 0-1,0 0 0,-1 0 0,1 1 1,0-1-1,-1 0 0,1 0 0,0 0 1,0 0-1,-1 0 0,1 0 0,0 0 1,-1-1-1,1 1 0,0 0 0,-1 0 1,1 0-1,0-1 0,-1 1 0,1 0 0,-1-1 1,1 1-1,0 0 0,-1-1 0,1 1 1,-1-1-1,1 1 0,-1-1 45,9-15-2800</inkml:trace>
  <inkml:trace contextRef="#ctx0" brushRef="#br0" timeOffset="-492.095">3458 851 30046,'0'0'921,"0"0"-513,0 0-200,0 0-24,-131 104-32,111-68-88,9-1-40,9-1-16,2-7-8,4-3-8,16-6-16,6-8-56,1-4-40,-3-6-88,6 0-112,8-34-360,-8 0-1153,-5-3-9489</inkml:trace>
  <inkml:trace contextRef="#ctx0" brushRef="#br0" timeOffset="-249.352">3638 397 29390,'2'18'1357,"29"504"549,-25 169-1906,-6-322 114,1 3-114,1-547-1952,-9 98-601</inkml:trace>
  <inkml:trace contextRef="#ctx0" brushRef="#br0" timeOffset="-3038.175">201 935 24925,'0'0'5441,"0"0"-4768,0 0-457,0 0-56,0 0 160,186-37-48,-91 1-128,6 1-96,-7 3-48,-7 9-64,-12 9-216,-16 6-232,-17 6-1041,-20 2-3904</inkml:trace>
  <inkml:trace contextRef="#ctx0" brushRef="#br0" timeOffset="-2851.729">661 320 29982,'0'0'1313,"0"0"-929,-37 170-88,31-88-48,6 1-40,0 0-120,8-2-88,23 22-312,-7-23-376,2-16-1433</inkml:trace>
  <inkml:trace contextRef="#ctx0" brushRef="#br0" timeOffset="17450.958">973 3831 25189,'0'0'4317,"0"0"-2976,0 0-947,0 0-111,0 0 65,-6 5 6,-16 14-102,34-2 24,-11-16-267,155 9-5,357-14-20,-509 3 11,0 0 0,-1 1 0,1 0-1,0 0 1,-1 0 0,1 0 0,0 1 0,-1-1 0,1 1 0,-1 0-1,1 0 1,0 0 0,-1 0 0,0 1 0,1-1 0,-1 1 0,0 0-1,0 0 1,0 0 0,0 1 0,0-1 0,-1 1 0,1-1 0,-1 1-1,1 0 1,-1 0 0,0 0 0,0 0 0,-1 1 0,1-1 0,-1 0-1,1 1 1,-1-1 0,0 1 0,0-1 0,-1 1 0,1 0 0,-1-1-1,1 1 1,-1 0 0,0-1 0,-1 5 5,-6 4-10,1 0 0,-2 0 0,0-1 0,0 0 0,-1 0 0,-1-1 0,0 0 0,0 0-1,-1-1 1,0-1 0,-8 6 10,-6 5-24,-302 211-657,316-222 432,0 0 0,-1-1 0,1-1 0,-1 0 0,-1-1-1,1 0 1,-1-1 0,0 0 0,0-1 0,0-1 0,0 0 0,-13 1 249,-3-5-3389</inkml:trace>
  <inkml:trace contextRef="#ctx0" brushRef="#br0" timeOffset="17714.339">2045 3557 18684,'0'0'9675,"0"0"-7362,23 4-2008,156 30 113,-124-22-186,-23-6-136,0 1 1,-1 2 0,0 0-1,-1 3 1,0 0 0,15 10-97,-42-21 6,-1 0-1,1 1 1,-1-1 0,0 1 0,1 0-1,-1 0 1,0 0 0,0 0 0,0 0 0,0 0-1,-1 0 1,1 1 0,0-1 0,-1 1-1,0-1 1,0 1 0,1-1 0,-2 1-1,1 0 1,0 0 0,0 0 0,-1-1 0,0 1-1,1 0 1,-1 0 0,0 0 0,0 0-1,-1 0 1,1-1 0,-1 1 0,1 0-1,-1 0 1,0 0 0,0-1 0,0 1 0,0 0-6,-68 81 37,-220 135-848,272-210-141,12-7-1195</inkml:trace>
  <inkml:trace contextRef="#ctx0" brushRef="#br0" timeOffset="17916.552">3581 3312 25798,'0'0'5233,"0"0"-4617,4 117-328,-4-56 160,-13 4-64,-11 0-384,-2-2 0,6-2 0,5-1 0,15-1 0,0-14-384,2-15-1336</inkml:trace>
  <inkml:trace contextRef="#ctx0" brushRef="#br1" timeOffset="86012.743">2726 2612 16275,'0'0'10548,"-16"-19"-7997,-113-129-1892,100 117-448,-2 2 0,0 0 0,-2 2 0,-1 2 0,-2 1 0,-23-11-211,45 27 33,-2 0 0,1 1 0,-1 1 0,0 1 0,0 0 0,0 1 0,-1 1 0,0 0 0,1 1 0,-1 1 0,0 1 0,0 0 0,0 1 0,0 1 0,1 1 0,-1 0 0,1 1 0,-5 2-33,-23 13 5,2 2 0,0 2-1,1 2 1,-26 21-5,-179 133 5,8 10-1,8 10 0,1 18-4,140-129 0,3 3 0,4 4 0,5 4-1,4 2 1,4 4 0,5 3 0,5 3-1,5 1 1,4 4 0,-20 80 0,54-142 5,2 0 0,3 1 1,2 1-1,3 0 0,2 0 1,2 0-1,3 0 1,3 1-1,2-2 0,2 1 1,3-1-1,2 0 0,3-1 1,17 40-6,-11-57 0,1-2 0,2-1 0,2 0 0,0-2 0,3-2 0,0 0 0,2-2 0,1-2 0,1 0 0,1-3 1,1 0-1,1-3 0,1-1 0,28 9 0,19 12 1,1-4 1,2-3-1,2-5 0,0-3 1,2-4-1,0-5 0,50 2-1,-5-9 5,1-6-1,-1-6 0,0-6 1,0-6-1,-1-7 0,-1-4 1,-2-7-1,-1-6 0,-2-5 1,-2-6-1,-2-6 0,-3-5 1,-2-5-1,-4-5 0,-3-6 1,50-46-5,-82 59-16,-4-4 0,-2-3 1,-4-3-1,-3-4 0,-3-2 1,-4-4-1,-4-1 0,33-69 16,-73 121-40,-2-2 0,-1 0-1,-2-1 1,-2 0 0,-1-1-1,-2 0 1,-2-1 0,-1 0-1,-1 0 1,-3 0 0,-1 0-1,-2 0 1,-1 0 0,-2 0-1,-2 1 1,-1 0 0,-3-4 40,-17-22 5,-3 1 0,-3 2 0,-2 1 0,-3 2 0,-3 1 0,-1 3 0,-3 1 0,-2 3 0,-3 1 0,-11-5-5,-4-8 39,-3 2 0,-2 4 0,-3 2 0,-1 4-1,-3 3 1,-2 4 0,-2 3 0,-1 4 0,-2 4-1,-1 3 1,-71-12-39,96 31-25,-1 3-1,-1 3 1,1 2-1,0 3 1,0 3-1,0 2 1,0 4-1,2 1 1,-1 4 0,2 2-1,-13 8 26,-64 29-1446,1 6-1,-53 38 1447,18 5-5894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5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790 648 28950,'0'0'1231,"0"0"-767,0 0-145,0 0 72,11-23-85,39-70-132,-45 85-153,0 0 0,1 0-1,0 0 1,0 1 0,1 0 0,0 0 0,0 1 0,0 0 0,1 0 0,0 1 0,0 0 0,1 0-1,-1 1 1,1 0 0,8-2-21,-8 2 24,1 1-1,0 0 1,0 1-1,0 0 1,0 0-1,1 1 1,-1 0-1,0 1 1,0 0-1,1 1 1,-1 0-1,0 0 1,0 1-1,0 1 1,0-1-1,0 2 1,0-1-1,-1 2 1,0-1-1,0 1 1,0 0-1,0 1 1,-1 0-1,0 0 0,0 1 1,2 2-24,46 51 2,-1 1 0,-4 3-1,-2 2 1,32 60-2,-45-71 1,312 478-1,-212-382-16,-131-159-564,-30-121-2493,3 53-1676</inkml:trace>
  <inkml:trace contextRef="#ctx0" brushRef="#br0" timeOffset="192.029">1879 281 29798,'0'0'953,"0"0"-401,0 0-80,-107 138 80,35-22-192,-25 46-280,-10 19-80,10-5 0,21-24 0,30-50 0,26-13-336,11-34-432,7-23-1849</inkml:trace>
  <inkml:trace contextRef="#ctx0" brushRef="#br0" timeOffset="2154.183">1 338 27542,'0'0'1928,"0"0"-1392,142-22 33,-60 8-1,27-15-104,31-19-104,-10-1-160,-12 4-120,-21 7-32,-29 20-48,-1 5-176,15 5-336,-28 8-1065,-19 0-4400</inkml:trace>
  <inkml:trace contextRef="#ctx0" brushRef="#br0" timeOffset="2453.048">805 0 25309,'0'0'3567,"-4"20"-2445,-27 185-193,28 158 667,42 330-1596,-31-607 61,4 0 0,3-2 0,4 1 0,16 40-61,-32-116 0,1 0 0,0 0 0,0-1 0,1 1 0,0-1 0,0 0 0,1 0 0,0-1 0,1 0 0,-1 0 0,2 0 0,-1-1 0,0 0 0,1 0 0,0-1 0,1 0 0,-1 0 0,1-1 0,0 0 0,0-1 0,0 0 0,0 0 0,1-1 0,-1 0 0,5 0 0,6 0 0,1-2 0,0 0 0,-1-1 0,1 0 0,-1-2 0,1-1 0,-1 0 0,0-2 0,-1 0 0,1-1 0,7-5 0,111-56-583,-3-7 1,26-24 582,-76 46-953,52-29-834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57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15315,'0'0'15348,"0"0"-14844,0 0-224,46 105 168,-20-62 0,7 3-232,0 1-136,2-4-40,-2 1-40,-2-5-64,4-1-328,-7-11-344,-10-11-1305</inkml:trace>
  <inkml:trace contextRef="#ctx0" brushRef="#br0" timeOffset="277.728">454 59 28110,'0'0'3393,"0"0"-2921,-116 95-104,59-44 24,0 7-360,2-1-32,7 2 0,6-6 0,7 4-240,9-15-808,8-14-2505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4:14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1 293 30270,'0'0'158,"11"-17"-54,88-113 175,-92 121-262,1 0 1,0 1 0,1 1 0,-1-1 0,2 1 0,-1 1 0,1-1 0,0 2 0,0-1 0,0 2 0,1-1-1,0 1 1,-1 1 0,12-2-18,-20 6 12,0 1-1,1 0 1,-1 0-1,0 0 1,0 0-1,0 0 0,0 0 1,0 1-1,-1-1 1,1 1-1,-1-1 1,1 1-1,-1-1 1,0 1-1,0 0 0,0 0 1,0 0-1,-1-1 1,1 1-1,-1 0 1,0 0-1,0 0 1,0 0-1,0 0 0,0 0 1,0 0-1,-1 0 1,0 0-1,1-1 1,-1 1-1,-1 0-11,2 14 51,-23 512 989,23-526-1034,0 1 0,0-1 0,0 1 0,0-1 0,1 1 0,0-1 0,-1 1 0,1-1 0,1 1 0,-1-1 0,0 0 1,1 1-1,0-1 0,-1 0 0,1 0 0,0 0 0,1-1 0,-1 1 0,1 0 0,-1-1 0,1 1 0,0-1 0,-1 0 0,1 0 0,1 0 0,-1-1 0,0 1 0,0-1 0,0 1 0,1-1 0,-1 0 1,1 0-1,-1-1 0,1 1 0,-1-1 0,1 1 0,-1-1 0,1 0 0,0-1 0,-1 1 0,1-1 0,-1 1 0,4-2-6,6-4 0,0-1 0,0 0 0,-1-1 0,0-1 0,0 0 0,-1 0 0,0-1 0,-1-1 0,0 0 0,-1 0 0,0-1 0,-1 0 0,3-5 0,-3 6 0,26-34 0,-3-1 0,-1-1 0,-3-2 0,-2-1 0,-2-1 0,-2-1 0,-2-1 0,-3-1 0,-2 0 0,-3-1 0,-1-5 0,-10 170 0,5 872 0,-7-883 0,-4 0 0,-4 0 0,-4-1 0,-5 0 0,-7 11 0,24-95 0,-1 0 0,0-1 0,-1 1 0,-1-1 0,0 0 0,-1 0 0,0 0 0,-1-1 0,0 0 0,-1-1 0,-1 1 0,1-1 0,-2-1 0,1 0 0,-2 0 0,1-1 0,-1 0 0,-1-1 0,1 0 0,-1-1 0,-1 0 0,-7 2 0,15-10 0,1 0 0,0-1 0,-1 1 0,1-1 0,0 0 0,0-1 0,0 1 0,0-1 0,1 1 0,-1-1 0,1 0 0,-1-1 0,1 1 0,0 0 0,0-1 0,1 0 0,-1 0 0,1 0 0,0 0 0,0 0 0,0 0 0,0 0 0,1-1 0,-1 1 0,1-1 0,1 1 0,-1-1 0,0 1 0,1-1 0,0 0 0,0 1 0,1-1 0,-1 1 0,2-5 0,-3-42-3,3 1-1,1 0 0,3 0 1,2 0-1,2 0 1,3 1-1,1 1 1,3 1-1,1 0 1,3 1-1,2 1 1,1 0-1,3 3 1,1 0-1,2 1 1,24-23 3,209-233-3155,-201 233-1916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4:1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0 30615,'0'0'648,"0"0"-480,20 103-64,-1-52 120,1 4 144,-2 6-216,-5 1-136,-7-3-16,-1-4-248,-1-12-80,5-19-376,2-14-1225,2-10-9185</inkml:trace>
  <inkml:trace contextRef="#ctx0" brushRef="#br0" timeOffset="637.429">671 18 30278,'0'0'777,"0"0"-321,-147 87-128,68-28 16,-10 12-144,-6 10-152,8 2-48,6 13-336,26-23-312,17-23-1673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4:1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27094,'0'0'3577,"0"0"-3217,0 0-216,171 122 144,-90-11 72,-2 37-8,-9 12-96,-20-22-136,-19-38-64,-11-45-48,-5-19-8,5-8-136,2-15-232,19-32-200,-6-27-809,-2-19-3440</inkml:trace>
  <inkml:trace contextRef="#ctx0" brushRef="#br0" timeOffset="261.536">575 247 30198,'-70'118'697,"-7"18"-409,16-14-136,13-3 40,15-23-152,22-13-40,11-31-600,0-31-1393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3:52.098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20618 1162 31503,'0'0'216,"0"0"-216,-145-41-14403</inkml:trace>
  <inkml:trace contextRef="#ctx0" brushRef="#br1" timeOffset="9574.089">4584 2603 30374,'0'0'1217,"0"0"-801,0 0-48,114 8-112,-79-4-256,9 1 0,-12 3-688,-10-2-1465</inkml:trace>
  <inkml:trace contextRef="#ctx0" brushRef="#br1" timeOffset="9740.207">4660 2999 31007,'0'0'672,"0"0"-216,0 0 64,0 0-408,0 0-112,169-63-40,-114 39-1104,-11 3-2897</inkml:trace>
  <inkml:trace contextRef="#ctx0" brushRef="#br1" timeOffset="11696.771">8963 2705 29214,'0'0'1175,"0"0"-603,0 0 40,0 0 101,0-13-301,0 1-383,1 4-27,0-1 0,-1 0 0,0 0 0,0 0 1,-1 1-1,0-1 0,-1 0 0,0 1 0,0-1 0,-1 1 0,0-1 0,0 1 0,-1 0 0,0 1 1,-1-1-1,0 1 0,0-1 0,0 2 0,-4-5-2,1 7 0,0 0 0,-1 0 0,1 1 0,-1 0 0,0 0 0,1 1 0,-1 0 0,0 1 0,0 0 0,-1 0 0,1 1 0,0 0 0,0 1 0,0 0 0,0 0 0,0 1 0,0 0 0,0 0 0,1 1 0,-1 1 0,1-1 0,-1 1 0,1 1 0,1-1 0,-6 5 0,-3 4 0,0 1 0,1 0 0,1 1 0,1 0 0,0 1 0,0 1 0,2 0 0,0 1 0,1 0 0,1 0 0,1 1 0,1 0 0,0 1 0,1-1 0,1 1 0,1 1 0,1-1 0,1 0 0,1 1 0,0 11 0,1-27 0,0 0 0,0 0 0,0 0 0,1-1 0,-1 1 0,1 0 0,0 0 0,1 0 0,-1-1 0,1 1 0,0-1 0,0 1 0,0-1 0,1 0 0,-1 0 0,1 0 0,0 0 0,0 0 0,1-1 0,-1 1 0,1-1 0,0 0 0,0 0 0,0 0 0,0-1 0,0 1 0,0-1 0,1 0 0,-1 0 0,1 0 0,0-1 0,0 0 0,-1 0 0,1 0 0,0 0 0,3-1 0,16-2 0,0 0 0,0-2 0,0-1 0,0 0 0,-1-2 0,0-1 0,0-1 0,-1 0 0,0-2 0,-1-1 0,0 0 0,-1-2 0,-1 0 0,0-1 0,0-1 0,12-15 0,-19 21 0,151-127-1166,-100 81-693</inkml:trace>
  <inkml:trace contextRef="#ctx0" brushRef="#br1" timeOffset="12024.426">9733 2662 28494,'0'0'2327,"0"0"-1573,0 0-270,0 0-12,-9-21-265,-28-66-178,34 82-35,1 1 1,-1-1-1,1 1 1,-1-1-1,0 1 0,-1 0 1,1 0-1,-1 0 1,0 0-1,0 1 0,0-1 1,0 1-1,-1 0 1,1 1-1,-1-1 0,0 1 1,0-1-1,0 2 1,0-1-1,0 0 0,0 1 1,0 0-1,0 0 1,-1 1-1,1-1 1,0 1-1,-1 0 0,1 1 1,0-1-1,0 1 1,-1 0-1,1 1 0,0-1 1,0 1-1,0 0 1,0 0-1,0 0 0,1 1 1,-1 0-1,1 0 1,-4 2 5,-4 14-3,1-1 0,1 2 0,1-1 0,0 1 0,1 1 1,2-1-1,0 1 0,1 1 0,1-1 0,1 0 0,1 1 0,1 0 1,0 0-1,2-1 0,2 7 3,-5-20 0,1 0-1,1 0 1,-1 0 0,1-1 0,1 1 0,0 0-1,0 0 1,0 0 0,1 0 0,0-1-1,1 1 1,-1-1 0,1 1 0,1-1-1,0 0 1,0 0 0,0-1 0,0 1-1,1-1 1,1 0 0,-1 0 0,1-1-1,-1 1 1,2-1 0,-1-1 0,0 1 0,1-1-1,3 2 1,0-5 14,1 1 0,-1-1 0,0-1 0,0 0 0,0 0 0,1-1 0,-1 0 0,0-1-1,0 0 1,0-1 0,0 0 0,-1 0 0,1-1 0,-1-1 0,0 1 0,0-1 0,0-1 0,4-3-14,139-128 28,16-76-1631,-127 152-1123</inkml:trace>
  <inkml:trace contextRef="#ctx0" brushRef="#br1" timeOffset="12274.142">10296 2374 30366,'0'0'905,"0"0"-393,0 0 128,13 142-296,-13-81-344,0 22 0,-7 29 0,1-1 0,6 11 0,0-33-376,11-44-1801</inkml:trace>
  <inkml:trace contextRef="#ctx0" brushRef="#br1" timeOffset="12559.031">11370 2826 29686,'0'0'2165,"0"0"-1578,0 0-474,1-21 22,3-70-65,-5 83-69,0 1-1,-1-1 0,0 0 1,0 1-1,-1 0 0,0 0 0,0 0 1,-1 0-1,1 0 0,-2 1 1,1-1-1,-1 1 0,0 0 0,0 0 1,0 1-1,-1 0 0,0 0 1,0 0-1,0 0 0,-1 1 1,1 0-1,-1 1 0,0-1 0,0 1 1,-1 1-1,1-1 0,-1 1 1,1 1-1,-1-1 0,1 1 1,-1 1-1,0-1 0,0 1 0,1 1 1,-1-1-1,-3 2 0,2-2 0,-1 2 0,1-1 0,0 1 0,0 1 0,-1 0 0,2 0 0,-1 1 0,0 0 0,1 0 0,-1 1 0,1 0 0,1 0 0,-1 1 0,1 0 0,0 1 0,0-1 0,1 1 0,-1 1 0,2-1 0,-1 1 0,1 0 0,0 0 0,1 1 0,0 0 0,-5 7 0,2 1 0,1 0 0,0 0 0,1 0 0,0 1 0,2 0 0,0 0 0,1 0 0,1 0 0,0 0 0,2 0 0,0 8 0,0-19 1,0-1-1,1 1 1,0-1 0,0 0 0,0 1-1,0-1 1,1 0 0,0 0-1,0-1 1,1 1 0,0-1 0,0 1-1,0-1 1,0 0 0,1-1-1,0 1 1,0-1 0,0 0 0,1 0-1,-1-1 1,1 1 0,0-1-1,0-1 1,0 1 0,0-1 0,0 0-1,1 0 1,3 0-1,2 0-46,-1 0 0,0-1 0,1 0 0,-1-1 0,1-1 0,-1 0 1,1 0-1,-1-1 0,1 0 0,-1-1 0,0-1 0,0 1 0,-1-2 0,1 0 0,-1 0 0,2-1 46,210-163-4106,-157 117-75</inkml:trace>
  <inkml:trace contextRef="#ctx0" brushRef="#br1" timeOffset="12875.616">11946 2739 26214,'0'0'2668,"0"0"-1440,0 0-570,21-2-183,64-7-83,-83 9-373,-1 0 1,1 0 0,-1 1-1,1-2 1,-1 1-1,1 0 1,-1 0 0,1 0-1,-1-1 1,0 1-1,1 0 1,-1-1 0,1 0-1,-1 1 1,0-1-1,0 0 1,1 1 0,-1-1-1,0 0 1,0 0-1,0 0 1,0 0 0,0 0-1,0-1 1,0 1-1,0 0 1,0 0 0,-1-1-1,1 1 1,0 0-1,-1-1 1,1 1 0,-1 0-1,1-1 1,-1 1-1,0-1 1,0 1 0,0-1-1,0 1 1,0-1-1,0 1 1,0-1 0,0 1-1,0-1 1,-1 1-1,1 0 1,-1-2-20,0-8 32,1 4-29,0 0-1,0 1 0,-1-1 1,0 0-1,0 1 0,-1-1 1,0 1-1,0-1 0,0 1 1,-1 0-1,0 0 0,0 0 1,0 0-1,-1 1 1,0-1-1,0 1 0,0 0 1,-1 0-1,0 0 0,0 1 1,0 0-1,0 0 0,-1 0 1,0 0-1,-3-1-2,3 2 3,0 1-1,0-1 1,0 1 0,-1 0 0,0 0-1,1 1 1,-1 0 0,0 0 0,1 0-1,-1 1 1,0 0 0,0 0 0,1 1-1,-1 0 1,0 0 0,1 1 0,-1 0-1,1 0 1,-1 0 0,1 1 0,0 0-1,0 0 1,0 0 0,0 1 0,1 0-1,-1 0 1,1 0 0,0 1 0,0 0-1,1 0 1,0 0 0,0 1-1,0-1 1,0 1 0,1 0 0,-3 5-3,0 1 1,1 1 1,0-1-1,1 1 0,0 0 1,1 0-1,0 0 1,1 1-1,1-1 1,0 1-1,1-1 1,0 1-1,1-1 1,1 0-1,0 1 0,0-1 1,4 8-2,-4-13 0,1 0 0,0 0 0,0 0 0,0-1-1,1 0 1,0 1 0,1-1 0,0-1 0,0 1 0,0-1 0,1 0 0,0 0 0,0 0 0,1-1 0,-1 0 0,1 0 0,0-1 0,0 0 0,1 0-1,-1-1 1,1 0 0,0 0 0,0 0 0,0-1 0,0-1 0,0 1 0,4-1 0,-5-1 1,1 0 0,0-1 0,-1 0 0,1 0 0,-1-1 0,1 0 0,-1 0 0,0-1 0,0 0 0,0 0 1,0-1-1,-1 1 0,1-2 0,-1 1 0,0-1 0,0 0 0,-1 0 0,1 0 0,-1-1 0,0 0 0,1-3-1,80-139-273,-64 90-2094,-9 9-4705</inkml:trace>
  <inkml:trace contextRef="#ctx0" brushRef="#br1" timeOffset="13407.165">10555 2334 24669,'0'0'4945,"0"0"-4601,0 0 112,0 0 233,0 0-185,0 0 0,0 0-40,61 129-272,-50-17-192,9 32 0,4-6 0,2-6 0,-2-43-576,-15-42-6290</inkml:trace>
  <inkml:trace contextRef="#ctx0" brushRef="#br1" timeOffset="10364.637">6620 2713 28518,'0'0'2139,"0"0"-1345,0 0-266,0 0-41,-14-19-229,-45-66-215,4-71-43,54 151 0,0 0 0,0 0 0,-1-1 0,0 1 0,0 0 0,0 0 0,0 0 0,-1 1 0,0-1 0,0 1 0,0-1 0,-1 1 0,1 0 0,-1 0 0,0 1 0,0-1 0,0 1 0,-1 0 0,1 0 0,-1 0 0,0 0 0,0 1 0,0 0 0,0 0 0,0 0 0,0 1 0,0 0 0,-1 0 0,1 0 0,0 0 0,-1 1 0,1 0 0,-1 0 0,1 1 0,0-1 0,-1 1 0,-3 1 0,1 5 0,1 0 0,-1 1 0,1 0 0,1 0 0,-1 0 0,1 1 0,1 0 0,0 0 0,0 0 0,1 1 0,0-1 0,0 1 0,1 2 0,-11 36 0,2 0 0,2 0 0,2 1 0,2 0 0,3 0 0,2 44 0,1-90 0,-2 4 0,0 0 0,1 1 0,0-1 0,0 0 0,1 0 0,0 1 0,0-1 0,1 0 0,0 1 0,0-1 0,1 0 0,0 0 0,0 0 0,0 0 0,1 0 0,0 0 0,1-1 0,-1 1 0,1-1 0,1 0 0,-1 0 0,1-1 0,0 1 0,0-1 0,0 0 0,1 0 0,0-1 0,0 0 0,0 0 0,0 0 0,1-1 0,0 1 0,5-1 2,1 0 0,-1 0-1,1-1 1,-1-1 0,1 0 0,0-1-1,0 0 1,-1-1 0,1-1 0,0 0 0,-1 0-1,1-1 1,-1-1 0,0 0 0,0-1-1,0 0 1,-1-1 0,0 0 0,0-1-1,0 0 1,-1 0 0,0-1 0,2-3-2,27-26-68,-2-1 0,-2-3 0,-1 0 0,-2-2 0,-2-2 68,10-12-336,8-6-873,-9 11-940</inkml:trace>
  <inkml:trace contextRef="#ctx0" brushRef="#br1" timeOffset="10691.264">7352 2615 29990,'0'0'875,"0"0"-211,0 0-43,-4-12-107,2 5-473,0 1-36,1 1-1,-1-1 1,0 1-1,-1-1 0,0 1 1,1 0-1,-2 0 1,1 0-1,0 1 0,-1-1 1,0 1-1,0 0 1,0 0-1,-4-3-4,2 2 0,-1 1 0,1-1 0,-1 1 0,1 0 0,-1 1 0,0 0 0,0 0 0,-1 0 0,1 1 0,-1 0 0,1 0 0,-1 1 0,0 0 0,1 1 0,-1-1 0,0 2 0,0-1 0,1 1 0,-1 0 0,0 0 0,1 1 0,-1 0 0,1 1 0,0-1 0,0 1 0,0 1 0,0-1 0,0 1 0,1 1 0,-5 2 0,0 14 0,0 0 0,1 1 0,1 0 0,1 0 0,1 1 0,1 0 0,1 0 0,1 0 0,2 1 0,0 0 0,1-1 0,1 1 0,3 19 0,-3-35 0,-2-2 0,1 1 0,0 0 0,0 0 0,0-1 0,1 1 0,0 0 0,0 0 0,0-1 0,1 1 0,1 0 0,-1 0 0,1-1 0,0 1 0,0-1 0,1 0 0,-1 0 0,2 1 0,-1-2 0,1 1 0,-1 0 0,2-1 0,-1 0 0,0 0 0,1 0 0,0 0 0,0-1 0,1 0 0,-1 0 0,1 0 0,0-1 0,0 1 0,0-1 0,0-1 0,9 0-67,0 0 1,0-1-1,0-1 0,0-1 1,-1 0-1,1 0 0,0-2 1,-1 0-1,1 0 0,-1-2 0,0 0 1,0 0-1,-1-1 0,1-1 1,-1 0-1,-1-1 0,1 0 1,-1-1-1,9-10 67,13-12-2206</inkml:trace>
  <inkml:trace contextRef="#ctx0" brushRef="#br1" timeOffset="10941.124">7692 2841 22341,'0'0'8786,"0"0"-8162,0 0-48,0 0-136,0 0-440,118 40 0,-102-34 0,1 2 0,5-4 0,-4 0-1096,-3-4-6786</inkml:trace>
  <inkml:trace contextRef="#ctx0" brushRef="#br1" timeOffset="6145.62">0 2857 30647,'0'0'582,"0"0"-331,0 0-58,9-19 158,66-128-53,55-20-269,-129 165-30,0 1 0,0-1 1,0 1-1,0 0 0,0 0 0,0-1 0,0 1 1,0 0-1,0 0 0,1 0 0,-1 0 0,0 0 1,1 0-1,-1 1 0,1-1 0,-1 0 0,1 1 1,-1-1-1,1 1 0,-1 0 0,1-1 0,0 1 1,-1 0-1,1 0 0,-1 0 0,1 0 0,0 0 1,-1 0-1,1 1 0,0-1 0,-1 0 0,1 1 1,-1-1-1,1 1 0,-1 0 0,1-1 1,-1 1-1,0 0 0,1 0 0,-1 0 0,0 0 1,1 0-1,-1 0 0,0 1 0,0-1 0,0 0 1,0 0 0,59 210 26,6-57-14,-63-148-7,1-1 0,0 1 0,1-1 0,-1 1 0,1-1 0,0-1 0,1 1 0,-1-1 0,1 1 0,0-2 0,0 1 0,0-1 0,0 0 0,0 0 0,1 0 0,0-1 0,-1 0 0,1 0 0,0-1 0,0 0 0,0 0 0,3-1-5,-1-3 7,0-1 0,0 0 1,0-1-1,0 0 1,-1-1-1,0 1 1,0-2-1,0 1 0,-1-1 1,0 0-1,-1 0 1,1-1-1,-1 0 1,-1 0-1,1-1 0,-1 1 1,-1-1-1,0 0 1,0-1-1,-1 1 0,0-1 1,-1 1-1,2-11-7,13-30-30,-3-2-1,-2 0 0,-2 0 1,-3-1-1,-2 0 0,-1-40 31,-4 91 195,0 7-88,7 99-103,4-1 0,5-1 0,4 0 0,26 70-4,-17-57 1,-9-35-1,31 124 0,21 195 0,-70-385 0,-1-13 0,0 1 0,0 0 0,0 1 0,0-1 0,0 0 0,-1 0 0,1 0 0,-1 0 0,1 0 0,-1 1 0,0-1 0,0 0 0,0 0 0,0 1 0,0-1 0,-1 0 0,1 0 0,-1 0 0,1 1 0,-1-1 0,0 0 0,0 0 0,0 0 0,0 0 0,0 0 0,0 0 0,-1-1 0,1 1 0,0 0 0,-1 0 0,0-1 0,1 1 0,-1-1 0,0 0 0,0 0 0,0 1 0,0-1 0,0 0 0,0 0 0,0-1 0,0 1 0,0 0 0,-1-1 0,-5 0 0,-1 0 0,1-1 0,0 0 0,-1-1 0,1 0 0,0 0 0,0 0 0,0-1 0,1-1 0,-1 1 0,1-1 0,-1 0 0,1-1 0,0 0 0,1 0 0,-1 0 0,1-1 0,0 0 0,1 0 0,-1-1 0,1 0 0,0 0 0,1 0 0,-1-1 0,-5-9 0,1 0 0,1 0 0,0-1 0,1-1 0,1 1 0,0-1 0,2 0 0,0-1 0,1 1 0,1-1 0,0-8-17,1 0 0,1-1 0,2 1 0,0 0 0,2-1 0,1 2 0,2-1 0,6-17 17,-4 20-370,36-102-535,-17 40-3456,-10 20-9023</inkml:trace>
  <inkml:trace contextRef="#ctx0" brushRef="#br1" timeOffset="7427.098">1145 2022 29230,'0'0'774,"0"0"-310,0 0 5,24 1 13,153 6 159,-144-5-521,-13 0-90,0 0 0,0-1 0,0-1 0,1-1 0,-1-1 0,0-1 0,0-1 0,-1 0 0,10-5-30,-18 69 298,-12-44-279,1 101-19,-4 4 0,5-1 0,6 1 0,5-1 0,5-1 0,24 81 0,13-17-2550,-46-142-2390</inkml:trace>
  <inkml:trace contextRef="#ctx0" brushRef="#br1" timeOffset="7724.946">1423 3472 31519,'0'0'720,"0"0"-560,0 0 96,0 0-144,131-49-112,-54 8 0,13-5 0,9-5 0,41-30 0,-26 14-1168,-13 2-2041</inkml:trace>
  <inkml:trace contextRef="#ctx0" brushRef="#br1" timeOffset="8108.608">2585 2425 30847,'0'0'580,"0"0"-248,0 0 36,22-8 20,75-24-172,-19 23-180,-75 12-66,0 0 0,-1 0 0,1 0-1,-1 0 1,0 0 0,0 0 0,0 0 0,0 1 0,-1-1-1,1 1 1,-1-1 0,0 1 0,0 0 0,0-1 0,0 1-1,-1 0 1,0 0 0,1-1 0,-2 1 0,1 0 0,0 0 0,-1 0-1,1-1 1,-1 1 0,0 0 0,0-1 0,-1 1 0,1-1-1,-1 1 1,0-1 0,0 1 30,-100 170-1820,-123 135 3387,222-290-1155,32-34-375,36-32-95,87-44-76,-151 90 135,-1 1 0,1-1 0,0 1 0,0-1 0,0 1 0,0 0 0,0-1 0,0 1-1,0 0 1,0 0 0,0-1 0,0 1 0,0 0 0,1 0 0,-1 0 0,0 0 0,0 1 0,0-1 0,0 0 0,0 0 0,0 1-1,0-1 1,0 0 0,0 1 0,0-1 0,0 1 0,0-1 0,-1 1 0,1 0 0,0-1 0,0 1 0,0 0 0,-1-1 0,1 1 0,0 0-1,-1 0 1,1 0 0,-1 0 0,1 0 0,-1 0 0,1 0 0,-1 0 0,0 0 0,1 0 0,-1 0 0,0 0 0,0 0 0,0 0-1,0 0 1,0 0 0,0 0 0,0 0 0,0 0 0,0 0 0,0 0 0,0 0 0,-1 0 0,1 0 0,-1 0 0,1 0 0,-1 1-1,1-2 0,-3 36 61,-2 0 0,-1-1-1,-2 1 1,-1-2-1,-2 1 1,-2 1-61,-16 58 61,-130 486-76,154-556-525,18-52-210,11-26-381,5-11-985</inkml:trace>
  <inkml:trace contextRef="#ctx0" brushRef="#br1" timeOffset="8386.388">2878 3220 26030,'0'0'2960,"0"21"-1880,-10 219 453,5-84-1261,5-155-283,-1 0 0,1 0 1,0-1-1,-1 1 0,1 0 1,0 0-1,0 0 0,0 0 1,0 0-1,0 0 0,0 0 1,0 0-1,0 0 0,0 0 1,1 0-1,-1-1 0,0 1 1,0 0-1,1 0 0,-1 0 1,1 0-1,-1 0 0,1-1 1,-1 1-1,1 0 0,-1 0 1,1-1-1,0 1 0,-1 0 1,1-1-1,0 1 0,-1-1 1,1 1-1,0-1 0,0 1 1,0-1-1,0 0 0,-1 1 1,1-1-1,0 0 0,0 0 1,0 1-1,0-1 0,0 0 1,0 0-1,0 0 0,0 0 1,0 0-1,0 0 0,0-1 1,-1 1-1,1 0 0,0 0 1,0-1-1,0 1 0,0 0 1,0-1-1,-1 1 0,1-1 1,0 1-1,0-1 11,61-102-2590,-54 83 2147,-5 13 620,31-72-2955,47-99-11952,-52 120 13592</inkml:trace>
  <inkml:trace contextRef="#ctx0" brushRef="#br1" timeOffset="8572.706">3187 3044 22613,'0'0'3773,"0"0"-1832,0 0-666,0 0-174,-15 18-449,-2 1-510,-68 105 471,79-113-587,1 0 0,0 1 0,1-1 1,0 1-1,1 0 0,0 1 1,1-1-1,0 0 0,1 1 1,0-1-1,1 1 0,1-1 0,0 1 1,0-1-1,1 1 0,1-1 1,0 0-1,1 0 0,0 0 1,1-1-1,0 1 0,1-1 0,0 0 1,1-1-1,5 7-26,-1-4-90,1-1 1,1-1-1,0 0 1,1 0-1,0-1 1,0-1-1,1-1 1,0 0-1,1-1 1,-1 0-1,2-1 0,-1-1 1,0-1-1,13 2 90,11-5-965,-8-1-1329</inkml:trace>
  <inkml:trace contextRef="#ctx0" brushRef="#br1" timeOffset="9109.833">3429 2585 27854,'0'0'1707,"0"0"-1250,0 0-285,0 0 257,0 0-51,0 0-195,-3 12-82,-7 41 7,9-20 427,8-51 57,4-67-562,-7 92 187,64 497-213,-51-359-4,-3 13 0,8-1 0,6-1 0,7-2 0,37 96 0,-77-293 0,-25-81-109,2-101-2118,17 116-670</inkml:trace>
  <inkml:trace contextRef="#ctx0" brushRef="#br1" timeOffset="9384.428">3608 3116 29670,'0'0'1249,"0"0"-777,0 0 104,152 0 64,-106 9-480,-3 1-160,-5-102 0,-8 96 0,-1 27 0,-3-31 0,-6 16-632,-7-22-3289</inkml:trace>
  <inkml:trace contextRef="#ctx0" brushRef="#br1" timeOffset="15206.984">14511 2709 29950,'0'0'1023,"0"0"-496,0 0-166,0 0-4,-19-22-3,-98-125-159,115 143-195,0-1 0,0 1 0,-1-1 0,1 1 0,-1 0 0,0 0 0,0 0 0,-1 0 0,1 1 0,-1-1 0,0 1 0,1 0 0,-1 0 0,-1 0 0,1 1 0,0-1 0,-1 1 0,1 0 0,-1 0 0,0 1 0,0-1 0,1 1 0,-1 0 0,0 1 0,0-1 0,0 1 0,0 0 0,0 0 0,0 0 0,0 1 0,0 0 0,0 0 0,0 0 0,1 0 0,-1 1 0,0 0 0,1 0 0,-1 0 0,1 0 0,0 1 0,0 0 0,0 0 0,-1 1 0,-7 13 0,0 1 0,1 1 0,1 0 0,1 0 0,1 1 0,1 1 0,0-1 0,1 1 0,2 0 0,0 0 0,1 0 0,1 1 0,1-1 0,1 1 0,2 14 0,-2-27-6,0 0 0,0 0-1,1 0 1,0 0 0,1 0 0,0-1 0,0 1-1,1 0 1,0-1 0,0 0 0,1 1 0,0-1-1,1-1 1,-1 1 0,1-1 0,1 0 0,0 0-1,0 0 1,0-1 0,1 0 0,0 0 0,0-1-1,0 1 1,1-2 0,-1 1 0,1-1 0,0 0-1,1-1 1,-1 0 0,1 0 0,-1-1 0,1 0 0,0 0-1,4-1 7,8-2-210,-1-1 1,0 0-1,0-2 0,0-1 0,-1 0 0,1-2 1,-1 0-1,-1-1 0,1-1 0,-2 0 0,1-1 1,-1-2-1,0 1 0,-1-2 0,-1 0 0,6-8 210,-10 13-457,66-54-5912</inkml:trace>
  <inkml:trace contextRef="#ctx0" brushRef="#br1" timeOffset="15490.003">15383 2741 30647,'0'0'1166,"0"0"-552,-2-17-325,1 6-272,1-7-14,-2 0 0,0 0 0,-1 0 0,-1 0-1,0 1 1,-2-1 0,0 1 0,0 0 0,-2 1-1,0-1 1,-1 2 0,-7-10-3,13 22 0,1 0 0,-1 1 0,0 0 0,0-1 0,0 1 0,0 0 0,0 0 0,-1 1 0,1-1 0,-1 1 0,1 0 0,-1 0 0,1 0 0,-1 0 0,0 0 0,1 1 0,-1-1 0,0 1 0,1 0 0,-1 1 0,0-1 0,0 1 0,1-1 0,-1 1 0,1 0 0,-1 0 0,1 1 0,-1-1 0,1 1 0,-1-1 0,1 1 0,0 0 0,0 0 0,0 1 0,-1 1 0,-5 4 0,1 0 0,0 1 0,0 0 0,1 0 0,0 1 0,0 0 0,1 0 0,1 0 0,0 1 0,-2 7 0,1-1 0,0 0 0,2 1 0,0-1 0,1 1 0,1 0 0,1 0 0,0 0 0,1 1 0,1-1 0,2 8 0,-2-19 0,0 1 0,1-1 0,0 0 0,0 1 0,0-1 0,1 0 0,0 0 0,1-1 0,-1 1 0,1-1 0,1 1 0,-1-1 0,1-1 0,0 1 0,0-1 0,1 0 0,0 0 0,0 0 0,0-1 0,0 0 0,1 0 0,-1 0 0,1-1 0,0 0 0,0 0 0,1-1 0,10 1-208,0-1-1,0 0 1,1-1-1,-1-1 1,0-1-1,0-1 1,1 0-1,-1-1 1,-1-1-1,1-1 1,0-1 0,-1 0-1,7-5 209,43-14-3347</inkml:trace>
  <inkml:trace contextRef="#ctx0" brushRef="#br1" timeOffset="16222.7">17588 2240 29230,'0'0'1633,"0"0"-1137,0 0 120,-2 148-8,-9-69-424,-4 23-184,-3 26 0,3-11 0,4-11 0,7-19 0,4-26 0,15-4 0,13-11-640,3-28-1481</inkml:trace>
  <inkml:trace contextRef="#ctx0" brushRef="#br1" timeOffset="16506.447">18325 2715 30975,'0'0'1053,"0"0"-474,-7-21-432,-72-168-134,13 112-13,65 75 0,-1 1 0,0-1 0,1 1 0,-1 0 0,0 0 0,0 0 0,0 0 0,0 0 0,0 0 0,0 0 0,0 0 0,0 1 0,0-1 0,-1 1 0,1 0 0,0 0 0,0-1 0,0 1 0,-1 1 0,1-1 0,0 0 0,0 0 0,0 1 0,0 0 0,0-1 0,0 1 0,-1 0 0,2 0 0,-1 0 0,0 0 0,0 0 0,0 0 0,0 1 0,1-1 0,-1 1 0,0-1 0,1 1 0,0 0 0,-1-1 0,1 1 0,0 0 0,0 0 0,-1 1 0,-4 12 0,0-1 0,2 1 0,-1 1 0,2-1 0,0 0 0,1 1 0,1 0 0,0-1 0,1 1 0,0 0 0,3 14 0,-2-25-29,-1 0 1,1 0-1,0 0 0,0 0 1,0 0-1,1 0 1,0 0-1,0 0 0,0 0 1,1-1-1,-1 1 0,1-1 1,0 0-1,0 0 1,1 0-1,-1 0 0,1-1 1,0 1-1,0-1 0,0 0 1,0 0-1,1 0 0,-1-1 1,1 1-1,0-1 1,0 0-1,-1-1 0,1 1 1,0-1-1,1 0 0,-1 0 1,4 0 28,25 1-1957</inkml:trace>
  <inkml:trace contextRef="#ctx0" brushRef="#br1" timeOffset="17845.432">18246 2334 26382,'0'0'1717,"0"0"-628,0 0-337,0 0-140,0 0-140,0 0-155,-15 9-79,-50 31-62,58-35-139,1 0 1,-1 1 0,1 0-1,1 0 1,-1 1 0,1-1-1,0 1 1,1 1 0,-1-1-1,1 0 1,1 1 0,0 0-1,0 0 1,0 0 0,1 0-1,-1 5-37,3-13 1,-3 12 23,0 0 0,1 0 0,0 0 0,1 0 0,0 0 0,1 0 0,0 1 0,1-1 0,0 0 0,1 0 1,0 0-1,1 0 0,1 0 0,0-1 0,0 0 0,1 1 0,5 7-24,-7-16 0,-1 0 0,1 0 0,0 0 0,0 0 0,0 0 0,1-1 0,-1 1 0,1-1 0,-1 0 0,1 0 0,0 0 0,0-1 0,0 1 0,0-1 0,0 0 0,0 0 0,0 0 0,0-1 0,1 0 0,-1 1 0,0-1 0,0-1 0,0 1 0,0-1 0,1 1 0,-1-1 0,0 0 0,0-1 0,0 1 0,0-1 0,-1 1 0,5-3 0,101-90 0,-101 83 0,0-1 0,0 0 0,-2-1 0,1 1 0,-2-2 0,0 1 0,0 0 0,-1-1 0,-1 0 0,0 0 0,-1 0 0,0 0 0,-1 0 0,-1-14 0,-3 19 0,-1 0 0,1-1 0,-2 1 0,1 0 0,-1 1 0,0-1 0,-1 1 0,0 0 0,0 0 0,-1 1 0,0 0 0,0 0 0,-1 0 0,0 1 0,0 0 0,0 1 0,-1 0 0,0 0 0,0 1 0,0 0 0,0 1 0,-1-1 0,0 2 0,1 0 0,-1 0 0,0 0 0,0 1 0,-6 1 0,7-2-6,-1 0-1,0 0 1,1 2-1,-1-1 1,0 1-1,0 0 1,0 1-1,0 0 1,1 1 0,-1 0-1,1 1 1,-1-1-1,1 2 1,0-1-1,0 2 1,0-1-1,1 1 1,-1 0 0,1 1-1,0 0 1,1 0-1,-1 1 1,1-1-1,-5 9 7,-4 8-773</inkml:trace>
  <inkml:trace contextRef="#ctx0" brushRef="#br1" timeOffset="15790.082">16293 2731 8082,'0'0'18381,"27"-2"-14240,189-12-2217,-215 14-1919,0 0 0,0 0 0,0-1 0,0 1-1,0 0 1,0 0 0,0-1 0,0 1 0,0 0-1,0-1 1,0 1 0,0-1 0,-1 1 0,1-1-1,0 0 1,0 1 0,0-1 0,-1 0 0,1 0-1,0 1 1,-1-1 0,1 0 0,-1 0 0,1 0-1,-1 0 1,1 0 0,-1 0 0,1 0 0,-1 0 0,0 0-1,0 0 1,0 0 0,1 0 0,-1 0 0,0 0-1,0 0 1,0 0 0,0 0 0,-1 0 0,1 0-1,0 0 1,0 0 0,-1 0 0,1 0 0,0 0-1,-1 0 1,1 0 0,-1 1 0,1-1 0,-1 0 0,0 0-1,1 0 1,-1 1 0,0-1-5,-36-49-21,25 34 21,-1 2 0,-1 0 0,0 0 0,-1 1 0,-1 1 0,0 0 0,0 2 0,-1-1 0,-1 2 0,0 1 0,0 0 0,0 1 0,-1 1 0,0 0 0,0 2 0,-1 0 0,-16-1 0,26 7 0,0 0 0,0 0 0,0 1 0,0 0 0,1 0 0,-1 1 0,1 1 0,0-1 0,0 1 0,1 1 0,-1 0 0,1 0 0,0 1 0,1 0 0,0 0 0,0 0 0,0 1 0,1 0 0,0 1 0,1-1 0,0 1 0,0 0 0,1 1 0,0-1 0,1 1 0,0-1 0,0 1 0,1 0 0,0 0 0,1 0 0,0 1 0,1-1 0,0 0 0,0 0 0,1 0 0,1 0 0,1 6 0,-2-10 0,0 0 0,1 0 0,0 0 0,0 0 0,1-1 0,-1 1 0,1-1 0,1 1 0,-1-1 0,1 0 0,0 0 0,0 0 0,0-1 0,0 1 0,1-1 0,0 0 0,0 0 0,0-1 0,1 0 0,-1 0 0,1 0 0,-1 0 0,1-1 0,0 0 0,0 0 0,159 18 0,-148-22-44,-1-1 0,1 0 0,-1-1 0,0-1 0,-1 0 0,1-1-1,-1-1 1,0 0 0,-1-1 0,0-1 0,0 0 0,-1-1 0,0-1 0,0 0 0,-1 0 0,-1-1 0,0-1 0,5-8 44,30-38-1952</inkml:trace>
  <inkml:trace contextRef="#ctx0" brushRef="#br1" timeOffset="17091.794">16946 2157 25645,'0'0'3233,"0"0"-2561,0 0-48,0 0-223,0 0 79,-37 104-24,28-37-88,3 8-16,-5 10-104,0 2-112,4 0-56,3-4-80,4-8-32,8-4-304,14-22-416,0-21-2153</inkml:trace>
  <inkml:trace contextRef="#ctx0" brushRef="#br1" timeOffset="32891.859">8751 3481 27118,'0'0'3088,"0"0"-2159,0 0-541,0 0 196,0 0-115,4-7-299,2 1-169,-1 0 1,1 0-1,0 0 0,0 1 1,1 0-1,-1 0 1,1 1-1,0 0 0,0 0 1,1 0-1,-1 1 1,1 0-1,0 1 1,0 0-1,5-1-1,293-15 0,-10 16 0,275 34 0,-489-23 0,402 42 0,391-12 0,5-75 0,-788 35-179,-38-2-714</inkml:trace>
  <inkml:trace contextRef="#ctx0" brushRef="#br1" timeOffset="33753.668">14274 3717 25798,'0'0'3106,"0"0"-1986,0 0-556,0 0-157,0 0-99,-6-8-86,5 6-216,0 1-1,0 0 1,-1-1 0,1 1-1,0 0 1,0-1-1,0 0 1,1 1-1,-1-1 1,0 1-1,0-1 1,1 0-1,-1 0 1,1 1 0,0-1-1,0 0 1,-1 0-1,1 0 1,0 1-1,0-1 1,1 0-1,-1 0 1,0 0-1,1 1 1,-1-1 0,1 0-1,-1 1 1,1-1-1,0 0 1,-1 1-1,1-1 1,0 1-1,0-1 1,0 1-1,1-1 1,-1 1-1,0 0 1,0-1 0,1 1-1,-1 0 1,1 0-1,-1 0 1,1 0-1,-1 0 1,1 1-1,0-1 1,-1 0-1,1 1 1,0-1 0,0 1-1,0 0-5,29-14 42,1 1-1,1 2 1,0 2-1,1 1 1,0 1-1,0 2 1,29 0-42,-61 4 1,290-19 583,196 13-584,-349 8 59,814 39-34,-257-4-26,179-30 1,-698-17 0,-169 11-125,-7 0 102,-1 1-1,1-1 1,0 1-1,-1-1 1,1 0-1,0 1 0,0-1 1,-1 0-1,1 0 1,0 1-1,0-1 1,0 0-1,-1 0 1,1 0-1,0 0 1,0 0-1,0 0 1,-1 0-1,1 0 0,0-1 1,0 1-1,0 0 1,-1 0-1,1-1 1,0 1-1,-1 0 1,1-1-1,0 1 1,0-1-1,-1 1 0,1-1 1,-1 1-1,1-1 1,-1 1-1,1-1 1,-1 0-1,1 1 1,-1-1-1,1 0 1,-1 1-1,0-1 1,1 0-1,-1 0 0,0 1 1,0-1-1,1 0 1,-1 0-1,0 0 1,0 1-1,0-1 1,0 0-1,0 0 1,0 0-1,0 1 1,0-1-1,-1 0 0,1 0 1,0 0-1,0 1 24,-17-17-3951</inkml:trace>
  <inkml:trace contextRef="#ctx0" brushRef="#br1" timeOffset="-27923.81">1487 551 3577,'0'0'21836,"0"0"-16789,0 0-4550,0 0-253,0 0-52,0 6 30,1-3-213,1-1 0,-1 0 1,0 1-1,1-1 0,0 0 1,-1 0-1,1 0 0,0 0 1,0 0-1,0 0 0,1 0 1,-1-1-1,0 1 0,1-1 0,-1 1 1,0-1-1,1 0 0,0 0 1,-1 0-1,1 0 0,0-1 1,-1 1-1,1-1 0,0 0 1,0 1-1,-1-1 0,1 0 1,0-1-1,0 1 0,-1 0 1,1-1-1,0 0 0,-1 0 1,1 1-1,0-2-9,15 2 17,291-56 64,135 23-56,-199 23-13,-68-4-26,-14-2 64,0 7-1,0 7 1,0 8-1,49 11-49,600 98 11,322-42-423,1219 14-234,87-70 878,-1499-8-2009,-826-9-357</inkml:trace>
  <inkml:trace contextRef="#ctx0" brushRef="#br0" timeOffset="-252.404">689 241 24789,'0'0'1155,"0"0"280,0 0-435,0 0-415,19 0-100,209-18 595,970-112-228,174 102-153,-1114 5-539,397-18-85,308 58-63,-403 22 77,96 38-89,-275-29 18,-265-35 8,764 72 138,-453-67-131,598 47 12,-494-11 12,13-23-57,638-27 8,209-69-8,-50 0 0,38 45 0,-56-29 0,630-26 0,-1211 26 0,-576 49 0,-160 0-8,-3-1 4,0 0 0,0 1 0,0-1 0,0 1 0,0 0 0,0 0 0,0 0 0,0 0 0,-1 0 0,1 1 0,0 0 0,0-1-1,0 1 1,0 0 0,0 0 0,-1 1 0,1-1 0,-1 0 0,1 1 0,-1 0 0,1-1 0,-1 1 0,0 0 0,0 0 0,0 1 0,0-1 0,0 0 0,0 1 0,-1-1 0,1 1 0,-1-1 0,1 2 4,-30 63-1837,-5-40-806</inkml:trace>
  <inkml:trace contextRef="#ctx0" brushRef="#br1" timeOffset="35019.547">16172 447 17340,'0'0'10205,"0"0"-7552,0 0-2070,0 0-185,0 0-102,-23 15-107,4-2-171,1 1 0,0 1-1,1 1 1,0 0 0,1 1 0,1 1-1,1 0 1,1 1 0,0 0-1,-4 10-17,-46 86 81,6 2 0,4 2 0,6 2-1,-30 120-80,61-83 94,16-153-92,0 0-1,0 0 1,1-1 0,-1 1-1,1 0 1,0 0 0,1 0 0,-1-1-1,1 1 1,0-1 0,0 1-1,0-1 1,1 0 0,0 0-1,0 0 1,0 0 0,0 0-1,0 0 1,1-1 0,0 0-1,-1 0 1,1 0 0,0 0-1,1 0 1,-1-1 0,0 0 0,1 0-1,-1 0 1,4 0-2,0 0 3,0-1-1,1 0 1,-1-1-1,0 0 1,1 0 0,-1-1-1,0 0 1,0-1-1,0 0 1,0 0 0,0 0-1,0-1 1,0 0 0,-1-1-1,1 0 1,-1 0-1,0 0 1,0-1 0,-1 0-1,1 0 1,-1-1 0,0 0-1,2-4-2,10-9-8,-1-2 0,-2 0 0,0-1 0,-1 0 0,-1-1 0,9-23 8,-13 26-5,0 0 0,-2-1 0,0 0 0,-2 0-1,0-1 1,-1 0 0,-1 1 0,-1-1 0,-1 0 0,-1 0 0,-3-19 5,0 35-16,0 0 0,-1 0-1,0 0 1,0 1 0,0 0 0,-1-1 0,1 2 0,-1-1-1,0 0 1,-1 1 0,1 0 0,-1 0 0,0 1 0,0 0-1,0 0 1,0 0 0,-1 1 0,1-1 0,-1 2 0,1-1-1,-1 1 1,0 0 0,0 0 0,1 1 0,-1-1-1,0 2 1,0-1 0,0 1 0,1 0 0,-1 0 0,0 1-1,-5 2 17,-67 14-1168,5 6-1859</inkml:trace>
  <inkml:trace contextRef="#ctx0" brushRef="#br1" timeOffset="37942.657">9423 1218 24941,'0'0'4081,"0"0"-3545,-19 136-48,6-81 65,2 0-145,0 3-168,0 1-120,0 4-48,-2 2-48,-1 0 0,1-2-24,2-6-16,5-13-128,1-18-320,5-26-385,3-12-1063,8-18-3801</inkml:trace>
  <inkml:trace contextRef="#ctx0" brushRef="#br1" timeOffset="38252.667">9722 1249 27606,'0'0'889,"19"-2"-354,118-7 376,-134 8-886,0 1 1,0 0-1,1-1 0,-1 1 0,0 1 1,0-1-1,0 0 0,0 1 0,0 0 1,0 0-1,0-1 0,0 2 1,-1-1-1,1 0 0,0 1 0,0-1 1,-1 1-1,1 0 0,-1 0 0,0 0 1,1 0-1,-1 0 0,0 0 1,0 1-1,0-1 0,-1 1 0,1-1 1,-1 1-1,1 0 0,-1-1 0,0 1 1,0 0-1,0 0 0,0 0 0,-1 0 1,1 0-1,-1 0 0,1 1-25,-3 14 30,1 0 0,-2 0 1,-1 0-1,0 0 0,-1-1 0,-1 0 0,0 0 0,-2 0 0,0-1 0,0 0 0,-2 0 0,0-1 1,-1 0-1,-7 8-30,-15 26 28,-65 117-14,100-165-12,-1-1-1,1 1 0,-1 0 0,1-1 1,-1 1-1,1-1 0,-1 0 0,1 1 1,0-1-1,-1 0 0,1 0 0,-1 0 1,1 0-1,0 0 0,-1-1 0,1 1 1,-1 0-1,1-1 0,-1 1 0,1-1 1,-1 1-1,1-1 0,-1 0 0,1 0 1,-1 0-1,0 1 0,1-1 0,-1-1 1,0 1-1,0 0 0,1-1-1,393-243-23,-330 210-485,-11 5-847</inkml:trace>
  <inkml:trace contextRef="#ctx0" brushRef="#br1" timeOffset="38500.983">10666 1198 30431,'0'0'640,"0"0"-472,0 0-56,64 101 232,-25-68-160,1-1-104,-1-3-80,-2 1-88,-6-2-208,2-7-448,-9-7-897,-4-8-3304</inkml:trace>
  <inkml:trace contextRef="#ctx0" brushRef="#br1" timeOffset="38668.794">11065 1186 29742,'0'0'953,"0"0"-441,0 0 56,-114 150-224,75-87-216,-3 4-128,-17 32-256,9-18-256,4-14-1369</inkml:trace>
  <inkml:trace contextRef="#ctx0" brushRef="#br1" timeOffset="39444.838">11760 1011 29574,'0'0'719,"0"0"-287,0 0-33,0 0 32,0 0-133,0 0-163,-20 15-27,17-13-101,-14 11 31,1 0-1,0 1 1,1 1 0,0 0 0,1 1 0,1 1-1,1 0 1,0 0 0,-2 6-38,-30 59 108,3 2 0,4 2 0,-17 62-108,50-136 0,0 1 0,2-1 0,-1 1 0,2 0 0,-1 0 0,2-1 0,0 1 0,0 0 0,1 0 0,1 0 0,0 0 0,1-9 0,0-1 0,0 0 0,0 0 0,0 0 0,1 0 0,-1 0 0,1-1 0,0 1 0,-1-1 0,1 0 0,0 0 0,0-1 0,1 1 0,-1-1 0,0 0 0,0 0 0,1 0 0,-1-1 0,0 1 0,1-1 0,-1 0 0,1-1 0,-1 1 0,0-1 0,1 1 0,-1-1 0,0-1 0,0 1 0,0-1 0,18-5-38,-2-1-1,1-1 1,-1-2-1,-1 0 1,1 0 0,-2-2-1,0 0 1,-1-2-1,0 0 1,-1 0 0,0-2-1,-2 0 1,0 0-1,-1-1 1,2-5 38,-9 15-9,0 1 0,-1-2 0,0 1 0,0 0-1,-1-1 1,0 0 0,-1 0 0,0 0 0,0 0 0,-1-1 0,0 1 0,-1-1 0,0 1 0,0-1 0,-1 1 0,-1-10 9,-2 16 8,-1 1 0,1-1 0,-1 1 0,0 0 0,1 0 0,-1 0 0,0 0 0,-1 1 0,1-1 0,0 1 0,0 0 0,-1 0 0,1 1 0,0-1 0,-1 1 0,1 0 0,0 0 0,-1 1 0,1-1 0,0 1 0,-1 0 0,1 0 0,0 1 0,0-1 0,0 1 0,0 0 0,0 0 0,-3 2-8,-10 5-4,1 1 0,0 1 1,0 0-1,1 1 0,0 1 1,1 1-1,1 0 0,0 0 1,1 1-1,0 1 0,1 0 1,-1 4 3,11-19-86,0 1 1,0 0-1,0-1 1,0 1-1,0 0 1,0 0-1,0 0 1,0 0-1,1 0 1,-1 0-1,1 0 0,-1 0 1,1 0-1,0 0 1,0 0-1,0 0 1,0 0-1,0 0 1,0 0-1,1 0 1,-1 0-1,1 0 1,-1 0-1,1 0 1,0 0-1,0 1 86,15-2-3076</inkml:trace>
  <inkml:trace contextRef="#ctx0" brushRef="#br1" timeOffset="39690.838">12113 1032 29678,'0'0'640,"0"0"-447,0 0 295,-50 115 16,34-48-240,3 12-56,9 6 64,4 1-48,0-7-104,17-14-64,12-15-40,6-17-16,6-19-104,5-14-184,20-28-256,-9-13-712,-9-8-1417</inkml:trace>
  <inkml:trace contextRef="#ctx0" brushRef="#br1" timeOffset="39882.564">12404 1076 29662,'0'0'985,"0"0"-585,-109 128-40,48-37-72,-16 49-288,13-18-208,3-5-1969</inkml:trace>
  <inkml:trace contextRef="#ctx0" brushRef="#br1" timeOffset="40333.809">13934 1208 29366,'0'0'872,"143"-34"-399,-53 3-233,13-7-176,-13 1-32,37-16-32,-26 9-384,-22 7-2017</inkml:trace>
  <inkml:trace contextRef="#ctx0" brushRef="#br1" timeOffset="40615.374">14331 823 28326,'0'0'920,"-37"180"-920,17-74-592,-4 5-3553</inkml:trace>
  <inkml:trace contextRef="#ctx0" brushRef="#br1" timeOffset="47072.974">19234 863 29126,'-20'16'600,"-38"31"-270,2 2 0,3 3 0,-44 54-330,71-72 54,1 1 0,2 1 0,1 1 0,2 1 0,2 0 0,1 2 0,2 0 0,2 1 0,2 0-1,2 1 1,1 0 0,2 0 0,2 2-54,3-40 3,0 0-1,0-1 1,0 1-1,1 0 1,-1 0-1,1 0 0,0 0 1,0 0-1,1 0 1,-1-1-1,1 1 1,0 0-1,0 0 0,0-1 1,0 1-1,1 0 1,0-1-1,-1 1 1,1-1-1,1 0 0,-1 0 1,0 1-1,1-1 1,-1-1-1,1 1 1,0 0-1,0-1 0,0 1 1,0-1-1,1 0 1,-1 0-1,0 0 1,1-1-1,0 1 0,-1-1 1,1 0-1,0 0 1,-1 0-1,1 0 1,0-1-1,0 1 0,0-1 1,0 0-1,0-1 1,2 1-3,10-6 8,-1-1 0,0-1-1,-1 0 1,0-1 0,0-1 0,-1 0 0,0 0 0,0-2 0,-1 1 0,-1-1 0,0-1 0,-1 0 0,0-1 0,-1 0 0,-1 0-1,7-14-7,-7 13 3,0-1-1,0 0 0,-2 0 0,0 0 0,0 0 0,-2-1 0,0 0 0,-1 0 0,-1 0 1,0 0-1,-2-1 0,0-12-2,-1 26-24,0 1 1,-1-1-1,0 1 1,1-1-1,-1 1 0,0 0 1,-1 0-1,1 0 1,0 0-1,-1 0 1,0 0-1,0 1 0,1-1 1,-2 1-1,1 0 1,0 0-1,0 0 1,-1 0-1,1 1 1,-1-1-1,1 1 0,-1 0 1,0 0-1,1 0 1,-1 0-1,0 1 1,0-1-1,0 1 1,1 0-1,-1 0 0,0 1 1,0-1-1,0 1 1,1 0-1,-1 0 1,-1 1 23,-6 2-2046,7 2-3198</inkml:trace>
  <inkml:trace contextRef="#ctx0" brushRef="#br1" timeOffset="47369.031">19572 1172 29678,'0'0'632,"0"0"-415,0 0-137,0 0-56,92 117-24,-55-84-56,-6-7-809,-5-10-2943</inkml:trace>
  <inkml:trace contextRef="#ctx0" brushRef="#br1" timeOffset="47616.134">19809 1182 27822,'0'0'1240,"0"0"-760,-136 164-232,72-59-144,18-21-104,11-13-768</inkml:trace>
  <inkml:trace contextRef="#ctx0" brushRef="#br1" timeOffset="47848.803">20385 886 29382,'0'0'632,"0"0"-512,0 0-56,0 0 64,-79 127 137,46-64-81,-4 14-120,0 6-32,0 7-32,6-1 0,7 6-408,11-24-1161,8-26-20075</inkml:trace>
  <inkml:trace contextRef="#ctx0" brushRef="#br1" timeOffset="48496.102">20618 926 26926,'0'0'920,"0"0"-335,-2 20-115,-21 126 550,-90 90-521,66-151-865,48-84 333,1-1 0,-1 1 1,0-1-1,1 1 0,-1-1 0,0 1 0,1-1 0,-1 0 0,0 0 0,1 1 0,-1-1 0,1 0 0,-1 0 0,1-1 0,-1 1 0,0 0 0,1 0 0,-1-1 0,1 1 0,-1-1 0,0 1 0,0-1 0,1 1 0,-1-1 0,0 0 0,0 0 0,0 1 1,1-1-1,-1 0 0,0 0 0,0 0 0,0 0 0,-1-1 0,1 1 0,0 0 0,0 0 0,-1 0 0,1-2 33,12-4-51,288-139 429,-267 128-366,48-25-6,-2-3 1,-3-3-1,-1-4 0,34-34-6,-99 77 3,0 0 0,-1 0 0,0-1 0,-1 0 0,-1-1 0,0 0 0,0-1 0,-1 1-1,0-2 1,-2 1 0,1 0 0,-1-1 0,-1 0 0,-1 0 0,0-1 0,0-7-3,6-277 52,-9 296-58,1 2 10,-1 0 1,1 0-1,-1 0 0,0 0 0,1 1 0,-1-1 0,0 0 1,0 0-1,1 0 0,-1 0 0,0 0 0,0 0 0,0 0 1,0 0-1,-1 0 0,1 0 0,0 0 0,0 0 0,0 0 1,-1 0-1,1 1 0,-1-1 0,1 0 0,0 0 0,-1 0 1,0 0-1,1 1 0,-1-1 0,1 0 0,-1 0 1,0 1-1,0-1 0,1 1 0,-1-1 0,0 0 0,0 1 1,0 0-1,1-1 0,-1 1 0,0-1 0,0 1 0,0 0 1,0 0-1,0-1 0,0 1 0,0 0 0,0 0 0,0 0 1,0 0-1,0 0 0,0 0 0,0 1 0,0-1 0,1 0 1,-1 0-1,0 1 0,-1-1-4,-8 5 15,1 1 0,-1 0 0,1 0 0,0 1 0,1 0 0,0 0 0,0 1 0,0 0 0,1 1 0,0 0 0,-3 5-15,-8 9 63,4-8-5,0 0 0,1 1 0,0 1-1,1 0 1,1 0 0,1 1 0,1 1 0,0 0 0,1 0 0,1 1-1,1 0 1,1 0 0,-2 13-58,9-29 4,0 0 0,1 0-1,-1 0 1,1-1 0,0 1 0,0-1-1,0 1 1,0-1 0,0 0-1,1 0 1,0-1 0,-1 1 0,1-1-1,0 1 1,0-1 0,0-1 0,0 1-1,1 0 1,-1-1 0,0 0-1,1 0 1,-1 0 0,1-1 0,-1 0-1,1 1 1,-1-2 0,1 1 0,0 0-1,-1-1 1,2 0-4,31 5 3,-31-3 0,-1 0 0,0 0 0,1 0 0,-1 1-1,0 0 1,0 0 0,0 0 0,0 0 0,-1 1 0,1 0 0,-1 0 0,1 0 0,-1 1 0,0-1 0,0 1-1,-1 0 1,1 0 0,-1 1 0,0-1 0,0 1 0,0-1 0,0 1 0,-1 0 0,0 0 0,0 0 0,0 0 0,-1 0-1,0 1 1,0-1 0,0 0 0,-1 1 0,1-1 0,-1 1 0,-1-1 0,1 0 0,-1 1 0,0-1 0,0 0-3,-5 43 50,-2-1 0,-2 0 0,-2-1 0,-2 0 0,-3-1 1,-1-1-1,-19 32-50,9-12-15,-112 252-1236,97-214-1171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4:1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2796 31119,'0'0'1096,"0"0"-1008,0 0-88,0 0 136,142-36-128,-105 36-8,-10 8-680,-12 12-1129,-15 2-16250</inkml:trace>
  <inkml:trace contextRef="#ctx0" brushRef="#br0" timeOffset="167.469">0 3109 32015,'0'0'640,"0"0"-528,0 0-112,167-41 0,-99 23 0,13 6 0,-18 6-904,-19 5-5234</inkml:trace>
  <inkml:trace contextRef="#ctx0" brushRef="#br0" timeOffset="27106.156">1313 3019 30503,'162'-14'584,"27"-18"-512,24-3-48,-14-3-24,-28 3-8,-40 7-680,-25 1-1681</inkml:trace>
  <inkml:trace contextRef="#ctx0" brushRef="#br0" timeOffset="30425.251">1063 2977 28518,'0'0'591,"0"0"-216,0 0 118,27 6 26,180 24 45,283-65 216,745 13-264,-1159 22-510,554 40-167,-502-28-373,-80-7-1103</inkml:trace>
  <inkml:trace contextRef="#ctx0" brushRef="#br0" timeOffset="27888.871">1747 3425 11674,'0'0'5488,"0"0"2829,-18 18-5653,-121 125-1271,76-77-819,24-28-389,2 1-1,1 2 0,2 2 0,2 1 1,2 1-1,-13 27-184,41-69 7,0 0-1,0 0 1,0 1 0,0-1 0,0 1-1,1-1 1,-1 1 0,1 0-1,0 0 1,0-1 0,1 1 0,-1 0-1,1 0 1,0 0 0,0 0-1,0 0 1,0 0 0,1 0 0,-1 0-1,1-1 1,0 1 0,1 0-1,-1 0 1,0-1 0,1 1-1,0-1 1,0 1 0,0-1 0,0 0-1,1 0 1,0 1-7,11-1 7,-1-2-1,1 1 1,0-2-1,-1 0 1,1-1-1,-1 0 1,1-1-1,-1 0 1,1-1 0,-1-1-1,0 0 1,-1-1-1,1 0 1,-1-1-1,0-1 1,0 0-1,0 0 1,-1-1-1,-1 0 1,1-1 0,-1 0-1,5-7-6,-11 12 3,1 1-1,-2-1 1,1 1-1,0-1 1,-1 0 0,1 0-1,-1-1 1,0 1-1,-1-1 1,1 1 0,-1-1-1,0 0 1,0 0-1,0 0 1,-1 0 0,0 0-1,0 0 1,0-3-3,-3 4 0,0 1 1,0-1-1,-1 1 1,1 0 0,-1 0-1,0 0 1,0 0-1,0 0 1,0 1 0,0 0-1,-1-1 1,1 1-1,-1 0 1,1 0-1,-1 1 1,0-1 0,0 1-1,0 0 1,0 0-1,0 0 1,0 1 0,-1-1-1,-10-4-5,-33-14-1818,58 19 189</inkml:trace>
  <inkml:trace contextRef="#ctx0" brushRef="#br0" timeOffset="28325.71">1975 3445 21533,'0'0'6606,"0"0"-4828,0 0-1370,0 0 23,0 0-78,-21 24-131,-70 80-81,83-96-122,1 1-1,0 0 1,0 0-1,1 0 1,1 1 0,-1 0-1,2 0 1,-1 0-1,1 1 1,1 0 0,0-1-1,0 1 1,1 0-1,1 1 1,0-1 0,0 0-1,1 0 1,1 5-19,-1-11 3,1 0 1,-1-1-1,1 1 0,0 0 1,1-1-1,-1 1 0,1 0 1,0-1-1,0 0 1,0 1-1,0-1 0,1 0 1,0 0-1,0 0 0,0-1 1,0 1-1,1-1 1,-1 0-1,1 0 0,0 0 1,0 0-1,0 0 0,0-1 1,0 0-1,1 0 1,-1 0-1,1 0 0,-1-1 1,1 0-1,0 0 0,1 0-3,9 3-78,1-2 0,-1 0-1,0-1 1,1 0-1,-1-1 1,1-1-1,-1 0 1,1-1-1,4-2 79,39-18-979,-9-7-833</inkml:trace>
  <inkml:trace contextRef="#ctx0" brushRef="#br0" timeOffset="28592.847">2122 3593 16363,'0'0'4858,"0"0"79,-153 160-4121,93-88-504,6 19-312,14-18-528,16-18-8834</inkml:trace>
  <inkml:trace contextRef="#ctx0" brushRef="#br0" timeOffset="28877.061">2361 3680 26014,'0'0'3688,"0"0"-3344,0 0-160,0 0 313,114 130 47,-77-99-176,-4 1-240,-2-1-72,-7-1-40,-4 0-16,-3-3-152,5-3-272,-2-8-737,-3-10-1103</inkml:trace>
  <inkml:trace contextRef="#ctx0" brushRef="#br0" timeOffset="29125.759">2854 3626 22221,'0'0'7265,"0"0"-6721,0 0-424,-147 57-72,90-17 104,-2 7-31,-2 7-121,2 3-16,8 0-289,9 0-415,18-15-504,13-19-2689</inkml:trace>
  <inkml:trace contextRef="#ctx0" brushRef="#br0" timeOffset="29309.498">3229 3603 24925,'0'0'3939,"0"0"-3013,-21 13-744,-230 180 486,207-153-646,2 3 1,1 1-1,3 1 1,2 3-1,-20 34-22,50-74 16,2 0 0,-1 0 0,1 0 0,1 1-1,-1-1 1,1 1 0,1 0 0,0 0 0,0 0 0,1 0 0,0 0 0,0 1 0,1 4-16,2-11 1,1 0 0,-1 0 0,1 0 1,-1-1-1,1 1 0,0-1 0,0 0 1,0 1-1,1-1 0,-1-1 0,0 1 1,1 0-1,-1-1 0,1 0 0,-1 0 0,1 0 1,0 0-1,0 0 0,-1-1 0,1 0 1,0 0-1,0 0 0,-1 0 0,1 0 1,0-1-1,0 0 0,-1 1 0,1-2 1,0 1-1,1-1-1,-1 2-5,11-4-15,1 0 1,-1-2-1,0 1 1,0-2-1,-1 0 1,0 0 0,0-2-1,0 0 1,-1 0-1,-1-1 1,0-1-1,0 0 1,-1 0 0,0-1-1,-1-1 1,0 0-1,-1 0 1,-1-1-1,0 0 1,-1 0 0,1-4 19,-6 14-3,1 0 1,-1-1 0,-1 1-1,1 0 1,0-1 0,-1 1 0,0-1-1,0 1 1,-1-1 0,1 0-1,-1 1 1,0-1 0,0 0 0,0 0-1,-1 1 1,0-1 0,0 1 0,0-1-1,0 1 1,-1-1 0,0 1-1,0 0 1,0-1 0,0 1 0,0 0-1,-1 0 1,0 1 0,0-1-1,0 1 1,0-1 0,-1 1 2,-3 1-87,-1 1 0,0 0 0,1 0 0,-1 1 0,0 0 1,1 0-1,-1 1 0,0 0 0,1 0 0,-1 1 0,1 0 0,-1 0 0,1 1 0,0 0 1,0 0-1,0 1 0,0-1 0,1 2 0,0-1 0,-1 1 0,2 0 0,-1 0 0,0 0 1,1 1-1,0 0 0,0 0 0,1 0 0,0 1 0,0 0 0,0-1 0,1 1 0,0 0 1,-2 8 86,4 7-2584</inkml:trace>
  <inkml:trace contextRef="#ctx0" brushRef="#br0" timeOffset="29562.385">3450 3680 27414,'0'0'1088,"0"0"-376,0 0 16,-98 142-95,67-87-305,9 0-136,9-2-88,13-9-40,0-9 8,17-7-40,16-10-32,9-11-72,6-5-104,7-2 24,24-17-617,-11-11-1071,-13 0-2465</inkml:trace>
  <inkml:trace contextRef="#ctx0" brushRef="#br0" timeOffset="29859.342">3783 3717 27942,'0'0'1016,"0"0"-576,0 0 400,-124 114-183,69-50-313,-7 9-192,-6 3-96,3 7-56,-12 16-320,20-22-801,15-22-1719</inkml:trace>
  <inkml:trace contextRef="#ctx0" brushRef="#br0" timeOffset="39086.103">765 924 26414,'0'0'3119,"0"0"-2021,0 0-640,0 0-92,0 0-76,-1-4-135,-2-7-13,22 30 66,8-7-173,1 0 1,1-2 0,0-1-1,0-2 1,1-1 0,0-1 0,0-1-1,0-1 1,0-2 0,14-2-36,24 4 21,-19-1-16,-22-2-4,0 1 0,1 1 0,-1 1-1,0 2 1,0 0 0,-1 2 0,0 1 0,0 1-1,0 1 0,-21-7-1,-1 1 0,1-1 0,-1 1 0,0 0-1,0 0 1,0 1 0,0-1 0,-1 1 0,0 0 0,0-1-1,0 1 1,-1 1 0,1-1 0,-1 0 0,0 1 0,-1-1-1,1 1 1,-1-1 0,0 1 0,-1 0 0,1-1 0,-1 7 1,-21 133-24,-118 218 24,110-296 0,-57 131-80,85-195 57,-2 0-55,1 1 0,0-1-1,-1 1 1,1 0 0,1-1 0,-1 1 0,1 0 0,-1 0 0,1 1 0,0-1 0,1 0 0,-1 0 0,1 0-1,0 1 1,0-1 0,0 0 0,0 0 0,1 1 0,-1-1 0,1 0 0,0 0 0,1 0 0,-1 0 0,1 0-1,0 0 1,0 0 0,0-1 0,0 1 78,25-1-1807</inkml:trace>
  <inkml:trace contextRef="#ctx0" brushRef="#br0" timeOffset="40089.536">3882 2466 32055,'0'0'608,"0"0"-608,0 0-200,0 0-80,-131 111-1264</inkml:trace>
  <inkml:trace contextRef="#ctx0" brushRef="#br0" timeOffset="39406.229">2063 793 30559,'0'0'629,"0"0"-278,0 0-98,18 6 31,365 123 23,-376-126-307,1-1-1,1 0 1,-1 0-1,0 1 1,0 0-1,0 1 1,0 0 0,-1 0-1,0 1 1,0-1-1,0 2 1,0-1-1,-1 1 1,0 0 0,0 0-1,0 1 1,-1 0-1,0 0 1,0 0-1,-1 0 1,0 1 0,1 2 0,-5 4 0,0 0 0,-1 0 0,0 0 1,-2 0-1,1 0 0,-2 0 0,0 0 0,0-1 1,-1 1-1,-1-1 0,0-1 0,-1 1 1,0-1-1,-1 0 0,0-1 0,-1 1 1,-1-2-1,-6 7 0,1 3-2,-72 94 4,-193 282-222,277-390 204,-38 102-403,41-103 354,1 0-1,-1 0 1,1 0 0,0 0 0,1 0 0,-1 0 0,1 0-1,0 0 1,1-1 0,-1 1 0,1-1 0,0 0 0,0 1-1,0-1 1,0 0 0,1-1 0,-1 1 0,1-1-1,0 1 1,0-1 0,1 0 0,-1-1 0,1 1 65,34 16-1962</inkml:trace>
  <inkml:trace contextRef="#ctx0" brushRef="#br0" timeOffset="39673.999">3065 1160 29478,'0'0'536,"0"0"-47,-9 137 55,9-63-152,0 11-176,9 4-104,19-4-56,7-12 24,7-14 0,4-14-16,4-17-8,3-14-56,6-14-152,33-16-376,-13-15-929,-5-13-4056</inkml:trace>
  <inkml:trace contextRef="#ctx0" brushRef="#br0" timeOffset="39923.79">3742 1277 28678,'-119'100'688,"-27"42"-136,-25 40-136,8 11-135,49-51-281,25-27-1825</inkml:trace>
  <inkml:trace contextRef="#ctx0" brushRef="#br0" timeOffset="41338.927">664 468 23413,'0'0'1274,"0"0"-42,0 0-265,0 0-359,0 0-31,-20 17 47,9-9-546,-2 2-13,1 0-1,0 0 1,0 1-1,1 1 1,1 0-1,0 0 1,0 1-1,1 0 1,1 1 0,0 0-1,1 0 1,-4 14-65,-22 84 261,6 0-1,5 2 1,4 1 0,1 76-261,16-180 13,-41 684 726,37 309-739,15-716 145,13 0 0,33 130-145,-32-263 90,-7 1-1,-4 109-89,-25-85-229,0-74-827,25-110 159,19-39-1529,8-31-3597</inkml:trace>
  <inkml:trace contextRef="#ctx0" brushRef="#br0" timeOffset="41706.445">976 202 27414,'0'0'515,"23"-20"-327,-6 6-160,1-3 25,1 0 1,1 2 0,1 1 0,0 0 0,1 2 0,0 0 0,1 1-1,19-5-53,6 4 123,2 2-1,-1 2 0,1 3 0,0 1 0,37 3-122,-17 2 126,-1 3-1,1 3 1,-1 3 0,-1 2-1,62 21-125,863 339 630,-664-272-1389,238 36 759,-477-120-914,-26-8-403</inkml:trace>
  <inkml:trace contextRef="#ctx0" brushRef="#br0" timeOffset="42071.608">4027 415 27798,'0'0'728,"0"0"-493,0 17-175,15 874 1407,2-323 44,-33 188-1511,12-688 29,-8 130 24,8 0 1,17 122-54,52-53-119,-39-185 68,-19-53-199,-2 1 0,-1-1 0,-1 0 0,-1 1-1,-2 0 1,-2 11 250,1 15-2106,1 23-6600</inkml:trace>
  <inkml:trace contextRef="#ctx0" brushRef="#br0" timeOffset="42422.65">368 4506 29286,'0'0'664,"233"20"-175,56-20 23,77 0-96,35-12-80,-17-14-104,-53 7-48,-26 3-24,-38 2-88,-35 8-72,-45 0-128,-40 6-120,-55 0-168,-40 0-1113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5:4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30214,'0'0'577,"0"0"-401,0 0-80,131 4 88,-54-2 64,8-2-72,7 0-96,9-10-80,-6-2-88,12 5-280,-30 1-496,-25 4-1465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5:5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11338,'0'0'13290,"0"0"-9835,0 0-2741,0 0-183,0 0 47,-5 22 27,-57 262 253,-46 328-310,98-395-469,11-213-76,0-1 1,1 1-1,-1-1 0,0 1 0,1-1 0,0 0 0,0 1 1,0-1-1,0 0 0,1 0 0,-1 0 0,1-1 0,-1 1 1,1-1-1,0 1 0,0-1 0,0 0 0,1 0 1,-1 0-1,0-1 0,1 1 0,-1-1 0,1 0 0,-1 0 1,1 0-1,0 0 0,-1 0 0,1-1 0,0 0 1,0 0-1,-1 0 0,1 0 0,0-1 0,2 0-3,235 8 119,408-42-29,-327 12-68,-213 17-56,-21 3-150,0-4 0,-1-3 0,5-6 184,-42 3-1006,-14-4-1195</inkml:trace>
  <inkml:trace contextRef="#ctx0" brushRef="#br0" timeOffset="282.932">1576 653 29462,'0'0'1281,"10"18"-944,-7-13-330,3 8 2,1-1-1,1 1 0,0-2 0,1 1 0,0-1 1,0 0-1,1-1 0,1 0 0,0-1 0,5 4-8,23 8 90,1-1 0,1-2-1,1-1 1,0-3-1,1-1 1,1-3 0,1-1-90,64 19 215,-104-29-211,0 2-1,1-1 0,-1 0 1,0 1-1,1 0 0,-1 0 1,0 1-1,0 0 1,0 0-1,0 0 0,0 0 1,0 1-1,-1-1 1,1 1-1,-1 0 0,0 1 1,0-1-1,0 1 1,0 0-1,0 0 0,-1 0 1,0 0-1,0 1 0,0-1 1,0 1-1,-1 0 1,0 0-1,0 0 0,0 0 1,0 0-1,-1 0 1,0 1-1,0-1 0,0 0 1,-1 1-1,0-1 1,0 3-4,-7 9-45,0-2 0,-2 1 0,0-1 0,0 0 0,-1-1 1,-1 0-1,0-1 0,-1 0 0,-1-1 0,0 0 0,0-1 1,-8 4 44,6-2-51,-53 42-556,-3-3-1,-2-3 0,-38 17 608,15-13-1928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5:4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6850 944 28734,'0'0'1560,"0"0"-1263,0 0-177,149-12 136,-4-24 88,48-9-96,13-4-120,-18 7-64,-50 18-24,-50 13-40,-2 7-240,-32 2-616,-8 0-1817</inkml:trace>
  <inkml:trace contextRef="#ctx0" brushRef="#br0" timeOffset="260.255">8047 551 29262,'0'0'568,"0"0"-184,127 73-95,-59-37-17,2-5 32,2-3-56,-6-5-88,-4-3-64,-16-4-48,-16 0-32,-19-1-16,-11 9 0,-28 8-56,-31 7-152,-75 44-456,13-10-1121,-6-2-5008</inkml:trace>
  <inkml:trace contextRef="#ctx0" brushRef="#br0" timeOffset="-9735.879">3008 709 29430,'0'0'1009,"0"0"-1009,0 0-25,0 0-447,0 0-456,0 0-2441</inkml:trace>
  <inkml:trace contextRef="#ctx0" brushRef="#br0" timeOffset="-6574.996">1050 425 30479,'0'0'524,"-26"-13"-150,5 3-300,4 0-26,-1 2 1,0 0-1,-1 1 0,1 0 0,-1 2 1,0 0-1,-1 2 0,1 0 0,-7 0-48,-9 6 27,1 2-1,0 1 1,0 2-1,1 1 0,-1 2 1,2 1-1,0 1 0,1 2 1,0 1-1,1 2 1,1 0-1,0 3 0,2 0 1,0 1-1,2 2 1,1 0-1,0 2 0,-8 14-26,14-22 3,1 2 0,1 0 0,1 1 0,1 1 0,0 0 0,2 0 0,0 2 0,2-1 0,1 2 0,0-1 0,2 1 0,1 0 0,1 0 0,1 1 0,2 0 0,0 0 0,2 17-3,1-35-13,1 0 1,0 0 0,1 0-1,0 0 1,0-1-1,1 1 1,0-1-1,0 1 1,0-1-1,1-1 1,0 1-1,1-1 1,-1 1 0,1-2-1,1 1 1,-1-1-1,1 0 1,0 0-1,0 0 1,0-1-1,0 0 1,1-1-1,0 0 1,1 0 12,206 46-394,-164-42 361,-34-4 18,-10-4 12,0 1 1,0 1-1,-1-1 0,1 1 0,0 0 0,0 1 0,-1 0 0,1 0 0,0 0 1,-1 1-1,0 0 0,0 0 0,0 0 0,0 1 0,0 0 0,-1 0 1,0 1-1,0 0 0,0-1 0,0 2 0,-1-1 0,1 0 0,-2 1 0,2 1 3,-3 9 0,0 0 0,-1-1 0,0 1 0,-2 0 0,0 0 0,0-1 0,-2 1 0,0 0 0,-1-1 0,0 0 0,-6 13 0,-151 359 98,75-200 6,20-38 16,7 2 1,6 3-1,7 2 1,7 1-1,7 2 1,7 2-1,7 0 1,4 52-121,15-195-10,0 0 0,1-1 1,1 1-1,0 0 0,1-1 0,1 0 1,1 0-1,1 0 0,3 5 10,-9-19-51,0 0 1,0 0-1,0 1 1,1-2-1,-1 1 0,1 0 1,0 0-1,0 0 1,0-1-1,0 1 0,0-1 1,0 0-1,1 1 1,-1-1-1,1 0 0,0-1 1,0 1-1,-1 0 1,1-1-1,0 1 0,0-1 1,1 0-1,-1 0 1,0 0-1,0-1 0,0 1 1,1-1-1,-1 0 1,0 1-1,1-2 0,-1 1 1,0 0-1,0-1 1,1 1-1,-1-1 0,0 0 1,0 0-1,0 0 1,0 0-1,0-1 0,0 1 1,0-1-1,0 0 1,-1 0-1,1 0 0,-1 0 1,1 0-1,-1-1 1,0 1-1,0-1 0,1-1 51,42-59-2476</inkml:trace>
  <inkml:trace contextRef="#ctx0" brushRef="#br0" timeOffset="-5788.358">2394 1 20916,'-187'263'9440,"-213"327"-7999,354-509-1399,4 1-1,4 3 0,4 1 0,3 1 0,4 2 0,4 1 0,4 1 0,4 0 0,4 1 0,2 33-41,8-99-34,12 84-351,-8-107 324,0-1 0,0 1-1,0-1 1,1 0 0,-1 0-1,0-1 1,1 1 0,0-1-1,-1 1 1,1-1 0,0 0-1,0-1 1,-1 1 0,1-1-1,0 1 1,0-1 0,0 0-1,0-1 1,0 1 0,-1-1-1,1 1 1,0-1-1,0 0 1,2-2 61,78-59-3118,-53 22-2180</inkml:trace>
  <inkml:trace contextRef="#ctx0" brushRef="#br0" timeOffset="-5621.763">1747 1792 25742,'0'0'1928,"0"0"-688,0 0-344,0 0-312,-13 128-135,13-92-241,11-13-136,13-11-72,16-12-176,30-57-288,-9-10-409,-4-12-1407</inkml:trace>
  <inkml:trace contextRef="#ctx0" brushRef="#br0" timeOffset="-5008.679">2721 166 29038,'0'0'631,"0"0"-214,0 0 2,0 0-25,8 22-108,24 74-119,-30-88-160,-1 1 1,1-1-1,-2 0 1,1 0-1,-1 1 1,0-1-1,-1 0 1,0 1-1,0-1 1,-1 0-1,0 0 1,0 0-1,-1 0 0,0 0 1,0-1-1,-1 1 1,0-1-1,0 0 1,-1 0-1,-3 3-7,-1 6 10,-209 306 379,194-257-290,60-53-52,-34-9-47,0 0 0,0 0 0,0 0 1,-1 1-1,1-1 0,-1 0 0,0 1 1,0-1-1,0 1 0,0-1 1,-1 1-1,1-1 0,-1 1 0,0-1 1,0 1-1,0 0 0,-1-1 0,1 1 1,-1-1-1,0 2 0,0 4 8,-2 11 29,-1-1 0,-1 1 0,-1-1 0,-1 0 0,0-1 0,-2 0 0,-8 15-37,8-17 24,0 0 0,2 1 0,0 0 0,0 0 0,2 1 0,0 0 0,1 0 0,1 0 0,0 10-24,3-27 0,0 0 0,0 0 0,1 0 1,-1 0-1,0 0 0,1 0 1,-1 0-1,1 0 0,-1 0 0,1 0 1,0 0-1,-1 0 0,1 0 1,0 0-1,0-1 0,-1 1 0,1 0 1,0 0-1,0-1 0,0 1 1,0-1-1,0 1 0,0-1 0,0 1 1,0-1-1,0 1 0,0-1 1,0 0-1,0 0 0,0 0 0,0 1 1,1-1-1,-1 0 0,0 0 1,0-1-1,0 1 0,0 0 0,0 0 1,0 0-1,0-1 0,0 1 1,0 0-1,0-1 0,0 1 0,0-1 1,1 0-1,54-22 12,147-100 4,-135 78-22,1 4 1,2 2-1,68-26 6,-31 42-10,-106 24 10,-1-1 0,0 0-1,1 0 1,-1 1 0,0-1-1,1 1 1,-1-1 0,0 1-1,0 0 1,0-1 0,1 1-1,-1 0 1,0 0 0,0 0 0,0 0-1,0 0 1,0 0 0,-1 0-1,1 0 1,0 0 0,0 0-1,-1 1 1,1-1 0,-1 0-1,1 1 1,-1-1 0,1 0-1,-1 0 1,0 1 0,0-1-1,1 1 1,-1-1 0,0 0 0,0 1-1,0-1 1,-1 0 0,1 1-1,0-1 1,-1 1 0,1 0 0,-17 61 6,-8-15-2,-2-1 0,-1-1 1,-3-2-1,-2-1 0,-6 4-3,-1 3 1,3-2-6,-2 6 28,-2-2 0,-2-1 0,-2-3 0,-3-1 0,-1-3 0,-2-2 0,-6 1-24,51-39 3,0-1-1,0 1 1,0-1 0,0 0 0,-1-1 0,1 1 0,-1-1 0,0-1 0,0 1-1,0-1 1,0 0 0,1-1 0,-6 0-3,9-2 0,-1-1 0,1 0 0,0-1 0,0 1 0,0-1 0,0 1 0,1-1 0,0 0 0,-1 0 0,1 0 0,0 0 0,1 0 0,-1 0 0,1-1 0,0 1 0,0-1 0,0 1 0,1-1 0,-1 1 0,1-1 0,0 1 0,1-1 0,-1 1 0,1-1 0,0 1 0,0 0 0,0-1 0,0 1 0,1 0 0,0-2 0,9-28 0,1 0 0,2 1 0,1 0 0,2 1 0,1 0 0,1 2 0,2 0 0,1 1 0,1 1 0,19-17 0,60-62-257,4 4 1,105-78 256,-149 129-391,61-52-993</inkml:trace>
  <inkml:trace contextRef="#ctx0" brushRef="#br0" timeOffset="-4720.518">4143 413 30975,'0'0'592,"0"0"-400,0 0-112,138 2 192,-85-12-136,-5 2-136,-11 2-352,-10 6-360,-14 0-1057,-13 4-2768</inkml:trace>
  <inkml:trace contextRef="#ctx0" brushRef="#br0" timeOffset="-4405.576">3738 1082 29246,'-33'80'378,"4"1"-1,3 2 0,4 1 1,3 1-1,5 0 1,3 1-1,4 0 1,3 5-378,12 14 14,-8-105-19,1 1 0,0 0-1,-1-1 1,1 1 0,0 0-1,0-1 1,0 1 0,-1-1-1,1 1 1,0-1 0,0 0-1,0 1 1,0-1 0,0 0 0,0 0-1,0 0 1,0 1 0,0-1-1,0 0 1,0 0 0,0 0-1,0-1 1,0 1 0,0 0-1,0 0 1,0 0 0,0-1-1,-1 1 1,1-1 0,0 1 0,0 0-1,0-1 1,0 0 0,0 1-1,-1-1 1,1 1 0,0-1-1,-1 0 1,1 0 0,0 1-1,-1-1 1,1 0 0,-1 0-1,1 0 1,-1 0 0,1 1 0,-1-1-1,0 0 1,0 0 0,1 0-1,-1 0 1,0 0 0,0 0-1,0 0 1,0 0 0,0 0-1,0 0 1,0 0 5,89-304-896,-64 223 683,3 1-1,4 1 1,22-37 213,-43 100 15,0 0 1,2 1-1,-1 1 0,2-1 1,0 2-1,1 0 0,0 1 1,1 0-1,1 1 1,0 1-1,0 1 0,1 0 1,0 2-1,17-6-15,14-4 67,0 3 0,2 2 0,-1 2 1,1 3-1,2 2-67,16-4 82,1 4 1,0 2 0,-1 4 0,1 3 0,0 2 0,-1 4-1,0 3 1,0 3 0,-2 3 0,33 14-83,-89-29 8,-1 1 0,0 0 0,0 0 1,0 1-1,0 1 0,-1 0 0,0 0 0,0 0 1,-1 1-1,0 1 0,0 0 0,0 0 0,-1 0 1,0 1-1,-1 0 0,0 0 0,-1 0 0,1 1 1,-2 0-1,4 7-8,-4-3-9,0-1 0,0 1 0,-1-1 1,-1 1-1,0 0 0,-1 0 0,-1 0 0,0 0 1,-1 0-1,0 0 0,-1 0 0,-1 0 0,0 0 0,-1-1 1,0 1-1,-1-1 0,-1 0 0,0 0 0,-1-1 1,0 0-1,-1 0 0,0-1 0,-3 3 9,-20 13-18,-1 0 0,-1-3 0,-2 0 0,0-3 0,-1-1 0,-2-1 0,1-2 0,-2-2 0,0-1 0,-1-3 0,0-1 0,-39 5 18,69-12-143,-1 0 0,1 0 0,0-1 0,-1-1-1,0 1 1,1-2 0,-1 1 0,1-2 0,-1 1 0,0-2 0,1 1 0,-1-1-1,1-1 1,0 0 0,0 0 0,0-1 0,0 0 0,0-1 0,1 0 0,0-1-1,0 0 1,1 0 0,-1-1 0,1 0 0,-1-1 143,-31-48-4977</inkml:trace>
  <inkml:trace contextRef="#ctx0" brushRef="#br0" timeOffset="-4120.934">4518 829 29742,'-53'111'705,"-12"23"-241,-12 22-200,7-8 88,19-20-168,14-24-144,17-29-40,12-35-264,8-32-264,4-8-241,31-50 257,22-46-424,18-48-384,-10 13-561,-10 17-2760</inkml:trace>
  <inkml:trace contextRef="#ctx0" brushRef="#br0" timeOffset="-3873.709">4671 817 17156,'0'0'8587,"-11"20"-5797,-144 284-408,153-300-2367,0-1 0,0 1 0,0 0 0,1 0 0,0 0 0,-1 0 0,2 0-1,-1 1 1,0-1 0,1 0 0,-1 0 0,1 1 0,1-1 0,-1 0 0,0 1 0,1-1 0,0 0 0,0 0 0,0 0 0,1 0 0,-1 0 0,1 0 0,0 0 0,0 0 0,0-1 0,1 1 0,-1-1 0,1 0 0,0 1 0,0-1 0,0 0 0,0-1 0,1 1 0,-1 0 0,1-1 0,0 0 0,-1 0 0,2 0-15,287 125 907,-198-61-2701,-75-53-597</inkml:trace>
  <inkml:trace contextRef="#ctx0" brushRef="#br0" timeOffset="-3572.027">1381 2908 28070,'0'0'1136,"0"0"-336,0 0-175,138 8-65,-89 6-232,-10 4-176,-4 5-88,-9 9-64,-10 9-184,-16 36-400,-13-10-1073,-16-3-3744</inkml:trace>
  <inkml:trace contextRef="#ctx0" brushRef="#br0" timeOffset="-3156.417">939 3826 25061,'0'0'3005,"0"0"-1962,0 0-604,0 0-99,0 0-12,22 2-20,95-3-124,114-87-82,-167 59-87,116-46 0,-124 64-10,-55 12-5,0-1-1,0 1 1,-1-1-1,1 0 1,0 1 0,-1 0-1,1-1 1,0 1-1,-1-1 1,1 1-1,-1 0 1,1-1-1,-1 1 1,1 0-1,-1 0 1,1-1 0,-1 1-1,0 0 1,1 0-1,-1 0 1,0-1-1,0 1 1,1 0-1,-1 0 1,0 0-1,0 0 1,0 0 0,0-1-1,0 1 1,-1 0-1,1 0 1,0 0-1,0 0 1,0 0-1,-1-1 1,1 1-1,0 0 1,-1 0 0,1-1-1,-1 1 1,1 0-1,-1 0 1,1-1-1,-1 1 1,-7 14 3,-1 0-1,0 0 0,-1-1 0,0 0 1,-1-1-1,-1 0 0,0 0 0,-1-2 1,0 0-1,-10 6-2,-9 11-1,-97 82 8,-5-5 0,-41 18-7,161-114-2,-97 44-62,110-59-47,10-9 32,0 1 1,2 0-1,-1 0 0,2 1 0,0 0 1,1 1-1,0 1 0,0 0 1,1 0-1,1 2 0,0-1 1,0 2-1,16-7 79,-12 5 44,0 0 0,1 1 0,0 0 0,1 2 0,0 1 0,0 0 0,0 2 0,1 0 0,-1 1 0,1 2 0,0 0 0,0 1 0,-1 1 0,15 3-44,-27-1 28,-1 0 0,1 1-1,-1 0 1,0 0 0,0 1 0,0 0-1,-1 0 1,0 1 0,0 0 0,0 0-1,-1 0 1,0 1 0,0 0 0,0 1-1,-1-1 1,0 1 0,-1 0-1,0 0 1,0 0 0,-1 1 0,2 5-28,36 190 247,-40-121-213,19 96-26,-20-178-16,1 1-1,-1-1 0,1 1 0,-1-1 1,1 1-1,-1-1 0,1 0 1,0 1-1,-1-1 0,1 0 0,0 1 1,0-1-1,0 0 0,0 0 1,0 0-1,1 0 0,-1 0 0,0 0 1,0 0-1,1 0 0,-1 0 1,0-1-1,1 1 0,-1 0 0,1-1 1,-1 1-1,1-1 0,-1 0 1,1 0-1,-1 1 0,1-1 0,0 0 1,-1 0-1,1 0 0,-1-1 1,1 1-1,-1 0 0,1 0 0,-1-1 1,1 1-1,-1-1 0,1 0 1,-1 1-1,1-1 0,-1 0 0,0 0 1,0 0-1,1 0 0,-1 0 1,1-1 8,56-61-4770,-23 3-10220</inkml:trace>
  <inkml:trace contextRef="#ctx0" brushRef="#br0" timeOffset="-2888.103">2032 3666 29110,'0'0'944,"0"0"-399,0 0-113,0 0 56,-98 134-56,89-91-128,7 11-128,2 11-40,6 8-32,21 8-104,8-4-8,11-8-448,39-30-360,-8-19-697,-9-20 1001</inkml:trace>
  <inkml:trace contextRef="#ctx0" brushRef="#br0" timeOffset="-2339.139">2495 2837 30182,'0'0'642,"5"36"-211,29 326 458,-27 25-339,16 249-477,42-64-73,-59-471-1127,-6-121-988,0-18-2349</inkml:trace>
  <inkml:trace contextRef="#ctx0" brushRef="#br0" timeOffset="-2072.281">2727 3672 30447,'0'0'1056,"0"0"-936,0 0-64,121 23-24,-67-15-32,14-6-32,44-2-592,-13-2-1817,-14-11-1504</inkml:trace>
  <inkml:trace contextRef="#ctx0" brushRef="#br0" timeOffset="-1388.447">3569 3275 31391,'0'0'631,"0"0"-381,0 0-170,0 0 28,0 0 55,12 20-42,-3-5-109,-3-8-12,-1 1 1,1 0-1,-2 0 1,1 1-1,-1-1 1,-1 1-1,1 0 1,-1 0 0,-1 0-1,0 1 1,0-1-1,-1 1 1,0-1-1,-1 1 1,0-1-1,0 5 0,-8 16-109,-1-1 0,-1 0 0,-2 0 0,0-1 0,-2-1 0,-1 0 0,-1-1-1,-2 0 1,0-1 0,-2-2 0,-6 6 109,17-16-79,-1-2 0,-1 0 0,1 0 0,-2-1 0,1 0 0,-1-1 0,-1 0 0,0-1 0,0 0 0,-1-1 0,1-1 0,-2 0 0,-11 3 79,24-8-41,0-1 0,-1 1 0,1-1 0,0 0 0,0 0-1,0 0 1,0 0 0,0 0 0,0 0 0,-1-1 0,1 1 0,0-1-1,0 1 1,0-1 0,0 0 0,0 0 0,1 0 0,-1 0 0,0 0 0,0 0-1,0 0 1,1-1 0,-1 1 0,1-1 0,-1 1 0,1-1 0,0 0-1,-1 1 1,1-1 0,0 0 0,0 0 0,0 0 0,0 0 0,1 0 0,-1 0-1,1 0 1,-1 0 0,1 0 0,-1 0 0,1 0 0,0 0 0,0 0-1,0-1 1,0 1 0,1 0 0,-1-1 41,0-4-93,1 0 0,0 0 0,0-1-1,0 1 1,1 1 0,0-1 0,0 0 0,1 0 0,0 1-1,0-1 1,1 1 0,-1 0 0,5-5 93,-6 9 46,1-1 1,-1 1-1,1-1 0,-1 1 1,1 0-1,0 0 0,0 1 1,0-1-1,0 0 0,0 1 1,1 0-1,-1 0 0,0 0 1,1 0-1,-1 0 0,1 1 1,-1-1-1,0 1 1,1 0-1,-1 0 0,1 0 1,-1 1-1,1-1 0,-1 1 1,1 0-1,-1 0 0,0 0 1,0 0-1,1 1 0,-1-1 1,0 1-1,0 0 0,-1 0 1,1 0-1,0 0 1,0 0-1,-1 1 0,0-1 1,1 1-1,-1-1 0,1 3-46,9 21 147,-1-1-1,-2 1 0,-1 1 0,-1 0 1,-1 0-1,-1 0 0,-1 0 0,-2 1 1,-1 0-1,-1-1 0,-1 1 0,-3 13-146,2 33 46,2 30-240,19-137-155,52-161-1083,-60 156 1411,0 1 1,3 0-1,1 0 0,2 2 1,14-22 20,-31 55 38,0 0-1,1 1 1,-1-1 0,1 0 0,0 1-1,0-1 1,-1 0 0,1 1 0,0-1-1,0 1 1,0-1 0,1 1 0,-1 0-1,0-1 1,0 1 0,1 0 0,-1 0-1,1 0 1,-1 0 0,1 0-1,0 0 1,-1 0 0,1 1 0,0-1-1,-1 1 1,1-1 0,0 1 0,0-1-1,-1 1 1,1 0 0,0 0 0,0 0-1,0 0 1,0 0 0,-1 0 0,1 1-1,0-1 1,0 1 0,-1-1 0,1 1-1,0 0 1,-1-1 0,1 1 0,0 0-1,-1 0 1,1 0 0,-1 0 0,0 0-1,1 1 1,-1-1 0,0 0 0,0 1-1,1 0-37,8 147 834,-12-97-771,7-25-168,89-253-1594,-56 157 925,3 2 0,3 1-1,2 3 1,4 1 0,2 3-1,2 2 1,3 2 0,58-41 774,-76 68 725,1 3 0,1 1 0,2 1 0,0 3 0,0 2 0,3 1-725,118-15 2133,-159 31-2083,1 1 0,-1 0 0,0 0 0,0 0 0,1 1 0,-1 0 0,0 0-1,0 0 1,0 1 0,0 0 0,0-1 0,0 2 0,-1-1 0,1 1 0,0-1 0,-1 1 0,0 0 0,0 1 0,0-1 0,0 1 0,-1 0 0,1 0 0,-1 0 0,0 0 0,0 1 0,0-1 0,-1 1 0,1 0 0,-1 2-50,1 4 27,0 1-1,-1 0 1,0-1-1,-1 1 1,-1 0-1,0 0 1,-1 0-1,0 0 1,0-1-1,-1 1 1,-1 0 0,0-1-1,-1 1 1,0-1-1,-1 0 1,0-1-1,0 1 1,-5 6-27,-8 10-53,0 0 0,-2-2 0,0 0 0,-2-1 0,-1-1 0,-9 6 53,17-14-258,-1-2-1,0 0 1,-1-1-1,0-1 1,-1 0-1,0-1 1,-1-1-1,0-1 1,0-1-1,-1-1 1,0 0-1,0-1 0,-19 1 259,-5-4-2009</inkml:trace>
  <inkml:trace contextRef="#ctx0" brushRef="#br0" timeOffset="-1023.339">4424 3238 8874,'0'0'17069,"-1"23"-12759,-20 172-3414,13-159-807,2 1 0,2 0 0,1 0 0,2 0 0,1 0-1,2 0 1,2 0 0,1 1-89,2-21-11,1 0 0,1 0 0,1-1 0,0 0 0,1-1-1,0 0 1,1 0 0,1-2 0,0 1 0,1-2 0,1 0 0,0 0 0,0-1 0,1-1-1,0-1 1,1 0 0,0-1 0,1-1 0,-1-1 0,4 1 11,53 28 9,-68-32-9,-1-1-1,0 1 1,0 0 0,0 0 0,0 1 0,-1 0 0,1 0 0,-1 0-1,0 0 1,0 0 0,-1 1 0,1 0 0,-1 0 0,0 0 0,0 0-1,-1 0 1,1 1 0,-1-1 0,0 1 0,-1-1 0,1 1 0,-1 0-1,-1 0 1,1 0 0,-1 0 0,0-1 0,0 1 0,0 0 0,-1 0-1,0 0 1,0 0 0,0-1 0,-1 1 0,0-1 0,0 1 0,-1-1-1,0 2 1,-12 22-165,-1 0-1,-2-2 0,0 0 0,-2-1 1,-1-1-1,0-1 0,-2-1 0,-1 0 1,-1-2-1,-18 11 166,1-4-40,-2-2-1,0-2 1,-2-2 0,0-2 0,-2-2-1,0-2 1,-1-2 0,0-3 0,-1-1-1,0-3 1,-1-2 0,-35-1 40,83-3 16,0 0 0,0-1 0,0 1 0,-1-1 0,1 0 0,0 0 0,0 0 0,0 0 0,-1 0 0,1-1 0,0 1 0,0-1 0,0 0 0,0 0 0,0 0 0,0-1 0,0 1 0,0-1 0,0 1 0,1-1 0,-1 0 0,1 0 0,-1 0 0,1 0 0,0-1 0,-1 1 0,1-1 0,1 1 0,-1-1 0,0 0 0,1 0 0,-1 1 0,1-1 0,0 0 0,0 0 0,0-1 0,0 1 0,0 0 0,1 0 0,0 0 0,-1 0 0,1-1 0,0 1 0,1 0 0,-1-2-16,0-4 21,1 0 0,0-1 0,0 1 0,0 0 0,2 1 0,-1-1 0,1 0 0,0 1 0,0-1 0,1 1 0,1 0 1,-1 0-1,1 0 0,1 1 0,-1 0 0,1 0 0,0 0 0,1 1 0,3-3-21,152-103 443,-112 83-439,2 1 1,1 3-1,1 3 0,1 2 0,1 2 1,1 3-1,0 2 0,1 3 1,56-3-5,-54 12-1497</inkml:trace>
  <inkml:trace contextRef="#ctx0" brushRef="#br0" timeOffset="2617.861">5590 4051 48,'0'0'29478,"0"0"-28790,0 0-191,175 13-49,-89-13-72,10-11-176,7-7-120,31 0-80,-27 8-448,-24 2-1769</inkml:trace>
  <inkml:trace contextRef="#ctx0" brushRef="#br0" timeOffset="5059.093">6701 1157 26550,'0'0'1075,"0"0"-142,0 0-143,0 0-110,0 0-81,-15-19-111,-43-57-111,42 25 307,18 43-513,43-12 242,577-61-406,-550 71-12,168-24-29,2 10 0,42 9 34,-281 16-131,0-1 1,0 1-1,-1-1 1,1 0-1,0 0 1,0-1-1,-1 1 1,1 0-1,0-1 1,0 0-1,-1 1 1,1-1-1,-1 0 1,1-1-1,-1 1 1,1 0-1,-1-1 1,1 1 0,-1-1-1,0 0 1,0 1-1,0-1 1,0 0-1,0 0 1,0-1 130,3-14-4299</inkml:trace>
  <inkml:trace contextRef="#ctx0" brushRef="#br0" timeOffset="5475.362">7736 162 27598,'0'0'2058,"0"0"-1230,0 0-367,0 0 17,0 0-45,0 0-109,5 14-73,-2-6-219,-2-4-22,0-1 1,0 1-1,0-1 1,1 1-1,-1-1 1,1 0-1,0 0 1,0 1-1,0-1 1,0 0-1,1-1 1,-1 1-1,1 0 1,0-1-1,0 1 0,0-1 1,0 0-1,0 0 1,0 0-1,0 0 1,1-1-1,-1 0 1,1 1-1,-1-1 1,1 0-1,0 0 1,-1-1-11,20 3 2,-1 1 0,0 1 0,-1 0 0,1 2 0,-1 1 0,-1 0 1,1 2-1,-1 0 0,-1 1 0,9 7-2,338 183 0,-303-170 0,-50-24 0,72 43 0,-83-49 0,0 1 0,0 0 0,1 0 0,-1 0 0,0 0 0,0 0 0,-1 1 0,1-1 0,0 0 0,-1 1 0,0 0 0,1-1 0,-1 1 0,0 0 0,0-1 0,-1 1 0,1 0 0,-1 0 0,1 0 0,-1 0 0,0 0 0,0-1 0,0 1 0,0 0 0,0 0 0,-1 0 0,0 0 0,1 0 0,-1-1 0,-1 3 0,-82 77 0,74-75 0,-397 281 0,258-181-297,22-18-1190</inkml:trace>
  <inkml:trace contextRef="#ctx0" brushRef="#br0" timeOffset="59597.723">2032 2778 26662,'0'0'2097,"0"0"-1223,-8-18-367,-28-60-68,36 74-412,-1 1 0,1 0 0,-1-1 0,1 1 0,0-1 0,0 1 0,0 0 0,1-1 0,-1 1 0,1 0 0,0-1 0,0 1 0,0 0 0,0 0 0,1 0 0,-1 0 0,1 0 0,0 0 0,0 0 0,0 0 0,0 1 0,0-1 0,0 1 0,1 0 0,-1-1 0,1 1 0,0 0 0,0 1 0,0-1 0,0 0 0,0 1 0,0-1 0,0 1 0,0 0 0,0 0 0,1 1 0,-1-1 0,0 0 0,1 1 0,-1 0 0,0 0 0,1 0 0,-1 0 0,0 1 0,1-1 0,-1 1 0,0 0 0,1 0-27,90-3 181,0 5 1,1 3 0,-2 5 0,38 11-182,-69-13 40,1501 197 85,-669-136-125,-841-67 0,299 33-1151,-316-27-1851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7:01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632 416 20972,'0'0'6415,"0"0"-4485,0 0-1127,0 0-127,-7-17-99,-17-54-121,22 65-379,-7-16 586,4 29-403,3-3-322,-9 35 62,1 1 0,2 0 0,2 0 0,1 0 0,2 1 0,2 0 0,4 25 0,-3-29 0,-1-12 0,1 0 0,1 0 0,1 0 0,1 0 0,1-1 0,1 1 0,2-1 0,0 0 0,2-1 0,0 0 0,2 0 0,0-1 0,2 0 0,0-1 0,12 14 0,-20-29 0,1-1 0,0 1 0,1-1 0,-1 0 0,1 0 0,0-1 0,0 0 0,1 0 0,-1-1 0,1 0 0,-1 0 0,1-1 0,0 0 0,0 0 0,0-1 0,0 0 0,0 0 0,1-1 0,-1 0 0,0-1 0,0 0 0,0 0 0,0 0 0,0-1 0,0 0 0,0-1 0,0 0 0,-1 0 0,0-1 0,1 1 0,-1-2 0,0 1 0,-1-1 0,3-2 0,21-22 0,-2-2 0,-1-1 0,-1-2 0,-2 0 0,-1-1 0,-2-2 0,-1 0 0,-2-1 0,-2-1 0,-1 0 0,-2-1 0,-2-1 0,-1-6 0,14-156 0,-27 185 0,-1-1 0,0 1 0,-2-1 0,0 1 0,-1 1 0,0-1 0,-2 1 0,0 1 0,-1 0 0,0 0 0,-1 0 0,-1 2 0,-1-1 0,0 2 0,-1 0 0,0 0 0,-1 1 0,0 1 0,-1 0 0,0 2 0,-1-1 0,0 2 0,0 0 0,-1 2 0,0 0 0,0 0 0,-1 2 0,-6-1 0,-2 0 0,-1 0 0,0 2 0,0 2 0,0 0 0,0 2 0,0 1 0,0 1 0,0 1 0,1 2 0,-1 1 0,1 1 0,1 1 0,0 1 0,0 1 0,1 2 0,0 1 0,1 0 0,1 2 0,0 1 0,1 0 0,1 2 0,1 0 0,-3 6 0,-6 11 0,2 2 0,1 0 0,2 2 0,2 0 0,1 2 0,3 0 0,1 1 0,2 1 0,3 1 0,1-1 0,2 2 0,2 0 0,2 0 0,2 0 0,2 0 0,2 0 0,2 0 0,8 37 0,-10-68 0,1 0 0,1 0 0,0-1 0,1 1 0,0-1 0,2 0 0,-1 0 0,2 0 0,0-1 0,0 0 0,1 0 0,1-1 0,0 0 0,1 0 0,0-1 0,1-1 0,0 1 0,0-2 0,1 0 0,1 0 0,13 3 0,0-2 0,1-1 0,0-1 0,1-1 0,-1-1 0,1-2 0,0 0 0,1-2 0,-1-2 0,0 0 0,0-2 0,0-1 0,0-1 0,18-6 0,-9-1-7,0-2 1,-1-2-1,0-1 1,-2-1-1,6-6 7,-32 19-7,101-59-529,-16 2-1385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7:0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31047,'0'0'424,"0"0"-424,0 0-1345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7:46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1120 0 22941,'0'0'7898,"0"0"-7354,0 0-152,-123 64-128,62-5 104,-22 28-32,-29 35-312,-31 44-24,-12 23 0,4 6 0,19-17 0,47-52 0,30-43 0,35-44 0,35-39-104,20 0-688,14-25-737</inkml:trace>
  <inkml:trace contextRef="#ctx0" brushRef="#br0" timeOffset="259.751">883 89 30799,'0'0'640,"57"101"-264,-19-28-160,1 16 64,3 15 0,-12 22-104,-10 16-176,-15-13 0,-5-29-32,-11-13-336,-7-40-352,-6-9-1113</inkml:trace>
  <inkml:trace contextRef="#ctx0" brushRef="#br0" timeOffset="521.526">287 752 29014,'0'0'944,"156"-39"-143,-7 13-361,20 0-160,-23 13-88,-38 9-88,-42 4-104,19 0-168,-13 0-904,-1 0-2337</inkml:trace>
  <inkml:trace contextRef="#ctx0" brushRef="#br0" timeOffset="522.526">1830 192 29382,'0'0'1049,"-46"100"-489,20-25-304,-9 26 40,-2 21-64,2-11-136,6-15-96,9-21-88,16-25-240,2-13-320,2-15-1361</inkml:trace>
  <inkml:trace contextRef="#ctx0" brushRef="#br0" timeOffset="771.303">1900 113 26926,'0'0'2326,"0"0"-1670,27 17-516,179 108 283,-170-105-279,-16-12-97,-1 2 0,1 1 0,-2 0 0,0 1 0,0 1 0,-1 1 0,-1 0 0,0 1 0,-1 1 0,11 16-47,-23-27 17,-1 0-1,1 0 1,-1 0-1,0 1 1,0-1 0,-1 1-1,0-1 1,0 1-1,0 0 1,0-1-1,-1 1 1,0 0-1,-1-1 1,1 1-1,-1 0 1,0-1-1,0 1 1,-1-1 0,1 1-1,-1-1 1,0 0-1,-1 1 1,0-1-1,1 0 1,-2-1-1,1 1 1,-4 4-17,-116 104 191,121-112-190,-563 370-261,512-337-531,21-15-916</inkml:trace>
  <inkml:trace contextRef="#ctx0" brushRef="#br0" timeOffset="1038.998">2942 387 30374,'0'0'609,"0"118"-425,-14-39-128,-3 12 160,-5 0 8,-2-2-128,-2-14-64,4-16-32,2-24-8,2-21 8,3-14 0,6-12-200,9-53-344,0 4-1105,0-2-3856</inkml:trace>
  <inkml:trace contextRef="#ctx0" brushRef="#br0" timeOffset="1254.348">3091 285 28182,'0'0'902,"26"5"-250,-6-1-546,166 55 796,-14 46 336,-164-99-1197,0 0 0,-1 0 0,0 1 0,0 0 0,-1 1 0,0-1 0,0 1 0,-1 0 0,0 1 0,0-1 0,-1 1 0,0 0 0,-1 0 0,0 0-1,0 1 1,-1-1 0,0 1 0,0 0 0,-1 3-41,-3-3 1,0-1-1,-1 0 0,0 0 0,-1 0 1,1 0-1,-2 0 0,1-1 1,-1 0-1,-1 0 0,1 0 1,-1-1-1,-1 0 0,1 0 0,-1 0 1,0-1-1,-1 0 0,1 0 1,-1-1-1,-1 0 0,1 0 0,-1-1 1,-4 1-1,5 1 0,-220 124-71,-229 94 71,397-196-54,-107 48-848,37-24-1224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7:56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1137 29710,'0'0'676,"0"0"-187,0 0-219,3-24-55,-2 15-192,1-16 33,2-1 1,1 1 0,1 0-1,2 0 1,0 1 0,6-12-57,294-561 126,-222 475-112,-86 121-14,1 1 0,-1-1 1,1 1-1,0 0 0,-1-1 1,1 1-1,-1 0 0,1-1 1,0 1-1,-1 0 0,1 0 1,0 0-1,-1 0 0,1-1 1,0 1-1,0 0 0,-1 0 0,1 0 1,0 0-1,-1 1 0,1-1 1,0 0-1,-1 0 0,1 0 1,0 0-1,-1 1 0,1-1 1,0 0-1,-1 1 0,1-1 1,-1 0-1,1 1 0,-1-1 0,1 1 1,-1-1-1,1 1 0,-1-1 1,1 1-1,-1-1 0,0 1 1,1 0-1,-1-1 0,0 1 1,1 0-1,-1-1 0,0 1 1,0 0-1,0-1 0,1 1 1,-1 0-1,0-1 0,0 1 0,0 0 1,0-1-1,0 2 0,6 216 376,-5-197-346,-3 12 5,3-1 0,0 0-1,2 0 1,2 0 0,1 0 0,1 0-1,2-1 1,1 0 0,10 21-35,-20-50 3,1 0 0,0 1 0,0-1 0,0 0 0,0 0 0,0 1 1,1-1-1,-1 0 0,1 0 0,-1 0 0,1 0 0,0-1 0,0 1 0,0 0 0,0-1 0,0 1 0,0-1 0,0 0 1,0 0-1,0 0 0,1 0 0,-1 0 0,0 0 0,1 0 0,-1-1 0,1 1 0,-1-1 0,1 0 0,-1 0 0,1 0 1,-1 0-1,1 0 0,-1-1 0,1 1 0,-1-1 0,1 1 0,-1-1 0,0 0 0,1 0 0,-1 0 0,0 0 0,0 0 0,0-1 1,0 1-1,2-2-3,81-160 29,-49 85-78,3 1-1,4 2 1,3 2 0,6-3 49,-52 74-4,1-1 0,0 0 0,0 0 0,0 1 0,0-1 0,1 1 1,-1-1-1,1 1 0,0 0 0,-1-1 0,1 1 0,0 0 0,0 0 1,0 0-1,1 0 0,-1 1 0,0-1 0,1 1 0,-1-1 0,1 1 1,-1 0-1,1 0 0,0 0 0,-1 0 0,1 0 0,0 1 0,0-1 1,0 1-1,0 0 0,-1 0 0,1 0 0,0 0 0,0 0 0,0 1 0,0-1 1,-1 1-1,1 0 0,0 0 0,0 0 0,-1 0 0,1 0 0,-1 0 1,1 1-1,-1-1 0,0 1 0,1 0 0,-1 0 0,2 2 4,60 244 132,37 75-228,-100-319 63,0-1 0,1 0-1,0 0 1,-1 0 0,1-1 0,0 1-1,0 0 1,0-1 0,1 1 0,-1-1-1,1 0 1,-1 0 0,1 0 0,0 0-1,0 0 1,0 0 0,0-1 0,0 1-1,0-1 1,2 0 33,47 0-3668,-11-10-5895</inkml:trace>
  <inkml:trace contextRef="#ctx0" brushRef="#br0" timeOffset="351.394">2070 369 21044,'0'0'7174,"0"0"-5262,12-22-1414,42-77-35,-45 84-409,-1-1 0,0 1 0,-1-2 0,0 1 0,-2-1 1,0 0-1,0 0 0,-2-1 0,0 1 0,0-13-54,-3 29 1,1-1-1,-1 0 1,0 0 0,0 1-1,1-1 1,-1 0 0,0 0-1,-1 0 1,1 1 0,0-1-1,0 0 1,-1 0 0,1 1-1,-1-1 1,0 0 0,1 1-1,-1-1 1,0 1-1,0-1 1,0 1 0,0-1-1,0 1 1,0-1 0,-1 1-1,1 0 1,0 0 0,-1 0-1,1-1 1,-1 1 0,1 1-1,-1-1 1,1 0 0,-1 0-1,0 1 1,1-1 0,-1 0-1,0 1 1,1 0 0,-1-1-1,0 1 1,0 0-1,0 0 1,1 0 0,-1 0-1,0 0 1,0 1 0,0-1-1,-15 3 5,1 0 1,-1 0-1,1 2 0,0 0 1,0 1-1,0 1 1,1 0-1,0 1 1,0 1-1,1 0 0,0 1 1,1 0-1,0 1 1,0 1-1,2 0 0,-11 13-5,-5 5 10,1 2 0,2 0 0,1 1 0,2 1 0,2 1 0,0 1 0,3 1 0,1 0 0,1 1 0,3 1 0,1 0 0,1 0 0,3 1 0,1 0 0,2 0 0,2 0 0,2 13-10,-2-47-1,0 0 0,1-1 0,0 1 0,0 0 0,0 0 0,1 0 0,0 0 0,0 0 0,0 0 0,1-1-1,0 1 1,0-1 0,0 1 0,1-1 0,0 0 0,0 1 0,0-1 0,0-1 0,1 1 0,0-1 0,0 1 0,0-1 0,1 0 0,-1-1 0,1 1 0,0-1 0,0 0 0,0 0 0,1 0 0,-1-1 0,1 1 0,-1-2 0,1 1 0,0 0 0,5 0 1,3-4-4,0 0-1,0 0 1,0-1 0,-1-1-1,1 0 1,-1-1 0,0-1-1,0 0 1,-1 0 0,0-2-1,0 1 1,0-1 0,-1-1 0,-1 0-1,1-1 1,-1 0 0,-1 0-1,0-1 1,0 0 0,-1-1-1,-1 0 1,3-6 4,8-5-19,-1-1 0,-2-1 0,0-1-1,-1 0 1,-2-1 0,-1 0 0,-1-1 0,-1 0-1,-2-1 1,0 0 0,-2 0 0,-2 0 0,0-8 19,-2 33-79,-1 0 1,0-1-1,-1 1 1,1 0-1,-1 0 1,0 0 0,0 0-1,0 0 1,0 0-1,-1 0 1,1 0-1,-1 0 1,0 0-1,0 1 1,-1-1-1,1 1 1,-1 0-1,0-1 1,1 1 0,-2 0-1,1 1 1,0-1-1,0 1 1,-1-1-1,1 1 1,-1 0-1,0 0 1,0 0-1,0 1 1,-3-2 78,-32-10-3379</inkml:trace>
  <inkml:trace contextRef="#ctx0" brushRef="#br0" timeOffset="634.562">1831 602 5321,'0'0'23837,"0"0"-22324,0 0-945,61 126 0,-26-96-24,0-4-192,-2-5-288,-4 3-64,-1 2 0,3 23 0,-7-6-704,-6-3-1913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8:1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856 399 26614,'0'0'1328,"0"0"-525,0 0-51,0 0 15,0 0-216,6-19-219,30-151 454,-34 163-762,1 0 0,-2 0-1,1-1 1,-1 1 0,0 0-1,-1 0 1,0-1 0,0 1-1,0 0 1,-1 0-1,0-1 1,-1 1 0,0 0-1,0 0 1,0 0 0,-1 0-1,0 1 1,0-1-1,0 1 1,-1 0 0,0 0-1,0 0 1,-1 0 0,0 0-1,0 1 1,0 0 0,-1 0-1,1 1 1,-1-1-1,0 1 1,0 1 0,-3-2-24,-11 3 4,1 2-1,0 0 1,0 1 0,0 1 0,-1 0 0,2 2 0,-1 0 0,0 1 0,1 1 0,0 1 0,0 0 0,1 2 0,0 0 0,0 0-1,1 2 1,0 0 0,-8 8-4,-15 8 1,1 1 0,1 2-1,2 2 1,1 1 0,1 1 0,2 2-1,2 2 1,1 0 0,2 2-1,2 1 1,1 0 0,3 2 0,1 1-1,2 0 1,-9 42-1,2 100 0,25-177 0,0 1 0,0-1 0,1 1 0,1-1 0,-1 0 0,1 0 0,1 0 0,0 0 0,0-1 0,1 1 0,0-1 0,0 0 0,1-1 0,0 1 0,0-1 0,1 0 0,0-1 0,0 1 0,0-1 0,1-1 0,0 1 0,4 1 0,6 2 0,0 1 0,1-2 0,0-1 0,0 0 0,1-1 0,0-1 0,0-1 0,0-1 0,18 1 0,-4-2 0,0-1 0,1-2 0,-1-1 0,0-2 0,0-1 0,0-2 0,-1-1 0,0-1 0,-1-2 0,29-14 0,126-81-807,-120 58-1339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8:1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460 208 25317,'0'0'2832,"0"0"-1979,0 0-259,0 0 286,0 0-115,0 0-253,-2-6-202,-2-39 32,4 32-302,-1 1 1,0 0-1,-1-1 0,-1 1 0,1 0 0,-2 0 1,0 0-1,0 0 0,-5-8-40,5 17-1,0 0 0,0 1-1,-1-1 1,1 1 0,-1-1 0,1 1 0,-1 0 0,0 1-1,0-1 1,0 1 0,0 0 0,0 1 0,0-1 0,0 1-1,0 0 1,0 0 0,0 0 0,0 1 0,0 0 0,0 0-1,1 0 1,-1 0 0,0 1 0,0 0 0,1 0 0,-1 0-1,1 0 1,-1 1 0,1 0 0,0 0 0,0 0 0,0 0-1,-1 3 2,-17 11-6,0 1 0,1 0 0,2 2 0,-1 0-1,2 1 1,1 1 0,1 1 0,1 1 0,1 0-1,1 0 1,1 2 0,1-1 0,1 1 0,1 1-1,2 0 1,1 0 0,1 1 0,1-1 0,1 1-1,1 11 7,3-33 5,0 1-1,0-1 1,0 1-1,1-1 1,0 0-1,0 0 1,1 0-1,-1 0 1,1 0-1,1 0 1,-1-1-1,1 1 1,0-1-1,0 0 0,1 0 1,-1-1-1,1 1 1,0-1-1,0 0 1,1 0-1,-1-1 1,1 1-1,-1-1 1,1-1-1,0 1 1,1-1-1,4 2-4,1-1 3,0 0 0,0-1 0,0 0 0,0-1 0,1 0 0,-1 0 0,0-2 0,1 0 0,-1 0 0,0-1 0,0 0 0,0-1 0,0-1 0,7-2-3,3-6 0,-1 0 0,0-2 0,0 0 0,-2-2 0,0 0 0,0-1 0,-2 0 0,0-2 0,-1 0 0,-1-1 0,-1 0 0,0-1 0,-2-1 0,-1 0 0,0-1 0,-2 0 0,0 0 0,-2-1 0,-1 0 0,0-1 0,-2 1 0,0-7 0,-3 22-47,0 0 1,0 0-1,-1 1 1,0-1-1,0 0 1,-1 0-1,-1 0 1,1 0-1,-1 0 1,-1 1-1,1-1 1,-2 1-1,1 0 1,-1 0-1,0 0 1,-1 0-1,0 0 1,-4-4 45,-29-18-1786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6:13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2642 5179 31423,'0'0'1008,"0"0"-1008,0 0-160,0 0-872,0 0-18869</inkml:trace>
  <inkml:trace contextRef="#ctx0" brushRef="#br0" timeOffset="55753.45">7 3216 29966,'0'0'809,"0"0"-313,0 0-208,0 0 0,0 0 104,0 0-24,141-26-208,-78 1-160,1-1 0,-9 4 0,-9 9-304,-5 13-440,-12 0-1097,-14 3-3640</inkml:trace>
  <inkml:trace contextRef="#ctx0" brushRef="#br0" timeOffset="57487.847">4192 3480 29518,'0'0'704,"0"0"-45,10 19-203,-5-11-421,5 9 44,0 0 0,-2 1 0,0 0 0,0 0 0,-2 0 0,-1 1 0,0 0 0,2 18-79,-6-26-1,0 0-1,0 0 1,-1 1-1,0-1 0,-1 0 1,-1 0-1,0 0 1,0 0-1,-1 0 1,0 0-1,-1-1 1,0 0-1,-4 7 2,-15 11-106,-1-2 0,-2-1 0,0-1 0,-2-1 0,0-2 0,-2 0 0,0-2 0,-1-1 0,-1-2 0,0-1 0,-2-1 0,1-2 0,-1-2 0,-8 1 106,29-6 371,31-9-229,241-62 245,-257 65-385,-1 1 0,0 0 0,1 0 1,-1-1-1,1 1 0,-1 0 0,0 0 0,1 0 0,-1 0 0,1 1 0,-1-1 0,0 0 1,1 0-1,-1 1 0,0-1 0,1 1 0,-1-1 0,0 1 0,0 0 0,1 0 1,-1-1-1,0 1 0,0 0 0,0 0 0,0 0 0,0 0 0,0 0 0,0 0 0,-1 0 1,1 1-1,0-1 0,0 0 0,-1 0 0,1 1 0,-1-1 0,1 0 0,-1 1 1,0-1-1,0 0 0,1 1 0,-1-1 0,0 0 0,0 1 0,0-1 0,0 1 1,0-1-1,-1 0 0,1 1 0,0-1 0,-1 0 0,1 1 0,-1-1 0,1 0 0,-1 1 1,0-1-1,0 0-2,-4 14 5,-1-1 0,-1-1 0,0 1 0,-1-1-1,0 0 1,-1-1 0,-1 0 0,0 0 0,-1-1 0,-5 4-5,-1 4 4,-312 302-256,352-339 258,0 0 0,1 2 0,0 0-1,2 2 1,0 1 0,0 0 0,1 2 0,1 2 0,-1 0 0,13-1-6,-38 9 10,0 1 1,1-1 0,0 0 0,-1 1-1,1 0 1,-1 0 0,1-1-1,-1 1 1,1 1 0,0-1-1,-1 0 1,1 1 0,-1-1 0,1 1-1,-1 0 1,1 0 0,-1 0-1,0 0 1,1 0 0,-1 0 0,0 1-1,0-1 1,0 1 0,0 0-1,0-1 1,0 1 0,-1 0-1,1 0 1,0 0 0,-1 0 0,0 1-1,1-1 1,-1 0 0,0 1-1,0-1 1,0 0 0,-1 1-1,1 1-10,3 211 140,-4-214-145,0-1-1,0 1 0,0 0 0,0 0 1,0 0-1,0 0 0,1 0 0,-1 0 0,0 0 1,0 0-1,1 0 0,-1-1 0,0 1 0,1 0 1,-1 0-1,1 0 0,-1-1 0,1 1 0,-1 0 1,1 0-1,0-1 0,-1 1 0,1-1 0,0 1 1,-1 0-1,1-1 0,0 1 0,0-1 0,0 0 1,0 1-1,-1-1 0,1 0 0,0 1 0,0-1 1,0 0-1,0 0 0,0 0 0,0 0 0,0 0 1,0 0-1,0 0 0,-1 0 0,1 0 0,0 0 1,0 0-1,0-1 0,0 1 0,0 0 0,0-1 1,-1 1-1,1-1 0,0 1 0,0-1 0,0 1 1,0-1 5,47-32-167,202-269-4275,-209 230 2815,-49 70 3332,1 3-1551,-1 0 0,1 1-1,-1 1 1,1-1-1,0 1 1,0 0 0,0 1-1,0-1 1,1 1-1,0 1 1,-1-1 0,1 1-1,1 0 1,-1 1 0,1-1-1,0 1 1,0 0-1,1 0 1,-1 1 0,2-1-1,-1 1 1,1 0-1,0 0 1,0 0 0,0 0-1,1 1 1,1-1-1,-2 5-153,5-9 6,0 0-1,0 0 1,0 1-1,0-1 1,1-1-1,-1 1 1,1 0-1,0 0 1,-1-1-1,1 0 1,0 1-1,0-1 1,1 0-1,-1-1 0,0 1 1,1-1-1,-1 1 1,1-1-1,-1 0 1,1 0-1,0 0 1,0-1-1,-1 0 1,1 1-1,0-1 1,-1 0-1,1-1 1,0 1-1,0-1 1,-1 1-1,1-1 0,0 0 1,2-2-6,8 3-6,-2-2-125,0-1 1,-1 0-1,1-1 0,-1 0 0,0-1 0,-1 0 1,1 0-1,-1-1 0,0-1 0,0 0 1,-1 0-1,0-1 0,0 0 0,0 0 1,-1-1-1,2-3 131,-5 6-176,36-37-2110</inkml:trace>
  <inkml:trace contextRef="#ctx0" brushRef="#br0" timeOffset="57770.116">4779 3762 19796,'0'0'7687,"0"0"-5134,0 0-1708,0 0-289,2 31 10,11 434 198,-12-290-764,-7 0 0,-14 55 0,-9-41 0,40-303-3057,2 48-1040</inkml:trace>
  <inkml:trace contextRef="#ctx0" brushRef="#br0" timeOffset="58036.42">4878 4319 30014,'0'0'1233,"0"0"-873,129 17-168,-65 3-176,26 12-16,-18-7-280,-15-1-1265</inkml:trace>
  <inkml:trace contextRef="#ctx0" brushRef="#br0" timeOffset="55087.243">2480 3338 30655,'0'0'792,"0"0"-312,4 130-64,-2-60 8,-2 22-424,0 29 0,0-7 0,-11-9 0,-2-17 0,2-25 0,-2 16-480,2-10-848,0-21-2377</inkml:trace>
  <inkml:trace contextRef="#ctx0" brushRef="#br0" timeOffset="56412.396">2804 3194 31135,'0'0'525,"0"0"-346,21 0-133,70 1 53,-84-2-79,0 1 0,0 0 0,0 0-1,0 0 1,0 1 0,0 0 0,0 0 0,0 1-1,-1-1 1,1 2 0,0-1 0,-1 1 0,1 0-1,-1 0 1,0 1 0,0 0 0,-1 0 0,1 0-1,-1 1 1,0-1 0,0 1 0,0 1 0,-1-1-1,1 1 1,-1-1 0,-1 1 0,1 0 0,-1 1-1,0-1 1,0 1 0,-1-1 0,0 1 0,0 0-1,-1 0 1,0 0 0,0 0 0,0 0 0,-1 0-1,0 2-19,3 421 11,-8-335-240,-4 0-1,-4 0 1,-4-1-1,-13 33 230,11-69-1771</inkml:trace>
  <inkml:trace contextRef="#ctx0" brushRef="#br0" timeOffset="56585.228">2686 4536 30855,'0'0'1488,"0"0"-1336,123-36-88,-55 11-64,43-23-8,-19 9-608,-6-1-2721</inkml:trace>
  <inkml:trace contextRef="#ctx0" brushRef="#br0" timeOffset="-1272.677">1046 4293 30607,'0'0'720,"0"0"-496,0 0-184,0 0-40,0 0-16,0 0-336,0 0-424,49 6-1145</inkml:trace>
  <inkml:trace contextRef="#ctx0" brushRef="#br0" timeOffset="55453.468">630 3470 30214,'0'0'786,"0"0"-371,19 4-39,212 20 576,-215-23-941,-8-2-10,-1 0-1,1 0 1,0 1-1,-1 0 1,1 1-1,-1 0 1,1 0-1,-1 0 1,1 1-1,-1 0 1,0 1-1,1 0 1,-2 0 0,1 0-1,0 1 1,0 0-1,-1 0 1,0 1-1,0-1 1,0 1-1,-1 1 1,1-1-1,-1 1 1,1 2-1,-4 6-15,-1 0 0,-1 0 0,0 0 0,-1 1 1,0-2-1,-1 1 0,-1 0 0,0 0 0,-1-1 0,-1 1 0,0-1 0,0 0 0,-1-1 1,-1 1-1,0-1 0,-1-1 0,0 1 0,-7 5 15,-32 51-48,-4-3 0,-2-2 0,-33 27 48,76-73 99,35-32-58,0-7-339,0-1-1,-1-2 1,-1 0-1,-1-1 1,-2-1 0,-1-1-1,-1-1 1,12-25 298,-6 0-2006</inkml:trace>
  <inkml:trace contextRef="#ctx0" brushRef="#br0" timeOffset="56004.479">244 3587 29230,'-45'143'621,"6"3"0,6 1-1,7 1 1,6 1 0,6 12-621,14-134 31,-3-15-15,1-1 0,1 1 0,0 0 0,0-1 0,2 1 0,-1 0 0,1 0-1,1-1 1,0 1 0,1 0 0,0-1 0,1 0 0,0 0 0,1 0 0,0 0 0,0-1 0,1 0 0,1 0 0,0 0 0,0-1 0,1 0 0,0 0 0,8 6-16,-3-10 2,0-1 0,0-1 0,0 0-1,0-1 1,1 0 0,-1-1-1,1 0 1,-1-1 0,0-1 0,1 0-1,-1-1 1,1 0 0,-1-1 0,0-1-1,0 0 1,-1-1 0,1 0 0,-1-1-1,0 0 1,2-2-2,384-194-504,-261 129-896</inkml:trace>
  <inkml:trace contextRef="#ctx0" brushRef="#br0" timeOffset="54386.527">1454 3204 27022,'0'0'1871,"0"0"-735,0 0-314,0 0-200,0 0-184,0 0-150,1 21-3,-13 962-2,4-864-1133,13-149-650,5-9-1263</inkml:trace>
  <inkml:trace contextRef="#ctx0" brushRef="#br0" timeOffset="54658.291">1596 3567 26622,'0'0'3096,"0"0"-2456,0 0-47,165 79-129,-106-18-96,0 12-40,-4 6-80,-7 2-152,-8-4-96,-10-12-64,-6-14-296,3-27-192,-7-16-929,-7-8-2759</inkml:trace>
  <inkml:trace contextRef="#ctx0" brushRef="#br0" timeOffset="54905.283">2129 3449 21004,'0'0'9410,"0"0"-8681,-105 162-305,57-80-64,-1 5-112,6 2-216,5-6-32,14 13-360,9-23-472,8-23-1737</inkml:trace>
  <inkml:trace contextRef="#ctx0" brushRef="#br0" timeOffset="49366.245">1432 582 23941,'0'0'4757,"0"0"-3131,0 0-978,0 0-192,0 0-91,-2 12-42,-5 38-163,3 1 0,2 0 0,2 0 0,4 25-160,-1 16 11,-2 953-11,10-894 0,-3-182 0,16-104-189,38-102-2975,-31 123-1261</inkml:trace>
  <inkml:trace contextRef="#ctx0" brushRef="#br0" timeOffset="51254.939">345 452 28046,'0'0'1696,"0"0"-1200,0 0 33,0 0 47,0 0-168,112 2-112,-53-18-104,7 1-88,-1-3-56,1 0-48,-7 6-128,-2 8-280,-13 4-760,-20 0-1265</inkml:trace>
  <inkml:trace contextRef="#ctx0" brushRef="#br0" timeOffset="51554.478">634 594 29310,'-7'29'1153,"-113"448"402,88-354-1431,6 2 1,5 0 0,5 2 0,6 0 0,5 0 0,7 6-125,-2-129 0,0 0 0,1 1 0,0-1 0,0 0 0,0-1 0,0 1 0,1 0 0,-1 0 0,1 0 0,0-1 0,0 1 0,1-1 0,-1 0 0,1 1 0,-1-1 0,1 0 0,0-1 0,0 1 0,1 0 0,-1-1 0,0 0 0,1 0 0,-1 0 0,1 0 0,0 0 0,0-1 0,0 1 0,0-1 0,0 0 0,0-1 0,0 1 0,0-1 0,0 1 0,0-1 0,1 0 0,141-26 0,184-129 0,-24 17-1192,-176 83-801</inkml:trace>
  <inkml:trace contextRef="#ctx0" brushRef="#br0" timeOffset="49638.127">1833 951 29086,'0'0'1096,"0"0"-223,73 119-289,-34-44 32,3 8-104,-1 7-512,3 5 0,-4-2 0,-5-9 0,-7-9 0,-4-13 0,-6-19 0,-3-19 0,-2-18-72,9-22-632,-2-18-576,-3-9-2185</inkml:trace>
  <inkml:trace contextRef="#ctx0" brushRef="#br0" timeOffset="49888.077">2429 1009 29822,'0'0'953,"0"0"-377,0 0-136,0 0 80,-162 142-144,103-73-296,-2 10-80,-3 5 0,5 5 0,6-2 0,18 12-112,13-23-624,18-24-1297</inkml:trace>
  <inkml:trace contextRef="#ctx0" brushRef="#br0" timeOffset="50204.727">2666 586 15251,'0'0'13475,"0"0"-10309,0 0-2848,0 0-134,0 0 33,19-5-84,128-21-110,30 24-23,-174 3 0,0 0 0,0-1 0,0 1 0,0 1 0,0-1 0,0 0 0,0 1 0,-1-1 0,1 1 0,-1 0 0,1 0 0,-1 0 0,1 0 0,-1 1 0,0-1 0,0 0 0,0 1 0,-1 0 0,1-1 0,-1 1 0,1 0 0,-1 0 0,0 0 0,0 0 0,0 0 0,0 0 0,-1 0 0,1 0 0,-1 0 0,1 0 0,-1 0 0,-1 0 0,1 1 0,0-1 0,-1 0 0,1 0 0,-1 0 0,0 0 0,0 0 0,0 0 0,0 0 0,-1-1 0,-1 4 0,-28 325 0,-2 289-461,33-634-1206</inkml:trace>
  <inkml:trace contextRef="#ctx0" brushRef="#br0" timeOffset="50738.118">2999 399 25926,'0'0'3002,"0"0"-1677,0 0-633,0 0-177,0 0-83,0 0-65,-4-3-75,4 4-288,0-1-1,0 0 1,0 1-1,-1-1 1,1 1-1,0-1 1,0 1 0,-1-1-1,1 0 1,0 1-1,0-1 1,-1 0-1,1 1 1,-1-1 0,1 0-1,0 1 1,-1-1-1,1 0 1,-1 0-1,1 1 1,-1-1 0,1 0-1,0 0 1,-1 0-1,1 0 1,-1 0-1,1 1 1,-1-1 0,1 0-1,-1 0 1,1 0-1,-1 0 1,1-1-1,-1 1 1,1 0 0,-1 0-1,1 0 1,-1 0-1,1 0 1,-1-1-1,1 1 1,0 0 0,-1 0-1,1-1 1,-1 1-1,1 0 1,0 0-1,-1-1 1,1 1 0,0-1-1,-1 1 1,1 0-1,0-1 1,0 1-1,-1-1 1,1 1-4,0 2 16,-101 1181-16,85-662 0,19-508-15,3-29 52,4-35-443,-7 0-1514</inkml:trace>
  <inkml:trace contextRef="#ctx0" brushRef="#br0" timeOffset="51904.863">3218 835 30655,'0'0'636,"0"0"-396,0 0-198,14-20 21,44-61 84,-54 77-136,0 0 0,-1 0 0,1 1 1,1 0-1,-1-1 0,0 2 0,1-1 1,-1 0-1,1 1 0,0 0 0,0 0 0,0 0 1,0 1-1,0 0 0,0 0 0,1 0 1,-1 0-1,0 1 0,0 0 0,1 0 1,-1 0-1,0 1 0,0 0 0,2 0-11,-1 2 20,0 1-1,0 0 1,0 0 0,-1 0-1,0 0 1,1 1-1,-1 0 1,-1 0 0,1 1-1,-1-1 1,0 1-1,0 0 1,-1 0 0,0 0-1,0 0 1,0 1 0,-1-1-1,1 1 1,-2 0-1,1 0 1,-1 0 0,0 0-1,0 0 1,-1 0-1,0 0 1,0-1 0,-2 7-20,9 92-51,-5 0 0,-5 1 0,-4-1 0,-4-1 0,-15 50 51,12-95-1696,1-16-2625</inkml:trace>
  <inkml:trace contextRef="#ctx0" brushRef="#br0" timeOffset="52156.112">3105 1800 30270,'0'0'1761,"0"0"-1473,0 0-40,131-107-48,-63 60-200,35-24 0,-18 13-544,-12 7-2673</inkml:trace>
  <inkml:trace contextRef="#ctx0" brushRef="#br0" timeOffset="52702.789">4371 1052 29878,'0'0'881,"0"0"-569,0 0 96,0 0-16,0 0-80,0 0-168,0 0-136,11 55-8,-11-29-304,-32 31-264,-1-6-841,-7-1-903</inkml:trace>
  <inkml:trace contextRef="#ctx0" brushRef="#br0" timeOffset="52988.011">3841 1539 27822,'0'0'1144,"0"0"-406,0 0-294,22-6-3,285-101 433,24-26-740,-329 132-132,-1 0-2,1 0 1,-1 0-1,1 0 1,0 0-1,-1 0 1,1 0 0,0 1-1,0-1 1,0 0-1,-1 1 1,1-1 0,0 1-1,0 0 1,0 0-1,0 0 1,0 0 0,0 0-1,0 0 1,0 0-1,0 0 1,-1 1 0,1-1-1,0 1 1,0 0-1,0-1 1,0 1 0,-1 0-1,1 0 1,0 0-1,-1 0 1,1 0-1,0 2 0,-69 93 48,-747 703-10,714-684-48,99-113-23,1-2 21,0 0 1,0 0 0,1 0-1,-1 0 1,0 0-1,1 0 1,-1 0-1,0 0 1,1 0-1,-1 0 1,0 0 0,0 0-1,1 0 1,-1 0-1,0 0 1,1 0-1,-1 0 1,0 0-1,0 1 1,1-1-1,-1 0 1,0 0 0,0 0-1,0 0 1,1 1-1,-1-1 1,0 0-1,0 0 1,0 1-1,1-1 1,-1 0-1,0 0 1,0 1 0,0-1-1,0 0 1,0 0-1,0 1 1,0-1-1,1 0 1,-1 0-1,0 1 1,0-1 0,0 0-1,0 1 1,0-1-1,0 0 1,0 1-1,-1-1 1,1 0-1,0 0 1,0 1 11,127-84-1658,-93 54 1150,75-60-2175,-5 1-3428</inkml:trace>
  <inkml:trace contextRef="#ctx0" brushRef="#br0" timeOffset="53254.035">4260 1786 17524,'0'0'6688,"0"0"-3507,0 0-1458,0 0-790,17 17-202,48 72-207,-63-81-499,0 1 1,-1 0-1,0-1 1,0 1-1,-1 0 1,0 0-1,-1 0 1,0-1-1,0 1 1,-1 0-1,0-1 0,-2 5-25,-101 410 314,101-337-568,5-86 238,0 0-1,0 1 1,0-1-1,0 0 1,0 0-1,0 0 0,0 0 1,0 0-1,0 0 1,0 0-1,0 0 0,0 0 1,0 0-1,0-1 1,0 1-1,0 0 1,0-1-1,0 1 0,0-1 1,0 1-1,0-1 1,0 1-1,-1-1 0,1 0 1,0 1-1,0-1 1,-1 0-1,1 0 1,0 0-1,-1 1 0,1-1 1,-1 0-1,1 0 1,-1 0-1,1 0 0,-1 0 1,0 0-1,1 0 1,-1 0-1,0 0 1,0 0-1,0 0 0,0 0 1,0 0-1,0 0 1,0-1 16,108-256-4665,-75 163-3365</inkml:trace>
  <inkml:trace contextRef="#ctx0" brushRef="#br0" timeOffset="53486.869">4483 1768 25237,'0'0'1833,"0"0"-673,0 0-640,0 0 312,0 0-296,-17 126-248,17-76-79,0-3-105,0-10-64,17-7-40,10-14-120,3-12-113,10-4-95,25-22-160,-5-10-328,-8-1-760</inkml:trace>
  <inkml:trace contextRef="#ctx0" brushRef="#br0" timeOffset="53670.14">4941 1204 30270,'0'0'675,"-4"29"-185,-24 246 435,26-30-539,-18 428-365,6-490-21,14-183-6,-1-1 1,1 1-1,-1 0 0,1 0 0,-1-1 1,0 1-1,1 0 0,-1 0 0,1 0 1,-1 0-1,1 0 0,-1 0 0,1-1 1,-1 1-1,0 0 0,1 1 0,-1-1 1,1 0-1,-1 0 0,1 0 0,-1 0 1,0 0-1,1 1 0,-1-1 0,1 0 1,-1 0-1,1 1 0,-1-1 0,1 1 6,-1-128-2583,1 59 332</inkml:trace>
  <inkml:trace contextRef="#ctx0" brushRef="#br0" timeOffset="53835.09">5022 1869 17844,'0'0'11554,"0"0"-10546,0 0-199,0 0-361,141 6-192,-111 7-256,8 11 0,-10-4-528,-6-2-2161</inkml:trace>
  <inkml:trace contextRef="#ctx0" brushRef="#br0" timeOffset="60252.611">1 5790 29214,'0'0'912,"0"0"-399,151-27-65,-76 15 48,1-2-80,3 0-152,-7 0-152,-8 5-112,-3 9-264,-17 0-384,-15 0-1497</inkml:trace>
  <inkml:trace contextRef="#ctx0" brushRef="#br0" timeOffset="63233.303">6447 1 30014,'0'0'598,"0"0"-190,0 0-229,11 20 7,112 150 365,-65-109-403,-7-10-75,-2 2-1,-3 1 0,-2 3 1,27 47-73,-56-79 13,-2 1 0,0 0 0,-2 1 0,-1 0 0,-1 0 1,-1 1-1,-2 0 0,0 1 0,-2-1 0,-2 1 0,0 0 1,-2 0-1,-1 0 0,-1 0 0,-1 0 0,-8 25-13,-18 43 36,-4-2 0,-39 77-36,49-118 11,18-44-10,-2 4 1,0 1 1,1-1-1,0 1 0,1 0 1,1 1-1,0-1 0,1 1 1,1 0-1,0 0 0,2 0 1,0 11-3,4-23-6,-1 0 0,2-1 1,-1 1-1,0-1 0,1 0 1,-1 0-1,1 0 0,0-1 1,0 1-1,0-1 0,0 0 0,1-1 1,-1 1-1,0-1 0,1 0 1,-1-1-1,1 1 0,-1-1 1,1 0-1,-1 0 0,1-1 1,-1 0-1,0 0 0,1 0 1,-1 0-1,3-2 6,-6 3-2,157-57-370,-161 79-284,-117 197 593,64-88 359,6 3 0,5 2-1,-3 42-295,28-89 54,4 0-1,3 1 0,5 1 1,4 0-1,4-1 0,3 1 1,5-1-1,18 79-53,2-17 0,32 171 0,-14 1 0,-10 45 0,-30-179 0,-7 0 0,-9 0 0,-9 0 0,-23 96 0,4-110 0,-8-2 0,-7-1 0,-7-4 0,-8-2 0,-7-3 0,-62 96 0,20-100-145,83-132-928,7-22-1526</inkml:trace>
  <inkml:trace contextRef="#ctx0" brushRef="#br0" timeOffset="64868.214">11681 2677 25389,'0'0'6362,"0"0"-5658,0 0-392,0 0-312,0 0 0,0 0 0,0 0 0,0 0 0,0-23 0,0-1 0,-41-6 0,1 5 0,-8 3-4913</inkml:trace>
  <inkml:trace contextRef="#ctx0" brushRef="#br0" timeOffset="63993.393">8867 1865 27558,'0'0'1986,"0"0"-1317,0 0-258,-19-21-28,-98-111 246,113 128-622,0 0-1,1 0 1,-2 0-1,1 1 1,0 0 0,-1-1-1,1 2 1,-1-1-1,0 1 1,0-1 0,0 1-1,0 0 1,0 1-1,-1 0 1,1-1 0,0 2-1,-1-1 1,1 1-1,-1-1 1,1 1 0,-1 1-1,1-1 1,0 1-1,-1 0 1,1 0 0,0 1-1,-1 0 1,1 0-1,0 0 1,0 0 0,1 1-1,-1-1 1,0 1-1,1 1 1,0-1 0,0 1-1,0-1 1,-3 4-7,-26 31 19,2 0-1,2 3 1,1 0 0,3 2 0,1 0 0,2 2-1,2 1 1,2 0 0,2 1 0,-9 47-19,-12 147 296,36-236-286,1-1 1,-1 1-1,1 0 0,0-1 1,0 1-1,1 0 0,0-1 1,-1 1-1,1 0 0,1-1 1,-1 1-1,1-1 0,0 0 1,0 1-1,0-1 0,0 0 1,1 0-1,0 0 1,-1-1-1,2 1 0,-1-1 1,0 1-1,1-1 0,-1 0 1,1 0-1,0-1 0,0 1 1,0-1-1,4 2-10,3 2 4,1-2 1,-1 1-1,1-1 0,-1-1 1,1 0-1,0-1 0,0 0 1,1-1-1,-1-1 0,0 1 1,0-2-1,0 0 1,0 0-1,0-1 0,0-1 1,0 0-1,0 0 0,0-1 1,-1-1-1,0 0 0,0 0 1,0-1-1,-1-1 0,8-6-4,12-9-1,-1-2 0,-1-1 0,-1-1 0,-1-2-1,-2 0 1,-1-2 0,9-15 1,131-238-76,-33 73-2802,-90 156-1466</inkml:trace>
  <inkml:trace contextRef="#ctx0" brushRef="#br0" timeOffset="64318.604">9904 2212 28102,'0'0'1987,"0"0"-1229,0 0-276,2-26 12,6-169 199,-7 184-684,-1 1 0,0-1 0,-1 1 0,0-1 0,-1 1 0,0 0 0,0-1 0,-1 1 0,-1 0 0,1 1 0,-2-1 0,1 0 0,-1 1 0,-1 0 0,0 0 0,0 1 0,-1 0-1,0 0 1,0 0 0,0 1 0,-1 0 0,-1 0 0,1 1 0,-1 0 0,0 1 0,0 0 0,-1 0 0,-1 0-9,-3 3 0,1 0 0,-1 0 0,0 2 0,1 0 0,-1 0 0,1 1 0,-1 1 0,1 0 0,-1 1 0,1 1 0,0 0 0,0 0 0,1 1 0,-1 1 0,1 0 0,0 1 0,1 0 0,0 1 0,0 0 0,0 1 0,0 1 0,-21 20 0,1 2 0,1 1 0,2 1 0,1 1 0,-17 32 0,23-36 0,2 1 0,1 1 0,1 1 0,2 0 0,1 2 0,2-1 0,1 1 0,2 1 0,2 0 0,1 0 0,1 11 0,4-43-2,0-1 1,0 0-1,1 0 1,-1 1-1,1-1 1,0 0-1,0 1 1,1-1-1,-1 0 1,1 1-1,0-1 1,0 0-1,0 0 1,1 0-1,-1 0 1,1 0-1,0 0 1,0 0-1,1-1 1,-1 1-1,1-1 1,0 1-1,0-1 1,0 0-1,0 0 0,0-1 1,1 1-1,-1 0 1,1-1-1,0 0 1,0 0-1,-1 0 1,1-1-1,1 1 1,-1-1-1,0 0 1,0 0-1,0 0 1,1 0-1,-1-1 1,0 0-1,1 0 1,2 0 1,25 3-16,-1-2 1,1 0 0,0-3 0,-1 0-1,1-2 1,-1-1 0,0-2 0,0-1-1,-1-1 1,0-2 0,-1 0 0,0-3 0,-1 0-1,27-18 16,15-20-794,-2-3-1,-3-3 1,-2-2-1,27-37 795,-18 16-5729</inkml:trace>
  <inkml:trace contextRef="#ctx0" brushRef="#br0" timeOffset="64652.577">10879 2109 28878,'0'0'1352,"0"0"-839,0 0-85,0 0 184,0 0 24,14-20-333,43-69-258,-53 81-45,-1 0 0,-1 0 0,1 0 0,-1 0 0,-1-1 0,0 1 0,0 0 0,0-1 0,-1 1 0,0-1 0,-1 1 0,0 0 0,0-1 0,-1 1 0,0 0 0,-1 0 0,1 0 0,-2 0 0,1 0 0,-3-4 0,1 3 0,-1 1 0,0-1 0,0 1 0,0 0 0,-1 0 0,-1 1 0,1 0 0,-1 0 0,0 1 0,-1 0 0,1 1 0,-1 0 0,0 0 0,0 0 0,-1 1 0,0 1 0,1 0 0,-1 0 0,0 1 0,-1 0 0,1 0 0,0 1 0,0 1 0,-1 0 0,1 0 0,0 1 0,0 0 0,0 1 0,0 0 0,0 1 0,-1 0 0,-7 5 0,0 1 0,1 0 0,0 2 0,1-1 0,0 2 0,0 0 0,2 1 0,-1 1 0,2 0 0,0 1 0,-8 11 0,-3 5 0,1 1 0,1 1 0,2 1 0,1 0 0,2 2 0,2 0 0,1 0 0,1 2 0,3 0 0,1 0 0,1 0 0,3 1 0,-1 23 0,6-58 0,0 0 0,0 0 0,0 0 0,0 0 0,1 0 0,-1 0 0,1 0 0,0 0 0,1 0 0,-1-1 0,0 1 0,1 0 0,0-1 0,0 1 0,0-1 0,1 0 0,-1 0 0,1 0 0,-1 0 0,1 0 0,0 0 0,0-1 0,0 1 0,1-1 0,-1 0 0,0 0 0,1 0 0,0 0 0,-1-1 0,1 1 0,0-1 0,0 0 0,0 0 0,0-1 0,0 1 0,0-1 0,19 6 0,1-1 0,-1-2 0,0 0 0,1-1 0,0-2 0,-1 0 0,1-2 0,0 0 0,-1-2 0,0-1 0,0 0 0,0-2 0,-1 0 0,0-2 0,0 0 0,1-2 0,146-86-1083,-107 53-971</inkml:trace>
  <inkml:trace contextRef="#ctx0" brushRef="#br0" timeOffset="61335.45">4183 5735 29470,'0'0'840,"0"0"-215,0 0-305,0 0-184,77 114-72,-77-68-64,0 5-200,-42 22-488,5-10-913,-7-9-1864</inkml:trace>
  <inkml:trace contextRef="#ctx0" brushRef="#br0" timeOffset="61719.037">3694 6384 25501,'0'0'3092,"0"0"-1780,0 0-726,0 0-273,0 0-69,29-15-51,189-101-69,-38 33-106,-152 81-18,-19 10 2,-10 1 7,-1-1-1,0 0 1,0 0-1,0 0 0,-1 0 1,0 0-1,-1 0 1,0-1-1,0 1 1,0-1-1,-1 0 0,0 0 1,-1-1-1,0 0 1,1 0-1,-5 3-8,-5 8 17,-420 451 158,427-454-376,28-26-14,57-46-342,-60 42 526,0 0-1,2 2 1,-1 0 0,2 2 0,0 0-1,0 1 1,1 1 0,1 1 0,0 0-1,0 2 1,0 1 0,19-3 31,-38 9 21,0 0 1,0 0-1,0 0 1,0 0-1,0 0 1,0 1-1,-1 0 1,1-1-1,0 1 1,-1 0-1,1 0 1,0 1-1,-1-1 0,1 0 1,-1 1-1,0 0 1,1-1-1,-1 1 1,0 0-1,0 0 1,0 1-1,0-1 1,0 0-1,-1 0 1,1 1-1,-1-1 1,0 1-1,1 0 1,-1-1-1,0 1 1,-1 0-1,2 1-21,7 99 245,-9-89-240,-1 11-13,17 85-532,-15-109 462,1 1 0,0-1 1,0 0-1,0 1 0,0-1 0,0 0 0,0 0 0,0 0 0,0-1 0,0 1 1,0 0-1,0-1 0,1 1 0,-1-1 0,0 0 0,0 0 0,1 0 0,-1 0 1,0 0-1,0 0 0,1-1 0,-1 1 0,0-1 0,0 1 0,0-1 1,0 0-1,1 0 0,-1 0 0,-1 0 0,1 0 0,0-1 0,0 1 0,0-1 78,46-32-3379,-1-11-6726</inkml:trace>
  <inkml:trace contextRef="#ctx0" brushRef="#br0" timeOffset="61932.416">4547 6327 25053,'0'0'2286,"0"0"-751,0 0-639,0 0-412,0 0-130,-22 13-114,-71 46-88,87-55-136,-1-1-1,2 2 1,-1-1-1,0 1 1,1 0 0,0 0-1,0 0 1,1 1-1,-1 0 1,1-1 0,1 2-1,-1-1 1,1 0 0,0 1-1,0 0 1,1-1-1,0 1 1,0 0 0,0 0-1,1 0 1,0 0-1,1 1 1,0-1 0,0 1-16,1-5 3,1 0 0,0 0 0,-1 0 0,1 0 0,1 0 0,-1-1 0,0 1 0,1-1 0,-1 1 0,1-1 0,0 0 1,0 0-1,0 0 0,0 0 0,0-1 0,0 1 0,0-1 0,0 0 0,1 0 0,-1 0 0,1 0 0,-1 0 0,0-1 0,1 0 0,-1 0 0,1 0 1,-1 0-1,1 0 0,-1 0 0,1-1 0,-1 0 0,1 0 0,1-1-3,10 2-9,-1-1-86,1-1 1,-1 0-1,-1-1 1,1-1-1,0 0 1,-1-1-1,0 0 1,0-1-1,0 0 1,-1-1-1,1-1 0,7-6 95,-1 1-347,46-29-1400</inkml:trace>
  <inkml:trace contextRef="#ctx0" brushRef="#br0" timeOffset="62149.858">5011 5966 21293,'0'0'6481,"-1"21"-4141,-18 311-637,-24 695-753,41-1017-1287,2-45-1232,0 30 1131,0-35-3387</inkml:trace>
  <inkml:trace contextRef="#ctx0" brushRef="#br0" timeOffset="62334.284">5154 6566 30807,'0'0'784,"0"0"-112,0 0-456,140 25-208,-81-25-8,-8-8-600,-12-9-1937</inkml:trace>
  <inkml:trace contextRef="#ctx0" brushRef="#br0" timeOffset="59017.553">498 6477 28942,'0'0'1336,"0"0"-631,0 0-249,0 0-32,0 0-48,0 0-72,123-20-176,-57-4-80,6-1-32,5-5-16,28-11-296,-17 7-472,-16 1-2105</inkml:trace>
  <inkml:trace contextRef="#ctx0" brushRef="#br0" timeOffset="60518.296">371 6015 29878,'0'0'631,"-5"21"-187,-72 258 850,46-170-1191,6 0-1,4 2 1,6 0 0,-2 89-103,17-195 3,0 0 0,0-1 0,1 1-1,-1-1 1,1 1 0,0-1 0,0 0 0,0 1 0,0-1 0,1 0 0,0 0 0,0 0 0,0 0 0,1 0 0,-1 0 0,1 0 0,0-1 0,0 1 0,0-1 0,0 0 0,0 0 0,1 0 0,0-1 0,-1 1 0,1-1-1,0 0 1,0 0 0,0 0 0,1 0 0,-1-1 0,0 0 0,1 1 0,-1-2 0,1 1 0,-1 0 0,1-1 0,1 0-3,18 1 0,0-2 0,0 0 0,0-1 0,0-2 0,0 0 0,-1-2 0,0 0 0,0-2 0,0 0 0,-1-2 0,18-10 0,-35 18 0,506-250-1579,-387 185-1867</inkml:trace>
  <inkml:trace contextRef="#ctx0" brushRef="#br0" timeOffset="59385.833">1728 5822 28014,'0'0'2743,"0"0"-1875,0 0-594,0 23 130,-5 163 57,-16 13-493,-8-1 0,-29 86 32,56-278-1142,9-32-1002,7-12-2849</inkml:trace>
  <inkml:trace contextRef="#ctx0" brushRef="#br0" timeOffset="59569.704">1960 6112 29614,'0'0'929,"0"0"-393,60 130-208,-32-71 40,3 0-112,-1-3-144,1-5-112,-2-10-80,-1-11-208,12-28-288,-8-2-865,-3-12-4176</inkml:trace>
  <inkml:trace contextRef="#ctx0" brushRef="#br0" timeOffset="59774.841">2322 6011 16388,'0'0'13706,"0"0"-12849,-90 111-417,48-54-128,1 4-80,1 4-200,5-2-32,7 10-288,8-17-488,9-21-1713</inkml:trace>
  <inkml:trace contextRef="#ctx0" brushRef="#br0" timeOffset="59967.336">2629 5838 30198,'0'0'1145,"0"112"-569,-2-33-112,-11 12-80,2-1-384,-5-1 0,3-6 0,-2-4 0,-1-8 0,-1 4 0,1-18-640,1-19-1329</inkml:trace>
  <inkml:trace contextRef="#ctx0" brushRef="#br0" timeOffset="60818.267">2997 5670 31311,'0'0'672,"0"0"-568,0 0-72,0 0 80,0 0 40,121 30-40,-86 7-48,-2 20-8,-5 30 72,-13 33-104,-10 34-24,-5 10 0,-11-10 0,-9-36 0,5-35 0,-1-2-72,8-28-944,-1-11-1713</inkml:trace>
  <inkml:trace contextRef="#ctx0" brushRef="#br0" timeOffset="61068.471">2883 6765 31383,'0'0'736,"0"0"-384,116-53-168,-54 27-104,38-12-80,-16 7-512,-12 3-1753</inkml:trace>
  <inkml:trace contextRef="#ctx0" brushRef="#br0" timeOffset="67807.826">14226 1752 24221,'0'0'5449,"0"0"-4010,0 0-1131,0 0 92,0 0 90,15-16-179,125-119-162,-70 81-149,-2-4 0,-3-2 0,-3-3 0,-2-3 0,35-53 0,-75 92 0,-21 27 0,1 0 0,0 0 0,0 1 0,0-1 0,0 0 0,-1 1 0,1-1 0,0 0 0,0 1 0,0-1 0,0 1 0,0-1 0,0 0 0,0 1 0,0-1 0,0 0 0,0 1 0,0-1 0,0 0 0,0 1 0,0-1 0,0 1 0,1-1 0,-1 0 0,0 1 0,0-1 0,0 0 0,0 0 0,1 1 0,-1-1 0,0 0 0,0 1 0,1-1 0,-1 0 0,0 0 0,1 1 0,-1-1 0,0 0 0,1 0 0,-1 0 0,0 0 0,1 1 0,-1-1 0,0 0 0,1 0 0,-1 0 0,0 0 0,1 0 0,-1 0 0,0 0 0,1 0 0,-1 0 0,1 0 0,-1 0 0,0 0 0,1 0 0,-1 0 0,0 0 0,1-1 0,-1 1 0,0 0 0,0 2 0,-8 114 0,4-94 0,1-1 0,1 1 0,0-1 0,2 1 0,1 0 0,0 0 0,2-1 0,0 1 0,2-1 0,0 0 0,1 0 0,7 13 0,-8-25 0,1-1 0,0 0 0,1-1 0,0 0 0,0 0 0,0 0 0,1-1 0,0 0 0,0 0 0,1-1 0,-1 0 0,1-1 0,0 0 0,1 0 0,-1-1 0,1 0 0,-1 0 0,1-1 0,0-1 0,0 0 0,0 0 0,0 0 0,0-2 0,-1 1 0,1-1 0,0-1 0,0 0 0,0 0 0,-1-1 0,1 0 0,-1 0 0,0-1 0,0 0 0,0-1 0,0 0 0,2-3 0,25-22 0,-2-2 0,-1-1 0,-2-2 0,-1-1 0,-2-1 0,-1-2 0,-3 0 0,-1-2 0,-1 0 0,-3-2 0,-1 0 0,-3-1 0,2-9 0,24-108 0,-53 245 0,-86 589 0,49-297 0,-33 80 0,74-423 0,-53 161 0,60-192 0,1-1 0,0 1 0,-1-1 0,1 1 0,-1-1 0,1 0 0,-1 1 0,0-1 0,0 0 0,0 0 0,0 1 0,1-1 0,-1 0 0,-1 0 0,1 0 0,0 0 0,0 0 0,0-1 0,0 1 0,-1 0 0,1 0 0,0-1 0,-1 1 0,1-1 0,-1 1 0,1-1 0,-1 0 0,1 1 0,0-1 0,-1 0 0,1 0 0,-1 0 0,1 0 0,-1 0 0,1 0 0,-1-1 0,1 1 0,-1 0 0,1-1 0,-1 1 0,1-1 0,0 0 0,-1 1 0,1-1 0,0 0 0,0 0 0,0 0 0,-1 0 0,1 0 0,0 0 0,0 0 0,0 0 0,0 0 0,1 0 0,-1-1 0,0 1 0,0 0 0,1 0 0,-1-1 0,1 1 0,-1-1 0,1 1 0,-1-1 0,-7-27 0,0-1 0,2 0 0,2 1 0,0-2 0,2 1 0,1 0 0,2-1 0,0 1 0,3 0 0,0-3 0,6-23 0,2 0 0,2 1 0,2 1 0,3 0 0,3 1 0,1 1 0,3 2 0,22-32 0,-19 42-482,1 2 1,2 1-1,2 1 0,1 2 1,24-16 481,-16 11-1233,10-8-2240</inkml:trace>
  <inkml:trace contextRef="#ctx0" brushRef="#br0" timeOffset="68252.053">13753 646 2256,'0'0'23526,"0"0"-21430,0 0-448,125-32-976,-57 16-95,13-3-177,2 1-128,3 0-104,-10 4-80,-6 6-88,-2 8-120,-19 0-608,-19 0-1801</inkml:trace>
  <inkml:trace contextRef="#ctx0" brushRef="#br0" timeOffset="68732.775">14562 906 20380,'0'0'7145,"0"0"-4920,0 0-1621,-1 17-13,-28 205 812,-10-65-1071,10-50-314,5 1 0,5 1 0,4 0 0,4 22-18,11-119-25,-1-8-35,0-1 0,1 0 0,-1 0 1,1 1-1,0-1 0,0 0 0,0 1 1,0-1-1,1 0 0,-1 1 0,1-1 1,0 0-1,0 0 0,0 1 1,0-1-1,0 0 0,1 0 0,0 0 1,-1-1-1,1 1 0,0 0 0,0-1 1,1 1-1,-1-1 0,0 0 0,2 2 60,18-2-2135</inkml:trace>
  <inkml:trace contextRef="#ctx0" brushRef="#br0" timeOffset="69033.913">16276 644 31279,'0'0'752,"0"0"-552,-70 146-32,37-42 192,4 38-352,12 34-8,8 11 0,9-11 0,-2-20 0,-3-30 0,-3-24 0,-3-25 0,0-23 0,-9-7-328,5-12-1032,-7-11-2017</inkml:trace>
  <inkml:trace contextRef="#ctx0" brushRef="#br0" timeOffset="69566.795">13810 762 27790,'0'0'1623,"-3"19"-1012,-60 170 470,-55 40-645,10 6 0,10 3-1,-27 120-435,123-350 7,-8 23 35,1 1 0,1 0 0,2 0 0,1 1 0,1 0 0,2 0 0,2 0 0,2 16-42,0-43 0,0 0 1,0-1-1,1 1 0,0 0 1,1-1-1,-1 0 0,1 0 1,0 0-1,0 0 0,1-1 1,-1 1-1,1-1 0,0 0 1,0 0-1,0-1 0,1 0 1,-1 0-1,1 0 0,0 0 1,0-1-1,0 0 0,0 0 1,0-1-1,0 0 0,0 0 1,1 0-1,-1-1 0,0 1 1,1-2-1,-1 1 0,0-1 1,0 0-1,1 0 0,-1-1 1,0 1-1,2-2 0,60-9 0,0-3 0,-1-3 0,-1-3 0,-1-2 0,53-28 0,-55 24 0,431-175-572,-393 164-944</inkml:trace>
  <inkml:trace contextRef="#ctx0" brushRef="#br0" timeOffset="69950.368">16311 780 30711,'0'0'764,"0"0"-460,0 0-226,0 0-46,21-16 7,-8 6-32,-3 2-2,0 0-1,0 0 0,0 1 0,1 1 1,0 0-1,1 0 0,-1 1 0,1 1 1,0 0-1,0 1 0,1 0 0,-1 0 1,0 2-1,8-1-4,-3 1 0,24-1-15,0 2 0,0 2 1,0 1-1,0 3 0,12 3 15,-43-7 0,0 1-1,0 0 1,0 1 0,-1-1-1,0 2 1,0-1-1,0 1 1,0 1-1,-1 0 1,0 0 0,0 0-1,0 1 1,-1 0-1,0 1 1,0 0-1,-1 0 1,0 0-1,-1 1 1,1-1 0,-2 1-1,1 1 1,-1-1-1,-1 1 1,1 2 0,2 18 80,-1 1 1,-2 0-1,-1 1 0,-2-1 1,-1 0-1,-1 0 0,-1 0 1,-6 19-81,-108 547 213,100-497-249,11-48-56,-3 0-1,-2-1 0,-3 0 0,-1-1 0,-12 22 93,8-38-1476</inkml:trace>
  <inkml:trace contextRef="#ctx0" brushRef="#br0" timeOffset="70210.605">16247 2265 30911,'0'0'1448,"0"0"-1296,119-18 16,-49-3-80,6-5-88,36-13 0,-18 5-472,-10 2-2041</inkml:trace>
  <inkml:trace contextRef="#ctx0" brushRef="#br0" timeOffset="71781.211">17376 1878 10802,'0'0'18996,"0"0"-18155,0 0-393,0 0-72,0 0 8,154-96-72,-111 78-200,3 0-104,-4 5-8,-7 5-184,-11 4-136,-15 4-320,-7 4-817,-2 7-887</inkml:trace>
  <inkml:trace contextRef="#ctx0" brushRef="#br0" timeOffset="72082.751">17580 1894 26846,'0'0'1541,"-19"31"-436,-250 398 727,-182 267-1249,432-666-606,-1 1-4,26-40-913,104-138-2344,-53 69-912</inkml:trace>
  <inkml:trace contextRef="#ctx0" brushRef="#br0" timeOffset="72500.037">17740 1953 26662,'0'0'1224,"0"0"-244,0 0-293,0 0-191,0 0-22,-4 21-129,2-14-320,-1 10 14,-1 1 0,-1-1 0,-1 0 0,0-1-1,-1 1 1,-1-1 0,-1-1 0,-1 2-39,-171 260 435,172-251-406,32-25 7,92-55-26,-104 47-13,1-1 1,-1 2-1,1-1 1,1 2 0,-1-1-1,1 2 1,0 0-1,0 0 1,0 1-1,1 1 1,8-1 2,-20 5 0,1 0 0,-1 0 0,0 0 0,1 0-1,-1 0 1,0 0 0,0 1 0,-1-1 0,1 1 0,0-1 0,-1 1 0,0 0 0,1 0 0,-1 0 0,0-1 0,0 1 0,-1 0 0,1 0 0,-1 0-1,1 0 1,-1 0 0,0 1 0,0-1 0,0 0 0,-1 0 0,1 0 0,-1 0 0,0 0 0,1 0 0,-2 0 0,2 11 4,-1 8-12,-1 0 0,-1 0 0,-1-1 0,-1 1 0,-1-1 0,0 0 0,-2 0 0,-1-1 0,0 0 0,-1 0 0,-2-1 0,0-1 0,0 0 0,-2 0 0,0-2 0,-1 1-1,-1-2 1,0 0 0,-1-1 0,-1-1 0,0 0 0,-1-1 0,0-1 0,-10 3 8,12-7-81,0-1-1,0-1 1,0 0-1,-1-2 1,1 0-1,-1-1 1,0-1-1,0 0 1,0-1 81,14 0 6,1 0 0,-1 0 1,1 0-1,0-1 1,-1 1-1,1-1 1,0 0-1,-1 0 1,1 0-1,0 0 0,0-1 1,0 1-1,0-1 1,0 0-1,0 0 1,1 0-1,-1 0 1,0 0-1,1-1 0,0 1 1,-1-1-1,1 1 1,0-1-1,1 0 1,-1 0-1,0 0 1,1 0-1,-1 0 0,1 0 1,0-1-1,0 1 1,1 0-1,-1-1 1,0 1-1,1 0 1,0-1-1,0 1 0,0 0 1,0-1-1,1 1 1,-1-1-1,1 0-6,2-3 17,-1 1 1,1-1-1,0 0 0,1 1 0,0 0 0,0-1 0,0 2 0,1-1 0,-1 0 1,2 1-1,-1 0 0,0 0 0,1 0 0,0 1 0,0 0 0,0 0 1,1 1-1,-1-1 0,1 1 0,0 1 0,6-2-17,-10 2 3,104-45-86,3 4 0,57-12 83,-26 9-1717,-28 5-4655</inkml:trace>
  <inkml:trace contextRef="#ctx0" brushRef="#br0" timeOffset="74004.71">13538 3279 21133,'0'0'4683,"30"8"-2869,339 88 1208,-228-75-2632,1-6 1,0-6-1,1-6 1,80-11-391,485-66 501,-479 45-461,1542-167-55,-1380 154-1489,-287 26-1222</inkml:trace>
  <inkml:trace contextRef="#ctx0" brushRef="#br0" timeOffset="78714.5">16679 4808 27326,'0'0'1472,"0"0"-856,0 0-24,0 0-224,-17 106-199,34-88-169,14-6-553,6-12-2631</inkml:trace>
  <inkml:trace contextRef="#ctx0" brushRef="#br0" timeOffset="78997.578">17332 4776 28598,'-22'15'1279,"-283"186"-565,-184 98-2219,471-285 1727,58-23 44,-37 8-279,554-168 1151,-259 90-1058,-250 79-1962,-44 11-3282</inkml:trace>
  <inkml:trace contextRef="#ctx0" brushRef="#br0" timeOffset="79380.409">16666 5575 29758,'0'0'846,"-10"26"-273,-122 362 673,116-339-1228,-23 124-248,58-210-132,-17 32 384,27-58-1013,3 1-1,2 1 1,3 2 0,2 1 0,3 3 0,2 1-1,3 2 1,37-31 991,-79 78 180,-1 1-1,1-1 1,1 1-1,-1 0 1,0 0-1,1 0 1,0 1-1,0 0 1,0 0-1,0 0 1,1 1-1,-1 0 1,1 0-1,-1 1 1,1-1-1,-1 1 1,1 1-1,0 0 1,0 0-1,-1 0 1,1 0-1,0 1 1,-1 0-1,1 1 1,0 0-1,-1 0 1,0 0-1,1 1 1,-1-1-1,1 2-179,2 10 128,-1-1-1,-1 1 1,-1 1 0,0-1-1,0 1 1,-1 0-1,-1 0 1,-1 0 0,0 1-1,-1 0 1,-1-1-1,0 1 1,-1 0-1,-1-1 1,-1 4-128,3-1-21,-1 0 0,-1 0 0,0 0 0,-2 0 0,0 0 0,-1 0 0,-1-1 0,0 1 0,-1-1 0,-1-1 0,-1 1 0,0-1 0,-2-1 0,1 1 0,-2-2 0,0 1 0,-7 6 21,15-18-145,0-1 1,0 0 0,0 0-1,0 0 1,0 0 0,0 0-1,0-1 1,-1 0 0,1 1-1,-1-1 1,1 0 0,-1-1-1,1 1 1,-1 0-1,1-1 1,-1 0 0,0 0-1,1 0 1,-1-1 0,0 1-1,1-1 1,-1 0 0,1 1-1,-1-2 1,1 1 0,0 0-1,-1-1 1,1 1 0,0-1-1,-3-2 145,-23-23-5564</inkml:trace>
  <inkml:trace contextRef="#ctx0" brushRef="#br0" timeOffset="79648.142">16762 5771 21677,'0'0'3655,"0"0"-1485,0 0-955,0 0-458,0 0-195,0 0-90,7 8-115,-4-6-347,-1 0 0,0 1 0,0-1 0,0 1 0,-1 0 1,1-1-1,-1 1 0,1 0 0,-1 0 0,0 0 0,0 0 0,0 0 0,0 0 0,-1 0 0,1 0 0,-1 1 0,0-1 0,0 0 0,0 0 0,0 0 0,-1 1 0,1-1 0,-1 0 0,0 0 0,0 0 0,0 0 1,0 0-1,0 0 0,-1 0 0,0 0-10,-15 31 33,-30 97 50,48-130-81,1 1 0,0-1 1,0 0-1,0 0 0,0 0 0,0 0 1,0 0-1,0 0 0,0 0 1,0 0-1,0-1 0,1 1 0,-1-1 1,0 0-1,0 0 0,1 0 1,-1 0-1,0 0 0,0 0 1,1 0-1,-1-1 0,0 1 0,0-1 1,0 0-1,1 1 0,-1-1 1,0 0-1,0 0 0,0-1 0,-1 1 1,1 0-1,1-2-2,137-87-511,-64 32-882,-7 1-1581</inkml:trace>
  <inkml:trace contextRef="#ctx0" brushRef="#br0" timeOffset="79913.918">17411 5611 28502,'0'0'1096,"0"0"-544,0 0-151,0 106-97,-4-76-168,-3-6-136,3-5-40,2-7-240,-1-12-177,3 0-311,0-8-3049</inkml:trace>
  <inkml:trace contextRef="#ctx0" brushRef="#br0" timeOffset="80181.982">17690 5471 28590,'0'0'1584,"0"0"-839,0 118-121,0-61-32,-3 6-240,-8 4-216,-4 6-136,-18 30-208,0-18-592,0-12-4769</inkml:trace>
  <inkml:trace contextRef="#ctx0" brushRef="#br0" timeOffset="80731.146">18439 4703 26494,'0'0'1488,"0"0"-632,0 0-64,0 0-216,0 0-167,0 0-241,62 105-96,-62-75-72,-22 21-200,-13-8-513,-11 3-1543</inkml:trace>
  <inkml:trace contextRef="#ctx0" brushRef="#br0" timeOffset="81198.58">17779 5287 24933,'0'0'1830,"0"0"-571,0 0-470,25-10-202,363-141 579,-201 84-901,-184 70-241,-5 4-12,0 0 0,-1 0 1,1 0-1,-1 0 0,-1-1 0,0 0 0,0 0 0,0 0 0,0 0 0,-1 0 0,0-1 0,0 0 0,-6 5-12,-11 14 29,-399 486-325,434-513 29,39-27-224,-40 21 313,1 1 0,0 0 1,1 1-1,0 1 0,0 0 1,0 1-1,1 0 0,0 1 0,-1 0 1,1 2-1,5-1 178,-19 4 39,1 0 0,-1-1 0,1 1 0,-1 0-1,1 0 1,-1 0 0,0 1 0,0-1 0,1 0 0,-1 0 0,0 1 0,0-1 0,0 0 0,0 1-1,-1-1 1,1 1 0,0 0 0,-1-1 0,1 1 0,-1-1 0,1 1 0,-1 0 0,0 0-1,0-1 1,1 1 0,-1 0 0,-1-1 0,1 1 0,0 0 0,0-1 0,-1 1 0,1 0 0,0-1-1,-1 1 1,0 0-39,1 8 195,-3 14 46,0 0-1,-2 0 1,0-1-1,-2 0 1,0 0-1,-2-1 1,0 1-1,-3 1-240,-29 79 202,35-82-201,-1-4-21,1 0 1,1 0-1,1 1 1,1-1-1,0 1 1,1 0-1,1 0 1,1 0-1,0 0 20,23-24-514,51-83-1507,-31 29 322,-3 2-2039</inkml:trace>
  <inkml:trace contextRef="#ctx0" brushRef="#br0" timeOffset="81480.641">18498 5317 12171,'0'0'13867,"0"0"-10439,0 0-2726,0 0-13,-5 19-201,-24 118 0,31 119-327,-2-255-186,0 1 0,0-1 0,0 0 0,0 1 0,0-1 0,0 0 0,0 1 0,1-1 0,-1 0 1,0 0-1,1 1 0,-1-1 0,1 0 0,-1 0 0,1 0 0,0 1 0,-1-1 0,1 0 1,0 0-1,0 0 0,0 0 0,0-1 0,0 1 0,0 0 0,0 0 0,0 0 0,0-1 1,0 1-1,0 0 0,1-1 0,-1 1 0,0-1 0,0 0 0,1 1 0,-1-1 0,0 0 1,0 0-1,1 0 0,-1 0 0,0 0 0,1 0 0,-1 0 0,0 0 0,1 0 0,-1-1 0,0 1 1,0-1-1,1 1 0,-1-1 25,51-39-5801,-29 9-11130</inkml:trace>
  <inkml:trace contextRef="#ctx0" brushRef="#br0" timeOffset="81782.258">18816 4806 27638,'0'0'1643,"0"0"-903,0 17-145,20 690 1556,-51-103-2151,14-298 0,16-512-1658,-5 135-437</inkml:trace>
  <inkml:trace contextRef="#ctx0" brushRef="#br0" timeOffset="82030.66">18959 5471 28174,'0'0'2112,"0"0"-1679,0 0 191,0 0-248,118 79-104,-90-54-232,3 3-40,17 5-368,-6-7-889,-3-8-4584</inkml:trace>
  <inkml:trace contextRef="#ctx0" brushRef="#br0" timeOffset="82382.776">19967 5554 28782,'0'0'907,"0"0"-412,-2-18-4,0 1-341,-26-88 500,26 98-637,-1 1 1,1 0 0,-1 0-1,-1 0 1,1 0-1,-1 1 1,0-1 0,0 1-1,-1 0 1,1 0 0,-1 0-1,-1 1 1,1 0-1,0 0 1,-1 0 0,0 0-1,0 1 1,0 0-1,0 0 1,0 1 0,-1 0-1,1 0 1,-1 0 0,0 1-1,1 0 1,-1 0-1,0 1 1,0 0 0,1 0-1,-1 0 1,0 1 0,0 0-1,-3 2-13,-7 8 33,1 0 1,1 2-1,0 0 0,1 1 0,0 0 1,1 1-1,1 1 0,1 0 0,0 0 1,0 1-1,2 1 0,0 0 0,1 0 1,-1 6-34,0-3 24,0 1 0,2 0 0,0 0 0,1 1 0,2 0 0,0 0 0,1 0 0,1 0 0,2 0 0,0 1 0,2-1 0,1 11-24,0-26 2,0-1 0,1 0 0,-1 0 1,1-1-1,0 1 0,1-1 0,0 0 1,0 0-1,0 0 0,1-1 0,-1 0 0,1 0 1,1 0-1,-1-1 0,1 0 0,-1 0 1,1-1-1,0 1 0,1-2 0,-1 1 1,0-1-1,1 0 0,-1 0 0,1-1 1,0 0-1,-1-1 0,1 1 0,0-1 0,0-1 1,-1 0-1,1 0 0,0 0 0,-1-1 1,1 0-1,-1-1 0,0 1 0,0-1 1,0-1-1,0 1 0,1-2-2,13-12-28,0 0 0,-1-2 0,-1 0 1,-1-1-1,-1-1 0,-1-1 0,0 0 0,-2-1 0,0 0 1,-2-2-1,-1 1 0,6-21 28,24-39-1289,-12 29-1513</inkml:trace>
  <inkml:trace contextRef="#ctx0" brushRef="#br0" timeOffset="82747.764">20574 5672 29574,'0'0'1491,"0"0"-961,0-23-154,4-145 285,-2 28-526,-1 139-135,-1-1 0,0 1 0,0 0 0,0 0 0,0 0 0,0-1 0,0 1 0,0 0 0,0 0 0,-1 0 0,1-1 0,0 1 0,-1 0 0,1 0 0,-1 0 0,1 0 0,-1 0 0,1 0 0,-1 0 0,0 0 0,1 0 0,-1 0 0,0 0 0,0 0 0,0 0 0,0 0 0,0 1 0,0-1 0,0 0 0,0 1 0,0-1 0,0 1 0,0-1 0,-1 1 0,1 0 0,0-1 0,0 1 0,0 0 0,-1 0 0,1 0 0,0 0 0,0 0 0,0 0 0,-1 0 0,1 0 0,0 0 0,0 1 0,-53 33 0,23 2 0,3 2 0,0 1 0,3 1 0,1 2 0,3 0 0,1 1 0,2 1 0,-4 19 0,16-45 0,1 1 0,0 0 0,2 0 0,0 0 0,2 1 0,0-1 0,1 1 0,1-1 0,1 9 0,-1-24 0,0-1 0,0 1 0,1 0 0,-1-1 0,1 1 0,0-1 0,0 1 0,0-1 0,0 0 0,1 0 0,-1 0 0,1 0 0,-1 0 0,1 0 0,0-1 0,0 1 0,1-1 0,-1 0 0,0 0 0,1 0 0,-1-1 0,1 1 0,0-1 0,-1 0 0,1 0 0,0 0 0,0 0 0,0-1 0,0 1 0,0-1 0,0 0 0,-1 0 0,1-1 0,0 1 0,0-1 0,4-1 0,-3-2-38,1 0-1,-1-1 1,0 0-1,0 0 1,-1 0-1,1-1 1,-1 0-1,-1 1 1,1-1-1,-1-1 1,0 1-1,0 0 1,0-1 0,-1 0-1,0 1 1,-1-1-1,1 0 1,-1 0-1,-1 0 1,1 0-1,-1 0 1,0 0-1,-1 0 1,0 0-1,0-2 39,1-15-2279</inkml:trace>
  <inkml:trace contextRef="#ctx0" brushRef="#br0" timeOffset="74565.782">15158 4080 26966,'0'0'3392,"0"0"-2703,0 0-289,0 0-160,0 0 264,0 0-48,0 85-336,0-32-120,0 8 0,0 4 0,0 6 0,-9 0 0,-8 8-576,3-20-1104,1-19-3466</inkml:trace>
  <inkml:trace contextRef="#ctx0" brushRef="#br0" timeOffset="74848.752">14908 4506 29102,'0'0'904,"0"0"-343,-2 115-73,26-76 16,13-11-104,11-15-80,9-13-64,3 0-112,-3-17-88,-5-15-56,-6-1-160,-6-17-472,-16 11-840,-11 5-4458</inkml:trace>
  <inkml:trace contextRef="#ctx0" brushRef="#br0" timeOffset="75707.015">13308 4761 30078,'0'0'642,"0"0"-198,-28-13-95,-94-37-33,112 47-283,-1 0-1,1 1 0,-1 1 0,0 0 1,0 0-1,0 1 0,1 0 0,-1 1 0,0 0 1,0 0-1,1 1 0,-1 1 0,1 0 0,-1 1 1,1-1-1,0 2 0,1 0 0,-1 0 0,1 0 1,-5 5-33,-24 15 22,2 1 1,0 2-1,2 2 1,1 1-1,1 1 1,2 2 0,2 1-1,1 2 1,1 0-1,3 2 1,1 0-1,1 2 1,-6 22-23,21-53 0,1 0 0,1 1 0,0 0 0,0-1 0,1 1 0,1 1 0,-1-1 0,2 0 0,0 0 0,0 1 0,1-1 0,0 1 0,1-1 0,0 0 0,1 1 0,0-1 0,1 0 0,1 0 0,-1 0 0,2-1 0,1 4 0,3-5 0,0 0 0,1-1 0,1-1 0,-1 1 0,1-1 0,0-1 0,0 0 0,1-1 0,0 0 0,4 1 0,62 31 0,-75-35 0,1 0 0,-1 0 0,0 1 0,1 0 0,-1 0 0,-1-1 0,1 2 0,0-1 0,-1 0 0,1 0 0,-1 1 0,0 0 0,0-1 0,0 1 0,-1 0 0,1 0 0,-1 0 0,0 0 0,0 0 0,-1 0 0,1 0 0,-1 0 0,0 0 0,0 0 0,0 1 0,0-1 0,-1 0 0,0 0 0,0 0 0,0 0 0,-1 4 0,-68 110 0,-125 127 0,191-240 0,1 1 0,-1-1 0,1 1 0,1 0 0,-1 0 0,1 1 0,0-1 0,1 0 0,-1 1 0,1-1 0,0 1 0,1-1 0,0 1 0,0 0 0,55 38 0,-28-31 0,-12 2 0,-1 0 0,-1 1 0,0 0 0,-1 1 0,-1 0 0,-1 1 0,-1 0 0,0 1 0,-2 0 0,0 0 0,-1 1 0,-1 0 0,-1 0 0,1 21 0,0-20 0,20 117 0,-6 0 0,-6 1 0,-6 0 0,-6 1 0,-11 60 0,-94 460 0,87-581 0,5-106 0,11-140-2881,1 74-5696</inkml:trace>
  <inkml:trace contextRef="#ctx0" brushRef="#br0" timeOffset="76248.264">13735 4956 30022,'0'0'1129,"0"0"-745,0 0 40,0 0 8,-133 65-80,106-45-328,3-1-24,-2 9 0,0 4 0,-3 5-64,3 6-432,4 11-184,9-11-721,8-9-767</inkml:trace>
  <inkml:trace contextRef="#ctx0" brushRef="#br0" timeOffset="76531.898">13573 5520 27526,'0'0'1336,"0"0"-176,46 162-383,-35-87-225,-4 4-112,-7-4-80,0-2-112,0-4-136,-5-10-112,-8-8 0,2-13-184,2-15-40,1-15-40,1-8 0,7-31-360,0-13-1025,0-5-1159</inkml:trace>
  <inkml:trace contextRef="#ctx0" brushRef="#br0" timeOffset="76837.671">14134 4976 16892,'0'0'8914,"0"0"-6325,0 0-1580,2 16-217,5 133 428,-7-138-1154,-1-10-63,0 0 0,1 0 0,-1 0 0,1-1 0,-1 1 0,1 0 1,-1 0-1,1 1 0,0-1 0,-1 0 0,1 0 0,0 0 0,0 0 1,0 0-1,0 0 0,0 0 0,0 0 0,0 0 0,0 0 1,1 1-1,-1-1 0,0 0 0,0 0 0,1 0 0,-1 0 0,1 0 1,-1 0-1,1 0 0,0-1 0,-1 1 0,1 0 0,0 0 0,-1 0 1,1 0-1,0-1 0,0 1 0,0 0 0,0-1 0,0 1 0,0-1 1,0 1-1,0-1 0,0 1 0,0-1 0,0 0 0,0 0 0,0 1 1,0-1-1,0 0 0,0 0 0,0 0 0,0 0 0,0 0 0,0 0 1,1 0-1,-1-1 0,0 1 0,0 0 0,0-1 0,0 1 0,0-1-3,128-91-25,-108 79 19,0 0 0,1 2 0,0 1 0,1 0 0,0 2-1,1 1 1,0 0 0,0 2 0,0 1 0,0 0 0,1 2 0,2 1 6,-24 1 4,1 0 1,0 0 0,-1 0 0,1 0-1,0 1 1,-1-1 0,1 1 0,-1 0-1,1 0 1,-1 0 0,0 1 0,1-1-1,-1 1 1,0 0 0,0-1-1,0 2 1,0-1 0,0 0 0,-1 1-1,1-1 1,-1 1 0,1-1 0,-1 1-1,0 0 1,0 0 0,0 0 0,0 1-1,-1-1 1,0 0 0,1 1 0,-1-1-1,0 1 1,0-1 0,-1 1-1,1-1 1,-1 1 0,0 0 0,0-1-1,0 1 1,0 2-5,-4 5-9,1 0 0,-2-1 1,1 1-1,-1-1 0,-1 1 0,0-1 0,0-1 1,-1 1-1,-1-1 0,1-1 0,-1 1 0,-1-1 0,1-1 1,-1 1-1,-1-2 0,1 1 0,-1-1 0,-9 4 9,-11 11-142,-76 46-1411,90-65 357,9-11-2994,4-13-6443</inkml:trace>
  <inkml:trace contextRef="#ctx0" brushRef="#br0" timeOffset="77115.948">14393 5264 10922,'0'0'7869,"0"0"-1888,0 0-3526,0 0-977,-9 22-438,-48 150 148,-9 132-994,63-299-428,1 1 0,-1-1-1,0 1 1,0-1 0,0 0 0,-1 0 0,1 0 0,-1 0 0,-1-1 0,1 0 0,-1 0 0,1 0 0,-1 0 0,0-1 0,0 0 0,-1 0 0,1 0 0,-1 0-1,0-1 235,-79-3-11526,39-20 3775,5-5 1629</inkml:trace>
  <inkml:trace contextRef="#ctx0" brushRef="#br0" timeOffset="77381.23">13784 5668 15771,'0'0'2901,"0"0"157,0 26 1166,3 165-1543,-1-162-2458,1-1 0,2 1 0,1-1 0,1 0 0,2-1 0,0 0 0,2 0-1,1 1-222,-11-27 4,-1 1 0,1-1 0,0 1 0,-1-1 0,1 1 0,0-1 0,0 1-1,0-1 1,0 0 0,0 1 0,0-1 0,1 0 0,-1 0 0,0 0 0,0 0-1,1 0 1,-1 0 0,1 0 0,-1 0 0,1-1 0,-1 1 0,1 0 0,0-1-1,-1 1 1,1-1 0,0 0 0,-1 0 0,1 0 0,0 1 0,-1-2 0,1 1-1,0 0 1,-1 0 0,1 0 0,0-1 0,-1 1 0,1-1 0,-1 1 0,1-1-1,0 0 1,-1 0 0,1 1 0,-1-1 0,0 0 0,1 0 0,-1 0 0,1-1-4,57-72 179,-44 52-160,9-12 18,2 1 0,1 1 1,1 1-1,2 2 1,0 1-1,2 1 1,2 2-1,0 1 0,1 1 1,2 3-1,0 0 1,1 3-1,0 1 0,1 2 1,1 2-1,1 1 1,31-4-38,-41 12 29,1 0 0,-1 3 0,0 0 0,0 2 0,0 1 0,0 2 0,25 6-29,-47-9 8,-1 1 0,1 0 0,-1 0 0,1 1 0,-1 0 1,0 0-1,-1 1 0,1 0 0,-1 0 0,0 1 1,0 0-1,-1 0 0,1 0 0,-1 1 0,-1 0 1,1 0-1,-1 1 0,-1 0 0,1 0 0,-1 0 0,-1 0 1,1 0-1,-2 1 0,1 0 0,-1-1 0,0 1 1,-1 0-1,1 7-8,-2-3 5,-1-1 1,0 1-1,0 0 1,-2-1-1,1 0 1,-1 1-1,-1-1 0,0 0 1,-1-1-1,-1 1 1,1-1-1,-2 0 1,1 0-1,-2-1 1,1 0-1,-1 0 1,-1-1-1,-3 3-5,-16 15-59,-1-1 0,-1-2 0,-1 0 0,-2-3-1,-13 7 60,17-12-240,0-1 0,-1-2-1,-1-1 1,0-2 0,0 0-1,-9-1 241,-60 9-4092,10-9-9992</inkml:trace>
  <inkml:trace contextRef="#ctx0" brushRef="#br0" timeOffset="77732.432">14299 5745 28294,'0'0'847,"0"0"-152,0 0-225,0 0-67,4 21-156,20 126-99,-24 16 32,3-161-182,0 0 1,0 1-1,0-1 0,0-1 0,1 1 1,-1 0-1,1-1 0,-1 0 1,1 0-1,-1 0 0,1 0 1,0 0-1,0-1 0,-1 1 0,1-1 1,0 0-1,0-1 0,0 1 1,-1 0-1,1-1 0,0 0 0,-1 0 1,1 0-1,-1 0 0,1-1 1,-1 0-1,1 1 0,-1-1 0,0 0 1,0-1-1,0 1 0,0-1 2,224-200-1165,-225 201 1200,0 0 1,0 0-1,0 0 0,1 1 1,-1-1-1,0 1 1,1-1-1,-1 1 0,1 0 1,-1 0-1,1 0 1,0 0-1,-1 1 0,1-1 1,0 1-1,0-1 1,-1 1-1,1 0 0,0 0 1,0 0-1,-1 1 1,1-1-1,0 1 1,-1-1-1,1 1 0,0 0 1,-1 0-1,1 0 1,-1 0-1,1 1 0,-1-1 1,0 1-1,1-1 1,-1 1-1,0 0 0,0 0 1,0 0-1,0 0 1,-1 0-1,1 0 0,0 0 1,-1 1-1,0-1 1,1 1-1,-1-1 0,0 1 1,0-1-1,-1 1 1,1 0-1,0-1 1,-1 3-37,27 144-784,-27-133-1445</inkml:trace>
  <inkml:trace contextRef="#ctx0" brushRef="#br0" timeOffset="78397.969">15785 5704 24797,'0'0'5617,"0"0"-4976,0 0-217,0 0-88,0 0-88,0 0-248,-141 124-120,98-81-704,8-9-5890</inkml:trace>
  <inkml:trace contextRef="#ctx0" brushRef="#br0" timeOffset="84151.45">13442 7729 27414,'0'0'1256,"0"0"-456,118-29-160,-52 1-167,8-3-193,3-3-280,19-23-32,-17 10-641,-17 1-1279</inkml:trace>
  <inkml:trace contextRef="#ctx0" brushRef="#br0" timeOffset="84430.399">14161 7118 19220,'0'0'9354,"0"0"-8354,0 0-168,-75 150-295,29-77-129,-18 22-128,-19 21-128,4-10-80,2-7-72,7-12-8,11-18-168,-26 28-184,10-11-721,14-24-1055</inkml:trace>
  <inkml:trace contextRef="#ctx0" brushRef="#br0" timeOffset="84679.283">13928 7710 3353,'0'0'25437,"0"0"-24693,167-10-160,-108 10-191,-15 0-225,-18 14-168,-11 3-289,-15-1-1167</inkml:trace>
  <inkml:trace contextRef="#ctx0" brushRef="#br0" timeOffset="84946.143">13146 8402 23645,'0'0'5668,"23"-10"-4234,198-106-736,101-74-698,-183 106 132,-57 46-533,-79 44 122,-47 79 157,29-66 115,-412 553 654,499-664-1127,-20 33-37,3 2-1,2 2 1,3 3 0,24-14 517,-84 66 0,4-4 42,1 0 0,0 1 0,0-1 0,0 1 0,1 1 0,-1-1 0,1 0 0,-1 1 0,1 0 0,0 1 0,0-1 0,0 1 0,0 0 0,0 1 0,4 0-42,3 53 810,-13-44-738,-22 119-168,51-173-2765,-8 7-283</inkml:trace>
  <inkml:trace contextRef="#ctx0" brushRef="#br0" timeOffset="85162.409">14277 8033 12051,'0'0'12990,"0"0"-9277,10 21-2877,-2-4-692,1-1-28,-2 1 0,1-1 0,-2 1 0,0 1-1,-2-1 1,1 1 0,-2 0 0,0 3-116,2 19 121,-2-1-1,-2 1 0,-1 0 0,-2 0 1,-2 0-1,-2 0 0,-1-1 1,-2 0-1,-2 0 0,-6 11-120,6-24 27,-2 0 0,0 0-1,-2-1 1,-1-1 0,-1 0-1,-1-1 1,-15 14-27,24-27-92,0-2 0,-1 1 0,0-1 1,-1 0-1,0-1 0,0 0 0,0-1 0,-1-1 0,0 1 0,0-2 0,0 0 0,-1 0 1,1-1-1,-1-1 0,0 0 0,0 0 0,0-1 0,-1-1 92,-11-2-2175</inkml:trace>
  <inkml:trace contextRef="#ctx0" brushRef="#br0" timeOffset="85430.651">15061 8726 21044,'0'0'9499,"0"0"-9323,0 0-176,0 0-513,-24 116 153,22-110-2168</inkml:trace>
  <inkml:trace contextRef="#ctx0" brushRef="#br0" timeOffset="85598.681">16363 7384 31543,'0'0'256,"0"0"-256,0 0-416,0 0 264,0 0 128,0 0-56,73 109-1321,-43-109-2792</inkml:trace>
  <inkml:trace contextRef="#ctx0" brushRef="#br0" timeOffset="85825.357">17014 7402 22341,'0'0'5826,"0"0"-4313,0 0-1073,-20 21 7,5-5-355,1-1-24,0 0 1,-2 0 0,1-2-1,-2 0 1,0 0 0,0-2-1,-1 0 1,-18 7-69,-712 272 193,715-270-131,40-15-49,57-3 106,-1-4 1,1-2-1,-1-4 0,0-1 0,53-17-119,-103 23 7,443-111-817,-426 103-1251,-19 4-2446</inkml:trace>
  <inkml:trace contextRef="#ctx0" brushRef="#br0" timeOffset="86312.784">16317 8288 19012,'-7'14'1486,"-76"163"8504,63-133-9877,1 0 1,3 1-1,2 1 1,2 1-1,1-1 1,3 2 0,2-1-1,1 25-113,22-94 7,21-71-3,-19 41-359,3 0 1,2 2-1,2 0 1,21-29 354,-39 66-178,0 1-1,0-1 0,2 1 1,-1 1-1,1 0 1,1 0-1,0 1 1,0 0-1,1 1 1,1 1-1,-1 0 1,1 0-1,0 1 1,1 1-1,12-4 179,-22 9 60,-1 1 0,1 0 0,-1 0 1,1 0-1,-1 1 0,0-1 0,1 1 0,-1 0 0,1 0 0,-1 0 0,0 1 0,0-1 0,0 1 0,0-1 1,0 1-1,0 0 0,0 0 0,0 0 0,-1 1 0,1-1 0,-1 1 0,0-1 0,1 1 0,-1 0 0,0 0 1,-1 0-1,1 0 0,-1 0 0,1 0 0,-1 0 0,1 3-60,23 108 1285,-22-98-1240,0 1 1,-1-1-1,-1 1 1,-1-1 0,0 1-1,-1-1 1,-1 1-1,0-1 1,-1 0 0,-1 0-1,-1 0 1,0 0-1,-1 0 1,-1-1 0,0 0-1,-1-1 1,0 0-1,-1 0 1,-1 0 0,-6 5-46,14-17-13,-1 0 0,1 0 0,-1 0 0,1 0 0,-1-1 0,0 1 0,1-1 0,-1 1 0,0-1 0,0 0 0,0 0 0,0-1 0,0 1 0,0-1 0,0 1 0,0-1 0,0 0 0,-1 0 0,1 0 0,0 0 0,0-1 0,0 0 0,0 1 0,0-1 0,0 0 0,0 0 0,0 0 0,1-1 0,-1 1 0,0-1 0,1 0 0,-1 0 0,1 1 0,-1-2 0,1 1 0,0 0 0,0 0 0,0-1 0,0 1 0,0-1 0,1 1 0,-1-1 0,1 0 0,-1 0 0,1 0 0,0-2 13,-1-5-207,2 0 0,-1 0 1,1 1-1,1-1 0,0 0 0,0 0 0,1 1 0,0-1 0,1 1 0,0-1 0,0 1 1,1 0-1,0 0 0,1 0 0,0 1 0,0 0 0,1 0 0,0 0 0,0 0 0,1 1 0,0 0 1,0 1-1,1-1 0,-1 1 0,1 1 0,1 0 0,-1 0 0,1 0 0,0 1 207,-7 3 133,-1 0-1,1 0 1,0 0-1,0 0 1,-1 0-1,1 0 1,0 0-1,0 1 1,0-1-1,0 1 0,0 0 1,0-1-1,0 1 1,0 0-1,0 0 1,0 0-1,0 0 1,0 1-1,0-1 1,0 0-1,0 1 1,0-1-1,0 1 1,-1 0-1,1 0 1,0 0-1,0 0 1,-1 0-1,1 0 0,0 0 1,-1 0-1,1 1 1,-1-1-1,0 1 1,1-1-1,-1 1 1,0-1-1,0 1 1,0 0-1,0 0 1,0-1-1,0 1 1,-1 0-1,1 0 1,0 0-133,0 0-21,1 0 1,0-1-1,0 0 1,-1 1-1,1-1 1,0 0-1,0 0 1,0 0-1,1 0 1,-1 0-1,0-1 1,0 1 0,0-1-1,1 1 1,-1-1-1,0 0 1,0 0-1,1 0 1,-1 0-1,0 0 1,0 0-1,1-1 1,-1 1-1,0-1 1,0 0 0,0 1-1,0-1 1,0 0-1,0 0 1,0 0-1,0-1 1,1 0 20,26-16-1674</inkml:trace>
  <inkml:trace contextRef="#ctx0" brushRef="#br0" timeOffset="86638.668">17036 8373 11218,'0'0'15248,"0"0"-11804,0 0-3230,0 0-110,0 16-10,-4 75-528,19-93-1903,8-15-9836,0-8 4142,18-34 1467,-9 14 7325,-25 36-841,23-29 1701,-6 16 2814,-2 9 2510,1 10 3822,-9 17-6878,-8 25-3284,-6-33-227,3 29-274,-2 0 1,-1 0 0,-2 0-1,-1 0 1,-2 0-1,-1-1 1,-3 4-105,-2-1-1830</inkml:trace>
  <inkml:trace contextRef="#ctx0" brushRef="#br0" timeOffset="87560.964">18106 7325 26350,'0'0'4050,"0"0"-3017,0 0-925,22 8-26,70 26 88,-88-31-163,-1-1 0,1 1 1,0 0-1,-1 0 0,1 0 0,-1 1 0,0-1 0,0 1 0,0-1 0,0 1 0,-1 0 0,0 0 0,0 0 0,0 1 0,0-1 0,-1 0 0,1 1 0,-1-1 0,0 1 0,0 0 0,-1-1 0,1 1 0,-1 0 0,0-1 0,-1 1 0,1-1 0,-1 1 0,0 0 0,0-1 0,0 1 0,-1-1 0,1 0 0,-1 1 0,0-1 0,0 0 0,-1 0 0,1 0 0,-3 3-7,-19 24-26,0-2 0,-2 0 0,-1-1-1,-2-2 1,0-1 0,-2-1 0,0-2-1,-2-1 1,-2-1 26,-318 165 44,379-182-28,107-41-96,85-12-61,-201 48 136,-14 1 5,0 0 0,0 0 0,0 0 0,0 1-1,0-1 1,0 1 0,1-1 0,-1 1 0,0 0 0,0 0 0,0 1-1,0-1 1,0 1 0,0-1 0,0 1 0,0 0 0,0 0 0,0 0-1,0 1 1,0-1 0,-1 1 0,1-1 0,0 1 0,-1 0 0,1 0-1,-1 0 1,0 0 0,0 1 0,0-1 0,0 1 0,0-1 0,0 1-1,0 1 1,-3 8 16,-1 1-1,0 0 0,-1-1 0,0 1 0,0-1 1,-2 0-1,1 0 0,-2-1 0,1 1 0,-2-1 1,1 0-1,-2-1 0,1 1 0,-1-1 0,-1-1 1,0 0-1,-9 8-15,-12 18 46,10-10-19,-65 78 40,4 3 1,5 4-1,-6 22-67,64-90-63,24-45 13,36-38-134,-2-1 0,-2-2 0,-2-2 0,0-3 184,17-21-305,186-213-1965,-174 235 2033,-64 49 280,1 0-1,-1 0 1,1 0 0,-1 0-1,0 0 1,0 0-1,0 0 1,0 1 0,0-1-1,0 0 1,0 1-1,0-1 1,0 1 0,-1-1-1,1 1 1,0-1-1,-1 1 1,1-1 0,-1 1-1,0 0 1,0-1 0,1 1-1,-1 0 1,0-1-1,0 1 1,-1-1 0,1 1-1,0 0 1,0-1-1,-1 1 1,1 0 0,-1-1-1,0 1 1,1-1 0,-1 1-1,0-1 1,0 0-43,1 2 27,-55 154 961,44-135-930,1 0 0,1 0 0,2 0 1,0 1-1,1 1 0,1-1 0,-1 18-58,6-40 3,-1 0-1,1 0 1,0 1-1,0-1 0,-1 0 1,1 1-1,0-1 1,0 0-1,0 1 0,0-1 1,1 0-1,-1 1 1,0-1-1,0 0 0,1 0 1,-1 1-1,1-1 1,-1 0-1,1 0 0,0 0 1,-1 1-1,1-1 1,0 0-1,0 0 0,-1 0 1,1 0-1,0 0 1,0-1-1,0 1 0,1 0 1,-1 0-1,0-1 0,0 1 1,0 0-1,0-1 1,1 1-1,-1-1 0,0 0 1,0 1-1,1-1 1,-1 0-1,0 0 0,1 0 1,-1 0-1,0 0 1,1 0-1,-1 0 0,0 0 1,1-1-1,-1 1 1,0 0-1,0-1 0,1 1 1,-1-1-1,0 1 1,0-1-1,0 0 0,0 0 1,0 1-1,0-1 1,0 0-1,0 0 0,0 0 1,1 0-3,106-114-334,-100 151 168,-10 4 195,1-29-24,0-1 0,0 1 0,1 0-1,0-1 1,1 1 0,0-1 0,1 1 0,0-1-1,1 1 1,0-1 0,0 0 0,1 0 0,2 3-5,-5-12-70,-1 0 0,1 0 1,0 0-1,0 1 0,0-1 1,0 0-1,1 0 0,-1 0 1,0-1-1,0 1 0,0 0 1,1 0-1,-1-1 0,0 1 1,1-1-1,-1 1 0,1-1 1,-1 1-1,1-1 0,-1 0 1,0 0-1,1 0 0,-1 0 1,1 0-1,-1 0 0,1 0 1,-1 0-1,1-1 0,-1 1 1,1 0-1,-1-1 0,0 1 1,1-1-1,-1 0 0,0 1 1,1-1-1,-1 0 0,0 0 1,0 0-1,0 0 0,0 0 1,0 0-1,0 0 0,0 0 1,0 0-1,0-1 70,13-22-5165</inkml:trace>
  <inkml:trace contextRef="#ctx0" brushRef="#br0" timeOffset="88378.345">20274 8230 29270,'0'0'1611,"0"0"-1097,-2-19-220,-9-60 36,9 75-318,-1 0 0,0 1 1,1-1-1,-1 1 0,0 0 1,-1 0-1,1 0 0,0 0 1,-1 1-1,0-1 0,1 1 0,-1 0 1,0 0-1,0 1 0,-1-1 1,1 1-1,0 0 0,0 0 1,-1 0-1,1 0 0,0 1 1,-1 0-1,1-1 0,-1 2 0,1-1 1,0 1-1,-1-1 0,1 1 1,0 0-1,0 1 0,-2 0-12,-9 4 17,0 0 1,0 1-1,1 1 0,1 0 0,-1 1 0,1 0 0,0 1 0,1 1 0,1 0 1,-1 1-1,2 0 0,0 0 0,0 1 0,1 1 0,1-1 0,0 1 0,1 1 1,0 0-1,-2 7-17,3-11 1,0 1 1,0-1-1,1 1 0,0 0 1,1 1-1,1-1 1,0 1-1,0 0 0,1-1 1,1 1-1,0 0 1,1 0-1,1 0 1,0 0-1,0 0 0,1 0 1,1 0-1,0-1 1,1 1-1,0-1 1,1 0-1,0 0 0,1 0 1,0-1-1,1 0 1,1 0-1,-1-1 1,2 0-1,6 7-1,1-9 0,0 0 0,1 0 0,-1-2 0,1 0 0,1-1 0,-1-1 0,1 0 0,0-2 0,-1 0 0,1-1 0,0 0 0,0-2 0,0 0 0,0-1 0,0 0 0,0-2 0,3-1 0,1-3 0,1 0 0,-1-1 0,-1-1 0,0-1 0,0-1 0,-1-1 0,-1-1 0,0 0 0,-1-2 0,-1 0 0,0-1 0,-1 0 0,-1-2 0,0 0 0,-2 0 0,0-1 0,6-16 0,-11 17-198,-1 0 0,0-1 0,-2 0 0,0 0 0,-1-1 0,-1 1 0,-2-1 0,0 0 0,0 0 0,-3-10 198,2 22-312,0-56-4734</inkml:trace>
  <inkml:trace contextRef="#ctx0" brushRef="#br0" timeOffset="88612.287">20991 9061 24853,'0'0'7354,"0"0"-6794,0 0-560,0 0 0,0 0 0,-112 34-432,64-68-3665</inkml:trace>
  <inkml:trace contextRef="#ctx0" brushRef="#br0" timeOffset="87828.237">18693 7676 24933,'0'0'4561,"0"0"-3223,6 28-898,75 325 972,-60-254-1391,-4 0 0,-4 2-1,-5 0 1,-5 48-21,-3-132-18,0 0 1,-2 1-1,0-1 0,-1 0 1,-1 0-1,0 0 0,-1-1 0,-1 1 1,-1-1-1,0-1 0,-9 14 18,17-29-42,-1-1 1,1 1-1,-1-1 0,0 0 0,1 1 0,-1-1 1,0 0-1,1 0 0,-1 1 0,0-1 0,0 0 1,0 0-1,1 1 0,-1-1 0,0 0 0,0 0 1,0 1-1,0-1 0,-1 0 0,1 0 0,0 1 1,0-1-1,0 0 0,0 0 0,-1 1 0,1-1 1,0 0-1,-1 1 0,1-1 0,-1 0 0,1 1 1,-1-1-1,1 1 0,-1-1 0,1 0 0,-1 1 1,1-1-1,-1 1 0,0 0 0,1-1 0,-1 1 1,0 0-1,1-1 0,-1 1 0,0 0 0,0 0 1,1-1-1,-1 1 0,0 0 0,0 0 0,1 0 1,-1 0-1,0 0 0,0 0 0,1 0 0,-1 0 1,0 0-1,0 1 0,1-1 0,-1 0 0,0 0 1,0 1-1,1-1 0,-1 0 0,0 1 0,1-1 1,-1 1 41,1-4-118,-2-46-2189,1-5-1219</inkml:trace>
  <inkml:trace contextRef="#ctx0" brushRef="#br0" timeOffset="88095.538">18873 8236 14891,'0'0'14987,"0"0"-13858,0 0-809,114-4-104,-79 12-88,11 14-128,-11-4-104,-4-4-1257</inkml:trace>
  <inkml:trace contextRef="#ctx0" brushRef="#br0" timeOffset="92008.511">893 9312 26686,'0'0'1884,"0"0"-1162,0 0-526,0 0-75,-19 0 219,-80 3 716,113 6-530,223 4 176,-151-15-671,1752 14 69,320-23 214,202-24-218,-306 10-103,-63-41 7,2140-35 0,-2094 116 0,523 8 0,-1511-40 0,-1017 22-42,-41 8-297,-52 14-1244,-8-7-766</inkml:trace>
  <inkml:trace contextRef="#ctx0" brushRef="#br0" timeOffset="138316.714">678 4183 28190,'0'0'2000,"0"0"-1415,0 0-153,0 0 24,0 0-48,0 0-120,-26-14-144,41 2-56,14-2-32,8-4 24,9 1-40,11-1-40,9 0 0,11 2 0,26 3-232,-18 5-768,-21 2-2649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8:54.0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25 336 24117,'0'0'4512,"0"0"-3215,0 0-807,0 0 67,0 0-105,27 10-157,180 49 7,-140-51-256,-31-6-33,0 2-1,-1 2 0,1 1 0,-1 2 0,0 1 1,8 5-13,-39-13-2,0-1 1,0 1 0,-1 0 0,1 0-1,0 0 1,-1 1 0,1-1 0,-1 1 0,0 0-1,0 0 1,0 0 0,0 0 0,-1 0-1,1 1 1,-1-1 0,0 1 0,0-1-1,0 1 1,-1 0 0,1 0 0,-1 0 0,0 0-1,0 0 1,0 0 0,0 1 0,-1-1-1,0 0 1,0 0 0,0 0 0,0 1 0,-1-1-1,0 0 1,1 0 0,-1 0 0,-1 0-1,1 0 1,-2 2 1,-9 13-5,-1-1 0,-1 0 1,-1-1-1,-1-1 0,0 0 0,-1-2 0,0 1 0,-1-2 0,-1-1 5,-27 22-61,0-2 0,-3-2 0,0-2 0,-2-2 0,0-3-1,-25 7 62,-16-14-921,74-24-721,15-19-1963</inkml:trace>
  <inkml:trace contextRef="#ctx0" brushRef="#br0" timeOffset="255.336">803 232 29038,'0'0'643,"0"0"-122,19 11-54,136 63 125,-113-61-527,-24-9-53,-1 0 0,-1 2 0,1 0 0,-1 1 0,0 0 0,0 1 0,-1 1-1,0 1 1,-1 0 0,7 7-12,-18-13 3,-1 1-1,0 0 0,0 0 0,0 0 0,-1 0 1,0 0-1,0 0 0,0 0 0,0 1 1,-1-1-1,0 0 0,0 1 0,0-1 1,-1 0-1,0 0 0,0 0 0,0 0 0,-1 0 1,1 0-1,-1 0 0,-1 0 0,1 0 1,-1-1-1,1 1 0,-1-1 0,0 0 0,-1 1 1,1-2-1,-1 1 0,0 0 0,0-1 1,0 1-1,0-1 0,-1-1 0,1 1 0,-2 0-2,-44 40-729,-1-2-1,-3-2 1,-1-3-1,-33 15 730,55-38-3018</inkml:trace>
  <inkml:trace contextRef="#ctx0" brushRef="#br0" timeOffset="590.123">2107 1 29302,'0'0'1263,"0"0"-748,-25 20-67,-162 144 486,146-116-891,3 1 1,2 2-1,2 2 1,2 1 0,3 1-1,2 2 1,-10 34-44,0 68 0,37-155 0,0-1 0,0 1 0,1-1 0,-1 1 0,1-1 0,0 0 0,0 1 0,0-1 0,0 0 0,1 0 0,-1 0 0,1 0 0,0 0 0,0 0 0,0 0 0,0-1 0,0 1 0,1-1 0,-1 1 0,1-1 0,0 0 0,-1 0 0,1 0 0,0 0 0,0-1 0,0 1 0,1-1 0,-1 0 0,0 1 0,3-1 0,100 13 0,-95-15-20,-1 0 0,1-1-1,-1 0 1,1-1 0,-1 0 0,0-1-1,0 0 1,0-1 0,0 0 0,-1 0 0,0-1-1,0 0 1,0-1 0,-1 0 0,0 0-1,0 0 1,-1-1 0,0-1 0,-1 1 0,1-1-1,-1 0 1,-1-1 0,0 1 0,0-1 0,-1 0-1,-1 0 1,1 0 0,-2-1 0,1 1-1,-1-1 1,0-4 20,-1 9-13,1 0 1,-1-1-1,0 1 0,-1 0 0,1 0 0,-1 0 1,0-1-1,-1 1 0,1 0 0,-1 0 0,-1 0 1,1 0-1,-1 0 0,0 0 0,0 0 0,-1 0 1,0 1-1,0-1 0,0 1 0,0 0 0,-1 0 1,0 0-1,0 0 0,-1 1 0,1 0 0,-1-1 1,0 2-1,0-1 0,0 1 0,0-1 0,-1 1 1,1 1-1,-1-1 0,0 1 0,-1 0 13,-13-3-138,0 1 0,-1 1 0,1 1 0,-1 1 0,0 1 0,0 1 0,1 0 0,-10 3 138,-83 19-5072,9 7-13451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7:48.99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3920 1567 31031,'0'0'1064,"0"0"-608,0 0-240,0 0-216,0 0 0,0 0-128,0 0-560,57 22-1657</inkml:trace>
  <inkml:trace contextRef="#ctx0" brushRef="#br0" timeOffset="2046.888">8597 1141 28310,'0'0'1046,"0"0"-248,3-24-223,16-143 428,-15-4-281,-4 168-720,0-1 0,0 1 0,-1 0 0,1 0 0,-1-1 0,0 1 1,0 0-1,0 0 0,0 0 0,0 0 0,-1 0 0,1 0 0,-1 0 1,0 0-1,0 0 0,0 1 0,0-1 0,-1 1 0,1 0 0,-1-1 1,1 1-1,-1 0 0,0 1 0,0-1 0,0 0 0,0 1 0,0 0 0,0-1 1,0 1-1,0 0 0,-1 1 0,1-1 0,0 1 0,0-1 0,-1 1 1,-2 0-3,-5 0-2,-1 0 0,1 1 0,-1 1 0,1 0 0,0 0 0,0 1 0,0 0 0,0 1 0,1 0 0,-6 4 2,-23 15-4,2 2 0,0 2 0,2 1 0,1 2 0,1 1 0,2 2 0,1 1 0,-13 21 4,32-43 2,0 0 0,1 1 0,1 0 0,0 0 1,0 1-1,1 0 0,1 1 0,1 0 0,0 0 0,1 0 0,0 1 0,1 0 0,1 0 1,1 0-1,0 0 0,1 0 0,1 2-2,2-13 2,0 0 1,1-1-1,0 0 1,0 1-1,0-1 1,1 0-1,-1 0 1,1-1-1,0 1 1,0-1-1,0 0 1,1 0-1,-1 0 1,1-1-1,-1 1 1,1-1-1,0 0 1,0-1-1,0 1 1,0-1-1,0 0 1,0 0-1,1 0 1,-1-1-1,0 0 1,0 0-1,1 0 1,-1-1-1,0 0 1,1 0-3,35-2-140,0-3 0,0-1 0,-1-2 0,0-1 0,-1-3 0,0-1 0,-1-1 0,0-3 0,-2-1 0,0-1 0,-1-3 0,-1 0 0,-1-2 0,-2-2 1,22-23 139,16-12-3061</inkml:trace>
  <inkml:trace contextRef="#ctx0" brushRef="#br0" timeOffset="2388.885">9494 1175 27990,'0'0'1766,"0"0"-921,0 0-170,0 0-59,7-22-184,24-72-197,-28 87-230,-1 0 0,0 0 1,0 0-1,0 0 0,-1 0 0,0 0 0,-1 0 0,1 0 1,-1-1-1,-1 1 0,0 0 0,0 0 0,0 0 1,0 0-1,-1 0 0,-1 0 0,1 0 0,-1 0 1,0 1-1,0-1 0,-1 1 0,0 0 0,0 0 1,-1 1-1,1-1 0,-1 1 0,0 0 0,-1 0 1,1 0-1,-1 1 0,0 0 0,0 0 0,0 1 0,-1-1 1,1 1-1,-1 1 0,-5-3-5,0 4 1,1 0 0,0 0 0,0 1 0,-1 1 0,1-1 0,0 2-1,0 0 1,0 0 0,0 1 0,0 0 0,0 1 0,1 0 0,0 1 0,-1 0 0,2 1 0,-1 0 0,1 0 0,-6 5-1,-9 9-1,1 1 1,1 2 0,1 0 0,0 1 0,2 1 0,-2 5 0,12-18 0,0 1 0,1 1 0,0-1 0,1 1 0,0 1 0,1-1 0,1 1 0,1 0 0,0 1 0,1-1 0,0 1 0,1 7 0,2-20 0,0 1 0,0 0 0,1-1 0,-1 1 0,1-1 0,0 1 0,0-1 0,1 1 0,-1-1 0,1 1 0,-1-1 0,1 0 0,0 0 0,0 0 0,1 0 0,-1 0 0,1-1 0,-1 1 0,1-1 0,0 1 0,0-1 0,0 0 0,0 0 0,0 0 0,0-1 0,1 1 0,-1-1 0,0 1 0,1-1 0,0 0 0,-1-1 0,1 1 0,-1-1 0,1 1 0,0-1 0,137 1 0,-115-4-67,-1-2 0,0-1-1,0-2 1,-1 0 0,0-1 0,-1-1 0,1-2 0,2-2 67,29-17-1439</inkml:trace>
  <inkml:trace contextRef="#ctx0" brushRef="#br0" timeOffset="388.044">5108 1307 30150,'0'0'634,"3"-18"-243,28-202 729,-31 216-1116,0 0 1,-1 1-1,1-1 1,-1 0-1,0 0 0,0 1 1,-1-1-1,1 1 1,-1-1-1,1 1 0,-1 0 1,0 0-1,0-1 1,-1 1-1,1 1 0,-1-1 1,1 0-1,-1 0 1,0 1-1,0 0 0,0 0 1,0-1-1,0 2 1,-1-1-1,1 0 0,-1 1 1,1-1-1,-1 1 1,1 0-1,-1 0 0,0 1 1,0-1-1,1 1 1,-1 0-1,-3 0-4,-3 0 6,-1 0 0,1 0-1,0 2 1,-1-1 0,1 1 0,0 1 0,0 0 0,0 0-1,0 1 1,1 0 0,-1 0 0,-6 6-6,-2 1 9,1 0 0,0 2-1,0 0 1,2 1 0,-1 1 0,2 0 0,0 1-1,1 1 1,0 0 0,2 1 0,0 0 0,1 0 0,0 1-1,2 1 1,0-1 0,2 1 0,0 1 0,1-1-1,1 1 1,1 0 0,0 0 0,2 0 0,1 3-9,1-19 1,0 0 1,0-1 0,1 1-1,-1 0 1,1-1 0,0 1-1,1-1 1,-1 0-1,1 0 1,0 1 0,0-2-1,0 1 1,1 0 0,-1-1-1,1 1 1,0-1 0,0 0-1,0-1 1,0 1 0,0-1-1,1 1 1,-1-1-1,1 0 1,-1-1 0,1 1-1,0-1 1,0 0 0,0 0-1,0-1 1,4 1-2,7 0 0,0 0-1,0-1 1,0-1-1,0 0 1,0-1-1,0-1 1,0 0-1,-1-1 1,5-2 0,232-132-341,-158 79-753,-10 3-1008</inkml:trace>
  <inkml:trace contextRef="#ctx0" brushRef="#br0" timeOffset="703.433">5855 1133 28918,'0'0'864,"0"0"-246,0 0-146,0 0-35,20 1-99,63-1-162,-81-1-173,0 1 0,1-1 0,-1 0 0,0 1 0,0-1 0,0 0 0,-1 0 1,1 0-1,0 0 0,0-1 0,0 1 0,-1 0 0,1-1 0,-1 1 0,1-1 0,-1 0 0,0 1 0,1-1 1,-1 0-1,0 0 0,0 0 0,0 0 0,0 0 0,-1 0 0,1 0 0,-1 0 0,1 0 0,-1 0 0,0 0 1,1-1-1,-1-1-3,1-4 4,3-5-18,0 0 0,-2 0 1,1-1-1,-2 1 0,0-1 0,0 1 1,-1-1-1,-1 1 0,0-1 0,-1 1 0,-1 0 1,0-1-1,0 1 0,-2 1 0,1-1 1,-2 0-1,1 1 0,-2 0 0,0 0 14,3 9-2,1-1-1,-1 1 0,0 1 1,0-1-1,0 0 0,0 1 1,-1 0-1,1 0 0,-1 0 1,1 0-1,-1 1 0,0 0 1,1 0-1,-1 0 0,0 1 0,0-1 1,0 1-1,1 0 0,-1 1 1,0-1-1,0 1 0,0 0 1,1 0-1,-1 0 0,0 1 1,1 0-1,-1-1 0,-2 3 3,-109 83-9,100-71 23,-1 2-1,2 0 0,0 1 0,2 0 1,0 1-1,1 1 0,1 0 0,1 0 1,0 1-1,2 0 0,1 1 0,1 0 0,-3 16-13,8-34 6,1-1-1,-1 0 1,1 1-1,0-1 1,0 1-1,0-1 1,0 1-1,1-1 1,0 1-1,0-1 0,0 0 1,0 0-1,1 1 1,0-1-1,-1 0 1,2 0-1,-1 0 1,0-1-1,1 1 1,0-1-1,-1 1 0,2-1 1,-1 0-1,0 0 1,0 0-1,1 0 1,0-1-1,-1 1 1,1-1-1,0 0 0,0 0 1,1-1-1,-1 1 1,2 0-6,21 3-114,0-1 1,0-2-1,0 0 1,0-2-1,0-1 1,0-1-1,0-2 1,0 0-1,-1-2 0,0 0 1,0-2-1,0-1 1,-1-2-1,-1 0 1,9-6 113,39-16-3298</inkml:trace>
  <inkml:trace contextRef="#ctx0" brushRef="#br0" timeOffset="1052.358">6831 1254 29206,'0'0'863,"0"0"-231,8-21-188,56-144 218,-57 139-588,0 0-1,-1-1 1,-2 1 0,-1-1-1,0 0 1,-3 0 0,-1-22-74,1 45 2,0 0 0,-1 1 0,0-1 0,0 0 0,0 1 0,0-1 0,0 0-1,0 1 1,-1 0 0,0-1 0,0 1 0,0 0 0,0 0 0,0 0 0,-1 0 0,1 0 0,-1 1 0,0-1 0,0 1 0,0-1 0,0 1 0,0 0 0,0 0 0,-1 1-1,1-1 1,-1 1 0,1 0 0,-1-1 0,1 2 0,-1-1 0,0 0 0,-2 0-2,-4 1-5,0-1 1,0 2-1,1-1 1,-1 1-1,0 0 0,1 1 1,-1 1-1,1-1 0,0 1 1,-1 1-1,1 0 1,-4 2 4,-18 14-8,0 2 0,2 1 0,1 1 0,1 1 0,1 2 0,1 0 0,1 2 1,2 0-1,0 2 0,2 2 8,10-19 15,2-1 0,-1 1 0,2 1 0,0-1 0,1 1 1,0 1-1,1-1 0,1 1 0,1 0 0,0 0 0,1 0 0,0 12-15,2-25 6,0 0-1,0 0 0,0 0 0,0 0 1,1 0-1,0 0 0,0 0 0,0 0 1,0 0-1,0 0 0,0 0 1,1 0-1,-1-1 0,1 1 0,0 0 1,0-1-1,0 0 0,0 1 1,0-1-1,1 0 0,-1 0 0,0 0 1,1 0-1,0-1 0,-1 1 0,1-1 1,0 1-1,0-1 0,0 0 1,0 0-1,1 0-5,102 8 61,-103-9-60,30-2-93,0-2 0,0 0 1,-1-3-1,0 0 0,-1-2 1,1-2-1,2-2 92,16-4-481,48-17-1448</inkml:trace>
  <inkml:trace contextRef="#ctx0" brushRef="#br0" timeOffset="1386.209">7556 1169 27750,'0'0'1144,"0"0"-152,0 0-6,0 0-454,0 0-221,0-23-141,-2-142 5,-4 37-73,3 126-102,1-1 0,-1 0 0,0 0 0,0 1 0,0 0 1,0-1-1,0 1 0,0 0 0,-1 1 0,1-1 0,-1 0 1,1 1-1,-1 0 0,1 0 0,-1 0 0,0 0 0,0 1 1,1 0-1,-1-1 0,0 1 0,0 0 0,0 1 0,0-1 1,1 1-1,-1 0 0,0 0 0,1 0 0,-1 0 0,1 0 1,-1 1-1,1 0 0,-1 0 0,1 0 0,0 0 0,0 0 1,0 1-1,0-1 0,0 1 0,1 0 0,-2 2 0,-18 9 20,2 2-1,0 0 1,0 1-1,2 1 0,0 1 1,1 0-1,1 2 1,1 0-1,1 0 1,1 1-1,0 1 1,2 0-1,1 1 1,1 0-1,0 0 0,2 1 1,-2 17-20,9-38 4,0 0 0,0 0 0,0-1 0,0 1 0,0 0 0,1 0 0,0 0 0,0-1 0,0 1 0,0 0 0,1-1 0,-1 1 0,1-1 0,0 0 1,0 1-1,0-1 0,0 0 0,1 0 0,-1 0 0,1-1 0,0 1 0,0 0 0,0-1 0,0 0 0,0 0 0,0 0 0,1 0 0,-1 0 0,1-1 0,-1 1 0,1-1 0,0 0 0,-1 0 0,1-1 0,1 1-4,13 2-118,0-1-1,1 0 1,0-2-1,-1 0 0,1-1 1,-1-1-1,1-1 1,-1 0-1,0-1 0,0-1 1,0-1-1,-1-1 1,0 0-1,4-3 119,44-22-2966</inkml:trace>
  <inkml:trace contextRef="#ctx0" brushRef="#br0" timeOffset="-800.217">1386 1311 26022,'0'0'2924,"0"0"-1746,0 0-619,0 0-247,-10-25-75,-32-81-46,24 6-43,19 93-144,-2 0 0,1 1 0,-1-1 0,0 0 0,0 1 0,0-1 0,-1 1-1,0-1 1,-1 1 0,0 0 0,1 0 0,-2 0 0,1 0 0,-1 0 0,0 1-1,-2-3-3,3 6 2,1 0-1,-1 0 0,1 0 1,-1 0-1,0 0 0,0 1 0,0-1 1,0 1-1,0 0 0,0 0 1,0 0-1,-1 1 0,1-1 0,0 1 1,0-1-1,-1 1 0,1 0 1,0 0-1,-1 1 0,1-1 0,0 1 1,0-1-1,0 1 0,-1 0 1,1 1-1,-2 0-1,-12 7 8,1 2 0,1-1 0,0 2 0,0 0 0,1 1 0,1 0 0,0 1 0,1 1 0,0 0 0,-3 6-8,-7 5 30,1 2 0,2-1 0,0 2 0,2 1 0,1 0 0,2 1 0,1 1 0,1 0 0,2 0 0,1 1 0,1 1 0,-1 26-30,9-55 13,1 0-1,0 1 1,0-1 0,0 0 0,1 0 0,0-1-1,0 1 1,0 0 0,0 0 0,1-1 0,0 0-1,0 1 1,0-1 0,0 0 0,1 0 0,-1-1-1,1 1 1,0-1 0,0 0 0,0 0 0,1 0-1,-1-1 1,1 1 0,0-1 0,-1 0 0,1 0-1,0-1 1,5 2-13,145 12 167,-115-24-221,-1-3 0,0-1 0,-1-2 0,0-2 0,-2-1 0,0-2 0,-1-1 0,-1-2 0,-1-1 0,-1-2 0,23-24 54,-37 36-95,74-63-805,-14 9-1057</inkml:trace>
  <inkml:trace contextRef="#ctx0" brushRef="#br0" timeOffset="-185.062">2449 1325 27766,'0'0'1615,"0"0"-699,0 0-276,0 0-136,0 0-174,0 0-186,5-21-86,13-67-16,-18 83-39,0 1 0,0-1 0,-1 1 0,0-1 0,0 1 0,0-1-1,0 1 1,-1-1 0,0 1 0,0 0 0,0 0 0,0 0 0,-1 0 0,1 0 0,-1 0 0,0 1 0,0 0 0,-1-1 0,1 1 0,-1 0-3,-3-4 4,-1-1-3,0 0 1,-1 1 0,0 0 0,0 0 0,0 1 0,-1 0 0,0 1 0,-1 0 0,1 1 0,-1 0 0,1 0 0,-1 1 0,0 1 0,-1-1 0,1 2-1,0 0 1,0 0 0,-1 1 0,1 1 0,-1-1 0,1 2 0,0 0 0,0 0 0,0 1 0,0 0 0,0 1 0,1 0 0,-1 1 0,1 0 0,0 1 0,-1 1-2,-1 3 12,1 1 1,0 0 0,1 0 0,0 1-1,1 0 1,0 1 0,1 0 0,0 0-1,1 1 1,1 0 0,0 0 0,1 1-1,-3 12-12,6-20 3,1 0 0,-1 0 0,1 0 0,1 1-1,-1-1 1,1 0 0,1 1 0,-1-1 0,1 0 0,0 0 0,1 1-1,0-1 1,0 0 0,1 0 0,-1-1 0,1 1 0,1-1-1,-1 1 1,1-1 0,0 0 0,1 0 0,0-1 0,0 1-1,0-1 1,0 0 0,1 0 0,-1-1 0,1 1 0,4 1-3,11 3-7,1-1 1,0 0 0,0-2 0,0 0-1,1-2 1,0 0 0,0-2 0,0 0 0,0-2-1,0 0 1,0-2 0,17-3 6,31-8-451,-1-2 0,-1-4 0,0-3 1,-2-2-1,54-29 451,-55 25-972,44-19-1576,94-38 1140,-66 39 6415,-134 44-4961,1 1 0,0 0 1,0-1-1,-1 0 0,1 0 1,-1-1-1,1 1 0,-1-1 1,0 0-1,0 0 0,0 0 0,0-1 1,-1 1-1,1-1 0,-1 0 1,0 0-1,0 0 0,-1 0 1,1-1-1,-1 1 0,0-1 0,0 1 1,0-1-1,-1 0 0,0 0 1,1 0-1,-2 0 0,1 0 1,-1 0-1,1 0 0,-1 0 1,-1 0-1,1 0 0,-1 0 0,0 0 1,-1-3-47,-1 5 2,0 0 1,0 0-1,0 1 1,0-1-1,-1 1 1,1 0-1,-1 0 0,1 0 1,-1 0-1,0 1 1,0-1-1,0 1 1,0 0-1,0 0 1,0 1-1,0-1 1,0 1-1,0 0 0,0 0 1,0 0-1,-1 0 1,1 1-1,0 0 1,0 0-3,1-1 5,-15 3 29,0 1 0,0 1 0,1 1 0,-1 0 0,2 1 0,-1 1 0,1 0 0,0 1 0,0 1 0,1 1 0,1 0 0,0 1 0,1 0 0,0 1 0,0 1 0,2 0 0,-1 0 1,2 1-1,0 1 0,1 0 0,-5 11-34,11-22 4,0 0-1,1 0 1,-1 0 0,1 0 0,0 0 0,1 1 0,-1-1 0,1 1 0,0-1 0,0 1 0,1-1 0,-1 1 0,1 0 0,1-1 0,-1 1 0,1-1-1,0 1 1,0-1 0,1 1 0,-1-1 0,1 1 0,0-1 0,1 0 0,-1 0 0,1 0 0,0-1 0,0 1 0,1 0 0,-1-1 0,1 0 0,0 0-1,0 0 1,1-1 0,-1 1 0,1-1 0,-1 0 0,1 0 0,0-1 0,2 2-4,15 0-48,1-1 1,-1 0-1,1-2 1,-1 0-1,1-2 1,0 0-1,-1-2 1,1 0-1,-1-2 1,0 0-1,20-9 48,36-8-812,-7 0-1222</inkml:trace>
  <inkml:trace contextRef="#ctx0" brushRef="#br0" timeOffset="32079.235">18641 1283 20324,'0'0'9106,"0"0"-8642,0 0-96,0 0 225,149-12-241,-95 8-216,1 2-136,0 2-24,15 0-328,-15 0-961,-11 0-2752</inkml:trace>
  <inkml:trace contextRef="#ctx0" brushRef="#br0" timeOffset="32344.662">18945 1076 29198,'0'0'712,"0"0"-119,-2 112-41,2-50-72,0 22-208,-4 33-240,-14 17-32,1-20-776,-1-27-6138</inkml:trace>
  <inkml:trace contextRef="#ctx0" brushRef="#br0" timeOffset="7986.059">15098 1 23597,'0'0'7306,"0"0"-6762,0 0-232,0 0-312,0 0-88,0 0-2377</inkml:trace>
  <inkml:trace contextRef="#ctx0" brushRef="#br0" timeOffset="9818.56">12457 1297 21413,'0'0'2348,"0"0"1649,0 0-2374,0 0-843,0 0-76,0 0-141,-9-1 251,14-64-325,2-123-453,-8 182-37,0 0-1,0 1 0,0-1 1,0 1-1,-1 0 1,0-1-1,0 1 1,-1 0-1,1 0 1,-1 0-1,0 1 1,-1-1-1,1 1 1,-1-1-1,1 1 1,-1 0-1,-1 1 1,1-1-1,0 1 1,-1 0-1,0 0 1,0 0-1,0 0 1,0 1-1,0 0 1,0 0-1,-1 0 1,1 1-1,-1 0 1,1 0-1,-1 0 1,1 1-1,-1 0 1,0 0-1,1 0 1,-1 0-1,1 1 1,-1 0-1,1 1 1,-1-1-1,1 1 1,0 0-1,0 0 1,-1 0-1,1 1 1,1 0-1,-3 2 2,-15 12-24,0 2 1,2 0-1,0 2 0,1 0 0,1 1 0,2 1 0,0 1 0,1 0 1,0 4 23,-3 0-3,2 0 1,1 1 0,2 1 0,1 1 0,1 0-1,1 0 1,2 1 0,1 0 0,2 0-1,1 1 1,1 0 0,2 5 2,1-34-1,-1-1 0,1 1 1,0-1-1,1 1 0,-1-1 1,0 1-1,1-1 0,0 1 0,0-1 1,0 1-1,0-1 0,0 0 1,1 0-1,-1 1 0,1-1 0,0 0 1,0 0-1,0-1 0,1 1 1,-1 0-1,0-1 0,1 1 0,0-1 1,0 0-1,-1 0 0,1 0 0,1 0 1,-1-1-1,0 1 0,0-1 1,0 0-1,1 0 0,-1 0 0,1 0 1,-1 0-1,1-1 0,0 1 1,17-2-30,0 1-1,0-2 0,-1-1 0,1-1 1,0 0-1,-1-2 0,0 0 1,-1-1-1,1-1 0,-1-1 1,-1-1-1,1-1 0,-2 0 0,8-7 31,23-10-254,153-88-2002,-118 64-298</inkml:trace>
  <inkml:trace contextRef="#ctx0" brushRef="#br0" timeOffset="10133.596">13040 1192 19148,'0'0'7579,"0"0"-5513,0 0-1501,0 0 145,0 0-34,0 0-319,0-13-210,1-4-118,0 12-25,1-1 1,-1 1-1,-1-1 0,1 1 0,-1-1 0,0 1 0,0-1 0,-1 0 0,1 1 0,-1-1 0,-1 1 0,1 0 0,-1-1 0,0 1 0,0 0 0,0 0 0,-1 0 0,1 0 0,-1 0 0,-1 1 0,1-1 0,-1 1 0,1 0 1,-1 0-1,0 0 0,-1 0 0,1 1 0,-2-1-4,0 3 0,0 0 0,0 0 0,-1 0 0,1 1 0,-1 0 0,1 0 0,0 1 1,-1 0-1,1 0 0,0 0 0,0 1 0,-1 0 0,1 0 0,0 0 0,1 1 0,-1 0 1,0 0-1,1 0 0,0 1 0,0 0 0,0 0 0,-2 2 0,-91 109 58,80-91-20,2 1 1,1 0 0,1 1 0,1 1 0,2 0-1,0 0 1,2 1 0,1 0 0,1 1-1,2 0 1,0 0 0,2 0 0,1 14-39,2-40 8,0 1 0,0 0 0,0-1 0,0 1 0,0-1 0,1 1 0,-1-1 0,1 1 0,0-1 1,0 1-1,0-1 0,1 1 0,-1-1 0,1 0 0,0 0 0,0 0 0,0 0 0,0 0 0,1 0 0,-1-1 0,1 1 0,-1-1 0,1 0 1,0 0-1,0 1 0,0-2 0,0 1 0,0 0 0,0-1 0,1 1 0,-1-1 0,1 0 0,-1 0 0,1 0 0,-1-1 0,1 1 0,-1-1 1,3 0-9,7 0 20,-1 0 0,1 0 1,-1-1-1,1-1 1,-1 0-1,0-1 1,1 0-1,-1-1 0,-1 0 1,1-1-1,-1-1 1,1 1-1,-2-2 1,1 0-1,-1 0 0,6-5-20,140-151 35,-156 162-58,102-156-241,-77 84-3234,-24 60-5768</inkml:trace>
  <inkml:trace contextRef="#ctx0" brushRef="#br0" timeOffset="14684.139">12492 2510 28198,'0'0'943,"0"0"-286,0 0-145,0-19 3,0-159 87,0 169-587,-9-80 80,9 87-94,-1 0 1,0 0-1,0 0 1,1 1-1,-1-1 1,-1 0-1,1 0 1,0 1-1,0-1 1,0 1-1,-1-1 1,1 1-1,-1-1 1,1 1-1,-1 0 1,0 0-1,1 0 0,-1 0 1,0 0-1,0 0 1,0 0-1,0 0 1,0 1-1,0-1 1,0 1-1,0 0 1,0-1-1,0 1 1,0 0-1,0 0 1,0 0-1,0 1 1,0-1-1,0 0 1,0 1-1,0-1 1,0 1-1,0 0 0,0-1 1,1 1-1,-2 1-1,-6 3 1,-1 2-1,2-1 0,-1 1 0,1 1 0,0-1 0,0 2 0,1-1 0,0 1 0,0 0 0,1 0 0,1 0 1,-1 1-1,1 0 0,-1 7 0,-9 15 8,1 1 1,2 1 0,2 0 0,1 0-1,1 1 1,2 0 0,2 0 0,1 1-1,2 32-8,0-63 5,0-1-1,1 1 0,0-1 0,0 1 0,0 0 0,0-1 0,1 1 0,0-1 1,0 1-1,0-1 0,1 1 0,-1-1 0,1 0 0,0 0 0,0 0 0,0 0 0,1 0 1,0 0-1,-1 0 0,1-1 0,0 0 0,1 1 0,-1-1 0,1 0 0,-1 0 1,1-1-1,0 1 0,0-1 0,0 0 0,0 0 0,1 0 0,-1-1 0,0 1 0,3-1-4,0 0 24,0-1-1,0 0 0,-1-1 1,1 0-1,0 0 0,0 0 1,-1-1-1,1 0 0,-1 0 1,1-1-1,-1 1 0,0-1 1,0-1-1,0 1 0,-1-1 1,1 0-1,-1 0 0,0-1 1,0 0-1,0 0 0,-1 0 0,0 0 1,0-1-1,3-5-23,72-152 83,-72 139-214,25-42-2406,-24 62-2274</inkml:trace>
  <inkml:trace contextRef="#ctx0" brushRef="#br0" timeOffset="15233.054">13007 2153 27894,'0'0'1216,"0"0"-776,0 0 288,0 0-87,0 0-209,125 95-144,-76-56-112,1 7-48,-2 3-40,-4 8-48,-7 2-40,-2 1-112,-6-5-208,-3-2-232,-6-17-889,-9-17-4088</inkml:trace>
  <inkml:trace contextRef="#ctx0" brushRef="#br0" timeOffset="15482.135">13391 2106 29630,'0'0'640,"0"0"-359,-116 146-105,65-73 64,3 8-144,9 1-96,4 27-368,8-22-377,10-20-1167</inkml:trace>
  <inkml:trace contextRef="#ctx0" brushRef="#br0" timeOffset="15899.314">13669 2185 28782,'0'0'976,"0"0"-223,0 0-305,0 0-88,0 0-240,0 0-24,0 0 48,95 116-48,-54-61 0,3 6-24,-2 1-72,-1-1 0,10 4-224,-10-20-424,-10-13-1289</inkml:trace>
  <inkml:trace contextRef="#ctx0" brushRef="#br0" timeOffset="16165.927">14055 2139 29022,'0'0'1601,"0"0"-1393,0 0-64,-114 119 72,73-40-32,3 1-152,3 7-32,7 2-208,12-6-248,5-12-449,9-22-1311</inkml:trace>
  <inkml:trace contextRef="#ctx0" brushRef="#br0" timeOffset="33428.712">17418 2421 29566,'0'0'760,"0"0"-503,0 0-97,114-9 232,-51 1-96,7 4-192,-2 0-48,-4 2-56,-3 2-72,9 0-416,-15 0-1081,-11 0-3248</inkml:trace>
  <inkml:trace contextRef="#ctx0" brushRef="#br0" timeOffset="33711.298">17963 2195 29334,'0'0'856,"0"0"-359,0 0-105,-6 116-72,6-53-128,0 12-184,9 34-8,1-17-1112,1-21-12483</inkml:trace>
  <inkml:trace contextRef="#ctx0" brushRef="#br0" timeOffset="16432.978">14447 2210 30575,'0'0'584,"0"0"-408,0 0-8,134 144 288,-77-98-176,5 1-192,-5-2-56,-5-1-32,-8-9-32,-9-5-176,-2-8-120,-11-7-424,-9-9-1169</inkml:trace>
  <inkml:trace contextRef="#ctx0" brushRef="#br0" timeOffset="16685.99">14912 2037 29150,'0'0'1881,"0"0"-1633,-112 90-56,58-34 112,-1 9-96,-2 8-160,4 8-48,7 4-216,5 23-152,12-21-480,9-20-1089</inkml:trace>
  <inkml:trace contextRef="#ctx0" brushRef="#br0" timeOffset="16848.432">15009 2165 31199,'0'0'728,"0"0"-472,0 0-40,111 134 120,-62-90-304,-1 1-32,-2 0 0,-9 1 0,-8-3 0,-10-5 0,-8-7 0,-4-5-120,2-12-440,-5-9-648,3-5-1409</inkml:trace>
  <inkml:trace contextRef="#ctx0" brushRef="#br0" timeOffset="17014.8">15449 2100 10042,'0'0'20108,"0"0"-19419,-72 108-201,32-43-64,-1 6-120,-1 4-176,5 0-128,6 14-328,9-20-400,9-17-2353</inkml:trace>
  <inkml:trace contextRef="#ctx0" brushRef="#br0" timeOffset="17332.607">15649 2163 30511,'0'0'728,"0"0"-368,0 0 144,65 112 16,-23-74-376,6-1-144,-2-1 0,-4-1 0,-7-3 0,-9 2 0,-4-3 0,-9 5 0,-4 3-520,-4-5-1040,-5-13-4354</inkml:trace>
  <inkml:trace contextRef="#ctx0" brushRef="#br0" timeOffset="17514.801">16041 2037 30655,'0'0'848,"0"0"-488,0 0 152,-118 110-120,52-23-392,-28 41 0,-16 42 0,-8 9 0,30-39-576,22-39-2273</inkml:trace>
  <inkml:trace contextRef="#ctx0" brushRef="#br0" timeOffset="32945.402">15066 2853 24749,'0'0'2027,"0"0"-976,0 0-308,0 0 105,0 0-73,0 0-273,11-1-130,392-51 828,-160 31-3275,200 9 2075,-340 16-5243</inkml:trace>
  <inkml:trace contextRef="#ctx0" brushRef="#br0" timeOffset="10616.982">13522 908 24621,'0'0'1926,"0"0"-599,0 0-227,0 0-210,0 0-299,0 0-30,5 23-96,-4-16-427,2 15 50,2 0 0,0 0 1,2-1-1,0 0 1,1 0-1,1-1 1,4 5-89,170 310 512,-181-328-624,0-1 0,0 1 1,1-1-1,0 0 1,0 0-1,1 0 1,0 0-1,0-1 0,0 1 1,1-1-1,0 0 1,0-1-1,0 1 1,0-1-1,1 0 0,-1 0 1,1-1-1,0 1 1,1-1-1,-1-1 0,0 1 1,1-1-1,-1 0 1,6 1 111,12-3-3110</inkml:trace>
  <inkml:trace contextRef="#ctx0" brushRef="#br0" timeOffset="10838.078">13959 946 29430,'0'0'768,"0"0"-159,0 0-177,-132 146-80,91-97-144,-3 4-136,0 3-56,7-3-16,2-2-72,10-7-24,10-7-40,8-7-96,7-17-296,20-7-769,4-6-1343</inkml:trace>
  <inkml:trace contextRef="#ctx0" brushRef="#br0" timeOffset="11058.319">14165 1033 27710,'0'0'2216,"0"0"-1824,0 0 1,138 67-1,-90-34 24,0 3-144,-2 1-128,-2 1-80,-9 1-32,-8-5-32,-10-3-8,-4-5-152,-8-4-176,-5-9-400,0-9-1505</inkml:trace>
  <inkml:trace contextRef="#ctx0" brushRef="#br0" timeOffset="11334.646">14502 918 26798,'0'0'3256,"0"0"-2944,0 0-63,-122 97 87,78-50-8,0 7-168,0 3-104,0 4-24,3 0-32,8 0-40,9-6-160,24-11-376,0-15-881,6-21-5608</inkml:trace>
  <inkml:trace contextRef="#ctx0" brushRef="#br0" timeOffset="11589.114">14765 1050 29326,'0'0'936,"0"0"-479,0 0-137,116 135 16,-74-92 24,0-6-192,-5 1-120,-4-5-16,-5-3-32,-8 0 0,-5-3-144,-6 3-160,-4-8-520,-5-9-1793</inkml:trace>
  <inkml:trace contextRef="#ctx0" brushRef="#br0" timeOffset="11883.435">15123 1023 29750,'0'0'697,"0"0"-281,-73 114-144,32-55-56,-3 10-216,-15 34-48,10-16-536,10-16-1001</inkml:trace>
  <inkml:trace contextRef="#ctx0" brushRef="#br0" timeOffset="12133.2">15245 952 15347,'0'0'14435,"0"0"-13714,0 0-297,0 0-72,0 0 72,154 35-8,-106 11-144,2 5-80,-4 2-48,-4 2-104,-5-1-40,-6-7 0,-5-4-88,12-9-456,-10-10-664,-4-16-1721</inkml:trace>
  <inkml:trace contextRef="#ctx0" brushRef="#br0" timeOffset="12350.208">15760 940 24389,'0'0'5841,"0"0"-5480,-133 116-209,71-56 0,8 3 8,3 14-160,16-14-729,15-16-1415</inkml:trace>
  <inkml:trace contextRef="#ctx0" brushRef="#br0" timeOffset="12616.606">16096 839 30575,'0'0'656,"0"0"-448,0 0 176,37 113 56,-4-54-160,9 6-136,1 0-64,-1-4-80,0-3 0,-9-7 0,-3-4 0,-6-5-8,1-9-504,-8-9-816,-2-16-1137</inkml:trace>
  <inkml:trace contextRef="#ctx0" brushRef="#br0" timeOffset="12783.483">16473 875 29894,'0'0'697,"0"0"-185,0 0-56,0 0-176,-136 79-176,61-18-80,-14 10-8,-8 8 0,1 2-16,12 0-96,16 7-224,27-19-456,21-21-1705</inkml:trace>
  <inkml:trace contextRef="#ctx0" brushRef="#br0" timeOffset="13037.102">16729 946 31151,'0'0'688,"0"0"-488,53 118 16,-9-70 224,17-3-368,11-4-72,7 3 0,2-3 0,-2 3 0,-9-5 0,-13-1 0,-13-3 0,-13-3-520,-13-11-888,-12-11-3193</inkml:trace>
  <inkml:trace contextRef="#ctx0" brushRef="#br0" timeOffset="13282.652">17310 741 25653,'0'0'5610,"0"0"-5234,0 0-104,-105 116 192,50-51-160,-11 14-216,-21 24-88,-43 45-24,19-22-536,1-12-1633</inkml:trace>
  <inkml:trace contextRef="#ctx0" brushRef="#br0" timeOffset="31532.807">16126 1666 22269,'0'0'4526,"0"0"-3264,0 0-681,0 0 666,0 0-516,12 1-276,101 2 1210,-58 21-1634,200-13-31,-180-13 0,479-58-91,-498 53-1130,-14 1-3164</inkml:trace>
  <inkml:trace contextRef="#ctx0" brushRef="#br1" timeOffset="59888.878">13218 467 8210,'0'0'16475,"0"0"-12465,0 0-3305,-6-18-97,-18-54-12,17 134 501,-41 1044-122,47-1030-1663,2-77 659,-1 1 0,0 0 0,1 0 0,-1-1 0,0 1 0,1 0-1,-1 0 1,1 0 0,-1 0 0,0 0 0,1 0 0,-1-1 0,1 1 0,-1 0 0,0 0 0,1 0 0,-1 0-1,1 1 1,-1-1 0,0 0 0,1 0 0,-1 0 0,1 0 0,-1 0 0,0 0 0,1 1 0,-1-1-1,0 0 1,1 0 0,-1 0 0,0 1 0,1-1 0,-1 0 0,0 1 0,0-1 0,1 0 0,-1 1-1,0-1 1,0 0 0,1 1 0,-1-1 0,0 0 0,0 1 29,20-50-4403,-4-11-10673</inkml:trace>
  <inkml:trace contextRef="#ctx0" brushRef="#br1" timeOffset="60188.586">13415 46 27966,'0'0'1998,"24"-3"-1374,206-17-128,835 37 263,897-15-1131,-1491 25-26,-370-18-3176,1 0-3856,-65-6 3540,-9 1-2367</inkml:trace>
  <inkml:trace contextRef="#ctx0" brushRef="#br1" timeOffset="60471.964">17367 180 7082,'0'0'0</inkml:trace>
  <inkml:trace contextRef="#ctx0" brushRef="#br1" timeOffset="60722.321">17904 155 29678,'0'0'1481,"0"0"-1353,0 0 32,-17 173 432,1-58-136,-6 39-200,-6 17-240,-3-7-16,0-20 0,10-43 0,3-26 0,5-20 0,4-6 0,-6 18-528,4-10-760,-5-9-1289</inkml:trace>
  <inkml:trace contextRef="#ctx0" brushRef="#br1" timeOffset="60988.142">13202 1881 26110,'0'0'3155,"0"0"-2248,34-6-607,303-24 549,1978 30 597,-1568 16-2645,-674-16-3721,-41-4-12606</inkml:trace>
  <inkml:trace contextRef="#ctx0" brushRef="#br1" timeOffset="61507.166">12784 1950 28942,'0'0'1032,"0"0"-736,0 0 25,4 150 143,5-69-8,-5 35-112,-1 28-128,-3-8-64,0-23 0,0-36-56,0-24-48,0 2-48,4 0-24,22-9-264,1-17-400,-3-27-1329</inkml:trace>
  <inkml:trace contextRef="#ctx0" brushRef="#br1" timeOffset="61825.177">13018 1857 29382,'0'0'846,"26"-1"-466,422-12 665,344-18-536,431-2-694,-1154 36-149,0 2-1,-1 3 0,0 4 1,0 2-1,0 4 335,-33-9-1100,-14-6-1362</inkml:trace>
  <inkml:trace contextRef="#ctx0" brushRef="#br1" timeOffset="62104.666">16276 1838 22269,'0'0'6356,"0"0"-4445,0 0-1347,0 0 57,0 0 14,-7 20-283,-16 70-293,23-84-59,0-1 0,0 1 0,1 0 0,-1-1 0,1 1 0,0-1 0,1 0 0,-1 1 0,1-1 0,0 0 0,0 0 0,1 0 0,0 0 0,0 0 0,0-1 0,1 2 0,12 21 0,13 36 0,-4 1 0,-2 1 0,-3 1 0,-3 0 0,-3 2 0,-3 0 0,-2 0 0,-4 1 0,-3 0 0,-3 10 0,1-70-89,-1 0 0,1 0 0,-2 0 0,1 0 0,-1 0 0,-1-1 0,1 1-1,-2-1 1,1 1 0,-1-1 0,0 0 0,-1 0 0,0-1 0,0 1 89,-8 1-2554</inkml:trace>
  <inkml:trace contextRef="#ctx0" brushRef="#br1" timeOffset="62482.468">12508 3149 30591,'0'0'965,"20"0"-539,250-7 116,2359 1-299,-2377 6-351,-236 3-863,-14-1-1831</inkml:trace>
  <inkml:trace contextRef="#ctx0" brushRef="#br1" timeOffset="66728.534">15752 3457 19220,'0'0'9635,"0"0"-7363,0 0-2111,0 0-28,0 0 162,0 0 37,18 8-106,147 44-50,197 1-92,-360-54-86,1 1 0,0 0 0,-1 0 0,1 0 0,0 0 1,-1 0-1,1 1 0,0-1 0,-1 1 0,1 0 0,-1 0 1,1 0-1,-1 0 0,0 0 0,1 0 0,-1 1 1,0-1-1,0 1 0,0-1 0,0 1 0,0 0 0,0 0 1,0 0-1,-1 0 0,1 0 0,-1 1 0,1-1 0,-1 0 1,0 1-1,0-1 0,0 0 0,0 1 0,0 0 0,-1-1 1,1 1-1,-1-1 0,0 1 0,1 0 0,-1-1 0,0 1 1,-1 0-1,1-1 0,0 2 2,-108 79-335,73-62 170,-174 106-2494,158-103-407</inkml:trace>
  <inkml:trace contextRef="#ctx0" brushRef="#br1" timeOffset="66980.404">16398 3502 23373,'0'0'6793,"0"0"-6545,0 0-183,0 0 63,132 62 120,-93-41 8,-6 5-112,-7 4-104,-12 1-8,-14 3-8,-5 3 0,-25 3-24,-12 1-40,-4-2-104,0 1-184,2-7-417,11-9-1031,11-14-10323</inkml:trace>
  <inkml:trace contextRef="#ctx0" brushRef="#br1" timeOffset="67288.335">17268 3305 29630,'0'0'534,"0"0"-169,0 0 89,-3 17 10,-27 114 72,28-125-524,0 0 0,0 1 0,1-1 0,-1 0 0,2 1 0,-1-1-1,1 1 1,0-1 0,0 0 0,0 1 0,1-1 0,0 1 0,1-1 0,-1 0 0,1 0 0,0 1 0,1-1 0,0-1 0,0 1 0,0 0 0,0-1 0,1 1 0,0-1 0,0 0 0,0-1 0,1 2-12,224 128 82,-227-133-82,0 0 0,0 0 0,-1 0 0,1 0 0,0 0 0,-1 0 0,1 1-1,-1-1 1,1 1 0,-1-1 0,0 1 0,1 0 0,-1 0 0,0-1 0,0 1 0,0 0-1,-1 0 1,1 0 0,0 0 0,-1 0 0,1 0 0,-1 0 0,1 0 0,-1 0 0,0 0 0,0 0-1,0 0 1,0 0 0,-1 1 0,1-1 0,0 0 0,-1 0 0,0 0 0,1 0 0,-1 0-1,0-1 1,0 1 0,0 0 0,0 0 0,0 0 0,0-1 0,-1 1 0,1-1 0,-1 1 0,1-1-1,-1 1 1,1-1 0,-1 0 0,0 0 0,0 0 0,-1 1 0,-31 12-90,-1-1 1,-1-2-1,0-1 0,0-2 1,-1-2-1,0-1 0,0-1 1,0-3-1,-15-1 90,-137-8-1734,120-13-322</inkml:trace>
  <inkml:trace contextRef="#ctx0" brushRef="#br1" timeOffset="67536.59">17446 3252 24405,'0'0'6450,"0"0"-5954,116-32 168,-70 22-216,2 3-216,-2 5-232,1 2-128,3 0-496,-11 2-1033,-15 9-15898</inkml:trace>
  <inkml:trace contextRef="#ctx0" brushRef="#br0" timeOffset="69472.84">172 4266 27870,'0'0'823,"0"0"-515,9-22-244,36-72-37,-33 78 10,0 0 1,1 1 0,1 0 0,0 1 0,1 1 0,1 0 0,0 1 0,0 1-1,1 0 1,1 1 0,0 1 0,0 1 0,1 0 0,0 2 0,0 0 0,0 1-1,1 1 1,0 1 0,0 0 0,0 2-38,17-6-477,0 1-1,1 2 1,-1 2-1,1 1 1,15 3 477,-53-1-53,-1-1 0,1 0-1,-1 1 1,1-1 0,0 1 0,-1-1 0,1 1 0,0-1 0,-1 1 0,1-1-1,0 1 1,0 0 0,0-1 0,-1 1 0,1-1 0,0 1 0,0 0 0,0-1-1,0 1 1,0-1 0,0 1 0,0 0 0,0-1 0,0 1 0,1-1 0,-1 1-1,0 0 1,0-1 0,0 1 0,1-1 0,-1 1 0,0-1 0,1 1-1,-1-1 1,0 1 0,1-1 0,-1 1 53,-33-1-6204</inkml:trace>
  <inkml:trace contextRef="#ctx0" brushRef="#br0" timeOffset="70279.357">1 3698 1640,'0'0'22915,"0"0"-19062,0 0-2336,0 0-921,0 0-298,21-8-42,150-45 133,-55 37-263,0 6-1,1 4 1,66 7-126,-30-1 51,758-47 201,-215 4-85,504-15 90,210-15-58,125 63-199,-1369 13 0,1275-8 0,-413-63 0,751-28 0,-1460 96-1422,-301 1-1909</inkml:trace>
  <inkml:trace contextRef="#ctx0" brushRef="#br0" timeOffset="71000.622">244 3613 22557,'0'0'6793,"0"0"-5873,0 0-639,0 0 79,-7 138 88,7-47-96,-4 27-96,0-5-88,-1-9-88,-6 5-48,2-32-32,1 11-208,-10 21-384,7-42-1089,-2-14-7601</inkml:trace>
  <inkml:trace contextRef="#ctx0" brushRef="#br0" timeOffset="71302.624">25 4211 12171,'-4'23'14597,"-5"67"-11334,0 174-2206,11-99-272,-2-160-764,0 0-1,1 0 0,-1 0 1,1 0-1,0-1 0,1 1 1,-1 0-1,1 0 0,0-1 1,0 1-1,0-1 0,1 0 0,-1 1 1,1-1-1,0 0 0,0-1 1,1 1-1,-1 0 0,1-1 1,0 0-1,0 0 0,0 0 1,0 0-1,0-1 0,1 0 0,-1 1 1,1-2-1,-1 1 0,1 0 1,0-1-1,0 0 0,0 0 1,0 0-1,0-1 0,0 0 1,0 0-1,0 0 0,0-1 0,-1 1 1,1-1-1,0 0 0,0 0 1,0-1-1,2-1-20,9-9 0,-1 0 0,0-2 0,-1 0 0,-1 0 0,0-2 0,-1 1 0,-1-2 0,4-6 0,-1 3 0,199-259-2629,-167 227-2416</inkml:trace>
  <inkml:trace contextRef="#ctx0" brushRef="#br0" timeOffset="73417.161">2212 4601 22157,'0'0'7105,"0"0"-6465,0 0-152,0 0-127,-22 117 47,20-64-32,2 8-88,0 8-104,0 24-88,0 23-48,0 22-32,2 6-16,14-6 0,1-37-152,9-40-224,-4-27-432,-4-34-2465</inkml:trace>
  <inkml:trace contextRef="#ctx0" brushRef="#br0" timeOffset="73668.257">2624 4962 29038,'0'0'872,"0"0"-368,0 0-279,116 89 31,-80-57-24,-1-1-136,-3 3-96,6-3-120,-10-7-577,-8-16-1503</inkml:trace>
  <inkml:trace contextRef="#ctx0" brushRef="#br0" timeOffset="73918.312">2876 4818 12131,'0'0'17011,"0"0"-16395,-105 117-360,61-52-168,3 21-88,6-3 0,-5 28-424,12-20-1200,10-34-9570</inkml:trace>
  <inkml:trace contextRef="#ctx0" brushRef="#br0" timeOffset="74085.396">3446 4469 25629,'0'0'4529,"0"0"-4056,0 0-129,-11 152-128,9-57 48,0 25-32,2 26-104,0 12-128,0-4-88,0-14-224,0-46-488,0-27-1841</inkml:trace>
  <inkml:trace contextRef="#ctx0" brushRef="#br0" timeOffset="74385.232">3904 4852 26190,'0'0'3536,"0"0"-3056,0 0-119,0 0-137,86 104 104,-53-70-112,0 3-112,-3 1-104,1-5-160,4-11-464,-6-10-377,-8-12-2551</inkml:trace>
  <inkml:trace contextRef="#ctx0" brushRef="#br0" timeOffset="74618.126">4202 4767 28414,'0'0'1128,"0"0"-696,-98 112-280,58-49-88,7 9-64,-2 12-304,9-13-1576,9-17-20293</inkml:trace>
  <inkml:trace contextRef="#ctx0" brushRef="#br0" timeOffset="74885.005">4869 4578 26414,'0'0'3696,"0"0"-3303,0 0-73,-55 142 40,44-60 104,7 31-120,4 29-184,0 14-104,0-10-24,0-30-32,0-37-88,15-16-264,0-23-384,-1-19-1465</inkml:trace>
  <inkml:trace contextRef="#ctx0" brushRef="#br0" timeOffset="75530.586">5103 5049 19476,'0'0'9576,"0"0"-7335,16-18-2171,2-2-85,91-79-97,-100 92-52,1 1-1,0 0 1,0 1 0,0 1-1,1-1 1,-1 1 0,1 1 0,0 0-1,0 1 1,5-1 164,-14 4-3,1 0-1,-1 0 1,0 0-1,0 0 1,0 1-1,1-1 1,-1 1 0,0-1-1,-1 1 1,1 0-1,0 0 1,0-1-1,-1 1 1,1 0 0,-1 1-1,0-1 1,0 0-1,1 0 1,-1 1-1,-1-1 1,1 0-1,0 1 1,-1-1 0,1 1-1,-1-1 1,1 1-1,-1-1 1,0 1-1,0-1 1,-1 1 0,1-1-1,0 1 1,-1-1-1,1 1 1,-1-1-1,0 0 1,0 1 0,-1 1 3,1 17 110,-2 219 1012,4-238-1116,0 0 0,1 0 1,-1 0-1,0 0 0,1 0 1,0-1-1,-1 1 0,1 0 1,0-1-1,0 1 0,0-1 1,0 0-1,0 1 0,0-1 1,0 0-1,0 0 0,0-1 1,0 1-1,1 0 0,-1-1 1,0 1-1,1-1 0,-1 0 1,0 0-1,1 0 0,-1 0 1,1 0-1,-1 0 0,0-1 1,1 1-1,-1-1 0,0 1 1,0-1-1,1 0 1,-1 0-1,0 0 0,0 0 1,0-1-1,0 1 0,0 0 1,0-1-1,-1 1 0,1-1 1,0 0-1,-1 0-6,20-15-190,-1-2 0,-1 0-1,-1-1 1,-1-1 0,0-1 0,-2-1 0,0 0 0,-2 0-1,0-2 1,4-14 190,-9 20 32,-1-1 1,-1-1-1,0 1 0,-2-1 1,0 1-1,-2-1 0,0-1 0,-1 1 1,-2 0-1,-1-14-32,3 35 28,-1-1-1,0 0 1,0 0 0,1 0 0,-1 0 0,0 0-1,0 0 1,0 0 0,0 0 0,0 0-1,0 1 1,0-1 0,-1 0 0,1 0-1,0 0 1,0 0 0,-1 0 0,1 0 0,0 0-1,-1 1 1,1-1 0,-1 0 0,1 0-1,-1 1 1,0-1 0,1 0 0,-1 1-1,0-1 1,1 0 0,-1 1 0,0-1-1,0 1 1,1-1 0,-1 1 0,0-1 0,0 1-1,0 0 1,0 0 0,0-1 0,0 1-1,0 0 1,1 0 0,-1 0 0,0 0-1,0 0 1,0 0 0,0 0 0,0 0 0,0 0-1,0 0 1,0 1 0,0-1 0,1 0-1,-1 1 1,0-1 0,0 1 0,0-1-1,0 1 1,1-1 0,-1 1 0,0-1-1,1 1 1,-1 0 0,0-1 0,1 1 0,-1 0-1,0 0-27,-10 173 604,13-109-526,6 696 385,-7-747-449,-1 0 1,0 0 0,-1 0 0,-1 0-1,0 0 1,-1 0 0,0-1 0,-1 1-1,-1-1 1,0 0 0,-1 0 0,0-1 0,-1 1-1,-5 6-14,11-17 3,0-1 0,-1 1 0,1 0 0,-1-1 0,1 0-1,-1 1 1,1-1 0,-1 0 0,0 0 0,0 0 0,1 0 0,-1 0-1,0 0 1,0 0 0,0-1 0,0 1 0,0-1 0,0 1-1,0-1 1,0 0 0,0 0 0,0 0 0,-1 0 0,1 0 0,0 0-1,0 0 1,0-1 0,0 1 0,0-1 0,0 0 0,0 0 0,1 1-1,-1-1 1,0 0 0,0 0 0,0-1 0,1 1 0,-1 0 0,1-1-1,-1 1 1,1-1 0,-1 1 0,1-1 0,0 0 0,0 1-1,-1-2-2,-41-90 23,38 67-67,1 0 0,1 0 0,1 0 1,1 0-1,1-1 0,2 1 0,1 0 1,0 0-1,2 0 0,2 1 0,0-1 1,1 1-1,1 1 0,2 0 1,11-20 43,83-127-1872,-60 98-296</inkml:trace>
  <inkml:trace contextRef="#ctx0" brushRef="#br0" timeOffset="75886.39">5976 4496 20180,'0'0'8117,"0"6"-6097,23-3-1931,154 19-77,-162-20-20,-13-2 9,-1 0 0,0 0 0,0 0 0,1 0 0,-1 0 0,0 0 0,1 0 0,-1 0 0,0 1 0,0-1 0,1 1 0,-1-1 0,0 1 0,0-1 0,0 1 0,0-1 0,0 1 0,0 0 0,0 0 0,0 0 0,0 0 0,0 0 0,0 0 0,0 0 0,0 0 0,-1 0 0,1 0 0,-1 0 0,1 0 0,0 0 0,-1 1 0,0-1 0,1 0 0,-1 0 0,0 1-1,0-1 1,1 1 0,6 269 1782,39 270-1558,-42-493-1239,-3-29-2510,-1-15 2171,1 12-16585</inkml:trace>
  <inkml:trace contextRef="#ctx0" brushRef="#br0" timeOffset="76134.926">5925 5604 15123,'0'0'15772,"0"0"-14996,0 0-504,0 0-56,0 0 40,130-99-128,-82 71-128,0-9-288,-13 11-352,-15 1-1625</inkml:trace>
  <inkml:trace contextRef="#ctx0" brushRef="#br0" timeOffset="77069.608">5844 4651 4233,'0'0'24853,"0"0"-23541,0 0-679,0 0-217,0 0-168,0 0 96,0 0-32,33 93-136,-15-28-56,4 29-120,2 27-56,-16 11-456,-1-24-1177,-7-27-14666</inkml:trace>
  <inkml:trace contextRef="#ctx0" brushRef="#br0" timeOffset="77884.545">1101 4933 1856,'0'0'26526,"0"0"-25590,0 0-256,0 0-288,48-107 105,7 68-137,6 0-120,7-1-128,2 5-56,-4 7-56,-2 10-40,-1 4-320,-17 9-1089,-15 3-7048</inkml:trace>
  <inkml:trace contextRef="#ctx0" brushRef="#br0" timeOffset="78148.724">1482 4892 2296,'0'0'22659,"0"0"-18804,0 0-2288,-2 24-976,-24 362 405,31-156-932,-5-225-52,2 1 0,-1-1 0,1 0 0,-1 0 0,1 1 0,1-1 0,-1 0 0,1-1 0,0 1 0,0 0 0,0-1 0,1 0 0,0 1 0,-1-1 0,2-1 0,-1 1 0,0-1 0,1 1 0,-1-1 0,1-1 0,0 1-1,0-1 1,0 1 0,0-1 0,0-1 0,1 1 0,-1-1 0,1 0 0,-1 0 0,1-1 0,-1 1 0,1-1 0,-1 0 0,1-1 0,-1 1 0,1-1 0,-1-1 0,1 1 0,1-1-12,19-7-42,1-2 1,-1 0 0,-1-2-1,0 0 1,-1-2-1,0-1 1,-2-1-1,0 0 1,0-2-1,0-3 42,47-42-1309,-14 6-2368</inkml:trace>
  <inkml:trace contextRef="#ctx0" brushRef="#br0" timeOffset="79072.662">6883 4937 1992,'0'0'26374,"0"0"-25278,0 0-168,26-122-383,-6 100-89,2 8-120,0 8-176,-2 6-112,2 4-32,-5 20-16,-1 7-16,-5 9-304,-11 23-480,-7-8-1409,-17-5-13354</inkml:trace>
  <inkml:trace contextRef="#ctx0" brushRef="#br0" timeOffset="79366.719">6695 5430 6697,'0'0'16569,"0"0"-11261,0 0-4228,0 0-522,0 0-138,0 0-51,22-16-139,148-103-84,-146 103-135,-14 7-3,0 2 0,1 0 1,0 0-1,0 1 0,1 0 0,-1 1 0,1 0 0,1 1 0,7-2-8,-15 31 35,-62 93 52,38-91-87,-314 467-1293,324-480 1108,7-16-6201,15-30-6861,3-6 8608</inkml:trace>
  <inkml:trace contextRef="#ctx0" brushRef="#br0" timeOffset="79649.957">6936 5550 9442,'0'0'17620,"0"0"-16780,0 0-368,0 0-8,0 0 128,0 0-80,52 127-200,-47-74-168,-3 2-95,-2 2-49,0-5 0,0-11-233,0-7-183,0-30-376,0-4-1264,0-8-10227</inkml:trace>
  <inkml:trace contextRef="#ctx0" brushRef="#br0" timeOffset="79905.466">7381 5284 2393,'0'0'21979,"0"0"-16817,0 0-4407,0 0-276,-22 10-179,-70 36-169,85-42-128,1-1 1,0 1-1,0 1 1,1-1-1,-1 1 1,1 0-1,0 1 0,0-1 1,0 1-1,1 0 1,0 0-1,0 0 1,1 1-1,0-1 1,0 1-1,0 0 1,1 0-1,0 0 1,0 0-1,1 0 1,0 0-1,0 0 1,0 6-4,1-10-11,1 0 1,-1 0-1,0 0 1,1 0-1,0 0 1,0 0-1,0 0 1,0 0-1,0 0 1,1-1-1,-1 1 1,1 0-1,-1-1 1,1 1-1,0-1 1,0 0-1,1 1 1,-1-1-1,0 0 1,1 0 0,-1-1-1,1 1 1,-1 0-1,1-1 1,0 0-1,0 1 1,0-1-1,0 0 1,0 0-1,0-1 1,0 1-1,0-1 1,0 1-1,0-1 1,0 0-1,1 0 11,4 0-47,-1 1-1,0-1 0,0 0 1,0-1-1,0 0 1,0 0-1,0 0 1,0-1-1,0 0 0,0 0 1,-1-1-1,1 0 1,-1 0-1,0 0 0,0-1 1,0 0 47,36-50-1675,-19 10-4771,1-13-14909</inkml:trace>
  <inkml:trace contextRef="#ctx0" brushRef="#br0" timeOffset="80066.891">7554 4937 19812,'0'0'6202,"0"0"-3442,0 0-1728,0 162-231,0-66-249,2 35-96,5 26-144,-1-13-144,1-27-128,-3-40-40,1-28-120,3 6-264,-1-13-889,-3-15-2623</inkml:trace>
  <inkml:trace contextRef="#ctx0" brushRef="#br0" timeOffset="80268.446">7727 5401 29286,'0'0'1241,"0"0"-857,138 0-176,-46 17-208,-17 1-672,-14 0-12011</inkml:trace>
  <inkml:trace contextRef="#ctx0" brushRef="#br0" timeOffset="82053.943">9121 5306 27134,'0'0'2376,"0"0"-2056,0 0 56,156-12 81,-88-4-193,2-2-168,0 3-96,7-9-328,-18 6-593,-17-1-2695</inkml:trace>
  <inkml:trace contextRef="#ctx0" brushRef="#br0" timeOffset="82318.856">9557 5006 1504,'0'0'23107,"0"0"-19282,0 0-2412,21-1-881,364-6 802,-285 22-1206,-98-15-125,1 1 0,-1 0 0,1-1 0,-1 1 0,0 0 0,1 1 0,-1-1 0,0 0 0,0 1 0,0-1 0,0 1 0,0-1 0,0 1 0,0 0 0,0 0 0,-1 0 0,1 0 0,-1 0 0,0 0 0,1 1 0,-1-1 0,0 0 0,0 1 0,0-1 0,-1 1 0,1-1 0,-1 1 0,1-1 0,-1 1 0,0-1 0,0 1 0,0-1 0,0 1 0,0-1 0,-1 1 0,0 2-3,-2 3 2,-1-1 0,-1 0 0,1 0 0,-1 0 1,0 0-1,-1-1 0,1 1 0,-1-2 0,-1 1 0,1 0 1,-1-1-1,0-1 0,0 1 0,0-1 0,-5 2-2,-12 9-13,-217 126-875,131-90-2497,32-19-7484</inkml:trace>
  <inkml:trace contextRef="#ctx0" brushRef="#br0" timeOffset="85341.696">14130 4164 29366,'0'0'736,"0"0"-279,0 157-73,2-87-40,-2 2-208,0 7-136,0 26-120,0-20-608,-2-18-2817</inkml:trace>
  <inkml:trace contextRef="#ctx0" brushRef="#br0" timeOffset="87098.383">16703 4878 18260,'0'0'11794,"0"0"-11121,0 0-177,118-44 80,-50 27-48,11-1-208,7 0-200,4 4-120,-3 4 0,-1 1 0,-10 5-104,3 2-344,-22 2-552,-19-2-1617</inkml:trace>
  <inkml:trace contextRef="#ctx0" brushRef="#br0" timeOffset="87352.261">17187 4594 17236,'0'0'12898,"0"0"-12353,0 0-89,-4 100-144,15-54-48,6 3-264,14 12-128,-5-10-728,-1-13-5002</inkml:trace>
  <inkml:trace contextRef="#ctx0" brushRef="#br0" timeOffset="87600.227">17882 4540 1768,'0'0'28174,"0"0"-27549,0 0-249,0 0-16,138-31-24,-79 25-184,-2 2-152,-2 4-64,-9 0-312,-13 0-1185,-15 0-5272</inkml:trace>
  <inkml:trace contextRef="#ctx0" brushRef="#br0" timeOffset="87765.053">17926 4860 11258,'0'0'16524,"0"0"-16524,0 0-400,167-116-192,-99 60-5674</inkml:trace>
  <inkml:trace contextRef="#ctx0" brushRef="#br0" timeOffset="87970.839">18058 4365 2296,'0'0'25766,"0"0"-25046,-44 106-224,28-52-160,5 1-120,3 2-216,3-2-8,3-7-408,2-19-416,2-23-1920,9-6-17965</inkml:trace>
  <inkml:trace contextRef="#ctx0" brushRef="#br0" timeOffset="88160.933">18121 4418 1456,'0'0'22885,"0"0"-19144,0 0-2450,0 0-939,0 0-59,0 0-11,23 16-129,74 51-131,-90-61-63,0 0 1,0 1 0,0 0 0,-1 0 0,0 0 0,-1 1 0,1 0 0,-1 0 0,-1 0 0,0 1-1,0-1 1,0 1 0,-1 0 0,-1 0 0,0 1 0,0-1 0,0 0 0,-1 1 0,-1-1 0,0 0 0,0 1-1,0-1 1,-2 5 40,2 5-158,0-13 87,0-1 0,0 1 0,-1-1 0,0 1 0,0 0 0,0-1 0,0 1 0,-1-1 0,0 0 0,0 0 0,-1 1 0,1-1 0,-1-1 0,0 1 0,-1 1 71,-32 13-3986,-40-26-15723,41-11 17195</inkml:trace>
  <inkml:trace contextRef="#ctx0" brushRef="#br0" timeOffset="88549.295">17707 4473 9322,'0'0'5184,"0"0"4296,0 0-6452,0 0-2512,0 0-109,0 0 30,-13 22-85,-40 70-142,52-89-185,-1 1 1,1-1 0,0 1 0,0-1-1,0 1 1,0 0 0,1 0 0,0-1-1,-1 1 1,1 0 0,0 0 0,1-1 0,-1 1-1,1 0 1,0 0 0,0-1 0,0 1-1,0-1 1,0 1 0,1-1 0,0 1-1,0-1 1,0 0 0,0 0 0,0 0 0,0 0-1,1 0 1,0 0 0,-1-1 0,1 1-1,0-1 1,0 0 0,2 1-26,3 5 104,84 57 485,-77-56-582,0 0-1,0 1 0,-1 0 0,-1 1 1,1 1-1,-2 0 0,0 1 0,3 4-6,-13-14-29,0 0 0,0 1 0,-1-1 1,1 1-1,-1-1 0,1 1 0,-1-1 0,0 1 0,0 0 0,-1-1 0,1 1 0,-1 0 0,0 0 0,0 0 0,0-1 1,-1 1-1,1 0 0,-1 0 0,0-1 0,0 1 0,0 0 0,0-1 0,-1 1 0,1-1 0,-1 0 0,0 1 0,0-1 0,0 0 1,-1 0-1,1 0 0,-1 0 0,1-1 0,-1 1 0,0-1 0,0 1 0,0-1 0,-1 0 0,1 0 0,0-1 0,-1 1 1,-2 0 28,-24 10-568,0-2 0,-1-1 0,0-1 0,-1-2 0,1-1 1,-30 1 567,-148 34 701,209-41-656,-1 1 1,0 0-1,1 0 1,-1 0-1,0 0 1,1 0-1,-1 0 1,0 0-1,1 0 0,-1 0 1,0 0-1,1 0 1,-1 1-1,0-1 1,1 0-1,-1 0 1,0 1-1,1-1 1,-1 0-1,1 1 1,-1-1-1,1 0 1,-1 1-1,1-1 1,-1 1-1,1-1 1,-1 1-1,1-1 1,-1 1-1,1 0 1,0-1-1,-1 1 0,1-1 1,0 1-1,0 0 1,0-1-1,-1 1 1,1 0-1,0-1 1,0 1-1,0 0 1,0-1-1,0 1 1,0 0-1,0-1 1,0 1-1,0 0 1,1-1-1,-1 1 1,0 0-1,0-1 1,0 1-1,1 0 1,-1-1-1,0 1 1,1-1-1,-1 1 0,1-1 1,-1 1-1,1-1 1,-1 1-1,1-1 1,-1 1-1,1-1 1,-1 0-1,1 1 1,-1-1-1,1 0 1,0 1-46,171 10 1181,57-13-1374,-1-11 0,212-40 193,-388 43-2021</inkml:trace>
  <inkml:trace contextRef="#ctx0" brushRef="#br0" timeOffset="86516.117">15646 4552 27006,'0'0'4017,"0"0"-3689,0 0-264,0 0-32,112 22 16,-74-4-48,-8-2-568,-6-9-1881</inkml:trace>
  <inkml:trace contextRef="#ctx0" brushRef="#br0" timeOffset="86781.136">15662 4828 29550,'0'0'1769,"0"0"-1713,0 0-24,182-78-32,-90 34-744,-5-1-4242</inkml:trace>
  <inkml:trace contextRef="#ctx0" brushRef="#br0" timeOffset="85983.24">14452 4538 30182,'0'0'559,"0"0"-345,-1 19-129,1 61 108,-1-77-181,1 1-1,0-1 0,0 0 0,0 1 1,1-1-1,-1 0 0,1 1 0,0-1 1,-1 0-1,1 0 0,1 1 1,-1-1-1,0 0 0,1 0 0,0-1 1,0 1-1,0 0 0,0 0 0,0-1 1,0 1-1,1-1 0,-1 0 0,1 0 1,-1 0-1,1 0 0,0 0 0,0 0 1,0-1-1,0 0 0,0 1 1,0-1-1,0 0 0,1 0 0,-1-1 1,0 1-1,1-1 0,2 0-11,2 0 10,0 0-1,0-1 0,0 0 1,1 0-1,-1-1 0,0 0 1,-1-1-1,1 1 1,0-2-1,-1 1 0,1-1 1,-1 0-1,4-3-9,7-6-59,0-1 0,-2 0-1,1-1 1,-2-1 0,0 0-1,-1-2 1,0 1 0,-2-2-1,0 1 1,-1-2 0,-1 1 0,0-2-1,1-8 60,-8 9 451,-37 665 12,-2-458-459,34-184-2,0 0 0,0 0 0,0 0 0,0-1 1,-1 1-1,1-1 0,-1 1 0,1-1 0,-1 0 0,0 0 0,0 0 1,0-1-1,0 1 0,0 0 0,0-1 0,-1 0 0,1 0 0,0 0 1,-1 0-1,1-1 0,0 1 0,-1-1 0,1 0 0,-1 0 1,1 0-1,-1 0 0,1-1 0,0 1 0,-1-1 0,1 0 0,-1 0 1,1 0-1,-1-1-2,-102-59 21,100 52-24,0 0 0,0-1 0,1 0 1,0 1-1,1-1 0,0-1 0,1 1 0,0-1 0,1 1 1,0-1-1,0 0 0,1 0 0,1 1 0,0-1 1,0 0-1,1 0 0,0 0 0,1 0 0,0 1 0,1-1 1,0 1-1,1-1 0,0 1 0,1 0 0,0 1 1,4-7 1,9-9-222,2 2 0,0 0 0,1 2 0,2 0 0,0 1 0,7-3 223,3-4-903,33-26-2379</inkml:trace>
  <inkml:trace contextRef="#ctx0" brushRef="#br0" timeOffset="86264.675">15173 4175 25189,'0'0'5033,"0"0"-4336,0 0-513,0 0 24,15 111 64,-1-50-72,-4 6-96,-7 8-88,-3 6-16,0 4-16,-29 19-288,1-19-1041,-1-20-9489</inkml:trace>
  <inkml:trace contextRef="#ctx0" brushRef="#br0" timeOffset="84915.154">13341 4491 28158,'0'0'2192,"0"0"-1783,0 0-177,0 0 200,0 0-40,0 0-216,94 109-112,-57-76-64,-2-1-16,5-7-328,-10-5-848,-6-14-3257</inkml:trace>
  <inkml:trace contextRef="#ctx0" brushRef="#br0" timeOffset="85115.541">13722 4414 24277,'0'0'5833,"0"0"-5288,0 0-329,-132 83-88,100-45-8,3 5-120,1 16-336,8-10-937,7-15-2512</inkml:trace>
  <inkml:trace contextRef="#ctx0" brushRef="#br0" timeOffset="83851.215">11692 4365 10922,'0'0'14530,"0"0"-10902,0 0-3006,0 0-20,0 0-55,2 19-197,14 129 136,4-40-181,-5 0 0,-4 2 0,-5 24-305,-6-61-275,4-76-113,31-64-2062,-17 19-1410</inkml:trace>
  <inkml:trace contextRef="#ctx0" brushRef="#br0" timeOffset="84116.221">11997 4527 21981,'0'0'5705,"0"0"-4601,0 0-176,0 0-304,0 0-47,112 108-201,-79-80-160,-3-1-104,1 1-72,-5-4-40,3-1-24,1-3-304,-3-8-897,-10-8-2895</inkml:trace>
  <inkml:trace contextRef="#ctx0" brushRef="#br0" timeOffset="84366.98">12394 4438 25517,'0'0'3921,"0"0"-3281,-73 102-111,43-54-105,1-1-216,5 4-208,4-1-24,3-3-424,8-13-1257,5-17-15530</inkml:trace>
  <inkml:trace contextRef="#ctx0" brushRef="#br0" timeOffset="84549.522">12661 4268 25125,'0'0'4761,"0"0"-4144,0 0-1,0 123-112,0-64 24,0 6-136,0 2-168,2 4-224,3-4 0,1-8 0,-4-6 0,5-9 0,6 1-128,-2-9-656,0-13-1321</inkml:trace>
  <inkml:trace contextRef="#ctx0" brushRef="#br0" timeOffset="91529.544">11241 5239 28790,'0'0'1769,"0"0"-1497,0 0 32,0 0 8,0 0-128,0 0-96,0 0-88,103 104-16,-81-84-224,-11 2-496,-9-5-1225,-2-3-15811</inkml:trace>
  <inkml:trace contextRef="#ctx0" brushRef="#br0" timeOffset="91846.911">10925 5702 928,'0'0'22946,"0"0"-19110,0 0-2390,0 0-1008,0 0-111,28-4-64,171-38-19,-25-20-424,-174 62 175,0 0 0,-1 0 0,1 1 0,0-1 1,0 0-1,0 0 0,-1 1 0,1-1 0,0 0 0,0 1 1,0-1-1,0 0 0,0 1 0,0-1 0,0 1 0,-1-1 1,1 0-1,0 1 0,0-1 0,0 0 0,0 1 0,1-1 1,-1 0-1,0 1 0,0-1 0,0 0 0,0 1 1,0-1-1,0 0 0,0 1 0,1-1 0,-1 0 0,0 1 1,0-1-1,1 0 0,-1 1 0,0-1 0,0 0 0,1 0 1,-1 0-1,0 1 0,0-1 0,1 0 0,-1 0 0,0 0 1,1 1-1,-1-1 0,0 0 0,1 0 0,-1 0 0,1 0 1,-1 0-1,0 0 0,1 0 0,-1 0 0,0 0 0,1 0 1,-1 0-1,0 0 0,1 0 5,-26 29-1,23-27-6,-29 31 13,-54 61-335,-5-5 0,-99 76 329,173-166-3667,24-25-6869,11-6-806</inkml:trace>
  <inkml:trace contextRef="#ctx0" brushRef="#br0" timeOffset="92113.169">11274 5742 3833,'0'0'23421,"0"0"-22269,0 0-256,0 0-448,-5 110-8,5-74-224,0-3-216,0 1-88,0-12-664,0-13-2504,7-9-19477</inkml:trace>
  <inkml:trace contextRef="#ctx0" brushRef="#br0" timeOffset="92397.628">11473 5641 6825,'0'0'20061,"0"0"-18805,0 0-648,0 0-208,0 0-8,-61 107-152,56-88-168,5 1-32,0-6-32,16-4 48,12-6-56,7-4-16,5 0-664,12-44-2024,-10 1-14252,-5-4 12931</inkml:trace>
  <inkml:trace contextRef="#ctx0" brushRef="#br0" timeOffset="92664.146">11745 5335 27150,'0'0'2736,"0"0"-2167,0 0-9,0 0-96,-9 111-152,9-38-160,0 33-80,-9 32-16,-2-3-32,0-29-24,9-33-32,2-26-136,0-1-16,22-15-288,0-7-761,-4-22-1543</inkml:trace>
  <inkml:trace contextRef="#ctx0" brushRef="#br0" timeOffset="92665.146">11815 5629 29990,'0'0'713,"0"0"-265,0 0-208,0 0-168,169 61-72,-112-61-688,-7-9-2689</inkml:trace>
  <inkml:trace contextRef="#ctx0" brushRef="#br0" timeOffset="93546.621">12304 5282 28478,'0'0'752,"0"0"-397,0 0-128,0 0 61,0 0-44,0 0-108,16 15-51,55 45-7,-67-58-70,0 1 0,0-1 0,1 0 0,-1 0 0,0 0 0,1 0 0,-1-1 0,1 0 1,0 0-1,-1 0 0,1-1 0,0 1 0,0-1 0,-1 0 0,1 0 0,3-1-8,10 0 20,10 0-244,1-1 1,0-2-1,-1-1 1,0-1-1,0-1 1,0-2-1,-1 0 1,11-7 223,5-4-1042,93-21-5258,-124 55 11166,-24 23-2932,-90 111 421,16 21-1944,86-168-413,0-1 0,1 1 0,-1-1 0,0 1 0,0-1 0,0 1 0,1-1 0,-1 0-1,0 1 1,0-1 0,1 1 0,-1-1 0,0 0 0,1 1 0,-1-1 0,1 0 0,-1 0 0,0 1 0,1-1 0,-1 0 0,1 0 0,-1 0 0,1 1 0,-1-1-1,0 0 1,1 0 0,-1 0 0,1 0 0,-1 0 0,1 0 0,-1 0 0,1 0 0,-1 0 0,1 0 0,-1 0 0,1 0 0,-1 0 0,1 0 0,-1-1 0,0 1-1,1 0 1,-1 0 0,1 0 0,-1-1 0,1 1 0,-1 0 0,0 0 0,1-1 0,-1 1 0,0-1 0,1 1 0,-1 0 0,0-1 0,0 1 0,1 0 0,-1-1-1,0 1 1,0-1 0,0 1 0,1-1 0,-1 1 0,0-1 0,0 1 0,0-1 2,0 1 0,144-144-1300,-116 89 1028,-46 56-667,4 5 653,0 1 1,0 1-1,1 0 1,0 1-1,0 0 1,1 1-1,0 1 1,1 0-1,-5 5 286,1-1 141,-314 325 1968,296-311-3073,30-32-4608,6-14-1284,16-14 1707,11 4 4294,-27 25 1220,0 0 0,0 0-1,0 0 1,1 1 0,-1-1 0,0 1-1,1 0 1,-1 0 0,1 0 0,-1 0 0,1 1-1,0-1 1,-1 1 0,1 0 0,0 0 0,-1 0-1,1 0 1,0 1 0,-1 0 0,2 0-365,14 19 8798,-9 53-6881,-9-52-1970,-5 53-1701,-10-26-7742,-1-16 4361</inkml:trace>
  <inkml:trace contextRef="#ctx0" brushRef="#br0" timeOffset="93769.233">12799 5708 2168,'0'0'26790,"0"0"-26158,0 0-416,138-92-176,-85 70-40,-3 0-496,3-13-2608,-16 5-10411,-8 2 8946</inkml:trace>
  <inkml:trace contextRef="#ctx0" brushRef="#br0" timeOffset="93931.491">13152 5446 7874,'0'0'6082,"0"0"4534,0 0-7042,-7 23-2508,-21 75-390,21 21 112,32 324-1203,-25-442 394,0 0 0,0 0 0,0 0 0,0 0 0,0 0 0,0 0 0,-1 0 0,1 1-1,0-1 1,0 0 0,-1 0 0,1 0 0,-1 0 0,1 0 0,-1 0 0,1 0 0,-1-1 0,1 1 0,-1 0 0,0 0 0,0 0-1,1-1 1,-1 1 0,0 0 0,0 0 0,0-1 0,0 1 0,0-1 0,0 1 0,0-1 0,0 0 0,0 1 0,0-1 0,0 0-1,0 1 1,0-1 0,0 0 0,0 0 0,0 0 0,0 0 0,-1 0 0,1 0 0,0-1 0,0 1 0,0 0 0,0 0 0,0-1 0,0 1-1,0-1 1,0 1 0,0-1 0,0 1 0,0-1 0,0 1 0,1-1 0,-1 0 0,0 0 0,0 1 0,1-1 0,-1 0 0,0 0 21,-3-3-35,1 0 0,-1 0 0,1 0 0,0 0 0,1-1 1,-1 1-1,1-1 0,-1 0 0,2 1 0,-1-1 0,0 0 1,1 0-1,0 0 0,0 0 0,0-1 0,1 1 1,0 0-1,0 0 0,0 0 0,0 0 0,1-1 0,0 1 1,0 0-1,1 0 0,-1 0 0,1 1 0,2-5 35,24-50-3870,-6 16-7108</inkml:trace>
  <inkml:trace contextRef="#ctx0" brushRef="#br0" timeOffset="94655.502">13790 5351 20140,'0'0'8513,"0"0"-6523,0 0-1834,0 0-147,-8 12-293,-21 35-198,29-46 452,0 0 0,1 0 0,-1-1 0,0 1-1,1 0 1,-1 0 0,1-1 0,-1 1 0,1 0-1,-1-1 1,1 1 0,-1-1 0,1 1-1,0-1 1,-1 1 0,1-1 0,0 1 0,-1-1-1,1 0 1,0 1 0,0-1 0,-1 0 0,1 1-1,0-1 1,0 0 0,-1 0 0,1 0 0,0 0-1,0 0 1,0 0 0,-1 0 0,1 0-1,0 0 1,0 0 0,0 0 0,-1-1 0,1 1-1,0 0 1,0 0 0,-1-1 0,1 1 0,0-1-1,0 1 1,-1 0 0,1-1 0,-1 0 0,1 1-1,0-1 1,0 0 30,128-113-1362,-121 107 1517,0 1 0,0 1 0,1 0 0,-1 0-1,1 0 1,0 1 0,1 1 0,-1-1 0,1 2-1,-1-1 1,1 1 0,0 1 0,0 0 0,6 0-155,-14 40 268,-93 58-102,-102 113 1163,189-205-1296,0 0 0,0 0 0,1 0 0,0 1 0,0-1 1,1 1-1,0 0 0,-1 0 0,2 0 0,-1 0 0,1 0 1,0 0-1,0 1 0,1-1 0,0 1-33,30 18 68,-31-18-67,0-1 0,-1 1-1,0-1 1,0 1 0,0-1 0,-1 0 0,0 0-1,0 0 1,-1-1 0,1 1 0,-1-1-1,-1 0 1,1 0 0,-1 0 0,-4 4-1,-35 50 40,44-59-39,0 1 0,0 0-1,0-1 1,0 1 0,0 0 0,0-1-1,0 1 1,0 0 0,0-1 0,1 1-1,-1 0 1,0-1 0,0 1 0,0-1-1,1 1 1,-1 0 0,0-1 0,1 1-1,-1-1 1,1 1 0,-1-1 0,1 1-1,-1-1 1,1 1 0,-1-1 0,1 0-1,-1 1 1,1-1 0,-1 0 0,1 1-1,0-1 1,-1 0 0,1 0-1,0 0 1,-1 1 0,1-1 0,0 0-1,-1 0 1,1 0 0,-1 0 0,1 0-1,0 0 1,-1 0 0,1 0 0,0-1-1,-1 1 1,1 0 0,0 0 0,-1 0-1,1-1 1,-1 1 0,1 0 0,0-1-1,4 1-7,201-4-329,-204 3 355,0 1-1,1-1 0,-1 1 0,0 0 1,0 0-1,1 0 0,-1 0 0,0 0 1,0 0-1,1 0 0,-1 1 1,0-1-1,0 1 0,0 0 0,0 0 1,0 0-1,0 0 0,0 0 0,0 0 1,0 0-1,0 1 0,0-1 0,-1 0 1,1 1-1,-1 0 0,1-1 0,-1 1 1,1 0-1,-1 0 0,0 0 0,0 0 1,0 0-1,0 0 0,0 0 1,-1 0-1,1 0 0,0 0 0,-1 1 1,0-1-1,1 0 0,-1 0 0,0 1 1,0-1-1,-1 0 0,1 0 0,0 0 1,-1 1-1,1-1 0,-1 0 0,0 0 1,1 0-1,-2 2-18,-140 89 216,115-77-246,18-11-51,-1 0-1,1 1 0,0 0 1,0 0-1,1 1 0,0 0 0,0 1 1,0 0-1,1 0 0,-6 9 82,7-2-1341</inkml:trace>
  <inkml:trace contextRef="#ctx0" brushRef="#br0" timeOffset="94913.288">14393 6028 25365,'0'0'6698,"0"0"-6130,0 0-432,0 0-136,0 0 0,0 0-1008,0 0-3633</inkml:trace>
  <inkml:trace contextRef="#ctx0" brushRef="#br0" timeOffset="95383.327">15749 5702 1592,'0'0'10916,"0"0"1924,0 0-9367,0 0-2664,0 0-137,0 0-91,9-1-128,2 0-372,-1 1 1,0 0-1,0 0 1,1 1-1,-1 0 1,0 1-1,0 0 1,0 1-1,0 0 1,0 1-1,-1 0 0,1 0 1,6 5-82,17 12 34,-1 0-1,-2 2 1,0 2 0,-1 0 0,-2 2 0,-1 1-1,-1 1 1,-1 1 0,5 11-34,14 12-1426,-27-46-769</inkml:trace>
  <inkml:trace contextRef="#ctx0" brushRef="#br0" timeOffset="95663.32">16324 5618 29790,'0'0'729,"0"0"-225,-121 144-168,64-75-120,0 0-168,7-2-48,4 12-224,13-18-464,13-20-1841</inkml:trace>
  <inkml:trace contextRef="#ctx0" brushRef="#br0" timeOffset="95930.136">17047 5783 27558,'0'0'2326,"0"0"-1387,0 0-333,0 0 35,0 0-152,0-7-305,1 1-174,-1 7-9,0-1-1,1 1 0,-1-1 0,0 1 0,1-1 1,-1 1-1,1-1 0,-1 1 0,1-1 1,-1 0-1,1 1 0,-1-1 0,1 0 0,-1 1 1,1-1-1,-1 0 0,1 0 0,0 0 1,-1 0-1,1 1 0,-1-1 0,1 0 0,0 0 1,-1 0-1,1 0 0,-1 0 0,1 0 0,0-1 1,-1 1-1,1 0 0,-1 0 0,1 0 1,0 0-1,-1-1 0,1 1 0,-1 0 0,1-1 1,-1 1-1,1 0 0,-1-1 0,1 1 1,-1-1-1,0 1 0,1 0 0,-1-1 0,1 1 1,-1-1-1,0 1 0,0-1 0,1 0 1,-1 1-1,0-1 0,0 1 0,0-1 0,1 1 1,-1-1-1,0 0 0,0 1 0,0-1 1,0 0-1,0 1 0,0-1 0,42 26 0,25 30 0,-60-43-109,-6-8 57,0 0-1,1 0 1,0 0 0,0 0 0,0 0-1,1 0 1,-1-1 0,1 1 0,0-1-1,0 0 1,0 1 0,0-1 0,0-1-1,1 1 1,0 0 0,-1-1 0,1 0 0,0 0-1,0 0 1,0 0 0,0-1 0,1 1-1,-1-1 1,3 0 52,2-1-3230</inkml:trace>
  <inkml:trace contextRef="#ctx0" brushRef="#br0" timeOffset="96112.45">17325 5718 29078,'0'0'2105,"0"0"-1785,0 0 56,-114 65-168,84-35-208,6-1-160,13 7-368,4-10-993,7-11-5352</inkml:trace>
  <inkml:trace contextRef="#ctx0" brushRef="#br0" timeOffset="96695.393">18003 5710 30663,'0'0'789,"0"0"-288,0 0-54,-5-2-137,4 2-310,1-1 1,-1 1 0,1 0 0,-1-1-1,1 1 1,-1 0 0,0-1 0,1 1 0,-1 0-1,0 0 1,1 0 0,-1 0 0,0 0-1,0 0 1,1 0 0,-1 0 0,0 0-1,1 0 1,-1 0 0,0 0 0,1 0-1,-1 0 1,0 0 0,1 1 0,-1-1-1,0 0 1,1 1 0,-1-1 0,1 0 0,-1 1-1,1-1 1,-1 1 0,1-1 0,-1 1-1,1-1 1,-1 1 0,1-1 0,-1 1-1,1-1 1,0 1 0,-1 0 0,1-1-1,0 1 1,0 0 0,-1-1 0,1 1-1,0 0 1,0-1 0,0 1 0,0 0 0,0-1-1,0 1 1,0 0 0,0 0 0,0-1-1,0 1 1,0 0 0,1-1 0,-1 1-1,0 0 1,0-1 0,1 1 0,-1-1-1,0 1 1,1 0 0,-1-1 0,1 1-1,-1-1 1,1 1 0,-1-1-1,1 19 4,-2 197-4,2-213 0,0-1 0,0 0 0,1 0 0,-1 0 0,1 1 0,-1-2 0,1 1 0,0 0 0,0 0 0,0 0 0,0-1 0,0 1 0,0-1 0,0 0 0,0 1 0,1-1 0,-1 0 0,0 0 0,1-1 0,-1 1 0,1 0 0,-1-1 0,1 1 0,-1-1 0,1 0 0,-1 0 0,1 0 0,-1 0 0,1-1 0,0 1 0,-1-1 0,1 1 0,-1-1 0,0 0 0,1 0 0,-1 0 0,0 0 0,1 0 0,1-2 0,10-6 0,-1 0 0,0-1 0,0-1 0,-1 0 0,0 0 0,-1-1 0,0-1 0,-1 0 0,-1 0 0,0-1 0,-1 0 0,0-1 0,1-4 0,7-12 0,-2 0 0,-1-1 0,-2 0 0,0-1 0,-3 0 0,0-1 0,-3 0 0,0 0 0,-3 0 0,0-16 0,13 372 0,-7-265 0,-2 0 0,-3 0 0,-2 0 0,-2 0 0,-7 38 0,5-81 0,0 0 0,0 0 0,-1-1 0,-1 1 0,0-1 0,-1 0 0,0 0 0,-1 0 0,-1-1 0,0 0 0,-1-1 0,-7 9 0,14-19 0,0 0 0,-1 0 0,1-1 0,0 1 0,-1 0 0,1-1 0,0 0 0,-1 1 0,1-1 0,-1 0 0,1 0 0,-1 0 0,1-1 0,0 1 0,-1 0 0,1-1 0,0 0 0,-1 0 0,1 1 0,0-1 0,0-1 0,0 1 0,0 0 0,0 0 0,0-1 0,0 1 0,0-1 0,0 0 0,0 1 0,1-1 0,-1 0 0,1 0 0,0 0 0,-1 0 0,1 0 0,0-1 0,0 1 0,0 0 0,1 0 0,-1-1 0,0 1 0,1 0 0,0-1 0,-1 1 0,1-1 0,0 1 0,0 0 0,0-1 0,1 1 0,-1-1 0,1 1 0,-1 0 0,1-2 0,-1-10 0,-1 0 0,2 0 0,0-1 0,1 1 0,0 0 0,1 0 0,1 1 0,0-1 0,1 1 0,0 0 0,1 0 0,1 0 0,0 1 0,0 0 0,1 0 0,1 1 0,0 0 0,1 0 0,0 1 0,6-4 0,251-217-523,-175 154-1675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28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1265 6 15091,'0'0'2794,"0"0"2374,0 0-2529,0 0-1417,0 0-671,3-5-190,-3 5-336,0 1-1,0 0 1,0-1 0,1 1-1,-1 0 1,0 0 0,0-1-1,0 1 1,1 0 0,-1-1-1,0 1 1,1 0 0,-1-1-1,1 1 1,-1-1 0,1 1-1,-1 0 1,1-1 0,-1 1-1,1-1 1,-1 0 0,1 1-1,0-1 1,-1 1 0,1-1-1,0 0 1,-1 0 0,1 1-1,0-1 1,-1 0 0,1 0-1,0 0 1,0 0 0,-1 1-1,1-1 1,0 0 0,0-1-1,-1 1 1,1 0 0,0 0-1,0 0 1,-1 0 0,1-1-1,0 1 1,-1 0 0,1 0-1,0-1 1,-1 1 0,1-1 0,0 1-25,5 328 1152,-8 67-711,13 632-179,73 1359 43,-36 2773 506,-48-5092-796,-21 1360 223,-175 1591 245,135-2151-483,41-720-171,9-120-1133,-5-23-1974</inkml:trace>
  <inkml:trace contextRef="#ctx0" brushRef="#br0" timeOffset="103345.999">0 12994 29070,'0'0'968,"0"0"-218,0 0-301,0 0-157,0 0-8,19-10 19,-9 5-264,-6 2-25,0 0-1,1 0 1,-1 0-1,1 1 1,0 0 0,0 0-1,0 0 1,0 1 0,0-1-1,0 1 1,0 1 0,0-1-1,1 1 1,-1 0 0,0 0-1,0 0 1,0 0 0,1 1-1,-1 0 1,0 0-1,0 1 1,0 0 0,0-1-1,-1 2 1,1-1 0,0 0-1,-1 1 1,1 0 0,-1 0-1,1 1-13,50 51 26,-2 2-1,-2 3 0,-3 2 0,-3 2 1,-3 1-1,-3 3 0,-2 1 1,16 48-26,-52-115 0,295 608 0,-290-597 0,0 1 0,1-1 0,1-1 0,0 1 0,1-2 0,1 1 0,-1-1 0,2 0 0,-1-1 0,2 0 0,-1-1 0,1-1 0,1 1 0,-1-2 0,12 6 0,-5-9 0,1 0 0,-1-1 0,1-1 0,0-1 0,0 0 0,-1-2 0,1 0 0,0-1 0,0-1 0,-1-1 0,0-1 0,18-7 0,22-13 0,-1-2 0,-1-3 0,-2-3 0,-1-1 0,-2-3 0,-1-3 0,-3-1 0,-1-3 0,38-45 0,137-141 0,-10-10 0,60-101 0,-49 7-693,-155 207-1815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3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11899,'0'0'18315,"0"0"-17754,0 0-321,127 85-72,-79-54-64,-6 5 0,-7 1-104,-24 32 0,-7-9-736,-4-5-6010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35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28870,'0'0'1344,"0"0"-807,-22 130-273,11-70 0,4-5-56,7-4-120,0-9-88,13-21-360,16-13-777,-5-8-991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36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0 27758,'0'0'1936,"0"0"-1656,117 16-72,-87 14 313,-14 15-145,-16 10-24,-3 14-96,-27 12-128,-14 6-128,-9 0-96,-4-6-280,-15-10-737,17-22-591,11-22-1008</inkml:trace>
  <inkml:trace contextRef="#ctx0" brushRef="#br0" timeOffset="352.727">318 320 20460,'0'0'7102,"0"0"-5147,7 22-1472,2 6-378,-2 0 0,0 1-1,-3 0 1,0 1 0,-2-1 0,0 7-105,-19 375 690,18-400-689,1 0 1,0-1-1,0 1 0,1-1 1,0 0-1,1 0 1,0 0-1,0 0 0,1 0 1,1-1-1,-1 0 1,1 0-1,1-1 1,0 0-1,0 0 0,1 0 1,0-1-1,0 0 1,7 4-2,182 94-10,-163-91 7,128 69-299,-160-82 278,0 1 1,0-1 0,-1 1 0,1 0-1,0-1 1,-1 1 0,1 0 0,-1 0-1,0 0 1,0 0 0,0 0-1,0 0 1,0 1 0,0-1 0,0 0-1,0 0 1,-1 1 0,0-1 0,1 0-1,-1 1 1,0-1 0,0 1 0,0-1-1,0 0 1,-1 1 0,1-1 0,-1 0-1,1 1 1,-1-1 0,0 0 0,0 0-1,0 0 1,0 1 0,0-1-1,0 0 1,0 0 0,-1-1 0,1 1-1,-1 0 1,0 0 0,-1 0 23,-82 65-619,81-64 613,-64 40-39,-2-4 1,-2-2 0,-2-4 0,-1-3-1,-1-3 1,-56 11 44,-10-22 1192,141-15-1178,0 0-1,0-1 0,-1 1 0,1-1 1,0 1-1,-1-1 0,1 1 0,0-1 0,-1 0 1,1 0-1,0 1 0,-1-1 0,1 0 0,0 0 1,-1 0-1,1-1 0,0 1 0,-1 0 1,1 0-1,0-1 0,-1 1 0,1-1 0,0 1 1,0-1-1,-1 0 0,1 1 0,0-1 0,0 0 1,0 0-1,0 0 0,0 0 0,0 0 1,0 0-1,0 0 0,1 0 0,-1 0 0,0 0 1,1 0-1,-1-1 0,0 1 0,1 0 0,0-1 1,-1 1-1,1 0 0,0-1 0,-1 1 0,1 0 1,0-1-1,0 1 0,0 0 0,0-1 1,1 1-1,-1 0 0,0-1 0,0 1 0,1 0 1,-1-1-1,1 1 0,-1 0 0,1 0 0,0-1 1,-1 1-1,1 0 0,0 0 0,0-1-13,53-45-40,156-97-2732,-107 75-4809</inkml:trace>
  <inkml:trace contextRef="#ctx0" brushRef="#br0" timeOffset="618.817">1121 1320 30911,'0'0'744,"0"0"-664,0 0-80,0 0-432,0 0-1329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35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30094,'-5'25'1089,"-67"450"495,-10 466-1584,33 128 0,46-1053-83,2-44-225,4-23-587,5-17-1196</inkml:trace>
  <inkml:trace contextRef="#ctx0" brushRef="#br0" timeOffset="282.463">348 1001 30751,'0'0'664,"0"0"-480,0 0-136,141 87-48,-78-48-144,-12-7-288,-3-11-1937</inkml:trace>
  <inkml:trace contextRef="#ctx0" brushRef="#br0" timeOffset="515.765">964 557 31751,'0'0'596,"23"0"-441,326 0-93,-317-1-38,94 10-145,-123-8 115,0 0 0,0 0 0,0 1 0,0-1 0,-1 0 0,1 1 0,-1 0 0,1-1 0,-1 1 0,0 0 0,1 0-1,-1 1 1,0-1 0,0 0 0,-1 1 0,1-1 0,0 1 0,-1-1 0,1 1 0,-1 0 0,0 0 0,0 0 0,0 0 0,-1-1 0,1 1 0,0 0 0,-1 0 0,0 1 0,0-1 0,0 0 0,0 0 0,0 0 0,-1 0 0,1 0 0,-1 0 0,0-1 0,0 1 0,-1 2 6,-3 10-29,-2 0 0,0 0 1,-1 0-1,0-1 0,-1 0 1,0-1-1,-1 1 1,-1-2-1,0 0 0,-5 4 29,9-9-14,-156 158-323,-6-8-1,-15-1 338,-27 24-671,152-133-442,52-46-70,6-2-1114</inkml:trace>
  <inkml:trace contextRef="#ctx0" brushRef="#br0" timeOffset="682.394">1190 1179 29054,'-17'73'637,"-3"-1"0,-3-1-1,-22 46-636,-30 89 404,60-115-456,28-90-328,88-147-1303,-96 138 1550,13-24-339,1 0 0,2 0 1,1 2-1,1 1 0,2 1 1,0 1-1,2 1 0,1 1 1,15-9 471,-40 31 114,1 0 0,0 0 0,-1 1 1,1-1-1,1 1 0,-1 0 0,0 0 1,1 0-1,-1 0 0,1 1 1,-1 0-1,1 0 0,-1 0 0,1 0 1,0 1-1,0 0 0,-1 0 0,1 0 1,0 0-1,0 1 0,-1 0 0,1 0 1,-1 0-1,1 1 0,-1-1 0,1 1 1,-1 0-1,0 0 0,0 1 1,0-1-1,0 1-114,-2 7 57,-1 1 1,0-1 0,0 1-1,-1-1 1,0 1 0,-1-1-1,0 0 1,-1 1 0,0-1-1,-1 0 1,0 0 0,-1 0-1,0 0 1,0-1 0,-1 1-1,0-1 1,0 0-1,-1-1 1,-1 1 0,1-1-1,-1-1 1,-1 1 0,0-1-1,0 0 1,0-1 0,-3 2-58,10-6-24,0-1-1,0 1 1,-1-1 0,1 1 0,0-1 0,0 1-1,-1-1 1,1 0 0,-1 0 0,1 0 0,-1 0-1,0 0 1,1 0 0,-1 0 0,0-1 0,0 1 0,1-1-1,-1 1 1,0-1 0,0 1 0,0-1 0,0 0-1,0 0 1,0 0 0,1 0 0,-1 0 0,0-1-1,0 1 1,0-1 0,0 1 0,1-1 0,-1 1-1,0-1 1,0 0 0,1 0 0,-1 0 0,1 0 0,-1 0-1,1 0 1,-1 0 0,1-1 0,-1 1 0,1-1-1,0 1 1,0 0 0,0-1 0,0 0 0,0 1-1,0-1 1,0 0 0,1 0 24,-11-45-2290,10-11-3986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34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449 398 30398,'0'0'653,"0"0"-360,40-21-170,532-248 247,-288 172-280,-181 86-69,-101 12-22,-1 0 0,1 0 0,-1 0-1,1 0 1,-1 1 0,0-1 0,1 0 0,-1 1-1,0-1 1,0 1 0,0 0 0,0-1 0,0 1 0,0-1-1,-1 1 1,1 0 0,-1 0 0,1 0 0,-1-1-1,1 1 1,-1 0 0,0 0 0,0 0 0,0 0 0,0 0-1,0-1 1,0 1 0,-1 0 0,1 0 0,-1 0-1,1-1 1,-1 1 0,0 0 0,0 0 0,1-1-1,-2 2 2,-6 16-1,-1-1-1,0 1 0,-1-2 0,-1 0 0,-1 0 0,-1-1 0,0 0 0,-1-1 0,0-1 0,-13 10 2,11-9-1,-888 815-5,510-423-188,385-395-1205,22-28-713</inkml:trace>
  <inkml:trace contextRef="#ctx0" brushRef="#br0" timeOffset="266.589">1528 550 25926,'-48'136'3344,"-14"34"-2312,-10 31-311,15-4-161,13-25-144,13-22-112,18-38-176,9-39-128,4-32-48,0-19-320,6-12-184,23-24-328,-3-17-513,-2-19-871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39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30511,'0'0'768,"0"0"-480,0 0-200,142-57 80,-41 39 120,31 3-56,-10 7-120,-10 6-112,22 2-88,-49 4-392,-8 5-1097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39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27302,'-6'28'2668,"-58"412"-1079,63-170-848,2-250-716,0 1-1,2-1 1,0 0 0,2 0-1,0 0 1,1 0-1,1-1 1,0 0-1,2 0 1,0-1-1,1 0 1,1-1 0,1 0-1,0-1 1,1 0-1,1-1 1,0 0-1,1-1 1,10 5-25,-16-12 0,1-1 0,1-1-1,-1 0 1,1 0 0,0-1 0,0 0 0,0-1 0,1-1-1,-1 0 1,1 0 0,0-1 0,-1 0 0,1-1-1,0 0 1,-1-1 0,1-1 0,-1 0 0,1 0 0,-1-1-1,0-1 1,0 1 0,5-4 0,173-113-954,-112 55-769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4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23285,'0'0'7378,"0"0"-6922,0 0-240,0 0-56,92 110-56,-59-64-80,-4 3-24,-16 24-336,-7-14-1097,-6-6-4048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41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30447,'-2'103'728,"2"21"-344,0 26-144,-2-2 248,2-10-168,0-4-160,0-8-160,-7-25 0,3-24 0,-5-22 0,5-12-200,0-7-400,1-10-528,1-15-2201</inkml:trace>
  <inkml:trace contextRef="#ctx0" brushRef="#br0" timeOffset="245.242">197 446 29614,'0'0'1337,"0"0"-1161,128 51-120,-78-15-56,9 11-96,-15-8-488,-11-7-2025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40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196 135 29230,'0'0'580,"20"-7"-352,288-108 367,-225 102-435,-82 14-160,0-1 1,0 1-1,0-1 0,0 1 1,0 0-1,0-1 0,0 1 0,0 0 1,0 0-1,0 0 0,-1-1 0,1 1 1,0 0-1,0 0 0,-1 0 0,1 0 1,-1 1-1,1-1 0,-1 0 0,1 0 1,-1 0-1,0 0 0,0 0 0,1 1 1,-1-1-1,0 0 0,0 0 0,0 0 1,0 1-1,0-1 0,0 0 0,-1 0 1,1 0-1,0 0 0,-1 1 0,1-1 1,-1 0-1,1 0 0,-1 0 0,1 0 1,-1 1-1,0-2 0,-4 15 6,-2-1-1,0 0 1,-1 0 0,0-1-1,-1 0 1,-1 0 0,0-1-1,0 0 1,-1-1 0,-13 10-6,2 1 3,-441 437-2617,439-433 49</inkml:trace>
  <inkml:trace contextRef="#ctx0" brushRef="#br0" timeOffset="182.435">564 420 29470,'0'0'920,"-7"114"-327,-12-41-353,-3 6-24,0-6-16,6-12-128,10-16-72,6-19-72,2-20-272,24-6-136,25-69-377,-7 2-999,-3-6-3097</inkml:trace>
  <inkml:trace contextRef="#ctx0" brushRef="#br0" timeOffset="400.416">862 220 26662,'0'0'1403,"0"0"-574,0 0-426,0 0-144,-16 19-91,-53 62-38,60-72-106,1 0 0,1 1-1,0 1 1,0-1 0,1 1 0,0 0-1,1 1 1,0-1 0,1 1-1,0 0 1,1 0 0,0 0-1,1 1 1,0-1 0,1 1-1,1-1 1,0 1-24,0-11 11,1 0 1,0 0-1,0 1 1,0-1-1,0 0 0,0 0 1,0 0-1,0 0 0,0 0 1,1-1-1,-1 1 0,1 0 1,0-1-1,-1 1 1,1-1-1,0 1 0,0-1 1,0 0-1,0 0 0,0 0 1,0 0-1,0 0 0,0 0 1,0 0-1,1-1 1,-1 1-1,0-1 0,0 0 1,1 0-1,-1 1 0,0-2 1,1 1-12,86-5 88,46-48-779,-73 20-817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39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0 636 31031,'0'0'776,"0"0"-384,116 154-232,-56-85 200,1 0-312,-2 0-48,-6-4 0,-7-10 0,-2-11 0,6-36-448,-8-8-616,-9-14-1305</inkml:trace>
  <inkml:trace contextRef="#ctx0" brushRef="#br0" timeOffset="270.209">456 551 29742,'0'0'1313,"0"0"-985,0 0-184,-160 116 32,105-56 64,7 5-120,6 4-120,12 16-224,12-16-480,9-20-1793</inkml:trace>
  <inkml:trace contextRef="#ctx0" brushRef="#br0" timeOffset="432.848">1142 1 30791,'0'0'572,"0"0"-356,22 12-154,145 93 212,-153-91-220,-1 2 1,-1 0 0,0 0-1,-1 1 1,-1 0-1,0 1 1,-2 0 0,0 1-1,-1-1 1,-1 2-1,0-1 1,-2 1-1,0-1 1,-1 1 0,0 20-55,13 84 11,-6-1 0,-5 2 0,-9 95-11,-35 14-480,28-198-996,-3-14-1705</inkml:trace>
  <inkml:trace contextRef="#ctx0" brushRef="#br0" timeOffset="613.816">748 1364 31351,'0'0'768,"0"0"-488,0 0-120,0 0 48,164 39-208,-65-39 0,39-25 0,-20-1-464,-17-2-2777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4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29750,'0'0'1281,"0"0"-937,0 0-136,138-41 24,-77 21-16,7-2-96,0 1-56,0 5-64,-5 6-176,8 2-240,-17 6-704,-16-2-2297</inkml:trace>
  <inkml:trace contextRef="#ctx0" brushRef="#br0" timeOffset="300.499">270 224 28798,'-48'138'662,"6"2"-1,6 2 1,6 1-1,7 2 1,6 0-1,3 77-661,13-217 0,0-1 0,0 1 0,1 0 0,0 0 0,0-1 0,0 1 0,0 0 0,1 0 0,0-1 0,0 1 0,0 0 0,1-1 0,-1 1 0,1-1 0,0 0 0,0 1 0,1-1 0,-1 0 0,1 0 0,0 0 0,0-1 0,0 1 0,1-1 0,-1 0 0,1 0 0,0 0 0,0 0 0,0 0 0,0-1 0,0 0 0,0 0 0,1 0 0,-1 0 0,1-1 0,-1 0 0,3 1 0,7 0 10,0 0 0,0-1-1,0-1 1,0 0 0,0-1 0,0 0-1,-1-1 1,1-1 0,0 0 0,-1-1-1,0 0 1,0-1 0,0-1 0,0 0 0,-1 0-1,0-2 1,0 1 0,-1-1 0,0-1-1,0 0 1,-1-1 0,-1 0 0,4-4-10,16-20-467,-2-1 0,-1-2 1,-2-1-1,-2 0 0,-1-2 1,11-31 466,-11 17-3818</inkml:trace>
  <inkml:trace contextRef="#ctx0" brushRef="#br0" timeOffset="567.412">698 654 15923,'0'0'14764,"0"0"-14060,0 0-368,0 0 40,144 27-96,-71-27-152,10-18-128,53-25-216,-22 4-496,-13-1-1609</inkml:trace>
  <inkml:trace contextRef="#ctx0" brushRef="#br0" timeOffset="835.992">1601 229 22557,'0'0'8602,"0"0"-8002,0 0-288,-9 150 8,35-89 40,11 1-344,7-1-16,2-2 0,3 0 0,-3-2 0,-5-5 0,-1-9 0,6-15-344,-11-15-896,-9-13-1705</inkml:trace>
  <inkml:trace contextRef="#ctx0" brushRef="#br0" timeOffset="1083.754">2046 326 29942,'0'0'945,"0"0"-329,0 0-64,-154 114-72,97-50-248,0 7-232,2 6 0,3 1 0,6 1 0,9-8-40,19-19-576,11-21-568,7-23-1953</inkml:trace>
  <inkml:trace contextRef="#ctx0" brushRef="#br0" timeOffset="1250.437">2359 1 30342,'0'0'590,"19"0"-255,218 11 609,-89-2-721,-144-7-211,0 1 0,0 0 0,0 0 0,0 0 0,-1 0 0,0 0 0,1 1 0,-1 0 0,0-1 0,-1 1 0,1 0 0,-1 0 0,0 1 0,0-1 0,0 0 0,0 1 0,-1 0 0,0-1 0,0 1 0,0-1 0,0 1 0,-1 0 0,0 0 0,0 0 0,0-1 0,0 1 0,-1 0 0,-1 3-12,2-4-3,-22 455 3,-3-46 0,22-320-561,-3-63-1447</inkml:trace>
  <inkml:trace contextRef="#ctx0" brushRef="#br0" timeOffset="1417.274">1960 1255 30703,'0'0'816,"0"0"-424,0 0 8,127 0 56,-46-25-456,29-15 0,26-13 0,28-14 0,-26 12-832,-28 5-1473</inkml:trace>
  <inkml:trace contextRef="#ctx0" brushRef="#br0" timeOffset="1716.525">3451 377 31031,'0'0'1192,"0"0"-1048,0 0-96,0 0-8,0 0 40,0 0-72,0 0-8,100 91-376,-100-63-256,-35 11-969,-4-7-1007,-7-3-5754</inkml:trace>
  <inkml:trace contextRef="#ctx0" brushRef="#br0" timeOffset="1986.054">3172 727 16740,'0'0'9675,"-21"10"-6244,-70 33-2369,54-19-485,37-24-571,0-1 1,1 1-1,-1 0 0,0 0 0,1-1 0,-1 1 0,0 0 0,1 0 0,-1-1 0,0 1 0,1 0 0,-1 0 0,1 0 0,-1 0 0,0-1 0,1 1 0,-1 0 0,1 0 1,-1 0-1,0 0 0,1 0 0,-1 0 0,1 0 0,-1 0 0,1 0 0,-1 0 0,0 1 0,1-1 0,-1 0 0,1 0 0,-1 0 0,0 0 0,1 1 0,-1-1 1,0 0-1,1 0 0,-1 1 0,0-1 0,1 0 0,-1 0 0,0 1 0,0-1 0,1 0 0,-1 1 0,0-1 0,0 1 0,1-1 0,-1 0 0,0 1 0,0-1 0,0 1 1,0-1-1,0 0 0,0 1 0,0-1 0,0 1 0,0-1 0,0 0 0,0 1 0,0-1 0,0 1 0,0-1 0,0 1 0,0-1 0,0 0 0,0 1 0,-1-1 1,1 0-1,0 1 0,0-1-6,1 0 7,207-39 122,-27 0-246,-179 39 115,-1 0-1,1 0 0,-1-1 0,0 1 0,1 0 0,-1 0 0,0 0 0,1 0 0,-1 1 0,0-1 0,1 0 0,-1 1 0,0-1 0,1 1 0,-1-1 0,0 1 1,0-1-1,1 1 0,-1 0 0,0 0 0,0-1 0,0 1 0,0 0 0,0 0 0,0 0 0,0 0 0,0 1 0,-1-1 0,1 0 0,0 0 0,-1 0 0,1 1 0,0-1 1,-1 0-1,0 0 0,1 1 0,-1-1 0,0 0 0,0 1 0,0-1 0,0 1 0,0-1 0,0 0 0,0 1 0,0-1 0,0 0 0,-1 1 0,1-1 0,0 0 1,-1 1-1,1-1 0,-1 0 0,0 0 0,1 1 0,-1-1 0,0 0 0,0 0 0,0 0 0,0 1 3,-11 19-6,0 0-1,-2-1 1,0 0 0,-1-1-1,-1 0 1,-1-1-1,-2 0 7,-18 21-6,-170 174-898,-75 50 904,286-265-1137,16-11-1425</inkml:trace>
  <inkml:trace contextRef="#ctx0" brushRef="#br0" timeOffset="2234.053">3256 1214 28926,'0'0'880,"0"0"-648,0 0-200,-114 136 8,92-107 120,11-5 1,11-10-113,0-10-48,57-10-177,-3-18-407,1-5-1232</inkml:trace>
  <inkml:trace contextRef="#ctx0" brushRef="#br0" timeOffset="2550.109">3758 598 30174,'0'0'941,"-3"17"-565,-14 226 691,25-83-965,6 0 0,24 90-102,0 5 5,-33-129-5,-23-184-5142,10 4-9896</inkml:trace>
  <inkml:trace contextRef="#ctx0" brushRef="#br0" timeOffset="2750.513">3931 940 24253,'0'0'5793,"0"0"-4944,0 0-193,0 0-144,131 110-80,-100-84-160,0-3-272,-3-1 0,-2-4 0,7-4-272,-6-5-456,-10-3-1713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50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24333,'0'0'4041,"0"0"-2635,0 0-934,0 0-40,27 6 36,-7-1-400,51 10 153,0 4 1,0 3-1,-2 3 1,19 12-222,-76-31 9,-1-1 0,-1 1 1,1 1-1,-1 0 1,0 1-1,-1 0 1,0 0-1,0 1 1,0 0-1,-1 0 1,-1 1-1,0 0 1,0 1-1,-1-1 1,0 1-1,-1 1 1,0-1-1,-1 1 0,0-1 1,0 6-10,-2 33 12,-2 0 0,-2 1 0,-2-1 0,-3-1 0,-1 1 0,-3-1 0,-2-1 0,-2 0 0,-3-1-1,-1 0 1,-2-2 0,-20 31-12,0 16 1,-94 253-1,132-340-1,1 0 0,0 0 1,0 1-1,0-1 0,0 1 0,1-1 1,0 1-1,1-1 0,-1 1 0,1 0 1,0-1-1,0 1 0,1 0 0,-1-1 1,1 1-1,1 0 0,-1-1 0,1 0 0,0 1 1,0-1-1,1 0 0,-1 0 0,1 0 1,0 0-1,0 0 0,1-1 0,-1 0 1,4 4 0,6-3-18,0 0 0,1 0 1,-1-1-1,1-1 0,0 0 1,0-1-1,0-1 1,0 0-1,0 0 0,0-2 1,0 0-1,0 0 0,0-1 1,0-1-1,-1-1 1,1 1-1,-1-2 0,0 0 1,0-1-1,0 0 0,-1-1 1,0 0-1,9-8 18,34-41-26,-75 53 39,9 9-2,0 1-1,1 1 1,0 0 0,1 0 0,0 1 0,0 0 0,1 0-1,0 1 1,0 0 0,1 1 0,1-1 0,0 1-1,0 1 1,1-1 0,0 1 0,1 0 0,1 0 0,-3 11-11,-5 32 52,1 1 0,3 0 0,2 0 0,3 1 1,2-1-1,6 29-52,88 593 232,-83-502-218,-7 0 0,-10 37-14,-2-130 0,-3 0 0,-4-1 0,-4-1 0,-3 0 0,-4-2 0,-3 0 0,-4-3 0,-3 0 0,-3-2 0,-3-2 0,-3-2 0,-51 59 0,92-124-66,1 0 0,-1 0 0,-1 0 0,1-1 0,0 1 0,-1-1 0,0 0 0,0-1 0,0 1 0,-1-1 0,1 0 0,-1 0 0,0-1 0,1 1 0,-7 0 66,-10-1-1483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5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31447,'0'0'816,"0"0"-376,0 0-376,0 0-64,0 0 0,0 0 0,0 0-16,0-7-3017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5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28710,'0'0'856,"0"0"-56,0 0-247,118 49-137,-67-29-128,3 3-40,-1 7-80,-9 1-80,-11 7-56,-14 1 8,-16 7-32,-3 5-8,-22 6-120,-35 32-184,6-16-416,1-8-1825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53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28574,'0'0'2593,"0"0"-2201,0 0-112,0 0-80,0 0-72,0 0-128,0 0-392,81-99-1097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5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30783,'0'0'752,"0"0"-152,0 0-232,132 84-104,-93-56-264,-2 2 0,-4 1 0,-2 5 0,-9 3 0,-9 10 0,-9 7 0,-8 34-264,-20-11-544,-7-8-1657</inkml:trace>
  <inkml:trace contextRef="#ctx0" brushRef="#br0" timeOffset="1">203 1050 27230,'0'0'3761,"0"0"-3097,0 0-72,0 0-192,0 0-280,0 0-120,0 0-760,0 37-2145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5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823 404 28934,'0'0'1494,"0"0"-843,0 0-231,0 0-70,0 0-4,-7-24-123,-22-79-121,17 6-36,13 90-64,-1 0 1,0 0 0,0 0-1,0 0 1,-1 0 0,0 1-1,-1-1 1,0 0 0,0 0-1,0 1 1,-1-1 0,1 1-1,-2 0 1,1-1 0,-1 1-1,0 1 1,0-1 0,0 1-1,-1 0 1,0 0 0,0 0-1,-3-2-2,-2 2 2,0 0 0,-1 0 0,1 1 0,-1 1-1,0-1 1,0 2 0,0 0 0,-1 0 0,1 1-1,0 0 1,-1 1 0,1 0 0,-1 1 0,1 0 0,0 1-1,0 0 1,-1 1 0,2 0 0,-1 1 0,0 0-1,1 1 1,-1 0 0,1 1 0,1-1 0,-2 3-2,-28 22 6,1 2 1,2 1-1,1 2 0,2 2 1,1 0-1,3 3 1,0 0-1,3 2 1,2 1-1,1 0 1,2 2-1,-2 12-6,15-37 0,0-1 0,1 2 0,1-1 0,1 1 0,1 0 0,1 0 0,1 0 0,0 14 0,5-27 0,-1 0 0,1 1 0,0-2 0,1 1 0,0 0 0,0-1 0,1 1 0,0-1 0,0 0 0,0-1 0,1 0 0,0 1 0,0-2 0,1 1 0,0-1 0,0 0 0,0 0 0,1-1 0,-1 0 0,1 0 0,0-1 0,0 0 0,0 0 0,0-1 0,1 0 0,-1-1 0,1 0 0,4 1 0,17 2-2,-1-2-1,1 0 1,0-2 0,-1-1-1,1-1 1,-1-2 0,0-1 0,0-1-1,0-1 1,0-2 0,-1-1-1,-1-1 1,0-2 0,-1 0-1,0-2 1,-1 0 0,0-2-1,-2-1 1,0-1 0,-1-1 0,-1-1-1,0-1 1,-2 0 0,-1-1-1,-1-2 1,5-8 2,112-190-2857,-97 160-1460</inkml:trace>
  <inkml:trace contextRef="#ctx0" brushRef="#br0" timeOffset="347.684">1665 420 29806,'0'0'1421,"0"0"-860,-6-20-253,-37-130 238,42 135-535,-2-1 0,0 1 1,-1 0-1,0 0 1,-2 0-1,1 1 0,-2 0 1,0 0-1,0 0 1,-2 1-1,-8-11-11,13 21 0,0 0 0,0 1 0,-1 0 0,1 0 0,-1 0 0,1 1 0,-1-1 0,1 1 0,-1 0 0,0 1 0,0-1 0,0 1 0,1 0 0,-1 0 0,0 0 0,0 1 0,0-1 0,1 1 0,-1 0 0,0 1 0,1-1 0,-1 1 0,1 0 0,0 0 0,-1 1 0,1-1 0,0 1 0,0 0 0,1 0 0,-1 0 0,1 0 0,-1 1 0,1-1 0,0 1 0,0 0 0,0 0 0,1 0 0,0 0 0,-2 3 0,-24 39 0,2 0 0,1 2 0,3 0 0,2 2 0,2 0 0,2 1 0,3 1 0,2 0 0,2 1 0,2 0 0,3 0 0,2 26 0,0-73 0,1-1 0,-1 1 0,1 0 0,0 0 0,1 0 0,0 0 0,-1 0 0,2 0 0,-1 0 0,1 0 0,0 0 0,0 0 0,1 0 0,0 0 0,0 0 0,0-1 0,0 1 0,1-1 0,0 0 0,0 0 0,1 0 0,0 0 0,-1 0 0,1-1 0,1 1 0,-1-1 0,1 0 0,0-1 0,0 1 0,0-1 0,0 0 0,0 0 0,1 0 0,-1-1 0,6 2 0,3-2 0,0 0 1,0-1-1,0 0 1,0-1-1,0-1 1,0 0-1,0-1 1,0-1-1,-1 0 0,1-1 1,-1 0-1,0-1 1,0 0-1,0-1 1,10-6-1,172-135-56,-153 110 4,103-85-2872,-91 76-1829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56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29214,'0'0'824,"0"0"-528,0 0 153,0 0-25,158 0-48,-86-2-96,7-6-128,-2-2-80,-7 6-72,0 4-176,-21 6-400,-19 8-1441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58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30182,'0'0'801,"0"0"-801,0 0-2745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5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1 30655,'0'0'540,"0"0"-351,0 0-130,27 21 62,171 142 350,-172-142-436,-1 1 0,-1 1 0,-1 1 1,-1 1-1,-1 1 0,-1 1 0,-2 1 1,-1 0-1,-1 2 0,-1 0 0,-1 0 0,-2 1 1,-1 1-1,-2 0 0,0 6-35,-4 38 11,-4 0 1,-3 0-1,-4 0 1,-2 0-1,-4-1 1,-3-1-1,-4 0 1,-20 50-12,-100 302-327,141-377-1781,10-48-250</inkml:trace>
  <inkml:trace contextRef="#ctx0" brushRef="#br0" timeOffset="249.528">1 1794 30711,'0'0'800,"0"0"-400,0 0-232,0 0 24,0 0 88,0 0-64,199 57-216,-48-57 0,16 0 0,-5-2 0,-24-6-320,-46 2-720,-22-6-1833</inkml:trace>
  <inkml:trace contextRef="#ctx0" brushRef="#br0" timeOffset="433.249">1458 778 31583,'0'0'688,"0"0"-632,0 0-56,121-28 0,-77 24 88,-3 4-32,1 0-56,-7 12-296,-11 10-400,-24 13-505,0-5 113,-15-5-3017</inkml:trace>
  <inkml:trace contextRef="#ctx0" brushRef="#br0" timeOffset="683.485">1204 1119 22541,'0'0'6969,"0"0"-5071,0 0-1587,0 0-159,0 0 56,0 0 55,30 5-111,-12-2-144,201 10-28,-6-26-390,-211 13 406,-1 0 1,1-1-1,-1 1 0,1 0 0,0 0 1,-1 0-1,1 0 0,-1 0 0,1 0 1,-1 1-1,1-1 0,-1 0 0,1 1 0,-1-1 1,1 1-1,-1 0 0,0-1 0,1 1 1,-1 0-1,0 0 0,0 0 0,1 0 1,-1 0-1,0 0 0,0 0 0,0 0 0,0 1 1,0-1-1,0 0 0,-1 0 0,1 1 1,0-1-1,-1 1 0,1-1 0,-1 1 1,1-1-1,-1 1 0,0-1 0,0 1 0,1-1 1,-1 1-1,0-1 0,-1 1 0,1-1 1,0 1-1,0 0 0,0-1 0,-1 1 4,-40 69-19,-245 180-2,208-191-606,3 4 0,-66 73 627,70-37-2214,61-77-908</inkml:trace>
  <inkml:trace contextRef="#ctx0" brushRef="#br0" timeOffset="900.126">1550 1654 29166,'0'0'872,"-15"106"-391,-16-19-257,3 4 136,-3 3-80,7-3-104,11-22-112,2-4-64,11-23-72,0-23-56,33-21-16,4-25-376,0-13-1233</inkml:trace>
  <inkml:trace contextRef="#ctx0" brushRef="#br0" timeOffset="1129.589">1875 1405 29566,'0'0'865,"0"0"-497,-125 71-184,74-28 72,7 5 8,12 3-104,12-4-80,18 1 24,2-9 48,22-5 0,15-9-64,9-9-48,4-10-40,5-6-184,24 0-192,-13-14-864,-11-7-1553</inkml:trace>
  <inkml:trace contextRef="#ctx0" brushRef="#br0" timeOffset="1383.292">2153 1062 27670,'0'0'2568,"0"0"-2095,0 0-129,20 154 64,-18-30 16,-2 34-24,-4 11-128,-21-11-120,1-20-96,2-35-56,5-20 0,4-18 0,2-8 0,2 12-64,5-10-536,4-19-1305</inkml:trace>
  <inkml:trace contextRef="#ctx0" brushRef="#br0" timeOffset="1549.683">2197 1661 30823,'0'0'736,"0"0"-456,0 0-152,140 85-96,-74-14-32,-13-6-320,-5-7-1649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09:55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1105 703 26222,'-19'-14'885,"-139"-120"-1481,121 75-1585,7 10-2704,28 47 5047,1 1 0,-1-1 0,0 1-1,0-1 1,1 1 0,-1 0-1,0 0 1,0 0 0,0 0-1,0 1 1,-1-1 0,1 0 0,0 1-1,0-1 1,0 1 0,0 0-1,-1 0 1,1 0 0,0 0-1,0 0 1,0 0 0,-1 1 0,1-1-1,0 1 1,0 0 0,0-1-1,0 1 1,0 0 0,0 0-1,0 0 1,0 0 0,0 1-1,1-1 1,-1 0 0,0 1 0,1-1-1,-1 1 1,1 0 0,-1 0-1,1-1 1,0 1 0,0 0-1,0 0 1,0 0 0,0 0 0,0 0-1,1 0 1,-1 0 0,1 1-1,-1-1 1,1 0 0,0 0-1,0 0 1,0 1 0,0-1-1,0 0 1,0 1-162,1-1 72,0-1-1,0 1 1,0 0 0,1-1-1,-1 0 1,0 1 0,1-1 0,-1 1-1,1-1 1,-1 0 0,1 0-1,-1 0 1,1 0 0,0 0-1,0 0 1,0-1 0,-1 1-1,1-1 1,0 1 0,0-1-1,0 1 1,0-1 0,0 0-1,0 0 1,0 0 0,0 0-1,0 0 1,-1-1 0,1 1-1,0-1 1,0 1 0,0-1-1,0 1 1,0-1 0,-1 0-1,1 0 1,0 0 0,-1 0-1,1 0 1,-1-1 0,1 1-1,-1 0 1,2-2-72,54-25 164,0-3 1,-2-2-1,-1-2 0,16-17-164,-18 15 22,83-55-6,-134 94-17,1-1 0,0 1 0,-1-1-1,1 1 1,-1-1 0,0 1 0,1 0 0,-1 0 0,0 0 0,0-1 0,0 1-1,0 0 1,-1 0 0,1 1 0,-1-1 0,1 0 0,-1 0 0,1 0 0,-1 0 0,0 0-1,0 0 1,0 1 0,0-1 0,-1 0 0,1 0 0,-1 0 0,1 0 0,-1 0-1,1 0 1,-1 0 0,0 0 0,0 0 0,-1 1 1,2-1 1,-46 180 30,33-143-22,2 0 0,2 1-1,1 0 1,2 0 0,1 0-1,3 1 1,2 28-9,0-64 4,0 0 0,0-1 0,1 1 0,-1 0 0,1 0 0,0-1 0,1 1-1,-1-1 1,1 1 0,0-1 0,0 0 0,0 0 0,1 0 0,0 0 0,-1 0 0,1 0 0,1-1 0,-1 1 0,0-1 0,1 0 0,0 0 0,0 0 0,0 0 0,0-1 0,0 0-1,0 1 1,0-2 0,1 1 0,-1 0 0,1-1 0,0 0 0,-1 0 0,1 0 0,0-1 0,-1 0 0,1 1 0,0-2 0,0 1 0,-1 0 0,1-1 0,0 0 0,-1 0 0,1-1-1,0 1 1,-1-1 0,4-2-4,13-8 7,-1-2-1,0 0 1,-1-1-1,-1-1 1,-1-1 0,0 0-1,-1-1 1,-1-1-1,9-15-6,-9 14-1,54-70-46,-4-4-1,-5-2 1,46-99 47,-37-21 159,-61 281-143,35 345-16,12 211 0,-47-470 0,-8 0 0,-6 0 0,-6 0 0,-33 146 0,45-291 0,-1 0 0,-1 0 0,1 0 0,-1 0 0,0 0 0,-1 0 0,1 0 0,-1-1 0,0 1 0,0-1 0,-1 0 0,0 0 0,0 0 0,0-1 0,0 1 0,-1-1 0,0 0 0,0 0 0,0 0 0,0-1 0,0 0 0,-1 0 0,1 0 0,-1-1 0,0 0 0,0 0 0,0 0 0,0-1 0,0 0 0,0 0 0,-1 0 0,-2-1 0,2 0 0,0-1 0,0 1 0,0-2 0,1 1 0,-1-1 0,0 1 0,1-2 0,-1 1 0,1-1 0,0 0 0,0 0 0,0-1 0,0 0 0,0 0 0,1 0 0,0-1 0,0 0 0,0 0 0,0 0 0,1 0 0,0-1 0,0 0 0,0 0 0,1 0 0,-3-6 0,-54-174 0,50 126 0,3 1 0,2-1 0,4 0 0,1-1 0,4 1 0,3-7 0,9 9-3,2 1 0,3 0 0,3 2 1,1 1-1,3 0 0,3 2 0,2 2 0,1 1 0,18-17 3,-35 43-9,158-218-2321,-136 181-610</inkml:trace>
  <inkml:trace contextRef="#ctx0" brushRef="#br0" timeOffset="590.86">250 0 29486,'-48'112'316,"5"2"-1,5 1 0,5 2 0,5 2 0,5 0 1,6 1-1,5 1 0,5 8-315,8 68 79,0-190-69,0 0 0,0 1 0,1-1 0,0 0 0,1 0 1,0 0-1,0-1 0,0 1 0,1-1 0,0 0 0,0 0 0,0 0 0,1 0 0,0-1 0,0 1 1,0-1-1,1-1 0,0 1 0,0-1 0,0 0 0,0 0 0,1-1 0,-1 1 0,1-2 1,0 1-1,0-1 0,0 0 0,0 0 0,1-1 0,-1 0 0,0 0-10,86 2-89,0-4-1,0-4 1,0-4-1,-1-4 1,-1-4-1,0-4 1,-2-4-1,38-18 90,-29 14-159,29-7-1182,-2-6 0,73-37 1341,-108 32-4478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00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5 341 28694,'0'0'932,"0"0"-216,0 0-199,-1-19-32,-3-65-41,5 79-399,-1 0 0,1 0 0,0 0-1,0-1 1,1 1 0,-1 1 0,1-1 0,0 0 0,1 0-1,-1 1 1,1-1 0,0 1 0,0 0 0,0 0 0,1 0-1,-1 0 1,1 0 0,0 1 0,2-2-45,4-4 74,4-5-72,2 0 1,-1 2-1,2 0 1,-1 0-1,2 2 1,0 0-1,0 1 1,0 1 0,1 0-1,0 2 1,1 0-1,-1 1 1,1 1-1,0 1 1,1 1-1,-1 0 1,0 2-1,0 0 1,1 1-1,-1 1 1,3 2-3,-10 1 0,0 0 0,0 1 0,-1 0 0,0 1 0,0 0 0,0 1 0,-1 0 0,-1 1 0,1 0 0,-1 1 0,-1 0 0,0 0 0,0 1 0,-1 1 0,0-1 0,-1 1 0,-1 0 0,0 1 0,0 0 0,-1 0 0,-1 0 0,0 0 0,-1 2 0,0 6 0,-1 0 0,-1-1 0,-1 1 0,0 0 0,-2 0 0,0 0 0,-2 0 0,0 0 0,-2-1 0,0 0 0,-1 0 0,-1-1 0,0 0 0,-2 0 0,0-1 0,-6 8 0,-15 18 0,-1-1 0,-2-1 0,-2-2 0,-2-2 0,-38 30 0,-192 137-910,225-175-565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01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147 198 31335,'0'0'1113,"0"5"-814,1 15-279,-4-26-20,1 1 0,-1 0 0,0 0 0,0 0 0,-1 0 0,1 1 0,-1 0 0,0-1 0,0 1 0,0 0 0,-1 1 0,1-1 0,-1 1 0,0 0 0,0 0 0,0 1 0,-4-2 0,-3 11 0,8-8 0,1 0 0,-1-1 0,1 0 0,-1 0 0,1 0 0,0 0 0,0-1 0,0 1 0,0-1 0,0 0 0,0 0 0,1 0 0,0 0 0,-1 0 0,1 0 0,0-1 0,1 1 0,-1-1 0,0 1 0,1-1 0,0 0 0,0 0 0,0 1 0,0-1 0,1 0 0,0 0 0,0 0 0,0 0 0,0 0 0,0 0 0,1 0 0,-1 1 0,1-1 0,0 0 0,0 0 0,2-3 0,-2-19 0,10 18-1115,-4 10-1803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01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25373,'0'0'4591,"0"0"-3318,0 0-875,0 0-51,0 0-18,0 0-138,-13 11-110,-70 56-45,84-68-36,0 1 0,0 0 0,0-1-1,-1 1 1,1 0 0,0-1 0,0 1 0,0-1 0,-1 1 0,1-1-1,0 0 1,-1 1 0,1-1 0,-1 0 0,1 1 0,-1-1 0,1 0 0,-1 0-1,1 0 1,-1 1 0,0-1 0,1 0 0,-1 0 0,0 0 0,0 0-1,0 0 1,0 1 0,1-1 0,-1 0 0,0 0 0,-1 0 0,1 0 0,0 0-1,0 0 1,0 0 0,0 1 0,-1-1 0,1 0 0,0 0 0,-1 0-1,1 0 1,-1 1 0,1-1 0,-1 0 0,1 1 0,-1-1 0,1 0-1,-1 1 1,0-1 0,1 0 0,-1 1 0,0-1 0,0 1 0,0 0 0,1-1-1,-1 1 1,0-1 0,0 1 0,0 0 0,0 0 0,1 0 0,-1-1-1,0 1 1,0 0 0,0 0 0,0 0 0,0 0 0,0 0 0,0 1 0,2-4-1,1 1 0,-1-1 1,1 1-1,-1 0 0,1-1 1,0 1-1,0 0 1,0 0-1,0 0 0,0 1 1,1-1-1,-1 0 0,0 1 1,1 0-1,-1-1 0,1 1 1,0 0-1,-1 0 1,1 0-1,0 1 0,-1-1 1,1 1-1,1-1 1,5 54 100,-44-51-1434,28-2-85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02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15123,'0'0'15740,"0"0"-15180,65 162-304,-27-89-72,3 2 64,10-10 64,3-8-312,6-10-104,8-13-488,-16-13-761,-15-15-2335</inkml:trace>
  <inkml:trace contextRef="#ctx0" brushRef="#br0" timeOffset="269.026">410 30 30519,'0'0'696,"0"0"-376,-144 123-152,80-68 16,9 2-184,3 22-88,15-14-656,15-16-1657</inkml:trace>
  <inkml:trace contextRef="#ctx0" brushRef="#br0" timeOffset="537.188">744 97 29382,'0'0'1961,"0"0"-1785,0 0-128,83 139-32,-50-92 40,2 2-56,0-3-64,4 7-400,-6-12-441,-9-13-1223</inkml:trace>
  <inkml:trace contextRef="#ctx0" brushRef="#br0" timeOffset="803.265">1044 30 30423,'0'0'896,"0"0"-656,0 0-144,-156 148 96,104-92-32,1 1-160,7 0-200,7 10-328,11-14-697,13-13-895</inkml:trace>
  <inkml:trace contextRef="#ctx0" brushRef="#br0" timeOffset="1052.241">1241 145 29246,'0'0'648,"0"0"-480,125 85-112,-61-46 393,1-1-137,1-1-200,-4-5-112,-5-5-304,-16-9-617,-14-10-3528</inkml:trace>
  <inkml:trace contextRef="#ctx0" brushRef="#br0" timeOffset="1053.241">1557 119 30503,'0'0'712,"0"0"-576,-110 105-136,69-54 0,-3 24-232,13-10-1177,11-14-4272</inkml:trace>
  <inkml:trace contextRef="#ctx0" brushRef="#br0" timeOffset="1285.557">1938 96 26966,'0'0'3681,"0"0"-3401,0 0-168,84 112 48,-58-69 272,-2 3-104,-6-3-128,-3 1-112,-4-5-48,-2-7-32,4-5-8,9-7-304,0-6-408,-3-10-2097</inkml:trace>
  <inkml:trace contextRef="#ctx0" brushRef="#br0" timeOffset="1452.73">2287 139 30246,'0'0'793,"0"0"-641,0 0-136,0 0 192,0 0-32,-123 89-112,64-38-64,-5 6-80,-1 8-144,-6 16-344,17-18-833,14-13-1319</inkml:trace>
  <inkml:trace contextRef="#ctx0" brushRef="#br0" timeOffset="1719.191">2499 151 30174,'0'0'721,"0"0"-545,0 0-128,158 98 248,-105-62 136,-1 1-264,-3-1-104,-6-1-64,6 1-224,-16-8-400,-7-15-1817</inkml:trace>
  <inkml:trace contextRef="#ctx0" brushRef="#br0" timeOffset="1902.303">2903 70 30054,'0'0'2457,"0"0"-2209,0 0-240,-81 156-8,21-60 0,-49 64 0,8-16-192,0-14-4289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02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15347,'0'0'14019,"0"0"-13259,0 0-295,0 0 111,0 0 8,0 0-96,143 124-168,-82-74-112,3 5-208,-10 4 0,-5 2 0,-14-3 0,-11-3 0,-7-10 0,-8-7-528,-5-17-728,-1-13-2481</inkml:trace>
  <inkml:trace contextRef="#ctx0" brushRef="#br0" timeOffset="183.622">590 105 26550,'0'0'4337,"0"0"-3945,-171 138-152,94-75-96,7 4-32,11-4-112,17 12-248,16-18-840,15-17-1257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10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707 352 30975,'0'0'728,"0"0"-340,-3-24-139,-14-79 29,12 90-274,1 0 0,-2 1-1,1-1 1,-2 1 0,0 0 0,0 1 0,-1 0 0,-1 0 0,0 0 0,0 1 0,-1 1 0,0 0 0,0 0 0,-1 1 0,-1 0 0,1 0-1,-1 2 1,0-1 0,-1 2 0,1-1 0,-1 2 0,-1 0 0,1 0 0,0 1 0,-1 1 0,1 0 0,-1 1 0,0 1 0,1 0 0,-1 1 0,0 0-1,1 1 1,-1 0 0,1 1 0,-1 1 0,1 0 0,1 1 0,-7 3-4,1 2 0,0 2 0,1 0 0,0 1 0,1 1 0,0 0 0,1 1 0,1 1 0,1 0 0,0 1 0,1 0 0,0 1 0,2 1 0,0-1 0,1 2 0,1-1 0,1 1 0,1 0 0,0 1 0,2-1 0,0 1 0,2 0 0,0 0 0,1 15 0,1-29 0,0 1 0,0 0 0,1-1 0,0 1 0,1-1 0,-1 1 0,1-1 0,1 0 0,-1 0 0,1 0 0,1 0 0,-1 0 0,1-1 0,0 1 0,1-1 0,0 0 0,-1-1 0,2 1 0,-1-1 0,1 0 0,0 0 0,0 0 0,0-1 0,1 0 0,-1 0 0,5 1 0,12 7-3,0-2 1,1 0-1,0-2 0,1 0 0,-1-2 1,2-1-1,-1 0 0,0-2 0,1-1 1,-1-1-1,1-2 0,-1 0 0,1-2 1,-1 0-1,0-2 0,1-1 3,2-2-122,0 0-1,-1-2 1,0-2 0,-1 0-1,0-2 1,12-9 122,41-27-2846,-59 36 1516,67-45-13616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12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511 438 29014,'0'0'1547,"0"0"-961,0 0-110,0 0 185,17-21-249,54-68-341,-66 81-71,-1 0 0,0 0 0,0 0 0,-1-1 0,0 0 0,-1 1 0,1-1 0,-2 0 0,1 0 0,-1-1 0,-1 1 0,0 0 0,0 0 0,-1 0 0,-1-7 0,1-9 0,0 18 0,1 0 0,-1 1 0,-1-1 0,1 0 0,-1 1 0,0-1 0,-1 1 0,0 0 0,0 0 0,0 0 0,0 0 0,-1 0 0,0 1 0,0-1 0,-1 1 0,0 0 0,1 0 0,-2 1 0,1 0 0,0-1 0,-1 2 0,0-1 0,0 1 0,0 0 0,0 0 0,0 0 0,-1 1 0,1 0 0,-7-1 0,1 1 0,0-1 0,0 2 0,0 0 0,0 0 0,-1 1 0,1 0 0,0 1 0,0 1 0,0 0 0,0 1 0,0 0 0,1 0 0,-1 1 0,1 1 0,0 0 0,-10 6 0,-5 9 0,1 1 0,0 0 0,2 2 0,1 1 0,0 1 0,2 0 0,1 2 0,1 0 0,2 1 0,-1 4 0,8-17 0,1 1 0,1 0 0,1 0 0,0 0 0,1 1 0,1 0 0,0 0 0,1 0 0,1 11 0,1-22 0,1 0 0,1 0 0,-1-1 0,1 1 0,0 0 0,0-1 0,1 1 0,-1-1 0,1 1 0,1-1 0,-1 0 0,1 0 0,0 0 0,0 0 0,0 0 0,1-1 0,-1 1 0,1-1 0,0 0 0,1 0 0,-1-1 0,1 1 0,-1-1 0,1 0 0,0 0 0,0 0 0,0-1 0,5 2 0,5 1 0,1 0 0,0-1 0,0 0 0,1-2 0,-1 0 0,1 0 0,-1-2 0,1 0 0,4-1 0,2-2-79,-1-1 0,0-1-1,0-1 1,0 0 0,0-2 0,-1-1 0,-1 0-1,1-2 1,-2 0 0,1-1 0,-2-1 0,1-1-1,-2-1 1,0 0 0,-1-1 0,0-1 0,-2 0-1,0-1 1,0-1 0,-2 0 0,-1-1 0,0 0-1,-1-2 80,17-44-5364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10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397 515 28302,'0'0'2273,"0"0"-1577,0 0-362,7-22 200,36-141-7,-45 19-436,0 139-91,1 1 0,-1-1 1,1 0-1,-1 1 0,0 0 1,-1-1-1,1 1 1,-1 0-1,0 0 0,0 0 1,0 1-1,-1-1 0,1 1 1,-1 0-1,0 0 1,0 0-1,0 0 0,0 1 1,0-1-1,-1 1 0,1 0 1,-1 0-1,1 1 1,-1-1-1,0 1 0,1 0 1,-1 1-1,0-1 0,-6 0 0,0 0-1,0 1 1,0 0-1,0 1 1,1 0-1,-1 0 1,0 2 0,1-1-1,-1 1 1,1 1-1,0 0 1,0 0 0,0 1-1,0 0 1,1 0-1,0 2 1,0-1-1,0 1 1,1 0 0,0 0-1,1 1 1,-1 0-1,2 1 1,-1 0-1,1 0 1,-3 7 0,-5 6-9,2 1-1,1 0 1,1 1 0,1 0 0,1 0-1,1 1 1,1 0 0,1 0-1,2 1 1,-1 24 9,3-41-8,0-1 1,1 1-1,0 0 1,0 0-1,1 0 1,0-1-1,0 1 1,1 0-1,1-1 1,-1 0-1,1 1 1,1-1-1,-1 0 1,1 0-1,1-1 1,-1 1-1,2-1 1,-1 0-1,1 0 1,-1-1-1,2 0 1,-1 0-1,1 0 1,0-1-1,0 0 1,1 0-1,1 0 8,8 1-85,0-1 0,0-2-1,0 1 1,1-2 0,0 0-1,-1-1 1,1-1-1,0-1 1,0 0 0,-1-2-1,1 0 1,-1 0 0,0-2-1,0 0 1,0-1 0,-1-1-1,3-1 86,90-38-720,-9-3-827</inkml:trace>
  <inkml:trace contextRef="#ctx0" brushRef="#br0" timeOffset="325.898">1403 422 25517,'0'0'2804,"0"0"-1821,0 0-354,0 0 369,0 0-440,10-17-304,33-57-140,-40 68-101,-1-1 0,0 0 0,0 0 0,-1 0 0,1 0 0,-1 0 0,-1 0 0,0 0 0,0 0 0,0-1 0,-1 1 0,0 0 0,0 0 0,0 0 0,-1 0 0,0 1 0,-4-8-13,4 8 10,-1-1 1,-1 1 0,1 0 0,-1 0 0,0 0 0,0 1 0,-1-1 0,0 1 0,0 0 0,0 0 0,0 1 0,-1-1 0,0 1 0,0 1 0,0-1 0,0 1 0,-1 0 0,1 0 0,-1 1 0,0 0 0,0 0 0,0 0 0,1 1 0,-2 0 0,1 0 0,-5 1-11,-2 0 13,1 1-1,-1 0 1,1 1 0,-1 0 0,1 1-1,0 1 1,0 0 0,1 1 0,-1 0 0,1 1-1,0 0 1,1 1 0,-1 0 0,1 1-13,-11 7 5,2 0 1,0 1 0,1 1 0,1 1 0,0 0 0,1 1 0,1 1-1,1 1 1,1 0 0,1 1 0,1 1 0,1 0 0,1 0-1,0 1 1,2 0 0,1 1 0,1-1 0,1 1 0,2 1-1,0-1 1,1 13-6,2-32 2,1 0-1,-1 0 1,1-1 0,0 1-1,1 0 1,-1 0-1,1 0 1,0-1-1,1 1 1,-1-1-1,1 0 1,0 1-1,0-1 1,1-1 0,0 1-1,-1 0 1,2-1-1,-1 0 1,0 0-1,1 0 1,0 0-1,0-1 1,0 0-1,0 0 1,0 0 0,1-1-1,-1 0 1,1 0-1,0 0 1,0 0-1,3-1-1,30 3-2,0-2 0,0-2 0,0-2 0,0-1 0,-1-2 0,0-2 0,0-1 0,0-2 0,-1-2 0,0-1 0,-1-2 0,-1-1 0,0-2 0,2-4 2,47-21-382,-3-4-1,-2-4 0,70-58 383,-77 50-1754</inkml:trace>
  <inkml:trace contextRef="#ctx0" brushRef="#br0" timeOffset="1007.205">2797 258 28558,'0'0'1467,"0"0"-792,0 0-87,0 0 8,0 0-141,0-17-192,0 8-232,-11-121 97,10 125-127,0 0-1,0 0 0,0 0 0,-1 0 0,0 0 1,0 0-1,0 0 0,-1 1 0,1-1 1,-1 1-1,0-1 0,0 1 0,-1 0 0,1 0 1,-1 1-1,0-1 0,0 1 0,0 0 1,-1 0-1,1 0 0,-1 0 0,1 1 1,-1 0-1,0 0 0,-3-1 0,-6 2 0,0 1 0,0 1 0,0 0 0,0 1 0,0 0 0,0 1 0,1 1 0,0 0 0,-1 1 0,1 0 0,1 1 0,-1 1 0,1 0 0,0 0 0,1 1 0,0 1 0,0 0 0,1 0 0,0 1 0,0 0 0,-7 12 0,-19 17 0,1 2 0,2 2 0,3 0 0,1 2 0,2 2 0,2 0 0,-9 28 0,28-62 0,0 1 0,2-1 0,-1 1 0,2-1 0,0 1 0,0 0 0,1 0 0,1 1 0,1-1 0,0 8 0,1-18 0,1 0 0,0 0 0,0-1 0,0 1 0,1 0 0,-1-1 0,1 0 0,-1 0 0,1 1 0,0-2 0,1 1 0,-1 0 0,0-1 0,1 1 0,-1-1 0,1 0 0,0 0 0,0 0 0,0-1 0,0 0 0,0 1 0,0-1 0,0-1 0,0 1 0,0 0 0,0-1 0,1 0 0,-1 0 0,0 0 0,2-1 0,-4 1 0,20 1 0,1 0 0,0-2 0,0 0 0,0-2 0,-1-1 0,1 0 0,-1-2 0,0 0 0,-1-2 0,0 0 0,0-1 0,0-2 0,-1 0 0,-1-1 0,2-1 0,65-49-792,-3-4-1,-3-4 0,-3-3 1,35-44 792,-48 49-4272</inkml:trace>
  <inkml:trace contextRef="#ctx0" brushRef="#br0" timeOffset="1359.135">3726 357 28942,'0'0'1626,"0"0"-862,0 0-216,0 0-20,9-18-246,1 0-248,-5 9-30,0 0 0,0 0 1,-1 0-1,0-1 0,-1 0 1,0 0-1,0 0 0,-1 0 1,0 0-1,0-10-4,-2 14 0,1 0 0,-1 0 0,0-1 0,0 1 0,0 0 0,-1-1 0,0 1 0,0 0 0,-1 0 0,0 0 0,0 0 0,0 0 0,-1 1 0,0-1 0,0 1 0,0-1 0,-1 1 0,1 0 0,-1 0 0,-1 0 0,1 1 0,-1 0 0,1 0 0,-1 0 0,-1 0 0,1 1 0,0-1 0,-1 2 0,1-1 0,-1 0 0,0 1 0,0 0 0,0 1 0,0-1 0,-5 0 0,-5 0 0,0 0 0,-1 2 0,1-1 0,0 2 0,0 0 0,0 1 0,0 1 0,0 0 0,1 1 0,-1 1 0,1 0 0,0 1 0,0 1 0,1 0 0,0 1 0,0 1 0,1 0 0,0 1 0,0 0 0,1 1 0,1 0 0,0 1 0,0 0 0,-2 5 0,-1 1 0,0 0 0,1 1 0,1 0 0,1 1 0,0 1 0,2 0 0,0 0 0,2 1 0,0 0 0,1 0 0,2 0 0,0 1 0,1 0 0,1 0 0,2 0 0,1 22 0,0-40-3,0 0 1,0 0-1,0 0 0,0 0 1,1 0-1,0-1 1,0 1-1,0-1 0,1 1 1,0-1-1,-1 0 0,1 0 1,1 0-1,-1 0 0,1 0 1,-1-1-1,1 0 0,0 0 1,0 0-1,0 0 1,1 0-1,-1-1 0,1 0 1,-1 0-1,1 0 0,0 0 1,0-1-1,0 0 0,0 0 1,1 0 2,6 0-2,0 0-1,0 0 1,0-1 0,0-1 0,1 0 0,-1 0 0,0-1-1,0-1 1,-1 0 0,1-1 0,-1 0 0,4-2 2,282-162-556,-211 120-355,-11 5-1118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0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407 550 26790,'0'0'1705,"0"0"-264,0 0-505,0 0-236,0 0-189,-2-26-164,0 4-287,6-153 202,18-23-247,-21 193-15,-1 0 0,0 1 0,0-1 0,0 0 0,-1 0 0,1 0 0,-1 0 0,-1 0 0,1 0 0,0 1 0,-1-1 0,0 1 0,0-1 0,-1 1 0,1 0 0,-1-1 0,0 1 0,0 1 0,0-1 0,-1 0 0,1 1 0,-1 0 0,0-1 0,0 1 0,0 1 0,0-1 0,-1 1 0,1 0 0,-1 0 0,1 0 0,-1 0 0,0 1 0,1 0 0,-1 0 0,0 0 0,0 0 0,0 1 0,-1 0 0,-1 0 0,-1 0 0,1 1 0,-1 0 0,1 0 0,0 1 0,-1 0 0,1 0 0,0 0 0,0 1 0,1 0 0,-1 1 0,1 0 0,-1 0 0,1 0 0,0 1 0,1-1 0,-1 1 0,1 1 0,0-1 0,0 1 0,-2 4 0,-80 146 0,70-115 0,2 1 0,2 0 0,1 1 0,3 1 0,1 0 0,3 0 0,1 0 0,2 30 0,4-64 0,-1 0 0,1 0 0,1 0 0,0 0 0,0 0 0,1-1 0,0 0 0,1 1 0,0-1 0,0-1 0,1 1 0,0-1 0,0 0 0,1 0 0,0-1 0,1 0 0,0 0 0,0-1 0,0 0 0,1 0 0,-1-1 0,1 0 0,1-1 0,-1 0 0,1 0 0,-1-1 0,1 0 0,0-1 0,0 0 0,0 0 0,5-1 0,6-5 0,-1-1 0,0-1 0,0-1 0,-1-1 0,0 0 0,0-1 0,-1-2 0,0 1 0,-1-2 0,0 0 0,-1-2 0,0 1 0,-1-2 0,-1 0 0,0-1 0,-1 0 0,-1-1 0,2-4 0,-2 7 0,218-251-1914,-164 195-581</inkml:trace>
  <inkml:trace contextRef="#ctx0" brushRef="#br0" timeOffset="314.17">1760 376 29646,'0'0'1065,"0"0"-412,0 0 1,7-17-162,-2 5-477,0-1 0,0 1 0,-1-1 0,-1 0 0,0 0 0,0 0 1,-2-1-1,1 1 0,-2 0 0,0-1 0,0 1 0,-2-1 0,1 1 1,-2 0-1,0 0 0,0 0 0,-3-5-15,0 8 0,-1 1 0,0 1 0,-1-1 0,1 1 0,-1 0 0,-1 1 0,0 0 0,0 1 0,0-1 0,-1 2 0,1-1 0,-2 1 0,1 1 0,0 0 0,-1 0 0,0 1 0,1 1 0,-1 0 0,-1 0 0,1 1 0,0 0 0,0 1 0,0 0 0,0 1 0,0 0 0,0 1 0,0 0 0,0 1 0,0 0 0,0 1 0,1 0 0,0 0 0,0 1 0,0 1 0,0 0 0,-3 3 0,-16 14 0,1 2 0,1 0 0,1 2 0,1 1 0,1 1 0,2 1 0,1 1 0,2 1 0,0 1 0,3 0 0,1 1 0,1 1 0,2 0 0,-2 13 0,-13 124 0,28-168 0,-1 1 0,1-1 0,0 1 0,0-1 0,0 1 0,0-1 0,1 0 0,0 0 0,0 0 0,0 0 0,0 0 0,0 0 0,1 0 0,0-1 0,0 0 0,0 1 0,0-1 0,1 0 0,-1 0 0,1-1 0,-1 1 0,1-1 0,0 1 0,0-1 0,0-1 0,0 1 0,4 1 0,117 14 0,-92-21-111,0-2 0,0-2 0,-1 0 0,-1-3 0,1 0 0,-2-2 0,1-1 0,-2-2 0,0 0 0,-1-3 0,-1 0 0,14-13 111,25-18-2229</inkml:trace>
  <inkml:trace contextRef="#ctx0" brushRef="#br0" timeOffset="498.15">2082 603 30238,'0'0'1209,"0"0"-929,0 0 232,35 117-176,-22-90-336,18-3-56,-5-6-456,0-11-1048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0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209 341 30959,'0'0'672,"0"0"-392,-68 131-64,39-60 248,1 21-288,4-3-176,2 4 0,4-4 0,5-22 0,7-8-296,6-28-224,0-29-224,13-47-401,9-24-1231,-3-6-7386</inkml:trace>
  <inkml:trace contextRef="#ctx0" brushRef="#br0" timeOffset="1">167 197 5017,'0'0'18947,"20"-10"-14090,-6 2-4652,-1 0-60,0 1 0,1 0 0,0 1 0,0 0 0,0 1 0,1 1 0,-1 1 0,1 0-1,15-1-144,-8 3 95,1 2-1,0 1 0,-1 0 0,0 2 1,0 1-1,0 0 0,0 2 0,-1 0 1,0 1-1,0 2 0,-1 0 0,11 7-94,-22-11 15,1 0-1,-1 0 0,0 1 0,-1 0 0,0 0 1,0 1-1,0 0 0,-1 0 0,0 1 0,-1 0 1,0 0-1,0 1 0,-1-1 0,-1 1 1,1 1-1,-1-1 0,-1 0 0,0 1 0,-1 0 1,0 0-1,0 0 0,-1 0 0,0 0 0,-1 0 1,-1 0-1,0 5-14,-6 5 4,-1 0-1,-1-1 1,0 0 0,-2 0-1,0-1 1,-1 0 0,-1-1 0,-1-1-1,-1 0 1,0-1 0,-1 0-1,0-1 1,-1-1 0,-18 11-4,5-1-214,0-1 0,-1-1 0,-1-2 0,-1-1 0,-1-2 1,-1-1-1,0-2 0,-36 10 214,17-15-1702</inkml:trace>
  <inkml:trace contextRef="#ctx0" brushRef="#br0" timeOffset="250.397">1119 243 29750,'0'0'1185,"0"0"-649,26 112-64,-26-49 80,0 8-280,0 8-272,-26 20 0,-1-6 0,-6-1 0,0-9-376,9-34-368,7-39-921,10-10-223,5-31-2625</inkml:trace>
  <inkml:trace contextRef="#ctx0" brushRef="#br0" timeOffset="416.58">1458 0 28870,'0'0'1520,"0"0"-807,0 0-241,160 79 96,-105-28-176,9 7-176,6 5-200,0 4-16,-7 6 0,-16 4 0,-23 2 0,-24-1 0,-27 1 0,-56 10-168,-53 10-288,-50-1-88,21-17-729,21-25-1551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07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8 27870,'0'0'2833,"0"0"-2481,0 0-8,-99 117 120,62-60-120,-5 12-120,-12 24-56,-14 29-80,-13 28-40,0 6-16,17-28-32,22-41 0,25-44-144,12-27-216,5-16-136,16-12-560,6-20-1361</inkml:trace>
  <inkml:trace contextRef="#ctx0" brushRef="#br0" timeOffset="274.955">564 0 28998,'0'0'792,"0"0"-288,166 59-95,-96-1 103,-8 15-128,-12 23-136,-17-1-128,-13 4-112,-7-1-8,-13 5-336,0-12-432,0-24-1369</inkml:trace>
  <inkml:trace contextRef="#ctx0" brushRef="#br0" timeOffset="541.062">459 472 29118,'0'0'1305,"0"0"-1033,0 0 56,151 0 96,-20 0-256,31 0-168,-19 0-376,-33-14-1577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0 854 27478,'0'0'2050,"0"0"-1110,0 0-488,0 0-13,0 0 30,8-10-69,312-333 108,-206 229-642,-4-4-1,34-55 135,-94 109-27,-40 72 34,-9 336 313,-2-334-320,0 0 0,0 0 0,1-1 0,0 1 0,1 0 0,0 0 0,1-1 0,0 1 0,0-1 0,1 1 0,0-1 0,1 0 0,0 0 0,0 0 0,1-1 0,0 1 0,1-1 0,0 0 0,0-1 0,1 1 0,0-1 0,0-1 0,0 1 0,1-1 0,0-1 0,0 1 0,0-1 0,1-1 0,0 1 0,4 0 0,-3-4 0,0-1 0,0 0 0,-1-1 0,1 0 0,-1 0 0,1-1 0,-1 0 0,1-1 0,-1 0 0,0-1 0,0 0 0,0 0 0,-1-1 0,0 0 0,0 0 0,0-1 0,0 0 0,-1 0 0,0-1 0,1-2 0,121-156 0,-128 164 0,180-344-27,-152 298-25,-24 51 44,2 236 95,-6-235-87,-2 20-2,1 0 0,1 0 1,1-1-1,1 1 0,1 0 0,2-1 1,0 0-1,2 0 0,0-1 1,2 0-1,0 0 0,2-1 1,0 0-1,9 9 2,-16-26-43,1-1 0,0 0 0,0 0-1,0-1 1,1 1 0,-1-2 0,1 1 0,0-1 0,0 0-1,0 0 1,0-1 0,0 0 0,0 0 0,0 0 0,0-1 0,0 0-1,1-1 1,0 0 43,2 1-113,72-3-1728,-6-15-2349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1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693 259 27678,'0'0'2228,"0"0"-1573,0-23-433,-3-76 138,2 93-332,0 0 1,0 0 0,0 0 0,-1 0-1,0 0 1,0 1 0,0-1-1,-1 0 1,1 1 0,-1 0 0,-1 0-1,1 0 1,-1 0 0,0 0 0,0 1-1,0-1 1,-1 1 0,1 0 0,-1 0-1,0 1 1,0 0 0,-1 0-1,1 0 1,-1 0 0,1 1 0,-1 0-1,-4-1-28,-4 0 11,1 0 0,-1 1 0,0 0 0,0 1 0,0 1 0,0 1 0,-1-1 0,1 2 0,1 0 0,-9 3-11,-5 4 35,1 2 0,0 1 0,1 1 0,0 1 0,1 1-1,1 1 1,1 1 0,0 1 0,1 1 0,1 1 0,0 1 0,2 0 0,-9 15-35,15-21 16,1 2 0,0-1 0,2 1 0,0 1 1,1 0-1,0 0 0,2 0 0,0 1 0,1 0 1,1 0-1,1 1 0,0-1 0,1 3-16,2-16 3,0 0-1,0 1 0,0-1 0,0 0 0,1 0 0,0 0 1,1 0-1,-1 0 0,1 0 0,0 0 0,1 0 1,-1 0-1,1-1 0,0 0 0,1 1 0,-1-1 1,1 0-1,0-1 0,0 1 0,1-1 0,-1 1 1,1-1-1,0-1 0,0 1 0,0-1 0,1 0 1,-1 0-1,1 0 0,0-1 0,0 0 0,1 1-2,16 3 1,-1-1-1,1 0 1,0-2-1,0-1 1,0 0-1,0-2 1,0-1-1,0-1 1,0 0-1,0-2 1,-1-1-1,1 0 1,15-8-1,-20 9-41,-1-2 1,1 0-1,-1-1 1,-1-1-1,1 0 0,-2-1 1,1-1-1,-1 0 1,0-1-1,-1-1 1,-1 0-1,0-1 0,0-1 1,-1 0-1,-1 0 1,-1-1-1,0 0 0,0-1 1,-2 0-1,0-1 1,-1 0-1,-1 0 0,1-3 41,-5-28-1901,-2 9-2594</inkml:trace>
  <inkml:trace contextRef="#ctx0" brushRef="#br0" timeOffset="249.311">382 417 29950,'0'0'1417,"0"0"-1145,0 0 96,0 0 144,100 110-264,-49-69-248,-1 5 0,-4 1 0,-8 1 0,-12 1 0,-9-2 0,-14 14 0,-3-9-336,0-15-2865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23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30559,'0'0'1216,"0"0"-712,-2 146-216,-9-75-88,-7 36-200,3-18-216,0-13-1608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22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1 587 28662,'0'0'704,"0"0"-152,0 0-14,0 0-41,3-17-109,-3 15-374,1-5 6,0 0 0,0 0 0,1 0 0,0 0 0,0 0 0,0 1 0,1-1 0,0 1 0,0 0 0,1 0 0,0 0 0,0 0 0,0 1 0,1 0 0,0-1 0,0 2 0,0-1 0,0 0 0,3 0-20,309-198 325,-313 201-310,-4 1-10,1 0 0,0 0 0,-1 0 0,1 0 0,0 0 0,0 0 0,0 0 0,0 1 0,0-1 0,0 0 0,0 1 0,0-1 0,0 0 0,0 1 0,0-1 0,0 1 0,0 0 0,0-1 0,0 1-1,1 0 1,-1 0 0,0 0 0,0 0 0,0 0 0,0 0 0,1 0 0,-1 0 0,0 0 0,0 0 0,0 1 0,0-1 0,1 0 0,-1 1 0,0-1 0,0 1 0,0 0 0,0-1 0,0 1 0,0 0 0,0-1-1,-1 1 1,1 0 0,0 0 0,0 0 0,0 0 0,-1 0 0,1 0-5,-42 137 419,11-60-380,9 108-38,21-182-1,-1 0 0,1 0 0,0 0 0,0 0 0,1 0 0,-1 0 0,1 0 0,0 0 0,0 0 0,0 0 0,0-1 0,1 1 0,0 0 0,-1-1 0,1 1 0,1-1 0,-1 0 0,0 1 0,1-1 0,0 0 0,-1-1 0,1 1 0,0 0 0,0-1 0,1 0 0,-1 0 0,1 0 0,-1 0 0,1 0 0,-1 0 0,1-1 0,0 0 0,0 0 0,0 0 0,0 0 0,0-1 0,0 1 0,3-1 0,12-4 0,-1 0 0,1-1 0,-1-1 0,0-1 0,0 0 0,-1-1 0,0-1 0,-1-1 0,1 0 0,-2-1 0,0-1 0,0 0 0,-1-1 0,-1-1 0,0 0 0,-1-1 0,5-7 0,-14 19 0,43-49 0,-3-1 0,-2-3 0,-2-1 0,-3-2 0,-2-1 0,-3-2 0,-3 0 0,11-41 0,-37 126 0,-22 227 0,17 631 0,4-852 0,-2 0 0,-1 0 0,-2 0 0,-1 0 0,-1-1 0,-1 0 0,-1 0 0,-2 0 0,-1-1 0,-11 21 0,13-39 0,1 0 0,-1-1 0,-1 0 0,0 0 0,0-1 0,0 0 0,-1 0 0,0-1 0,0-1 0,-1 0 0,1-1 0,-1 0 0,0 0 0,0-2 0,-1 1 0,1-1 0,0-1 0,-1 0 0,1-1 0,-1-1 0,1 0 0,-1 0 0,1-1 0,0-1 0,0 0 0,0 0 0,0-1 0,0-1 0,1 0 0,-9-6 0,5 1 0,1 0 0,0-2 0,0 1 0,1-2 0,1 0 0,0 0 0,1-1 0,0-1 0,1 0 0,1 0 0,0-1 0,2 0 0,-1-1 0,2 1 0,0-1 0,1-1 0,1 1 0,0-1 0,2 1 0,0-1 0,1 0 0,0 0 0,2 0 0,0 0 0,1 0 0,1 0 0,0 1 0,1-1 0,1 1 0,1 0 0,1 0 0,1-1 0,6-5 3,1 2 0,2-1 0,0 2 0,1 0 0,0 1 0,2 1 1,0 1-1,1 1 0,1 0 0,0 2 0,24-11-3,24-9-656,2 2 1,2 5 0,30-7 655,-3 4-2397</inkml:trace>
  <inkml:trace contextRef="#ctx0" brushRef="#br0" timeOffset="346.183">1502 826 29382,'0'0'1235,"0"0"-477,0 19-149,-7 121 145,-1-92-747,-1 1 0,-3-2 1,-1 1-1,-16 32-7,27-89 0,15-19 0,1 0 0,1 2 0,1-1 0,2 2 0,1 1 0,0 0 0,6-3 0,150-136 0,-163 154 0,0 1 0,1 0 0,0 1 0,0 1 0,0 0 0,1 1 0,0 0 0,0 1 0,0 1 0,0 0 0,1 1 0,-1 0 0,1 1 0,0 1 0,3 0 0,-15 1 0,0 0 0,0 0 0,0 0 0,0 0 0,0 1 0,0-1 0,0 1 0,0 0 0,-1 0 0,1 0 0,-1 0 0,1 0 0,-1 0 0,0 1 0,0-1 0,0 1 0,0 0 0,0-1 0,-1 1 0,1 0 0,-1 0 0,0 0 0,1 0 0,-1 0 0,-1 1 0,1-1 0,0 0 0,-1 0 0,0 1 0,0-1 0,0 0 0,0 0 0,-1 3 0,-18 110 0,6-88-105,-5 14 43,13-11-2717,5-30-1845</inkml:trace>
  <inkml:trace contextRef="#ctx0" brushRef="#br0" timeOffset="594.737">2177 962 10994,'0'0'18524,"0"0"-17948,0 0-272,123-10-79,-70 2 15,4 0-240,13-8-120,-13 3-1305,-11-1-6480</inkml:trace>
  <inkml:trace contextRef="#ctx0" brushRef="#br0" timeOffset="794.376">2482 776 29750,'0'0'929,"0"0"-321,0 0 32,-20 123-96,14-70-248,-3 4-296,0 6 0,5 24 0,2-16-464,-1-10-1112</inkml:trace>
  <inkml:trace contextRef="#ctx0" brushRef="#br0" timeOffset="1755.532">1193 916 29566,'0'0'1270,"0"0"-554,0 0-156,-6 17-133,2-6-374,2-10-50,1 0 0,-1 0 0,1 1 1,0-1-1,0 1 0,0-1 0,0 1 1,0 0-1,0-1 0,0 1 0,1 0 1,-1 0-1,0-1 0,1 1 0,0 0 1,-1 0-1,1 0 0,0 0 0,0 0 1,0 0-1,0-1 0,0 1 0,0 0 1,1 0-1,-1 0 0,1 0 0,-1-1 1,1 1-1,0 0 0,0 0 0,-1-1 1,1 1-1,0 0 0,1-1 0,-1 1 1,0-1-1,0 0 0,1 1 0,-1-1 1,1 0-1,-1 0 0,1 0 0,-1 0 1,1 0-1,0 0 0,-1 0 0,1 0 1,0-1-1,0 1 0,-1-1 0,1 1 1,0-1-1,0 0 0,1 0-3,56-4 0,0-3 0,0-3 0,-1-2 0,0-2 0,-1-3 0,-1-3 0,-1-2 0,-1-2 0,-1-3 0,-1-2 0,0-4 0,-29 22 0,-11 20 0,-12-8 0,-51 207 0,30 40 0,20-240 0,0 1 0,0-1 0,1 0 0,0 0 0,0 0 0,1 0 0,0 0 0,1 0 0,0 0 0,0 0 0,1 0 0,-1 0 0,2-1 0,-1 0 0,1 1 0,0-1 0,1-1 0,-1 1 0,1-1 0,1 1 0,-1-1 0,1-1 0,0 1 0,1-1 0,-1 0 0,1-1 0,0 1 0,0-1 0,0-1 0,1 1 0,-1-1 0,1 0 0,0-1 0,0 0 0,-2-1-42,1-1 0,-1 0 1,0-1-1,1 1 0,-1-1 0,0 0 0,0-1 0,0 1 1,0-1-1,0 0 0,0-1 0,0 1 0,-1-1 1,1-1-1,-1 1 0,0-1 0,0 0 0,0 0 0,0 0 1,-1 0-1,0-1 0,0 0 0,0 0 0,0 0 1,-1 0-1,0-1 0,0 0 0,2-5 42,17-35-1814</inkml:trace>
  <inkml:trace contextRef="#ctx0" brushRef="#br0" timeOffset="2028.241">1774 258 28206,'0'0'0,"0"0"-240,79 155-368,-38-99-14467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2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422 285 28622,'0'0'887,"0"0"-398,0 0-8,0 0-7,0 0-147,20-19-163,65-62-69,-82 78-78,1-1 1,0 0 0,-1 1-1,0-1 1,0 0-1,0-1 1,0 1 0,-1-1-1,0 1 1,0-1 0,0 1-1,0-1 1,-1 0-1,0 0 1,0 0 0,0 0-1,0 0 1,-1 0-1,0 0 1,0 0 0,0 0-1,-1 0 1,0 0-1,0-1-16,-2 1 14,0 0 0,0 0 0,-1 0 1,0 1-1,0 0 0,0 0 1,0 0-1,-1 0 0,0 0 1,1 1-1,-1 0 0,0 0 1,-1 0-1,1 1 0,0 0 0,-1 0 1,1 0-1,-1 0 0,0 1 1,0 0-1,1 0 0,-1 1 1,0 0-1,0 0 0,0 0 1,0 1-1,1-1 0,-1 1 1,-1 1-16,5-2 2,-14 1 10,0 0-1,0 1 1,0 1-1,0 1 1,0 0-1,1 1 1,0 0 0,0 2-1,0 0 1,1 0-1,0 1 1,0 1-1,1 0 1,0 1-1,0 1 1,2 0-1,-1 0 1,1 1-1,-5 8-11,2-2 11,0 1 0,1 0 0,1 1-1,1 0 1,1 1 0,0 1 0,2-1-1,0 1 1,2 1 0,0-1 0,2 1-1,0 0 1,1 11-11,2-25 0,1 1 0,-1-1 0,2 0 0,-1 1 0,1-1 0,1 0 0,0 0 0,0 0 0,1 0 0,0 0 0,0 0 0,1 0 0,0-1 0,1 0 0,0 0 0,0 0 0,1-1 0,0 1 0,0-1 0,0-1 0,1 1 0,0-1 0,1 0 0,-1-1 0,1 1 0,0-2 0,0 1 0,1-1 0,1 0 0,3 0 0,1 0 0,0-2 0,-1 0 0,1 0 0,0-1 0,0-1 0,-1 0 0,1-1 0,0-1 0,0 0 0,-1 0 0,1-2 0,-1 0 0,0 0 0,0-1 0,0-1 0,-1 0 0,0 0 0,0-2 0,0 1 0,-1-2 0,0 1 0,-1-1 0,0-1 0,0 0 0,-1 0 0,0-1 0,-1 0 0,-1-1 0,1 0 0,-2 0 0,0 0 0,0-1 0,-1 0 0,-1 0 0,0 0 0,0-1 0,0-13 0,-2 15-135,-2 0 0,1 0 0,-2 0 0,0 0-1,0 0 1,-1 0 0,0 1 0,-1-1 0,-1 0 0,0 1 0,0 0 0,-1 0-1,-1 0 1,1 1 0,-2-1 0,1 1 0,-2 1 0,1-1 0,-2 1 135,-50-50-5955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34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132 270 10562,'0'0'17076,"0"0"-13158,0 0-3439,25-1-119,276-33 12,-220 21-372,1 3 0,0 4 0,27 4 0,-106 1 0,-1 1 0,0-1 0,1 1 0,-1-1 0,1 1 0,-1 0 0,0 0 0,1 0 0,-1 0 0,1 0 0,-1 1 0,1-1 0,-1 1 0,0-1 0,1 1 0,-1 0 0,0 0 0,0 0 0,1 0 0,-1 1 0,0-1 0,0 0 0,0 1 0,-1-1 0,1 1 0,0 0 0,-1 0 0,1 0 0,-1 0 0,1 0 0,-1 0 0,0 0 0,0 0 0,0 0 0,0 1 0,0-1 0,0 0 0,-1 1 0,1-1 0,-1 1 0,0-1 0,1 0 0,-1 1 0,0-1 0,-1 1 0,1-1 0,0 1 0,-1-1 0,1 0 0,-1 1 0,0-1 0,0 0 0,0 2 0,-11 11 0,0 0 0,0-1 0,-2 0 0,1-1 0,-2 0 0,0-2 0,0 1 0,-1-2 0,0 0 0,-1-1 0,6-2 0,-149 88 0,-3-7 0,-111 39 0,175-90-27,100-38 17,-1 1 0,0 0 0,0-1-1,0 1 1,0-1 0,0 1-1,0 0 1,0-1 0,0 1 0,0-1-1,0 1 1,0-1 0,0 1-1,0 0 1,0-1 0,0 1 0,0-1-1,0 1 1,-1 0 0,1-1 0,0 1-1,0 0 1,-1-1 0,1 1-1,0-1 1,0 1 0,-1 0 0,1 0-1,0-1 1,-1 1 0,1 0 0,0 0-1,-1-1 1,1 1 0,0 0-1,-1 0 1,1 0 0,-1-1 0,1 1-1,0 0 1,-1 0 0,1 0 0,-1 0-1,1 0 1,-1 0 0,1 0-1,0 0 1,-1 0 0,1 0 0,-1 0-1,1 0 1,0 0 0,-1 1-1,1-1 1,-1 0 0,1 0 0,0 0-1,-1 1 1,1-1 0,0 0 0,-1 0-1,1 1 1,0-1 0,-1 0-1,1 1 1,0-1 0,0 0 0,-1 1-1,1-1 1,0 0 10,23-27-1716,15-10-2311</inkml:trace>
  <inkml:trace contextRef="#ctx0" brushRef="#br0" timeOffset="266.764">1053 215 25189,'0'0'4472,"21"6"-3345,301 85-487,-158-32-429,-162-59-207,-1 1 1,0-1-1,1 1 0,-1-1 1,0 1-1,0 0 0,0 0 1,0 0-1,0 0 1,0-1-1,0 1 0,0 0 1,0 1-1,0-1 0,0 0 1,0 0-1,-1 0 1,1 0-1,-1 1 0,1-1 1,-1 0-1,1 1 1,-1-1-1,0 0 0,1 1 1,-1-1-1,0 0 0,0 1 1,0-1-1,0 1 1,0-1-1,0 0 0,-1 1 1,1-1-1,0 0 0,-1 1 1,1-1-1,-1 0 1,1 1-1,-1-1 0,0 0 1,0 0-1,1 0 1,-1 0-1,0 1-4,-53 36 68,-94 29-48,-29 14-353,67-17-3873,86-46-8896</inkml:trace>
  <inkml:trace contextRef="#ctx0" brushRef="#br0" timeOffset="766.827">2239 0 26718,'0'0'228,"0"0"-358,0 0-30,0 0 36,4 5-74,18 23 1342,-25-22 3903,-8 8-5307,5-7 554,-59 73-252,4 3-1,3 3 1,4 2-1,4 3 1,-23 61-42,65-132 0,1-1 0,1 2 0,1-1 0,1 0 0,1 1 0,1 0 0,0 12 0,1-28 0,1 0 0,0 0 0,0 0 0,1 0 0,-1 0 0,1 0 0,0 0 0,0 0 0,1-1 0,-1 1 0,1 0 0,0-1 0,1 0 0,-1 1 0,1-1 0,-1 0 0,1 0 0,1 0 0,-1-1 0,0 1 0,1-1 0,0 1 0,0-1 0,0-1 0,0 1 0,0 0 0,0-1 0,1 0 0,-1 0 0,1 0 0,0-1 0,0 1 0,4 0 0,2-1 0,0-1 0,1 0 0,-1 0 0,0-1 0,0 0 0,1-1 0,-1-1 0,0 0 0,-1 0 0,1-1 0,0 0 0,-1-1 0,0 0 0,0 0 0,-1-1 0,1-1 0,-1 0 0,-1 0 0,1 0 0,4-7 0,2-1 0,-1-1 0,-1 0 0,0-1 0,-1 0 0,-1-1 0,-1 0 0,0-1 0,-2 0 0,0 0 0,5-19 0,-9 25 0,-1 1 0,0-1 0,-1 1 0,0-1 0,-1 0 0,0 0 0,-1 0 0,0 0 0,-1 0 0,-1 1 0,0-1 0,-1 0 0,0 1 0,-1 0 0,0-1 0,-1 1 0,-1 1 0,-5-11 0,-80-56-719,49 58-762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17.50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551 834 26254,'0'0'2565,"0"0"-1363,0 0-512,0 0-118,0 0-84,-3-8-111,0 2-306,2 5-58,0-1 1,0 0-1,0 1 0,0-1 1,1 0-1,-1 0 1,0 0-1,1 0 0,-1 1 1,1-1-1,0 0 0,-1 0 1,1 0-1,0 0 1,0 0-1,1 0 0,-1 0 1,0 0-1,1 0 0,-1 0 1,1 0-1,-1 0 1,1 0-1,0 1 0,0-1 1,0 0-1,0 0 1,0 1-1,0-1-13,20-16 15,1 1-1,0 0 1,2 2-1,0 0 1,0 2-1,1 1 1,1 1-1,0 1 1,0 1-1,1 2 1,15-3-15,-23 6 0,0 0 0,-1 2 0,1 0 0,0 1 0,0 1 0,0 1 0,0 0 0,0 2 0,0 0 0,-1 1 0,1 1 0,-1 0 0,0 2 0,-1 0 0,0 1 0,0 1 0,0 0 0,-1 1 0,-1 1 0,1 0 0,-2 2 0,11 10 0,-21-17 0,0 0 0,0 0 0,-1 0 0,0 0 0,0 1 0,0-1 0,-1 1 0,0 0 0,-1 0 0,1 0 0,-1 0 0,-1 0 0,1 0 0,-1 0 0,0 0 0,-1 0 0,0 0 0,0 0 0,0 0 0,-1 0 0,0 0 0,0-1 0,-1 1 0,0-1 0,0 1 0,0-1 0,-1 0 0,0 0 0,0-1 0,-1 1 0,1-1 0,-1 0 0,-1 0 0,1 0 0,0-1 0,-4 2 0,-235 150 0,194-128 0,40-22-63,-39 37-603,49-42-1318</inkml:trace>
  <inkml:trace contextRef="#ctx0" brushRef="#br0" timeOffset="451.778">1119 1602 28142,'0'0'2635,"0"0"-1605,0 0-495,0 0-202,-13-20-248,-37-64-78,46 78-7,0 0 0,1 0 0,0-1 0,0 1 0,0-1 0,1 1 0,0-1 0,0 0 0,1 0 0,0 0 0,0 0-1,1 0 1,-1 0 0,2-2 0,-1-1 0,24 31 0,30 35 1,-86-69-1,10-46-81,22 59 79,0-1 1,0 1 0,1-1 0,-1 1 0,0 0-1,0-1 1,1 1 0,-1 0 0,0-1 0,1 1-1,-1 0 1,0-1 0,1 1 0,-1 0 0,1 0-1,-1 0 1,0-1 0,1 1 0,-1 0 0,1 0 0,-1 0-1,1 0 1,-1 0 0,0-1 0,1 1 0,-1 0-1,1 0 1,-1 0 0,1 0 0,-1 1 0,1-1-1,-1 0 1,0 0 0,1 0 0,-1 0 0,1 0-1,-1 0 1,1 1 0,-1-1 0,0 0 0,1 0-1,-1 1 1,0-1 0,1 0 0,-1 1 0,0-1-1,1 0 1,-1 1 0,0-1 0,0 0 0,1 1-1,-1-1 1,0 1 0,0-1 0,0 0 0,1 1-1,-1-1 1,0 1 0,0-1 0,0 1 0,0-1-1,0 1 1,0-1 0,0 0 0,0 1 0,0-1-1,0 1 1,0 0 1,0 31-693,0-20-691</inkml:trace>
  <inkml:trace contextRef="#ctx0" brushRef="#br0" timeOffset="2194.817">4523 829 30999,'0'0'824,"0"0"-576,0 0-56,0 0 128,55 112-136,-7-67-184,7 3 0,6-3 0,-4 0 0,-4-7 0,-9-3 0,-7-7-160,-2-4-336,-11-8-264,-9-11-2617</inkml:trace>
  <inkml:trace contextRef="#ctx0" brushRef="#br0" timeOffset="2446.758">5119 854 30647,'0'0'640,"0"0"-424,-147 138-144,73-67 32,-3 6 48,5 2-152,12-4-80,14 0-352,20-20-913,13-21-2359</inkml:trace>
  <inkml:trace contextRef="#ctx0" brushRef="#br0" timeOffset="2615.041">5226 831 27190,'0'0'4217,"0"0"-3841,22 114-32,9-61-184,15 0 112,9-5-64,6-9-208,-2-5 0,-4-11 0,-9-3-160,5-10-160,-14-6-216,-13-4-1769</inkml:trace>
  <inkml:trace contextRef="#ctx0" brushRef="#br0" timeOffset="2821.111">5608 868 30535,'0'0'824,"0"0"-448,0 0-56,0 0 80,0 0-120,-149 150-248,96-83-32,-4 4 0,0 4-256,5 8-264,12-20-848,16-22-6402</inkml:trace>
  <inkml:trace contextRef="#ctx0" brushRef="#br0" timeOffset="3094.854">5910 795 31607,'0'0'712,"0"0"-568,0 0-88,125 93 96,-61-48-56,4 6-96,-2 9 0,-9 3 0,-9 0 0,-13 0 0,-7 0-216,-8-16-1024,-7-15-3513</inkml:trace>
  <inkml:trace contextRef="#ctx0" brushRef="#br0" timeOffset="3343.962">6533 714 11674,'0'0'20005,"0"0"-19197,0 0-528,-160 44-280,68 31 0,-31 39 0,-28 26 0,24-20-520,30-31-2105</inkml:trace>
  <inkml:trace contextRef="#ctx0" brushRef="#br0" timeOffset="1745.484">3747 854 30246,'0'0'1433,"0"0"-1281,0 0-16,0 0 168,103 128 104,-46-90-320,4-1-88,1 3 0,-5-3 0,-9-1 0,2-3-416,-15-9-408,-13-10-1569</inkml:trace>
  <inkml:trace contextRef="#ctx0" brushRef="#br0" timeOffset="1935.792">4098 811 29718,'0'0'761,"0"0"-513,-88 104-152,46-41-56,5 7-40,-2 28-112,12-19-1073,10-14-3528</inkml:trace>
  <inkml:trace contextRef="#ctx0" brushRef="#br0" timeOffset="1362.885">2848 801 30406,'0'0'1129,"0"0"-985,0 0 80,0 0 192,138 132-48,-92-88-288,5 1-80,-1 0 0,-2 1 0,-4-5 0,-4-7-320,-3-7-272,-11-11-552,-6-10-1513</inkml:trace>
  <inkml:trace contextRef="#ctx0" brushRef="#br0" timeOffset="1528.974">3322 805 30166,'0'0'873,"0"0"-393,0 0-232,-154 130-112,99-75-128,-4 8-8,-13 30-264,13-16-392,13-12-1377</inkml:trace>
  <inkml:trace contextRef="#ctx0" brushRef="#br0" timeOffset="828.952">1897 736 30198,'0'0'769,"0"0"-329,0 0 32,0 0 8,164 124-80,-102-77-392,-1 5-8,-2 3 0,-8 4 0,-7 0 0,-9-1 0,-7-5 0,-6-2-200,-7-17-1056,-8-15-2385</inkml:trace>
  <inkml:trace contextRef="#ctx0" brushRef="#br0" timeOffset="1095.962">2436 811 30142,'0'0'689,"0"0"-297,-112 63-128,55-24-24,-2 9-80,-2 9-96,-1 4-64,8 4-104,5-4-152,21-3-288,13-19-897,15-19-4456</inkml:trace>
  <inkml:trace contextRef="#ctx0" brushRef="#br1" timeOffset="16520.203">1594 1592 29582,'0'0'910,"0"0"-246,0 0-229,0 0-87,0 0-73,4 1-91,2 2-163,-1 2 1,1-1 0,-1 0 0,0 1 0,0 0-1,-1 1 1,0-1 0,1 1 0,-2-1 0,1 1-1,-1 0 1,0 0 0,0 1 0,0-1 0,-1 1 0,0 0-1,0 0-21,3 7-1,97 176 1,-95-181 0,1 0 0,0 0 0,0-1 0,1 0 0,0-1 0,1 0 0,-1 0 0,1-1 0,1 0 0,-1-1 0,1 0 0,0-1 0,0 0 0,0 0 0,1-2 0,-1 1 0,5-1 0,37-1 0,0-3 0,0-2 0,0-2 0,-1-3 0,0-2 0,-1-2 0,0-3 0,-1-1 0,-1-3 0,39-22 0,-11 10 0,-60 25 0,14-8 0,1 1 0,1 1 0,0 2 0,0 2 0,1 1 0,0 1 0,1 2 0,-1 1 0,1 2 0,0 1 0,0 2 0,-21 4 0,0 0 0,-1 1 0,0 0 0,0 1 0,0 0 0,-1 1 0,0 1 0,-1 0 0,0 0 0,0 1 0,-1 0 0,0 1 0,-1 0 0,0 1 0,-1 0 0,1 1 0,54 62 0,-50-64 0,0 0 0,1-1 0,0 0 0,1-1 0,0-1 0,0 0 0,1-1 0,0-1 0,0 0 0,0-1 0,1-1 0,0 0 0,0-1 0,0-1 0,0-1 0,0-1 0,0 0 0,0-1 0,13-2 0,1-4 0,-2-1 0,1-2 0,-1-1 0,0-1 0,-1-1 0,-1-1 0,0-2 0,-1-1 0,-1-1 0,0-1 0,4-5 0,31-21 0,-11 11 0,0 2 0,3 1 0,0 4 0,2 1 0,3 2 0,-36 16 0,0 1 0,0 1 0,1 0 0,0 2 0,0 1 0,0 0 0,0 2 0,1 1 0,-1 0 0,0 2 0,0 0 0,0 2 0,0 0 0,0 1 0,1 2 0,287 130 0,-50-40 0,96 15 0,-292-93 0,1-2 0,0-4 0,0-2 0,1-3 0,41-1 0,-88-8 0,1-1 0,-1-1 0,0-1 0,0 0 0,0-1 0,-1-2 0,0 0 0,0 0 0,0-2 0,-1 0 0,-1-1 0,1-1 0,-2 0 0,11-10 0,16-16 0,-2-2 0,-2-1 0,-2-2 0,16-26 0,-51 66-4,14-13-29,-1-2 0,-1 0 0,0 0 0,-1-1 0,-1 0 1,-1-1-1,-1-1 0,0 1 0,-2-1 0,0-1 0,-1 0 0,-1 1 0,-1-2 0,-1 1 0,-1 0 0,-1-2 33,-8-7-2494</inkml:trace>
  <inkml:trace contextRef="#ctx0" brushRef="#br1" timeOffset="19119.601">43 209 28038,'0'0'800,"0"0"-176,-5 111 104,5-29-119,0 33-153,0 31-120,0 14-104,0-8-88,-4-34-56,-7-37-56,4-24-16,3-18-16,-3-1 0,5-3-120,0-5-152,2-24-240,9-6-969,6-4-1415</inkml:trace>
  <inkml:trace contextRef="#ctx0" brushRef="#br1" timeOffset="19508.047">525 144 27254,'0'0'864,"28"-5"-321,318-49 424,289-30-642,-575 83-381,-72 25 600,8 73 75,35 176-52,-19 19-23,-17 104-544,2-315-270,-5 0 1,-2 0 0,-5-1-1,-2 0 1,-18 41 269,14-66-1946</inkml:trace>
  <inkml:trace contextRef="#ctx0" brushRef="#br1" timeOffset="19790.998">231 1852 29902,'0'0'841,"0"0"-601,127 6-56,-2-16 32,44-25 8,17-14-72,-4-7-152,-26 1-160,-58 16-1089,-27 1-3303</inkml:trace>
  <inkml:trace contextRef="#ctx0" brushRef="#br1" timeOffset="20175.896">1921 130 30639,'0'0'604,"0"0"-302,0 0-183,28-4-15,196-17 106,-150 19-201,-7-2-168,0 3 0,0 2 0,0 4 0,0 3 0,49 13 159,-112-21-2,1 0 0,-1 1 1,0-1-1,-1 1 0,1 0 0,0 0 0,0 0 1,0 1-1,0-1 0,-1 1 0,1 0 0,-1 0 1,1 0-1,-1 0 0,0 1 0,0 0 1,0-1-1,0 1 0,-1 0 0,1 0 0,-1 1 1,1-1-1,-1 0 0,0 1 0,0-1 0,-1 1 1,1 0-1,-1 0 0,0 0 0,0-1 0,0 1 1,0 3 1,-56 46 925,17 103-347,32-107-509,-21 128-49,7 0 0,8 2 0,9 73-20,38-53-1704,-25-145-1521</inkml:trace>
  <inkml:trace contextRef="#ctx0" brushRef="#br1" timeOffset="20440.799">2033 1764 28750,'0'0'2065,"0"0"-1897,0 0-168,175-20-352,-107 6-1737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50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28374,'0'0'1626,"0"0"-1158,0 0-319,0 0 58,0 0 100,-9 0 97,1053 39 117,1517-17-251,-2496-22-270,2140-20 50,-922 94-31,-516-18 46,1953 40-5,201-17-38,-616-28-369,-355 27 370,-1686-78-856,-195 0-682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54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0 185 15803,'0'0'11413,"0"0"-8720,22-17-2285,70-56-46,-87 69-316,0 0 0,0 0 0,1 0 0,-1 0 0,1 1 0,0 0 1,0 1-1,0-1 0,1 1 0,-1 0 0,0 0 0,1 1 0,-1 0 1,1 0-1,0 1 0,-1 0 0,1 0 0,0 0 0,-1 1 0,7 1-46,-9 1 14,0 0 0,0 0 0,0 0 0,0 1 0,0-1 0,-1 1 0,0 0 0,1 0 0,-2 0 0,1 1 0,0-1-1,-1 1 1,0-1 0,0 1 0,0 0 0,-1 0 0,1 0 0,-1 0 0,0 0 0,-1 0 0,1 0 0,-1 0 0,0 0 0,0 1 0,-1-1-1,1 0 1,-2 3-14,2 2 26,-31 274 469,0-59-298,30-223-196,0 0 1,1 0-1,-1 0 1,0 0-1,1 0 0,0 0 1,-1 1-1,1-1 0,0 0 1,0 0-1,0 0 1,0 0-1,1 0 0,-1 0 1,0 0-1,1 0 1,-1 0-1,1 0 0,0 0 1,0 0-1,0 0 0,0 0 1,0 0-1,0 0 1,1-1-1,-1 1 0,0-1 1,1 1-1,-1-1 1,1 1-1,0-1 0,-1 0 1,1 0-1,0 0 0,0 0 1,0 0-1,0 0 1,0 0-1,0-1 0,0 1 1,0-1-1,0 1 1,0-1-1,0 0 0,0 0 1,0 0-1,0 0 0,1 0 1,-1 0-1,0 0 1,0-1-1,1 0-1,12-4 0,-1-2 0,0 1 0,-1-2 0,1 0 0,-1 0 0,-1-1 0,1-1 0,-2 0 0,1-1 0,-2 0 0,1 0 0,-2-1 0,1-1 0,-2 0 0,1 0 0,1-5 0,0 3 0,22-31-39,-1-1 0,-3-1 0,-2-2 1,-2-1-1,-2 0 0,-3-2 0,-1-1 0,5-35 39,-15 8 108,-9 67 57,-7 52-127,-6 311-38,15-257 0,36 1137 0,-38-1061 0,0-166 0,1 0 0,-1 0 0,1 0 0,-1 0 0,0 0 0,0 0 0,0 0 0,0 0 0,0-1 0,0 1 0,-1 0 0,1-1 0,-1 1 0,1-1 0,-1 1 0,1-1 0,-1 0 0,0 0 0,1 1 0,-1-1 0,0-1 0,0 1 0,0 0 0,0 0 0,0-1 0,0 1 0,0-1 0,0 1 0,0-1 0,0 0 0,0 0 0,0 0 0,-1 0 0,1 0 0,0-1 0,0 1 0,0-1 0,0 1 0,0-1 0,0 0 0,0 1 0,0-1 0,1 0 0,-1 0 0,0-1 0,0 1 0,1 0 0,-1 0 0,1-1 0,-1 1 0,0-2 0,-13-14 0,0 0 0,2-1 0,0 0 0,1-1 0,1 0 0,1-1 0,0 0 0,2-1 0,0 0 0,1 0 0,-1-11 0,-8-22 0,2 0 0,2 0 0,3-2 0,2 1 0,2-1 0,3 1 0,3-1 0,1 0 0,11-53 0,-10 90 0,2-1 0,0 1 0,1 0 0,1 1 0,0-1 0,2 1 0,0 1 0,1 0 0,1 0 0,0 1 0,1 0 0,1 1 0,8-8 0,159-125-1320,-88 79-1345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53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31415,'0'0'768,"0"0"-552,57 101-144,-24-56 112,2 1-80,2-3-104,2-3-40,-3-7-296,7-15-312,-8-12-1177,-8-6-6616</inkml:trace>
  <inkml:trace contextRef="#ctx0" brushRef="#br0" timeOffset="228.128">341 1 26974,'0'0'4145,"0"0"-3761,-121 116-224,68-51-16,7 12-144,7 26-48,13-17-1248,10-19-8643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5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29758,'0'0'857,"0"0"-633,0 0 88,0 0 192,0 0-56,156 132-168,-106-90-128,-1 5-72,-8 4-40,-6-2-40,-6-1-80,-5-7-248,-2-17-296,-5-10-1049,-6-14-4920</inkml:trace>
  <inkml:trace contextRef="#ctx0" brushRef="#br0" timeOffset="249.467">570 0 30294,'0'0'721,"0"0"-401,-120 152-72,52-57 80,-9 21-144,11-5-184,12-15-88,27 3-288,21-40-400,6-11-1201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5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29422,'0'0'916,"0"0"-526,0 0-233,0 0 45,0 0 56,1 2-84,49 3-19,-39-8-130,258-61 146,167-30-138,-263 86-1932,-147 8-483</inkml:trace>
  <inkml:trace contextRef="#ctx0" brushRef="#br0" timeOffset="327.923">373 253 28550,'0'0'1738,"-6"24"-1086,-52 288 620,31-73-994,10 2-1,12 153-277,5-380 0,1 0 0,1 0 0,0-1 0,1 1 0,0-1 0,1 1 0,0-1 0,2-1 0,-1 1 0,1-1 0,1 1 0,5 6 0,-8-14 0,0 0 0,0 0 0,1 0 0,-1-1 0,1 1 0,0-1 0,0 0 0,0-1 0,1 1 0,-1-1 0,1 0 0,0-1 0,0 1 0,0-1 0,0 0 0,0 0 0,1-1 0,-1 0 0,0 0 0,1-1 0,-1 1 0,1-1 0,-1-1 0,1 1 0,-1-1 0,0 0 0,5-2 0,13-5 0,0-2 0,-1 0 0,-1-2 0,1-1 0,-2 0 0,0-1 0,7-8 0,4-1 0,306-215-496,-238 164-1088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5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25421,'0'0'3959,"0"0"-2844,0 0-839,0 0 150,27 2-6,178 11 107,43-10-108,-246-2-414,0 0 0,0 1-1,0-1 1,0 1 0,0-1 0,0 1 0,-1 0 0,1 0 0,-1-1-1,1 1 1,-1 0 0,0 1 0,1-1 0,-1 0 0,0 0-1,-1 0 1,1 1 0,0-1 0,-1 0 0,1 1 0,-1-1 0,1 0-1,-1 1 1,0-1 0,0 1 0,-1-1 0,1 0 0,0 1-1,-1-1 1,1 0 0,-1 1 0,0-1 0,0 2-5,0 12 27,-30 346-10,29-284-101,1 45-217,-7 0 0,-4 0 0,-7 7 301,2-61-1542</inkml:trace>
  <inkml:trace contextRef="#ctx0" brushRef="#br0" timeOffset="208.164">0 1307 28038,'0'0'2961,"0"0"-2465,0 0-216,0 0 216,138-38-64,-48 7-368,11-7-64,-7-1 0,55-36-464,-26 10-872,-20 0-3753</inkml:trace>
  <inkml:trace contextRef="#ctx0" brushRef="#br0" timeOffset="619.161">1436 395 30398,'0'0'795,"24"-2"-347,162-21-1,4 13-316,-189 11-137,0-1 0,-1 1 1,1 0-1,0-1 0,0 1 1,-1 0-1,1 0 0,0 0 0,-1-1 1,1 1-1,-1 0 0,0 0 1,1 0-1,-1 0 0,1 0 0,-1 0 1,0 0-1,0 0 0,0 0 1,0 0-1,0 0 0,0 0 0,0 0 1,0 0-1,0 0 0,0 0 1,0 0-1,0 0 0,-1 0 0,1 0 1,-1 0-1,1 0 0,0 0 1,-1 0-1,0 0 0,1 0 0,-1 0 1,1-1-1,-1 1 0,0 0 1,0-1-1,1 1 0,-1 0 0,0-1 1,0 1-1,0-1 0,0 1 1,0-1-1,0 1 0,0-1 0,0 0 1,0 1-1,0-1 0,0 0 1,0 0-1,0 0 6,-68 53-186,-1-4 0,-3-3 0,-20 7 186,8-3 7,-264 155 884,292-164-540,60-39-305,19-5-58,-1-1-1,0-1 1,0-1-1,-1 0 1,1-2-1,-1-1 1,-1 0-1,10-7 13,14-5-81,229-104-542,-271 124 623,0 0 0,0 0 1,0 0-1,-1 0 0,1 0 0,0 0 0,0 0 1,0 0-1,0 1 0,1-1 0,-1 0 0,0 1 0,0-1 1,0 1-1,0 0 0,1-1 0,-1 1 0,0 0 0,0-1 1,1 1-1,-1 0 0,0 0 0,1 0 0,-1 0 1,0 1-1,0-1 0,1 0 0,-1 0 0,0 1 0,0-1 1,1 1-1,-1-1 0,0 1 0,0-1 0,0 1 0,0 0 1,0-1-1,0 1 0,0 0 0,0 0 0,0 0 1,0 0-1,0 0 0,-1 0 0,1 0 0,0 0 0,-1 0 1,1 0-1,-1 1 0,1-1 0,-1 0 0,1 0 0,-1 0 1,0 1-1,0-1 0,0 0 0,1 1 0,-1-1 1,0 0-1,-1 0 0,1 1 0,0-1 0,0 0 0,0 0 1,-1 1-1,1-1 0,-1 0 0,0 1 0,-61 129 158,37-88-132,-356 637-48,311-512-399,78-162 183,89-69-1568,-40 11-393</inkml:trace>
  <inkml:trace contextRef="#ctx0" brushRef="#br0" timeOffset="916.436">1732 1106 27326,'0'0'1148,"0"0"-268,0 21-49,-10 228 1199,5-230-2001,2 0 0,1 0 0,0 0 0,1 0 0,1 1 0,1-1 0,1 0 0,0 0 0,2 0 0,0 0 1,1-1-1,1 1 0,0-1 0,1-1 0,2 1 0,-1-1 0,2-1 0,0 1 0,6 4-29,-15-20-18,1 1 0,0-1 0,0 0 0,-1 0-1,1 0 1,0-1 0,0 1 0,0 0 0,0-1 0,0 1 0,0-1 0,0 0-1,0 1 1,0-1 0,0 0 0,0 0 0,0-1 0,1 1 0,-1 0 0,0-1 0,0 1-1,0-1 1,0 0 0,-1 1 0,1-1 0,0 0 0,0 0 0,0 0 0,-1 0 0,1-1-1,0 1 1,-1 0 0,1-1 0,-1 1 0,0-1 0,1 0 0,-1 1 0,0-1-1,0 0 1,0 0 0,0 1 0,0-1 0,-1 0 0,1 0 0,-1 0 0,1 0 0,-1 0-1,1 0 1,-1 0 0,0-1 0,0 1 0,0 0 0,0 0 18,7-15-520,17-31-1401</inkml:trace>
  <inkml:trace contextRef="#ctx0" brushRef="#br0" timeOffset="1250.35">2238 392 21949,'0'0'7331,"0"0"-5206,0 0-1544,0 0-176,-1 27-92,-26 398-250,-89 285-63,103-633 0,4-1 0,3 1 0,4 0 0,5 48 0,-2-112 0,1-1 0,0 1 0,0 0 0,2-1 0,-1 0 0,2 1 0,0-2 0,0 1 0,1 0 0,0-1 0,1 0 0,0-1 0,1 1 0,0-2 0,2 2 0,-8-11-49,1 0 1,0 0-1,-1 0 1,1-1-1,-1 1 1,1 0-1,-1-1 0,1 0 1,-1 0-1,0 0 1,1 0-1,-1 0 0,0 0 1,0 0-1,0-1 1,1 1-1,-2-1 1,1 0-1,0 1 0,0-1 1,0 0-1,-1 0 1,1 0-1,-1 0 0,0-1 1,1 1-1,-1 0 1,0-1-1,0 1 1,-1 0-1,1-1 0,0 1 1,-1-1-1,0 1 1,1-1 48,15-47-2581</inkml:trace>
  <inkml:trace contextRef="#ctx0" brushRef="#br0" timeOffset="1516.912">2183 1139 30647,'0'0'1032,"0"0"-744,0 0-8,158 2 96,-114 8-232,-7 4-144,-8 6-40,-14 17-312,-8-3-368,-7-3-1281</inkml:trace>
  <inkml:trace contextRef="#ctx0" brushRef="#br0" timeOffset="1765.547">1701 1173 28350,'0'0'3489,"0"0"-2849,0 0-408,0 0-176,0 0-56,129-73 0,-56 73 0,-16 0-8,-7 12-1440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5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30198,'0'0'797,"0"0"-403,0 0-211,0 0 28,3 18 28,13 203 70,-25 17 86,9-235-394,0 0 0,1 0 0,-1-1 0,1 1 1,0 0-1,0-1 0,0 1 0,0 0 0,0-1 0,0 1 1,1-1-1,-1 0 0,1 1 0,0-1 0,0 0 1,0 0-1,0 0 0,0 0 0,0-1 0,0 1 0,1 0 1,-1-1-1,0 0 0,1 1 0,0-1 0,-1 0 1,1 0-1,-1-1 0,1 1 0,0 0 0,0-1 0,0 0 1,-1 1-1,1-1 0,0 0 0,0-1 0,0 1 1,2-1-2,105-34-4,-77 11 4,-1-1 0,-1-2 0,-1-1 0,-2-1 0,-1-1 0,-1-2 0,-2-1 0,-1 0 0,-1-2 0,-2-1 0,-2 0 0,-1-1 0,-2-1 0,-2-1 0,8-32 0,-7-16 0,-9 100 0,10 114 0,-6 1 0,-7 111 0,-3-168 0,2 22 0,-5-1 0,-4 1 0,-3-1 0,-5-1 0,-23 76 0,26-120 0,-1-1 0,-2 0 0,-3-2 0,-1 0 0,-2 0 0,-2-2 0,-2-1 0,-26 31 0,48-67 0,1-1 0,-1 1 0,0-1 0,0 0 0,0-1 0,-1 1 0,1-1 0,-1 0 0,0 0 0,0 0 0,0-1 0,0 1 0,-1-1 0,1-1 0,0 1 0,-1-1 0,1 0 0,-1 0 0,0 0 0,1-1 0,-1 0 0,0 0 0,1 0 0,-1-1 0,1 0 0,-5-1 0,1-6 0,1 0 0,0 0 0,0-1 0,1 0 0,0 0 0,0-1 0,1 0 0,1 0 0,0-1 0,0 1 0,1-1 0,0 0 0,1 0 0,0-1 0,1 1 0,0-1 0,1 1 0,0-9 0,-1 1 0,1 1 0,0-1 0,1 0 0,2 0 0,-1 0 0,2 1 0,1-1 0,0 1 0,1 0 0,1 0 0,1 0 0,0 1 0,2 0 0,0 1 0,0-1 0,8-8 0,20-18-70,2 1 0,1 2 0,2 2-1,2 2 1,1 2 0,1 1 0,3 3 70,13-12-629,49-36-1932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59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10202,'0'0'20925,"0"0"-20101,0 0-352,0 0-264,114-30-96,-84 30-112,3 8-296,-7 12-512,-12 3-1681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1:0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29750,'0'0'1321,"0"0"-865,0 0-160,0 0-296,211 7-144,-111-11-1321,1-9-4376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1:00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30038,'0'0'1601,"166"-10"-1209,42-17 64,55 3-176,36 4-280,14 14 0,-8 6 0,28 12 0,-74 8 0,-40-4-480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1:00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29422,'0'0'1201,"0"0"-559,0 0-284,0 0 53,17 23 7,94 155-103,-106-164-315,1-2 0,0 1 0,0-1 0,1 1 0,1-2 0,0 1 0,1-1 0,0-1 0,1 1 0,0-1 0,0-1 0,1 0 0,0-1 0,1 0 0,0 0 0,0-2 0,0 1 0,12 3 0,4-7 0,0-2 0,0 0 0,0-2 0,0-1 0,0-2 0,0 0 0,0-2 0,-1-1 0,0-1 0,-1-1 0,1-2 0,-2 0 0,0-2 0,0-1 0,-1-1 0,-1-1 0,9-8 0,99-61-54,-4-6 0,-5-5-1,55-59 55,-106 86-813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58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0 29222,'0'0'2233,"0"0"-1929,0 0 176,0 0-48,0 0-336,0 0-96,0 0 0,103 122 0,-92-92 0,-2 21 0,-5-5 0,-4-7-1976</inkml:trace>
  <inkml:trace contextRef="#ctx0" brushRef="#br0" timeOffset="399.288">373 14 28534,'0'0'2505,"0"0"-2057,0 0-48,0 0-96,-138 118-96,97-76-168,-6 9-40,-12 30-352,13-10-328,5-10-1545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0:58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29230,'0'0'1561,"0"0"-1145,0 0 72,0 0 88,143 75-120,-80-34-416,7 9-40,-4 9 0,-5 4 0,-10 6 0,-14-2 0,-11-2 0,-8-8 0,2-5 0,-5-19-776,0-23-1401</inkml:trace>
  <inkml:trace contextRef="#ctx0" brushRef="#br0" timeOffset="265.794">673 1 30342,'0'0'1073,"0"0"-673,-123 148-176,55-56 48,-15 29-144,-2 27-128,12-16-80,27-22-336,26-43-672,20-43-1489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1:0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0 27310,'0'0'1275,"0"0"-771,-7 20-369,-39 129-53,30-72 25,3 0 0,3 1 0,4 0 0,4 78-107,1-91 18,-5 186 25,-3 50-15,14 0-1,14 21-27,44 192 51,32 379 57,-34 1137-59,10-750 196,17 546 403,-41-45-723,-33-1563-1401,-13-203-550</inkml:trace>
  <inkml:trace contextRef="#ctx0" brushRef="#br0" timeOffset="546.673">0 10067 11258,'8'27'13751,"29"114"-9898,47 162-2487,-56-208-1162,4 0 0,5-2 1,4-2-1,3-1 0,5-3 0,18 22-204,-63-101 9,0-1 0,0-1 0,0 1 0,1-1-1,-1 1 1,2-1 0,-1-1 0,1 1 0,0-1-1,0 0 1,0 0 0,1-1 0,-1 0 0,1 0 0,0 0-1,0-1 1,1 0 0,-1 0 0,1-1 0,-1 0-1,1 0 1,0-1 0,0 0 0,0-1 0,0 1-1,-1-1 1,1-1 0,0 0 0,0 0 0,0 0 0,0-1-1,-1 0 1,6-3-9,94-81 248,-24-15-87,-5-5-1,-4-2 0,-5-4 1,53-116-161,-37 68-297,-6-4 1,-7-4 0,-8-2-1,-7-3 1,23-130 296,-60 166-2242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14:25.686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31509 2153 26110,'0'0'3154,"0"0"-2197,0 0-617,0 0 114,0 0 160,23 11 24,-3-2-583,1 0 1,0-1 0,1-1-1,0-2 1,-1 0-1,2-1 1,-1 0-1,0-2 1,9-1-56,801-12 0,-499 39-489,-225-22-1286</inkml:trace>
  <inkml:trace contextRef="#ctx0" brushRef="#br0" timeOffset="366.01">33716 2011 29326,'0'0'1024,"0"0"-615,0 0 159,127 17 40,-13-17-128,40 0-200,15-9-208,-3-9-72,-15-2 0,-24 6 0,-8 2 0,-7 7-112,-31 3-544,-22 2-1209</inkml:trace>
  <inkml:trace contextRef="#ctx0" brushRef="#br1" timeOffset="-148011.694">1217 2174 26862,'0'0'2368,"118"40"-1912,20-24 16,90-16 89,64-10-65,54-36-128,38-5-144,14 2 0,30 9-128,26 13-96,12 5-8,-115 10-552,-51 0-1273</inkml:trace>
  <inkml:trace contextRef="#ctx0" brushRef="#br1" timeOffset="-149396.38">6804 101 4673,'0'0'19744,"0"0"-15177,0 0-4017,0 0-120,0 0-49,0 0-97,-4-1-66,-12-1-36,12 1 33,287 34 1303,112-24-1578,-294-36-1642,-76 4-852</inkml:trace>
  <inkml:trace contextRef="#ctx0" brushRef="#br1" timeOffset="-149146.665">7192 34 29406,'-88'111'1457,"-24"23"-929,-24 21-64,1-9 24,10-17-184,11-3-184,15-8-120,24-19 0,29-28-128,29-32-400,28-39-168,24-27-1049,7-19-3288</inkml:trace>
  <inkml:trace contextRef="#ctx0" brushRef="#br1" timeOffset="-148676.717">6863 598 25854,'-4'20'3604,"-21"63"-2808,-4 0 1,-3-2-1,-17 28-796,-87 242 700,126-230-977,10-120 260,1 1 1,0-1 0,-1 0 0,1 0 0,0 0-1,0 0 1,0 0 0,0 0 0,0 0 0,0 0-1,0 0 1,0 0 0,0-1 0,0 1 0,0 0-1,1-1 1,-1 1 0,0-1 0,0 1 0,1-1-1,-1 0 1,0 1 0,1-1 0,-1 0 0,0 0-1,1 0 1,-1 0 0,0 0 0,1 0 0,-1 0-1,0-1 1,1 1 0,-1 0 0,0-1 0,1 1-1,-1-1 1,0 1 0,0-1 0,0 0 0,1 0-1,-1 0 17,12-6-51,0-1 0,0 0-1,-1-1 1,0 0-1,-1-1 1,0-1 0,-1 1-1,0-2 1,0 1-1,6-13 52,-8 14-39,345-493-1273,-338 482 1392,0 0 0,1 1 1,1 1-1,0 1 0,2 1 0,0 0 1,1 1-1,0 1 0,2 1 1,22-11-81,-42 23 40,0 1 0,1 0 0,-1-1 1,1 1-1,-1 0 0,1 0 1,-1 1-1,1-1 0,0 1 1,-1-1-1,1 1 0,0 0 0,0 0 1,-1 0-1,1 0 0,0 0 1,0 1-1,-1-1 0,1 1 1,0 0-1,-1-1 0,1 1 1,-1 1-1,1-1 0,-1 0 0,0 0 1,2 2-41,-3 124 784,-4-98-713,1-20-62,0 1-1,0-1 0,1 1 0,0 0 1,1 0-1,0-1 0,0 1 0,1 0 1,1 0-1,-1-1 0,2 1 0,-1-1 1,1 1-1,1-1 0,0 0 0,0 0 1,0-1-1,1 1 0,3 2-8,10 5 2,1-2 1,0 0-1,1-1 0,1-1 0,0-1 1,0-1-1,1 0 0,11 2-2,107 55-194,-136-65 181,0 1 1,0-1-1,-1 1 0,1 0 0,-1 0 1,1 0-1,-1 0 0,0 1 1,0-1-1,-1 1 0,1-1 1,-1 1-1,1 0 0,-1 0 1,-1 1-1,1-1 0,0 0 1,-1 0-1,0 1 0,0-1 0,0 1 1,-1-1-1,0 1 0,1-1 1,-1 1-1,-1-1 0,1 1 1,-1-1-1,0 1 0,0-1 1,-1 2 12,-5 6-5,0 0 0,-1 0 0,-1-1 0,0 0 1,-1 0-1,0-1 0,0-1 0,-1 0 0,-1 0 1,-3 1 4,-32 26 25,-1-3 1,-2-1 0,-2-3-1,0-2 1,-2-3 0,-1-2-1,0-2 1,-2-3 0,0-2 0,0-2-1,-37 1-25,92-13 2,0 0 1,0 0-1,0-1 0,0 1 0,-1-1 0,1 1 1,0-1-1,0 0 0,-1 0 0,1 0 1,0 0-1,0 0 0,-1 0 0,1-1 0,0 1 1,0-1-1,0 0 0,0 0 0,-1 1 0,1-1 1,0 0-1,0-1 0,1 1 0,-1 0 0,0-1 1,0 1-1,1-1 0,-1 1 0,0-1 1,1 0-1,0 1 0,-1-1 0,1 0 0,0 0 1,0 0-1,0 0 0,0 0 0,0 0 0,1-1 1,-1 1-1,1 0 0,-1 0 0,1-1 0,0 1 1,0 0-1,0 0 0,0-1 0,0 1 0,1 0 1,-1 0-1,0-1 0,1 1 0,0 0 1,0 0-1,-1 0 0,1 0 0,0 0 0,1 0 1,-1 0-1,0 0 0,2-1-2,65-80-84,346-328-2595,-291 285-2164</inkml:trace>
  <inkml:trace contextRef="#ctx0" brushRef="#br1" timeOffset="-150279.421">4654 206 26382,'0'0'3335,"-4"18"-2224,-66 301 763,70-316-1871,-7 179 64,8-174-67,0 0 0,0 0 0,1 0-1,-1-1 1,2 1 0,-1-1 0,1 1-1,0-1 1,1 0 0,0 0 0,0 0-1,0-1 1,1 0 0,0 1 0,0-2-1,1 1 1,-1 0 0,1-1-1,1 0 1,-1-1 0,7 4 0,3-2-1,0 0 0,1-1-1,0-1 1,-1-1 0,1-1 0,1 0 0,-1-1-1,0-1 1,0 0 0,0-2 0,12-1 1,282-61-257,-205 37 102,3 13-185,-107 16 340,1-1 0,-1 1 1,1 0-1,-1 0 1,0 0-1,0 0 1,0 0-1,0 0 1,0 0-1,-1 1 1,1-1-1,0 1 1,-1-1-1,0 1 1,0 0-1,0-1 1,0 1-1,0 0 1,0 0-1,-1 0 1,0 0-1,1 0 1,-1 0-1,0 0 1,0-1-1,-1 1 1,1 0-1,0 0 1,-1 0-1,0 0 1,0 0-1,0-1 1,0 1-1,0 0 1,-1 0-1,-5 14 36,-1 0 1,-1-1-1,-1 0 0,0-1 1,-1 0-1,0 0 0,-1-2 1,-12 11-37,14-13 14,-92 100 107,-4-4 0,-102 77-121,174-158-110,-1-2 1,-1-1 0,0-2-1,-2-1 1,-28 10 109,63-28-45,-1-1 1,1 1-1,0-1 1,0 1-1,0-1 1,-1-1-1,1 1 1,-1 0-1,1-1 1,0 1-1,-1-1 1,1 0-1,-1 0 1,1-1-1,-1 1 0,1-1 1,-1 1-1,1-1 1,0 0-1,0 0 1,-1-1-1,1 1 1,0-1-1,0 1 1,0-1-1,0 0 1,1 0-1,-1-1 1,0 1-1,1 0 1,-1-1-1,1 0 1,-2-2 44,-13-52-5154,14-20-13937</inkml:trace>
  <inkml:trace contextRef="#ctx0" brushRef="#br1" timeOffset="-150013.532">5061 208 16740,'0'0'12962,"0"0"-12450,0 0-312,0 0-7,13 148-81,-54-44-112,-1-15-953,-6-8-9985</inkml:trace>
  <inkml:trace contextRef="#ctx0" brushRef="#br1" timeOffset="-149763.838">4092 1510 30310,'0'0'913,"0"0"-593,0 0 48,211-48-32,-34-29-336,18-21-48,-34 13-696,-41 10-2825</inkml:trace>
  <inkml:trace contextRef="#ctx0" brushRef="#br1" timeOffset="-151696.788">1063 482 30046,'0'0'699,"0"0"-327,0 0-124,0 0 70,-22-10-18,9 3-260,9 4-33,0 0 0,0 1 0,0-1 0,0 1 0,-1 0-1,1 0 1,0 1 0,-1-1 0,0 1 0,1 0 0,-1 0 0,0 1 0,1-1 0,-1 1-1,0 0 1,0 0 0,1 1 0,-1-1 0,0 1 0,1 0 0,-1 1 0,0-1 0,1 1-1,0 0 1,-1 0 0,1 0 0,0 0 0,0 1 0,0-1 0,0 1 0,1 0 0,-1 1-1,1-1 1,-1 1 0,1 0-7,-30 40 33,2 2 1,2 2-1,3 0 0,1 2 0,3 0 0,1 2 0,3 0 1,3 1-1,1 1 0,3 0 0,3 1 0,2 0 0,2 0 1,2 1-1,4 9-33,-2-55 0,0 1 0,0 0 0,1 0 1,1-1-1,0 1 0,0 0 0,1-1 0,0 0 1,1 0-1,0 0 0,1 0 0,0 0 0,1-1 1,0 0-1,0 0 0,0-1 0,1 0 0,1 0 1,0 0-1,0-1 0,0 0 0,1-1 1,-1 1-1,2-2 0,0 1 0,14 3-27,1 0 1,0-2-1,0-1 0,0-1 1,1-1-1,0-2 0,0 0 1,0-2-1,0 0 0,-1-2 1,1-1-1,0-1 0,-1-1 1,0-1-1,0-2 0,0 0 1,-1-2-1,0 0 0,9-7 27,93-56-745,-31-7-1028</inkml:trace>
  <inkml:trace contextRef="#ctx0" brushRef="#br1" timeOffset="-151395.617">1920 1 16804,'0'0'11135,"0"0"-8555,6 19-2376,-3-10-185,-2-3 2,1 0 0,-1 0 1,1 0-1,0 0 1,1-1-1,-1 1 1,1-1-1,0 1 1,1-1-1,-1 0 1,1 0-1,0-1 1,0 1-1,1-1 1,-1 0-1,1 0 1,0 0-1,0-1 1,0 0-1,0 0 1,1 0-1,-1 0 1,1-1-1,4 2-21,153 26 480,-124-26-442,0 2 0,-1 2 0,0 2 0,0 1 0,22 10-38,-56-19 7,1 1 1,-1-1-1,1 0 0,-1 1 1,0 0-1,0 0 1,0 1-1,0-1 0,-1 1 1,0 0-1,1-1 1,-1 2-1,0-1 0,-1 0 1,1 0-1,-1 1 1,0 0-1,0-1 0,0 1 1,-1 0-1,0 0 1,0 0-1,0 0 0,0 0 1,-1 0-1,0 0 1,0 0-1,0 0 0,-1 0 1,1 0-1,-1 0 1,0 0-1,-1 0 0,1 0 1,-1-1-1,0 1 1,0 0-1,-1-1 0,1 0 1,-1 1-1,0-1 1,-2 2-8,-27 36-12,-2-1 1,-1-2 0,-2-1 0,-1-2-1,-2-2 1,-2-2 0,-12 7 11,36-24-221,1-1 0,-2-1 0,0 0 1,0-1-1,-1-1 0,-1-2 0,0 1 0,0-2 1,0-1-1,-1-1 0,0 0 0,-1-2 0,1-1 1,-17 1 220,-6-7-2358</inkml:trace>
  <inkml:trace contextRef="#ctx0" brushRef="#br1" timeOffset="-151146.688">1920 127 26982,'0'0'2576,"-9"100"-1992,-10 11 249,-8 43-193,3 23-112,11-1-136,9-12-160,4-24-232,0-26 0,0-27 0,4-28 0,5-10 0,2 1-96,2-7-448,20-29-32,-7-14-1289,7-14-4304</inkml:trace>
  <inkml:trace contextRef="#ctx0" brushRef="#br1" timeOffset="-150845.751">2679 677 29974,'-38'89'399,"5"2"0,4 1 0,4 1 0,4 1 0,4 1 0,4 1 0,2 28-399,10-121 0,1 1 0,-1-1 0,0 1 0,1-1 0,0 0 0,0 1 0,0-1 0,0 1 0,1-1 0,-1 1 0,1-1 0,0 0 0,0 1 0,0-1 0,0 0 0,0 0 0,1 0 0,0 0 0,-1 0 0,1 0 0,0 0 0,1 0 0,-1-1 0,0 1 0,1-1 0,-1 0 0,1 0 0,0 1 0,0-2 0,0 1 0,0 0 0,0-1 0,3 2 0,1-2 0,1 1 0,-1-1 0,1-1 0,0 1 0,0-1 0,-1 0 0,1-1 0,0 0 0,0 0 0,-1-1 0,1 0 0,-1 0 0,0-1 0,0 0 0,1 0 0,-2-1 0,1 0 0,0 0 0,-1 0 0,0-1 0,5-4 0,112-131 0,-120 135 0,82-123-123,-6-4 0,-6-4-1,41-109 124,-54 116-505,-2 28 74,-53 105 547,-21 128 495,-9-14-258,0-7-278,4 2 1,6 1-1,2 31-75,13-142-5,-2 11-15,0 0 0,0 1 0,2-1 0,0 0 0,0 0 0,1 0 0,1 1 0,0-1 0,1 0 0,1-1 0,0 1 1,1-1-1,0 1 0,1-1 0,0-1 0,1 1 0,1-1 0,0 0 0,1-1 0,0 0 0,1 0 20,27 17-2089</inkml:trace>
  <inkml:trace contextRef="#ctx0" brushRef="#br1" timeOffset="-144089.168">1171 2090 23525,'0'0'4649,"0"0"-3137,0 0-1022,0 0-55,0 0-6,5-3-110,23-8-256,0 2 1,1 1 0,0 1-1,0 2 1,0 1 0,1 1-1,0 1 1,8 2-64,-6-1 39,873-7 289,-606 15-310,149 2 111,88-25-129,1259-128 292,-336 53-199,-1457 91-93,239-18 0,1 10 0,-1 11 0,73 17 0,-174-9 0,-241-19-699,35-4-1163</inkml:trace>
  <inkml:trace contextRef="#ctx0" brushRef="#br1" timeOffset="-137949.446">8917 6422 32767,'0'0'0,"0"0"0,0 0-1256,0 0-10851</inkml:trace>
  <inkml:trace contextRef="#ctx0" brushRef="#br1" timeOffset="-141653.603">2087 4765 21917,'0'0'5010,"0"0"-3068,0 0-1143,0 0-149,0 0-65,0 0-125,-3-4-132,2 4-323,1 0 0,-1-1 0,1 1 0,-1 0 1,1 0-1,-1 0 0,1 0 0,-1 0 0,1-1 0,-1 1 1,1 0-1,-1 0 0,0 0 0,1 1 0,-1-1 1,1 0-1,-1 0 0,1 0 0,-1 0 0,1 0 0,-1 1 1,1-1-1,-1 0 0,1 0 0,-1 1 0,1-1 0,-1 0 1,1 1-1,-1-1 0,1 0 0,0 1 0,-1-1 0,1 1 1,0-1-1,-1 1 0,1-1 0,0 1 0,0-1 0,-1 1 1,1-1-1,0 1 0,0-1 0,0 1 0,0-1 0,0 1 1,0-1-1,0 1 0,0 0 0,0-1 0,0 1 1,0-1-1,0 1 0,0-1 0,0 1 0,0-1 0,0 1 1,1-1-1,-1 1 0,0-1 0,0 1 0,1-1 0,-1 1 1,0-1-1,1 1 0,-1-1 0,1 1-5,-2 71 221,2-37-104,-17 360 279,15-391-396,0 0 0,1 0 0,0 0 0,0 1 0,0-1 0,1 0 0,-1 0 0,1 0 0,0 0 0,0 0 0,0-1 0,1 1 0,-1 0 0,1 0 0,0-1 0,0 1 0,0-1 0,0 1 0,1-1 0,0 0 0,-1 0 0,1 0 0,0-1 0,0 1 0,1-1 1,-1 1-1,0-1 0,1 0 0,0 0 0,-1-1 0,1 1 0,0-1 0,0 1 0,0-1 0,0-1 0,0 1 0,0 0 0,0-1 0,0 0 0,0 0 0,1 0 0,8-4 0,-1 0-1,1-1 1,-1-1 0,1 0 0,-2 0-1,1-1 1,-1 0 0,0-1-1,0-1 1,-1 0 0,0 0 0,-1-1-1,0 0 1,0-1 0,-1 1 0,-1-2-1,0 1 1,0-1 0,0-3 0,20-29-30,-2-1 0,-3-1 0,-1-1 1,-2-1-1,-3-1 0,-2 0 0,-1-1 1,-3 0-1,-3-1 0,2-43 30,-7 82-10,-1 1 1,-1-1-1,0 0 0,0 0 0,-1 0 0,-1 1 0,0-1 1,0 1-1,-1-1 0,-1 1 0,0 0 0,0 0 0,-1 0 0,0 1 1,-1-1-1,-1 1 0,1 1 0,-1-1 0,-1 1 0,0 1 1,0-1-1,-1 1 0,0 1 0,0-1 0,-1 1 0,0 1 1,0 0-1,0 1 0,-4-2 10,0 4-4,1 1 0,-2 0 0,1 1 0,0 1 0,0 0 0,0 0 0,0 2 0,0 0 0,0 0 0,0 1 0,1 1 0,-1 0 0,1 1 0,0 1 0,-12 6 4,-20 14-2,0 2 0,2 2 0,2 1 0,1 3 1,1 1-1,2 2 0,1 1 0,3 2 0,1 1 0,-26 45 2,39-57 17,2 1-1,1 1 1,1 1-1,2 0 1,2 1 0,0 0-1,2 1 1,2 0-1,1 0 1,2 1-1,1-1 1,2 1-1,1 0 1,2-1-1,1 1 1,2 0 0,8 31-17,-7-44 16,0-1 1,1 0 0,2 0-1,0 0 1,1-1 0,1 0-1,1-1 1,0 0 0,2-1-1,0-1 1,1 0 0,1-1-1,0 0 1,1-2 0,1 0-1,15 10-16,-2-11 10,0 0 0,0-3 0,2 0-1,-1-2 1,1-1 0,0-2 0,0-1 0,0-2-1,1-1 1,-1-1 0,1-2 0,13-4-10,3-3-16,-1-3 1,0-2-1,-1-3 1,-1-1 0,0-2-1,-2-3 1,0-1-1,-2-2 1,-1-2 0,-1-2-1,21-21 16,43-34-988,-21 2-1550</inkml:trace>
  <inkml:trace contextRef="#ctx0" brushRef="#br1" timeOffset="-141165.826">4693 3802 29838,'0'0'773,"0"0"-431,-11 25-212,-31 85-4,39-102-108,1 0 0,0 0 1,1 0-1,0 0 0,0 1 0,0-1 0,1 1 0,0-1 0,1 0 0,0 1 0,1-1 0,-1 0 0,1 0 0,1 0 0,0 0 1,0 0-1,0 0 0,1-1 0,0 0 0,1 1 0,-1-1 0,1-1 0,1 1 0,-1-1 0,1 0 0,0 0 0,1-1 1,-1 0-1,4 2-18,5 3 7,1 0 1,1-1 0,0-1 0,0 0-1,0-2 1,1 0 0,0-1 0,0 0-1,0-2 1,1 0 0,18 0-8,-6-6-102,-1-1 1,1-2-1,-1-1 1,0-2-1,-1 0 0,0-2 1,-1-1-1,0-2 1,0 0-1,-2-2 1,9-8 101,-21 17-142,68-44-1765,-16 8-2133</inkml:trace>
  <inkml:trace contextRef="#ctx0" brushRef="#br1" timeOffset="-140959.121">4298 4822 15707,'0'0'13299,"0"0"-12283,-76 128-471,98-98-201,85-30 96,66-40-72,27-33-128,-3-12-112,-46 10-88,-54 24-40,-29 14-80,6-25-312,-10 9-953,-9-4-2479</inkml:trace>
  <inkml:trace contextRef="#ctx0" brushRef="#br1" timeOffset="-140598.238">5274 3879 27470,'-22'34'1297,"-335"533"772,337-534-1999,-62 99 132,6 3 0,6 3 0,-36 104-202,77-106-457,30-134 370,1 0 0,0 0 1,-1-1-1,1 1 1,0 0-1,0-1 1,0 1-1,0-1 0,0 1 1,1-1-1,-1 0 1,0 0-1,1 0 0,-1 0 1,0-1-1,1 1 1,-1-1-1,1 1 1,-1-1-1,1 0 0,-1 0 1,1 0-1,-1 0 1,1 0-1,-1-1 0,1 1 1,-1-1-1,1 0 1,-1 0-1,0 1 1,1-1-1,-1-1 0,0 1 1,0 0-1,0-1 1,0 1-1,0-1 0,0 1 1,0-1 86,20-13-920,-2 0 1,0-1-1,-1-1 0,0-1 1,-2-1-1,0 0 1,-1-2-1,-1 0 0,10-18 920,63-110-612,-26-11 9940,-73 232-6982,5-43-2177,2 1 1,0 0 0,2 1 0,1-1 0,2 0 0,2 17-170,-2-38 9,1 1 1,0-1-1,0 0 0,1 1 1,0-1-1,0 0 0,1 0 1,1-1-1,-1 1 0,1-1 0,1 0 1,0 0-1,0-1 0,0 0 1,1 0-1,0 0 0,0-1 1,1 0-1,-1 0 0,1-1 0,1 0 1,2 1-10,0-1-42,-1 0 1,1-1-1,0-1 1,0 1-1,0-2 1,0 0-1,1 0 1,-1-1-1,1 0 1,-1-1-1,1 0 1,-1-1-1,0 0 1,1-1-1,-1 0 1,3-2 41,-7 1-260,0 1 0,1-1 1,-2-1-1,1 0 0,0 0 0,-1 0 1,0 0-1,0-1 0,0 0 1,0-1-1,-1 1 0,0-1 1,0 0-1,0 0 0,2-6 260,14-33-7603</inkml:trace>
  <inkml:trace contextRef="#ctx0" brushRef="#br1" timeOffset="-140161.672">4200 4202 28150,'0'0'955,"-13"20"-304,6-9-562,-3 3 18,1 1 1,0 0-1,1 0 0,1 1 1,0 0-1,2 1 0,-1-1 0,2 1 1,-1 9-108,1 11 141,2 1 0,2-1 1,1 1-1,2-1 0,2 0 1,1 0-1,4 9-141,-3-26 13,-1 1 1,-2 0-1,0 0 0,-1 0 0,-1 1 1,-1-1-1,-1 1 0,-1-1 0,0 1 1,-2-1-1,-1 0 0,0 0 0,-2 0 1,0 0-1,-1-1 0,-10 18-13,6-20-14,0 0 1,-1-1-1,-1-1 0,-1 0 0,0-1 1,-1 0-1,-1-1 0,0-1 0,-1 0 1,0-1-1,-1-1 0,0-1 0,-1-1 1,0 0-1,-1-1 0,0-1 0,0-1 0,0-1 1,0-1-1,-1-1 0,0 0 0,-17-1 14,34-1-4,0-1-1,-1 0 1,1 0-1,-1 0 0,1 0 1,0 0-1,-1-1 1,1 0-1,0 0 1,0 0-1,0-1 0,-1 1 1,2-1-1,-1 0 1,0 0-1,0-1 0,0 1 1,1-1-1,0 1 1,-1-1-1,1 0 0,0-1 1,0 1-1,1 0 1,-1-1-1,1 0 1,-1 1-1,1-1 0,0 0 1,1 0-1,-1 0 1,1 0-1,0 0 0,-1-1 5,13-5-41,99 25 152,133 92 364,-152-69-380,0-3 1,3-4-1,0-4 1,2-4 0,0-5-1,1-4 1,75 1-96,111-21 0,1-11 0,-2-13 0,59-23 0,-155 23-197,-37 1-790</inkml:trace>
  <inkml:trace contextRef="#ctx0" brushRef="#br1" timeOffset="-139183.057">6878 3774 19708,'0'0'9442,"0"0"-8578,0 0-231,-35 203-25,5-43-104,-1 22-160,7-1-88,6-9-88,5-22-96,0-4-48,0-4-16,2-12-8,9-31-168,2-30-176,0-54-312,19-15-817,6-27-1935</inkml:trace>
  <inkml:trace contextRef="#ctx0" brushRef="#br1" timeOffset="-138882.161">7400 3719 29318,'0'0'656,"0"0"-384,112 26-23,-73 7 55,-10 11 8,-7 7-112,-11 8-200,-11 36-72,-9-14-576,-17-8-1921</inkml:trace>
  <inkml:trace contextRef="#ctx0" brushRef="#br1" timeOffset="-138632.737">6530 4786 24837,'0'0'5521,"0"0"-5184,186-27-153,-17-31 136,26-9-16,-9-6-120,-43 14-24,-58 24-88,-28 15-72,-15 16-112,-7 4-488,-15 0-1577</inkml:trace>
  <inkml:trace contextRef="#ctx0" brushRef="#br1" timeOffset="-138448.459">6828 5003 29086,'0'0'826,"0"0"-361,0 0-121,31-8 42,233-81 52,84-89-344,-347 177-94,0 0 1,0 0-1,0 1 1,0-1-1,0 1 1,0-1-1,0 0 1,0 1-1,0 0 1,0-1-1,0 1 0,1 0 1,-1-1-1,0 1 1,0 0-1,0 0 1,0 0-1,1 0 1,-1 0-1,0 0 1,0 1-1,0-1 1,0 0-1,1 1 1,-1-1-1,0 0 1,0 1-1,0-1 1,0 1-1,0 0 1,0-1-1,0 1 0,0 0 1,-1 0-1,1-1 1,0 1-1,0 0 1,0 0-1,-1 0 0,1 52 205,-2-44-156,-78 556 807,70-340-911,-21-176-1093,8-38-410</inkml:trace>
  <inkml:trace contextRef="#ctx0" brushRef="#br1" timeOffset="-138183.152">3658 5944 29158,'0'0'662,"0"0"-241,31 13 49,22 8-225,2-1 0,0-4 1,1-1-1,51 5-245,290 15 1081,376-18-1081,-697-16-6,1731-2 6,-1435-1 0,345-49 0,-648 42-13,-1-3 0,0-3 0,49-18 13,-93 22-541,-20 1-1432</inkml:trace>
  <inkml:trace contextRef="#ctx0" brushRef="#br1" timeOffset="-124536.456">19011 6729 26774,'0'0'3592,"9"-23"-2629,130-252-675,-89 197-148,4 2 0,4 3 1,62-62-141,-54 85 45,-64 51-43,0-1 1,-1 1-1,1 0 1,0-1-1,0 1 1,0 0-1,-1 0 0,1 0 1,-1 0-1,1 1 1,-1-1-1,1 0 1,-1 1-1,1-1 1,-1 1-1,0-1 1,0 1-1,0-1 0,0 1 1,0 0-1,0 0 1,0-1-1,-1 1 1,1 0-1,-1 0 1,1 0-1,-1 0 0,0 0 1,0 0-1,0 0 1,0 0-1,0 0 1,0 0-1,0 0 1,0-1-1,-1 1 1,1 0-1,-1 0 0,0 0 1,0 0-3,2 5 14,-2 97 103,-5 1 1,-16 87-118,3 8 40,19-199-39,0 0 1,0 0 0,0 0 0,1 1 0,-1-1-1,0 0 1,1 0 0,-1 0 0,1 1 0,0-1-1,-1 0 1,1 0 0,0 0 0,-1 0 0,1 0-1,0 0 1,0-1 0,0 1 0,0 0 0,0 0 0,0-1-1,0 1 1,0 0 0,0-1 0,1 1 0,-1-1-1,0 1 1,0-1 0,0 0 0,1 0 0,-1 1-1,0-1 1,0 0 0,1 0 0,-1 0 0,0 0-1,0 0 1,1-1 0,-1 1 0,0 0 0,0-1-1,0 1 1,1 0 0,-1-1 0,0 1 0,0-1-1,0 0 1,0 1 0,0-1 0,0 0 0,0 0-1,0 0 1,0 0 0,0 0 0,-1 0 0,1 0-1,0 0 1,-1 0 0,1 0 0,0 0 0,-1 0-1,0 0 1,1 0 0,-1-1 0,1 0-2,37-35-8,-1-2 0,-3-2-1,0-1 1,15-29 8,2 0-83,169-217-461,-220 287 544,0-1 1,0 1-1,1 0 1,-1-1-1,1 1 1,-1 0-1,1 0 0,0-1 1,0 1-1,-1 0 1,1 0-1,0 0 1,0 0-1,0 0 1,0 0-1,0 0 1,0 0-1,0 1 1,1-1-1,-1 0 0,0 1 1,0-1-1,0 0 1,1 1-1,-1 0 1,0-1-1,1 1 1,-1 0-1,1 0 1,-1-1-1,0 1 1,1 0-1,-1 0 0,0 1 1,1-1-1,-1 0 1,0 0-1,1 1 1,-1-1-1,0 1 1,1-1-1,-1 1 1,0-1-1,0 1 0,1 0 1,-1 0-1,0-1 1,0 1-1,0 0 1,0 0-1,0 0 1,0 0-1,-1 0 1,1 1-1,0-1 1,0 0-1,-1 0 0,1 0 1,-1 1-1,1-1 1,-1 1-1,0 381 812,-2-345-951,0-28 71,0 0-1,1 0 0,0 1 1,1-1-1,0 0 1,0 1-1,1-1 1,1 0-1,-1 0 0,2 1 1,-1-1-1,2-1 1,-1 1-1,1 0 0,1-1 1,-1 0-1,2 0 1,-1 0-1,1-1 1,0 0-1,4 3 69,3-5-4150</inkml:trace>
  <inkml:trace contextRef="#ctx0" brushRef="#br1" timeOffset="-124254.236">20764 7278 23965,'0'0'4825,"0"0"-4825</inkml:trace>
  <inkml:trace contextRef="#ctx0" brushRef="#br1" timeOffset="-125939.316">17012 5674 25669,'0'0'2797,"26"2"-1891,-9 0-828,2-2-12,-1 2 0,1 0 1,-1 1-1,0 1 0,0 1 0,0 0 0,0 2 0,-1 0 0,6 4-66,-8-3 54,0 1 0,-1 0-1,0 2 1,-1-1 0,0 2 0,0 0-1,-1 0 1,-1 1 0,0 1 0,-1-1 0,0 2-1,-1-1 1,-1 2 0,0-1 0,-2 1-1,1 0 1,-2 0 0,0 1 0,-1 0 0,0 0-1,-2 0 1,0 0 0,-1 0 0,0 0-1,-2 1-53,-1-5 5,0 0-1,-1 0 0,0 0 0,-1-1 0,-1 1 0,0-1 0,-1 0 0,0 0 1,-1-1-1,0 0 0,-1 0 0,0-1 0,0 0 0,-1 0 0,-1-1 0,0 0 1,0 0-1,-7 3-4,-211 121-136,200-120-98,-1-1 1,-1-1-1,0-1 1,0-2-1,-1-1 1,0-2-1,-3 0 234,-10-4-1719</inkml:trace>
  <inkml:trace contextRef="#ctx0" brushRef="#br1" timeOffset="-125619.225">16987 6250 28518,'-5'20'620,"-103"337"426,103-341-1047,-49 214-616,54-231 581,0 1 0,0 0-1,0-1 1,1 1 0,-1 0-1,0-1 1,0 1-1,1 0 1,-1-1 0,0 1-1,1 0 1,-1 0 0,0-1-1,1 1 1,-1 0 0,0 0-1,1 0 1,-1-1 0,1 1-1,-1 0 1,0 0 0,1 0-1,-1 0 1,1 0-1,-1 0 1,0 0 0,1 0-1,-1 0 1,1 0 0,-1 0-1,0 0 1,1 0 0,-1 0-1,1 1 1,-1-1 0,0 0-1,1 0 1,-1 0 0,0 0-1,1 1 1,-1-1 0,0 0-1,1 0 1,-1 1-1,0-1 1,1 0 0,-1 1-1,0-1 1,0 0 0,0 1-1,1-1 1,-1 0 0,0 1-1,0-1 1,0 1 0,0-1-1,0 0 1,1 1 0,-1-1-1,0 1 1,0-1-1,0 1 37,23-31-804,9-23 397,12-31-12475,-15 27 5356,-9 20 6943,-2 7 4493,1 1 5218,23-13-1348,-39 41-7637,0 0 0,0-1 0,-1 1 0,1 0 0,0 0 0,0 0 0,0 1 0,1-1 0,-1 1 0,0-1 0,0 1 0,0 0-1,0 0 1,0 1 0,0-1 0,0 1 0,1-1 0,-1 1 0,0 0 0,-1 0 0,1 1 0,0-1 0,0 0 0,0 1 0,-1 0 0,3 1-143,115 127 1462,-30-24-1250,-80-98-319,0-1 0,0 0 0,1-1 0,-1 0 0,2-1 0,-1 0 1,0-1-1,1 0 0,0-1 0,0 0 0,0 0 0,0-2 0,0 1 1,1-2-1,10 0 107,40 1-2862</inkml:trace>
  <inkml:trace contextRef="#ctx0" brushRef="#br1" timeOffset="-125368.497">18219 6005 29246,'0'0'1417,"0"0"-1193,-107 121-112,57-58 184,-1 8 48,3 4-136,2 6-128,4 1-80,7-3-176,9-10-184,11-25-416,10-20-1105,5-24-3328</inkml:trace>
  <inkml:trace contextRef="#ctx0" brushRef="#br1" timeOffset="-125186.178">18511 5851 25926,'0'0'3832,"22"156"-3192,-16-26-127,-3 18-193,-3-6 136,-3-29-176,-8-34-184,5-22-96,-3-10-248,-11 7-312,3-13-921,-3-9-3352</inkml:trace>
  <inkml:trace contextRef="#ctx0" brushRef="#br1" timeOffset="-125005.624">18020 6418 28862,'0'0'688,"0"0"-400,153 0-152,-43 6-80,-18 1-56,-13-3-1584</inkml:trace>
  <inkml:trace contextRef="#ctx0" brushRef="#br1" timeOffset="-127123.004">18520 3297 29446,'0'0'615,"0"0"-189,-11-19-142,-36-58-55,46 73-217,-1 0 1,0 0-1,0 0 1,0 1-1,0 0 1,-1-1-1,1 1 1,-1 0-1,0 0 0,0 0 1,0 0-1,-1 1 1,1-1-1,0 1 1,-1 0-1,0 0 1,1 0-1,-1 0 0,0 1 1,0 0-1,0-1 1,0 2-1,0-1 1,0 0-1,-1 1 1,1-1-1,0 1 0,0 1 1,0-1-1,0 0 1,0 1-1,0 0 1,0 0-1,0 0 1,0 0-1,0 1 0,0 0 1,0-1-1,1 2 1,-1-1-1,1 0 1,-1 1-13,-8 13 70,0 0 1,2 1-1,0 0 1,1 1-1,0 0 1,2 0-1,0 1 1,1 0-1,1 0 1,0 1-1,2-1 1,0 1-1,2 0 1,0 1-71,0-11 43,0-4-35,-1 0 0,1 0 0,0 0 0,1 0 0,-1 0 0,1 0 0,0 0 0,1 0-1,0 0 1,0 0 0,0 0 0,0 0 0,1 0 0,0 0 0,0 0 0,1-1 0,0 1 0,0-1 0,0 0 0,0 0-1,1 0 1,0 0 0,0 0 0,0-1 0,1 0 0,-1 0 0,5 3-8,0-4 1,-1-1 0,1 1 1,0-2-1,0 1 0,0-1 0,0-1 0,0 0 1,0 0-1,0 0 0,0-1 0,0-1 0,0 1 1,-1-2-1,1 1 0,0-1 0,-1 0 0,0-1 1,6-3-2,135-90-381,-137 88 268,50-39-1558,-11 8-2275</inkml:trace>
  <inkml:trace contextRef="#ctx0" brushRef="#br1" timeOffset="-126616.983">19057 3733 25517,'0'0'4075,"0"0"-2843,0 0-808,0 0 53,0 0 40,0 0-171,16-25-196,111-167-121,-71 97-29,-3 3 0,4 2 0,47-54 0,-103 142 0,40-39 0,-40 40 0,0 0 0,0 1 0,-1-1 0,1 0 0,0 0 0,0 1 0,0-1 0,0 1 0,0-1 0,0 1 0,0-1 0,0 1 0,0-1 0,0 1 0,0 0 0,0 0 0,0-1 0,0 1 0,0 0 0,0 0 0,0 0 0,0 0 0,1 0 0,-1 1 0,0-1 0,0 0 0,0 0 0,0 1 0,0-1 0,0 1 0,0-1 0,0 1 0,0-1 0,0 1 0,0-1 0,-1 1 0,1 0 0,0 0 0,0-1 0,-1 1 0,1 0 0,0 0 0,-1 0 0,1 0 0,0 0 0,-1 0 0,1 0 0,25 157 0,-21-97 0,-2-35 0,0 1 0,1-1 0,2 0 0,0 0 0,2-1 0,1 0 0,1 0 0,1-1 0,10 17 0,-19-40 0,0 1 0,1-1 0,-1 0 0,0 0 0,1 0 0,-1 0 0,1 0 0,-1-1 0,1 1 0,-1-1 0,1 1 0,-1-1 0,1 0 0,-1 0 0,1 0 0,-1-1 0,1 1 0,0 0 0,-1-1 0,1 0 0,-1 1 0,0-1 0,1 0 0,-1 0 0,0-1 0,1 1 0,-1 0 0,0-1 0,0 1 0,0-1 0,0 0 0,-1 0 0,1 1 0,0-1 0,-1 0 0,1-1 0,-1 1 0,1 0 0,-1 0 0,0-1 0,0 1 0,0 0 0,-1-1 0,1 1 0,0-2 0,7-6 0,66-85 0,3 4 0,5 3 0,23-13 0,-40 61 0,-64 40 0,0 0 0,0 0 0,0 0 0,0 0 0,0 1 0,0-1 0,0 0 0,0 0 0,-1 1 0,1-1 0,0 1 0,0-1 0,0 0 0,-1 1 0,1 0 0,0-1 0,0 1 0,-1-1 0,1 1 0,-1 0 0,1-1 0,0 1 0,-1 0 0,1 0 0,-1 0 0,0-1 0,1 1 0,-1 0 0,0 0 0,1 0 0,-1 0 0,0 0 0,0 0 0,0 0 0,0-1 0,0 1 0,0 0 0,0 0 0,0 0 0,0 0 0,0 0 0,0 0 0,-1 0 0,1 0 0,0 4 0,4 132 0,-7 0 0,-13 75 0,8-107 0,-10 72-772,10-134-752</inkml:trace>
  <inkml:trace contextRef="#ctx0" brushRef="#br1" timeOffset="-127742.438">17207 2642 15771,'0'0'11115,"0"0"-8319,0 0-2322,20 0-126,226 13 577,-229-9-881,0 0-1,0 1 1,-1 0 0,0 2-1,0 0 1,0 0-1,-1 2 1,0 0-1,11 9-43,-22-14 6,0-1-1,1 1 0,-2 1 0,1-1 1,0 0-1,-1 1 0,0 0 0,0-1 1,0 1-1,-1 1 0,0-1 0,1 0 1,-2 0-1,1 1 0,-1-1 0,0 1 1,0 0-1,0-1 0,-1 1 0,0 0 1,0-1-1,-1 1 0,1-1 0,-1 1 1,0 0-1,-1-1 0,1 1 0,-1-1 1,0 0-1,0 0 0,-1 0 1,-2 4-6,-11 15 21,-1-1 0,-1 0 0,-1-1 0,-1-1 0,-1-1 0,-1-1 0,-22 15-21,41-32 1,-142 110 1,-5-6 0,-29 9-2,88-71-730,90-44 656,0-1-1,0 1 1,0 0-1,0-1 1,0 0-1,0 1 1,0-1-1,0 0 1,0 1-1,0-1 1,0 0-1,0 0 1,0 0-1,0 0 1,1 0-1,-1 0 1,0 0-1,1 0 1,-1 0-1,1 0 1,-1 0-1,1 0 1,-1 0-1,1 0 1,0-1-1,0 1 1,-1 0-1,1 0 1,0 0-1,0-1 1,0 1-1,0 0 1,1 0-1,-1-1 1,0 1-1,0 0 1,1 0-1,-1 0 1,1 0-1,-1 0 1,1-1 74,0-10-1675,-1-28-7668</inkml:trace>
  <inkml:trace contextRef="#ctx0" brushRef="#br1" timeOffset="-127496.431">17112 3050 6305,'0'0'22189,"-28"162"-21509,-14-22-296,-6 20-128,2-4 32,9-14-64,15-18-127,11-25-97,11-15-225,0-28-423,0-33-1136</inkml:trace>
  <inkml:trace contextRef="#ctx0" brushRef="#br1" timeOffset="-127334.868">17257 3630 28742,'0'0'768,"0"0"-64,0 0-279,149 61-233,-105-35-160,26-2-32,-11-9-537,0-9-1455</inkml:trace>
  <inkml:trace contextRef="#ctx0" brushRef="#br1" timeOffset="-134679.941">11701 2638 28302,'0'0'1047,"0"0"-338,0 0-142,-17-19-75,-50-57-61,67 74-413,-1 1 1,1-1-1,-1 1 0,1-1 0,-1 1 1,1 0-1,-1-1 0,0 1 0,0 0 1,0 0-1,0-1 0,0 1 0,0 0 1,0 0-1,0 0 0,0 0 0,0 0 1,-1 0-1,1 1 0,0-1 0,0 0 1,-1 1-1,1-1 0,-1 1 0,1-1 1,-1 1-1,1-1 0,-1 1 0,1 0 0,-1 0 1,1 0-1,-1 0 0,1 0 0,-1 0 1,1 0-1,-1 1 0,1-1 0,-1 1 1,1-1-1,0 1 0,-1-1 0,1 1 1,0 0-1,-1-1 0,1 1 0,0 0 1,0 0-1,-1 0 0,1 0 0,0 0 1,0 0-1,0 0 0,1 1 0,-2-1-18,-5 7-9,-282 319 245,242-273-233,-141 163 1,-94 147-4,267-344 0,1 1 0,1 0 0,1 0 0,1 1 0,1 1 0,1 0 0,1 0 0,1 1 0,-4 22 0,11-43 0,0 0 0,-1-1 0,1 1 0,0 0 0,1-1 0,-1 1 0,0-1 0,1 1 0,-1 0 0,1-1 0,0 1 0,0-1 0,0 1 0,0-1 0,1 0 0,-1 1 0,0-1 0,1 0 0,0 0 0,-1 0 0,1 0 0,0 0 0,0-1 0,0 1 0,0 0 0,1-1 0,-1 0 0,0 1 0,1-1 0,-1 0 0,1 0 0,-1 0 0,2 0 0,98 12 0,-61-10 0,-38-3-1,1-1 1,0 1-1,0 0 1,0 1-1,-1-1 0,1 1 1,0-1-1,0 1 1,-1 0-1,1 0 0,0 1 1,-1-1-1,0 1 1,1 0-1,-1 0 1,0 0-1,0 0 0,0 0 1,0 1-1,0 0 1,0-1-1,-1 1 0,1 0 1,-1 0-1,0 0 1,0 1-1,0-1 0,0 0 1,-1 1-1,0-1 1,1 1-1,-1 0 0,0-1 1,-1 1-1,1 0 1,0 2 0,-3 13-1,-2 0 0,1 0 0,-2 0 0,-1-1 1,0 0-1,-1 0 0,-1 0 0,0-1 0,-2 0 0,0 0 1,-1-1-1,-2 1 1,-23 42-1,27-45 0,0-1 0,0 2 0,2-1 0,-1 1 0,2 0 0,0 0 0,1 1 0,1 0 0,0 0 0,1 0 0,1 0 0,0 0 0,1 1 0,1-1 0,1 1 0,0-1 0,1 0 1,1 1-1,0-1 0,1 0 0,1-1 0,1 4 1,20 27-26,-10-21 18,-2 1 0,0 0 0,-2 1 0,-2 1-1,0-1 1,-1 2 0,-2 1 8,8 262 55,-53 306 27,10-268-83,-28 474 1,49-698 0,49-224-1080,-12 29-769</inkml:trace>
  <inkml:trace contextRef="#ctx0" brushRef="#br1" timeOffset="-133828.587">12788 2283 28942,'0'0'1360,"0"0"-871,0 0-249,0 0 40,0 0-16,129 75-40,-70-67-40,5-4-104,-7 2-80,-5 1-48,-21 25-288,-11-2-536,-20 1-2153</inkml:trace>
  <inkml:trace contextRef="#ctx0" brushRef="#br1" timeOffset="-133529.852">11935 3344 22189,'0'0'7441,"0"0"-6889,0 0-135,165 38-17,27-64 0,34-27-48,0-16-48,-33 10-80,-66 21-104,-39 14-120,-34 15-24,10-1-360,-11 4-360,-12-4-1577</inkml:trace>
  <inkml:trace contextRef="#ctx0" brushRef="#br1" timeOffset="-133267.605">13257 2965 28590,'-33'113'1216,"-6"23"-391,-8 26-241,4-4-144,1-12-56,0-6-152,1-10-152,6-26-80,8-27-48,8-23-192,5-23-104,3-21-240,5-10-641,-1 0-503</inkml:trace>
  <inkml:trace contextRef="#ctx0" brushRef="#br1" timeOffset="-132966.498">12722 3451 21949,'0'0'2888,"0"0"-767,0 0-1497,-55 144-392,53-99-176,2-7-56,18-13-24,8-11-856,-2-14-1977</inkml:trace>
  <inkml:trace contextRef="#ctx0" brushRef="#br1" timeOffset="-132965.498">13099 3253 10762,'0'0'4585,"0"0"6618,0 0-10147,0 0-448,0 0-280,11 105-192,-2-85-136,2-8-352,15-12-464,-4-14-1009,-2-14-4384</inkml:trace>
  <inkml:trace contextRef="#ctx0" brushRef="#br1" timeOffset="-132450.888">13406 2853 19708,'10'-18'2266,"3"-5"-1650,1-1-1,0 2 1,2 0-1,0 1 1,1 1-1,2 0 1,0 1-1,1 1 1,0 1-1,1 1 1,16-8-616,-31 22 84,0 0 1,0 0 0,0 1-1,1 0 1,-1 0-1,1 1 1,-1 0 0,0 0-1,1 0 1,-1 1 0,1 0-1,-1 0 1,0 0-1,1 1 1,-1 0 0,0 0-1,0 1 1,3 2-85,122 2 621,-93-9-589,-26 1-30,-10 1 0,-1-1 0,1 1 0,-1-1 0,0 1 0,1 0 1,-1-1-1,1 1 0,-1 0 0,1 0 0,-1 0 0,1 0 0,-1 0 0,1 1 0,-1-1 1,1 0-1,-1 1 0,1-1 0,-1 1 0,1-1 0,-1 1 0,0 0 0,0-1 1,1 1-1,-1 0 0,0 0 0,0 0 0,0 0 0,0 0 0,0 0 0,0 1 0,0-1 1,0 0-1,0 0 0,0 1 0,-1-1 0,1 0 0,-1 1 0,1-1 0,-1 1 0,1-1 1,-1 1-1,0-1 0,0 1 0,0-1-2,-1 16 19,-2-1 0,0 0-1,-1-1 1,0 1 0,-2-1 0,0 0 0,0 0 0,-1 0-1,-1-1 1,-1 0 0,0 0 0,0-1 0,-2-1 0,-10 12-19,9-9 5,-96 109-21,109-124 9,-1-1 0,0 1 0,1 0 0,-1 0 0,1-1 0,-1 1 0,1 0 0,-1 0 0,1 0 0,-1 0 0,0-1 0,1 1 0,-1 0 0,1 0 0,-1 0 0,1 0 0,-1 0 0,1 0 0,-1 1 0,1-1 0,-1 0-1,1 0 1,-1 0 0,1 0 0,-1 0 0,1 1 0,-1-1 0,0 0 0,1 0 0,-1 1 0,1-1 0,-1 0 0,0 1 0,1-1 0,-1 0 0,0 1 0,1-1 0,-1 1 0,0-1 0,0 0 0,1 1 0,-1-1 0,0 1 0,0-1 0,0 1 0,0-1 0,0 1-1,0-1 1,1 1 0,-1-1 0,0 1 0,0-1 0,0 1 0,-1-1 0,1 1 0,0-1 0,0 0 0,0 1 0,0-1 7,56-10 43,-53 9-59,57-4 22,-61 31-40,-76 81 130,41-65-81,-53 84 24,90-125-40,-1 0 1,1 0 0,-1 0 0,1 0 0,0 0 0,-1 0 0,1 0-1,0-1 1,-1 1 0,1 0 0,0 0 0,0-1 0,0 1 0,0 0-1,0-1 1,0 1 0,0-1 0,0 1 0,0-1 0,0 1 0,0-1-1,0 0 1,0 0 0,0 1 0,1-1 0,-1 0 0,0 0 0,0 0-1,0 0 1,0 0 0,0-1 0,0 1 0,1 0 0,-1 0-1,0-1 1,0 1 0,0-1 0,0 1 0,0-1 0,0 1 0,0-1-1,0 0 1,-1 1 0,1-1 0,0 1 0,98-28-85,-90 79 122,-9-47-30,-110 275 114,111-279-107,-1-1 0,1 1 0,-1 0 0,1 0 0,-1 0 0,0 0 1,1 0-1,-1 0 0,1 0 0,-1 0 0,1 0 0,-1 0 0,1 0 0,-1 0 0,1 0 0,-1 0 0,0 0 1,1 1-1,-1-1 0,1 0 0,-1 0 0,0 1 0,1-1 0,-1 0 0,1 0 0,-1 1 0,0-1 0,1 0 0,-1 1 1,0-1-1,0 0 0,1 1 0,-1-1 0,0 1 0,0-1 0,0 0 0,1 1 0,-1-1 0,0 1 0,0-1 0,0 1 1,0-1-1,0 1 0,0-1 0,0 0 0,0 1 0,0-1 0,0 1 0,0-1 0,0 1 0,0-1 0,0 1 1,0-1-1,-1 0 0,1 1 0,0-1 0,0 1 0,0-1 0,-1 0 0,1 1 0,0-1 0,-1 1 0,1-1 0,0 0 1,-1 0-1,1 1 0,0-1-14,30-30 193,-20 18-176,79-71-200,70-73-2654,-82 79-3696</inkml:trace>
  <inkml:trace contextRef="#ctx0" brushRef="#br1" timeOffset="-132183.557">15061 2046 27758,'0'0'3121,"0"0"-2769,0 0-256,0 0-56,0 0 72,-22 124-16,39-96-96,-3 6-72,-14 23-416,0-4-441,-11-4-1327</inkml:trace>
  <inkml:trace contextRef="#ctx0" brushRef="#br1" timeOffset="-131918.069">14484 2731 28014,'0'0'1160,"0"0"-453,0 0-395,0 0-127,22 4 76,83 6-61,120-63-79,-11 9-114,-207 44-8,-6 0 2,1-1-1,-1 1 0,1-1 0,-1 1 0,0 0 0,1 0 0,-1-1 0,1 1 1,-1 0-1,1 0 0,-1 1 0,1-1 0,-1 0 0,0 0 0,1 1 0,-1-1 1,1 1-1,-1-1 0,0 1 0,1 0 0,-1-1 0,0 1 0,0 0 0,0 0 1,0 0-1,1 0 0,-1 0 0,0 0 0,-1 0 0,1 0 0,0 0 0,0 1 0,0-1 1,-1 0-1,1 1 0,-1-1 0,1 0 0,-1 1 0,1-1 0,-1 0 0,0 1 1,0-1-1,1 1 0,-1-1 0,0 2 0,-2 9 12,-1 1-1,0 0 1,0-1-1,-1 0 1,-1 0-1,0 0 1,0 0-1,-2-1 1,1 0 0,-1 0-1,-1-1 1,0 0-1,0 0 1,-1 0-12,6-6 5,-669 787 421,313-329-438,313-387-217,46-75 202,0-1 0,1 1 0,-1 0 0,0 0 0,0 0 0,1 0-1,-1-1 1,0 1 0,1 0 0,-1 0 0,0 0 0,1 0 0,-1 0 0,0 0 0,1 0 0,-1 0 0,0 0 0,1 0-1,-1 0 1,0 0 0,1 0 0,-1 0 0,0 0 0,1 0 0,-1 1 0,0-1 0,1 0 0,-1 0 0,0 0 0,1 0-1,-1 1 1,0-1 0,0 0 0,1 0 0,-1 1 0,0-1 0,0 0 0,0 0 0,1 1 27,141-166-1754,-50 46-3234,-5-1-11969</inkml:trace>
  <inkml:trace contextRef="#ctx0" brushRef="#br1" timeOffset="-131414.401">14894 3066 9122,'20'-9'7115,"12"-5"-2968,74-34 1799,76 1-3998,-182 47-1933,1-1 1,0 1-1,0 0 0,0 0 0,-1-1 1,1 1-1,0 0 0,0 0 1,0 0-1,0 0 0,-1 0 0,1 0 1,0 0-1,0 1 0,0-1 1,0 0-1,-1 0 0,1 1 0,0-1 1,0 0-1,0 1 0,-1-1 0,1 1 1,0-1-1,-1 1 0,1-1 1,0 1-1,-1-1 0,1 1 0,-1 0 1,1-1-1,-1 1 0,1 0 1,-1-1-1,1 1 0,-1 0 0,0 0 1,0 0-1,1-1 0,-1 1 0,0 0 1,0 0-1,0 0 0,0 0 1,0-1-1,0 1 0,0 0 0,0 0 1,0 0-1,0 0 0,0-1 1,0 1-1,-1 0 0,1 0 0,0 0 1,-1-1-1,1 1 0,-1 0 1,1 0-17,-34 44 170,-38 17-57,-2-4 1,-4-3-1,-77 43-112,103-67 32,51-30-31,1 0 1,0-1 0,1 0-1,-1 1 1,0-1-1,1 0 1,-1 1-1,0-1 1,1 1-1,-1-1 1,0 1 0,0-1-1,1 1 1,-1-1-1,0 1 1,0-1-1,0 1 1,0-1-1,0 1 1,0-1 0,0 1-1,0-1 1,0 1-1,0-1 1,0 1-1,0-1 1,0 1 0,0-1-1,0 1 1,0-1-1,-1 1 1,1-1-1,0 1 1,0-1-1,-1 0 1,1 1 0,0-1-1,-1 1 1,1-1-1,0 0 1,-1 1-1,1-1-1,344-55-258,-343 56 255,-1 0 0,1 0 0,-1-1 0,1 1 0,-1 0 0,0 0 0,0 0 0,1 0 0,-1 0 0,0 0 0,0-1 0,0 1 0,0 0 0,0 0 0,0 0 0,0 0 0,0 0 0,-1 0 0,1 0 0,0 0 0,0-1 0,-1 1 0,1 0 0,-1 0 0,1 0 0,0 0 0,-1-1 0,0 1 0,1 0 0,-1-1 0,1 1 0,-1 0 0,0-1 0,1 1 0,-1-1 0,0 1 0,0-1 0,0 1 0,1-1 0,-1 0 0,0 1 0,0-1 0,0 0 0,0 0 0,0 1 0,0-1 3,-341 245 584,341-245-579,1 0 0,-1 0 0,0 0-1,1 0 1,-1 0 0,1 0 0,-1 0-1,0 0 1,1 0 0,-1 1 0,1-1-1,-1 0 1,1 0 0,-1 0 0,1 1 0,-1-1-1,1 0 1,-1 1 0,1-1 0,-1 0-1,1 1 1,-1-1 0,1 0 0,-1 1-1,1-1 1,0 1 0,-1-1 0,1 1-1,0-1 1,0 1 0,-1-1 0,1 1-1,0 0 1,0-1 0,0 1 0,-1-1-1,1 1 1,0-1 0,0 1 0,0 0-1,0-1 1,0 1 0,0-1 0,0 1 0,1 0-1,-1-1 1,0 1 0,0-1 0,0 1-1,1-1 1,-1 1 0,0-1 0,0 1-1,1-1 1,-1 1 0,0-1 0,1 1-1,-1-1 1,1 1 0,-1-1 0,1 0-1,-1 1 1,1-1 0,-1 0 0,1 1-1,-1-1 1,1 0 0,-1 0 0,1 1-5,49-5 73,180-60-302,-179 45 179,1 3 0,0 2 0,1 3 0,0 2 1,1 2-1,4 2 50,-56 4-1,0 1-1,-1 0 1,1-1 0,0 1 0,0 0 0,0 0 0,-1 0 0,1 0-1,0 0 1,0 1 0,0-1 0,0 0 0,-1 1 0,1 0 0,0-1 0,-1 1-1,1 0 1,0 0 0,-1 0 0,1 0 0,-1 0 0,1 0 0,-1 0-1,0 0 1,1 1 0,-1-1 0,0 1 0,0-1 0,0 1 0,0-1-1,0 1 1,0-1 0,-1 1 0,1 0 0,-1 0 0,1-1 0,-1 1 0,1 0-1,-1 0 1,0 0 0,0-1 0,0 1 0,0 0 0,0 0 0,0 0-1,0 0 1,-1-1 0,1 1 0,-1 0 0,1 0 0,-1-1 0,0 1-1,0 0 1,0 0 1,-6 13 12,-1-1-1,0 0 0,-1-1 0,0 0 1,-1 0-1,-1-1 0,0 0 1,-1-1-1,0 0 0,-9 6-11,15-12 3,-7 9-61,-2-1 1,0 0-1,-1 0 0,0-2 0,0 0 0,-2-1 0,1-1 0,-1 0 0,0-1 0,-1-2 1,0 1-1,0-2 0,0-1 0,0 0 0,-1-1 0,0-1 0,-8-1 58,-8-13-1692,8-10-1869</inkml:trace>
  <inkml:trace contextRef="#ctx0" brushRef="#br1" timeOffset="-131134.174">14958 3518 23733,'0'0'1588,"0"0"1113,0 0-1398,16 18-574,-1-3-569,-4-6-73,-2 1 1,0 0 0,0 1-1,0 0 1,-1 0-1,-1 1 1,0 0-1,-1 0 1,0 0-1,3 12-87,-1 3 121,-2 1 0,-1-1 0,-1 1 0,-2 1 0,0-1-1,-2 0 1,-1 0 0,-5 26-121,5-46 19,-1 0-1,1 0 1,-2 0 0,1-1-1,-1 1 1,0-1-1,-1 1 1,0-1-1,0 0 1,0 0 0,-1-1-1,0 0 1,0 1-1,-1-2 1,1 1-1,-2 0 1,1-1 0,0 0-1,-1-1 1,0 0-1,0 0 1,0 0 0,-1-1-1,1 0 1,-1 0-1,1-1 1,-1 0-1,0 0 1,0-1 0,-2 0-19,-40 2-365,-1-2 1,1-2 0,0-3-1,0-2 1,-48-11 364,24 1-3082</inkml:trace>
  <inkml:trace contextRef="#ctx0" brushRef="#br1" timeOffset="-130717.33">11751 6051 29310,'0'0'848,"0"0"-423,118 2-145,-43-22 112,15-10-88,4-7-168,2-1-128,-6 5-8,0 7-272,-22 12-576,-22 8-1513</inkml:trace>
  <inkml:trace contextRef="#ctx0" brushRef="#br1" timeOffset="-130396.8">12273 6554 27342,'0'0'2080,"-57"152"-1632,28-70-248,18-26 8,5-3 65,6-10-65,2-19-56,29-24-48,12-6-32,14-37-56,24-34-16,25-32-80,25-25-192,3-10-353,-33 36-783,-29 21-864</inkml:trace>
  <inkml:trace contextRef="#ctx0" brushRef="#br1" timeOffset="-130151.263">13570 5577 312,'0'0'23466,"0"0"-19575,0 0-2462,-10 18-975,-127 212 766,112-190-1117,-151 273-83,163-263-643,19-46 184,153-17-887,-157 15 1351,0 0-1,1-1 0,-1 1 0,0 0 0,0 0 0,0 1 1,0-1-1,-1 0 0,1 1 0,0-1 0,-1 1 0,0-1 1,0 1-1,0 0 0,0-1 0,0 1 0,0 0 1,-1 0-1,1 0 0,-1 0 0,0-1 0,0 1 0,0 0 1,0 1-25,1 46 241,-2-1 0,-2 0 0,-3-1 0,-2 1 0,-1-1 0,-3 0 1,-6 12-242,-34 171 464,50-179-384,4-51-77,-1 0 0,0-1 0,0 1 0,1-1 0,-1 1 0,0-1 0,0 1 0,1-1 0,-1 0 1,1 1-1,-1-1 0,0 0 0,1 0 0,-1 0 0,0 0 0,1 0 0,-1-1 0,1 1 0,-1 0 0,0 0 0,1-1 0,-1 1 0,0-1 0,0 0 0,1 1 0,-1-1 0,0 0 0,0 1 0,0-1 0,0 0 1,0 0-1,0 0 0,0 0 0,0 0 0,0 0 0,0-1 0,-1 1 0,1 0 0,0 0 0,-1 0 0,1-1 0,-1 0-3,108-200-447,48-176-2319,-109 257-896</inkml:trace>
  <inkml:trace contextRef="#ctx0" brushRef="#br1" timeOffset="-129701.023">14120 5329 5961,'0'0'19498,"0"0"-15112,0 0-4133,-15 22-129,-93 152 499,100-156-561,0 1 0,2 0-1,0 0 1,2 1-1,0 0 1,1 0 0,1 0-1,0 0 1,2 0-62,-1-15 6,1 0 0,0 0 0,1 0 0,-1 0 0,1 0 0,0 0 0,0 0 0,0 0 0,1 0 0,0 0 0,0-1 0,0 1 0,0 0 0,1-1 0,0 0 0,0 0 0,0 0 0,0 0 0,0 0 0,1-1 0,0 1 0,0-1 0,0 0 0,0 0 0,0 0 0,1-1 0,-1 1-1,1-1 1,0 0 0,0-1 0,-1 1 0,1-1 0,5 1-6,23 3-2,0 0 0,0-3 0,0-1 0,0-1 0,0-1 0,0-3 0,0 0 0,0-2 0,-1-1 0,0-2 0,-1-1 0,0-2 0,0-1 0,-1-1 0,-1-1 0,0-2 0,-1-1 0,25-22 2,-46 36-17,0 0 0,-1-1-1,1 0 1,-1-1 0,0 1-1,0-1 1,-1 0 0,0-1-1,0 1 1,0-1 0,-1 0-1,0-1 1,0 1 0,-1 0-1,0-1 1,0 0 0,-1 0-1,0 0 1,1-7 17,-3 14 3,-1 0-1,0 0 1,1 0-1,-1 0 1,0 0 0,0-1-1,0 2 1,0-1-1,1 0 1,-2 0 0,1 0-1,0 0 1,0 1 0,0-1-1,0 0 1,0 1-1,0-1 1,-1 1 0,1-1-1,0 1 1,-1 0-1,1 0 1,0-1 0,0 1-1,-1 0 1,1 0-1,0 0 1,-1 0 0,1 1-1,0-1 1,-1 0-1,1 0 1,0 1 0,0-1-1,-1 1 1,1-1-1,0 1 1,0 0 0,0-1-1,0 1 1,0 0 0,0 0-1,0 0 1,0 0-1,-1 0-2,-5 7 23,0-1 0,1 1-1,-1 1 1,2-1-1,-1 1 1,1 0 0,0 1-1,1-1 1,0 1-1,1 0 1,0 0 0,0 0-23,0-1 16,-34 115 206,5 1-1,6 2 1,1 34-222,20-131 30,-60 507 417,20 55-447,32-404-12,10-109 12,12-109-119,29-265-3853,-30 195-268,-1 1-3463,-1-30-3709</inkml:trace>
  <inkml:trace contextRef="#ctx0" brushRef="#br1" timeOffset="-129401.317">14638 6493 15187,'0'0'1514,"-3"17"3300,-36 123-1860,37-134-3008,1-5 199,0 1 1,-1-1 0,1 1-1,0-1 1,1 1-1,-1 0 1,0 0-1,0-1 1,1 1 0,-1 0-1,1 0 1,-1 0-1,1 0 1,0 0-1,0-1 1,0 1 0,0 0-1,0 0 1,0 0-1,1 0 1,-1 0-1,0 0 1,1 0 0,0-1-1,-1 1 1,1 0-1,0 0 1,0-1-1,0 1 1,0-1 0,0 1-1,0-1 1,1 1-1,-1-1 1,0 1-1,1-1 1,-1 0-146,227 94 1832,-223-94-1950,1 0 0,-1 0 0,1 0 0,-1-1-1,1 1 1,-1-1 0,1-1 0,-1 1 0,0-1-1,1 0 1,-1 0 0,0-1 0,1 1 0,-1-1-1,0 0 1,0-1 0,0 1 0,-1-1-1,1 0 1,-1 0 0,1 0 0,2-4 118,22-27-4076</inkml:trace>
  <inkml:trace contextRef="#ctx0" brushRef="#br1" timeOffset="-129033.18">11801 4763 6865,'0'0'19901,"167"19"-19069,43-13-408,67-6-16,40 0-80,6 0-32,-23 12-112,-15 6-184,-79 1-64,-44-9-2472</inkml:trace>
  <inkml:trace contextRef="#ctx0" brushRef="#br1" timeOffset="-128485.581">11922 7325 27182,'0'0'3785,"0"0"-3409,116-12-272,38-2-80,41-1-8,19-3 64,-1 4 144,-16 4-24,-2 6-104,-8 4-96,-10 0-104,-47 0-304,-32 0-1529</inkml:trace>
  <inkml:trace contextRef="#ctx0" brushRef="#br1" timeOffset="-106930.948">1258 8663 29422,'0'0'1273,"0"0"-773,0 0-311,0 0 54,0 0 82,16-6-55,244-79 134,-119 63-378,1 5 0,0 7 1,0 6-1,1 6 0,47 11-26,-116-9 10,535 57-10,-364-37 0,2-11 0,121-15 0,-140 1 0,68 4 0,427-14 0,-78-19 0,-643 30-4,0-1 0,-1 0 0,1 0 1,0 1-1,0-1 0,0 1 0,0-1 0,0 1 0,0 0 0,0 0 0,0 0 1,0 0-1,0 0 0,-1 0 0,1 1 0,0-1 0,0 1 0,0-1 0,0 1 1,0 0-1,0-1 0,-1 1 0,1 0 0,0 0 0,-1 0 0,1 1 0,-1-1 1,1 0-1,-1 1 0,0-1 0,1 1 0,-1-1 0,0 1 0,0-1 1,0 1-1,0 0 0,0 0 0,0-1 0,-1 1 0,1 0 0,-1 0 0,1 0 1,-1 0-1,0 0 0,1 0 0,-1 0 0,0 0 0,0 0 0,-1 0 0,1-1 1,0 2 3,-21 16-1670,-5-4-2928</inkml:trace>
  <inkml:trace contextRef="#ctx0" brushRef="#br1" timeOffset="-106058.287">6070 8593 21253,'0'0'6805,"0"0"-4725,0 0-1479,0 0-231,0 0 16,0 0 4,-12 16-49,-33 50-65,42-59-259,0-1 1,1 1-1,0 0 1,0 0-1,1 0 1,0 0 0,0 0-1,1 0 1,-1 0-1,2 0 1,-1 1-1,1-1 1,0 0-1,0 0 1,1 0-18,1 15 2,32 456-2,-29 577 0,47-417 0,-5-123 0,-1 437 0,25 114 0,-27 63 0,-19 258 0,-27-1021 0,-62 972 0,62-1295 275,1-13-1052,-1-12-2494,2-34-13288</inkml:trace>
  <inkml:trace contextRef="#ctx0" brushRef="#br1" timeOffset="-103271.308">1250 8986 19428,'0'0'8477,"0"0"-6082,0 0-1923,0 0-100,0 0 43,-4 21-91,-13 140 149,-23 671-62,35-382-411,26 82 0,23 1063 0,-96-442 0,45-752 0,-2 118 0,-37 148 0,-66 443 0,9-218 0,70-641 0,8 2 0,24-251-17,1-1 0,0 1-1,-1 0 1,1 0 0,0 0 0,0 0 0,0 0 0,1 0-1,-1 0 1,0 0 0,1 0 0,-1 0 0,1 0-1,0 0 1,-1 0 0,1-1 0,0 1 0,0 0-1,0 0 1,0-1 0,1 1 0,-1-1 0,0 1 0,1-1-1,-1 0 1,1 1 0,-1-1 0,1 0 0,0 0-1,-1 0 1,1 0 0,0 0 0,0-1 0,0 1 0,0 0-1,-1-1 1,1 1 0,0-1 0,0 0 0,0 0-1,0 0 1,0 0 0,0 0 0,1 0 17,30 1-2053</inkml:trace>
  <inkml:trace contextRef="#ctx0" brushRef="#br1" timeOffset="-102661.907">759 18244 30198,'0'0'690,"0"0"-426,0 0-12,0 0 123,23-9-32,161-63 145,-118 53-469,1 2 1,0 3 0,1 3-1,1 3 1,0 3 0,-1 4-1,1 2 1,8 4-20,457 74 0,-162-46 0,1-16 0,160-21 0,-446 2 0,784-13 0,36 31 0,125-4-59,-979-10-742,-16 0-2092</inkml:trace>
  <inkml:trace contextRef="#ctx0" brushRef="#br1" timeOffset="-101588.704">4851 14362 24373,'0'0'4454,"0"0"-3116,-20-6-782,-60-18 14,57 18 307,43 11-631,49 6-162,0-3 1,1-3 0,0-3 0,53-6-85,-92 3 14,443-45-14,-194 12 0,-74 29-1579,-156 5-819</inkml:trace>
  <inkml:trace contextRef="#ctx0" brushRef="#br1" timeOffset="-101100.784">4741 14618 30431,'0'0'544,"0"0"-338,0 30-118,15 406 478,-5-277-495,-7 1 0,-6 0 0,-8-1 0,-7 0 0,-26 99-71,-102 137 10,143-391-1,0 0-1,0 1 1,1-1 0,0 0-1,-1 1 1,2 0-1,-1-1 1,0 1 0,1 0-1,0 0 1,0 0 0,1 0-1,-1 0 1,1 0-1,0 0 1,0 0 0,1 0-1,-1 0 1,1 0-1,0 0 1,1 0 0,-1 0-1,1-1 1,0 1-1,0 0 1,0-1 0,1 0-1,0 1 1,0-1 0,0 0-1,0 0 1,0-1-1,1 1 1,0-1 0,2 3-9,14 1 39,0-1 0,1 0 0,-1-1 0,1-1 0,0-2 0,0 0 0,12 0-39,-2 0-8,439 25 8,150-22 0,-553-6 0,-1-2 0,1-4 0,-1-2 0,0-3 0,29-12 0,-26-18-234,-60 6-2991,-8 9-5759</inkml:trace>
  <inkml:trace contextRef="#ctx0" brushRef="#br1" timeOffset="-100759.116">5283 15259 30358,'0'0'721,"0"0"-425,0 0-72,0 0 224,-33 113-120,26-31-152,1 35-24,3-5-88,-1-9-64,2-18 0,0-28 0,-1-6 0,1-7-152,2-33-392,0-11-208,0-4-1241</inkml:trace>
  <inkml:trace contextRef="#ctx0" brushRef="#br1" timeOffset="-100492.569">5362 15028 30815,'0'0'664,"0"0"-283,22 6 63,156 53 18,-154-48-462,0 2 0,-1 1 0,0 1 0,-1 0 1,-1 2-1,0 0 0,15 19 0,-29-30 0,-1 1 0,-1 0 0,0 0 0,0 0 0,0 1 0,-1 0 0,0 0 0,0 0 0,-1 0 0,0 1 0,0-1 0,-1 1 0,0 0 0,-1-1 0,0 1 0,0 0 0,-1 0 0,0 0 0,-1 0 0,0 0 0,0 0 0,-1 0 0,0-1 0,0 1 0,-4 7 0,-7 7 0,-1-1 0,-1 0 0,-1-1 0,-1-1 0,0 0 0,-2-1 0,0-1 0,-22 15 0,27-21 0,-54 45-679,-3-2-1,-1-4 1,-10 1 679,-3-4-4467</inkml:trace>
  <inkml:trace contextRef="#ctx0" brushRef="#br1" timeOffset="-98491.238">4737 8601 27190,'0'0'1291,"0"0"-714,0 0-323,0 25 162,1 374 705,22 283-362,-34 855-395,-35-615-241,31-595-370,15 59 247,1-366-51,-2 0-53,1 0 0,1 0 0,1 0 0,0 0 0,2 0 0,0 0 0,1-1 0,1 0 0,3 5 104,-8-22-111,-1-1 0,1 1 0,0-1 0,0 0 0,0 1 0,-1-1 0,1 0 0,0 0 0,0 1 0,1-1 0,-1 0 0,0 0 0,0 0 0,1 0 0,-1-1 0,0 1 0,1 0 0,-1 0 0,1-1 0,-1 1 0,1-1 0,-1 1 0,1-1 0,-1 0 0,1 0 0,-1 0 0,1 0 0,-1 0 0,1 0 0,0 0 0,-1 0-1,1 0 1,-1-1 0,1 1 0,-1-1 0,2 0 111,7-10-4811</inkml:trace>
  <inkml:trace contextRef="#ctx0" brushRef="#br1" timeOffset="-98193.238">4612 13010 25125,'0'0'4972,"0"0"-3617,0 0-1015,0 0 144,24-1-73,62-2-384,-1 4-1,1 3 1,11 5-27,211 42 0,-72-10 0,1-9 0,141-4 0,-199-19-523,-161-8-1098</inkml:trace>
  <inkml:trace contextRef="#ctx0" brushRef="#br1" timeOffset="-97808.595">5500 11097 30102,'0'0'921,"0"0"-521,0 0-128,-49 120 168,19-53-136,-8 10-168,-8 22-64,-2 19-48,-4 22-24,3 0 0,17-25-32,14-33-160,11-36-280,7-30-248,0-10-1041,0-6-3480</inkml:trace>
  <inkml:trace contextRef="#ctx0" brushRef="#br1" timeOffset="-97575.702">5495 11018 30495,'0'0'664,"0"0"-192,79 213 40,-42-38 32,1 27-464,-10 1-80,-8-24 0,-9-52 0,-5-41 0,-6-32 0,0-23-80,0-3-560,-10-8-808,-10-11-4562</inkml:trace>
  <inkml:trace contextRef="#ctx0" brushRef="#br1" timeOffset="-97394.41">5210 11720 30479,'0'0'1248,"0"0"-1056,119 0 96,-47-4-16,44 4-272,-19 0-640,-18 0-4905</inkml:trace>
  <inkml:trace contextRef="#ctx0" brushRef="#br1" timeOffset="-94669.841">4603 10132 26366,'0'0'2891,"0"0"-1796,0 0-518,0 0-69,0 0-24,5 2-37,4 1-412,0-2 1,0 1-1,-1-1 0,1 0 0,0-1 0,0 0 0,0-1 0,0 0 0,0 0 0,0-1 1,8-2-36,25-3 12,255-31-12,1 14 0,1 12 0,132 19 0,-380-5-176,-61-2-704</inkml:trace>
  <inkml:trace contextRef="#ctx0" brushRef="#br1" timeOffset="-94225.568">5410 10367 29350,'0'0'1441,"0"0"-1145,0 0-136,0 0 168,-140 150-24,58-32-184,-23 44-88,-9 19-32,13 1-40,25-18-80,27-34-96,19-30-160,6-19-424,10-31-713,6-31-3912</inkml:trace>
  <inkml:trace contextRef="#ctx0" brushRef="#br1" timeOffset="-93942.055">5901 10396 30118,'-73'143'641,"-12"34"-369,-3 7 40,1 9 72,-5 4-192,-7-4-128,-4-9-32,2-16-8,13-20-24,25-36-24,23-35-184,16-30-200,18-27-769,1-14-3504</inkml:trace>
  <inkml:trace contextRef="#ctx0" brushRef="#br1" timeOffset="-93692.922">6140 11166 28790,'-81'134'1689,"-25"40"-1041,-19 35-240,1 2 128,10-24-208,6-15-200,9-24-88,21-42-24,18-27-16,25-28-104,16-17-120,5-4-200,14-26-256,0-4-1009,20-4-4728</inkml:trace>
  <inkml:trace contextRef="#ctx0" brushRef="#br1" timeOffset="-93527.779">5999 12018 30567,'-87'128'1232,"-21"22"-968,12-14-136,17-6-96,24-3-32,29-37-408,15-24-993</inkml:trace>
  <inkml:trace contextRef="#ctx0" brushRef="#br1" timeOffset="-93044.142">5546 14513 27942,'0'0'1598,"0"0"-577,0 0-239,0 0-121,0 0-190,-16 1-222,2 1-246,0 1 0,0 1 0,1 0 0,-1 1 0,1 1-1,0 0 1,0 0 0,0 1 0,1 1 0,0 0 0,1 1-1,0 0 1,0 1 0,1 0 0,-7 9-3,-48 42 0,2 1 0,3 4 0,3 2 0,3 2 0,3 3 0,3 2 0,-24 55 0,18 54 0,53-176-73,1-1-1,0 0 1,0 1-1,0-1 1,1 1-1,0-1 1,1 0-1,0 0 1,0 1-1,0-1 1,1-1-1,0 1 1,0 0 0,1-1-1,0 1 1,0-1-1,0 0 1,1-1-1,0 1 1,0-1-1,1 0 1,-1 0-1,1 0 74,39 25-2399</inkml:trace>
  <inkml:trace contextRef="#ctx0" brushRef="#br1" timeOffset="-92760.023">6059 14616 30094,'0'0'649,"-101"134"-313,15-4 120,-26 50-56,-6 17-184,4 2-120,5-19-72,6-22 0,2-14-24,17-30 0,21-31-16,23-30-80,21-17-64,19-26-144,2-8-344,24-4-1569</inkml:trace>
  <inkml:trace contextRef="#ctx0" brushRef="#br1" timeOffset="-92494.073">6089 15364 30535,'-70'138'744,"-13"35"-248,6 7-128,5 27 48,6 8-208,5-10-208,15-47 0,13-57 0,13-50-48,11-41-56,5-10-40,4-42-120,6-15-1016,12-18-1601</inkml:trace>
  <inkml:trace contextRef="#ctx0" brushRef="#br1" timeOffset="-92228.305">6363 15411 30943,'0'0'696,"-85"109"-248,26-33-72,-9 11-88,2 2-272,9-4-16,17 6-352,16-22-456,11-24-1361</inkml:trace>
  <inkml:trace contextRef="#ctx0" brushRef="#br1" timeOffset="-90536.864">1122 9607 25822,'0'0'3922,"0"0"-2862,0 0-915,0 0-47,0 0 158,2 0 44,113-9 112,1425 1 340,-1348 14-831,-167-21-1780,-16-2-508</inkml:trace>
  <inkml:trace contextRef="#ctx0" brushRef="#br1" timeOffset="-90245.035">3021 9600 10802,'0'0'17061,"0"0"-13248,0 0-3525,-10 19 87,0 0-263,4-9-81,1 1 1,0 0 0,0-1-1,1 2 1,1-1 0,0 0-1,0 1 1,1-1-1,1 1 1,-1 9-32,0 263 0,3-134 0,-6 0 0,-18 100 0,23-247-54,0 0-1,0 1 1,0-1 0,-1 0-1,1 0 1,-1 0 0,0 0-1,0 0 1,0 0 0,-1 0-1,1 0 1,-1 0 0,1 0-1,-1-1 1,0 1 0,0 0-1,0-1 1,0 0 0,-1 1-1,1-1 1,-1 0 0,1 0-1,-3 1 55,-14-1-2535</inkml:trace>
  <inkml:trace contextRef="#ctx0" brushRef="#br1" timeOffset="-89977.484">1107 10888 31359,'29'-4'633,"492"-51"103,815-1-1110,-1372 56-861</inkml:trace>
  <inkml:trace contextRef="#ctx0" brushRef="#br1" timeOffset="-89086.065">789 10560 16067,'0'0'10567,"0"0"-7564,0 0-2244,0 0-146,0 0 34,0 0-121,-4-7-237,2 2-277,1-1 1,0 0-1,1 1 0,-1-1 0,1 0 1,0 0-1,0 1 0,1-1 1,0 0-1,0 1 0,0-1 1,1 0-1,-1 1 0,1 0 1,1-1-1,-1 1 0,1 0 0,0 0 1,0 0-1,0 1 0,1-1 1,-1 1-1,1-1 0,3-1-12,10-19 1,25-43-1,3 2 0,3 2 0,2 2 0,4 2 0,20-16 0,-72 73 0,0 0 0,0 0 0,0 1 0,1-1 0,-1 0 0,1 1 0,-1-1 0,1 1 0,0 0 0,0 0 0,0 0 0,0 0 0,0 1 0,1-1 0,-1 1 0,0 0 0,1 0 0,-1 0 0,1 0 0,-1 1 0,1-1 0,0 1 0,-1 0 0,1 0 0,-1 0 0,1 1 0,-1-1 0,1 1 0,-1 0 0,1 0 0,-1 0 0,1 0 0,-1 1 0,0-1 0,0 1 0,0 0 0,0 0 0,0 0 0,1 1 0,27 125 0,7 316 0,-24-409 0,5-53 0,39-282 0,-39 170 0,-18 120 0,-1 6 0,0 0 0,1 0 0,-1 0 0,1 0 0,0 0 0,0 0 0,0 0 0,0 0 0,1 0 0,-1 1 0,1-1 0,0 0 0,0 1 0,1-1 0,-1 1 0,1 0 0,-1 0 0,1 0 0,3-2 0,-4 6 0,1 0 0,-1 0 0,0 0 0,1 0 0,-1 0 0,0 0 0,0 1 0,0 0 0,0-1 0,0 1 0,0 0 0,0 0 0,-1 0 0,1 0 0,-1 0 0,1 0 0,-1 0 0,0 0 0,0 1 0,0-1 0,0 0 0,0 1 0,-1-1 0,1 1 0,-1-1 0,1 1 0,-1 2 0,2-1 0,63 244-32,-65-247 10,1 0 0,-1 0 1,0 0-1,0 0 0,0 0 0,1 0 0,-1-1 1,0 1-1,1 0 0,-1 0 0,1 0 0,-1 0 1,1-1-1,0 1 0,-1 0 0,1 0 0,0-1 0,-1 1 1,1-1-1,0 1 0,0 0 0,-1-1 0,1 1 1,0-1-1,0 0 0,0 1 0,0-1 0,0 0 1,0 0-1,0 1 0,-1-1 0,1 0 0,0 0 1,0 0-1,0 0 0,0 0 0,0 0 0,0 0 1,0-1-1,0 1 0,0 0 0,0 0 0,0-1 1,0 1-1,0 0 0,-1-1 0,1 1 0,0-1 1,0 0-1,-1 1 0,1-1 0,0 1 0,0-1 0,-1 0 1,1 0-1,-1 1 0,1-1 0,-1 0 0,1 0 1,-1 0 21,30-54-2597,-12 4-2244</inkml:trace>
  <inkml:trace contextRef="#ctx0" brushRef="#br1" timeOffset="-88810.517">1813 9862 9962,'0'0'15856,"0"0"-12121,20 5-3160,64 20-14,-78-24-528,0 1 1,0 0-1,0 0 0,-1 0 1,1 1-1,-1 0 0,0 0 0,0 1 1,0-1-1,0 1 0,-1 0 0,1 0 1,-1 0-1,0 1 0,0 0 1,0 0-1,-1 0 0,0 0 0,0 0 1,0 1-1,-1-1 0,1 1 0,-2 0 1,1-1-1,0 1 0,-1 0 1,0 0-1,0 0 0,-1 0 0,0 0 1,0 1-1,0-1 0,-1 0 0,0 0 1,0 0-1,0 0 0,-1-1 1,0 1-1,-1 2-33,-11 14 3,-1-1 1,-1 0-1,-1-2 0,-1 0 1,0 0-1,-2-2 1,0-1-1,0 0 1,-19 10-4,38-26-7,-9 10-157,-1-2 1,-1 0-1,1 0 1,-1-1 0,0 0-1,-1-1 1,0-1-1,0 0 1,0 0 0,0-1-1,-1-1 1,1 0-1,-1-1 1,0-1 0,-3 0 163,-7-6-1906</inkml:trace>
  <inkml:trace contextRef="#ctx0" brushRef="#br1" timeOffset="-88561.54">1795 10000 11899,'0'0'16075,"0"0"-14995,0 0-304,-24 110-416,0-58-15,-2 3-129,4 2-216,2 2-48,3 3-489,8-13-887,7-22-2393</inkml:trace>
  <inkml:trace contextRef="#ctx0" brushRef="#br1" timeOffset="-88560.54">1811 10333 11034,'0'0'16652,"0"0"-15476,0 0-336,57 109-232,-35-82-79,-1-5-313,4-12-216,14-12-208,-4-22-593,-6-9-3423</inkml:trace>
  <inkml:trace contextRef="#ctx0" brushRef="#br1" timeOffset="-88345.519">2262 10047 16155,'0'0'4978,"0"0"2127,0 0-6241,0 0-232,0 0 217,0 0-249,0 0-272,51-75-48,-23 75-48,1 0-64,6 0-64,-2 2-56,-3 8-24,-6 2-24,0-2-232,-4-10-320,-9 0-1009,-6 0-2279</inkml:trace>
  <inkml:trace contextRef="#ctx0" brushRef="#br1" timeOffset="-88151.719">2295 10034 25237,'0'0'4497,"0"0"-4025,-53 126-312,36-65-103,-1 2-57,-1 14-81,1-18-1519,7-13-14379</inkml:trace>
  <inkml:trace contextRef="#ctx0" brushRef="#br1" timeOffset="-87988.652">2348 10239 22717,'0'0'7009,"0"0"-6585,0 0-296,0 0 57,116-52-185,-94 41-177,-11-1-2143</inkml:trace>
  <inkml:trace contextRef="#ctx0" brushRef="#br1" timeOffset="-87776.084">2161 10639 11562,'0'0'18316,"0"0"-17651,0 0-281,0 0 72,0 0-224,178-75-232,-110 34-304,-2-1-1609</inkml:trace>
  <inkml:trace contextRef="#ctx0" brushRef="#br1" timeOffset="-87428.961">3113 10278 10042,'0'0'16937,"0"0"-13161,-2-24-3500,-17-153 202,15 159-440,-38-120 25,40 132-65,0 1 0,-1 0 0,1 0 1,-1 0-1,0 1 0,-1-1 0,1 1 0,-1-1 0,0 1 0,0 1 0,0-1 0,-1 0 1,1 1-1,-1 0 0,0 0 0,0 0 0,0 1 0,0-1 0,-1 1 0,1 1 1,0-1-1,-1 1 0,0 0 2,-1 1 0,1 2 0,-1-1 0,1 1 0,-1 0-1,1 0 1,0 0 0,0 1 0,0 0 0,0 1 0,1-1 0,-1 1 0,1 0 0,0 0 0,0 1 0,0-1 0,0 1 0,1 0 0,0 1 0,0-1 0,0 1 0,1 0 0,0 0-1,0 0 1,0 2 0,-20 36 35,2 1 0,2 1-1,2 0 1,2 1 0,2 1-1,3 1 1,1-1 0,3 1-1,1 1 1,3 47-35,1-93 8,-1 0-1,1 1 1,1-1-1,-1 0 0,1 1 1,-1-1-1,1 1 1,0-1-1,1 1 1,-1-1-1,1 0 1,0 1-1,0-1 1,0 0-1,1 0 1,-1 0-1,1 1 0,0-2 1,0 1-1,1 0 1,-1 0-1,1-1 1,0 1-1,0-1 1,0 0-1,0 0 1,0 0-1,1 0 1,-1-1-1,1 1 0,0-1 1,0 0-1,0 0 1,0 0-1,0-1 1,0 1-1,3-1-7,-1 0-8,0 0-1,1-1 0,-1 0 0,0 0 1,1 0-1,-1-1 0,0 0 1,1 0-1,-1-1 0,0 0 0,0 0 1,0 0-1,-1-1 0,1 0 1,0 0-1,-1 0 0,0-1 1,0 0-1,0 0 0,0 0 0,0 0 1,-1-1-1,0 0 0,0 0 1,0 0-1,-1 0 0,0-1 0,0 1 1,0-1-1,0 0 0,-1 0 1,0 0-1,0 0 0,-1 0 1,0 0-1,0-1 9,3-5-242,-1 1-1,0 0 1,-1-1 0,0 1 0,-1-1 0,0 1 0,0-1-1,-2 0 1,1 0 0,-2 1 0,1-1 0,-2 1-1,1-1 1,-2 1 0,1 0 0,-2 0 0,1 0-1,-1 1 1,-1 0 0,-3-5 242,9 16 50,0-1-1,0 1 1,0-1-1,0 1 1,0-1 0,0 1-1,0-1 1,0 1-1,0-1 1,-1 1 0,1-1-1,0 1 1,0-1-1,0 0 1,-1 1 0,1-1-1,0 1 1,-1-1-1,1 1 1,0-1 0,-1 0-1,1 1 1,0-1-1,-1 0 1,1 0 0,-1 1-1,1-1 1,-1 0-1,1 0 1,-1 1 0,1-1-1,0 0 1,-1 0-1,1 0 1,-1 0 0,1 0-1,-1 0 1,1 0-1,-1 0 1,1 0 0,-1 0-1,1 0 1,-1 0-1,1 0 1,-1 0 0,1 0-1,-1-1 1,1 1-1,-1 0 1,1 0 0,-1-1-1,1 1 1,0 0-1,-1-1 1,1 1-1,-1 0 1,1-1 0,0 1-1,-1 0 1,1-1-1,0 1 1,0-1 0,-1 1-1,1 0 1,0-1-1,0 1 1,0-1 0,-1 1-1,1-1 1,0 1-50,8 38 1449,0-23-1465,2-1 1,0 0-1,1 0 0,0-1 1,1 0-1,0-1 0,1-1 0,0 0 1,1 0-1,0-2 0,1 0 1,0 0-1,0-1 0,11 3 16,8 4-2550</inkml:trace>
  <inkml:trace contextRef="#ctx0" brushRef="#br1" timeOffset="-86596.575">5206 17516 26958,'0'0'3083,"0"0"-2108,0 0-539,0 0 24,0 0-105,0 0-135,26-3-45,180-19-70,185-10-105,-384 32-2,-5-1-57,-1 1 0,1-1 1,0 1-1,0 0 0,0 0 0,0 0 0,0 0 0,0 0 1,0 0-1,0 1 0,0-1 0,0 0 0,0 1 0,0 0 1,0-1-1,-1 1 0,1 0 0,0 0 0,0 0 0,-1 0 1,1 1-1,-1-1 0,1 0 0,-1 1 0,1-1 0,-1 1 0,0-1 1,0 1-1,0-1 0,0 1 59,1 14-1882</inkml:trace>
  <inkml:trace contextRef="#ctx0" brushRef="#br1" timeOffset="-86279.211">4936 17279 29214,'0'0'808,"0"0"-311,0 0 7,0 0-8,0 0-152,-24 130-168,24-84-48,0 5-32,0 2-56,2 2-16,3-3-16,-3-3-8,0-7-136,0-9-168,3-11-128,-1-16-304,-2-6-889,1 0-2312</inkml:trace>
  <inkml:trace contextRef="#ctx0" brushRef="#br1" timeOffset="-85996.287">5031 17409 20668,'0'0'7414,"0"0"-5520,0 0-1339,27-3 111,341-34 535,117 30-832,-448 8-369,-1 2 0,1 2 0,-1 1 0,1 1 0,-2 2 0,4 3 0,-20 8-778,-43-11-2998,-6-6-8074</inkml:trace>
  <inkml:trace contextRef="#ctx0" brushRef="#br1" timeOffset="-85697.251">4967 17770 20036,'0'0'8298,"0"0"-6204,0 0-1607,0 0 127,20 9-65,155 45 96,-32-40-623,0-6 0,129-11-22,-8-28-1376,-251 26-1345</inkml:trace>
  <inkml:trace contextRef="#ctx0" brushRef="#br1" timeOffset="-85130.676">5042 17255 23317,'0'0'5158,"0"0"-3641,0 0-846,0 0-11,14 21-140,45 69-159,-54-79-316,0 0 0,-1 0 0,0 0 0,0 1 0,-1-1 0,-1 1 0,0 0 0,-1-1 0,0 1 0,-1 0 0,0 11-45,0 9 49,1 130-30,4-155-19,1-28 0,4-32 0,3 0 0,2 1 0,2 0 0,3 2 0,12-23 0,-8 36 0,-24 36 0,1 1 0,-1-1 0,0 0 0,1 1 0,-1-1 0,1 0 0,-1 1 0,1-1 0,-1 1 0,1-1 0,-1 1 0,1-1 0,-1 1 0,1-1 0,0 1 0,-1 0 0,1-1 0,0 1 0,-1 0 0,1-1 0,0 1 0,0 0 0,-1 0 0,1 0 0,0 0 0,0 0 0,-1 0 0,1 0 0,0 0 0,-1 0 0,1 0 0,0 0 0,0 0 0,-1 0 0,1 1 0,0-1 0,0 0 0,-1 0 0,1 1 0,-1-1 0,1 1 0,0-1 0,-1 1 0,1-1 0,-1 1 0,1-1 0,-1 1 0,1-1 0,-1 1 0,1-1 0,-1 1 0,0 0 0,1-1 0,-1 1 0,0 0 0,1 0 0,23 151 0,-20-117 0,-3-9 0,1-1 0,2 0 0,1 0 0,0 0 0,2-1 0,1 1 0,1-2 0,1 1 0,-9-21 0,1 0 0,-1-1 0,0 1 0,1-1 0,-1 1 0,1-1 0,0 0 0,0 0 0,0 0 0,0 0 0,0 0 0,0 0 0,0 0 0,1-1 0,-1 1 0,1-1 0,-1 1 0,1-1 0,0 0 0,-1 0 0,1 0 0,0-1 0,0 1 0,0-1 0,-1 1 0,1-1 0,0 0 0,0 0 0,0 0 0,0-1 0,-1 1 0,1-1 0,0 1 0,0-1 0,0 0 0,-1 0 0,1 0 0,-1-1 0,1 1 0,-1 0 0,1-1 0,-1 0 0,0 0 0,0 1 0,2-3 0,13-19 0,-2-2 0,0 1 0,-2-2 0,0 0 0,-2-1 0,-1 0 0,-1 0 0,-2-1 0,3-19 0,-6 32 0,60-222-1299,-46 172-899</inkml:trace>
  <inkml:trace contextRef="#ctx0" brushRef="#br1" timeOffset="-84861.238">5767 17102 28998,'0'0'1641,"0"0"-1101,0 0-59,22 0 87,129 2-60,-148-4-507,1 1 0,0 0-1,-1 1 1,1-1 0,0 1-1,-1-1 1,1 1-1,0 0 1,0 1 0,-1-1-1,1 1 1,0-1 0,-1 1-1,1 0 1,0 0 0,-1 1-1,0-1 1,1 1-1,-1 0 1,0 0 0,0 0-1,0 0 1,0 0 0,0 1-1,0-1 1,0 1 0,-1 0-1,0 0 1,1 0-1,-1 0 1,0 0 0,-1 0-1,1 1 1,0-1 0,-1 1-1,0-1 1,0 1 0,0-1-1,0 1 1,-1 0 0,1-1-1,-1 1 1,0 0-1,0 0 1,0-1 0,-1 1-1,1 0 1,-1 0-1,-6 9 0,0 0 0,-1 0 0,-1 0 0,0-1 0,0-1 0,-1 0 0,-1 0 0,0-1 0,0 0 0,-1 0 0,-5 1 0,-5 8 0,17-16-34,-10 11-333,0 0 0,-1-2 0,-1 0 0,0 0 0,0-2 0,-1 0 0,-1-1 0,0-1 0,-8 2 367,1-8-4345</inkml:trace>
  <inkml:trace contextRef="#ctx0" brushRef="#br1" timeOffset="-84596.139">5807 17046 27054,'0'0'1080,"0"0"-40,-5 117-104,-12-48-207,-8 12-289,-12 21-152,-4 26-144,-1-9-144,2 7-80,19-41-784,14-50-3393</inkml:trace>
  <inkml:trace contextRef="#ctx0" brushRef="#br1" timeOffset="-84275.771">5848 17530 28134,'0'0'3497,"0"0"-3241,0 0-176,0 0-8,83 150-72,-47-107-720,-4-8-6666</inkml:trace>
  <inkml:trace contextRef="#ctx0" brushRef="#br1" timeOffset="-79425.797">6328 10905 25998,'0'0'1013,"0"0"976,0 0-1215,0 0-396,0 0-161,1-2-82,1 0-114,1 0 0,0 0 0,0 0 0,0 0 0,0 1 0,1-1 0,-1 1 0,0 0 0,1 0 0,-1 0 0,1 0 0,-1 0 0,1 1 0,-1 0 0,1 0 0,-1 0 0,1 0 0,-1 0 0,1 1 0,0 0-21,12-2 41,937-10 321,-131-23-405,777-72-232,-1050 59 115,1062-100 361,634-47-10,915 79 29,1402 100-106,-3186 16 174,839 24 60,-1113-21-668,-853-31-788,-195 11-677</inkml:trace>
  <inkml:trace contextRef="#ctx0" brushRef="#br1" timeOffset="-75676.81">6210 11904 26070,'0'0'2948,"0"0"-2021,0 0-724,0 0-110,20-10 62,148-50 154,21 33-274,1 8 0,0 8 0,154 12-35,-161 0 2,937-28-3,907-26-75,1394-188 205,-525 162 47,-2273 78-169,3223 66 21,-2921-10 52,1161 44-31,-756-94-389,-1012-8-327,-64-8-948</inkml:trace>
  <inkml:trace contextRef="#ctx0" brushRef="#br1" timeOffset="-72810.363">6582 15160 28270,'0'0'979,"0"0"-338,0 0-84,20-7-93,270-84 214,-122 61-671,2 9 0,1 6-1,0 8 1,0 8 0,165 22-7,1020 85-61,-749-67 8,1901 14-536,-1920-56 614,2230 43 6,-530-35-192,662 13 210,2237 266 486,-3847-177-1918,-1241-104-1587</inkml:trace>
  <inkml:trace contextRef="#ctx0" brushRef="#br1" timeOffset="-71628.966">6466 15735 26694,'0'0'1005,"0"0"-349,24-9-277,149-43 275,-33 38-300,0 6 0,85 9-354,-92 0 118,1353 46 291,1090-45-351,2494 2 18,-3105 82-264,-1612-63 155,1-15 0,240-29 33,487-24 89,641 65 100,472 41 93,-1682-39-1123,-335-18-1167</inkml:trace>
  <inkml:trace contextRef="#ctx0" brushRef="#br1" timeOffset="-67825.512">9945 12470 26414,'0'0'2630,"0"0"-1626,0 0-499,0 0-182,0 0-110,-10 18 6,0 2-154,1 1 0,0 1 0,2-1-1,1 1 1,0 1 0,2-1 0,1 1 0,-1 16-65,-11 1025 891,32-877-1513,-17-186 600,0 0 0,0-1 0,-1 1 1,1 0-1,0 0 0,0-1 0,0 1 0,0 0 0,-1 0 0,1-1 0,0 1 0,0 0 0,1 0 1,-1-1-1,0 1 0,0 0 0,0 0 0,0-1 0,1 1 0,-1 0 0,0-1 0,1 1 0,-1 0 1,1-1-1,-1 1 0,0 0 0,1-1 0,-1 1 0,1-1 0,0 1 0,-1-1 0,1 1 0,-1-1 1,1 1-1,0-1 0,-1 0 0,1 1 0,0-1 0,0 0 0,-1 0 0,1 1 0,0-1 1,0 0-1,-1 0 0,1 0 0,0 0 0,0 0 0,-1 0 0,1 0 0,0 0 0,0 0 0,-1 0 1,1-1-1,0 1 0,0 0 0,-1-1 0,1 1 0,0 0 0,0-1 22,20-45-4476,-13-3-7185</inkml:trace>
  <inkml:trace contextRef="#ctx0" brushRef="#br1" timeOffset="-67416.361">10701 12460 28654,'863'-29'1861,"131"10"-1016,-897 19-833,1 5-1,0 4 0,-1 5 1,-1 4-1,50 17-11,-128-30 0,0 0 0,0 2-1,-1 0 1,0 1-1,-1 0 1,0 1 0,14 11 0,-28-18 14,-1 0 1,0 1-1,0-1 1,1 0-1,-1 1 0,-1-1 1,1 0-1,0 1 1,-1-1-1,1 1 1,-1-1-1,0 1 1,1 0-1,-1-1 0,-1 1 1,1-1-1,0 1 1,-1-1-1,1 1 1,-1-1-1,0 1 1,1-1-1,-1 1 1,0-1-1,-1 0 0,1 0 1,0 1-1,-1-1 1,1 0-1,-1 0 1,0 0-1,1-1 1,-1 1-1,0 0 0,-2 0-14,-17 33 186,5 19-86,1 1 0,3 1 0,2 0 0,3 0 0,2 16-100,-2-8 56,-14 244-96,17 272 40,-3-472-1465,-12-72-558</inkml:trace>
  <inkml:trace contextRef="#ctx0" brushRef="#br1" timeOffset="-67066.425">9702 14652 27638,'0'0'2510,"32"0"-1754,537-2 45,636-1 261,-949-14-1062,0-11 0,-3-11 0,-1-12 0,72-30 0,-220 54-424,-95 23-651,-8-1-803</inkml:trace>
  <inkml:trace contextRef="#ctx0" brushRef="#br1" timeOffset="-66033.091">10280 13026 26558,'0'0'1149,"0"0"-461,0 0-3,0 0 0,25 0-162,165-8 89,211-74-121,-40 42 4,188 10-495,-52 5 114,431-13-619,-1050 38-2272,44 0-1624</inkml:trace>
  <inkml:trace contextRef="#ctx0" brushRef="#br1" timeOffset="-65617.674">11508 12288 28542,'0'0'1088,"0"0"-488,0 0 25,-134 127-105,86-76-208,-3 10-168,-1 10-80,-3 10-48,0 8-16,5 1-8,6-5-128,11-16-104,13-19-88,14-25-56,8-27-105,22-25-303,7-15-3513</inkml:trace>
  <inkml:trace contextRef="#ctx0" brushRef="#br1" timeOffset="-65385.221">11628 12201 28566,'0'0'1072,"0"0"-544,38 180-39,-10-68-1,1-7-192,-3-10-192,-4-16-64,-9-26-24,2-2-16,1-4-112,-5-15-120,-11-20-304,0-12-785,0 0-2007</inkml:trace>
  <inkml:trace contextRef="#ctx0" brushRef="#br1" timeOffset="-65233.782">11232 12637 29286,'0'0'848,"0"0"-584,0 0 241,0 0-81,186 0-224,-96 0-200,35 4-32,-20 6-744,-22 0-3841</inkml:trace>
  <inkml:trace contextRef="#ctx0" brushRef="#br1" timeOffset="-63156.478">10175 14026 21869,'0'0'2123,"0"0"-447,0 0-418,0 0-242,0 0-224,0 0-176,-8-1-80,-22-7-89,29 8-435,1-1 0,0 1-1,0 0 1,-1-1 0,1 1 0,0-1-1,0 1 1,0 0 0,0-1 0,0 1-1,0-1 1,-1 1 0,1 0 0,0-1-1,0 1 1,0-1 0,0 1 0,0-1-1,1 1 1,-1 0 0,0-1 0,0 1-1,0-1 1,0 1 0,0 0 0,0-1-1,1 1 1,-1-1 0,0 1 0,0 0-1,1-1 1,-1 1 0,0 0 0,1 0-1,-1-1 1,0 1 0,1 0 0,-1-1-1,0 1 1,1 0 0,-1 0 0,0 0-1,1 0 1,-1-1 0,1 1 0,-1 0-1,0 0 1,1 0 0,-1 0 0,1 0-1,-1 0 1,1 0 0,-1 0 0,0 0-1,1 0 1,-1 0 0,1 0 0,-1 0-1,0 1 1,1-1 0,-1 0 0,1 0 0,-1 0-1,0 1-11,238-8 266,433-30-42,95-42-224,-418 40 89,-9 14-82,156 14-7,-379 7-13,-1-5 0,-1-4 0,64-19 13,-170 30-517,-26 7-28,-4 1-407,-16 4-2156</inkml:trace>
  <inkml:trace contextRef="#ctx0" brushRef="#br1" timeOffset="-62701.158">11438 14066 28414,'0'0'720,"0"0"-544,0 0-32,-25 104 296,10-53-64,0 5-199,2 3-89,-1 0-64,1-6-16,2-3-8,3-7-88,-3-5-225,2-11-455,0-11-1360</inkml:trace>
  <inkml:trace contextRef="#ctx0" brushRef="#br1" timeOffset="-62435.035">11348 14162 25501,'0'0'3581,"0"0"-2483,0 0-849,0 0 47,20 0 83,274 1 232,-291-2-605,1 1 0,0-1 0,-1 1 1,1 0-1,0 0 0,0 0 0,0 0 1,-1 0-1,1 1 0,0 0 0,-1 0 1,1 0-1,0 0 0,-1 0 0,1 1 1,-1 0-1,0 0 0,1 0 0,-1 0 0,0 0 1,0 0-1,-1 1 0,1 0 0,0-1 1,-1 1-1,1 0 0,-1 0 0,0 0 1,0 1-1,0-1 0,-1 0 0,1 1 1,-1-1-1,0 1 0,0 0 0,0-1 0,0 1 1,-1 0-1,1 0 0,-1 0-6,-3 4-6,0 0 0,-1 0 0,0 0 0,-1-1 0,1 1 0,-1-1 0,-1 0 0,1 0 0,-1-1 0,0 0 0,-1 0 0,-5 4 6,9-7-5,-210 167-749,87-78-1467,6-9-4398</inkml:trace>
  <inkml:trace contextRef="#ctx0" brushRef="#br1" timeOffset="-60993.975">10033 13817 22117,'0'0'3511,"0"0"-1694,0 0-992,0 0-121,0 0-14,0 0-126,-10-14-191,-30-42-174,30 89 153,-45 652-245,51-608-806,-1-25-2894,-1-8-9091</inkml:trace>
  <inkml:trace contextRef="#ctx0" brushRef="#br1" timeOffset="-60451.92">13224 13845 25613,'0'0'2249,"0"0"-1512,0 0-466,0 0 192,0 0 48,0 0-133,4-2-8,-3 3-337,1-1 0,-1 1 0,1 0 1,-1 0-1,1-1 0,-1 1 0,0 0 0,0 0 0,0 0 1,1 0-1,-1 1 0,0-1 0,0 0 0,0 0 0,-1 1 1,1-1-1,0 0 0,0 1 0,-1-1 0,1 1 1,-1-1-1,1 1 0,-1-1 0,0 1 0,1-1 0,-1 1 1,0 0-1,0-1 0,0 1 0,0-1 0,0 1 0,-1-1 1,1 1-1,0-1 0,-1 1 0,0 1-33,-3 84 582,4-84-562,-65 285 358,27-162-2500,27-115-860</inkml:trace>
  <inkml:trace contextRef="#ctx0" brushRef="#br1" timeOffset="-59884.818">9322 13496 26526,'0'0'1667,"0"0"-523,0 0-333,0 0-100,19-10-173,126-57 148,-79 51-572,0 2 0,2 4 0,-1 3 0,1 2 0,0 4 0,2 2-114,-60-2-42,-1 0 0,0 0 0,1 1 0,-1 0 0,0 0 0,1 1 0,-1 0 0,0 1 0,0 0 0,0 1 0,0 0 0,0 0 0,0 1 0,-1 0 0,1 0 0,-1 1 0,-1 0 0,1 1 0,-1-1 0,1 1 0,-2 1 0,1 0 0,-1 0 0,0 0 0,0 0 0,0 3 42,-4 5-1613</inkml:trace>
  <inkml:trace contextRef="#ctx0" brushRef="#br1" timeOffset="-59535.867">9143 13496 28894,'0'0'1424,"0"0"-1127,0 0 247,0 0-112,0 116-184,0-63-96,0 4-24,0 3-56,-5-3-48,-1 0-24,-1-2 0,3 0-200,-7 15-272,4-15-600,-4-10-1473</inkml:trace>
  <inkml:trace contextRef="#ctx0" brushRef="#br1" timeOffset="-59251.66">8676 14227 29038,'0'0'968,"0"0"-399,0 0 95,175-15-96,-50-17-152,31-9-136,-9 5-120,-27 14-80,-10 22-80,-45 18-416,-12 8-1304</inkml:trace>
  <inkml:trace contextRef="#ctx0" brushRef="#br1" timeOffset="-57404.006">12935 13365 25573,'0'0'1673,"0"0"-518,0 0-412,0 0-193,0 0-168,0 0-124,-4-10-85,-12-30-40,16 39-127,0 1-1,0-1 1,1 0-1,-1 0 1,0 0 0,1 0-1,-1 0 1,1 0 0,-1 1-1,1-1 1,-1 0-1,1 0 1,-1 1 0,1-1-1,0 0 1,-1 1 0,1-1-1,0 1 1,0-1-1,-1 1 1,1-1 0,0 1-1,0-1 1,0 1 0,0 0-1,0-1 1,-1 1-1,1 0 1,0 0 0,0 0-1,0 0 1,0 0 0,0 0-1,0 0 1,0 0 0,0 0-1,0 0 1,0 0-1,-1 1 1,1-1 0,0 0-1,0 1 1,0-1 0,0 1-6,3-1 32,256 1 49,-221 10-1064,-12 3-1445</inkml:trace>
  <inkml:trace contextRef="#ctx0" brushRef="#br1" timeOffset="-56902.486">12615 13125 26318,'0'0'1215,"0"0"-510,0 0-210,0 0-23,0 0-132,0 0-189,-14-2-99,7 2-48,4-1 0,0 0-1,0 1 1,-1-1-1,1 1 1,0 0-1,0 0 1,-1 0-1,1 0 0,0 1 1,0-1-1,-1 1 1,1 0-1,0 0 1,0 0-1,0 0 1,0 1-1,0-1 0,0 1 1,1-1-1,-1 1 1,0 0-1,1 0 1,-1 1-1,1-1 1,0 0-1,0 1 0,0-1 1,0 1-1,0 0 1,0 1-4,-16 31 70,1 2 0,2 0 0,1 1 1,2 1-1,2 0 0,1 0 0,2 1 1,2 0-1,0 36-70,6-74 0,0 0-1,0 0 1,0 1 0,0-1 0,0 0 0,0 0-1,0-1 1,1 1 0,-1 0 0,0 0-1,1-1 1,0 1 0,-1-1 0,1 1 0,0-1-1,0 0 1,0 1 0,0-1 0,0 0-1,0 0 1,0-1 0,0 1 0,0 0 0,1-1-1,-1 1 1,0-1 0,0 0 0,1 0-1,-1 0 1,0 0 0,0 0 0,1 0 0,-1 0-1,0-1 1,0 1 0,1-1 0,-1 0-1,0 0 1,0 0 0,0 0 0,0 0-1,0 0 1,0 0 0,0-1 0,-1 1 0,1 0-1,0-1 1,0-1 0,112-74-1405,-63 38-1093</inkml:trace>
  <inkml:trace contextRef="#ctx0" brushRef="#br1" timeOffset="-56535.896">13035 13014 27718,'0'0'1298,"0"0"-605,0 0-374,0 0-5,0 0-97,-20 4-131,-63 15-60,80-18-26,0 0 1,0 0 0,0 1-1,0 0 1,0 0 0,0 0-1,0 0 1,1 0 0,-1 0 0,1 1-1,-1-1 1,1 1 0,0-1-1,0 1 1,0 0 0,0 0 0,1 0-1,-1 0 1,1 0 0,0 1-1,0-1 1,0 0 0,0 1-1,0-1 1,1 0 0,0 1 0,-1-1-1,1 1 1,0-1 0,1 1-1,-1-1 1,1 1-1,-1 0 3,0 1 2,0 0 1,0 0-1,0 0 0,1 0 1,0 0-1,0-1 0,0 1 1,0 0-1,1 0 0,0-1 1,0 1-1,0-1 0,1 0 1,-1 1-1,1-1 0,0 0 1,0 0-1,1-1 0,-1 1 1,1-1-1,0 0 0,-1 0 1,2 0-1,-1 0 0,4 2-5,156 60 42,-163-63-37,1-1 0,-1 1 0,0-1 0,0 1 0,0 0 0,0-1 0,0 1 0,-1 0 0,1 0 0,0 0 0,-1 0 0,1-1 0,-1 1 0,0 0 0,1 0 0,-1 0 0,0 0 1,0 0-1,-1 0 0,1 0 0,0 0 0,-1 0 0,1 0 0,-1 0 0,1 0 0,-1-1 0,0 1 0,0 0 0,0 0 0,0-1 0,0 1 0,0 0 0,0-1 0,-1 0 0,1 1 0,-1-1 0,1 0 1,-1 1-1,1-1 0,-1 0 0,0 0 0,1 0 0,-1 0 0,0-1 0,0 1 0,0 0 0,-1-1-5,-105 78-1958,76-61-3315</inkml:trace>
  <inkml:trace contextRef="#ctx0" brushRef="#br1" timeOffset="-52204.951">15760 12409 26062,'0'0'1467,"0"0"-457,0 0-443,0 0-164,0 0-39,0-15-71,-2-62 40,2 76-269,0 1-28,-1 32 400,-24 299 577,18 712-342,24-859-610,-4 46-266,-32-220-1591,12-13 23</inkml:trace>
  <inkml:trace contextRef="#ctx0" brushRef="#br1" timeOffset="-51854.545">15924 12296 28982,'0'0'691,"0"0"-224,0 0-210,0 0-9,33-16 22,-29 15-263,26-14 34,1 1 0,1 1 0,0 2 0,0 2 0,1 1 0,0 1-1,1 2 1,10 0-41,823-6 229,-666 12-212,-164-1-19,237-2-553,-1 11 0,-1 12 0,269 57 555,-466-60-1550</inkml:trace>
  <inkml:trace contextRef="#ctx0" brushRef="#br1" timeOffset="-51520.653">19026 12312 28798,'0'0'662,"0"0"-358,0 0-170,-5 18 82,-20 134 417,67 207-44,-34-97-240,-11 1 1,-11 0-1,-24 94-349,16-127-1757,9 138 1757,13-312-2277</inkml:trace>
  <inkml:trace contextRef="#ctx0" brushRef="#br1" timeOffset="-51137.788">15355 15036 29454,'24'-9'678,"70"-21"-362,1 4 1,1 4-1,34-1-316,49 8 1025,155 7-1025,-108 6 269,1145-87 122,-717 37-469,-480 36-1594,-141 6-626</inkml:trace>
  <inkml:trace contextRef="#ctx0" brushRef="#br1" timeOffset="-47621.391">10725 10416 22981,'0'0'1887,"0"0"-213,0 0-607,-10-17-223,-35-50-135,44 66-688,1 0 0,-1 0-1,0-1 1,1 1 0,-1 0 0,0 0-1,1 0 1,-1 0 0,0 0-1,0 1 1,0-1 0,0 0-1,0 0 1,0 0 0,0 1 0,0-1-1,-1 1 1,1-1 0,0 1-1,0-1 1,0 1 0,-1 0 0,1-1-1,0 1 1,0 0 0,-1 0-1,1 0 1,0 0 0,0 0 0,-1 0-1,1 0 1,0 1 0,0-1-1,-1 0 1,1 1 0,0-1 0,0 1-1,0-1 1,0 1 0,-1 0-1,1-1 1,0 1 0,0 0 0,0 0-1,1 0 1,-1 0 0,0 0-1,0 0 1,0 0 0,1 0 0,-1 0-1,0 0 1,1 0 0,-1 0-1,1 0 1,-1 1 0,1-1 0,0 0-1,0 0 1,-1 1 0,1-1-1,0 0 1,0 0 0,0 1 0,0-1-1,0 0-20,-11 44 186,1 0 1,3 1-1,1 0 0,1 37-186,1-17 115,-40 886 834,43-897-937,13 109-8,-11-160-51,0 1 0,0-1 1,1 1-1,0-1 1,0 0-1,0 0 1,0 0-1,0 0 1,1-1-1,0 1 1,0-1-1,0 1 0,0-1 1,1 0-1,-1 0 1,1 0-1,-1-1 1,1 1-1,0-1 1,0 0-1,1 0 47,19 4-1386</inkml:trace>
  <inkml:trace contextRef="#ctx0" brushRef="#br1" timeOffset="-47135.338">12764 10643 27670,'0'0'1976,"0"0"-1368,0 0-351,0 0 63,0 0 152,-9 101-48,9 13-144,0 58-80,0 25 8,0 10 0,-4 0-64,-10-6-144,-1-3 0,4 1 0,0-16 0,9-58-416,0-33-952</inkml:trace>
  <inkml:trace contextRef="#ctx0" brushRef="#br1" timeOffset="-45955.33">16479 10625 27950,'0'0'744,"0"0"-112,4 142-96,-4-25-64,-8 46-55,-12 29-49,-6 5-96,1-4-88,4-13-64,-1-8-72,8-19-16,10-32-8,4-34-24,0-9-80,15-28-480,-4-17-2057</inkml:trace>
  <inkml:trace contextRef="#ctx0" brushRef="#br1" timeOffset="-45622.556">17812 10761 29942,'0'0'585,"0"0"-433,15 101-72,-6 17 120,-7 70 80,-2 37 32,-4 23-56,-18-3-56,-2-40-24,-1-16 24,6-21-40,-1-26-72,5-26-48,4-29-16,4-28-24,1 14-120,-1-9-304,-2-13-1016</inkml:trace>
  <inkml:trace contextRef="#ctx0" brushRef="#br1" timeOffset="-44192.91">8121 8047 29758,'0'0'675,"0"0"-264,0 0-244,0 0 30,-5 27 144,-17 230 322,29 714-108,18-591-1026,-26-379 409,0-1 0,0 0 0,0 0-1,1 1 1,-1-1 0,0 0 0,0 0 0,0 0 0,0 0-1,1 0 1,-1 0 0,0 0 0,0-1 0,0 1-1,0 0 1,1 0 0,-1-1 0,0 1 0,0 0 0,1-1-1,-1 1 1,0-1 0,1 1 0,-1-1 0,0 1-1,1-1 1,-1 1 0,1-1 0,-1 0 0,1 1-1,-1-1 1,1 0 0,-1 1 0,1-1 0,0 0 0,-1 0-1,1 1 1,0-1 0,0 0 0,-1 0 0,1 0-1,0 0 1,0 1 0,0-1 0,0 0 0,0 0 0,0 0-1,0 0 1,0 1 0,1-1 0,-1 0 0,0 0-1,0 0 1,1 0 62,-11-40-5029</inkml:trace>
  <inkml:trace contextRef="#ctx0" brushRef="#br1" timeOffset="-43739.164">8191 7891 28318,'22'-13'874,"11"-7"-769,0 2 0,1 1 1,1 1-1,1 3 0,31-9-105,70-2 221,2 7-1,0 5 0,1 7 0,119 10-220,-194-3 70,142 5 238,-1 10 0,142 33-308,-330-49 38,1 1 0,-1 1 0,0 1 0,0 0 0,0 1 0,-1 1 0,0 1-1,0 1 1,0 0 0,-1 1 0,0 0 0,-1 2 0,0 0 0,-1 0 0,0 2 0,-1 0-1,9 11-37,-20-22 20,0 0-1,-1 0 1,1 0-1,-1 1 0,0-1 1,0 1-1,0-1 0,0 1 1,0-1-1,-1 1 0,1-1 1,-1 1-1,0-1 0,1 1 1,-1 0-1,0-1 0,-1 1 1,1 0-1,0-1 1,-1 1-1,0-1 0,1 1 1,-1-1-1,0 1 0,0-1 1,0 1-1,-1-1 0,1 0 1,0 0-1,-1 1 0,-1 0-19,-73 37 267,16-13-296,52-17 29,0 0 0,0 0 0,1 1 0,1 0 0,0 1 0,0-1 0,1 1 0,1 0 0,0 0 0,1 1 0,0-1 0,0 1 0,2-1 0,-1 1 0,2 0 0,0 0 0,0 0 0,2 7 0,-3-3 0,-2 117 0,5-1 0,5 1 0,7-1 0,5-1 0,31 104 0,93 279 0,-135-385 0,-9-127-24,0 0 0,0 0 0,0 0 0,-1 0 0,1 0 0,-1 0 0,1 0 0,-1 0 1,0 0-1,0-1 0,0 1 0,-1-1 0,1 0 0,0 0 0,-1 0 0,0 0 0,1 0 0,-1 0 0,0 0 0,0-1 0,0 0 0,0 1 0,0-1 0,-1 0 0,1-1 0,0 1 1,0-1-1,0 1 0,-1-1 0,1 0 0,0 0 0,-1 0 0,1-1 0,0 1 0,0-1 0,-1 1 0,-1-2 24,1 2-105,-51 1-2129</inkml:trace>
  <inkml:trace contextRef="#ctx0" brushRef="#br1" timeOffset="-43472.508">7856 10527 31423,'118'-50'592,"45"-9"-568,43-12 8,15 4 88,5 12 280,4 8-224,-4 11-176,-12 6 0,-18 11 0,-28 7 0,-45 6 0,-42 4 0,-35 2 0,-22 0 0,-11 0 0,-13 0-520,-15-4-520,-22-6-2417</inkml:trace>
  <inkml:trace contextRef="#ctx0" brushRef="#br1" timeOffset="-43039.558">8783 8367 26750,'0'0'1341,"0"0"-440,0 0-63,0 0-85,0 0-196,0 0-126,28 6-74,176 33 165,-171-36-463,1 1 1,-1 2 0,-1 1 0,1 2-1,16 6-59,-41-12 1,0 0 0,0 1 0,0 0-1,-1 0 1,1 1 0,-1 0 0,0 0 0,0 0-1,-1 1 1,0 0 0,0 0 0,0 1-1,-1 0 1,0 0 0,0 0 0,-1 1 0,1-1-1,-2 1 1,1 0 0,-1 0 0,-1 0-1,1 1 1,-1-1 0,0 2-1,-2 9-13,0 1-1,0-1 1,-2 0 0,-1 0-1,0 0 1,-1 0 0,-1 0-1,-1-1 1,0 0 0,-2 0-1,0-1 1,-1 0 0,0 0-1,-2-1 1,0 0 0,-1-1-1,-2 3 14,-106 147-3635,68-99-6186</inkml:trace>
  <inkml:trace contextRef="#ctx0" brushRef="#br1" timeOffset="-42756.608">9349 9655 30671,'0'0'1408,"0"0"-1048,0 0-32,0 0-328,0 0 0,0 0 0,0 0 0,4-55 0,11 41-408,1 0-4961</inkml:trace>
  <inkml:trace contextRef="#ctx0" brushRef="#br1" timeOffset="-42339.829">6405 9248 28942,'0'0'896,"0"0"-183,0 0-441,0 0 64,0 0 104,195-31-136,-59 21-144,30-2-56,-10 0-40,-31 6-16,-37 4-48,6 2-136,-15 10-448,-9 4-1457</inkml:trace>
  <inkml:trace contextRef="#ctx0" brushRef="#br1" timeOffset="-32683.896">8163 9684 27982,'0'0'784,"0"0"-568,0 0-112,0 0 144,0 0 64,0 0-120,0 0-96,6 113-96,-10-76-296,0 15-536,-1-11-600,1-6-3265</inkml:trace>
  <inkml:trace contextRef="#ctx0" brushRef="#br1" timeOffset="-32425.35">8047 10083 24573,'0'0'2697,"0"0"-1353,0 0-536,0 0-184,0 0-95,0 0-49,0 0-104,177 73-96,-45-87-88,34-10 0,10-1-16,-12 5-48,-37 10-24,-39 10-72,-20 0-32,30 10-224,-14 10-456,-8-7-2265</inkml:trace>
  <inkml:trace contextRef="#ctx0" brushRef="#br1" timeOffset="-30477.935">10350 8840 27190,'0'0'980,"0"0"-64,0 0-228,0 0-193,0 0-121,14-10-110,-7 4-230,104-51 261,438-24 228,-180 29-317,2 15 1,35 16-207,-223 22 47,1 9 0,35 11-47,23 12 86,525 51 30,222-44-943,-918-35-1341,-24-4-4348</inkml:trace>
  <inkml:trace contextRef="#ctx0" brushRef="#br1" timeOffset="-30126.113">14206 9014 27686,'0'0'2063,"1"17"-1590,28 303-96,-22 35 335,-15 0 1,-25 101-713,-8 355 478,36 50-478,5-855 2,1 162 152,22 157-154,-12-277-200,1-119-2745,-11 14-1747</inkml:trace>
  <inkml:trace contextRef="#ctx0" brushRef="#br1" timeOffset="-29875.06">13474 12604 31079,'0'0'656,"-114"79"-432,39-28-168,-12 2 64,6-3-16,-3-7-104,25-11-536,17-21-1585</inkml:trace>
  <inkml:trace contextRef="#ctx0" brushRef="#br1" timeOffset="-29259.551">12856 12797 29302,'0'0'1056,"0"0"-367,0 0-241,169 123-32,-34-102-32,56-21-104,20-16-120,-5-27-128,-49 0-32,-54 13 0,-32 8 0,1-9-408,-11 5-1048,-13-7-4050</inkml:trace>
  <inkml:trace contextRef="#ctx0" brushRef="#br1" timeOffset="-28843.135">13555 9763 28774,'0'0'848,"0"0"-184,0 0-375,0 0 239,-2 186-16,-22-38-160,-3 17-184,1-3-104,9-42-32,10-47-32,7-27-72,0-21-112,7-3-128,25-18-192,-1-4-1105,-2-6-5400</inkml:trace>
  <inkml:trace contextRef="#ctx0" brushRef="#br1" timeOffset="-28543.629">14070 9412 29110,'0'0'980,"21"2"-482,133 28 2,100 53 32,-246-82-526,0 0-1,-1 1 1,1 0 0,0 0-1,-1 1 1,0 0 0,1 0 0,-1 1-1,0 0 1,-1 0 0,1 1-1,-1 0 1,0 0 0,0 0-1,0 1 1,-1-1 0,0 1-1,0 1 1,0-1 0,-1 1-1,0 0 1,0 0 0,1 4-6,4 24 91,-1 1 1,-1 0-1,-3 0 1,0 0-1,-3 1 1,-2 25-92,2-19 59,-1 654 309,-7-581-1318,-3-67-461</inkml:trace>
  <inkml:trace contextRef="#ctx0" brushRef="#br1" timeOffset="-28293.442">13472 10832 29598,'0'0'1913,"0"0"-1681,0 0-88,160 69 104,-16-55 72,40-10-88,5-4-152,-18-4-80,-26-15-96,-34-1-416,-32 2-304,-26 0-1369</inkml:trace>
  <inkml:trace contextRef="#ctx0" brushRef="#br1" timeOffset="-27757.537">14912 8625 28382,'0'0'892,"0"0"-154,0 0-249,0 0-225,30-7 8,315-39 203,164 26-275,0 23 0,233 40-200,-436-14-48,1393 162-449,-1013-61-3032,-556-98-2240</inkml:trace>
  <inkml:trace contextRef="#ctx0" brushRef="#br1" timeOffset="-27460.456">19583 9621 28894,'0'0'640,"7"18"-400,79 206-16,-28 8 225,-10 3-1,-10 2 1,-8 33-449,-4 14 294,-13 1 1,-13 0-1,-22 144-294,-44 356-502,60-676-1101,-2-34-2657</inkml:trace>
  <inkml:trace contextRef="#ctx0" brushRef="#br1" timeOffset="-27209.892">19364 13156 30390,'0'0'1649,"0"0"-1545,0 0-40,116 48-32,-44-33 8,14-7-40,47-8-80,-21 0-424,-16-2-1177</inkml:trace>
  <inkml:trace contextRef="#ctx0" brushRef="#br1" timeOffset="-24592.497">15464 13476 23733,'0'0'712,"0"0"-712,0 0-5617</inkml:trace>
  <inkml:trace contextRef="#ctx0" brushRef="#br1" timeOffset="-24288.564">15081 13286 24093,'0'0'1938,"0"0"-382,0 0-386,-20 5-253,-59 16-163,80-21-736,0 0 1,0 0-1,0 0 0,0 0 1,-1 0-1,1 0 0,0 0 1,0 0-1,0 1 0,0-1 1,0 0-1,0 1 0,0-1 1,0 1-1,0-1 0,0 1 1,-1-1-1,1 1 1,0 0-1,0-1 0,-1 1 1,1 0-1,0 0 0,-1-1 1,1 1-1,-1 0 0,1 0 1,-1 0-1,1 0 0,-1 0 1,0 0-1,1 0 0,-1-1 1,0 1-1,0 0 1,0 0-1,0 0 0,0 0 1,0 0-1,0 0 0,0 0 1,0 0-1,0 0 0,0 0 1,-1 0-1,1 0 0,0 0 1,-1 0-1,1 0 0,-1 0 1,1 0-1,-1 0 1,1-1-1,-1 1 0,0 0 1,1 0-1,-1-1 0,0 1 1,0 0-1,1-1 0,-1 1 1,0-1-1,0 1 0,0-1 1,0 1-1,0-1 0,0 0-18,33 6 134,0-1 0,0-3 0,1 0-1,-1-2 1,1-1 0,11-3-134,-30 3 30,277-49 251,-220 33-343,2 3 0,0 4 1,49-1 61,-17 29-2254,-77 3-1344</inkml:trace>
  <inkml:trace contextRef="#ctx0" brushRef="#br1" timeOffset="-23728.248">14796 13423 27606,'0'0'1080,"0"0"-89,0 0-283,0 0-258,0 0-144,0 0-79,-4 20 14,-38 258 350,-57 975-24,39-204-567,59-1007-14,-2 0 0,-2 0 0,-2-1 0,-2 1 0,-1-2 0,-5 9 14,2-38-1831,4-11-711</inkml:trace>
  <inkml:trace contextRef="#ctx0" brushRef="#br1" timeOffset="-22902.012">7166 17362 28438,'0'0'1167,"0"0"-388,0 0-466,0 0-129,0 0 56,20 0-17,346-1 212,1038-10-158,-398-31-193,-868 34-78,1191-100 247,239-11 67,-778 106-2079,-698 11-1931</inkml:trace>
  <inkml:trace contextRef="#ctx0" brushRef="#br1" timeOffset="-22527.008">14191 16155 29990,'0'0'929,"0"0"-449,0 0-216,0 0 208,8 136 64,-8-26-440,0 38-96,-4 12 0,-14-8 0,-1-22 0,10-37 0,9-4 0,0-28-472,7-26-1929</inkml:trace>
  <inkml:trace contextRef="#ctx0" brushRef="#br1" timeOffset="-21816.181">22226 13024 28566,'0'0'808,"0"0"-320,-61 176-16,39-5 25,4 29-33,3 3-120,2-16-80,4-39-72,3-14-72,6-29-56,0-28-16,0-28-48,0-17 0,13-7-240,24-17-176,-4-6-937,0-6-5024</inkml:trace>
  <inkml:trace contextRef="#ctx0" brushRef="#br1" timeOffset="-21361.759">22827 12965 29750,'258'-27'362,"1"11"-1,197 15-361,-394 3 62,0 3-1,0 2 0,-1 3 1,0 3-1,-1 3 0,0 2 1,44 20-62,-97-35 3,-4-2-2,0 0 0,0 0 0,0 0 0,0 0 1,0 1-1,-1-1 0,1 1 0,0-1 0,-1 1 1,0 0-1,1 0 0,-1 0 0,0 0 0,0 1 1,0-1-1,0 1 0,0-1 0,-1 1 0,1-1 1,-1 1-1,1 0 0,0 3-1,-41 6 57,-93 12 415,129-22-466,1 0-1,-1 1 0,0-1 1,1 1-1,-1-1 0,1 1 0,0 0 1,0 0-1,0 0 0,0 0 1,1 0-1,-1 0 0,1 0 1,0 1-1,0-1 0,0 1 0,0-1 1,1 1-1,-1-1 0,1 1 1,0-1-1,0 1 0,0-1 1,0 1-1,1-1 0,0 1 1,-1-1-1,1 0 0,1 2-5,-1 4 17,5 37 113,2 0 0,2 0 0,3-1 0,15 39-130,-5-14 107,24 66-52,-7 2 0,-6 1 0,-6 2 0,-6 1 1,-6 0-1,-6 17-55,-10-78-2945,0-60-2735</inkml:trace>
  <inkml:trace contextRef="#ctx0" brushRef="#br1" timeOffset="-21079.446">22925 14742 31775,'0'0'672,"0"0"-632,174 12-40,-74-12-24,-5 0 24,8-12 16,-7-4-16,-6 1-376,-5-5-336,-23 6-913,-29-2-2119</inkml:trace>
  <inkml:trace contextRef="#ctx0" brushRef="#br0" timeOffset="-19175.546">1861 9000 25541,'0'0'3476,"0"0"-2349,0 0-672,-22-18-21,-74-51 1,91 66-402,0 0 0,-1 0-1,1 1 1,-1-1 0,0 2 0,0-1-1,0 1 1,0-1 0,0 2 0,0-1-1,0 1 1,-1 0 0,1 0 0,0 0 0,0 1-1,0 0 1,0 0 0,0 1 0,-5 1-33,6-1 15,-25 8 21,1 2 0,0 1 0,1 1 0,1 2 0,0 0 0,-16 15-36,41-30 1,-125 85 81,4 7 0,4 4 0,4 6 0,-76 90-82,136-131 13,2 2 0,4 3 0,2 1-1,3 3 1,4 1 0,2 3 0,4 0 0,3 2 0,-14 60-13,35-105 0,1 1 0,2 0 0,1 1 0,2-1 0,1 1 0,2 0 0,1 0 0,2 0 0,1 0 0,1-1 0,2 1 0,2-1 0,1-1 0,1 1 0,8 13 0,11 3 0,2-1 0,2-2 0,2-1 0,2-2 0,2-1 0,2-2 0,1-2 0,2-2 0,2-2 0,1-2 0,1-2 0,45 20 0,-42-22 0,1-3 0,2-2 0,0-2 0,2-3 0,0-2 0,1-3 0,0-2 0,0-3 0,1-2 0,1-2 0,-1-4 0,0-2 0,0-2 0,0-3 0,0-2 0,4-4 0,28-15 0,-2-4 0,0-3 0,-3-4 0,-1-4 0,-2-4 0,-2-3 0,-3-4 0,-2-2 0,-2-4 0,-3-4 0,11-17 0,-37 36 0,-2-2 0,-2-2 0,-2-1 0,-3-2 0,-2-2 0,-2-1 0,-3-1 0,-2-2 0,-3 0 0,-2-2 0,-3 0 0,-2-1 0,-4-1 0,-1-8 0,-5 29 0,-3 0 0,-1-1 0,-2 0 0,-2 1 0,-2-1 0,-2 1 0,-1 0 0,-2 1 0,-2-1 0,-2 2 0,-10-21 0,0 17-3,-2 2-1,-2 1 1,-2 1 0,-2 1 0,-1 2-1,-1 1 1,-2 1 0,-2 2 0,-1 2-1,-1 1 1,-1 3 0,-2 1 0,0 1-1,-2 3 1,0 2 0,-1 1 0,-1 3-1,-1 1 1,0 3 0,-1 1 0,0 3-1,0 2 1,0 2 0,-1 2 0,1 2-1,0 2 1,-21 6 3,-24 9-685,1 4-1,2 4 1,0 4-1,2 4 1,-58 33 685,9-3-4911</inkml:trace>
  <inkml:trace contextRef="#ctx0" brushRef="#br0" timeOffset="-18695.643">563 12334 18444,'0'0'11730,"0"0"-10921,0 0-401,0 0-88,0 0-104,0 0 144,123-22-112,-31-4-160,7-1-40,8-1-48,-23 10-8,5 6-296,-7 12-336,-25 0-985,-27 6-4376</inkml:trace>
  <inkml:trace contextRef="#ctx0" brushRef="#br0" timeOffset="-18408.07">531 12797 30647,'0'0'640,"0"0"-576,149-21 64,-24-19 192,32-7 16,6-1-136,-17 9-200,-10 5-272,-50 11-408,-20-1-1145</inkml:trace>
  <inkml:trace contextRef="#ctx0" brushRef="#br0" timeOffset="-18129.228">2345 11923 31031,'-2'127'1120,"-24"40"-872,-5 34-88,9-7 48,18-34-208,4-36 0,37-27 0,5-40-456,-11-28-3649</inkml:trace>
  <inkml:trace contextRef="#ctx0" brushRef="#br0" timeOffset="-14199.62">1366 10367 25541,'0'0'1710,"0"0"-510,0 0-439,0 0-79,0 0 20,-11 10-186,-35 30-175,-25-28 229,53-13-433,-164-42 394,124 24-470,-42-11-55,1-5-1,1-4 0,-21-15-5,82 34 0,1 0 0,2-3 0,0-1 0,1-1 0,1-2-1,2-1 1,1-1 0,1-1 0,-21-32 0,18 14 0,2-1 0,3-1 0,2-1 0,2-2 0,2 0 0,3-1 0,2-1 0,3 0 0,2-1 0,2 0 0,3 0 0,2-1 0,4-35 0,7-51 0,7 1 0,5 1 0,7 0 0,39-120 0,-20 107-27,6 3-1,7 1 1,6 4 0,48-75 27,-97 192-3,0 1 1,2 0 0,2 2-1,0 0 1,1 1 0,2 1-1,0 1 1,19-13 2,-6 10 3,2 2-1,1 1 1,1 2-1,1 2 1,1 1-1,0 3 1,1 1-1,1 2 1,0 2-1,12 1-2,113-9 29,-1 8-1,102 10-28,-152 0 5,1329 12 36,-1065-15-41,204-2 0,410 55 0,-831-31 0,92 10-4,161-6 4,77-23-284,-190 47 299,48-40 169,-327 0-173,0 2 1,0 1 0,-1 0-1,-1 2 1,0 1-1,0 1 1,-1 1 0,17 15-12,11 5-4,-35-27 4,-1 1 0,-1 1 0,0 0 0,0 1 0,-1 0 0,0 1 0,-1 0 0,0 1 0,-1 1 0,0 0 0,-1 0 0,-1 1 0,-1 0 0,0 0 0,0 1 0,-2 0 0,0 1 0,-1 0 0,2 11 0,-6 13 0,-1-1 0,-3 0 0,-1 0 0,-1 0 0,-3-1 0,-1 0 0,-2 0 0,-2-1 0,-11 24 0,10-23 0,-2 7 0,-20 47 0,3 1 0,5 2 0,3 1 0,6 1 0,3 1 0,4 0 0,3 87 0,8-183 0,1-1 0,0 1 0,0 0 0,0-1 0,0 1 0,0 0 0,1-1 0,-1 1 0,1 0 0,-1-1 0,1 1 0,0-1 0,0 1 0,0-1 0,0 0 0,1 1 0,-1-1 0,1 0 0,-1 0 0,1 0 0,0 0 0,0 0 0,0 0 0,0 0 0,0-1 0,0 1 0,0-1 0,1 0 0,-1 1 0,0-1 0,1 0 0,-1 0 0,1-1 0,0 1 0,-1 0 0,1-1 0,-1 0 0,1 1 0,0-1 0,-1 0 0,1 0 0,0-1 0,-1 1 0,1 0 0,0-1 0,183-69 0,261-99 0,-335 152-788,-100 13-1265</inkml:trace>
  <inkml:trace contextRef="#ctx0" brushRef="#br0" timeOffset="-13813.78">6159 9657 30927,'0'0'816,"0"0"-568,0 0-152,0 0 224,209 47 40,-1-84-360,35-13 0,9-5 0,-17 10 0,-42 15 0,-25 14 0,-34 16 0,-42 10 0,-41 16-576,-32-3-3769</inkml:trace>
  <inkml:trace contextRef="#ctx0" brushRef="#br0" timeOffset="-7662.157">18090 8597 30326,'0'0'571,"0"0"-329,0 0-162,0 0-18,25-10 64,158-66 31,710-242 1042,-574 175-1198,-6-13 0,-8-14-1,-7-14 1,-8-12 0,187-170-1,-63 11 0,-16-18 0,-16-16 0,-18-17 0,-18-15 0,258-419 0,-363 467 0,-18-11 0,-16-10 0,-17-8 0,-19-8 0,7-78 0,-137 362 0,-5-1 0,-6-2 0,-5-1 0,-7-1 0,-2-47 0,-15 114 0,-1 64 0,0-1 0,0 0 0,1 0 0,-1 0 0,0 1 0,0-1 0,0 0 0,0 0 0,-1 1 0,1-1 0,0 0 0,0 0 0,0 0 0,0 1 0,-1-1 0,1 0 0,0 1 0,-1-1 0,1 0 0,-1 1 0,1-1 0,-1 0 0,1 1 0,-1-1 0,1 1 0,-1-1 0,1 1 0,-1-1 0,0 1 0,1-1 0,-1 1 0,0 0 0,0-1 0,1 1 0,-1 0 0,0 0 0,0-1 0,1 1 0,-1 0 0,0 0 0,0 0 0,1 0 0,-1 0 0,0 0 0,0 0 0,0 0 0,1 0 0,-1 1 0,0-1 0,0 0 0,1 0 0,-1 1 0,0-1 0,1 0 0,-1 1 0,0-1 0,0 1 0,-42 37 0,-32 87-1172,42-63-977</inkml:trace>
  <inkml:trace contextRef="#ctx0" brushRef="#br0" timeOffset="-6933.422">19828 7816 28526,'0'0'895,"0"0"-124,0 0-140,0 0-143,0 0-135,0 0-73,23-5 6,635-107 192,-448 82-466,2 10 0,-1 9 0,2 10-1,-1 8 1,185 32-12,-173-1 0,-3 9 0,-1 9 0,-3 10 0,-4 10 0,-3 9 0,-3 9 0,158 100 0,-204-91 0,-6 6 0,-4 7 0,-5 7 0,-6 6 0,85 104 0,-81-76 0,-8 6 0,-7 6 0,-7 6 0,-8 4 0,-8 6 0,74 180 0,-75-95 0,-99-253 2,-12-36-43,-15-25-1048,-12-15-3624</inkml:trace>
  <inkml:trace contextRef="#ctx0" brushRef="#br0" timeOffset="-3646.272">26685 584 26910,'0'0'2814,"0"0"-1913,-22 18-647,8-8-218,-8 6 39,1 1 0,1 1 0,1 1 1,0 1-1,1 0 0,1 2 0,-2 5-75,-63 116 260,6 4 1,7 2-1,-10 49-260,69-174 12,-57 140 97,-37 147-109,91-241-217,14-70 170,0 1 1,1-1 0,-1 0 0,0 0 0,0 0 0,0 0 0,0 1 0,0-2 0,0 1 0,0 0 0,0 0 0,0 0-1,0 0 1,0-1 0,0 1 0,0 0 0,0-1 0,0 1 0,0-1 0,0 1 0,0-1 0,0 0 0,-1 1 0,1-1-1,0 0 1,0 0 0,-1 1 0,1-1 0,0 0 0,-1 0 0,1 0 0,-1 0 0,1 0 0,-1 0 0,1 0-1,-1 0 1,0 0 0,0 0 0,1 0 0,-1 0 0,0 0 0,0 0 0,0 0 0,0 0 0,0-1 46,1 1-74,26-45-2042</inkml:trace>
  <inkml:trace contextRef="#ctx0" brushRef="#br0" timeOffset="-3381.984">26724 689 29118,'0'122'944,"-4"32"-279,-14 26-321,-4-13-40,2-27-48,5-29-144,2-28-112,2-26-72,-4 2-320,1-12-745,-1-11-1631</inkml:trace>
  <inkml:trace contextRef="#ctx0" brushRef="#br0" timeOffset="-3215.999">26101 1508 28702,'0'0'1056,"0"0"-544,0 0-119,160 6-129,-87-6-136,6 0-128,35-8-160,-18-12-1049,-15-4-3920</inkml:trace>
  <inkml:trace contextRef="#ctx0" brushRef="#br0" timeOffset="-3017.808">26954 1549 29462,'0'0'904,"0"0"-367,-99 160-297,67-89-88,8-2-128,21 4-24,3-20-592,5-19-1505</inkml:trace>
  <inkml:trace contextRef="#ctx0" brushRef="#br0" timeOffset="-2732.319">27322 1344 29134,'0'0'1382,"-7"21"-762,-44 143 119,48-152-709,0 0 0,0 0 0,1 0-1,1 1 1,0-1 0,1 0 0,0 1 0,1-1 0,0 0 0,1 1 0,1-1 0,-1 0 0,2 0-1,0-1 1,0 1 0,1-1 0,1 0 0,0 0 0,1 2-30,16 11-1,-19-22-5,0 1-1,-1 0 1,1 0-1,-1 0 1,0 0-1,0 1 1,0-1-1,-1 1 1,1-1-1,-1 1 1,0 0-1,0 0 1,0 1-1,0-1 1,-1 0-1,1 0 0,-1 1 1,-1-1-1,1 1 1,0-1-1,-1 1 1,0-1 6,-3 1-3,0-1-1,0 0 1,0-1 0,0 1 0,-1-1 0,0 1-1,1-1 1,-1 0 0,0 0 0,-1-1-1,1 1 1,0-1 0,-1 0 0,1 0-1,-1-1 1,0 1 0,0-1 0,0 0 0,-2 0 3,-5 3-19,-16 5-108,-1-2 0,0-1 0,0-1 0,0-1 0,-1-2-1,0-1 1,-12-2 127,37 0-93,1 0-1,-1 0 1,0-1-1,1 0 1,0 0 0,-1 0-1,1 0 1,0-1-1,0 1 1,0-1-1,0 0 1,1-1-1,-1 1 1,1-1-1,0 1 1,0-1-1,0 0 1,0 0-1,1 0 1,-1 0-1,1-1 1,0 1-1,1-1 1,-1 1 0,1-1-1,0 0 1,0 1-1,0-1 1,1 0-1,-1 0 1,1 0-1,0 0 1,1-4 93,-5-53-2736</inkml:trace>
  <inkml:trace contextRef="#ctx0" brushRef="#br0" timeOffset="-2482.419">27042 1480 23317,'0'0'4257,"0"0"-3089,112-47-440,-51 29-272,38-2-456,-18 6-16,-7 5-2776</inkml:trace>
  <inkml:trace contextRef="#ctx0" brushRef="#br0" timeOffset="-2232.964">28482 762 25197,'0'0'5802,"0"0"-5378,-83 136-256,21-16 48,-19 42 176,-4 14-104,1-7-176,12-23-64,19-41-48,14-26-88,17-28-96,11-19-208,11-30-296,13-2-993,9-10-3064</inkml:trace>
  <inkml:trace contextRef="#ctx0" brushRef="#br0" timeOffset="-2231.964">28655 624 29422,'0'0'1025,"2"183"-345,-4-13-296,-15 23-56,-5-11-8,0-30-176,6-50-88,3-27-56,0-20-56,2-11-144,-2-5-192,-11-11-280,0-8-865,2-20-2047</inkml:trace>
  <inkml:trace contextRef="#ctx0" brushRef="#br0" timeOffset="-1965.545">28162 1354 27558,'0'0'2520,"0"0"-2256,0 0 65,129 0-33,-59 0-176,38 2-120,-16 8-256,-11-4-1505</inkml:trace>
  <inkml:trace contextRef="#ctx0" brushRef="#br0" timeOffset="-1800.318">29012 1496 29902,'0'0'905,"0"0"-545,-103 126-208,59-67-64,9 0-88,13 3-96,14-17-1113,8-21-2935</inkml:trace>
  <inkml:trace contextRef="#ctx0" brushRef="#br0" timeOffset="-1597.68">29271 1393 29974,'0'0'833,"0"0"-353,-37 113-144,30-60-16,7-2-160,5-3-104,23-9-56,9-5-16,7-11-80,2-11-88,20-12-216,-11-18-809,-9-9-2919</inkml:trace>
  <inkml:trace contextRef="#ctx0" brushRef="#br0" timeOffset="-1435.572">29545 1443 30262,'0'0'881,"0"0"-345,-123 130-136,75-63-296,2 31-104,15-17-608,14-14-2209</inkml:trace>
  <inkml:trace contextRef="#ctx0" brushRef="#br0" timeOffset="-616.748">26261 2451 28918,'0'0'724,"0"0"-252,0 0-217,0 0 16,25 9 66,93 29-42,111-26 49,-149-14-269,133 5 424,139 22-499,406 57 577,68-32-577,-792-49 0,243 8 0,1-12 0,-1-12 0,24-15 0,-147-6-43,-105-23-2604,-46 28-3633</inkml:trace>
  <inkml:trace contextRef="#ctx0" brushRef="#br0" timeOffset="2836.116">27086 3466 25189,'0'0'869,"0"0"-484,0 0 35,0 0 895,-20 0 123,-60-4-614,76 4-761,0-1 0,0 0 0,0 0 0,0 0-1,0 0 1,0 0 0,1-1 0,-1 0 0,0 0 0,1 0 0,-1 0 0,1-1 0,0 1 0,0-1 0,0 0 0,0 0 0,0 0 0,1 0 0,-1 0-1,1-1 1,0 1 0,0-1 0,0 0 0,0 1 0,1-1 0,-1 0 0,1 0 0,0 0 0,0-1-63,-5-11 113,1 5-69,-33-61 93,37 70-140,-1 1 0,1-1 1,0 1-1,0 0 0,-1 0 1,1 0-1,-1-1 0,1 1 0,-1 0 1,1 1-1,-1-1 0,0 0 1,1 0-1,-1 1 0,0-1 1,1 1-1,-1-1 0,0 1 1,0 0-1,0 0 0,1 0 0,-1 0 1,0 0-1,0 0 0,0 0 1,0 1-1,1-1 0,-1 1 1,0-1-1,1 1 0,-1-1 0,0 1 1,1 0-1,-1 0 0,1 0 1,-1 0-1,1 0 0,-1 0 1,1 1-1,0-1 0,-1 1 3,-11 14-23,2 0-1,0 1 0,1 0 0,1 1 1,0 0-1,1 0 0,1 0 1,1 1-1,1 0 0,0 1 1,2-1-1,0 1 0,1 4 24,-1-2-28,1-1-1,1 0 0,1 0 1,1 1-1,1-1 0,0 0 1,2 0-1,2 8 29,-4-23-5,1 1 0,-1-1-1,1 1 1,0-1 0,0 0 0,1 0-1,0 0 1,0-1 0,0 1 0,1-1-1,0 0 1,0 0 0,0-1 0,0 0-1,1 1 1,0-2 0,0 1 0,0-1-1,0 0 1,0 0 0,1 0 0,-1-1-1,1 0 1,0-1 0,-1 1 0,1-1-1,3 0 6,15-2-70,0 0-1,1-2 0,-1-1 1,0-1-1,-1-1 0,1-1 0,-1-1 1,-1-1-1,1-2 0,-2 0 1,1-1-1,-2-1 0,1-1 0,-2-1 1,0-1-1,15-16 71,17-6-450,183-131-3004,-135 100-547</inkml:trace>
  <inkml:trace contextRef="#ctx0" brushRef="#br0" timeOffset="3451.759">27930 3285 16275,'0'0'4875,"0"0"-1201,0 0-1491,0 0-912,0 0-327,0 0-246,18 5-166,55 17-159,-50-12 83,-23-10-308,-3 3 90,-15 7-225,0 0-1,0 2 1,1 0 0,1 0 0,0 2 0,1 0-1,0 1 1,1 0 0,1 1 0,0 1-1,1 0 1,1 1 0,1 0 0,0 0 0,2 1-1,0 0 1,1 1 0,1 0 0,0 0 0,2 0-1,0 1 1,0 18-13,4-37 2,0 1 0,1-1-1,-1 0 1,0 1 0,1-1 0,-1 0-1,1 0 1,0 1 0,0-1-1,0 0 1,0 0 0,0 0 0,0 0-1,1 0 1,-1 0 0,0 0-1,1-1 1,0 1 0,-1-1 0,1 1-1,0-1 1,0 1 0,0-1 0,0 0-1,0 0 1,0 0 0,0 0-1,0 0 1,1 0 0,-1-1 0,0 1-1,0-1 1,1 1 0,-1-1 0,0 0-1,1 0 1,-1 0 0,2-1-2,95-17 37,196-138-565,-101 39-1119,-193 117 1651,-1 0-1,1 0 1,0-1 0,0 1 0,0 0 0,0 0 0,0 0 0,0 0 0,0 0-1,-1 0 1,1 1 0,0-1 0,0 0 0,0 0 0,0 0 0,0 1 0,-1-1 0,1 1-1,0-1 1,0 1 0,-1-1 0,1 1 0,0-1 0,-1 1 0,1-1 0,0 1-1,-1 0 1,1-1 0,-1 1 0,1 0 0,-1 0 0,1-1 0,-1 1 0,0 0-1,1 0 1,-1 0 0,0 0 0,0-1 0,1 1 0,-1 0 0,0 0 0,0 0-1,0 0 1,0 0 0,0 0 0,0 0 0,-1-1 0,1 1 0,0 0 0,0 0-1,-1 0 1,1 0 0,0 0 0,-1-1 0,1 2-4,6 30 71,1-25-75,1 0 0,0 0 1,0-1-1,0 0 0,0-1 1,1 0-1,0 0 0,0-1 1,1 0-1,-1 0 0,1-1 1,0 0-1,0-1 1,0 0-1,0-1 0,0 0 1,2-1 3,4 3-28,39 6-468,1-2 0,-1-2-1,1-3 1,0-3 0,19-3 496,-65 4 97,0-1 1,0 0 0,0 0 0,0-1 0,0-1 0,-1 1 0,1-2 0,-1 1 0,0-1 0,0-1 0,0 0 0,0 0 0,-1 0-1,0-1 1,0-1 0,0 1 0,-1-1 0,0-1 0,0 1 0,-1-1 0,0 0 0,0 0 0,-1-1 0,0 0 0,-1 0-1,3-6-97,-7 12 27,1 0 0,-1 0 0,0 0-1,0 0 1,0 0 0,0 0-1,0-1 1,-1 1 0,1 0-1,-1 0 1,0 0 0,0 0 0,0 0-1,0 1 1,0-1 0,-1 0-1,0 0 1,1 1 0,-1-1-1,0 1 1,0 0 0,0-1 0,0 1-1,-1 0 1,1 0 0,-1 0-1,1 1 1,-1-1 0,0 0-1,1 1 1,-1 0 0,0 0 0,0 0-1,0 0 1,0 0 0,0 0-1,0 1 1,0-1 0,0 1-1,0 0 1,-1 0 0,1 0 0,0 1-1,0-1 1,0 1 0,0-1-1,0 1 1,-1 1-27,-3 2 16,-1 1 0,1 0 0,0 1 0,0 0 0,0 0-1,1 0 1,0 1 0,0 0 0,1 0 0,0 0 0,0 1 0,0 0 0,1 0 0,1 0-1,-1 0 1,1 1 0,1-1 0,-1 1 0,1 0 0,1 0 0,0 0 0,0 0 0,1-1 0,0 1-1,1 7-15,-1-12 1,0-1-1,1 0 0,-1 0 1,1 0-1,0 0 0,0 0 0,0 0 1,0 0-1,1 0 0,-1 0 1,1 0-1,-1 0 0,1-1 1,0 1-1,0-1 0,1 1 0,-1-1 1,0 0-1,1 0 0,-1 0 1,1 0-1,0 0 0,-1-1 0,1 1 1,0-1-1,0 0 0,0 0 1,0 0-1,0 0 0,0 0 0,1-1 1,-1 1-1,0-1 0,0 0 1,0 0-1,1 0 0,0-1 0,187 3-568,-97-6-618</inkml:trace>
  <inkml:trace contextRef="#ctx0" brushRef="#br0" timeOffset="3949.028">26888 4575 23461,'0'0'2537,"0"0"-1361,0 0-160,0 0-32,0 0-152,0 0-151,-17 140-257,-3-85-144,-2 9-104,5 1-96,4 0-80,13-8-80,15-24-464,22-15-1033,5-18-9873</inkml:trace>
  <inkml:trace contextRef="#ctx0" brushRef="#br0" timeOffset="4249.526">27767 4713 29942,'0'0'873,"0"0"-273,-63 119-224,32-66-104,5 0-168,10-2-104,14-7-120,2-13-192,53-31-360,-1-8-665,3-23-1367</inkml:trace>
  <inkml:trace contextRef="#ctx0" brushRef="#br0" timeOffset="4517.909">28690 4551 26598,'0'0'1256,"0"0"-344,0 133-416,-9-72-72,-4-2-160,13-6-264,0-13-264,0-21-1488</inkml:trace>
  <inkml:trace contextRef="#ctx0" brushRef="#br0" timeOffset="4518.909">29409 4506 5921,'0'0'22709,"0"0"-21061,0 0-943,-20 130-297,1-82-240,-3-1-168,-9 4-296,7-11-1081,0-15-12210</inkml:trace>
  <inkml:trace contextRef="#ctx0" brushRef="#br0" timeOffset="5211.879">25639 3094 29518,'0'0'786,"0"0"-213,0 0-267,-22-1-50,-74 2 16,89 0-252,1 1-1,-1-1 1,0 1 0,0 1 0,1-1 0,0 1 0,-1 0 0,1 1-1,0-1 1,0 1 0,1 1 0,-1-1 0,1 1 0,0 0-1,0 0 1,1 0 0,-1 0 0,1 1 0,0 1-20,-5 4 10,-4 4-41,1 1 0,1 1 1,0 0-1,1 0 1,0 1-1,2 1 0,0-1 1,1 1-1,1 0 1,1 1-1,1 0 0,0 0 1,2 0-1,0 0 1,1 0-1,1 0 0,1 3 31,3-13-20,-1-2-1,2 1 1,-1 0-1,1-1 1,0 0-1,1 0 1,0 0-1,0-1 1,1 0 0,0 0-1,0 0 1,0-1-1,1 0 1,0-1-1,0 0 1,1 0-1,-1 0 1,1-1-1,0-1 1,0 0-1,1 0 1,1 0 20,43 23-112,-48-23 97,1 0-1,-1 1 1,0 0 0,0 0 0,-1 1 0,1-1 0,-1 1 0,0 1 0,0-1 0,-1 1 0,0-1-1,0 1 1,0 0 0,0 1 0,-1-1 0,0 1 0,-1-1 0,1 1 0,-1 0 0,-1 0 0,1 0-1,-1 0 1,0 0 0,-1 0 0,0 1 0,0-1 0,0 0 0,-1 0 0,0 0 0,0 0 0,-2 3 15,-6 18-43,-2 0 0,-1 0 0,-1-1 0,-1-1 0,-1 0 0,-1-1 1,-2-1-1,0 0 0,-4 0 43,22-23 0,-227 242 388,170-174-241,57-67-150,1 0 0,-1-1-1,0 1 1,0 0 0,0-1 0,1 1 0,-1 0 0,1-1 0,0 1 0,-1-1-1,1 1 1,0-1 0,0 1 0,0-1 0,0 1 0,0-1 0,0 0 0,0 1-1,0-1 1,1 0 0,-1 0 0,0 0 0,1 0 0,-1 0 0,1 0-1,-1-1 1,1 1 0,0 0 0,-1-1 0,1 1 0,-1-1 0,1 0 0,0 1-1,0-1 1,-1 0 0,1 0 0,0 0 0,-1 0 0,1 0 0,0-1 0,0 1 3,7 2-29,3 0 44,0 0 0,0 0 1,-1 2-1,1-1 0,-1 1 1,0 1-1,0 0 1,0 1-1,-1 0 0,1 1 1,-2 0-1,1 0 1,-1 1-1,0 0 0,-1 1 1,1-1-1,-2 2 0,1-1 1,-2 1-1,1 1 1,-1-1-1,-1 1 0,0 0 1,0 0-1,-1 0 1,-1 1-1,1-1 0,0 13-15,-1 9-51,-1 0-1,-2 0 1,-1 0-1,-1 1 1,-2-1-1,-2 0 1,-1-1-1,-9 26 52,-6 5-1431</inkml:trace>
  <inkml:trace contextRef="#ctx0" brushRef="#br0" timeOffset="5648.321">24856 5512 29678,'0'0'845,"0"0"-376,39 11-126,46 12-129,2-5 1,0-3 0,67 2-215,951-2 748,-721-17-708,1569-31-40,-1920 32-2,206-1-19,0 10 0,176 31 21,-213 1-2430,-158-30-2986</inkml:trace>
  <inkml:trace contextRef="#ctx0" brushRef="#br0" timeOffset="6546.854">21639 4062 17556,'0'0'0</inkml:trace>
  <inkml:trace contextRef="#ctx0" brushRef="#br0" timeOffset="7018.787">20880 3756 26774,'0'0'2202,"0"0"-1253,0 0-382,0 0-182,0 0-151,35 1 32,143 1 12,1364 15 491,-69 0-426,-1014-6-343,-443-7-224,-42-2-189,-24-2-310,-17 0-870</inkml:trace>
  <inkml:trace contextRef="#ctx0" brushRef="#br0" timeOffset="7348.256">21904 3137 30398,'0'0'549,"0"0"-273,-19 9-192,-227 137 129,-318 259-42,548-392-169,-2-1-2,1 2 1,0 0-1,1 1 0,1 1 1,1 0-1,0 1 1,1 0-1,-2 5 0,14-21 0,0 0 1,0 0-1,0 1 0,0-1 1,1 0-1,-1 0 0,0 1 0,1-1 1,-1 1-1,1-1 0,0 0 1,-1 1-1,1-1 0,0 1 0,0-1 1,0 1-1,0-1 0,0 0 1,0 1-1,0-1 0,0 1 1,1-1-1,-1 1 0,0-1 0,1 0 1,-1 1-1,1-1 0,0 0 1,-1 1-1,1-1 0,0 0 0,0 0 1,0 0-1,0 0 0,0 0 1,0 0-1,0 0 0,0 0 0,1 0 1,-1 0-1,0 0 0,67 12 25,858-12 106,-687 29-1187,-169-5-1426</inkml:trace>
  <inkml:trace contextRef="#ctx0" brushRef="#br0" timeOffset="8115.158">25466 5700 25613,'0'0'2888,"0"0"-1821,0 0-535,-24 14-4,-77 51-25,19 35 93,67-73-494,-141 274 567,146-276-648,1 0 1,2 1-1,0 0 1,2 1-1,1-1 1,1 1 0,1 0-1,1 0 1,1-1-1,2 1 1,3 16-22,1-25 3,0-1-1,1 0 1,1 0 0,0 0 0,1-1-1,1 0 1,1-1 0,0 0-1,1-1 1,0 0 0,1-1-1,1 0 1,12 9-3,79 93-40,-100-108 31,-1 0 0,0 0 0,0 1 0,-1-1 1,0 1-1,-1 0 0,0 0 0,0 0 0,0 0 1,-1 1-1,0-1 0,-1 0 0,0 1 0,0-1 0,-1 0 1,0 0-1,0 1 0,-1-1 0,0 0 0,-1 0 1,1 0-1,-2-1 0,1 1 0,-1-1 0,0 0 1,0 1-1,-1-2 0,0 1 0,-4 4 9,-16 17-18,0-1 0,-1-1 0,-2-1 1,0-1-1,-2-2 0,-2 1 18,-139 87-184,171-109 174,0 0 0,1 0 0,-1 0 1,0 0-1,0 0 0,0 0 0,1 0 0,-1 0 1,1 0-1,-1-1 0,1 1 0,-1 0 0,1 0 1,-1 0-1,1 0 0,0-1 0,-1 1 0,1 0 1,0-1-1,0 1 0,-1-1 0,1 1 0,0-1 1,0 1-1,0-1 0,0 1 0,0-1 0,0 0 0,0 1 1,-1-1-1,1 0 0,0 0 0,0 0 0,0 0 1,0 0-1,0 0 0,0 0 0,0 0 0,0 0 1,0 0-1,0-1 0,0 1 0,0 0 0,0-1 1,0 1-1,0 0 0,0-1 0,0 1 10,12 2-12,-4 1 15,1 0-1,-1 1 1,0 0-1,0 0 1,0 1 0,-1 0-1,0 1 1,0 0-1,0 0 1,0 1-1,-1 0 1,0 0 0,-1 1-1,0 0 1,0 0-1,0 0 1,-1 1-1,-1-1 1,1 1 0,-1 1-1,-1-1 1,0 1-1,0-1 1,1 9-3,2 14 44,-1 1 0,-2-1 0,-1 1 1,-2 0-1,-1 0 0,-6 31-44,1-14 43,-3-1 0,-2 0 0,-2-1 1,-2 0-1,-3-1 0,-1-1 0,-2-1 1,-2 0-1,-2-2 0,-11 12-43,34-52-53,0 0 1,0 1-1,-1-1 1,1 0-1,-1-1 1,0 1-1,0 0 0,0-1 1,0 1-1,0-1 1,0 0-1,-1 0 1,1 0-1,-1-1 1,1 1-1,-1-1 1,0 0-1,0 0 0,1 0 1,-1 0-1,0-1 1,0 0-1,0 0 1,0 0-1,0 0 1,0 0-1,-1-1 53,-23-7-2250</inkml:trace>
  <inkml:trace contextRef="#ctx0" brushRef="#br0" timeOffset="8481.386">21406 7211 27022,'0'0'2720,"0"0"-2296,255 88 65,-16-72 183,50-16-192,13-4-152,-17-19-80,-39 3-120,-14 4-56,-13 2-40,-15-2-32,-13-3-256,-22-11-304,-51 4-849,-37 3-2311</inkml:trace>
  <inkml:trace contextRef="#ctx0" brushRef="#br0" timeOffset="8747.489">23544 7266 30366,'0'0'545,"0"0"-401,122 41-88,-41-21-56,9-2 112,2 1 208,-6 5-152,-14 6-112,-24 9-56,-24 11-16,-24 9-144,-28 8-184,-86 47-336,7-15-665,-7-6-2744</inkml:trace>
  <inkml:trace contextRef="#ctx0" brushRef="#br0" timeOffset="9114.325">21380 9866 10994,'0'0'13835,"0"0"-10161,0 0-2787,0 0-317,26 2-9,114 12-22,72 17-103,256 12 73,1-21 1,160-24-510,-274 0 227,-155 3-207,112 0-48,56-17 28,-356 16-134,1 0 1,0-1 0,-1 0 0,1-1 0,-1-1 0,1 0-1,-1 0 1,0-1 0,0-1 0,0 0 0,-1 0-1,0-2 1,0 1 0,0-1 0,-1-1 0,7-5 133,3-20-2389</inkml:trace>
  <inkml:trace contextRef="#ctx0" brushRef="#br0" timeOffset="9447.557">21856 9568 29358,'0'0'619,"0"0"-332,0 0-161,0 0 16,0 0 25,0 0-23,16 21-59,46 75-41,-60-92-43,0 0 1,-1-1-1,0 1 1,0 0-1,0 0 0,0 0 1,-1 0-1,1 0 1,-1 1-1,0-1 0,0 0 1,-1 0-1,1 0 1,-1 0-1,0 0 0,0 0 1,0 0-1,-1 1-1,-138 333 151,118-285-73,3-13 46,2 2 0,1 0 0,3 1 0,1 1 0,3 0 0,1 0 0,1 9-124,7-48 17,0-1 1,0 0 0,0 0 0,1 0 0,-1 1 0,1-1 0,0 0 0,0 0 0,1 0 0,-1 0-1,1 0 1,0-1 0,0 1 0,0 0 0,1-1 0,-1 1 0,1-1 0,0 0 0,-1 0 0,2 0 0,-1 0-1,0 0 1,0-1 0,1 0 0,0 1 0,-1-1 0,1-1 0,0 1 0,0 0 0,1-1-18,138 20 117,-29-25-183,1-4 0,-1-6-1,-1-4 1,-1-6-1,78-27 67,-68 16-1631,-33 4-2980</inkml:trace>
  <inkml:trace contextRef="#ctx0" brushRef="#br0" timeOffset="12546.402">28984 2389 25798,'0'0'1218,"0"0"-224,0 0-243,-1 24-151,-7 140 251,-30 759 753,-14-284-1086,10-162-89,21 23-429,17-327 1,7 0 0,8 0 0,8-1 0,40 168-1,-27-247 0,-25-115-68,-38-332-2801,16 211 445</inkml:trace>
  <inkml:trace contextRef="#ctx0" brushRef="#br0" timeOffset="12962.963">29111 2821 29470,'0'0'424,"0"0"-13,29-17-60,-21 13-327,27-17 77,0 2 0,2 1 0,0 2 0,0 2-1,2 1 1,20-3-101,268-37 252,2 14 0,1 15 0,11 14-252,-128 2 31,1474-44 244,-594 64-65,-3 48 0,164 68-210,-1217-123 0,63 7 0,-1 5 0,0 3 0,36 17 0,-40 11-567,-63-19-4502,-18-11-12260</inkml:trace>
  <inkml:trace contextRef="#ctx0" brushRef="#br0" timeOffset="13249.632">36733 2810 26078,'75'0'4799,"-32"23"-3768,79 91-1012,-49 37-14,-4 60 73,-37 42 208,4 14 21,-35-181-254,-3 0 1,-5-1-1,-7 30-53,0 8 4,-5 87-4,-13-15 0,6-20 0,-9-20 0,13-29 0,-3-35 0,-7 12-8,29-99-69,1 0 0,-1-1 0,0 1-1,0-1 1,-1 0 0,1 0 0,0 0 0,-1 0 0,0-1 0,0 1 0,0-1-1,0 0 1,0 0 0,0-1 0,-1 1 0,1-1 0,0 0 0,-1 0 0,1 0-1,-1-1 1,1 1 0,-1-1 0,0 0 0,1 0 0,-1-1 0,1 0-1,-4 0 78,-8 1-763,-45-2-3793</inkml:trace>
  <inkml:trace contextRef="#ctx0" brushRef="#br0" timeOffset="13712.944">30485 5634 28366,'11'0'1712,"23"15"-1261,140 41 61,98-42-88,2087 32 878,-723 54-1302,-1112-56 0,-514-43-84,-4-1 31,0-1-1,-1 1 0,1 0 0,0 1 1,-1-1-1,1 1 0,-1 0 0,1 1 0,-1-1 1,0 1-1,1 0 0,-1 0 0,0 1 0,0-1 1,0 1-1,-1 0 0,1 1 0,-1-1 0,1 1 1,-1 0-1,0 0 0,-1 0 0,1 1 1,-1-1-1,0 1 0,0 0 0,0 0 0,0 0 54,-2 12-3339</inkml:trace>
  <inkml:trace contextRef="#ctx0" brushRef="#br0" timeOffset="15296.323">5228 10525 29254,'-249'339'1619,"15"11"0,4 31-1619,183-271 26,48-109-29,-1 0 1,1-1 0,-1 1-1,1 0 1,-1-1 0,1 1-1,-1-1 1,1 1 0,0-1-1,-1 1 1,1-1 0,0 1 0,-1-1-1,1 0 1,0 1 0,0-1-1,0 0 1,-1 0 0,1 0-1,0 1 1,0-1 0,0 0-1,-1 0 1,1 0 0,0 0-1,0 0 1,0-1 0,-1 1 0,1 0-1,0 0 1,0 0 0,0-1-1,-1 1 1,1 0 0,0-1-1,-1 1 1,1-1 0,0 1-1,-1-1 1,1 1 0,0-1-1,-1 1 1,1-1 0,-1 1-1,1-1 1,-1 0 0,1 0 0,-1 1-1,0-1 3,148-145-86,-114 108 66,644-751-426,-657 765 446,1 2 0,1 0 1,0 2-1,2 0 0,1 2 0,0 0 0,1 2 0,23-10 0,-46 25 2,-3 0 0,1 0-1,-1-1 1,1 1 0,0 0 0,-1 1-1,1-1 1,0 0 0,0 0-1,0 1 1,0-1 0,0 1-1,-1-1 1,1 1 0,0 0 0,0 0-1,0 0 1,0 0 0,0 0-1,0 0 1,0 1 0,0-1-1,0 1 1,0-1 0,0 1-1,0 0 1,-1 0 0,1-1 0,0 1-1,-1 0 1,1 1 0,0-1-1,-1 0 1,1 0 0,-1 1-1,0-1 1,1 1 0,-1-1-1,0 1 1,0 0 0,1 1-2,-2 14 23,0-1-1,-1 1 1,0-1 0,-2 1 0,0-1-1,-1 0 1,0 0 0,-1 0 0,-1 0 0,-1-1-1,0 0 1,-1 0 0,-1-1-23,-90 171 165,-9-4-1,-7-6 1,-21 14-165,53-73 39,-497 670-24,715-943-15,-13 14 0,142-164 0,270-240 0,-328 380 0,-202 164 0,0 0 0,1 0 0,-1 0 0,1 0 0,0 1 0,0 0 0,0 0 0,0 0 0,0 1 0,0-1 0,0 1 0,1 1 0,-1-1 0,0 1 0,0-1 0,2 2 0,14 15 0,-18-2 0,0 0 0,-1 1 0,-1 0 0,-1-1 0,0 1 0,-1 0 0,0-1 0,-1 1 0,-1-1 0,0 0 0,-1 0 0,-3 8 0,-36 107 0,-6-1 0,-27 47 0,70-162 0,-591 1237 0,524-1117 0,173-288 0,577-873 0,-603 943 0,-73 85 0,0-1 0,0 1 0,0 0 0,0-1 0,0 1 0,0 0 0,0 0 0,-1 0 0,1-1 0,0 1 0,0 0 0,0 0 0,0 1 0,0-1 0,0 0 0,0 0 0,0 0 0,0 1 0,0-1 0,0 0 0,0 1 0,0-1 0,-1 1 0,1-1 0,0 1 0,0-1 0,0 1 0,-1-1 0,1 1 0,0 0 0,-1 0 0,1-1 0,0 1 0,-1 0 0,1 0 0,-1 0 0,0 0 0,1-1 0,-1 1 0,0 0 0,1 0 0,-1 0 0,0 0 0,0 0 0,0 0 0,0 0 0,0 0 0,0 0 0,0 0 0,0 0 0,0 0 0,0 0 0,0 0 0,-1 0 0,1 0 0,0-1 0,-1 1 0,1 0 0,-1 0 0,1 0 0,-1 0 0,0 0 0,0 31 0,-2 1 0,-1-1 0,-1 0 0,-2 0 0,-2-1 0,0 0 0,-12 23 0,-41 103 0,-7-3 0,-6-2 0,-7-5 0,-66 87 0,31-75 0,181-241-106,-5-2 0,-3-4-1,-4-1 1,-4-3 0,-5-1 0,16-53 106,-25 27 1,-34 119 3,0-1 1,0 0 0,0 0-1,0 1 1,0-1-1,-1 0 1,1 0-1,0 1 1,-1-1 0,1 0-1,0 1 1,-1-1-1,1 1 1,-1-1-1,1 0 1,-1 1 0,1-1-1,-1 1 1,0-1-1,1 1 1,-1 0-1,0-1 1,1 1 0,-1 0-1,0-1 1,1 1-1,-1 0 1,0 0-1,0-1 1,1 1 0,-1 0-1,0 0 1,0 0-1,1 0 1,-1 0-1,0 0 1,0 0 0,1 0-1,-1 1 1,0-1-1,1 0 1,-1 0-1,0 1 1,0-1 0,1 0-1,-1 1 1,0-1-1,1 0 1,-1 1-1,1-1 1,-1 1 0,1-1-1,-1 1 1,1 0-1,-1-1 1,1 1-1,-1-1 1,1 1 0,0 0-1,-1 0 1,1-1-5,-68 81-358,41-46-591</inkml:trace>
  <inkml:trace contextRef="#ctx0" brushRef="#br0" timeOffset="17036.045">27470 2847 28990,'0'0'688,"-29"-15"-206,20 10-449,-14-7 26,0 0 0,-1 2 0,0 0 0,0 2 0,-1 0 0,0 2 0,-1 1 0,1 1 0,-10 0-59,-5 5 94,0 0 0,0 3 0,1 1 0,0 2 0,0 2 0,0 2 1,1 1-1,1 1 0,-25 14-94,-35 22 120,3 3 0,1 5 0,0 6-120,-31 26 76,5 6 0,4 4 1,4 6-1,5 4 0,5 5 1,4 4-1,6 5 0,6 3 0,5 4 1,-35 83-77,72-126 13,5 1 0,3 2 0,5 2 0,3 0 0,4 2 0,0 34-13,15-75 0,3 0-1,2 1 1,2-1-1,3 1 1,2-1-1,2 0 1,3 0 0,2 0-1,2-2 1,2 1-1,3-2 1,5 7 0,0-10 0,2-2 0,2-1 0,2 0 0,2-3 0,2 0 0,1-2 0,2-2 0,2-1 0,1-2 0,2-1 0,1-3 0,25 14 0,3-4 0,1-4 0,1-2 0,2-4 0,2-3 0,0-3 0,1-4 0,69 9 0,-30-13 0,0-5 0,0-5 0,1-5 0,0-5 0,-1-5 0,0-5 0,-1-5 0,-1-6 0,-1-4 0,-2-5 0,-1-5 0,-1-4 0,-3-6 0,-2-4 0,-3-4 0,4-9 0,-9 4 0,-3-4 0,-3-4 0,-3-4 0,-4-4 0,-3-3 0,-3-4 0,-4-3 0,-5-3 0,-3-3 0,-4-2 0,-2-9 0,-33 45 0,-3-1 0,-2 0 0,-3-2 0,-3 0 0,-3-1 0,-2-1 0,-3 1 0,-4-1 0,-2-39 0,-2 31 0,-3 0 0,-4 0 0,-2 1 0,-4 1 0,-3 0 0,-2 1 0,-4 1 0,-3 1 0,-3 1 0,-3 1 0,-2 2 0,-3 1 0,-11-9 0,-1 6 0,-3 1 0,-2 3 0,-3 2 0,-3 3 0,-2 3 0,-3 2 0,-1 3 0,-3 3 0,-2 3 0,-1 3 0,-2 4 0,-2 2 0,-1 4 0,-1 4 0,-1 3 0,-66-10 0,44 21 2,0 5 1,0 4-1,-1 4 0,1 5 0,0 5 1,1 4-1,0 4 0,1 4 1,-70 29-3,-75 35-225,5 11 1,3 10 0,-21 26 224,-122 75-1527,56-12-1855</inkml:trace>
  <inkml:trace contextRef="#ctx0" brushRef="#br0" timeOffset="19757.284">5693 8384 28822,'0'0'728,"-24"-7"-228,15 4-456,-183-34 522,170 38-512,0 0 1,0 2-1,1 0 0,-1 2 1,1 0-1,0 1 1,0 1-1,1 1 0,0 1 1,0 1-1,1 1 1,0 0-1,1 2 0,0 0 1,-10 10-55,-8 11 45,1 1 0,3 1 1,0 2-1,3 1 1,1 2-1,-10 20-45,5-2 74,2 1 0,3 1-1,2 1 1,3 2 0,3 0-1,3 2 1,3 0 0,-1 29-74,9-53 32,3 0 0,1 1-1,2-1 1,2 1 0,2 0 0,2-1 0,1 0 0,2-1 0,3 0 0,1 0 0,1-1-1,3-1 1,19 34-32,-24-51 1,1 0 0,1-1 0,1 0 0,1-1 0,1-1 0,1-1-1,0 0 1,1-2 0,1 0 0,0-1 0,1-1 0,1-1 0,0 0-1,1-2 1,1-1 0,-1-1 0,25 6-1,-16-10 0,0-1 0,1-2 0,-1-1 0,0-2 0,0-1 0,0-2 0,0-1 0,0-1 0,-1-2 0,0-1 0,-1-1 0,0-2 0,0-1 0,10-7 0,38-23 0,-2-3 0,-1-3 0,-3-4 0,36-36 0,-41 34-1,-2-3 1,-3-3-1,-2-3 1,-3-2-1,-3-2 0,-4-3 1,-2-2-1,-4-1 1,8-24 0,-40 73-7,-2-1 0,0 1 0,-2-1 0,-1-1 0,0 0 1,-3 0-1,0 0 0,-1 0 0,-2-1 0,-1 1 0,-1-1 0,-1 1 1,-2 0-1,0 0 0,-2 0 0,-1 0 0,-1 1 0,-2 0 1,0 1-1,-1 0 0,-2 0 0,-12-16 7,1 11 1,-1 2-1,-2 1 1,-1 2-1,-1 0 1,-1 2 0,-1 1-1,0 2 1,-2 1-1,-1 1 1,0 2-1,-1 1 1,0 2 0,-1 1-1,-1 2 1,0 2-1,-19-2 0,6 3 11,0 2 0,-1 3 0,1 1 0,-1 3-1,1 2 1,-1 2 0,1 2 0,1 2-1,0 3 1,1 1 0,0 3 0,-7 6-11,4 0 4,2 3 1,0 2-1,2 2 1,1 2-1,1 2 1,-28 30-5,52-44-9,1 0 0,0 2 1,2 0-1,1 1 0,1 1 0,1 0 1,0 1-1,3 1 0,0 0 0,1 1 1,2 0-1,0 1 0,-3 24 9,8-26-288,0 0 0,2 1 0,1-1 0,1 1 0,1-1 0,2 0 0,0 1-1,2-1 1,1-1 0,8 22 288,10 14-3528</inkml:trace>
  <inkml:trace contextRef="#ctx0" brushRef="#br0" timeOffset="20063.28">6127 9457 26638,'0'0'3801,"0"0"-3441,0 0-208,0 0 0,0 0 272,0 0-56,243 32-160,-67-62-112,17-9-40,-9 2-56,-15 5-88,-29 6-176,-37 11-448,-29 1-2097</inkml:trace>
  <inkml:trace contextRef="#ctx0" brushRef="#br0" timeOffset="20362.116">7208 9219 31543,'159'-26'203,"-1"-7"1,80-31-204,-112 29 56,615-156 500,-605 174-402,-135 17-153,0 0 0,0 0 0,0 1 0,0-1 0,0 0 0,0 1 1,1-1-1,-1 1 0,-1-1 0,1 1 0,0 0 0,0-1 0,0 1 0,0 0 0,0 0 0,-1 0 0,1 0 0,0-1 0,-1 1 0,1 0 0,0 0 0,-1 0 0,1 0 0,-1 1 0,0-1 0,1 0 0,-1 0 0,0 0 0,0 0 0,0 0 0,1 0 0,-1 0 0,0 1 0,-1-1 0,1 0 0,0 0 0,0 0 0,0 0 0,-1 0 0,1 0 0,0 0 0,-1 0 0,1 0 0,-1 0 0,0 0 0,1 0 1,-1 0-1,0 0 0,0 0-1,1 0 0,-7 16 0,0 0 0,-1-1 0,-1 0 0,-1 0 0,0-1 0,-1 0 0,-1-1 0,0 0 0,-1-1 0,0 0 0,-1-1 0,7-5 0,-196 186-483,-8-10-1,-82 47 484,182-151-2106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31:54.464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7978 10182 25061,'0'0'5145,"0"0"-4584,0 0-345,0 0 56,151-4 56,-74 12-128,2 1-144,-2 7-56,10 14-224,-19-5-368,-24-1-1145</inkml:trace>
  <inkml:trace contextRef="#ctx0" brushRef="#br0" timeOffset="271.815">6683 11251 28454,'0'0'2289,"0"0"-2073,140 27-152,86-38 112,72-49 144,39-24-40,-3-7-104,-58 10-48,-35 18-72,-37 16-56,-49 9-88,-52 12-448,-43 7-1281</inkml:trace>
  <inkml:trace contextRef="#ctx0" brushRef="#br0" timeOffset="542.8">8634 10704 26686,'0'109'2928,"0"33"-2576,0 28 88,0 3 81,0-3-81,0-3-176,0-13-136,0-35-64,2-36-40,4-28-24,-6-8-112,0 8-168,0-3-512,-11-11-521,-8-27-5408</inkml:trace>
  <inkml:trace contextRef="#ctx0" brushRef="#br0" timeOffset="856.122">7963 11420 29230,'0'0'748,"0"0"-356,0 0-159,0 0-28,0 0-96,19 12-66,-8-6-42,-1 1-7,1-1 1,0 0-1,0-1 1,0 0-1,1-1 1,0 0-1,-1-1 1,1 0-1,0 0 1,1-2-1,-1 0 1,5 0 5,19-4-111,0-2 0,0-1 0,-1-2 0,0-2 0,-1-1 0,31-14 111,94-26-296,-134 47 225,-21 8 37,-9 5 58,1-1-1,-1 0 1,0 0 0,-1 0 0,0-1 0,-1 1 0,1-1 0,-1-1 0,0 1-1,-1-1 1,0-1 0,-3 3-24,-18 15 82,-186 170 731,184-146-653,62-38-112,-10-14-80,0 0-1,0-1 0,-1-1 0,0-1 1,0-1-1,-1-1 0,0 0 0,16-13 33,-16 11-58,41-23-350,-3-3 0,-1-3-1,-2-2 1,-2-2 0,-2-3-1,19-25 409,52-108-9507,-96 120 1520,-9-2 3302,-1-124 647,-15 76 2501,0 13 844</inkml:trace>
  <inkml:trace contextRef="#ctx0" brushRef="#br0" timeOffset="1138.556">9019 10373 18076,'0'0'6809,"-6"21"-3319,-29 162-1475,34-163-1952,1 0-1,1 1 0,1-1 0,0 0 0,2 0 0,0-1 0,1 1 0,1-1 0,1 0 0,0 0 0,2-1 0,0 0 0,1 0 0,9 10-62,-10-14-53,2 0 0,-1-1 0,2 0 0,0-1 0,0 0 0,1-1 0,1 0 0,13 8 53,-20-16-569,0 1 1,1-1 0,-1 0 0,1 0 0,-1-1-1,1 0 1,0 0 0,0-1 0,0 0-1,0 0 1,0-1 0,6-1 568,10-13-21980,-30 11 20782,-70 37 12001,-205 155 3201,-25 17-9767,73-43-4446,7 10 1,4 13 208,215-180-28,-16 14-121,0 0-1,1 1 1,1 1 0,1 2-1,1 0 1,1 0-1,-10 22 150,19-26-2441</inkml:trace>
  <inkml:trace contextRef="#ctx0" brushRef="#br0" timeOffset="1388.29">8824 11488 27502,'0'0'2808,"0"0"-2663,121 55-113,-62-22-24,5-1-8,41-5-209,-15-11-351,-9-10-1304</inkml:trace>
  <inkml:trace contextRef="#ctx0" brushRef="#br0" timeOffset="2018.155">9914 10383 24925,'0'0'3948,"0"0"-2916,36-5-904,442-29 490,-291 31-313,-185 3-305,0 0 0,0-1-1,1 1 1,-1 0 0,0 0 0,1 0-1,-1 0 1,0 1 0,0-1 0,1 1 0,-1-1-1,0 1 1,0 0 0,0 0 0,0 0 0,0 0-1,0 0 1,0 0 0,0 1 0,0-1 0,0 1-1,-1-1 1,1 1 0,-1-1 0,1 1 0,-1 0-1,0 0 1,1 0 0,-1 0 0,0 0-1,0 0 1,0 0 0,-1 0 0,1 1 0,0-1-1,-1 0 1,0 0 0,1 1 0,-1-1 0,0 0-1,0 0 1,0 1 0,-1-1 0,1 0 0,0 0-1,-1 1 1,1-1 0,-1 0 0,0 0-1,0 0 1,0 1 0,-4 7-2,0-1 0,-1 0 0,0 0 0,0 0 0,-1-1 0,0 0-1,0 0 1,-1-1 0,0 0 0,0 0 0,-1-1 0,-6 4 2,-9 8-1,-11 9 0,16-14 1,1 1 0,1 1 0,0 0 0,1 1 0,0 1-1,1 1 1,1 1 0,13-18 0,-1 1-1,1 0 1,0 0-1,0 0 1,0 0-1,0 0 1,0 0-1,1 0 1,-1 1-1,1-1 1,-1 0-1,1 0 0,0 1 1,0-1-1,0 0 1,0 0-1,0 1 1,1-1-1,-1 0 1,1 0-1,-1 0 1,1 0-1,0 1 1,0-1-1,0 0 1,0 0-1,0 0 1,0-1-1,0 1 1,1 0-1,-1 0 0,1-1 1,-1 1-1,1 0 1,0-1-1,0 0 1,1 2 0,86 37-88,-63-31 41,-5-1 24,99 52-65,-117-58 90,0 0 1,0 1 0,0-1-1,0 1 1,-1 0 0,1 0-1,-1 0 1,0 0-1,0 0 1,0 0 0,0 0-1,0 1 1,-1-1 0,0 1-1,0 0 1,0-1-1,0 1 1,0 0 0,-1 0-1,1-1 1,-1 1 0,0 0-1,0 0 1,-1-1 0,1 1-1,-1 0 1,0 0-1,0-1 1,0 1 0,0-1-1,-1 1 1,1-1 0,-1 1-3,-6 9-15,-1 0 0,-1 0 1,0-1-1,-1 0 1,0-1-1,-1 0 1,0-1-1,0 0 0,-1-1 1,0 0-1,-1-1 1,0-1-1,-1 0 1,-4 1 14,15-6-92,0-1 0,-1 0 1,1 1-1,0-2 0,-1 1 1,1 0-1,-1-1 1,1 0-1,0 0 0,-1 0 1,1-1-1,-1 1 0,1-1 1,0 0-1,-1 0 1,1-1-1,0 1 0,0-1 1,0 0-1,0 0 1,0 0-1,0-1 0,1 0 1,-1 1-1,1-1 0,0 0 1,0 0-1,0-1 1,0 1-1,0-1 0,1 1 1,-1-1-1,1 0 0,0 0 1,0 0-1,1 0 1,-1-1-1,1 1 0,0 0 1,0 0 91,-50-142-3838,28 75-694</inkml:trace>
  <inkml:trace contextRef="#ctx0" brushRef="#br0" timeOffset="2211.89">10256 10505 9922,'0'0'6519,"0"0"2524,-2 26-6254,-52 815 920,-18-213-2928,54-503-777,9 53-197,9-179 182,0 1 0,0-1 0,1 1 1,-1-1-1,0 1 0,0 0 0,1-1 1,-1 1-1,0-1 0,1 1 0,-1 0 0,1-1 1,-1 1-1,1 0 0,-1-1 0,1 1 1,-1 0-1,0 0 0,1-1 0,-1 1 1,1 0-1,0 0 0,-1 0 0,1 0 0,-1 0 1,1 0-1,-1 0 0,1 0 0,-1 0 1,1 0-1,-1 0 0,1 0 0,-1 0 1,1 0-1,-1 0 0,1 0 0,-1 1 1,1-1-1,-1 0 0,1 0 0,-1 1 0,1-1 1,-1 0-1,1 1 0,-1-1 0,0 0 1,1 1-1,-1-1 0,0 1 0,1-1 1,-1 1-1,0-1 0,1 1 0,-1-1 1,0 1-1,0-1 0,0 1 0,0-1 0,1 1 1,-1-1-1,0 1 0,0-1 0,0 1 1,0-1-1,0 1 0,0-1 0,0 1 1,0-1-1,-1 1 11,80-130-3382,-42 39-3246</inkml:trace>
  <inkml:trace contextRef="#ctx0" brushRef="#br0" timeOffset="2412.264">11461 10227 29830,'0'0'1193,"0"0"-1057,-166 138-96,82-65-24,-3 8-16,1 6 0,7 0-248,0 3-441,20-21-991,22-29-2529</inkml:trace>
  <inkml:trace contextRef="#ctx0" brushRef="#br0" timeOffset="3149.699">11349 10531 16740,'0'0'9830,"0"0"-7524,20 0-2085,63 4-109,-81-3-115,0-1 0,-1 1 0,1 0 0,0 0 1,-1 0-1,1 0 0,0 0 0,-1 0 0,1 0 0,-1 0 0,0 0 0,1 1 1,-1-1-1,0 1 0,0-1 0,0 1 0,0-1 0,0 1 0,0 0 0,0-1 0,0 1 1,-1 0-1,1 0 0,-1-1 0,1 1 0,-1 0 0,0 0 0,0 0 0,0 0 1,0 0-1,0-1 0,0 1 0,0 0 0,0 0 0,-1 0 0,1 0 0,-1-1 1,0 1-1,1 0 0,-1 0 0,0-1 0,0 1 0,0 0 0,0-1 0,0 1 1,0-1-1,-1 0 0,1 1 0,-1-1 0,1 0 0,-1 1 3,-21 25-613,-1-2 0,0 0 1,-2-2-1,-1-1 0,0-1 0,-30 17 613,30-20-106,-146 101 1997,173-119-1850,1 0 0,0 0 0,-1 0 0,1 1 1,0-1-1,-1 0 0,1 0 0,0 1 0,-1-1 1,1 0-1,-1 1 0,1-1 0,-1 0 0,1 1 0,-1-1 1,1 1-1,-1-1 0,1 1 0,-1-1 0,0 1 0,1-1 1,-1 1-1,0 0 0,1-1 0,-1 1 0,0-1 0,0 1 1,0 0-1,1-1 0,-1 1 0,0 0 0,0-1 1,0 1-1,0 0 0,0-1 0,0 1 0,0 0 0,0-1 1,-1 1-1,1 0 0,0-1 0,0 1 0,-1 0 0,1-1 1,0 1-1,0-1 0,-1 1-41,388-33 188,-385 32-252,0 1 0,0 0 1,0 0-1,0-1 0,-1 1 0,1 1 1,0-1-1,0 0 0,-1 0 0,1 1 1,-1-1-1,1 1 0,-1-1 0,1 1 0,-1 0 1,0-1-1,0 1 0,0 0 0,0 0 1,0 0-1,0 0 0,0 0 0,-1 0 1,1 0-1,-1 0 0,0 0 0,1 0 1,-1 0-1,0 0 0,0 0 0,0 1 1,0-1-1,-1 0 0,1 0 0,-1 0 1,1 0-1,-1 0 0,0 0 0,0 0 0,1 0 1,-1 0-1,-1-1 0,1 1 0,0 0 1,0 0-1,-1-1 0,1 1 0,-1-1 1,1 1-1,-1-1 0,0 0 0,1 0 1,-3 1 63,-20 25-2362,0-1 0,-3-2 1,0 0-1,-1-2 1,-11 6 2361,18-12-623,-184 130-1912,63-54 3729,20-18 4027,-5-1 5634,84-44-8625,77-28-1582,19-17-596,1-2 0,-2-2-1,-1-3 1,42-25-52,-25 14 1,-7 4-49,33-15-316,-2-3 1,-2-5-1,59-47 364,-60 18-3091,-84 77 2274,0-1 0,0 1 0,-1-1 0,0 0 0,0 0 0,-1-1 0,0 1 0,0-1 0,0 1 0,-1-1 0,0 0-1,0 0 1,-1 0 0,1-7 817,-2 14 197,-1-1 1,1 0-1,0 1 0,-1-1 0,1 0 0,0 1 0,-1-1 0,1 0 0,-1 1 0,1-1 1,-1 1-1,1-1 0,-1 1 0,1-1 0,-1 1 0,0 0 0,1-1 0,-1 1 1,0 0-1,1-1 0,-1 1 0,0 0 0,0 0 0,1 0 0,-1 0 0,0-1 0,0 1 1,1 0-1,-1 0 0,0 0 0,1 1 0,-1-1 0,0 0 0,0 0 0,1 0 0,-1 0 1,0 1-1,1-1 0,-1 0 0,0 1 0,1-1 0,-1 0 0,0 1 0,1-1 1,-1 1-1,1-1 0,-1 1 0,1-1 0,-1 1-197,-12 9 1244,5 3-983,1 1 0,0 0 0,1 0 0,1 1 0,0 0 0,1 0 0,1 0 0,0 1 0,1-1 0,0 1 0,2-1 0,0 1 0,1-1 0,1 9-261,-2-6 197,28 360 1444,-27-365-1605,4 35 42,-3 0-1,-2 1 1,-2-1 0,-1 0 0,-3 0 0,-3 0 0,-1-1 0,-2-1 0,-4 5-78,-27 42-171,42-93 140,0 0-1,-1 0 1,1 0-1,0 0 0,0 0 1,-1 0-1,1 0 1,0 0-1,0-1 1,-1 1-1,1 0 0,0-1 1,0 1-1,0-1 1,-1 1-1,1-1 1,0 0-1,0 1 0,0-1 1,0 0-1,0 0 1,0 0-1,0 0 1,1 0-1,-1 0 0,0 0 1,0 0-1,1 0 1,-1 0-1,1 0 1,-1 0-1,1-1 0,-1 1 1,1 0-1,0 0 1,-1-1-1,1 1 1,0 0-1,0 0 0,0-1 1,0 1-1,0 0 1,0 0-1,1-1 1,-1 1-1,0 0 0,1 0 1,-1-1 31,-1-2-118,-12-52-545,-24-72-2833,-32 22-5352,63 102 9244,1 0 0,-1 0 1,-1 0-1,1 1 0,-1 0 0,1 1 0,-1-1 1,0 1-1,0 0 0,0 1 0,0 0 1,0 0-1,0 0 0,0 1 0,0 0 1,0 0-1,-1 1 0,1 0 0,0 0 0,0 1 1,1 0-1,-6 2-396,-140 77 2399,34 13-2728,69-50-5236,18-13-16021</inkml:trace>
  <inkml:trace contextRef="#ctx0" brushRef="#br0" timeOffset="3322.058">11739 11705 29230,'0'0'856,"0"0"-367,55 100-489,-35-53-665,-5-9-5584</inkml:trace>
  <inkml:trace contextRef="#ctx0" brushRef="#br0" timeOffset="19519.27">2928 10383 5401,'0'0'23133,"0"0"-21541,0 0-1328,112 43-167,-90-25-97,-7-4-633,-11-4-2767</inkml:trace>
  <inkml:trace contextRef="#ctx0" brushRef="#br0" timeOffset="18234.329">317 10055 25798,'0'0'3178,"0"0"-2169,0 0-778,0 0-57,0 0 124,0 0 6,-5 15-135,-63 95-54,-176 100-856,245-210 719,-1-1 0,1 1 0,-1 0 0,0 0 1,1-1-1,-1 1 0,1 0 0,-1 0 1,1 0-1,-1 0 0,1 0 0,-1 0 0,1 0 1,-1-1-1,1 1 0,-1 0 0,1 1 1,-1-1-1,1 0 0,-1 0 0,1 0 0,-1 0 1,1 0-1,-1 0 0,1 1 0,-1-1 1,1 0-1,-1 0 0,0 1 0,1-1 0,-1 0 1,1 1-1,-1-1 0,0 0 0,1 1 1,-1-1-1,0 1 0,1-1 0,-1 0 0,0 1 1,0-1-1,0 1 0,1-1 0,-1 1 1,0-1-1,0 1 0,0-1 0,0 1 0,0-1 1,0 1-1,0-1 0,0 1 0,0-1 1,0 1-1,0-1 0,0 1 0,0-1 0,0 1 1,-1-1-1,1 1 0,0-1 0,0 1 1,0-1-1,-1 0 0,1 1 22,63-6 206,-48 3-309,-10 0 107,1 1-1,-1-1 0,1 1 0,-1 0 1,1 0-1,0 0 0,0 1 0,-1 0 1,1 0-1,0 1 0,0 0 1,-1 0-1,1 0 0,0 0 0,-1 1 1,1 0-1,-1 0 0,0 1 1,0-1-1,0 1 0,0 0 0,0 1 1,0-1-1,-1 1 0,0 0 1,0 0-1,0 0 0,0 0 0,0 1 1,-1 0-1,0 0 0,0 0 0,0 0 1,-1 0-1,0 0 0,0 1 1,1 4-4,2 44 142,-2-1 0,-3 1 0,-2-1 1,-2 1-1,-3-1 0,-2 0 1,-10 32-143,9-36 99,-9 37 62,-13 145 464,33-229-617,-1 0 0,1 1 0,0-1-1,0 0 1,0 0 0,0 0 0,1 0-1,-1 0 1,0 0 0,1 0 0,0 0-1,-1 0 1,1-1 0,0 1 0,0 0-1,0-1 1,0 0 0,0 1 0,0-1-1,0 0 1,0 0 0,1 0-1,-1-1 1,0 1 0,1 0 0,-1-1-1,1 0 1,-1 1 0,0-1 0,1 0-1,-1 0 1,1 0 0,-1-1 0,0 1-1,1-1 1,-1 1 0,1-1 0,-1 0-1,0 0 1,0 0 0,0 0 0,1 0-1,-1 0 1,0-1 0,0 1 0,-1-1-1,1 1 1,0-1 0,0 0 0,-1 1-1,1-1 1,0-2-8,82-117-253,30-107-1996,-67 115-783</inkml:trace>
  <inkml:trace contextRef="#ctx0" brushRef="#br0" timeOffset="18636.286">920 9963 5529,'0'0'18572,"0"0"-14347,0 0-3725,0 0 22,0 0 35,14 19-114,-4-7-362,-6-8-63,0 0 1,0 0-1,-1 0 1,1 0 0,-1 0-1,0 0 1,0 1-1,-1 0 1,0 0-1,1-1 1,-2 1-1,1 0 1,0 1-1,-1-1 1,0 0-1,0 0 1,-1 0 0,1 1-1,-1-1 1,-1 0-1,1 1 1,0-1-1,-1 0 1,0 1-1,-1-1 1,1 0-1,-1 0 1,0 0-19,-360 523 596,344-475-589,21-52-2,-1 0 1,1 0-1,0 0 1,0 0-1,0 0 1,0-1-1,0 0 0,0 1 1,0-1-1,0 0 1,0-1-1,0 1 1,0 0-1,0-1 1,-1 0-1,1 0 1,0 0-1,0 0 0,0 0 1,-1 0-1,1-1-5,344-172-82,-300 149-13,-13 5-96,2 2 0,0 1 0,1 2 0,1 2 0,0 1 0,29-5 191,-66 16 2,1 1-1,-1-1 0,1 0 0,-1 1 0,0-1 0,1 1 0,-1 0 0,1-1 0,-1 1 0,1 0 0,0 0 0,-1 0 0,1 0 0,-1 0 0,1 0 0,-1 0 0,1 1 0,-1-1 0,1 0 0,-1 1 0,1-1 0,-1 1 0,0 0 0,1 0 0,-1-1 0,0 1 0,1 0 0,-1 0 0,0 0 0,0 0 0,0 0 0,0 0 1,0 1-1,0-1 0,0 0 0,0 1 0,-1-1 0,1 0 0,0 1 0,-1-1 0,1 1 0,-1-1 0,1 1 0,-1 1-1,-4 168-451,2-193-1171,-4-6-1704</inkml:trace>
  <inkml:trace contextRef="#ctx0" brushRef="#br0" timeOffset="18936.312">1113 10002 28470,'-1'22'1022,"-4"197"447,10 0 0,22 137-1469,5-229 182,-31-124-178,1 1 1,-1-1 0,1 0-1,0 0 1,0 0 0,0 0 0,1 0-1,-1 0 1,1-1 0,-1 1-1,1-1 1,0 0 0,0 0 0,0 0-1,0 0 1,0 0 0,1 0-1,-1-1 1,1 0 0,-1 0 0,1 0-1,-1 0 1,1 0 0,-1-1-1,1 1 1,0-1 0,-1 0-1,1 0 1,-1-1 0,1 1 0,0-1-1,-1 1 1,2-2-5,5-2 0,0 0 0,-1-1 0,1 0 0,-1-1 0,0 0 0,0-1 0,-1 0 0,0 0 0,0 0 0,-1-1 0,0-1 0,0 1 0,-1-1 0,0 0 0,10-11 0,251-349-3167,-202 267-1284</inkml:trace>
  <inkml:trace contextRef="#ctx0" brushRef="#br0" timeOffset="19187.931">2419 9953 29166,'0'0'1064,"0"0"-383,36 154-305,-23-83 96,0 6-64,-4 0-160,-7 3-136,-2 3-64,0-4-48,-20-6 0,-4-10-136,-2-15-176,-1-19-144,-10-29-280,6 0-777,5-19-2448</inkml:trace>
  <inkml:trace contextRef="#ctx0" brushRef="#br0" timeOffset="19351.132">2001 10525 12131,'0'0'15947,"0"0"-14955,0 0-600,0 0-272,-90 128-120,90-104-504,0-16-3217</inkml:trace>
  <inkml:trace contextRef="#ctx0" brushRef="#br0" timeOffset="32408.302">17252 11645 29678,'0'0'783,"0"0"-360,7-21-198,47-146 441,-41 119-579,-1 0 0,-3-1 1,-3-1-1,-1 1 1,-2-1-1,-3-8-87,1 51 2,-1 1 0,0 0 1,0-1-1,-1 1 0,0 0 1,0-1-1,0 1 0,-1 0 0,0 0 1,0 0-1,0 0 0,-1 0 0,0 1 1,0-1-1,0 1 0,-1 0 1,0 0-1,0 0 0,0 0 0,-1 1 1,1-1-1,-1 1 0,0 0 0,0 1 1,-1-1-1,1 1 0,-1 0 1,1 0-1,-1 1 0,0 0 0,0 0 1,0 0-1,-1 1 0,1 0 0,0 0 1,0 0-1,-1 1 0,1 0 1,0 0-1,-1 1 0,1 0 0,0 0 1,0 0-1,-3 1-2,-10 8-1,1 0 1,0 1-1,1 0 1,0 2-1,1 0 0,1 1 1,0 0-1,0 1 0,2 1 1,0 0-1,0 2 1,-41 47 13,3 3 0,3 2 0,3 2-1,4 1 1,3 3 0,3 1 0,3 1 0,4 2-1,3 1 1,4 1 0,3 1 0,5 0 0,2 1-1,5 0 1,3 27-13,1-100 7,2 0 0,-1 0 0,1 1 0,1-1 0,0 0 0,1 1 0,0-1 1,1 0-1,0 0 0,0 0 0,1-1 0,1 1 0,0-1 0,0 0 0,1 0 0,0-1 0,1 0 0,0 0 0,0 0 0,1-1 0,0 0 0,1-1 0,0 1 0,0-2 0,0 1 0,6 2-7,-2-5 0,0-1 0,1 0 0,-1-1 0,1 0 0,-1-1 0,1 0 0,0-1 0,-1-1 0,1-1 0,0 1 0,-1-2 0,0 0 0,0-1 0,0 0 0,0-1 0,0 0 0,-1-1 0,0 0 0,0-1 0,-1-1 0,1 0 0,-2 0 0,1-1 0,1-3 0,26-24 0,-2-2 0,-1-2 0,-2-2 0,-2 0 0,15-29 0,-6 9 0,-3-2 0,-2-1 0,-3-2 0,-3-1 0,-3-1 0,-3-2 0,-4 0 0,-2-1 0,-3-1 0,-4 0 0,-3-1 0,-3-2 0,-4 72 0,0 3 0,1-1 0,-1 1 0,0-1 0,1 1 0,-1-1 0,0 1 0,0-1 0,0 1 0,0-1 0,-1 1 0,1-1 0,0 1 0,-1 0 0,1-1 0,-1 1 0,1-1 0,-1 1 0,0 0 0,1-1 0,-1 1 0,0 0 0,0 0 0,0 0 0,0-1 0,0 1 0,0 0 0,0 0 0,0 0 0,-1 1 0,1-1 0,0 0 0,-1 0 0,0 0 0,-14 13 0,-30 154 0,26-59 0,4 1 0,4 0 0,6 1 0,6 99 0,2-173 0,2 0 0,1-1 0,1 1 0,2-1 0,1-1 0,2 1 0,1-2 0,2 0 0,5 7 0,-17-33-3,0-1 0,1 1 0,0-1 0,-1 0 0,2 0 0,-1 0 0,1 0 0,0-1 0,0 1 0,0-1 0,0 0 0,1 0 0,-1-1 0,1 1 0,0-1 0,0 0 0,1-1 0,-1 1 0,1-1 0,-1 0 0,1 0 0,0 0 0,-1-1 0,1 0 0,0 0 0,0-1 0,0 0 0,0 0 0,0 0 0,0-1 0,0 1 0,-1-1 0,1-1 0,0 1 0,-1-1 0,1 0 0,0 0 0,-1-1 0,0 0 0,2-1 3,76-121-4076,-49 58-6707</inkml:trace>
  <inkml:trace contextRef="#ctx0" brushRef="#br0" timeOffset="32681.887">18317 12064 30559,'0'0'1064,"-28"104"-624,4-37-88,-2 8 0,8-4-352,5-10 0,11-9 0,2-13 0,13-17-432,9-10-1088,-3-12-4418</inkml:trace>
  <inkml:trace contextRef="#ctx0" brushRef="#br0" timeOffset="34830.581">23653 11241 28046,'0'0'2473,"0"0"-1937,0 0-320,0 0 192,0 0 48,146 91-128,-91-46-96,2 4-160,-2 7-72,-5 3 0,-6 4 0,-6 4-48,-1 10-536,-11-16-720,-8-21-2889</inkml:trace>
  <inkml:trace contextRef="#ctx0" brushRef="#br0" timeOffset="35097.629">24290 11292 23309,'0'0'7554,"0"0"-7058,-149 83-296,53-4-112,-14 29-56,-1 27-32,3-1-176,38-38-921,22-30-3367</inkml:trace>
  <inkml:trace contextRef="#ctx0" brushRef="#br0" timeOffset="32947.977">19185 11440 28102,'0'0'3617,"25"103"-3385,-4-32-232,6 12 0,3-1 272,8 1-56,1-4-128,3-2-88,2-8-104,-7-12-24,11-29-544,-8-18-72,-14-10-1025</inkml:trace>
  <inkml:trace contextRef="#ctx0" brushRef="#br0" timeOffset="33197.319">19687 11450 29478,'0'0'1569,"0"0"-1345,-140 154-152,72-77-48,-4 6 24,2 2-48,6 1-136,-13 19-400,18-24-441,13-22-3047</inkml:trace>
  <inkml:trace contextRef="#ctx0" brushRef="#br0" timeOffset="33484.874">20277 10949 30791,'0'0'548,"21"27"-332,144 178 72,-162-201-267,17 15 27,-1 0 0,-1 2 0,-1 0 0,-1 1 0,-1 1 0,-1 0 0,-1 1 0,-1 0 0,-1 1 0,-1 0 0,-1 1 0,-1 0 0,-2 1 0,4 25-48,-11-29-35,0 0-1,-1 1 0,-1-1 1,-2 0-1,0 0 1,-1-1-1,-1 1 0,-2-1 1,0-1-1,-1 0 1,-1 0-1,-1-1 0,0 0 1,-15 16 35,-9 8-117,-1-2 1,-3-1 0,-1-3-1,-1-1 1,-32 20 116,3-10-47,50-34 54,1 0 0,0 1 0,1 1 1,1 0-1,0 2 0,-11 13-7,27-28 11,0-1-1,0 1 1,0 0 0,1 1-1,-1-1 1,1 0 0,-1 0-1,1 0 1,0 1-1,0-1 1,0 1 0,0-1-1,0 1 1,1-1 0,-1 1-1,1 0 1,0-1 0,-1 1-1,1 0 1,1-1 0,-1 1-1,0 0 1,0-1-1,1 1 1,0-1 0,-1 1-1,1-1 1,0 1 0,0-1-1,1 1 1,-1-1 0,0 0-1,1 0 1,-1 1-1,1-1 1,0 0 0,0-1-1,-1 1 1,1 0 0,1 0-1,-1-1 1,0 1 0,0-1-1,1 0 1,-1 0 0,0 1-1,1-2 1,1 2-11,20 2 23,1 0 0,-1-1 0,1-2 0,0-1 0,-1 0 0,1-2 0,0-1 0,-1-1 0,0-1 1,19-6-24,125-38-175,-3-7 0,70-38 175,-209 83-137,46-20-1204,-10-2-1587</inkml:trace>
  <inkml:trace contextRef="#ctx0" brushRef="#br0" timeOffset="34014.247">21296 9834 27934,'0'0'2363,"1"28"-1701,13 374 255,-12-264-690,-6 0 0,-6 0 1,-8 10-228,2-53-31,16-95 29,0-1 0,0 1 0,0 0 0,-1-1-1,1 1 1,0-1 0,0 1 0,-1-1 0,1 1 0,0 0 0,-1-1 0,1 1 0,0 0-1,-1-1 1,1 1 0,0 0 0,-1 0 0,1-1 0,-1 1 0,1 0 0,-1 0 0,1 0-1,-1-1 1,1 1 0,-1 0 0,1 0 0,0 0 0,-1 0 0,1 0 0,-1 0 0,1 0-1,-1 0 1,1 0 0,-1 0 0,1 0 0,-1 1 0,1-1 0,-1 0 0,1 0 0,-1 0-1,1 1 1,0-1 0,-1 0 0,1 0 0,-1 1 0,1-1 0,0 0 0,-1 1 2,-3-27-72,1 1 1,2-1-1,0 1 1,2-1 0,0 1-1,2-1 1,1 1-1,1 0 1,1 0 0,1 0-1,2-1 72,-5 16-5,0 1-1,0 0 1,1 0-1,1 0 0,-1 1 1,1 0-1,1 0 1,0 0-1,0 1 1,0 0-1,1 0 1,0 1-1,0 0 1,0 0-1,1 1 1,0 0-1,0 1 1,1 0-1,-1 0 1,1 1-1,0 0 1,-1 0-1,1 2 0,1-1 1,-1 1-1,0 0 1,0 1-1,0 0 1,0 1-1,1 0 1,-1 1-1,0 0 1,-1 0-1,1 1 1,1 1 5,-3-2 10,0 1-1,0 0 1,-1 0 0,1 0 0,-1 1 0,0 0 0,0 0 0,0 1 0,0 0-1,-1 0 1,0 1 0,0 0 0,-1 0 0,1 0 0,-1 1 0,-1-1 0,1 1-1,-1 0 1,0 1 0,-1-1 0,0 1 0,0-1 0,0 1 0,-1 0 0,0 0-1,-1 0 1,0 0 0,0 0 0,-1 1 0,0-1 0,0 0 0,-1 0 0,0 0-1,0 1 1,-1-1 0,0 0 0,0-1 0,-1 1 0,0 0 0,-1-1 0,0 0-1,-3 6-9,-25 23 27,-1-1 0,-2-2-1,-1-1 1,-2-2-1,-26 16-26,-44 36-267,34-21-2805,56-47-3746</inkml:trace>
  <inkml:trace contextRef="#ctx0" brushRef="#br0" timeOffset="34299.561">22107 10558 26974,'0'0'4225,"0"0"-3737,0 0-176,0 0 104,0 0-64,22 142-352,-22-82 0,-20 48 0,-6-13-320,0-4-1985</inkml:trace>
  <inkml:trace contextRef="#ctx0" brushRef="#br0" timeOffset="45061.152">24722 15490 7330,'0'0'19026,"0"0"-14659,0 0-4027,30 0-120,-9 0-162,14-1 83,1 2-1,-1 1 1,0 2 0,0 2-1,14 4-140,-21-4 48,0 0 1,0 2-1,-1 2 0,0 0 0,-1 2 0,0 0 1,-1 2-1,0 1 0,-1 1 0,-1 1 0,-1 1 0,0 1 1,-1 0-1,-1 2 0,14 20-48,-28-30 0,-1 1 0,0-1 0,-1 1 0,-1 0 0,0 0 0,0 1 0,-1-1 0,-1 1 0,0-1 0,0 1 0,-2-1 0,1 1 0,-2 0 0,0-1 0,0 0 0,-1 1 0,-4 9 0,-5 12 0,-1-1 0,-2 0-1,-1-1 1,-2-1 0,-12 17 0,-14 15-76,-2-1 0,-3-3 0,-2-1 0,-3-3 0,-37 28 76,57-55-20,-15 12 21,2 3 0,1 1 0,3 3 0,-6 11-1,47-57 1,0 0-1,1 0 1,-1 0 0,0 0 0,1 0 0,-1 0 0,1 1 0,0-1 0,-1 0 0,1 1 0,0 0 0,0-1 0,0 1 0,0 0 0,0-1 0,0 1 0,0 0 0,1 0 0,-1 0-1,1 0 1,-1-1 0,1 1 0,0 0 0,0 0 0,0 0 0,0 0 0,0 0 0,0 0 0,0 0 0,1 0 0,-1 0 0,1 0 0,-1 0 0,1-1 0,0 1 0,0 0-1,-1 0 1,1-1 0,1 1 0,-1 0 0,0-1 0,0 1 0,1-1 0,-1 0 0,0 1 0,1-1 0,-1 0 0,1 0 0,0 0 0,-1 0 0,1 0 0,0 0 0,0 0 0,0-1-1,0 1 1,-1-1 0,1 1 0,0-1 0,0 0 0,0 0 0,0 1 0,0-2 0,0 1 0,0 0 0,2 0-1,94 3 44,0-4 1,0-5-1,0-4 0,0-3 1,12-9-45,99-11 9,-33 4-2171,-133 14-980</inkml:trace>
  <inkml:trace contextRef="#ctx0" brushRef="#br0" timeOffset="44233.381">23216 15956 30062,'0'0'1385,"0"0"-1177,81 134-112,-37-79-56,5-4 64,1-3 48,-2-7-152,11 2-80,-15-11-472,-7-14-1273</inkml:trace>
  <inkml:trace contextRef="#ctx0" brushRef="#br0" timeOffset="44512.128">23756 15691 27822,'0'0'3137,"0"0"-2777,-97 152-104,47-71-168,-7 26-64,-13 39-24,15-24-472,7-12-2113</inkml:trace>
  <inkml:trace contextRef="#ctx0" brushRef="#br0" timeOffset="55558.558">16570 13149 25838,'0'0'2579,"0"0"-1647,0 0-484,0 0 53,0 0-32,19 21-68,59 68-114,-70-78-263,0-1-1,0 0 1,1 0 0,1-1 0,-1 0 0,1 0 0,1-2 0,0 1-1,0-1 1,0-1 0,1 0 0,0 0 0,0-1 0,1-1 0,-1 0 0,1-1-1,0 0 1,0-1 0,0 0 0,0-1 0,0-1 0,0 0 0,1 0-1,-1-2 1,0 1 0,0-2 0,0 0 0,4-2-24,32-12-11,0-3 0,-1-2 0,-1-2 1,-1-2-1,-1-2 0,28-24 11,78-46-238,-144 92 231,0 1 0,0 0-1,1 0 1,-1 0 0,1 1 0,0 0 0,1 1-1,-1 0 1,1 0 0,-1 1 0,1 0 0,0 0-1,0 1 1,0 0 0,0 1 0,0 0 0,0 0-1,-1 1 1,1 0 0,0 0 0,0 1-1,0 1 1,-1-1 0,1 1 0,-1 1 0,0-1-1,2 2 8,95 132 180,-23-22 86,-69-103-242,-1-2 0,1 1 1,1-2-1,0 1 0,1-2 1,-1 0-1,1-1 0,1 0 0,0-2 1,-1 1-1,2-2 0,-1 0 1,0-1-1,1-1 0,-1 0 0,1-2 1,0 1-1,0-2 0,-1 0 1,1-1-1,1-2-24,46-7-54,0-4 0,-1-2 0,-1-3 1,38-18 53,27-13-941,-24 0-1574</inkml:trace>
  <inkml:trace contextRef="#ctx0" brushRef="#br0" timeOffset="36192.253">25943 11367 26262,'0'0'2690,"0"0"-1748,0 0-540,0 0-75,0 0-7,3-17-110,9-108-3,-12 123-202,0-1-1,0 1 1,-1-1-1,1 1 1,-1-1 0,0 1-1,0-1 1,0 1 0,0 0-1,0-1 1,-1 1-1,1 0 1,0 0 0,-1 0-1,0 0 1,1 0-1,-1 0 1,0 1 0,0-1-1,0 1 1,0-1 0,-1 1-1,1 0 1,0-1-1,0 1 1,-1 0 0,1 1-1,-1-1 1,1 0-1,-1 1 1,1-1 0,-1 1-1,1 0 1,-1 0-5,-97 11 46,74 3-43,0 1 0,1 2 1,1 0-1,1 1 0,0 1 1,2 2-1,0 0 0,0 2-3,-64 68 19,4 4 0,5 3-1,4 4 1,-26 52-19,75-118 45,3 1 0,0 0 0,3 2 0,1 0-1,2 1 1,2 0 0,1 1 0,3 1 0,1-1 0,2 1 0,1 1 0,3-1-1,1 0 1,4 14-45,-1-47 7,0 1-1,1-1 0,0 0 1,1 0-1,0 0 0,0-1 1,1 1-1,0-1 1,0-1-1,1 1 0,0-1 1,0 0-1,1-1 0,0 1 1,0-2-1,1 1 1,-1-1-1,1-1 0,0 1 1,1-1-1,-1-1 0,1 0 1,-1 0-1,1-1 1,0 0-1,0-1 0,0 0 1,0 0-1,0-1 0,0-1 1,0 0-1,0 0 0,0 0 1,0-2-1,-1 1 1,3-2-7,13-6-22,1-1-1,-1-2 1,-1-1 0,0 0 0,-1-2 0,-1-1 0,0 0 0,-2-2 0,0 0 0,-1-2 0,6-8 22,18-19-97,-1-2 1,-4-2-1,-1-1 0,-2-2 0,-4-1 1,-1-2-1,-3-1 0,16-54 97,-4-20 63,-34 138 130,-4 676 657,-1-665-929,0-1 1,2 1-1,0 0 1,0-1-1,1 0 1,1 1-1,1-1 1,0-1-1,1 1 1,0-1-1,1 0 1,1 0-1,0-1 1,1 0-1,4 4 79,13 2-1531</inkml:trace>
  <inkml:trace contextRef="#ctx0" brushRef="#br0" timeOffset="36462.986">26677 12208 30030,'0'0'735,"0"0"-243,0 0-118,9 17-74,26 61-136,-32-71-159,-1 0 1,-1 0 0,1 0-1,-1 0 1,-1 1-1,1-1 1,-1 0-1,0 1 1,-1-1 0,0 0-1,0 1 1,0-1-1,-1 0 1,0 0-1,-1 0 1,0 0 0,0-1-1,0 1 1,-3 3-6,3-4 5,-106 188 121,108-191-113,-1-2-5,1 0 1,0 0-1,0 0 0,0 0 1,0 0-1,0 0 1,0 0-1,0 0 1,0 0-1,1 1 0,-1-1 1,0 0-1,1 0 1,-1 1-1,0-1 1,1 0-1,0 1 0,-1-1 1,1 1-1,0-1 1,0 1-1,0-1 1,0 0-1,0 1 0,0-1 1,0 1-1,0-1 1,1 1-1,-1-1 1,0 0-1,1 1 0,-1-1 1,1 0-1,0 1 1,-1-1-1,1 0 1,0 0-1,0 0 0,0 1 1,0-1-1,0 0 1,0 0-1,0 0 0,0-1 1,0 1-1,1 0 1,-1 0-1,0-1 1,1 1-9,34-3-38,-1-2 0,0-1 0,0-2 0,0-2 0,-1-1 0,0-1 0,2-4 38,32-8-322,29-9-639,-16 1-1098</inkml:trace>
  <inkml:trace contextRef="#ctx0" brushRef="#br0" timeOffset="38397.869">31543 12160 29014,'0'0'0</inkml:trace>
  <inkml:trace contextRef="#ctx0" brushRef="#br0" timeOffset="37747.006">29672 10142 26718,'0'0'3080,"2"23"-2349,42 355 89,-37-263-608,-5 1-1,-5-1 1,-5 0-1,-12 48-211,9-94 123,6-122 305,5 32-453,0-1 0,2 1 0,0-1 0,2 1 0,0 0 0,1 0 0,1 0 0,1 1 0,1 0 0,1 0 0,0 1 0,2 0 0,0 1 0,1 0 0,1 0 1,0 2-1,10-9 25,-18 20-5,0 1 1,1 0 0,-1 0 0,1 1-1,0 0 1,0 0 0,0 0 0,0 1-1,1-1 1,-1 1 0,1 1 0,0 0 0,-1 0-1,1 0 1,0 0 0,-1 1 0,1 0-1,0 1 1,0 0 0,-1 0 0,1 0-1,-1 1 1,1-1 0,-1 2 0,1-1 0,-1 1-1,0 0 1,0 0 0,0 1 0,-1-1-1,1 1 1,-1 1 0,0-1 0,3 4 4,10 9-2,-2 0 1,0 0 0,-2 2 0,1-1 0,-2 2-1,-1 0 1,0 1 0,-2 0 0,4 11 1,-8-22 0,-1 1 1,0 0 0,-1 0-1,0 0 1,-1 1-1,0 0 1,-1-1-1,0 1 1,-1 0-1,0 0 1,-1 0 0,0 0-1,-1 0 1,0 0-1,-1-1 1,0 1-1,-1 0 1,-1-1-1,0 0 1,0 0 0,-1 0-1,0 0 1,-1-1-1,-2 4 0,-9 0-7,-1-1 0,-1-1 0,0 0 0,0-1 0,-1-1 0,-1-1 0,1-1 0,-1 0 0,-1-2-1,1-1 1,-1 0 0,-4-1 7,-96 6-2462,92-10-2062</inkml:trace>
  <inkml:trace contextRef="#ctx0" brushRef="#br0" timeOffset="38130.384">30583 10935 29038,'0'0'1861,"0"0"-1371,25 12-276,149 77-9,-168-87-200,-1 0 0,1 1 0,-1-1 0,0 1 0,0 0 0,0 1 0,0-1 0,-1 1 0,1 0 0,-1 0 0,0 0 0,0 1 0,0-1 0,-1 1 0,0 0 0,0 0 0,0 0 0,0 1 0,-1-1 0,0 1 0,0-1 0,0 1 0,-1 0 0,0 0 0,0-1 0,0 1-1,-1 0 1,0 0 0,0 0 0,-1 0 0,1 0 0,-1 0 0,0-1 0,-1 1 0,0 0 0,0-1 0,0 1 0,0-1 0,-1 1 0,0-1 0,-2 3-5,-17 17 19,-2-1 0,-1-1 0,-1-1 0,-1-1 0,-28 16-19,26-18 6,1 1 1,1 1 0,0 2 0,2 0-1,-17 22-6,41-45 6,0 1 0,0 0 0,0-1 0,0 1 0,0 0 0,0 0 0,0-1 0,0 1 0,0 0 0,0 0 0,1 0 0,-1 0 0,0 0 0,1 1 0,-1-1-1,1 0 1,-1 0 0,1 0 0,0 0 0,-1 1 0,1-1 0,0 0 0,0 0 0,0 0 0,0 1 0,0-1 0,0 0 0,0 0 0,0 1 0,0-1 0,1 0 0,-1 0 0,0 0 0,1 1 0,-1-1 0,1 0 0,0 0-1,-1 0 1,1 0 0,0 0 0,0 0 0,-1 0 0,1 0 0,0 0 0,0-1 0,0 1 0,0 0 0,0 0 0,0-1-6,66 9 280,-64-9-282,78-4-57,1-3 0,-2-4 0,1-3 0,43-16 59,-86 22-180,51-13-1035</inkml:trace>
  <inkml:trace contextRef="#ctx0" brushRef="#br0" timeOffset="36713.336">27543 11705 27566,'0'0'3449,"0"0"-3081,0 0-256,99 142 120,-53-87 288,6 2-160,-1 0-224,-3-2-112,-6 1-24,-5-9-24,-6-11-336,8-23-312,-8-13-536,-7 0-2745</inkml:trace>
  <inkml:trace contextRef="#ctx0" brushRef="#br0" timeOffset="36879.644">28071 11695 29374,'0'0'704,"0"0"-520,-129 163-184,77-86 8,-3 22-8,15-18-760,14-20-5257</inkml:trace>
  <inkml:trace contextRef="#ctx0" brushRef="#br0" timeOffset="37263.392">28381 11564 28694,'0'0'1550,"18"18"-1075,214 167 326,-175-149-613,-34-24-164,-1 0 0,-1 2 0,0 1 0,-1 0 0,0 2 0,-2 0 0,0 1 0,-1 1 0,7 10-24,-21-24-1,1 1 1,-1 0-1,-1 0 0,1 0 0,-1 0 0,0 0 0,0 1 1,-1-1-1,0 1 0,0-1 0,0 1 0,-1-1 0,0 1 1,0-1-1,-1 1 0,0-1 0,0 1 0,-1-1 0,1 1 1,-1-1-1,-1 0 0,1 0 0,-1 0 0,0 0 1,0 0-1,-1-1 0,0 0 0,-1 2 1,-140 127-18,128-122 22,-31 23-3,28-22 12,0 1 1,1 1 0,0 1 0,1 0 0,1 1 0,0 1 0,2 1 0,-5 7-14,17-22 11,1-1 1,0 1-1,0-1 1,0 1 0,1-1-1,-1 1 1,1 0-1,0 0 1,0 0-1,0 0 1,0 0 0,1 0-1,0 0 1,0 0-1,0 0 1,0 0-1,0 0 1,1 0-1,0 0 1,0 0 0,0 0-1,0 0 1,1 0-1,-1-1 1,1 1-1,0 0 1,0-1-1,1 0 1,-1 1 0,1-1-1,-1 0 1,1 0-1,0-1 1,0 1-1,0 0 1,1-1-12,12 2 18,0 0-1,0-2 1,1 0-1,-1-1 1,1 0 0,-1-2-1,1 0 1,-1 0-1,1-2 1,-1 0 0,0-1-1,0-1 1,0 0-1,-1-1 1,0 0 0,0-2-1,0 1 1,-1-2-1,0 0 1,0-1-18,377-249-2019,-321 207-179</inkml:trace>
  <inkml:trace contextRef="#ctx0" brushRef="#br0" timeOffset="56321.114">25001 13046 29166,'0'0'655,"0"0"-203,0 0-72,-4 17-16,-8 54-40,18-50-88,13-21-202,0-1-1,0 0 1,-1-2-1,1 0 1,-1-1-1,0-1 1,0-1-1,0 0 1,-1-2-1,0 0 1,0 0-1,-1-2 1,12-9-34,4 1 22,42-24-7,-47 24-21,1 1 1,0 1-1,2 2 1,0 0-1,0 3 1,1 0-1,0 2 0,30-5 6,-56 15-1,1 0 0,-1 0-1,0 1 1,0-1 0,1 1-1,-1 0 1,0 0 0,-1 1-1,1 0 1,0 0 0,-1 0-1,1 0 1,-1 1 0,0-1-1,0 1 1,0 0 0,-1 0-1,0 1 1,1-1 0,-1 1-1,-1-1 1,1 1 0,-1 0-1,0 0 1,0 0 0,0 0-1,-1 1 1,1-1 0,-1 0-1,-1 1 1,1 4 1,22 50 48,-18-53-30,-1 0 1,1-1-1,0 0 0,0 0 0,1 0 0,0-1 1,0 1-1,0-2 0,1 1 0,0-1 0,0 0 1,0 0-1,0 0 0,0-1 0,1 0 0,0-1 1,-1 0-1,1 0 0,0-1 0,0 0 1,0 0-1,0 0 0,0-1 0,6-1-18,16-1 27,0-1 0,0-1 0,-1-1 0,1-2 0,-1-1 0,0-2-27,264-101-1412,-220 79-1221</inkml:trace>
  <inkml:trace contextRef="#ctx0" brushRef="#br0" timeOffset="42319.901">18727 16009 30703,'0'0'696,"0"0"-382,0 0-159,0-20 153,7-135 174,19-115-373,-25 267-109,0-1 0,0 0 0,0 0 0,-1 0 0,0 0 0,0 0 0,0 0 0,0 0 0,0 1 0,-1-1 0,0 0 0,0 0 0,0 0 0,0 0 0,-1 1 0,1-1 0,-1 1 0,0-1 0,0 1 0,0 0 0,0-1 0,-1 1 0,1 0 0,-1 1 0,0-1 0,0 0 0,0 1 0,0 0 0,-1-1 0,1 1 0,0 0 0,-1 1 0,1-1 0,-1 1 0,0-1 0,0 1 0,1 0 0,-1 1 0,0-1 0,0 1 0,0-1 0,0 1 0,0 0 0,0 1 0,0-1 0,0 1 0,1-1 0,-3 2 0,-9 5 0,0 1 0,0 0 0,1 1 0,1 0 0,-1 1 0,1 1 0,1 0 0,0 1 0,1 0 0,0 1 0,1 0 0,-7 11 0,-28 33 0,3 1 0,2 2 0,3 1 0,3 3 0,3 0 0,2 2 0,3 1 0,3 2 0,4 0 0,2 1 0,3 0 0,1 20 0,13-79 0,-4 5 0,2 1 0,0-1 0,1 0 0,0 1 0,1-1 0,1 0 0,1 1 0,0-1 0,1 0 0,1 0 0,0 0 0,1-1 0,1 1 0,1-1 0,0 0 0,1-1 0,0 0 0,1 0 0,0-1 0,9 9 0,-12-16 0,1-1 0,0 0 0,0 0 0,0 0 0,1-1 0,0 0 0,-1-1 0,1 0 0,1 0 0,-1 0 0,0-1 0,1 0 0,-1-1 0,1 0 0,-1 0 0,1-1 0,0 0 0,-1-1 0,1 1 0,-1-2 0,1 1 0,-1-1 0,0-1 0,1 1 0,-1-1 0,0-1 0,-1 1 0,1-1 0,-1-1 0,1 0 0,-1 0 0,-1 0 0,1-1 0,-1 1 0,5-7 0,26-34 0,-2-1 0,-2-2 0,-3-2 0,-1-1 0,-3-1 0,-2-1 0,-3-1 0,-1-1 0,5-34 0,40-152 0,-64 242 0,-1 1 0,0-1 0,0 1 0,1-1 0,-1 0 0,0 1 0,0-1 0,1 1 0,-1-1 0,0 0 0,1 1 0,-1-1 0,1 0 0,-1 1 0,1-1 0,-1 0 0,0 0 0,1 1 0,-1-1 0,1 0 0,-1 0 0,1 0 0,-1 0 0,1 0 0,-1 0 0,1 0 0,-1 0 0,1 0 0,-1 0 0,1 0 0,-1 0 0,1 0 0,-1 0 0,1 0 0,-1 0 0,1-1 0,-1 1 0,1 0 0,-1 0 0,1 0 0,-1-1 0,1 1 0,-1 0 0,0-1 0,1 1 0,-1 0 0,0-1 0,1 1 0,-1-1 0,0 1 0,1-1 0,-1 1 0,0 0 0,0-1 0,0 1 0,1-1 0,-1 1 0,0-1 0,0 1 0,0-1 0,0 1 0,0-1 0,0 0 0,64 296 0,-58-270 0,8 52 0,4-2 0,4 0 0,2-1 0,6 4 0,-28-73-75,-1 0 0,1 0 0,0 0 0,1 0 0,-1 0 0,1 0 0,0-1 0,0 1 0,0-1 0,1 0 0,0 0 0,0 0 0,0-1 1,0 1-1,0-1 0,0 0 0,1 0 0,0 0 0,0-1 0,-1 0 0,1 0 0,1 0 0,-1 0 0,0-1 0,0 0 0,1 0 0,-1 0 0,0-1 0,1 0 0,-1 0 0,0 0 0,1-1 0,-1 1 0,0-1 0,1-1 0,-1 1 0,0-1 0,5-2 75,28-26-4737</inkml:trace>
  <inkml:trace contextRef="#ctx0" brushRef="#br0" timeOffset="42523.025">19687 16246 30206,'0'0'1521,"0"0"-1161,0 116 8,-2-67-56,2 1-312,0-1 0,0 0 0,0 3 0,20-3 0,0-12-1048,-5-19-1937</inkml:trace>
  <inkml:trace contextRef="#ctx0" brushRef="#br0" timeOffset="43862.216">22050 16352 26222,'0'0'3264,"0"0"-2376,0 0-730,16 17 39,50 57 102,-63-71-283,0-1 1,-1 1-1,0 0 1,0 0-1,0 0 1,0 0-1,0 1 0,-1-1 1,1 0-1,-1 1 1,0-1-1,0 1 0,0 0 1,0-1-1,-1 1 1,1 0-1,-1-1 1,0 1-1,0 0 0,-1 0-16,1 9 29,-2 4-20,-1 1-1,-1-1 1,0-1-1,-1 1 0,-1 0 1,-1-1-1,0 0 1,-1-1-1,0 0 0,-7 8-8,-12 26 8,16-28-2,5-12 28,1 0 0,-1 0 0,2 1 0,-1 0 0,1 0 0,1 1 0,0-1 0,0 1 0,1-1 0,0 1 0,1 0 0,0 0 0,1 0 0,0 0-34,2-8 20,1 0 1,-1-1 0,1 1-1,0-1 1,0 0-1,0 0 1,0 0-1,0 0 1,0 0-1,0-1 1,1 1 0,-1-1-1,0 0 1,1 0-1,-1 0 1,1 0-1,0-1 1,-1 1 0,1-1-1,-1 0 1,1 0-1,0-1 1,-1 1-1,1-1 1,1 0-21,6 1 26,18-1-320,1-1 0,-1-2 0,1-1 0,-1-1 0,0-1 0,-1-2 0,0-1-1,0-1 1,-1-1 0,24-16 294,36-20-7793</inkml:trace>
  <inkml:trace contextRef="#ctx0" brushRef="#br0" timeOffset="42879.758">20299 15960 31039,'0'0'712,"0"0"-440,39 130-128,1-69 168,6-2-24,0-2-288,-2-3 0,-7-5 0,-9-8 0,1-11-256,-9-10-552,-7-18-1297</inkml:trace>
  <inkml:trace contextRef="#ctx0" brushRef="#br0" timeOffset="43145.859">20744 15752 30182,'0'0'1097,"-88"121"-921,33-42-104,-4 11-48,9-1-24,4 20-144,13-23-969,11-20-3031</inkml:trace>
  <inkml:trace contextRef="#ctx0" brushRef="#br0" timeOffset="43578.279">21474 16068 30951,'0'0'750,"1"-17"-377,28-446 320,-29 459-698,0-1 1,0 0-1,0 0 1,0 0-1,-1 0 1,0 1-1,0-1 1,0 0-1,-1 1 1,1-1-1,-1 1 0,0-1 1,-1 1-1,1 0 1,-1 0-1,1 0 1,-1 0-1,-1 0 1,1 1-1,0-1 1,-1 1-1,0 0 0,1 0 1,-1 0-1,0 1 1,-1-1-1,1 1 1,0 0-1,-1 0 1,1 1-1,-1-1 1,0 1-1,1 0 0,-1 0 1,0 1-1,0-1 1,0 1-1,1 0 1,-1 0-1,0 1 1,0-1-1,0 1 0,1 0 1,-3 1 4,-5 5-5,0 1 1,1 0-1,0 1 0,1 0 1,0 0-1,0 1 0,1 1 1,0-1-1,1 1 0,0 1 1,1 0-1,-5 9 5,-27 46 10,2 2 0,4 1 1,3 1-1,2 2 0,4 1 0,4 1 1,2 0-1,4 2 0,3 0 0,4 0 0,3 0 1,4 41-11,0-113 3,-1-1 0,1 1 0,0 0 1,1-1-1,-1 1 0,1 0 0,0-1 1,0 1-1,1-1 0,-1 1 0,1-1 1,0 0-1,0 1 0,1-1 0,-1 0 1,1 0-1,0-1 0,0 1 0,0-1 1,0 1-1,0-1 0,1 0 0,0 0 1,0 0-1,-1-1 0,2 1 0,-1-1 1,0 0-1,0 0 0,1-1 0,-1 1 1,1-1-1,-1 0 0,1 0 0,0-1 1,-1 1-1,1-1 0,0 0 0,-1 0 1,1 0-1,2-1-3,5-5 0,0 0 0,0-1 0,-1-1 0,0 1 0,-1-2 0,0 1 0,0-1 0,-1-1 0,0 0 0,0 0 0,-1-1 0,-1 0 0,6-10 0,-6 10 0,223-386-175,-224 388 153,-5 4 17,1 1 0,0 0-1,0 0 1,0 0 0,1 0 0,-1 0 0,1 1 0,0-1 0,0 1 0,0 0 0,1 0 0,-1 0 0,1 0-1,0 1 1,-1-1 0,1 1 0,0 0 0,1 0 0,-1 0 0,0 1 0,0-1 0,2 1 5,7 14 4,0 136 211,-14-105-176,1 439-1408,0-450-876</inkml:trace>
  <inkml:trace contextRef="#ctx0" brushRef="#br0" timeOffset="53108.406">17664 14766 26158,'0'0'3399,"0"0"-2291,0 0-760,-21 14-88,-66 49 83,55-1-12,24 175 116,-37 971-74,26-1001-374,-21 410-15,41-617 0,-1-1 0,1 1 1,0-1-1,-1 1 0,1 0 1,0-1-1,-1 1 0,1-1 1,0 1-1,0 0 0,-1 0 1,1 0-1,0-1 0,0 1 1,-1 0-1,1 0 0,0 0 1,0 0-1,0 0 0,-1 0 1,1 0-1,0 0 1,0 1-1,-1-1 0,1 0 1,0 0-1,0 1 0,-1-1 1,1 0-1,0 1 0,-1-1 1,1 1-1,0-1 0,-1 1 1,1-1-1,-1 1 0,1 0 1,-1-1-1,1 1 0,-1-1 1,1 1-1,-1 0 0,0-1 1,1 1-1,-1 0 0,0 0 1,1-1-1,-1 1 0,0 0 1,0 0-1,0 0 0,0-1 1,0 1-1,0 0 0,0 0 1,0 0-1,0-1 0,0 1 1,0 0-1,-1 0 1,1-1-1,0 1 16,40-60-1214,-13-6-529</inkml:trace>
  <inkml:trace contextRef="#ctx0" brushRef="#br0" timeOffset="53458.829">17680 14596 20564,'0'0'7706,"28"-6"-5830,269-52-1447,299-39 182,3 25 0,83 23-611,779 56 171,-632 6-323,-353-5-1807,-445-8-876</inkml:trace>
  <inkml:trace contextRef="#ctx0" brushRef="#br0" timeOffset="53757.315">22381 14385 29310,'-2'18'611,"-8"124"-98,6 1-1,6 0 1,6-1 0,21 98-513,-23-190 52,52 569 691,-23 533-743,-52-755-1726,17-381-1285</inkml:trace>
  <inkml:trace contextRef="#ctx0" brushRef="#br0" timeOffset="54094.754">17980 17406 30551,'0'0'824,"202"37"-544,58-25-128,80-6 152,48-6 128,15-14-208,-21-4-224,-7 4 0,-27 5 0,-43 9 0,-60 0 0,-52 19 0,-46 19 0,-53-7-48,-43-1-1632</inkml:trace>
  <inkml:trace contextRef="#ctx0" brushRef="#br0" timeOffset="64683.913">20371 17421 18260,'0'0'0,"-175"69"-10514</inkml:trace>
  <inkml:trace contextRef="#ctx0" brushRef="#br0" timeOffset="65159.054">18142 17806 26206,'0'0'950,"-9"-20"-357,-49-142-76,11-78 2241,48 240-2734,-1 0 0,1 0 0,-1 0 0,1 1 0,0-1 0,-1 0-1,1 0 1,-1 0 0,1 0 0,0 0 0,-1 0 0,1 0 0,-1 0 0,1 0 0,0 0 0,-1 0 0,1 0 0,-1-1 0,1 1-1,-1 0 1,1 0 0,0-1 0,-1 1 0,1 0 0,-1 0 0,1-1 0,-1 1 0,0-1 0,1 1 0,-1-1 0,1 1 0,-1 0-1,0-1 1,1 0 0,-1 1 0,0-1 0,1 1 0,-1-1 0,0 1 0,0-1 0,0 1 0,0-1 0,1 0 0,-1 1 0,0-1 0,0 1-1,0-1 1,0 0 0,0 1 0,0-1 0,-1 1 0,1-1 0,0 0 0,0 1 0,0-1 0,0 1 0,-1-1 0,1 1 0,0-1-1,-1 0 1,1 1 0,0 0 0,-1-1-24,14 2-151,160 5 238,1-9 0,0-6 0,-1-9 0,41-14-87,-68 13 30,1492-186-77,-818 102-1213,-642 77-801</inkml:trace>
  <inkml:trace contextRef="#ctx0" brushRef="#br0" timeOffset="45595.848">26388 14149 29814,'0'0'686,"0"0"-313,2 27 13,15 369 777,-20-326-1114,-4 0 0,-2 0 1,-4-1-1,-3-1 0,-2 0 1,-4-1-1,-14 27-49,20-77 0,25-62 0,-4 30-16,1 2 1,1-1-1,1 1 1,0 0-1,0 0 1,2 1-1,-1 0 1,1 1-1,1 0 1,0 1-1,1 0 1,0 0-1,0 1 1,1 1-1,0 0 1,0 1-1,1 1 1,0 0-1,0 0 1,1 1-1,-1 1 1,6 0 15,-13 2 0,1 1 0,0 0-1,-1 1 1,1-1 0,-1 2 0,1-1 0,0 1 0,-1 0 0,1 0 0,-1 1 0,1 0 0,-1 1 0,0-1 0,0 1 0,0 1 0,0-1 0,-1 1 0,0 0 0,1 1 0,-1-1 0,-1 1 0,1 1 0,-1-1 0,0 1 0,0 0 0,0 0 0,-1 0 0,0 1 0,0-1 0,-1 1 0,0 0-1,0 0 1,0 0 0,-1 1 0,0-1 0,-1 1 0,1-1 0,-1 2 0,-1 3 6,-1 0 0,0 0-1,0 0 1,-2 0 0,1 0-1,-1 0 1,-1-1 0,0 1-1,-1-1 1,0 0 0,0-1-1,-1 1 1,-1-1 0,0 0-1,0 0 1,-1-1 0,-3 2-6,-161 132 78,142-122-135,-2-2 0,0-1 0,-1-1 0,0-2 0,-1-1 0,-1-2 0,-6 1 57,-8-11-2059,44-3-1356</inkml:trace>
  <inkml:trace contextRef="#ctx0" brushRef="#br0" timeOffset="45861.374">27118 15287 5577,'0'0'25094,"0"0"-24462,0 0-280,0 0-128,0 116-8,0-86-216,-2 19-152,2-9-448,0-7-1433</inkml:trace>
  <inkml:trace contextRef="#ctx0" brushRef="#br0" timeOffset="46694.26">28841 14285 22237,'0'20'5622,"1"92"-4387,3-24-784,-4 0 0,-4 0 1,-3 0-1,-5 0 0,-3-2 0,-4 1 0,-6 7-451,9-76 252,16-66-208,4 30-83,0 1-1,2 0 0,-1 0 1,2 1-1,0 0 0,1 0 0,1 0 1,0 1-1,1 0 0,1 1 1,0 1-1,1-1 0,0 2 1,1-1-1,1 2 0,0 0 1,0 0-1,1 2 0,0 0 1,1 0-1,0 2 0,0 0 1,1 0-1,0 2 0,0 0 0,0 1 1,0 1-1,1 0 0,11 1 40,-21-1 3,-1 1 0,2 0-1,-1 1 1,0 0 0,0 0-1,0 1 1,1 0-1,-1 0 1,0 1 0,0 0-1,0 1 1,1 0 0,-2 0-1,1 0 1,0 1-1,0 0 1,-1 1 0,0 0-1,1 0 1,-1 1 0,-1-1-1,1 1 1,-1 1-1,0-1 1,0 1 0,-1 0-1,1 1 1,-1-1-1,-1 1 1,1 0 0,-1 0-1,1 3-2,-3-5 24,-1 1-1,0-1 1,0 1 0,0 0-1,0-1 1,-1 1-1,0-1 1,0 1-1,-1 0 1,1-1-1,-1 1 1,0-1-1,-1 1 1,1-1 0,-1 0-1,0 1 1,-1-1-1,1 0 1,-1 0-1,0 0 1,0-1-1,-1 1 1,1-1 0,-1 0-1,0 0 1,0 0-1,0 0 1,-1-1-1,1 1 1,-1-1-1,0-1 1,-2 2-24,-298 98 48,256-66-1436,41-23-813</inkml:trace>
  <inkml:trace contextRef="#ctx0" brushRef="#br0" timeOffset="47011.402">29689 14934 5921,'0'0'19476,"0"0"-15016,0 0-3786,0 0-65,0 0-92,0 0-190,11 16-175,35 52-94,-44-64-59,0-1 1,0 1-1,-1 0 1,1 0 0,-1 0-1,0 0 1,0 0 0,0 0-1,0 0 1,-1 0 0,1 0-1,-1 0 1,0 1-1,-1-1 1,1 0 0,-1 0-1,1 0 1,-1 0 0,-1 2 0,1-3-5,-90 144-43,91-145 56,0-1 0,0 0 0,1 0 0,-1 0 0,0 0 0,1 0 0,0 0 0,-1 0 0,1 0 0,-1 0 0,1 0 0,0 0 0,0-1 0,-1 1 0,1 0 0,0 0 0,0-1 1,0 1-1,0 0 0,0-1 0,0 1 0,0-1 0,0 1 0,0-1 0,0 0 0,0 1 0,0-1 0,0 0 0,1 0 0,-1 0 0,0 0 0,0 0 0,0 0 0,0 0 1,0 0-1,0 0 0,1-1 0,-1 1 0,0 0 0,0-1 0,0 1 0,0-1-8,7 1 44,10 1-138,1-1 1,-1-1-1,0 0 0,1-1 0,-1-1 0,0-1 1,0-1-1,-1 0 0,1-2 0,-1 0 0,0 0 0,-1-2 1,0 0-1,0-1 0,-1 0 0,-1-1 0,4-4 94,12-18-4811</inkml:trace>
  <inkml:trace contextRef="#ctx0" brushRef="#br0" timeOffset="46128.223">27565 14813 31191,'0'0'776,"0"0"-608,132 0-104,-16 2 80,2 0 160,-10-2-184,-14 0-120,-26 0 0,13 0-192,-11 0-528,-24 0-1321</inkml:trace>
  <inkml:trace contextRef="#ctx0" brushRef="#br0" timeOffset="46395.426">27995 14468 30238,'0'0'1081,"-27"125"-897,14-41 64,0 27 216,7-11-40,1 1-296,1-2-128,2-16 0,2-1-176,2-15-400,15-21-656,1-28-1569</inkml:trace>
  <inkml:trace contextRef="#ctx0" brushRef="#br0" timeOffset="62042.297">26460 15952 29582,'0'0'1322,"0"0"-943,0 0-307,0 0 29,0 0 150,18 0 49,271-24 208,-136 3-394,1 7 0,30 6-114,-162 9 2,0 2 0,0 1 0,0 1-1,-1 0 1,0 2 0,0 0 0,0 2 0,-1 0 0,0 1-1,-1 1 1,0 1 0,0 1 0,10 10-2,-8-12 0,1-1 0,-1-1 0,1-2 0,1 0 0,0-1 0,0-1 0,0-1 0,0-1 0,0-1 0,1-1 0,-1-2 0,1 0 0,11-2 0,36 1 0,20 4 0,-37 0 0,-1-2 0,0-2 0,0-3 0,34-7 0,26-19-98,-2-6 0,58-28 98,-45 17-195,-39 15 68,-17 5-157,1 3 1,1 3 0,65-10 283,-122 30 45,1 0 1,0 1-1,0 0 1,0 1-1,-1 1 1,1 0-1,0 1 1,0 1 0,-1 0-1,1 1 1,-1 0-1,0 1 1,-1 0-1,12 7-45,-13-5-60,0-1-1,0-1 0,0 1 1,1-2-1,0 0 0,0 0 1,0-1-1,0-1 0,0 0 1,1 0-1,-1-2 1,1 1-1,-1-1 0,0-1 1,10-2 60,17-15-2865</inkml:trace>
  <inkml:trace contextRef="#ctx0" brushRef="#br0" timeOffset="66655.371">26550 15780 27750,'0'0'628,"0"0"10,0 0-160,0 0-87,0 0 33,23-7-37,191-38 150,1964-251 470,-1491 186-1990,-554 84-1688,-40-3-5191</inkml:trace>
  <inkml:trace contextRef="#ctx0" brushRef="#br1" timeOffset="115424.121">723 14774 27766,'0'0'2446,"0"0"-1709,0 0-542,0 0 40,0 0 151,31 9-3,-22-7-358,33 10 49,0-2 0,1-2 0,0-2-1,36 0-73,-62-5 8,16-3 0,0 3 1,0 0-1,-1 2 0,1 2 0,-1 1 0,0 1 0,-1 2 0,0 1 1,1 2-9,-26-8 0,0-1 0,-1 2 0,1-1 0,-1 1 0,0 0 0,0 0 0,-1 0 0,0 1 1,0-1-1,0 1 0,0 0 0,-1 0 0,0 1 0,0-1 0,-1 0 0,0 1 0,0 0 0,0 0 1,-1-1-1,0 1 0,0 0 0,-1 0 0,0 0 0,0 0 0,0 0 0,-1 0 0,0 0 0,-1 0 1,0 0-1,0-1 0,0 1 0,0-1 0,-1 1 0,-1-1 0,1 0 0,-1 0 0,0 0 0,0-1 1,-2 3-1,-46 55-30,-3-3 0,-2-2 0,-3-2 0,-2-3 1,-2-3-1,-61 36 30,107-75 0,12-8-1,1 0 1,0 0 0,0 0 0,0 1-1,0 0 1,1 0 0,0 0 0,0 0-1,0 1 1,0-1 0,0 1 0,1 0-1,0 0 1,0 0 0,-2 5 0,5-8-1,0 0 1,1-1-1,-1 1 0,0 0 1,1-1-1,-1 1 0,1 0 1,-1-1-1,1 1 0,0 0 1,-1-1-1,1 1 1,0-1-1,0 0 0,0 1 1,0-1-1,1 0 0,-1 1 1,0-1-1,0 0 0,1 0 1,-1 0-1,1 0 1,-1 0-1,1-1 0,-1 1 1,1 0-1,-1-1 0,1 1 1,0-1-1,1 1 1,1 1 0,39 15 17,2-1 0,-1-3 1,2-1-1,0-2 0,0-3 1,16 0-18,-5 0-4,-1 3 0,0 2 1,-1 2-1,11 6 4,-53-15-124,-8-2-30,0 0 0,1 0 1,-1-1-1,1 0 0,-1 0 1,1 0-1,0 0 0,0-1 1,0 0-1,0-1 1,0 1-1,0-1 0,0 0 1,0-1-1,0 1 0,0-1 1,0 0-1,0-1 0,0 1 1,-1-1-1,1-1 1,4-1 153,14-23-5723</inkml:trace>
  <inkml:trace contextRef="#ctx0" brushRef="#br1" timeOffset="115710.156">1874 14991 29446,'0'0'864,"0"0"-359,133 112-201,-69-64 136,-3 1-40,-1 0-224,-10 1-128,-6-3-48,-9-4-88,-11-9-216,-11-22-160,-4-8-721,-9-4-1015</inkml:trace>
  <inkml:trace contextRef="#ctx0" brushRef="#br1" timeOffset="115977.252">2389 14652 27454,'0'0'2704,"0"0"-2335,-90 130-17,46-63 72,-4 6-160,2 0-160,4 2-104,7 0-120,-2 16-352,15-20-937,2-18-5048</inkml:trace>
  <inkml:trace contextRef="#ctx0" brushRef="#br1" timeOffset="116855.668">1334 15030 28710,'0'0'1312,"0"0"-750,21-10-226,0-1-234,2 1-1,-1 1 1,2 2 0,-1 0-1,1 1 1,-1 1 0,2 2-1,18-2-101,48 1 241,0 3 0,0 5 0,47 9-241,-120-10 24,0 1-1,-1 1 0,1 1 0,-1 0 0,0 1 1,-1 1-1,0 1 0,0 0 0,-1 1 1,14 12-24,-23-18 3,-1 1-1,1 0 1,-1 0 0,0 0 0,0 1 0,-1 0-1,1 0 1,-1 0 0,-1 1 0,1-1 0,-1 1-1,0 0 1,-1 0 0,1 0 0,-1 0 0,-1 0-1,0 0 1,0 1 0,0-1 0,-1 0 0,0 1-1,0-1 1,0 1 0,-1-1 0,-1 0 0,1 0-1,-2 3-2,-6 6 1,0 0-1,-2 0 0,0-1 0,0-1 0,-2 0 0,0 0 1,0-2-1,-1 1 0,-1-2 0,0 0 0,0 0 0,-1-2 0,0 0 1,-1-1-1,0 0 0,-10 2 0,4-1 0,0 0 0,-1-2 0,0 0 0,0-2 0,0 0 0,-1-2 0,1-1 0,-1-1 0,-4-1 0,22 0 0,0 0 0,1 0 0,-1-1 0,0 0 0,1-1 0,-1 1 0,0-1 0,1 0 0,0-1 0,-1 1 0,1-1 0,0-1 0,1 1 0,-1-1 0,1 0 0,-1 0 0,1-1 0,0 1 0,1-1 0,-1 0 0,1-1 0,0 1 0,0-1 0,1 0 0,-1 1 0,1-2 0,1 1 0,-1 0 0,1 0 0,0-1 0,0-3 0,-4-19 0,1 0 0,2 0 0,1 0 0,1-1 0,1 1 0,2 0 0,4-23 0,1 18 0,0 0 0,3 1 0,0-1 0,2 2 0,2 0 0,1 0 0,11-15 0,-13 29 0,0 0 0,1 2 0,1 0 0,1 0 0,0 1 0,1 1 0,0 1 0,2 1 0,-1 0 0,1 1 0,1 1 0,0 1 0,0 0 0,1 2 0,0 1 0,0 0 0,0 1 0,1 2 0,0 0 0,0 1 0,4 1 0,-11 1 0,1 0 0,-1 1 0,1 1 0,-1 0 0,0 1 0,1 1 0,-2 0 0,1 1 0,0 1 0,-1 0 0,0 1 0,-1 1 0,1 0 0,-1 0 0,-1 1 0,1 2 0,-5-5 0,0 1 0,0 1 0,0-1 0,-1 1 0,-1 0 0,1 1 0,-1 0 0,-1 0 0,1 0 0,-2 0 0,1 1 0,-1 0 0,-1 0 0,0 0 0,0 0 0,-1 1 0,0-1 0,-1 1 0,0-1 0,-1 1 0,0-1 0,-1 1 0,0 5 0,-6-1 0,0-1 0,-1 0 0,-1 0 0,0-1 0,0 0 0,-1-1 0,-1 0 0,0 0 0,-1-1 0,0-1 0,-1 0 0,0 0 0,0-1 0,-1-1 0,0-1 0,-1 0 0,0 0 0,-11 2 0,-127 49-264,152-58 220,1 1-1,-1-1 1,0 0-1,1 0 1,-1 1 0,0-1-1,0 0 1,1 0 0,-1 0-1,0 0 1,1 0 0,-1 0-1,0 0 1,0 0 0,1 0-1,-1-1 1,0 1-1,1 0 1,-1 0 0,0-1-1,1 1 1,-1 0 0,0-1-1,1 1 1,-1-1 0,1 1-1,-1-1 1,1 1-1,-1-1 1,1 1 0,-1-1-1,1 1 1,-1-1 0,1 1-1,0-1 1,-1 0 0,1 1-1,0-1 1,0 0-1,-1 0 1,1 1 0,0-1-1,0 0 1,0 1 0,0-1-1,0 0 1,0 0 0,0 1-1,0-1 1,0 0-1,0 1 1,0-1 0,1 0 44,-1-1-176,-1-29-4803</inkml:trace>
  <inkml:trace contextRef="#ctx0" brushRef="#br1" timeOffset="155447.129">5146 12286 3089,'0'0'20017,"0"0"-15300,0 0-4145,-20 12-70,-156 81 311,140-79-704,1 2-1,1 1 1,0 1-1,1 2 1,1 1-1,1 2 1,1 1-1,1 1 1,1 2-1,2 1 1,0 1-109,24-27 7,0 1 0,0-1 0,0 1 0,0-1 0,1 1-1,-1 0 1,1 0 0,0 0 0,0 0 0,0 0 0,0 0 0,1 0 0,-1 0 0,1 0 0,-1 0 0,1 1 0,0-1-1,0 0 1,1 0 0,-1 0 0,1 0 0,0 1 0,-1-1 0,1 0 0,0 0 0,1-1 0,-1 1 0,1 0 0,-1 0-1,1 0 1,0-1 0,0 1-7,15 5 48,-1-1 0,1-1 0,0 0 0,0-2 0,1 0 0,-1 0 0,1-2-1,0 0 1,3-1-48,36 5 48,200 35-1523,-233-40-680</inkml:trace>
  <inkml:trace contextRef="#ctx0" brushRef="#br1" timeOffset="155689.266">5451 12365 20380,'0'0'7922,"0"0"-7210,0 0-240,-125 87-64,92-59 80,9-1-239,6 3-161,10-4-56,8-1-32,0-1 0,11-2-8,26 3-232,-4-5-553,-5-4-1551</inkml:trace>
  <inkml:trace contextRef="#ctx0" brushRef="#br1" timeOffset="121359.079">4760 17475 7746,'0'0'17371,"0"0"-13384,0 0-3502,0 0-69,0 0 2,0 0-89,-11-20-148,-36-64-71,46 81-104,0 1 1,0-1-1,0 0 1,0 1 0,-1-1-1,1 1 1,-1-1-1,0 1 1,1 0-1,-1 0 1,0-1 0,0 1-1,0 1 1,-1-1-1,1 0 1,0 0-1,-1 1 1,1 0 0,-1-1-1,1 1 1,-1 0-1,0 0 1,1 0-1,-1 1 1,0-1 0,0 1-1,0-1 1,0 1-1,1 0 1,-1 0-1,0 0 1,0 0 0,0 1-1,0-1 1,0 1-1,1 0 1,-1 0 0,0 0-1,1 0 1,-1 0-1,-1 2-6,-70 76 53,74-78-53,-19 27 17,2 1-1,1 0 1,1 1-1,2 1 1,1 1-1,1-1 1,2 2 0,1-1-1,2 1 1,1 1-1,1-1 1,2 1-1,2 6-16,-1-36 2,1 0 0,0 0 0,0 0-1,0 0 1,1 0 0,-1 1 0,1-1 0,0 0 0,0 0 0,0 0-1,1 0 1,0-1 0,-1 1 0,1 0 0,1-1 0,-1 1 0,0-1-1,1 0 1,0 0 0,0 0 0,0 0 0,0 0 0,0 0 0,0-1-1,1 0 1,-1 1 0,1-1 0,0-1 0,0 1 0,-1 0 0,1-1-1,0 0 1,0 0 0,0 0 0,1 0 0,-1-1 0,0 0 0,0 0-1,0 0 1,0 0 0,4-1-2,10-4 4,0-1 0,0-1 0,-1-1 0,0-1 0,0 0 0,-1-1 0,0 0 0,0-2 0,-2 0 0,1 0 0,-2-1 0,1-1 0,-2 0 0,0-1 0,-1-1 0,0 0 0,-1 0 0,1-6-4,92-164-68,-61 136-1001,-26 37-716</inkml:trace>
  <inkml:trace contextRef="#ctx0" brushRef="#br1" timeOffset="121626.119">5418 17926 29534,'0'0'1457,"0"0"-1153,0 0-16,0 0 288,0 0-192,0 0-240,0 0-128,99 52-16,-73-44-264,-6-1-352,-3-1-1137</inkml:trace>
  <inkml:trace contextRef="#ctx0" brushRef="#br1" timeOffset="121876.691">6547 17153 30615,'0'0'624,"0"0"-512,0 0-88,-9 136 96,0-69 0,3 8-72,-5 6-48,0 8-16,2 0-72,7 25-120,2-21-408,0-20-1153</inkml:trace>
  <inkml:trace contextRef="#ctx0" brushRef="#br1" timeOffset="122158.85">7185 17546 16123,'0'0'12172,"-11"-20"-9419,-52-122-2568,59 128-150,-20-57 30,24 69-69,-1 1 1,1-1-1,-1 1 1,0-1 0,0 1-1,0 0 1,1 0-1,-1-1 1,0 1-1,0 0 1,-1 0-1,1 0 1,0 0 0,0 0-1,-1 0 1,1 1-1,0-1 1,-1 0-1,1 1 1,0-1-1,-1 0 1,1 1 0,-1 0-1,1-1 1,-1 1-1,1 0 1,-1 0-1,0 0 1,1 0-1,-1 0 1,1 0-1,-1 0 1,1 1 0,-1-1-1,1 1 1,-1-1-1,1 1 1,0-1-1,-1 1 1,1 0-1,-1-1 1,0 2 3,-7 8-5,-1 0 1,2 0-1,-1 1 0,1 0 1,1 1-1,0 0 0,1 0 1,0 1-1,1-1 0,-3 12 5,1-5 21,1 0-1,1 0 1,1 1 0,1 0-1,0-1 1,2 1-1,0 18-20,1-33 4,0 1-1,1 0 1,0-1 0,0 1-1,0-1 1,1 1-1,0-1 1,0 1-1,0-1 1,0 0-1,1 0 1,0 0-1,0 0 1,0-1-1,1 1 1,0-1 0,0 0-1,0 0 1,0 0-1,0-1 1,1 1-1,-1-1 1,1 0-1,0 0 1,0-1-1,1 1 1,-1-1 0,0 0-1,1-1 1,-1 1-1,1-1 1,1 0-4,19 4-272,1-1 0,0-1 0,0-1 1,0-2-1,0 0 0,0-2 0,0-1 1,0-1-1,21-7 272,26-9-4332</inkml:trace>
  <inkml:trace contextRef="#ctx0" brushRef="#br1" timeOffset="123425.232">10091 16869 23037,'0'0'6053,"0"0"-4439,0 0-1387,0 0-89,0 0 92,-12-19-69,-39-59-101,49 76-60,0-1 0,0 1 1,0 0-1,0 0 0,0 0 0,-1 0 0,1 0 0,-1 1 0,1-1 1,-1 1-1,1-1 0,-1 1 0,0 0 0,0 0 0,1 0 1,-1 0-1,0 1 0,0-1 0,0 1 0,0 0 0,0 0 0,0 0 1,0 0-1,0 0 0,0 1 0,0-1 0,0 1 0,0 0 1,1 0-1,-1 0 0,0 0 0,0 0 0,1 1 0,-1-1 0,1 1 1,-1 0-1,1 0 0,0-1 0,0 2 0,0-1 0,0 0 1,0 0-1,0 1 0,0-1 0,1 1 0,-1-1 0,1 1 0,0 0 1,0-1-1,0 1 0,0 0 0,0 0 0,-7 13 38,1 1 0,1 0 0,0 0 1,2 0-1,0 1 0,0-1 0,2 1 0,0 0 0,1 0 0,1 8-38,0-24 13,-1 0 1,1 1-1,0-1 0,0 0 0,0 0 0,0 0 0,0 0 0,1 0 0,-1 0 0,1 0 0,-1 0 0,1 0 0,0 0 0,0 0 0,0 0 0,0 0 0,0 0 0,0 0 0,0-1 0,1 1 0,-1 0 0,0-1 0,1 1 0,0-1 0,-1 0 0,1 1 0,0-1 0,0 0 0,0 0 0,-1 0 0,1 0 0,0-1 0,0 1 0,0 0 0,1-1 0,-1 1 0,0-1 0,0 0 0,0 0 0,0 0 0,0 0 0,0 0 0,0 0 0,1-1 0,1 0-13,9-2-40,0-1 1,0-1-1,0 0 1,-1 0-1,1-2 1,-1 1-1,-1-2 0,1 1 1,-1-2-1,0 1 1,-1-2-1,0 1 1,-1-1-1,0-1 0,-1 0 1,0 0-1,0 0 1,-1-1-1,0 0 1,-2-1-1,2-2 40,21-37-2106</inkml:trace>
  <inkml:trace contextRef="#ctx0" brushRef="#br1" timeOffset="122343.79">7901 17340 24061,'0'0'6874,"0"0"-6490,0 0-248,0 0 64,90 117 176,-57-82-160,2 7-144,-4 5-64,-7 4-8,-2 3-288,-9 1-384,-2-14-1161,-9-17-13354</inkml:trace>
  <inkml:trace contextRef="#ctx0" brushRef="#br1" timeOffset="122556.283">8298 17256 29950,'0'0'1393,"0"0"-1265,-72 100-80,37-43 24,-5 11-56,1 6-16,-1 5-264,-10 32-384,11-22-953,3-18-16651</inkml:trace>
  <inkml:trace contextRef="#ctx0" brushRef="#br1" timeOffset="122925.208">8820 17072 20972,'0'0'7906,"18"23"-6259,59 78-1568,-69-90-53,-1 0 0,0 1 0,-1 0-1,0 0 1,-1 1 0,0-1 0,-1 1 0,0 0 0,-1 0 0,-1 0 0,0 1 0,-1-1-1,0 1 1,-1-1 0,-1 1 0,0-1 0,-2 10-26,-3-3-21,-1 0-1,-1 0 1,0-1 0,-1-1 0,-2 1-1,1-1 1,-2-1 0,-1 0 0,0-1-1,-1 0 1,0-1 0,-1-1 0,-1 0-1,0-1 1,-1 0 0,-1-2 0,-7 4 21,-42 37 40,65-51-30,0 0-1,1 0 1,-1 0 0,0 0 0,0 1 0,1-1 0,-1 1 0,1-1 0,-1 1 0,1-1 0,0 1 0,0 0 0,0 0 0,-1 0 0,2 0 0,-1 0 0,0 0 0,0 0 0,1 0 0,-1 0 0,1 0 0,-1 0 0,1 0 0,0 0 0,0 1 0,0-1 0,0 0 0,1 0-1,-1 0 1,0 0 0,1 0 0,-1 0 0,1 0 0,0 0 0,0 0 0,0 0 0,0 0 0,0 0 0,0 0 0,0 0 0,1-1 0,-1 1 0,1-1 0,-1 1 0,1-1 0,0 1 0,-1-1 0,1 0 0,0 0 0,0 0 0,0 0-10,56 30 266,1-4 1,0-2 0,58 15-267,-64-22 31,-51-17-54,118 32-142,-40-37-3067,-54-9-2717</inkml:trace>
  <inkml:trace contextRef="#ctx0" brushRef="#br1" timeOffset="123175.859">9388 16757 30567,'0'0'688,"0"0"-592,-3 108-64,-1-53 24,2 8-56,2 1-72,0 9-568,0-14-1153,6-20-20620</inkml:trace>
  <inkml:trace contextRef="#ctx0" brushRef="#br1" timeOffset="117363.83">4692 15123 9002,'0'0'12405,"0"0"-5903,0 0-5065,0 0-1007,-8-19-40,-27-61-37,16 21-81,19 55-263,0 0-1,0 0 1,-1 1 0,0-1 0,0 0 0,0 1 0,0-1-1,0 0 1,-1 1 0,1 0 0,-1-1 0,0 1 0,0 0-1,0 0 1,-1 0 0,1 0 0,-1 0 0,1 0 0,-1 1-1,0 0 1,0-1 0,0 1 0,0 0 0,-1 0-1,1 1 1,-1-1 0,1 1 0,-1-1 0,1 1 0,-1 0-1,0 0 1,-2 1-9,-2 1 9,1 1 0,-1 0 0,0 1 0,1 0 0,-1 0 0,1 0 0,0 1-1,0 0 1,0 1 0,1-1 0,0 1 0,-1 1 0,2-1 0,-1 1 0,1 0 0,0 0-1,0 0 1,0 1 0,1 0 0,0 0 0,1 0 0,-1 1 0,1-1 0,-1 5-9,-11 19 53,2 0 1,0 1 0,2 0-1,2 1 1,1 0-1,2 1 1,0 0 0,3-1-1,1 2 1,2 22-54,-1-53 9,2 0 1,-1 0-1,0 0 0,1 0 1,-1-1-1,1 1 1,0 0-1,1 0 0,-1-1 1,0 1-1,1-1 1,0 1-1,0-1 0,0 0 1,0 1-1,1-1 1,-1 0-1,1 0 0,0-1 1,0 1-1,0-1 1,0 1-1,0-1 0,0 0 1,1 0-1,-1 0 1,1-1-1,-1 1 0,1-1 1,0 0-1,0 0 1,-1 0-1,1 0 0,0-1 1,0 0-1,0 0 1,0 0-1,0 0 0,0 0 1,-1-1-1,1 1 1,1-1-10,15-3 7,-1-1 1,1 0 0,-1-1 0,0-1 0,-1-1 0,1 0 0,-2-2 0,1 0 0,-1-1 0,0-1-8,25-13-102,32-19-562,-11 6-893</inkml:trace>
  <inkml:trace contextRef="#ctx0" brushRef="#br1" timeOffset="117627.179">5278 15431 28198,'0'0'2192,"0"0"-1727,0 0-153,0 0 128,0 0-224,0 0-216,125 77-184,-97-77-440,-4-2-2097</inkml:trace>
  <inkml:trace contextRef="#ctx0" brushRef="#br1" timeOffset="117943.793">6043 14843 30310,'0'0'673,"0"0"-385,-27 150 88,19-83 128,3 2-288,5-2-168,0-4-48,2-6-176,20-5-288,0-19-600,-4-17-1617</inkml:trace>
  <inkml:trace contextRef="#ctx0" brushRef="#br1" timeOffset="118193.767">6670 14837 30495,'0'0'816,"0"0"-464,-7 150-136,0-81 144,5 2-280,2 22-80,11-18-496,5-18-1097</inkml:trace>
  <inkml:trace contextRef="#ctx0" brushRef="#br1" timeOffset="118442.965">7187 14811 9562,'0'0'22021,"0"0"-21477,0 0-544,103 131 40,-50-86 88,6 2 16,0-1-144,-4 1-64,-7-2-288,2-3-184,-15-14-881,-11-17-2815</inkml:trace>
  <inkml:trace contextRef="#ctx0" brushRef="#br1" timeOffset="118642.695">7636 14764 27422,'0'0'3825,"0"0"-3489,-116 117-280,70-58-56,11 6-16,2 16-336,16-16-1177,3-14-6072</inkml:trace>
  <inkml:trace contextRef="#ctx0" brushRef="#br1" timeOffset="119043.812">7860 14752 16011,'0'0'11858,"0"0"-9020,0 0-2361,0 0-154,0 0-53,0 0 80,28 9-54,1-1-231,145 63 193,-163-65-258,0 0 1,-1 1 0,0 0 0,-1 1 0,0 0-1,0 0 1,0 1 0,-1 0 0,-1 1 0,1-1-1,-2 1 1,1 1 0,-1-1 0,-1 1 0,0 0-1,0 1 1,-1-1 0,-1 1 0,0 0-1,-1 0 1,0 0 0,0 0 0,-1 0 0,-1 0-1,0 0 1,-1 0 0,-1 5-1,-5 9 0,-1 0 0,-2 0 0,0-1 0,-2 0 0,0-1 0,-2 0 0,-1-1 0,0-1 0,-2 0 0,-1-1 0,0-1 0,-1-1 0,-2 0 0,-11 7 0,-105 56 0,182-79 0,7-3-125,114 1-933,-1-7 1,81-17 1057,-177 10-3105</inkml:trace>
  <inkml:trace contextRef="#ctx0" brushRef="#br1" timeOffset="119859.939">8892 13813 24309,'0'0'5969,"0"0"-5312,0 0-201,-20 115 32,16-60 8,4 8-208,0 4-184,0 4-104,0 2 0,0-2 0,0 0 0,0-6-336,7-4-392,6-17-889,-2-24-4128</inkml:trace>
  <inkml:trace contextRef="#ctx0" brushRef="#br1" timeOffset="120126.514">9624 13878 16892,'0'0'14091,"0"0"-13387,-13 182-264,-7-66-88,3 28-176,4-19-176,2-25-1008</inkml:trace>
  <inkml:trace contextRef="#ctx0" brushRef="#br1" timeOffset="142338.71">8627 14918 27334,'0'0'2211,"0"0"-1418,0 0-414,0 0 27,0 0-58,9-17-119,31-52-72,-37 64-135,1 1 0,1 0 0,-1 0-1,1 0 1,-1 1 0,1 0-1,0 0 1,0 0 0,0 0-1,1 1 1,-1 0 0,1 0-1,-1 0 1,1 1 0,0 0-1,-1 0 1,1 0 0,0 1 0,0 0-1,0 0 1,-1 0 0,1 1-1,0 0-21,7-1 58,566-18 295,-510 11-353,0 4 0,0 2 0,1 3 0,-1 3 0,52 11 0,-46 0 0,1-4 0,0-3 0,67-1 0,-152-8-208,-7-4-832</inkml:trace>
  <inkml:trace contextRef="#ctx0" brushRef="#br1" timeOffset="151401.07">4024 16261 25798,'0'0'3650,"0"0"-2465,0 0-771,0 0-105,0 0-30,8-6-33,22-8-184,1 1 0,0 2-1,0 0 1,1 2 0,1 2-1,0 1 1,0 1-1,0 2 1,0 2 0,0 0-1,10 3-61,-30-2 20,1432-9 168,-1041 7-188,-390-1 3,-38-5-81,-100-33-1323,59 18-444</inkml:trace>
  <inkml:trace contextRef="#ctx0" brushRef="#br1" timeOffset="151821.193">3998 14255 28662,'0'0'599,"0"0"-214,0 0 26,-18 28 55,10-14-416,-1-3-17,2 1 0,-1 0 1,2 1-1,-1-1 0,2 1 0,0 1 1,0-1-1,1 1 0,1-1 1,0 1-1,1 0 0,1 0 0,0 0 1,0 1-1,2-1 0,0 0 1,0 0-1,2 2-33,136 538 700,-112-371-477,-8 1 0,-8 0-1,-11 117-222,0-259 6,0-37-8,-1 4-39,1 0 1,0 1-1,0-1 1,1 0-1,0 0 1,1 0-1,0 0 1,0 0-1,1 0 1,0 0-1,1 0 1,1 2 40,-4-10-59,1 0 0,-1-1 1,0 1-1,1-1 0,-1 0 1,0 1-1,1-1 0,-1 0 1,0 0-1,1 0 0,-1 0 1,0 0-1,1 0 0,-1 0 1,1 0-1,-1-1 1,0 1-1,1 0 0,-1-1 1,0 1-1,0-1 0,1 0 1,-1 1-1,0-1 0,0 0 1,0 0-1,0 0 0,0 1 1,0-1-1,0 0 0,0 0 1,0-1-1,0 1 1,-1 0-1,1 0 0,0 0 1,-1-1-1,1 1 0,-1 0 1,1 0-1,-1-1 0,0 1 1,1 0-1,-1-1 59,12-20-3956,8-27-13523</inkml:trace>
  <inkml:trace contextRef="#ctx0" brushRef="#br1" timeOffset="152334.943">4934 14005 15979,'29'-15'11890,"275"-110"-8978,-248 104-2848,2 3 0,0 3 1,0 2-1,1 3 0,0 2 0,1 3 0,0 2 0,0 3 0,0 3 0,-1 2 1,1 3-1,20 7-64,477 226 158,-522-230-158,0-3-1,1 0 0,-1-3 1,1-1-1,0-1 0,26-2 1,-59-1 36,-15 0 199,8 0-216,2-1-4,-1 0 0,1 1-1,-1 0 1,0-1 0,1 1 0,-1 0-1,1 0 1,-1 1 0,0-1-1,1 1 1,-1-1 0,1 1-1,-1 0 1,1 0 0,-1 0-1,1 0 1,0 0 0,-1 0 0,1 1-1,0-1 1,0 1 0,0 0-1,0-1 1,0 1 0,1 0-1,-1 0 1,0 0 0,1 1 0,-1-1-1,1 0 1,0 0 0,0 1-1,0-1 1,0 2-15,-9 190 167,53 462-64,-16-350-101,6 337-38,-49-660-839,-6-28-888,-3-14-1652</inkml:trace>
  <inkml:trace contextRef="#ctx0" brushRef="#br1" timeOffset="152685.679">4877 13537 26462,'0'0'3280,"0"0"-2944,0 0-128,0 0 401,0 0-153,120 115-160,-72-56-64,-2 14-96,-6 8-48,-5 3-64,-7 1 0,-8-6-24,-2-8-144,-5-14-96,0-13-160,2-26-320,-6-13-833,2-5-1864</inkml:trace>
  <inkml:trace contextRef="#ctx0" brushRef="#br1" timeOffset="152934.8">5335 13444 16067,'0'0'12787,"0"0"-11907,-24 148-159,4-73-193,-6 6-64,-3 4-144,-4 2-168,-4 2-104,-3-3-8,1-3-40,6-8-32,2-12-144,12-15-184,6-29-344,4-13-769,4-6-4072</inkml:trace>
  <inkml:trace contextRef="#ctx0" brushRef="#br1" timeOffset="153220.296">5815 13338 24141,'0'0'4545,"0"0"-3241,15 18-834,48 63 17,-56-71-420,0 1 0,-1 0 0,0 0 1,-1 0-1,-1 0 0,0 1 0,0 0 0,-1 0 1,0 0-1,-1 0 0,-1 0 0,0 0 1,0 1-1,-1-1 0,-1 0 0,0 1 1,-1-1-68,-4 15 19,0 0 0,-2 0 0,-1-1 0,-2-1 1,0 1-1,-1-2 0,-2 1 0,0-2 0,-2 0 0,0-1 1,-13 12-20,16-16 2,-117 149-130,132-165 124,-1-1-1,1 0 1,-1 0 0,1 0 0,-1 0 0,1 0 0,0 0-1,0 0 1,-1-1 0,1 1 0,0-1 0,0 1-1,0-1 1,0 0 0,0 1 0,0-1 0,0 0-1,0 0 1,-1 0 0,1-1 0,0 1 0,0 0-1,0-1 1,0 0 0,0 1 0,-1-1 0,1 0 0,1 0 4,191-35-52,-9 29-1190,-111 6-1204</inkml:trace>
  <inkml:trace contextRef="#ctx0" brushRef="#br1" timeOffset="166432.142">9925 16695 19588,'0'0'4349,"0"0"-2598,0 0-1035,8-20-356,26-68 267,-22-18 2597,-14 74-2175,-22 204-305,5-34-629,6 1 0,7 1-1,7 63-114,8-254 15,15-543-15,-28 470 0,-1 128 0,-20 446 0,25-449-20,0 1 1,0-1-1,0 0 1,0 0-1,-1 0 1,1 1-1,0-1 1,-1 0-1,1 0 1,-1 0-1,1 0 1,-1 0-1,0 0 1,1 0-1,-1 0 1,0 0-1,0 0 1,0 0-1,0-1 1,1 1-1,-1 0 1,0-1-1,-1 1 1,1 0-1,0-1 1,0 1-1,0-1 1,0 0-1,0 1 1,0-1-1,-1 0 1,1 0-1,0 1 0,0-1 1,0 0-1,-1 0 1,1 0-1,0-1 1,0 1-1,0 0 1,-1 0-1,1-1 1,0 1-1,0 0 1,0-1-1,0 1 1,0-1-1,0 0 1,-1 0 19,-12-9-2317</inkml:trace>
  <inkml:trace contextRef="#ctx0" brushRef="#br1" timeOffset="168930.895">4842 18398 27022,'0'0'767,"0"0"-349,0 0-31,0 0 61,0 0-118,1-3-141,5 0-135,0 0 1,0 0-1,0 0 1,1 1-1,-1-1 0,1 2 1,-1-1-1,1 1 1,0 0-1,0 0 0,-1 1 1,1 0-1,0 0 1,5 1-55,6-2 118,460-48 749,331-32-464,-323 75 4,-425 10-382,0 2 0,0 3 1,-1 3-1,0 3 1,14 6-26,-27-8 2,-24-1-1676,-42-11-517</inkml:trace>
  <inkml:trace contextRef="#ctx0" brushRef="#br1" timeOffset="169430.34">4092 17155 23189,'0'0'4200,"2"21"-3147,8 274 566,-49 50-473,-2 38-581,41-359-637,-2-18-2,0 1 1,1-1-1,0 0 1,0 1-1,1-1 1,-1 1 0,1-1-1,1 1 1,-1-1-1,1 1 1,1-1 0,-1 0-1,1 1 1,0-1-1,0 0 1,1 0 0,-1 0-1,1-1 1,1 1-1,-1-1 1,1 1 0,0-1-1,0 0 1,1-1-1,-1 1 1,1-1-1,0 0 1,0 0 0,1 0-1,-1-1 1,1 1-1,0-1 1,0-1 0,3 2 73,22-2-2198</inkml:trace>
  <inkml:trace contextRef="#ctx0" brushRef="#br1" timeOffset="169763.455">5129 16824 17420,'0'0'9570,"0"0"-7346,28-10-1992,195-53 527,11 39-318,1 11-1,56 11-440,-233 1 27,133 0 85,34-5-71,1 11 0,0 9 0,105 25-41,-309-35-250,0 0 0,0 1 0,-1 1 0,1 1 0,-2 1 0,1 1 0,-1 0 0,0 2 0,-1 0 0,0 1 0,10 10 250,-18-9-2680</inkml:trace>
  <inkml:trace contextRef="#ctx0" brushRef="#br1" timeOffset="170013.694">7524 16684 28390,'0'0'712,"0"0"-488,-4 118 328,4-31 241,0 37-273,9 32-208,4 10-120,-2-13-40,-2-36-56,-5-38-56,-2-22-40,3-2-56,3 16-256,1-10-352,-7-9-1745</inkml:trace>
  <inkml:trace contextRef="#ctx0" brushRef="#br1" timeOffset="171196.392">5955 16186 27150,'0'0'1071,"0"0"-263,0 0-80,0 0-95,0 0-262,0 0-183,-3 5-50,3-4-128,0 0 0,0 1-1,0-1 1,0 0 0,0 1 0,0-1 0,0 0 0,0 1 0,0-1 0,0 0 0,1 1 0,-1-1 0,0 0 0,1 0 0,0 1 0,-1-1 0,1 0-1,0 0 1,-1 0 0,1 0 0,0 0 0,0 0 0,0 0 0,0 0 0,0 0 0,0 0 0,0 0 0,0-1 0,0 1 0,0 0 0,1-1 0,-1 1-1,0-1 1,0 1 0,1-1 0,-1 0 0,0 1 0,1-1 0,-1 0 0,0 0 0,1 0 0,-1 0 0,0 0 0,1 0 0,-1-1 0,0 1 0,0 0-1,1-1 1,-1 1 0,0 0 0,1-1-10,11 3 19,1 1 7,15 0-11,0 2 0,-1 2 0,0 0 0,0 2 0,0 1 0,-2 2 1,1 0-1,16 11-15,-38-17 1,0 0 0,0 0 0,0 0 0,-1 1 0,0-1 0,0 1 0,-1 0 0,0 0 0,0 0 0,-1 1 0,0-1 0,0 1 0,-1-1 0,1 1 0,-2 0 0,1-1 0,-1 1 0,0 0 0,-1 0 0,0-1 0,0 1 0,-1 0 0,1-1 0,-2 1 1,1-1-1,-1 0 0,0 0 0,-1 0 0,0 0 0,0-1 0,0 1 0,-1-1 0,1 0 0,-2 0 0,-4 4-1,-145 203-1969,139-189 69</inkml:trace>
  <inkml:trace contextRef="#ctx0" brushRef="#br1" timeOffset="172028.035">5955 15981 28846,'0'0'696,"0"0"-464,0 0 240,0 0-39,0 0-233,0 0-128,0 0-48,35 97-24,-24-56-256,-7-1-521,-4-5-2527</inkml:trace>
  <inkml:trace contextRef="#ctx0" brushRef="#br1" timeOffset="172299.022">5725 16599 25421,'0'0'3665,"0"0"-3361,0 0 88,0 0 224,0 0-119,125-56-273,-92 45-152,2-1-72,0 4-136,11 2-424,-11 4-1017,-7 2-2144</inkml:trace>
  <inkml:trace contextRef="#ctx0" brushRef="#br1" timeOffset="172563.028">6122 16691 26110,'0'0'1320,"0"0"-752,0 0 8,0 0 128,22 127-328,-16-106-376,9-9-8,-1-6-992,-8-6-3241</inkml:trace>
  <inkml:trace contextRef="#ctx0" brushRef="#br1" timeOffset="172798.67">6711 16352 27822,'0'0'747,"0"0"-431,0 0-163,0 0 126,2 21-28,7 66-141,-29 21-74,3-36 314,37-72-313,41-8-912,-30-2-1161</inkml:trace>
  <inkml:trace contextRef="#ctx0" brushRef="#br1" timeOffset="173815.818">5146 19155 29438,'0'0'783,"0"0"-392,0 0-76,-4-19 93,-21-121-2,24 132-391,2 0-4,-1 0 0,0 1 1,0-1-1,0 0 0,-1 1 1,0-1-1,-1 1 1,0-1-1,0 1 0,-1 0 1,1-1-1,-2 1 0,1 1 1,-1-1-1,0 0 0,0 1 1,-1 0-1,0 0 0,0 0 1,0 1-1,-1-1 0,0 1 1,0 1-1,-3-3-11,6 7-3,-1 0 0,0 0-1,1 0 1,-1 1 0,1 0-1,-1-1 1,1 1 0,-1 0-1,1 0 1,-1 1 0,1-1-1,0 1 1,-1 0 0,1 0-1,0 0 1,0 0 0,1 0 0,-1 1-1,0-1 1,1 1 0,-1 0-1,1 0 1,0 0 0,0 0-1,0 0 1,0 0 0,1 0-1,-1 1 1,0 2 3,-30 104-85,28-98 76,0-1-1,2 1 1,-1 0 0,1 1-1,1-1 1,0 0 0,1 0 0,1 1-1,-1-1 1,2 0 0,0 0-1,0 0 1,1 0 0,1 0 0,0 0-1,0-1 1,1 0 0,1 0 0,0 0-1,0-1 1,1 1 0,0-2-1,7 8 10,74-2-482,-82-16 423,48-6-927,-3-10-1026</inkml:trace>
  <inkml:trace contextRef="#ctx0" brushRef="#br1" timeOffset="174083.788">5668 19084 28350,'0'33'2409,"0"-33"-2201,0 0-96,0 15 312,0-15-152,0 10-184,0-10-88,101 49-96,-64-49-288,-4 6-1081,-2-6-6080</inkml:trace>
  <inkml:trace contextRef="#ctx0" brushRef="#br1" timeOffset="174291.406">6391 19025 29950,'0'1'1626,"-5"-22"-1449,-34-129 284,34 132-437,-47-109-162,51 125 134,1 1 1,-1 0-1,1 0 0,-1 0 1,0 0-1,0 0 0,0 0 1,1 0-1,-1 1 0,0-1 0,0 0 1,0 0-1,0 1 0,-1-1 1,1 1-1,0-1 0,0 1 0,0-1 1,0 1-1,-1 0 0,1-1 1,0 1-1,0 0 0,0 0 0,-1 0 1,1 0-1,0 0 0,0 0 1,-1 0-1,1 0 0,0 1 1,0-1-1,0 0 0,-1 1 0,1-1 1,0 1-1,0 0 0,0-1 1,0 1-1,0 0 0,0-1 0,0 1 1,0 0-1,0 0 0,0 0 1,1 0-1,-1 0 0,0 0 0,1 0 1,-1 0-1,0 0 0,1 0 1,-1 0-1,1 2 4,-22 67-43,18-54 48,1 0-1,1 0 0,0 0 0,1 0 0,1 1 1,1-1-1,0 0 0,1 0 0,0 0 0,1 0 0,1 0 1,1-1-1,0 0 0,1 1 0,7 12-4,-5-23-52,-1 1 0,1-1-1,0-1 1,0 0 0,0 0 0,0 0 0,1-1-1,-1 0 1,1-1 0,0 0 0,0 0-1,0-1 1,0 0 0,0-1 0,0 0 0,0 0-1,0-1 1,1 0 0,-2 0 0,1-1-1,0-1 1,0 1 0,-1-1 0,1-1 0,4-2 52,39-17-2377</inkml:trace>
  <inkml:trace contextRef="#ctx0" brushRef="#br1" timeOffset="174457.419">7156 18560 30439,'0'0'1144,"0"0"-1008,0 0 16,-17 136 296,17-75-160,0 10-184,13 38-104,7-15-392,-9-15-1881</inkml:trace>
  <inkml:trace contextRef="#ctx0" brushRef="#br0" timeOffset="190308.728">31929 2790 28478,'0'0'1066,"0"0"-509,0 0-244,0 0-8,0 0-32,0 0-37,0 23-28,9 310 407,-12-210-475,-4 0 0,-6-1 0,-5-1 0,-6-1 0,-15 40-140,-27 113 16,63-319-16,3 16-11,1 1-1,1-1 1,2 1 0,0 0-1,3 0 1,0 0-1,2 1 1,0 0 0,3 1-1,0 0 1,1 1 0,2 0-1,0 1 1,2 1-1,1 0 1,1 2 0,21-21 11,-32 36-3,-1 1-1,1 0 1,1 0 0,-1 1 0,1 0 0,0 0 0,0 1 0,0 1 0,1-1 0,0 1-1,-1 1 1,1 0 0,0 0 0,0 1 0,0 1 0,0-1 0,0 1 0,0 1 0,0 0-1,0 0 1,0 1 0,0 1 0,-1-1 0,1 2 0,-1-1 0,0 1 0,5 3 3,-4-1 1,-1 0 0,0 1 0,-1 0 1,1 0-1,-1 1 0,-1 0 0,1 1 1,-2-1-1,1 1 0,-1 1 0,0-1 1,-1 1-1,0 0 0,-1 0 0,0 0 1,-1 1-1,0 0 0,0-1 0,-1 1 1,0 0-1,-1 0 0,-1 0 0,1 1 1,-2-1-1,0 0 0,0 0 1,-1 0-1,0 0 0,-1-1 0,0 1 1,-1-1-1,0 1 0,0-1 0,-6 8-1,-2 0-13,-2-1-1,0 0 0,-1 0 1,-1-2-1,0 0 0,-1 0 1,-1-2-1,0 0 0,-1-1 1,0-1-1,-1-1 1,0-1-1,-8 3 14,27-11-42,0 0-1,0 0 1,0 0-1,-1-1 1,1 1 0,-1 0-1,1-1 1,-1 1 0,1 0-1,-1-1 1,1 0-1,-1 1 1,1-1 0,-1 0-1,1 0 1,-1 0 0,1 0-1,-1 0 1,0 0 0,1 0-1,-1 0 1,1-1-1,-1 1 1,1-1 0,-1 1-1,1-1 1,-1 0 0,1 1-1,0-1 1,-1 0-1,1 0 1,0 0 0,0 0-1,0 0 1,-1 0 0,1 0-1,0-1 1,0 1-1,1 0 1,-1-1 0,0 1-1,0 0 1,1-1 0,-1 1-1,1-1 1,-1 1 0,1-1-1,-1 0 43,0-29-2451</inkml:trace>
  <inkml:trace contextRef="#ctx0" brushRef="#br0" timeOffset="190592.572">32539 3759 28294,'0'0'950,"0"0"-534,21 7-150,69 26 94,-84-32-330,0 1 0,0-1 0,-1 1 0,1 1 0,-1-1 0,1 1 0,-1 0 0,0 0 0,0 1 0,0-1-1,-1 1 1,1 0 0,-1 1 0,0-1 0,0 1 0,-1-1 0,1 1 0,-1 0 0,0 0 0,0 1-1,-1-1 1,1 1 0,-1-1 0,-1 1 0,1 0 0,-1 0 0,0 0 0,0 0 0,0 0 0,-1 0-1,0 0 1,0 0 0,-1 0 0,0-1 0,0 1 0,0 0 0,-1 0 0,1 0 0,-1-1 0,-1 1 0,1-1-1,-1 1 1,0-1 0,0 0 0,-2 2-30,-163 127 811,167-134-808,0 0 0,0 0 1,0 0-1,0 0 0,0 1 0,1-1 1,-1 0-1,0 1 0,0-1 0,1 0 1,-1 1-1,0-1 0,0 1 0,1-1 1,-1 1-1,1 0 0,-1-1 0,0 1 0,1 0 1,-1-1-1,1 1 0,-1 0 0,1-1 1,0 1-1,-1 0 0,1 0 0,0 0 1,0 0-1,-1-1 0,1 1 0,0 0 1,0 0-1,0 0 0,0 0 0,0 0 1,0-1-1,0 1 0,0 0 0,1 0 1,-1 0-1,0 0 0,0-1 0,1 1 1,-1 0-1,0 0 0,1 0 0,-1-1 0,1 1 1,-1 0-1,1-1 0,-1 1 0,1 0 1,0-1-1,-1 1 0,1-1 0,0 1 1,-1-1-1,1 1 0,0-1 0,0 1-3,56 3 18,-47-4-11,66-3-636,0-4-1,-1-2 1,0-5 0,4-3 629,10-4-2771</inkml:trace>
  <inkml:trace contextRef="#ctx0" brushRef="#br0" timeOffset="190879.66">33792 3400 28838,'0'0'1128,"0"0"-896,0 0-184,-155 28 0,96 7 201,-1 7 7,8 7-72,10-2-32,16 1 72,13-7-32,10-2-72,3-1-72,5-3-48,15-3-56,26 3-280,-5-7-552,1-10-1577</inkml:trace>
  <inkml:trace contextRef="#ctx0" brushRef="#br0" timeOffset="191358.682">34101 2875 29382,'0'0'892,"0"0"-583,0 0-176,2 31 236,-5 417 749,-18-301-930,-6 0 0,-6-3 0,-32 81-188,27-66 0,45-191 0,2 0 0,1 0 0,2 1 0,0 0 0,3 1 0,0 1 0,2 0 0,18-23 0,-22 29-56,1 2-1,1 0 1,1 0 0,1 2-1,1 0 1,0 1 0,1 0-1,1 2 1,1 0 0,0 2-1,1 0 1,1 1 0,0 1-1,0 2 1,1 0-1,1 1 1,-1 2 0,1 0-1,1 2 1,24-3 56,-45 8-1,-1 0 0,1 0 1,0 1-1,-1-1 0,1 1 0,-1 0 0,1 0 0,-1 0 1,1 1-1,-1 0 0,0 0 0,0 0 0,0 0 0,0 0 0,0 1 1,0 0-1,-1 0 0,1 0 0,-1 0 0,0 0 0,0 1 1,0-1-1,0 1 0,-1 0 0,1 0 0,-1 0 0,0 0 1,0 1-1,0-1 0,-1 0 0,0 1 0,0-1 0,0 1 0,0-1 1,-1 1-1,1 0 0,-1-1 0,-1 1 1,1 14 23,-2 0-1,-1 0 1,0-1-1,-1 1 1,-1-1-1,-1 0 1,-1 0-1,0 0 1,-1-1-1,-1-1 1,0 1-1,-2-1 1,0-1-1,0 0 1,-1 0-1,-1-1 1,-1 0-23,-42 57-192,-1 14-1635,44-60-563</inkml:trace>
  <inkml:trace contextRef="#ctx0" brushRef="#br0" timeOffset="191641.92">35002 4140 30230,'0'0'1433,"0"0"-793,-33 146-176,9-83-464,5-4 0,3-4 0,7-11 0,9-3 0,0-13-112,0-11-1776</inkml:trace>
  <inkml:trace contextRef="#ctx0" brushRef="#br0" timeOffset="10886.371">4495 7550 30575,'0'0'616,"22"118"-456,-4-45-120,1 10 208,3-10 56,2-8-200,3-17-104,14-31-296,-8-15-176,-2-5-1137</inkml:trace>
  <inkml:trace contextRef="#ctx0" brushRef="#br0" timeOffset="11152.78">4760 7469 30975,'0'0'704,"-181"217"-400,75-85-232,23-3-72,24-25 0,22-27-496,10-22-1657</inkml:trace>
  <inkml:trace contextRef="#ctx0" brushRef="#br0" timeOffset="7586.368">659 6601 21044,'0'0'5046,"0"0"-2470,0 0-1548,0 0-325,0 0-107,2 4-117,4-1-421,-1 0 1,1 0-1,0 0 0,1-1 1,-1 1-1,0-2 0,1 1 1,-1-1-1,1 0 0,0 0 1,-1-1-1,1 0 0,0 0 1,-1 0-1,1-1 0,-1 0 1,1 0-1,4-2-58,9 1 62,142-9 30,1 8-1,37 8-91,-181-4 0,1 0 0,-1 1 0,0 1 0,-1 1 0,1 1 0,-1 0 0,1 2 0,-2 0 0,1 0 0,-1 2 0,0 0 0,-1 1 0,0 1 0,-13-7-8,-1-1 1,0 1-1,0 0 0,0 0 0,0 0 1,-1 0-1,1 0 0,-1 0 0,0 1 1,0-1-1,-1 0 0,1 0 0,-1 1 1,0-1-1,0 0 0,-1 1 0,1-1 1,-1 0-1,0 1 0,0-1 0,0 0 1,-1 0-1,1 0 0,-1 0 0,0 0 1,0 0-1,-1-1 0,1 1 0,-1-1 1,0 1-1,0-1 0,0 0 1,0 0-1,0 0 0,0-1 0,-1 1 1,0-1-1,1 0 0,-1 0 0,0 0 1,0 0 7,-35 26-285,-1-2 0,-1-1 0,-1-2 0,-1-2 0,0-2 0,-31 8 285,-76 7-4204,84-30-4648</inkml:trace>
  <inkml:trace contextRef="#ctx0" brushRef="#br0" timeOffset="7853.901">837 6724 9442,'0'0'15722,"-2"28"-11662,-47 453-1867,-19 795-843,32-970-1350,18-259 0,8-84-73,8-10-493,3 0 0,2 0 0,1 0 0,3 1 0,3-5 566,12-63-2570</inkml:trace>
  <inkml:trace contextRef="#ctx0" brushRef="#br0" timeOffset="8553.579">1003 7426 28278,'0'0'1046,"0"0"-501,23-4-157,146-19 260,-163 23-629,121 10 26,-124-9-85,0 0-1,0 0 1,0 0 0,0 0 0,0 1-1,-1 0 1,1-1 0,0 1-1,-1 0 1,1 1 0,-1-1 0,0 0-1,0 1 1,0-1 0,0 1-1,0-1 1,0 1 0,-1 0 0,1 0-1,-1 0 1,0 0 0,0 0 0,0 0-1,0 0 1,-1 0 0,1 0-1,-1 1 1,0-1 0,1 0 0,-2 0-1,1 0 1,0 1 0,-1-1-1,1 0 1,-1 0 0,0 0 0,0 0-1,0 0 41,-4 11-121,-1 0 0,-1-1 0,0 0 0,0 0 0,-2 0 0,1-1 0,-1-1 0,-1 1 0,0-2 0,-1 1 0,-8 5 121,-4 7-54,-271 254 816,263-241 151,36-34-565,17-5-260,-1-1 0,1-1 1,-1-1-1,0-1 0,0-1 1,-1-1-1,19-10-88,14-5 45,189-71-9,-241 95-48,-1-1 1,1 1 0,-1 0 0,1 0 0,0 0 0,-1 0 0,1 0 0,-1 0-1,1 0 1,-1 0 0,1 0 0,0 0 0,-1 0 0,1 0 0,-1 1 0,1-1-1,-1 0 1,1 0 0,-1 0 0,1 1 0,-1-1 0,1 0 0,-1 1 0,1-1 0,-1 1-1,1-1 1,-1 0 0,0 1 0,1-1 0,-1 1 0,0-1 0,1 1 0,-1-1-1,0 1 1,0-1 0,1 1 0,-1-1 0,0 1 0,0-1 0,0 1 0,0 0-1,0-1 1,0 1 0,0-1 0,0 1 0,0-1 0,0 1 0,0 0 0,0-1-1,0 1 1,0-1 0,-1 1 0,1-1 0,0 1 0,0-1 0,-1 1 0,1-1-1,0 1 1,-1-1 0,1 1 0,0-1 0,-1 1 0,1-1 0,-1 0 11,-24 42-565,23-39 525,-70 91-703,-4-4 1,-48 43 742,-43 48 907,144-155-666,13-16-98,0 1 0,0 0 0,1 0 0,1 1 0,0 1 0,0-1 0,1 1 1,1 1-1,0-1 0,-1 6-143,9-17 19,-1 0-1,1 0 1,-1 0 0,1 0-1,0 0 1,0 0 0,0 0-1,0 0 1,0-1 0,0 1-1,0-1 1,0 1 0,1-1-1,-1 0 1,0 0 0,1 0-1,-1 0 1,1 0 0,0-1-1,-1 1 1,1-1 0,-1 0-1,1 1 1,0-1 0,-1-1-1,1 1 1,0 0 0,-1 0-1,1-1 1,-1 0 0,1 1-1,-1-1 1,1 0 0,-1 0-1,1-1 1,-1 1 0,1-1-19,28-9 19,0-1 0,-1-1 0,0-2 0,-1-1 0,-1-2 0,-1 0 0,0-2 1,-2-1-1,16-16-19,-24 23-94,-1-1 0,0-1 0,-2 0 0,1-2 0,-2 1 0,0-2 0,-1 0 0,-1 0 0,-1-1 0,-1 0 0,-1-1 0,0 0 0,-2 0 0,0 0 0,-1-1 0,-2 0 0,2-18 94,-5-256-2821,0 297 2856,0-1-1,-1 1 1,1-1-1,-1 0 1,1 1-1,-1-1 0,0 1 1,1-1-1,-1 0 1,1 0-1,-1 1 1,1-1-1,-1 0 0,0 0 1,1 0-1,-1 0 1,0 0-1,1 0 1,-1 0-1,0 0 0,1 0 1,-1 0-1,1 0 1,-1 0-1,0 0 1,1 0-1,-1 0 0,0-1 1,1 1-1,-1 0 1,1-1-1,-1 1 1,1 0-1,-1-1 0,1 1 1,-1 0-1,1-1 1,-1 1-1,1-1 1,-1 1-1,1-1 0,0 1 1,-1-1-1,1 0 1,0 1-1,0-1 1,-1 1-1,1-1 0,0 0-34,-18 45 424,3 1-1,1 0 0,3 1 1,1 1-1,0 18-423,7-49 63,-8 47 162,3 0 1,2 0 0,4 0-1,1 1 1,5 11-226,-3-64 19,1-1 0,0 1 0,1-1 0,0 0-1,1 1 1,0-1 0,0-1 0,1 1 0,0-1 0,1 0 0,0 0 0,0 0 0,1-1 0,0 0 0,1 0 0,0-1 0,0 0 0,0 0 0,1-1-1,0 0 1,0 0 0,1-1 0,0-1 0,0 0 0,0 0 0,0 0 0,0-2 0,1 1 0,-1-1 0,1-1 0,0 0 0,-1 0 0,1-1-1,0 0 1,0-1 0,-1 0 0,1-1 0,-1 0 0,1-1 0,-1 0 0,10-4-19,5-10-28,0 0 0,0-2 0,-2-1-1,0 0 1,-2-2 0,0 0 0,-1-2 0,-2 0 0,0-1 0,8-17 28,96-176-2333,-78 118-278</inkml:trace>
  <inkml:trace contextRef="#ctx0" brushRef="#br0" timeOffset="9054.185">2038 7448 28918,'0'0'1104,"0"0"-760,114-14-71,-37-8 127,8-10-144,5-3-136,-2-3-120,-7-1-24,2-16-408,-21 9-721,-25 5-1103</inkml:trace>
  <inkml:trace contextRef="#ctx0" brushRef="#br0" timeOffset="9303.589">2547 6767 18156,'0'0'1184,"0"0"6994,0 0-6842,0 166-560,6-58-184,10 26-71,1-5-153,-6-27-88,-7-25-152,-4-20-80,0 2-48,0 1-144,-6-9-200,-20-25-337,8-19-951,-6-7-7890</inkml:trace>
  <inkml:trace contextRef="#ctx0" brushRef="#br0" timeOffset="9587.362">2198 6804 26710,'0'0'2160,"0"0"-2160,0 0-200,66 140 8,-20-104-40,9-14-1160</inkml:trace>
  <inkml:trace contextRef="#ctx0" brushRef="#br0" timeOffset="10086.426">2963 6954 28686,'0'0'968,"-24"25"-274,-160 168 87,132-136-695,2 2 0,2 2 0,3 2 0,4 1 0,-26 54-86,62-107-1,0-1 0,1 1 0,0 0 0,1 0 0,0 1 0,0-1 0,1 1 0,1-1 0,0 1 0,1-1 0,0 1 0,1 0 0,0-1 0,1 1 0,0-1 0,1 1 0,0-1 0,1 0 0,1 3 1,18 33 21,-11-20 16,1 0-1,1-1 0,2 0 1,0-2-1,2 1 1,1-2-1,3 2-36,-17-20-11,0-1 0,0 0 0,0-1 0,1 1 0,-1-1 0,1 0 0,0 0 0,0-1-1,0 0 1,0 0 0,1 0 0,-1-1 0,1 0 0,-1 0 0,0 0 0,1-1 0,-1 0 0,1 0 0,-1-1 0,1 0 0,-1 0-1,1-1 1,-1 1 0,0-1 0,0 0 0,0-1 0,0 0 0,0 0 0,0 0 0,-1-1 0,0 1 0,0-1 0,0-1 0,0 1-1,0-1 1,0-1 11,13-20-576,0-1-1,-2 0 1,-2-2-1,0 0 1,-2 0-1,-1-1 1,5-23 576,5-37-5138,-8 2-4737,-10 38 9371,-3 6 9170,-4 28-2703,-6 19-3938,-11 24-1144,9 6-584,0 1 1,2 1 0,2-1 0,1 2-1,2-1 1,1 1 0,2-1-1,2 26-297,1 92 276,2-95-231,-3-1 0,-2 1-1,-3 0 1,-12 55-45,15-104-11,0 0 0,0 0-1,-1 0 1,-1 0 0,1 0-1,-1-1 1,0 1 0,-1-1 0,0 0-1,-1 0 1,1-1 0,-1 0-1,-1 0 1,1 0 0,-1-1 0,-1 0-1,1 0 1,-1-1 0,0 1-1,0-2 1,0 1 0,-1-1 0,1-1-1,-1 0 1,0 0 0,0 0-1,-1-1 1,-5 0 11,-11-2 2,0-2 0,1-1 0,0-1 0,-1-1 0,2-1 0,-1-1 0,1-2 1,0 0-1,0-1 0,1-2 0,1 0 0,0-1 0,1-2 0,0 0 0,-13-14-2,27 25 6,0 0-1,1-1 1,0 0 0,0 0 0,0-1 0,0 1-1,1-1 1,0-1 0,0 1 0,1-1 0,0 0-1,0 0 1,0 0 0,1 0 0,0 0 0,1-1-1,-1 0 1,2 1 0,-1-1 0,1 0 0,0 0-1,0 0 1,1 0 0,0 0 0,1 0 0,1-7-6,3 4 3,1 1 0,1-1 1,0 1-1,0 1 0,1-1 1,0 1-1,0 0 0,1 1 1,0 0-1,3-1-3,-11 8 0,415-311-798,-296 223-3423,-17 10-10996</inkml:trace>
  <inkml:trace contextRef="#ctx0" brushRef="#br0" timeOffset="10603.737">3380 6917 30294,'0'0'726,"-7"18"-413,-19 57 13,4 0-1,3 2 1,4 0-1,2 4-325,13-79 1,-2 5-1,0 1 0,1-1 1,0 1-1,0 0 0,1-1 0,-1 1 0,2 0 0,-1-1 1,1 1-1,0 0 0,1-1 0,0 1 0,0-1 0,0 0 1,1 1-1,0-1 0,1 0 0,0-1 0,0 1 0,0-1 1,1 1-1,0-1 0,0-1 0,0 1 0,1-1 0,3 3 0,149 41-295,-143-48 285,1 2 1,-1-1-1,0 2 1,0 0-1,0 1 1,0 1-1,-1 0 1,0 1-1,0 0 0,-1 1 1,0 0-1,0 2 1,-1-1-1,0 1 1,4 6 9,-13-11-7,1-1 1,-1 1-1,-1 1 1,1-1 0,-1 0-1,0 1 1,0-1-1,0 1 1,-1 0 0,0 0-1,0-1 1,0 1-1,-1 0 1,0 0 0,0 0-1,0 0 1,-1 0-1,0-1 1,0 1 0,-1 0-1,1-1 1,-1 1 0,0-1-1,-1 1 1,1-1-1,-3 3 7,-95 119-26,66-94 24,-2-1-1,0-1 0,-2-3 0,-1-1 0,-2-1 0,0-3 0,-2-1 0,0-2 0,-1-2 0,-1-2 1,-24 4 2,62-18-31,2 0-9,0 0 1,0 0-1,1-1 1,-1 1-1,-1-1 1,1 0-1,0-1 0,0 1 1,0-1-1,0 0 1,0-1-1,0 1 1,-1-1-1,1 0 1,0 0-1,0 0 1,1-1-1,-1 0 1,0 0-1,0 0 1,1 0-1,-1-1 1,1 0-1,0 0 1,0 0-1,0 0 1,0-1 39,-8-145-3573,38-66-16096,19 115 17449,-11 61 6094,9 10 4495,38 20 3464,-7 44-9325,45 83-2765,-105-102 288,19 25-281,2-1 0,1-1 0,2-2 0,40 29 250,-16-26-1322</inkml:trace>
  <inkml:trace contextRef="#ctx0" brushRef="#br0" timeOffset="17647.687">63 9564 18524,'0'0'8467,"0"0"-6158,0 0-1645,0 0-151,0 0-21,0 0-69,-1-16-123,3-51-108,-2 65-185,1 1-1,0-1 1,0 0-1,0 1 1,0-1-1,0 1 1,0 0-1,0-1 1,0 1-1,1 0 1,-1 0-1,0-1 1,1 1-1,-1 0 1,1 0-1,-1 1 1,1-1-1,0 0 1,-1 0-1,1 1 1,0-1-1,0 1 1,-1 0-1,1-1 0,0 1 1,0 0-1,0 0 1,-1 0-1,1 0 1,0 0-1,0 1 1,0-1-1,0 1-6,12-2 41,1312-134 507,-1276 132-546,337-22-27,304 24 25,-165 47-2939,-474-46-1469</inkml:trace>
  <inkml:trace contextRef="#ctx0" brushRef="#br0" timeOffset="-4511.751">9263 2390 29350,'0'0'947,"0"0"-388,21 0-268,235-41 265,-67-14-343,-30 6-108,2 7 0,3 7 0,96-5-105,-110 38 85,-143 5-83,0 1-1,0 0 1,-1 0-1,1 1 1,-1-1 0,0 1-1,0 1 1,-1-1-1,0 1 1,0 0-1,0 0 1,0 1 0,-1-1-1,0 1 1,-1 0-1,1 0 1,-1 1-1,-1-1 1,1 1 0,-1-1-1,-1 1 1,1 0-1,-1-1 1,-1 1-1,1 0 1,-1 0-1,-1 0 1,1-1 0,-2 4-2,0 36 24,-2-1 0,-1 1 0,-3-1 1,-2-1-1,-2 0 0,-2 0 1,-2-1-1,-1-1 0,-7 8-24,-16 43 47,-5-2 0,-4-2-1,-3-2 1,-49 60-47,97-143-3,-1 3-1,0 0 0,-1 0-1,0-1 1,0 0 0,0-1-1,-1 1 1,0-1 0,-1 0-1,1-1 1,-1 0 0,0 0 0,0-1-1,-1 0 5,-8-11-306,15-122-2592,9 41-2273</inkml:trace>
  <inkml:trace contextRef="#ctx0" brushRef="#br0" timeOffset="-4242.445">10567 1705 11674,'0'0'17036,"-110"189"-16196,18-27-288,-13 22-119,11-7 23,17-19-160,20-26-160,18-25-96,12-28-40,12-28-216,15-22-416,0-11-961,2-16-2832</inkml:trace>
  <inkml:trace contextRef="#ctx0" brushRef="#br0" timeOffset="-3990.381">10909 2141 20884,'0'0'7037,"-2"19"-5236,-20 127-1143,9-20 105,13-124-761,0-1 0,0 1 1,1-1-1,-1 0 0,1 1 1,-1-1-1,1 1 0,-1-1 0,1 0 1,0 0-1,0 1 0,0-1 1,-1 0-1,1 0 0,1 0 1,-1 0-1,0 0 0,0 0 1,0 0-1,0 0 0,1-1 1,-1 1-1,0 0 0,1-1 0,-1 1 1,0-1-1,1 1 0,-1-1 1,1 0-1,-1 0 0,0 0 1,1 1-1,-1-1 0,1-1 1,-1 1-1,1 0 0,-1 0 1,1 0-1,-1-1 0,0 1 0,1-1 1,-1 1-1,1-1 0,0 0-2,70-25 0,25-30-86,96-41-167,-192 96 255,1 1 0,-1-1-1,1 1 1,-1 0 0,1-1-1,-1 1 1,1 0-1,0 0 1,-1 0 0,1 0-1,0 0 1,-1 0 0,1 1-1,-1-1 1,1 0 0,-1 1-1,1-1 1,-1 1 0,1 0-1,-1-1 1,1 1 0,-1 0-1,0 0 1,1 0-1,-1 0 1,0 0 0,0 0-1,0 0 1,0 1 0,0-1-1,0 0 1,0 1 0,0-1-1,0 0 1,0 1 0,-1-1-1,1 1 1,-1-1 0,1 1-1,-1 0 1,0-1-1,0 1 1,1-1 0,-1 1-1,0 0 1,0-1 0,-1 1-1,1 0 1,0-1 0,0 1-1,-1-1 1,1 1 0,-1-1-1,1 1 1,-1-1 0,0 1-1,0-1 1,1 0 0,-1 1-1,0-1 1,0 0-1,0 1 1,-1-1 0,1 0-1,0 0 1,0 0 0,-1 0-1,1 0-1,-16 23 27,0-2 1,-1 1-1,-1-2 0,-1-1 0,-1 0 0,-1-1 0,0-2 0,-23 14-27,30-20 9,-98 75-1788,112-85-1527</inkml:trace>
  <inkml:trace contextRef="#ctx0" brushRef="#br0" timeOffset="-3709.9">12022 1638 25838,'0'0'3872,"0"0"-3696,0 0-176,13 110-96,1-42 96,-1 12 0,-5 27-72,-8 29-464,-13 26-480,-31 4-1857,-15-9-14882,7-48 10481</inkml:trace>
  <inkml:trace contextRef="#ctx0" brushRef="#br0" timeOffset="-3458.461">11590 3340 9962,'0'0'18740,"0"0"-17756,0 0-456,0 0-63,0 0 207,0 0-136,0 0-368,108-151-104,23 12-64,21-18-224,-34 34-336,-28 21-1249</inkml:trace>
  <inkml:trace contextRef="#ctx0" brushRef="#br0" timeOffset="-3125.061">12971 1778 26334,'0'0'3863,"26"-13"-2836,174-84-842,-200 97-185,233-107-226,-137 56-2414,-88 47 1320,4-3-942,-8 3-2067,0 0-3451,-7 4 2270,-12 4 5284,0 6 1180,1 1-1,0 0 1,1 2-1,0-1 1,1 2 0,1-1-1,0 2 1,-2 3-954,-7 9 1537,-80 107 6005,8 5-3491,-96 180-2179,-2 42-1872,170-322 550,-78 168-64,93-178-262,142-192-272,-79 91-136,2 2-1,4 3 0,23-16 185,-82 77-10,0 1 0,0 0 0,1 0-1,0 0 1,0 1 0,0 0 0,1 0-1,0 1 1,-1 0 0,1 0 0,0 0-1,0 1 1,1 0 0,-1 0 0,0 1 0,1 0-1,-1 0 1,1 1 0,-1 0 0,0 0-1,7 1 11,-11 3-1,1 0-1,-1 0 0,0 0 0,-1 0 1,1 0-1,-1 1 0,0-1 0,0 1 1,0-1-1,0 1 0,-1 0 0,0 0 1,0 0-1,0 0 0,-1 0 0,1 0 1,-1 0-1,-1 0 0,1 0 0,-1 0 0,1 0 1,-2 1 1,2 0-2,-5 14 14,0 0-1,-2 0 0,0 0 0,-1 0 0,-1-1 0,-1-1 1,-1 1-1,0-2 0,-1 0 0,-1 0 0,-1-1 0,0 0 1,-1-2-1,-1 1 0,0-2 0,-1 0 0,0-1 0,-1-1 0,-1 0-11,12-7-84,0 0-1,0 0 0,-1-1 1,1 0-1,-1 0 0,0-1 1,1 0-1,-1 0 0,0-1 1,0 0-1,-1 0 0,1-1 1,0 0-1,0-1 0,0 1 1,0-2-1,0 1 0,-3-2 85,-27-18-2312</inkml:trace>
  <inkml:trace contextRef="#ctx0" brushRef="#br0" timeOffset="-2826.933">12851 967 17972,'19'16'9082,"22"21"-8357,-1 3 1,-1 0-1,-3 3 1,9 16-726,185 287 2407,126 270-2407,-169-283 377,176 263-350,-329-538-27,-127-243-4758,54 90-4751</inkml:trace>
  <inkml:trace contextRef="#ctx0" brushRef="#br0" timeOffset="-2626.997">14291 2031 25814,'0'0'4424,"0"0"-4015,-72 153-217,6-72-112,-20 6 56,-10 2 104,-9-4-80,-1-6-120,8-14-40,12-22-64,16-27-168,7-52-272,21-25-1001,11-18-4120</inkml:trace>
  <inkml:trace contextRef="#ctx0" brushRef="#br0" timeOffset="-2377.161">13872 1094 29494,'0'0'752,"0"0"-592,130 128-160,-87-32-248,-16 37 168,-27 38 40,0-25-448,-35-25-1608</inkml:trace>
  <inkml:trace contextRef="#ctx0" brushRef="#br0" timeOffset="-2107.172">9296 3632 29990,'0'0'625,"38"2"-324,396-4 192,1714-144 857,-812 142-1342,-643 10-8,-668-5-171,-21 1 96,-1-1 0,0 0 0,1-1 0,-1 1 0,1-1 0,0 1-1,-1-1 1,1 0 0,-1 0 0,1-1 0,-1 1 0,1-1 0,-1 0 0,1 0-1,-1 0 1,0 0 0,1 0 0,-1-1 0,0 1 0,0-1 0,0 0 0,0 0-1,0 0 1,-1-1 0,1 1 0,0-1 0,-1 1 0,0-1 0,0 0 0,1-2 74,-1-10-4575</inkml:trace>
  <inkml:trace contextRef="#ctx0" brushRef="#br0" timeOffset="-7922.558">2715 1553 27022,'0'0'3208,"0"0"-2623,0 0-169,0 0-80,0 0-88,0 0 56,154-18-48,-91 9-144,-1 3-80,-12 6-32,-8 0-128,-33 31-368,-9 7-920,-18 1-4610</inkml:trace>
  <inkml:trace contextRef="#ctx0" brushRef="#br0" timeOffset="-7592.092">2391 2589 26734,'0'0'3124,"0"0"-1935,0 0-539,0 0-255,19-14-245,1-2-193,1 2 0,0 0 0,1 1 0,0 1 0,1 1 0,0 2 0,1 0 0,0 1 0,21-3 43,-40 9-135,0 1 0,0 0 1,0 0-1,0 0 1,0 1-1,1-1 0,-1 1 1,0 1-1,0-1 0,0 1 1,1 0-1,-1 0 0,0 0 1,0 1-1,0 0 0,-1 0 1,1 0-1,0 0 0,-1 1 1,1 0-1,-1 0 0,0 0 1,0 0-1,0 1 0,-1-1 1,1 1-1,-1 0 0,1 0 1,-2 1-1,1-1 0,0 1 1,-1-1-1,0 1 0,0 0 1,0 0-1,0 1 135,5 28-1372,-1 0 0,-2 0 0,-2 1 0,0 0 1,-4 26 1371,1-45-212,-8 136 574,-30 72 6016,16-62-1909,23-158-4348,0-4-109,0 0 1,0-1-1,1 1 1,-1 0 0,0-1-1,0 1 1,1 0-1,-1 0 1,0 0-1,0-1 1,1 1 0,-1 0-1,0 0 1,1 0-1,-1 0 1,0 0-1,1-1 1,-1 1 0,1 0-1,-1 0 1,0 0-1,1 0 1,-1 0-1,0 0 1,1 0 0,-1 0-1,0 0 1,1 1-1,-1-1 1,0 0 0,1 0-1,-1 0 1,0 0-1,1 0 1,-1 1-1,0-1 1,1 0 0,-1 0-1,0 0 1,0 1-1,1-1 1,-1 0-1,0 0 1,0 1 0,1-1-1,-1 0 1,0 1-1,0-1 1,0 0-1,0 1 1,0-1 0,1 0-1,-1 1 1,0-1-1,0 0 1,0 1-1,0-1 1,0 0 0,0 1-1,0-1-12,122-133 579,383-463-1334,-413 482-707</inkml:trace>
  <inkml:trace contextRef="#ctx0" brushRef="#br0" timeOffset="-7327.204">4706 1058 30543,'0'0'1104,"-121"45"-936,49-9-96,-7 3-72,9 5-8,-3 1-288,21-9-1009,15-17-4800</inkml:trace>
  <inkml:trace contextRef="#ctx0" brushRef="#br0" timeOffset="-7075.515">4120 1664 28510,'0'0'2417,"0"0"-2105,-111 148-200,78-89-64,20-8-48,21-13-144,27-13-664,11-23-1961</inkml:trace>
  <inkml:trace contextRef="#ctx0" brushRef="#br0" timeOffset="-6675.377">5019 1478 26334,'0'0'3603,"0"0"-2528,-15 18-815,-104 123-52,-221 260-2358,364-404-2091,19-15-3567,1-3 5333,16-8 4870,88-8 10041,-147 38-12399,1 0 0,-1 0 0,0 0 0,0 0 1,0 1-1,0-1 0,0 0 0,0 1 0,0-1 0,0 0 0,0 1 0,-1-1 0,1 1 0,0 0 1,-1-1-1,1 1 0,-1-1 0,0 1 0,0 0 0,1-1 0,-1 1 0,0 0 0,0-1 0,-1 1 1,1 0-1,0-1 0,-1 1 0,1 0 0,0-1 0,-1 1 0,0-1 0,1 1 0,-1-1 0,0 1 1,0-1-1,0 0 0,0 1 0,0-1 0,0 0-37,-126 151 479,78-100-460,5-7-7,2 2-1,1 1 0,3 3 0,2 1 1,-20 41-12,53-87 2,0-1 0,0 0 1,1 1-1,-1 0 0,1-1 1,1 1-1,-1 0 0,1 0 1,0 0-1,0 0 0,1 0 1,0 0-1,0 0 0,0 0 1,1 0-1,0 0 0,0 0 1,1 0-1,-1 0 0,1 0 1,0 0-1,1-1 0,-1 1 1,1-1-1,1 0 0,-1 0 1,0 0-1,1 0 0,0-1 1,0 1-1,1-1 0,3 3-2,194 86 121,-27-17 20,-170-74-141,0 1 1,0 0 0,-1 1-1,1-1 1,-1 1 0,0 0-1,1 0 1,-2 0 0,1 1-1,-1-1 1,1 1 0,-1 0-1,0 0 1,-1 0-1,1 0 1,-1 0 0,0 1-1,-1-1 1,1 1 0,-1-1-1,0 1 1,0 0 0,-1-1-1,1 1 1,-1 0 0,-1-1-1,1 1 1,-1 0 0,-1 4-1,-5 9 0,0-1 0,-1 0 0,-1 0 0,0-1 0,-2-1 0,0 1 0,-1-2 0,0 0 0,-1 0 1,-1-1-1,0-1 0,-1 0 0,-6 4 0,-41 35 41,-3-3 1,-1-3-1,-3-2 0,-1-4 1,-64 26-42,110-54 51,-1-2 1,0-1-1,-1-1 1,0-1 0,0-1-1,-1-2 1,-25 2-52,44-6 16,6 1-12,0 0 0,0-1 1,0 1-1,0-1 0,0 1 1,1-1-1,-1 0 0,0 0 0,0 0 1,0 0-1,0 0 0,0 0 1,0 0-1,0-1 0,0 1 0,0-1 1,0 1-1,1-1 0,-1 0 1,0 0-1,0 0 0,1 0 0,-1 0 1,1 0-1,-1 0 0,1-1 1,-1 1-1,1 0 0,0-1 0,-1 1 1,1-1-1,0 0 0,0 1 1,0-1-1,0 0 0,1 0 0,-1 1 1,0-2-5,27-68 24,79-50-30,92-52-287,7 8 0,7 10-1,172-93 294,-79 51-1003,-177 109-884</inkml:trace>
  <inkml:trace contextRef="#ctx0" brushRef="#br0" timeOffset="-6426.404">6439 1216 11899,'0'0'18980,"0"0"-18380,0 0-464,0 0-80,0 0-40,-96 144 16,81-85-24,-1 8-8,10 2-232,4-2-328,17-15-833,22-19-943,7-19-3073</inkml:trace>
  <inkml:trace contextRef="#ctx0" brushRef="#br0" timeOffset="-6158.598">6698 1664 976,'0'0'10963,"0"0"-7939,175-20 9339,-104 10-11243,-12 2-632,-11 2-8,-15 6-152,-13 0-224,-20 2-104,-20 14-552,-15 0-3105</inkml:trace>
  <inkml:trace contextRef="#ctx0" brushRef="#br0" timeOffset="-5925.636">6128 2167 25389,'0'0'4547,"0"0"-3371,-15 17-1032,-47 57-105,60-71-39,-1 0 0,0 1 1,1-1-1,-1 1 0,1 0 1,0 0-1,0 0 0,0 0 0,1 0 1,0 0-1,0 0 0,0 1 1,0-1-1,0 0 0,1 1 1,0-1-1,0 0 0,0 1 0,0-1 1,1 0-1,0 1 0,0-1 0,1-2-37,0 0 0,0 0-1,1 0 1,-1 0-1,1 0 1,0-1 0,-1 1-1,1-1 1,0 0-1,0 0 1,0 0 0,0 0-1,0 0 1,0-1-1,0 1 1,0-1 0,0 0-1,0 0 1,0 0-1,0 0 1,0-1 0,0 1-1,0-1 1,0 1 0,0-1-1,3-1 38,9-2-244,1-1 0,-1 0 0,0-1 0,-1-1 0,0 0 0,0-1-1,0 0 1,-1-1 0,0-1 244,114-55-1354,-123 64 1440,0 0 0,0 1 0,0 0 0,0-1 1,0 1-1,0 1 0,0-1 0,1 1 0,-1 0 0,0-1 0,0 2 1,0-1-1,-1 0 0,1 1 0,0 0 0,0 0 0,-1 0 1,1 0-1,-1 1 0,0-1 0,0 1 0,0 0 0,0 0 1,0 0-1,0 0 0,-1 0 0,0 1 0,0-1 0,0 1 0,0 0 1,0 0-1,0-1 0,-1 1 0,0 0 0,0 0 0,0 0 1,0 0-1,-1 1 0,0-1 0,0 0 0,0 0 0,0 0 0,0 0 1,-1 0-1,0 0 0,0 0 0,0 0 0,0 0-86,-5 6-55,0 0-1,-1-1 1,0 0-1,-1 0 0,1 0 1,-2-1-1,1-1 1,-1 1-1,0-1 1,-1-1-1,0 0 0,0 0 1,0-1-1,-1 0 1,1-1-1,-6 2 56,8-3-108,-87 37-1885,27-16-3857,-16 4-12518</inkml:trace>
  <inkml:trace contextRef="#ctx0" brushRef="#br0" timeOffset="-5660.034">5506 2764 11939,'-64'22'9866,"-47"17"-2892,-44 40-4645,154-79-2311,1 1 1,-1-1-1,0 0 0,0 0 0,0 0 1,1 0-1,-1 1 0,0-1 0,1 0 1,-1 0-1,0 1 0,0-1 0,1 1 1,-1-1-1,1 1 0,-1-1 1,0 1-1,1-1 0,-1 1 0,1 0 1,-1-1-1,1 1 0,-1 0 0,1-1 1,0 1-1,-1 0 0,1-1 0,0 1 1,0 0-1,0 0 0,-1-1 1,1 1-1,0 0 0,0 0 0,0 0 1,0-1-1,0 1 0,0 0 0,0 0 1,1-1-1,-1 1 0,0 0 0,0 0 1,0-1-1,1 1 0,-1 0 1,0 0-1,1-1 0,-1 1 0,1 0 1,-1-1-1,1 1 0,-1-1-18,47-1 35,0-3 0,-1-1 0,0-3 0,0-1 0,0-3 0,-2-1 0,1-3 0,0-2-35,44-12-82,-38 13-8,-18 4-9,0 2 0,1 1 0,0 2 0,1 1 0,0 2 0,0 1 0,25 1 99,-54 5 7,0 0 1,0 0 0,-1 1 0,1 0-1,-1 0 1,0 0 0,0 0-1,0 1 1,0 0 0,0 0-1,-1 0 1,0 1 0,0-1-1,0 1 1,0 0 0,-1 0 0,0 0-1,0 1 1,0-1 0,-1 1-1,0 0 1,1 0-8,26 43 211,-16-35-174,0 0-1,2-1 1,-1-1 0,1 0 0,1-1 0,0-1-1,1 0 1,0-1 0,0-1 0,1 0 0,0-2-1,0 0 1,1-1 0,9 1-37,269 25 25,-159-31-334,-88-10-2112,-48 1-1751</inkml:trace>
  <inkml:trace contextRef="#ctx0" brushRef="#br0" timeOffset="-5360.015">1928 4114 29582,'0'0'1703,"0"0"-1179,0 0-374,45 14 11,188 40 138,-167-51-227,0-3 1,0-2-1,0-4 0,0-2-72,884-142 56,-595 89-53,1647-231-3,-1699 263 0,177 11 0,-516 20-1522,-7 1-1349</inkml:trace>
  <inkml:trace contextRef="#ctx0" brushRef="#br0" timeOffset="21574.403">7033 3287 24989,'0'0'3929,"0"0"-2615,0 0-777,-7 17-174,-20 54-47,27-69-304,-1-1 1,1 1-1,0 0 0,-1 0 1,1-1-1,0 1 0,0 0 1,0 0-1,1 0 0,-1-1 0,0 1 1,1 0-1,-1 0 0,1-1 1,-1 1-1,1 0 0,0-1 1,0 1-1,0-1 0,0 1 0,0-1 1,0 1-1,0-1 0,0 0 1,0 1-1,1-1 0,-1 0 1,1 0-1,-1 0 0,1 0 1,-1 0-1,1-1 0,-1 1 0,1 0 1,0-1-1,-1 1 0,1-1 1,1 1-13,2 1 25,15 4-16,0-1-1,0-1 1,0-1-1,0-1 1,0-1-1,1 0 1,-1-2-1,0 0 1,1-1-1,-1-1 1,0-1-1,0-1 1,-1-1-1,14-6-8,3-2-115,-1-1 1,-1-2-1,0-2 0,-1 0 0,-2-3 0,0 0 0,-1-2 1,-1-2-1,-1 0 0,-2-2 0,1-3 115,-304 330 276,128-137-254,148-151-57,26-22-56,32-20-162,-41 20 230,1 1 0,0 1 0,1 0 0,-1 1 0,2 0 0,-1 2 0,1 0 0,0 1 0,0 1 0,0 1 0,1 1 0,-1 0 0,1 2 1,4 0 21,-21 1-5,-1-1-1,1 1 1,0 0-1,-1 0 0,0 0 1,1 1-1,-1-1 1,1 1-1,-1-1 0,0 1 1,0 0-1,0-1 1,0 1-1,0 0 0,-1 0 1,1 1-1,0-1 1,-1 0-1,1 0 0,-1 1 1,0-1-1,0 1 1,0-1-1,0 1 0,-1 0 1,1-1-1,-1 1 1,1 0-1,-1-1 0,0 1 1,0 0-1,0 0 1,0-1-1,-1 1 0,1 1 7,-37 88-550,30-85 422,0-1-1,0 0 1,0 0-1,-1-1 1,0 0-1,0 0 1,0-1-1,0 0 1,-1-1-1,0 0 1,0 0-1,0 0 1,0-1-1,0-1 1,-5 1 128,-14-1-1912</inkml:trace>
  <inkml:trace contextRef="#ctx0" brushRef="#br0" timeOffset="21954.78">7643 2950 14859,'3'18'11777,"11"120"-8507,-11 224-2169,-11-276-876,-4-1 0,-4 0 0,-15 44-225,-1 6-499,6-75-2253,10-81-6067,-10-22-3263,-3 5 8611,-14 5 7319,-45 23 9740,32 39-7814,51-23-5705,-1 0 1,1 1-1,0 0 0,0 0 1,1 0-1,0 1 0,0 0 1,0 0-1,1 0 0,1 0 0,-1 0 1,1 0-1,1 1 0,0-1 1,0 1-1,0 4-69,1-11-19,0-1 1,0 1-1,1-1 0,-1 1 1,0-1-1,1 1 0,-1-1 1,1 1-1,-1-1 0,1 1 1,0-1-1,0 0 0,0 1 1,-1-1-1,1 0 0,0 0 0,1 1 1,-1-1-1,0 0 0,0 0 1,0 0-1,1 0 0,-1-1 1,0 1-1,1 0 0,-1 0 1,1-1-1,-1 1 0,1-1 1,-1 0-1,1 1 0,-1-1 1,1 0-1,-1 0 0,1 0 1,0 0-1,-1 0 0,1 0 1,-1 0-1,1 0 0,-1-1 0,1 1 1,-1-1-1,1 1 19,69-23-1502,-15-13-2454,-3-7-7148</inkml:trace>
  <inkml:trace contextRef="#ctx0" brushRef="#br0" timeOffset="22250.33">8068 3192 8002,'0'0'10478,"0"0"-2536,0 0-5763,0 0-1767,0 0 40,0 0 17,-4 24-153,-19 140-86,22-160-227,0 1 0,0-1 0,1 1 0,0-1 0,0 1 0,0 0 0,0-1 0,1 1 0,-1 0 1,1-1-1,1 1 0,-1-1 0,1 0 0,-1 1 0,1-1 0,0 0 0,1 0 0,-1 0 0,1 0 0,0 0 0,0-1 0,0 1 1,2 1-4,61 35 45,38 30-37,-101-68-5,0 1 1,-1 1-1,1-1 1,-1 0-1,0 0 1,0 1-1,0 0 1,-1-1-1,1 1 1,-1 0-1,0 0 1,0-1-1,0 1 0,0 0 1,-1 0-1,1 0 1,-1 0-1,0 0 1,0 0-1,-1 0 1,1 0-1,-1 0 1,0 0-1,0 0 1,0 0-1,-1 0 1,1-1-1,-2 3-3,-9 12 16,0-1 1,-1-1-1,-1 0 0,0 0 0,-2-2 0,1 0 1,-2 0-1,0-2 0,-14 9-16,17-11 4,-45 32-119,-1-3 1,-3-3 0,-1-2-1,-24 6 115,79-35-177,0-1 0,-1 0 0,0-1 0,1 0 0,-1 0 0,0-1 0,0-1 0,0 0 0,0 0 0,0-1 0,-1 0 0,1 0 0,0-1 0,-7-2 177,-5-14-2838</inkml:trace>
  <inkml:trace contextRef="#ctx0" brushRef="#br0" timeOffset="22501.528">8037 3646 17764,'0'0'10010,"0"0"-9362,0 0-392,130 16-256,-130 21-24,0-3-568,-24-4-4449</inkml:trace>
  <inkml:trace contextRef="#ctx0" brushRef="#br0" timeOffset="22750.511">7204 4396 19060,'132'-22'9122,"35"-31"-8418,25-8-480,-7-4-80,-30 9 376,-12 9-144,-18 2-376,-38 13-216,-30 4-1744</inkml:trace>
  <inkml:trace contextRef="#ctx0" brushRef="#br0" timeOffset="22916.931">8156 4165 22613,'0'0'4993,"0"0"-4161,-68 101-648,50-58-176,12 0 16,3 1 72,3-3 0,0-3-96,0-9-40,14-11-112,-1-12-72,2-6 224,0-8-96,7-16-304,-4-7-824,-3-20-825,-2 7-2024,-8 3-6033</inkml:trace>
  <inkml:trace contextRef="#ctx0" brushRef="#br0" timeOffset="23084.631">8156 4165 1240,'-39'-7'-338,"3"-7"3878,-33-9 5892,60 22-8349,0 1 1,0 0 0,0 1-1,0-1 1,0 2 0,0-1 0,0 1-1,1 1 1,-1-1 0,0 1-1,1 1 1,-2 1-1084,-85 71 3411,82-60-3329,1 0 1,1 1 0,0 1-1,1 0 1,1 0-1,1 1 1,1 0 0,0 0-1,1 1 1,1 0-1,1 0-82,2-12 40,-1 0-1,1 1 0,1-1 1,0 0-1,0 1 0,0 0 1,1-1-1,1 1 0,-1-1 0,1 1 1,1-1-1,-1 1 0,1-1 1,1 0-1,0 0 0,0 0 1,1 0-1,-1-1 0,2 1 1,-1-1-1,1 0 0,0 0 1,1 0-1,-1-1 0,4 3-39,8 0 22,1-2 0,0 1 0,0-2 0,0-1 1,1 0-1,0-1 0,0-1 0,0-1 0,0 0 0,0-2 0,15-1-22,42 1-2,0-4 0,-1-3 0,0-3-1,0-3 1,-1-4 0,-1-3 0,31-14 2,146-79-2754,-165 61-4479</inkml:trace>
  <inkml:trace contextRef="#ctx0" brushRef="#br0" timeOffset="11619.764">5433 6822 28118,'0'0'1343,"0"0"-750,32 17-99,220 101 383,-207-102-720,-28-11-119,0-1 0,0 2 0,0 0 0,-1 2 0,0-1 0,0 2 0,-1 0 0,0 1 0,-1 0 0,0 1 0,0 1 0,-2 0 0,1 1 0,-2 1 0,6 6-38,-14-9 2,0 0 0,-1 0 1,0 0-1,-1 0 0,0 0 0,-1 0 0,0 0 0,-1 0 0,0 0 1,-1 1-1,0-2 0,0 1 0,-2 0 0,1 0 0,-1-1 0,-1 0 0,1 0 1,-2 0-1,0 0 0,0-1 0,0 0 0,-1 0 0,-1-1 0,1 0 1,-6 4-3,-556 618-134,560-619 135,3-5 0,1-1 0,-1 1 0,2 1 0,-1-1 0,1 1 0,0-1 0,0 1 0,0 1 0,1-1 0,0 0 0,1 1 0,0-1 0,0 1 0,-1 6-1,4-12 3,-1 0 1,1 1 0,0-1-1,-1 0 1,1 0 0,0 0-1,0 0 1,1-1-1,-1 1 1,0 0 0,0 0-1,1-1 1,-1 1 0,1 0-1,0-1 1,-1 0-1,1 1 1,0-1 0,0 0-1,0 0 1,0 0-1,0 0 1,0 0 0,0-1-1,0 1 1,0 0 0,0-1-1,0 0 1,1 1-1,-1-1 1,0 0 0,0 0-1,0 0 1,1-1 0,-1 1-1,0 0 1,0-1-1,0 0-3,-1 2 2,57-3 38,-1-1 0,0-3 0,0-3 0,-1-2 0,0-2 0,-1-3 1,-1-3-1,0-1 0,41-24-40,-60 30-72,-1-1-1,0-2 1,-1-2-1,0 0 1,-2-3 0,-1 0-1,0-2 1,-2-1 0,-1-2-1,-1 0 1,14-21 72,90-175-1892,-85 116-3162,-12-1-12461</inkml:trace>
  <inkml:trace contextRef="#ctx0" brushRef="#br0" timeOffset="12071.676">6757 5295 20220,'0'0'8359,"0"0"-6269,0 0-1746,0 0-12,0 0 31,0 0-89,11 16-132,67 92-40,-75-102-104,0 0-1,0 1 1,0 0 0,-1-1 0,0 1 0,0 0 0,-1 0 0,0 0 0,0 1 0,0-1 0,-1 0 0,0 0 0,-1 0 0,1 0 0,-1 1 0,-1-1 0,0 0 0,0-1 0,0 1 0,0 0 0,-1 0 0,0-1 0,-2 3 2,-103 135-344,86-118 248,8-10 40,-44 78-324,58-91 375,1-1 0,-1 1 1,1-1-1,0 1 0,0-1 0,0 1 1,0-1-1,1 0 0,-1 1 1,0-1-1,1 0 0,0 0 1,-1 0-1,1 0 0,0-1 0,0 1 1,0 0-1,1-1 0,-1 1 1,0-1-1,0 0 0,1 0 0,-1 0 1,1 0-1,-1 0 0,1 0 1,-1-1-1,1 1 0,-1-1 1,1 0-1,0 1 0,-1-1 0,1 0 1,2-1 4,2 2-4,281 32-80,-286-34 88,-1 1 1,0 0-1,1-1 1,-1 1 0,0 0-1,1 0 1,-1 0-1,0 0 1,1 0-1,-1 0 1,0 0 0,1 0-1,-1 0 1,0 1-1,0-1 1,1 0-1,-1 1 1,0-1 0,0 1-1,1 0 1,-1-1-1,0 1 1,0 0 0,0 0-1,0 0 1,0 0-1,0 0 1,0 0-1,0 0 1,-1 0 0,1 0-1,0 0 1,-1 0-1,1 0 1,0 1 0,-1-1-1,1 0 1,-1 0-1,0 1 1,1-1-1,-1 0 1,0 1 0,0-1-1,0 0 1,0 1-1,0-1 1,0 0-1,0 1 1,-1-1 0,1 0-1,0 1 1,-1-1-1,0 1-4,-120 59 116,91-46-400,-1-2 0,-1 0 0,0-3-1,-1 0 1,0-2 0,0-2 0,-23 2 284,52-8-123,-1 0 0,0 0 0,0 0 1,0 0-1,0-1 0,1 0 0,-1 0 0,0-1 1,0 1-1,1-1 0,-1 0 0,1 0 1,0 0-1,0-1 0,0 0 0,0 0 1,-3-2 122,-20-26-3204</inkml:trace>
  <inkml:trace contextRef="#ctx0" brushRef="#br0" timeOffset="12369.037">6584 5356 23189,'0'0'5225,"0"0"-4505,0 0-24,-13 166-136,0-51-71,0 29-81,-3 11-112,1-9-128,0-13-96,-1-37-56,5-23-16,3-21-136,5-17-128,1-3-144,2-25-321,2-5-719,12-4-1897</inkml:trace>
  <inkml:trace contextRef="#ctx0" brushRef="#br0" timeOffset="12618.913">7174 5230 28286,'0'0'688,"0"0"-496,0 0-88,-125 132 40,88-90-64,1-1-80,4-5-104,7-7-152,10-13-272,15-16-224,2-2-1024,20-16-12780</inkml:trace>
  <inkml:trace contextRef="#ctx0" brushRef="#br0" timeOffset="12869.789">7279 5443 20940,'0'0'5714,"121"-6"-4346,-47 2-552,3-2-264,-9 1-32,-14-1-240,-14 2-280,-16-2-80,-11 2-664,-11-4-2008</inkml:trace>
  <inkml:trace contextRef="#ctx0" brushRef="#br0" timeOffset="12870.789">7115 5714 12467,'0'0'16451,"0"0"-15539,-18 151-472,16-78-47,2 0-49,0-2-208,0-5-136,0-9-144,24-24-521,-2-17-1135,2-16-2905</inkml:trace>
  <inkml:trace contextRef="#ctx0" brushRef="#br0" timeOffset="13069.342">7498 5666 22005,'0'0'6577,"0"0"-5673,0 117-72,-9-46-383,1 4-57,-3 5-64,4-1-144,-2 0-104,-2-4-80,3-14-96,3-11-160,5-29-352,0-15-281,9-6-919</inkml:trace>
  <inkml:trace contextRef="#ctx0" brushRef="#br0" timeOffset="13352.201">8037 5370 25742,'0'0'4112,"0"0"-3704,0 0 25,0 0-97,0 0-8,132 56-88,-110-45-112,-7 1-104,-8 0-24,-7 2-176,-5 6-192,-14-3-745,-3-5-1263</inkml:trace>
  <inkml:trace contextRef="#ctx0" brushRef="#br0" timeOffset="13638.089">8033 5704 9482,'0'0'15910,"-8"20"-12025,-45 134-2760,-4 135-900,54-265-752,13-49 278,2 1-1,1 0 1,1 1 0,1 0 0,1 1-1,0 1 1,2 1 0,9-8 249,-17 16-152,-3 2 153,1 1 1,0-1-1,0 1 0,1 1 0,0 0 0,0 0 0,1 0 0,0 2 1,1-1-1,-1 1 0,1 0 0,0 1 0,1 1 0,-1 0 0,1 0 1,0 1-2,-8 5 73,-1 1 0,0 0 0,0 0 0,0-1 0,0 2 0,0-1 0,-1 0 0,1 1 0,-1-1 0,0 1 0,0 0 1,0-1-1,-1 1 0,1 0 0,-1 0 0,0 0 0,0 0 0,0 1 0,-1-1 0,0 0 0,1 0 0,-1 0 0,-1 1 0,1-1 0,-1 0 1,1 0-1,-1 0 0,0 0 0,-1 1-73,2 10 150,-1 151 201,0-163-376,0 0 0,0 0-1,-1 0 1,1 0 0,-1 0 0,1-1-1,-1 1 1,0 0 0,0-1 0,0 1-1,-1-1 1,1 0 0,0 0 0,-1 0-1,0 0 1,1 0 0,-1 0 0,0-1-1,0 1 1,0-1 0,0 0 0,0 0-1,0 0 1,0 0 0,0-1 0,0 1-1,-1-1 1,1 0 0,0 0-1,0 0 1,-1 0 0,1 0 0,-2-1 25,-2-29-2043,7 2-1789</inkml:trace>
  <inkml:trace contextRef="#ctx0" brushRef="#br0" timeOffset="13985.501">8649 5244 27038,'0'0'2486,"0"0"-1628,0 0-600,0 0-82,28-1 68,-2-1-186,-12 0-39,-1 1 0,1 0 0,-1 1 0,1 1 0,0 0 0,-1 1 0,1 0 0,-1 1 0,0 1 1,0 0-1,0 0 0,4 3-19,-8-4 6,1 1 1,-1 0-1,0 1 1,0 0-1,-1 0 0,1 1 1,-1 0-1,0 1 1,-1-1-1,1 2 1,-2-1-1,1 1 1,-1 0-1,0 0 1,0 1-1,-1-1 0,0 1 1,-1 0-1,0 1 1,0-1-1,-1 1 1,0 0-1,-1 0 1,0 0-1,-1 0 1,0 0-1,0 0 0,-1 0 1,0 0-1,-1 0 1,0 0-1,-1 1 1,0-2-1,-1 1 1,0 0-1,0 0 1,-1-1-1,-3 6-6,-5 2-103,-1-2 0,0 1 0,-2-2 0,1 1 0,-2-2 0,0 0 0,0-1 0,-1-1 0,-12 6 103,-104 37-4255,74-40-4415</inkml:trace>
  <inkml:trace contextRef="#ctx0" brushRef="#br0" timeOffset="14335.835">8609 5528 8962,'0'0'15469,"0"0"-11630,0 0-3139,15 20-253,47 64-50,75 51 247,-123-125-641,0 0 0,-1 1 0,0 1 0,0 0 0,-2 0 0,1 2 0,-2-1 0,0 1 0,0 1 0,-2 0 1,0 0-1,0 1 0,-1 0 0,-1 0 0,2 9-3,-6-14-3,1 0 0,-1-1 0,-1 1 1,0 0-1,0 0 0,-1 0 0,0 0 1,-1 0-1,-1 0 0,1 0 0,-2 0 0,1-1 1,-2 1-1,1-1 0,-1 0 0,-1 0 1,0 0-1,0 0 0,-1-1 0,-1 0 0,1 0 1,-1-1-1,-2 2 3,-19 13-71,0-2-1,-1 0 1,0-2 0,-2-2-1,-1 0 1,0-3 0,0 0 0,-2-2-1,1-1 1,-2-2 0,-3-1 71,-77 12 68,116-20-59,-1-1 0,0 1 0,0 0 0,0-1 0,0 1 1,1-1-1,-1 1 0,0-1 0,0 1 0,0-1 0,0 1 0,0-1 0,0 1 1,0-1-1,0 1 0,0-1 0,0 0 0,-1 1 0,1 0 0,0-1 1,0 1-1,0-1 0,-1 1 0,1-1 0,0 1 0,0-1 0,-1 1 1,1 0-1,0-1 0,-1 1 0,1-1 0,-1 1 0,1 0 0,0 0 1,-1-1-1,1 1 0,-1 0 0,1 0 0,-1-1 0,1 1 0,-1 0 1,1 0-1,-1 0 0,1 0 0,-1 0 0,1 0 0,-1 0 0,1 0 0,-1 0 1,1 0-1,-1 0 0,1 0 0,-1 0 0,0 0-9,177-95 112,267-117-1831,-347 161-2350</inkml:trace>
  <inkml:trace contextRef="#ctx0" brushRef="#br0" timeOffset="20739.348">7049 6767 19172,'0'0'9634,"0"0"-8874,0 0-208,0 0-63,0 0 63,219 33-88,-24-58-144,26-7-152,3-1-56,-25 3-32,-36 10-16,-36 11-64,-11 1-56,-37 6-440,-35-2-1081</inkml:trace>
  <inkml:trace contextRef="#ctx0" brushRef="#br0" timeOffset="77231.84">18081 2161 29830,'0'0'743,"0"0"-328,-10-23-202,-57-144 309,53 127-351,13 29-147,-1 0 1,0 0-1,-1 0 0,-1 0 1,0 0-1,0 0 0,-1 1 1,0 0-1,-1 0 0,0 0 1,-1 1-1,1 0 0,-2 0 1,1 1-1,-2 0 0,1 0 1,-1 1-1,0 0 0,0 0 1,-1 1-1,0 0 0,0 1 1,-8-3-25,10 8 8,-1 0 0,1 1 0,0 0 0,-1 0 0,1 1 1,0 0-1,0 0 0,0 1 0,0 0 0,1 1 0,-1-1 0,1 2 1,0-1-1,0 1 0,0 0 0,1 0 0,-1 1 0,-1 2-8,-48 43 20,3 2-1,3 2 0,1 2 1,4 2-1,2 3 0,-18 35-19,35-59 4,2 1 0,1 1 0,2 1 0,2 1 0,2 1 0,2 0 0,1 1 0,3 0-1,1 1 1,3 1 0,1-1 0,2 1 0,3 45-4,3-82 0,0 1 0,0-1 0,1 0 0,0 0 0,1 0 0,0 0 0,1-1 0,-1 1 0,1-1 0,1 0 0,0-1 0,0 1 0,0-1 0,1-1 0,0 1 0,1-1 0,-1 0 0,1 0 0,0-1 0,0 0 0,1-1 0,0 0 0,-1 0 0,1-1 0,1 0 0,-1 0 0,0-1 0,1-1 0,-1 1 0,1-2 0,-1 1 0,1-1 0,0 0 0,-1-1 0,1 0 0,-1-1 0,0 0 0,8-3 0,7-5 0,0-2 0,-1-1 0,0-1 0,-1-1 0,-1-1 0,0-1 0,-1 0 0,-1-2 0,-1 0 0,0-1 0,-1-1 0,-2 0 0,7-14 0,171-301 0,-179 327 0,-13 34 0,-1-15 0,-18 531 0,17-525 0,1 1 0,0-1 0,1 0 0,0 0 0,2 1 0,0-1 0,0 0 0,2-1 0,0 1 0,1-1 0,0 0 0,1 0 0,1-1 0,0 0 0,1 0 0,1-1 0,5 7 0,-9-17-125,1 0 1,-1-1-1,0 1 0,1-1 1,0-1-1,-1 1 0,1-1 0,0 0 1,0-1-1,0 0 0,-1 0 1,1 0-1,0-1 0,0 0 1,0 0-1,-1 0 0,1-1 1,-1 0-1,1-1 0,-1 1 0,0-1 1,0-1-1,0 1 0,0-1 1,0 0-1,-1 0 0,0-1 1,4-3 124,54-45-8528</inkml:trace>
  <inkml:trace contextRef="#ctx0" brushRef="#br0" timeOffset="77502.994">18725 2723 30006,'0'0'849,"0"0"-513,-11 114-128,2-58-160,7 21-48,2-14-672,0-14-4209</inkml:trace>
  <inkml:trace contextRef="#ctx0" brushRef="#br0" timeOffset="80288.654">25518 2135 27270,'0'0'763,"6"-25"-171,32-169 448,-36 174-887,-1-1 0,-1 1 0,-1-1 0,-1 1 0,-1 0 0,0-1 0,-5-11-153,6 27 13,0-1 0,0 1 0,0 0 0,-1-1 1,0 1-1,0 0 0,0 1 0,0-1 0,-1 0 1,0 1-1,0 0 0,0 0 0,-1 0 0,1 0 1,-1 1-1,0 0 0,0 0 0,0 0 0,0 1 1,-1-1-1,1 1 0,-1 0 0,1 1 0,-1 0 1,0-1-1,1 2 0,-1-1 0,-4 1-13,1 0 3,1 0 1,0 1-1,0 1 0,0-1 0,0 1 0,0 1 0,0-1 0,0 1 0,1 1 0,-1 0 1,1 0-1,0 0 0,0 0 0,0 1 0,1 1 0,0-1 0,0 1 0,-4 5-3,-37 36 39,3 3-1,2 1 0,2 2 0,2 2 0,3 2 1,-21 46-39,37-65 55,0 1 1,3 0-1,1 2 1,3 0-1,1 0 1,1 1-1,3 1 1,2-1-1,1 1 1,2 0 0,4 34-56,-3-68 5,2-1 1,-1 1 0,1-1-1,1 1 1,-1-1 0,1 1 0,1-1-1,0 0 1,0 0 0,0 0 0,1 0-1,1-1 1,-1 1 0,1-1 0,0 0-1,1-1 1,-1 1 0,1-1-1,1 0 1,-1 0 0,1-1 0,0 0-1,0 0 1,0-1 0,1 0 0,0 0-1,0-1 1,0 1 0,0-2 0,1 1-6,1-2 3,0 1 0,1-2 0,-1 1 0,1-2 1,-1 1-1,0-1 0,1-1 0,-1 0 1,0 0-1,0-1 0,0 0 0,0-1 0,-1 0 1,0-1-1,1 0 0,-1 0 0,-1-1 1,1 0-1,-1 0 0,0-1 0,-1 0 0,0-1 1,0 0-1,4-6-3,30-35-6,-2-3 0,-3-1 0,-1-2-1,-4-2 1,-2 0 0,-1-5 6,15-24-22,-36 107 41,-35 246 297,48-108-330,-18-153-28,0 0-1,0-1 1,0 1-1,1-1 1,-1 0-1,1 0 0,1 0 1,-1 0-1,1 0 1,0 0-1,0-1 1,0 0-1,1 0 1,-1 0-1,1 0 0,0-1 1,0 0-1,0 0 1,0 0-1,1-1 1,-1 0-1,1 0 1,0 0-1,4 1 43,41 1-1120,-4-4-702</inkml:trace>
  <inkml:trace contextRef="#ctx0" brushRef="#br0" timeOffset="82252.121">29571 1476 30054,'0'0'1129,"0"0"-815,0 0-243,0 0 64,0 0 146,0 0-71,14 20-118,38 67-62,-51-83-29,-1-1-1,1 1 0,-1-1 0,0 1 1,0-1-1,-1 1 0,1 0 0,-1-1 1,1 1-1,-1-1 0,0 0 0,-1 1 1,1-1-1,-1 0 0,1 0 0,-1 1 1,0-1-1,0-1 0,0 1 1,0 0-1,-1 0 0,1-1 0,-1 1 1,0-1-1,1 0 0,-4 2 0,-5 6-5,-145 147-245,155-156 255,-1 0 0,1-1 0,0 1 0,0 0 0,0 0 0,-1 0 0,1 0 0,0 0 0,0 0 0,0 0 0,1 0 0,-1 0 0,0 0 0,0 1 0,0-1 0,1 0-1,-1 0 1,1 1 0,-1-1 0,1 1 0,0-1 0,-1 0 0,1 1 0,0-1 0,0 1 0,0-1 0,0 1 0,0-1 0,0 1 0,1-1 0,-1 0 0,0 1 0,1-1 0,-1 1 0,1-1 0,-1 0 0,1 1 0,0-1 0,-1 0-1,1 0 1,0 0 0,0 1 0,0-1 0,0 0 0,0 0 0,0 0 0,0-1 0,1 1 0,-1 0 0,0 0 0,0-1 0,1 1 0,-1 0-5,30-3-38,1-1 0,-1-2 0,-1-1 0,1-1 1,-1-2-1,0-1 0,-1-1 0,0-1 0,-1-2 0,0-1 1,-1-1-1,-1-1 0,9-9 38,11-10-2369</inkml:trace>
  <inkml:trace contextRef="#ctx0" brushRef="#br0" timeOffset="80568.749">26123 2380 28174,'0'0'836,"0"0"-309,24-6-199,79-16 24,-13 19 82,-88 4-430,0 0 1,0 0 0,0 0-1,1 1 1,-1-1 0,0 0-1,0 1 1,-1-1 0,1 1-1,0 0 1,0-1 0,-1 1 0,1 0-1,-1 0 1,0 0 0,1 0-1,-1 0 1,0 1 0,0-1-1,-1 0 1,1 0 0,0 1-1,-1-1 1,1 1 0,-1-1 0,0 0-1,0 1-4,1 18 11,-2 0 0,-1 0 0,0 0 0,-2 0 0,0 0-1,-2-1 1,0 0 0,-1 0 0,-1-1 0,-1 0 0,0 0 0,-2-1 0,-12 18-11,-29 63 100,44-83-32,1 0 1,1 1 0,1 0 0,0 0-1,1 1 1,1-1 0,0 1 0,2 0-1,0 4-68,1-18 12,0-1 0,0 0 0,1 0 0,-1 1 0,1-1 0,0 0 0,0 0 0,0 0 0,0 0 0,0 0 0,1 0 0,0-1 0,-1 1 0,1 0 0,0-1 0,0 1 0,0-1 0,1 1 0,-1-1 0,0 0 0,1 0 0,0 0 0,-1-1 0,1 1 0,0-1 0,0 1 0,0-1 0,0 0 0,0 0 0,0 0 0,3 0-12,106 0-86,-96-7-165,0 0-1,0 0 1,-1-2 0,0 0 0,0-1 0,-1 0 0,0-1-1,-1 0 1,0-2 0,0 1 0,-1-2 0,1-2 251,-12 15-9,46-51-4982</inkml:trace>
  <inkml:trace contextRef="#ctx0" brushRef="#br0" timeOffset="80802.511">26835 2062 29574,'0'0'664,"0"0"-271,73 156-193,-25-81 352,9 0 96,6 0-368,1-2-152,-7-4-88,-7-8-40,-10-10-88,-5-19-336,-13-16-696,-7-16-1409</inkml:trace>
  <inkml:trace contextRef="#ctx0" brushRef="#br0" timeOffset="80985.933">27353 2100 29790,'0'0'761,"0"0"-257,-136 161-216,59-64 16,-4 21-176,0 20-128,11-1-160,24-41-496,21-35-1625</inkml:trace>
  <inkml:trace contextRef="#ctx0" brushRef="#br0" timeOffset="81436.442">27887 1654 24597,'0'0'5207,"0"0"-3839,21 20-1159,127 142 193,-135-146-370,0 1 0,-2 1 0,0 0 0,0 1 0,-2 0 0,-1 0 0,0 1 0,-1 0 0,-1 0 0,-1 1 1,-1-1-1,-1 1 0,-1 0 0,-1 0 0,0 0 0,-2 0 0,0 1 0,-1-1 0,-2-1 0,0 1 0,-1 0 0,-5 12-32,-17 17-12,-3-2 0,-2-1-1,-1-1 1,-3-2 0,-2-1-1,-1-2 1,-2-2 0,-2-2 0,-3 0 12,-141 114-211,186-150 214,1 0 0,0 0-1,0 0 1,0-1 0,0 1 0,0 0 0,0 0 0,0 0 0,0 0-1,0 0 1,0-1 0,0 1 0,1 0 0,-1 0 0,0 0 0,0-1-1,1 1 1,-1 0 0,1 0 0,-1-1 0,1 1 0,-1 0-1,1-1 1,-1 1 0,1 0 0,0-1 0,-1 1 0,1-1 0,0 1-1,-1-1 1,1 1 0,0-1 0,0 0 0,-1 1 0,1-1 0,0 0-1,0 0 1,0 0 0,-1 1 0,1-1 0,0 0 0,0 0 0,0 0-1,0 0 1,0 0 0,-1 0 0,1-1 0,0 1 0,0 0 0,0 0-1,-1-1 1,1 1 0,0 0 0,0-1 0,-1 1 0,1-1 0,0 1-1,0-1 1,-1 1-3,5 0 27,59 2-7,0-2 0,0-2 1,0-4-1,-1-2 0,0-3 1,0-3-1,-1-3 0,42-18-20,-84 27-444,-2-2 1,1 0-1,-1-1 0,-1-1 0,0 0 0,0-2 1,-2 1-1,0-2 0,1-2 444,26-30-6429</inkml:trace>
  <inkml:trace contextRef="#ctx0" brushRef="#br0" timeOffset="81902.511">28753 802 29814,'0'0'1211,"5"20"-871,33 247 92,-34-203-349,-3 0-1,-3 1 0,-2-1 0,-4 0 0,-2 0 1,-3-1-1,-2-1 0,-4 2-82,-19 35 0,33-113 47,5-14-69,1 0 1,2 0-1,0 0 0,2 0 1,1 0-1,4-8 22,-8 27-4,1 1 0,0-1 0,1 1 0,0 0 0,1 0 0,-1 0 0,1 0 0,1 1 0,-1 0 0,1 0 0,1 1 0,-1-1 0,1 1 0,0 1 0,1-1 0,-1 1 0,1 1 0,0-1 0,0 1 0,0 1 0,1-1 0,0 1 4,-3 1-1,0-1 1,-1 1-1,1 1 0,0-1 0,1 1 0,-1 0 0,0 0 0,0 1 0,1-1 1,-1 2-1,0-1 0,0 1 0,0 0 0,1 0 0,-1 0 0,0 1 1,0 0-1,-1 0 0,1 1 0,0-1 0,-1 1 0,1 0 0,-1 1 1,0 0-1,0-1 0,0 2 0,-1-1 0,1 0 0,-1 1 0,0 0 1,-1 0-1,1 0 0,-1 0 0,0 1 0,0 0 0,0-1 0,-1 1 1,0 0-1,0 0 0,-1 0 0,1 0 0,-1 0 0,-1 1 0,1-1 0,-1 0 1,0 0-1,-1 1 0,0 4 1,-4-1 1,-1 0 0,0 0 1,-1-1-1,0 1 0,-1-1 0,0-1 1,0 1-1,-1-2 0,1 1 0,-2-1 1,1 0-1,-1-1 0,0 0 0,-1-1 1,1 0-1,-12 4-1,-164 48-224,58-41-4041,106-16-10498</inkml:trace>
  <inkml:trace contextRef="#ctx0" brushRef="#br1" timeOffset="91017.89">27315 652 20140,'0'0'2413,"0"0"391,0 0-1873,0 0-527,0 0 306,0 0 78,1-6-213,2-10-101,-2 49 160,-1-29-590,-1 173 980,-29 973 419,-1 151-1060,51-1129-520,-13-165-324,-2-31 137,9-319-3556,-12 208-608</inkml:trace>
  <inkml:trace contextRef="#ctx0" brushRef="#br1" timeOffset="91558.491">27925 537 29198,'0'0'612,"30"-2"-356,449-35 293,-216 26-408,-1 12 0,0 11 1,57 18-142,461 85-1143,-971-126 1300,188 12-144,0-1 0,0 1 0,1 0 0,-1 0 1,0 1-1,1-1 0,-1 1 0,1-1 0,0 1 0,-1 0 0,1-1 0,0 1 0,0 1 0,0-1 0,0 0 1,1 0-1,-1 1 0,1-1 0,-1 1 0,1-1 0,0 1 0,0-1 0,0 1 0,0 0 0,0 0 0,1 0 1,-1-1-1,1 1 0,0 0 0,0 0 0,0 0 0,0 0 0,0 0 0,0-1 0,1 1 0,0 0 0,-1 0 0,1 0 1,1 0-14,-2 17 83,6 154 286,7-1 0,8-1 1,24 81-370,-25-138 118,21 115 117,9 34-16,-11 1 1,-12 2 0,-11 24-220,-16-252-39,2-17-208,-2 0 0,-1 0 0,0 0 0,-2-1 0,0 1 0,-2-1 0,-3 10 247,-6-5-2385</inkml:trace>
  <inkml:trace contextRef="#ctx0" brushRef="#br1" timeOffset="91833.633">27666 3478 30735,'0'0'768,"193"42"-592,13-24-120,50-6-16,25-12 384,-3-4 16,-17-16-312,-7 0-128,-23 0 0,-34 5 0,-48 3 0,-51 8 0,-34 4 0,-22-4 0,-14 0-872,-15-4-2089</inkml:trace>
  <inkml:trace contextRef="#ctx0" brushRef="#br0" timeOffset="79454.759">22530 2538 28502,'0'0'1848,"0"0"-1583,136 7 103,-35-1 48,31 0-40,-5 0-104,-16-2-144,-18 0-128,-28 2-40,19-2-480,-14-2-929,-20-2-12770</inkml:trace>
  <inkml:trace contextRef="#ctx0" brushRef="#br0" timeOffset="79718.431">23278 2196 29262,'0'0'1385,"0"0"-1017,-24 101 8,10-40-24,6 8-64,3 8-168,5 35-120,5-19-376,8-14-1457</inkml:trace>
  <inkml:trace contextRef="#ctx0" brushRef="#br0" timeOffset="77870.255">19304 1883 29686,'0'0'712,"0"0"-95,127 79-169,-64-40-72,-1 2-64,-3 5-104,-6 3-120,-12 0-64,-6 3-24,-4-7-200,-2-2-288,-8-13-592,-7-16-1409</inkml:trace>
  <inkml:trace contextRef="#ctx0" brushRef="#br0" timeOffset="78169.66">19869 1934 27486,'0'0'2296,"0"0"-1992,-92 130-120,59-73-104,7-1-40,15 5-40,9-16-328,2-17-1520</inkml:trace>
  <inkml:trace contextRef="#ctx0" brushRef="#br0" timeOffset="78419.489">20413 1654 29766,'0'0'745,"0"0"-136,20 23-182,124 145 249,-130-155-656,-1 0 0,-1 1-1,0 1 1,-1-1 0,-1 2 0,0 0 0,-1 0 0,-1 0-1,0 1 1,-1 0 0,-1 1 0,-1 0 0,0 0 0,-1 0 0,-1 0-1,-1 0 1,-1 1 0,0-1 0,-1 1 0,-1-1 0,-1 1-1,-1-1 1,0 0 0,-2 0 0,-3 11-20,-21 18-89,-1 0 1,-3-2-1,-1-2 0,-3-1 0,-1-1 1,-2-3-1,-1-1 0,-38 25 89,-14 17-66,83-71 71,5-4 7,1-1 1,-1 1 0,0 0 0,1 1-1,0-1 1,0 0 0,0 1 0,1 0-1,0 0 1,-1 0 0,2 1 0,-1-1-1,1 1 1,0-1 0,-1 4-13,4-7 14,0 1-1,0-1 1,0 0 0,1 0-1,-1 0 1,1 0 0,-1 0-1,1 0 1,0 0 0,0 0-1,0-1 1,0 1 0,0-1-1,0 1 1,0-1 0,0 0-1,1 0 1,-1 0 0,0 0-1,1 0 1,-1 0 0,1-1-1,-1 1 1,1-1 0,-1 0-1,1 0 1,-1 0 0,1 0-1,0 0 1,-1 0 0,1-1-1,0 0-13,0 2 8,388-3 90,-371 2-381,0-2 1,0 0-1,0-1 0,-1-1 1,1 0-1,-1-2 1,0-1-1,11-5 283,16-13-2031</inkml:trace>
  <inkml:trace contextRef="#ctx0" brushRef="#br0" timeOffset="78886.231">21318 916 30350,'-2'22'527,"-94"584"711,63-358-946,33-249-292,0 1 0,1 0 0,-1 0 0,0 0 0,0-1 0,1 1 0,-1 0 0,0 0 0,0 0 0,1 0 0,-1 0 0,0 0 0,1 0 0,-1 0 0,0 0 0,0 0 0,1 0 0,-1 0 0,0 0 0,1 0 0,-1 0 0,0 0 0,0 0 0,1 0 0,-1 0 0,0 0 0,0 0 0,1 0 0,-1 0 0,0 1 0,0-1 0,1 0 0,-1 0 0,0 0 0,0 0 0,1-1 0,42-95-61,-29 60 18,2 1 0,2 0 0,1 1 0,1 2 0,8-10 43,-24 38 0,0-1 0,-1 1 0,1 0 1,1 0-1,-1 0 0,0 1 0,1-1 0,0 1 0,0 0 1,0 1-1,0-1 0,0 1 0,1 0 0,-1 0 0,1 1 1,-1-1-1,1 1 0,0 1 0,-1-1 0,1 1 0,0 0 1,-1 0-1,1 0 0,0 1 0,-1 0 0,1 0 1,0 1-1,-1-1 0,0 1 0,1 0 0,-1 1 0,0-1 1,0 1-1,0 0 0,0 0 0,-1 1 0,1-1 0,-1 1 1,0 1-1,4 4 10,0 1 0,-1 1 0,-1-1 1,0 1-1,0 0 0,-1 0 1,-1 1-1,0-1 0,0 1 1,-1 0-1,-1 1 0,0-1 0,0 0 1,-1 0-1,-1 1 0,0-1 1,-1 1-1,0-1 0,-1 0 1,0 0-1,-1 0 0,-1 0 0,0 0 1,0 0-1,-1-1 0,0 0 1,-1 0-1,-1 0 0,0 0-10,-10 13-32,-1-1-1,-1 0 0,-1-1 1,0-1-1,-2-1 1,-1-1-1,0-1 0,-1-1 1,-25 13 32,45-29-113,4 0 62,-1 0 1,0 0-1,0 0 1,1-1-1,-1 1 1,0 0-1,0 0 0,0-1 1,0 1-1,1-1 1,-1 1-1,0-1 1,0 1-1,0-1 1,0 0-1,0 1 1,-1-1-1,1 0 1,0 0-1,0 0 1,0 0-1,0 0 1,0 0-1,0 0 1,0 0-1,0 0 1,0 0-1,0-1 1,0 1-1,0 0 0,0-1 1,0 1-1,0-1 1,0 1-1,0-1 1,0 0-1,0 1 1,0-1-1,1 0 1,-1 1-1,0-1 1,0 0 50,1-20-2974</inkml:trace>
  <inkml:trace contextRef="#ctx0" brushRef="#br0" timeOffset="79071.805">21930 1620 28942,'0'0'1320,"0"0"-703,0 0-145,0 0 32,19 117-176,-19-82-216,-6 32-112,-12-10-392,-1-1-992</inkml:trace>
  <inkml:trace contextRef="#ctx0" brushRef="#br1" timeOffset="89541.199">19891 435 22117,'0'0'4878,"0"0"-3311,-15-19-940,-49-58 53,27 51 523,32 57-548,6-21-735,35 352 950,-11-179-671,13 352-152,-29 423-47,-11-772 4,-28 1145-4,62-1493-83,29-175-2296,-40 175-1496</inkml:trace>
  <inkml:trace contextRef="#ctx0" brushRef="#br1" timeOffset="90050.146">20569 218 30110,'26'-2'581,"421"5"-305,95 79-243,-358-49-28,468 78-170,-628-110-79,-36-12-27,-37-13-128,45 22 394,0 0-1,0 1 1,0-1-1,-1 1 1,1 0-1,0 0 0,-1 0 1,1 0-1,-1 1 1,1 0-1,-1 0 1,1 0-1,-1 0 1,1 1-1,-1 0 0,1 0 1,0 0-1,-1 0 1,1 1-1,0-1 1,0 1-1,0 0 0,0 1 1,0-1-1,1 1 1,-1-1-1,1 1 1,-1 0-1,1 1 0,0-1 1,0 0-1,0 1 1,1 0-1,-1-1 1,0 4 5,-8 16 97,2-1 0,0 2 0,2-1 0,0 1 1,2 1-1,0-1 0,2 1 0,1-1 0,0 12-97,0-7 74,-29 619 1700,31 155-1774,1-724 40,18 751 233,-19-821-318,1 0-45,-1 0-1,0-1 0,0 1 0,0 0 1,-1-1-1,-1 1 0,1 0 0,-2-1 1,1 1-1,-1-1 0,0 0 0,0 0 1,-5 6 90,-2-10-2057</inkml:trace>
  <inkml:trace contextRef="#ctx0" brushRef="#br1" timeOffset="90315.912">20441 3532 31191,'0'0'776,"132"-10"-600,21-28-104,36-9-40,13-8 56,1 7-72,-12 7-16,-44 11-632,-31 5-1641</inkml:trace>
  <inkml:trace contextRef="#ctx0" brushRef="#br1" timeOffset="94736.328">20174 5246 25237,'0'0'4197,"0"0"-2866,0 0-864,0 0-111,0 0 20,21-8-48,-6 1-273,0 1-15,0 0 0,0 1-1,0 0 1,1 2-1,-1-1 1,1 2 0,0 0-1,12 1-39,-18-1 3,-1 1 0,1 0 0,0 0 0,0 1 0,0 0 0,-1 1 0,1 0 0,0 1 0,-1 0 1,1 0-1,-1 1 0,1 0 0,-1 1 0,0 0 0,-1 1 0,1-1 0,-1 2 0,0-1 0,0 1 0,0 0 0,-1 1 0,0 0 0,0 0 0,-1 0 0,0 1 0,0 0 0,-1 0 0,0 1 0,0-1 0,-1 1 0,0 0 0,0 0 0,-1 1 0,0 2-3,-6 11 0,-1 1 0,-1-1 0,-1 1 0,0-2 0,-2 1 0,-1-1 0,-1 0 0,-1-1 0,0 0 0,-2-1 0,0 0 0,-2-1 0,0 0 0,-1-1 0,0-1 0,-2-1 0,-7 5 0,-12 20 0,-2-1 0,-1-3 0,-3-1 0,0-2 0,-2-2 0,-2-2 0,-1-2 0,-1-2 0,-1-3 0,-2-1 0,-35-4 0,168-25 0,47 7 0,-1 5 0,1 6 0,-2 5 0,46 15 0,-101-15-240,1-4 1,1-2-1,48-1 240,-90-12-1922,-11-12-2310</inkml:trace>
  <inkml:trace contextRef="#ctx0" brushRef="#br1" timeOffset="95199.284">21136 4475 29286,'0'0'1302,"0"0"-879,-5 19-197,-22 143 547,26 254-275,-14-366-484,7-75 4,7 13-20,1-1 0,1 0 0,0 0 0,1 0 0,0 1-1,1-1 1,0 1 0,1-1 0,1 1 0,0 0 0,0 1 0,1-1 0,0 1-1,1 0 1,1 1 0,0 0 0,0 0 0,1 0 0,0 1 0,0 1-1,1-1 1,0 2 0,1-1 0,0 1 0,7-3 2,-7 4 0,1 1 0,1 0 0,-1 0 0,1 1 0,0 1 0,0 0 0,0 1 0,0 0 0,0 1 0,0 0 0,1 1 0,-1 1 0,4 0 0,-11 0 0,-1 0 0,1 0 0,-1 0 0,0 1 0,1 0 0,-1 0 0,0 0 0,0 1 1,0-1-1,0 1 0,0 0 0,-1 1 0,0-1 0,1 1 0,-1 0 0,0 0 0,-1 0 0,1 0 0,-1 1 1,0 0-1,0-1 0,0 1 0,-1 0 0,0 1 0,0-1 0,0 0 0,0 1 0,-1-1 0,0 0 1,0 1-1,0 3 0,-1 6 3,0-1 0,-1 1 0,0 0 0,-1-1 0,-1 1 0,0-1 0,-1 0 0,-1 0 0,0 0 0,-1-1 1,0 1-1,-1-1 0,-1-1 0,0 0 0,-1 0 0,0 0 0,-10 9-3,-5 4-19,-1-1 0,0-1 0,-2-1 0,-1-1 0,0-2 1,-2-1-1,-6 2 19,-69 15-1254,96-37-570,8-11-2455</inkml:trace>
  <inkml:trace contextRef="#ctx0" brushRef="#br1" timeOffset="95499.173">22055 5035 30583,'0'0'856,"0"0"-280,0 0-104,0 0-192,-31 110-280,31-84 0,0 2 0,0-1 0,9 1 0,-3 1 0,-3 1 0,-3 0 0,0 1 0,-16 11 0,-1-9-792,-3-9-1945</inkml:trace>
  <inkml:trace contextRef="#ctx0" brushRef="#br1" timeOffset="97898.704">29612 5039 29486,'0'0'961,"0"0"-489,0 0 216,0 0-48,16 102-216,-14-52-328,0 5-96,-2 8 0,0 6 0,0 6 0,0 18 0,0-20-736,0-20-3321</inkml:trace>
  <inkml:trace contextRef="#ctx0" brushRef="#br1" timeOffset="96749.399">27572 5323 27302,'0'0'1213,"0"0"-223,0 0-275,0 0-150,0 0-107,13-2-54,-12 1-393,6 0 28,1 0 1,-1 0-1,0 0 1,0 1-1,0 0 1,1 0-1,-1 1 1,0 0-1,0 0 1,0 0-1,0 1 1,0 0-1,0 1 1,5 2-40,11 7 105,10 2-55,-1 2 0,-1 1 0,-1 1 0,-1 1 1,0 2-1,-1 1 0,-2 2 0,0 0 0,7 11-50,-27-26 0,0 0 0,-1 0 0,-1 0 0,0 0 0,0 0 0,-1 1 0,0 0 0,0 0 0,-1 0 0,-1 0 0,1 0 0,-2 0 0,0 1 0,0-1 0,0 0 0,-1 0 0,-1 0 0,0 0 0,0 0 0,-1 0 0,0 0 0,-1-1 0,0 1 0,0-1 0,-1 0 0,-5 7 0,-12 16 0,0 0 0,-2-2 0,-2-1 0,0 0 0,-2-2 0,-15 10 0,8-4-3,-1-2-1,-2-2 1,-1-2 0,-1-1-1,-1-2 1,-1-1 0,-1-3-1,-38 13 4,9-26 12,86-27 2,11 10-14,0 0 0,0 2 0,1 0 0,0 2 0,0 1 1,1 1-1,-1 1 0,1 2 0,13 1 0,30-6 0,0 4 0,0 3 0,0 4 0,-1 2 0,0 3 0,0 3 0,48 16 0,-97-21-78,92 11-1538,-93-24-779</inkml:trace>
  <inkml:trace contextRef="#ctx0" brushRef="#br1" timeOffset="97436.326">28788 4352 26118,'0'0'1457,"0"0"-385,0 0-261,0 0-165,0 0-203,0 0-31,3 21-18,10 292 351,-18-223-655,-4-1 0,-5-1 1,-2 0-1,-5-1 1,-11 23-91,32-110 0,-18 40 11,18-39-10,0 0 0,0-1 0,0 1 0,0 0 0,0-1 0,0 1 0,0-1 0,-1 1 0,1-1 0,0 1 0,0 0 0,-1-1 0,1 1 0,0-1 0,-1 1 0,1-1 0,-1 0 0,1 1 0,-1-1 0,1 1 0,0-1 0,-1 0 0,0 1 0,1-1 0,-1 0 0,1 0 0,-1 1 0,1-1 0,-1 0 0,0 0 0,1 0 0,-1 0 0,1 0 0,-1 1 0,0-1 0,1 0 0,-1-1 0,1 1 0,-1 0 0,0 0 0,1 0 0,-1 0 0,1 0 0,-1-1 0,1 1 0,-1 0 0,0 0 0,1-1 0,-1 1 0,1 0 0,-1-1 0,1 1-1,0-1 1,-1 1 0,1 0 0,-1-1 0,1 1 0,0-1 0,-1 1 0,1-1 0,0 0 0,-1 1 0,1-1 0,0 1 0,0-1 0,0 1 0,0-1 0,-1 0-1,-2-15-10,0 0 1,0 0-1,1 0 0,1 0 0,1 0 0,0 0 0,1 0 0,1 0 0,1 0 1,0-1 9,1 1-8,0-1 1,1 1 0,0 0-1,2 1 1,0-1 0,0 1-1,2 0 1,0 1 0,0 0-1,1 1 1,1 0 0,0 0 0,1 1-1,0 1 1,1 0 0,0 0-1,1 2 1,0-1 0,1 2-1,0 0 1,0 1 0,0 0-1,1 1 1,0 1 0,0 0-1,1 1 1,-1 1 0,1 1 0,0 0-1,0 2 1,1-1 7,-10 3 8,1 1 1,0 0 0,-1 0-1,1 0 1,-1 1-1,0 0 1,0 1 0,0 0-1,-1 0 1,0 1-1,0 0 1,0 0-1,-1 0 1,0 1 0,0 0-1,-1 0 1,1 1-1,-2 0 1,1 0-1,-1 0 1,0 0 0,-1 0-1,0 1 1,0 0-1,-1-1 1,0 1 0,0 0-1,-1 0 1,0 0-1,-1 0 1,0 1-1,-1-1 1,1 0 0,-2 0-1,1 0 1,-1-1-1,-3 9-8,-3-3 8,0-1-1,-1 1 1,-1-2 0,0 1-1,0-1 1,-1-1-1,-1 1 1,0-2 0,0 0-1,-1 0 1,0-2-1,-1 1 1,0-2 0,0 0-1,-1 0 1,-14 3-8,-8 7-321,-1-1-1,-1-3 1,0-1 0,-1-2 0,-1-1 321,23-8-1594</inkml:trace>
  <inkml:trace contextRef="#ctx0" brushRef="#br1" timeOffset="103819.717">24711 5611 22557,'0'0'3931,"0"0"-1954,0 0-1150,0 0-238,0 0-121,-2-4-142,-22-181 847,22 181-1163,1 0 0,-1 0-1,0 0 1,0 0 0,-1 1 0,1-1-1,-1 1 1,0-1 0,0 1-1,0 0 1,0 0 0,-1 0 0,1 1-1,-1-1 1,1 1 0,-1 0 0,0 0-1,0 0 1,0 0 0,0 1 0,-1 0-1,1 0 1,0 0 0,0 0-1,-1 1 1,1-1 0,0 1 0,-1 0-1,1 0 1,0 1 0,-1-1 0,1 1-1,0 0 1,-1 0 0,1 1-1,0-1 1,-1 2-10,-17 9 1,2 1 0,0 2 0,0 0 0,1 1 0,1 0 0,1 2 0,0 0 0,2 1 0,0 1 0,-9 15-1,-4 4 2,1 2 1,2 0 0,2 2 0,2 1-1,2 1 1,1 0 0,3 1 0,2 1 0,1 0-1,3 1 1,2 0 0,0 31-3,7-77 6,-1 0 0,1 0-1,0 0 1,0 0 0,0 0 0,0 0 0,0 0-1,0 0 1,1 0 0,-1-1 0,1 1 0,-1 0-1,1 0 1,0 0 0,-1 0 0,1-1 0,0 1 0,0 0-1,0-1 1,1 1 0,-1-1 0,0 1 0,1-1-1,-1 1 1,1-1 0,-1 0 0,1 0 0,-1 0-1,1 0 1,0 0 0,0 0 0,-1 0 0,1-1 0,0 1-1,0-1 1,0 1 0,0-1 0,0 0 0,0 1-1,0-1 1,0 0 0,-1 0 0,1-1 0,0 1-1,0 0 1,0-1 0,0 1 0,0-1 0,0 1 0,0-1-1,-1 0 1,1 0 0,0 0-6,9-6 20,0 0 1,0 0-1,-1-1 1,0-1-1,0 0 0,-1 0 1,0-1-1,-1 0 1,0 0-1,2-6-20,5-4 4,92-127-4,-6-6 0,12-36 0,-97 167 0,-14 27 0,0 207 0,10 102-11,7-250 58,0-41-1275,10-31-3713,-15-12-10547</inkml:trace>
  <inkml:trace contextRef="#ctx0" brushRef="#br1" timeOffset="104114.027">24946 5883 7082,'0'0'18262,"0"0"-13773,0 0-3797,0 0-225,7 20-83,20 62-119,-25-75-255,-1 0-1,0 0 1,-1 1-1,1-1 1,-2 0-1,1 0 1,-1 1-1,0-1 1,0 0-1,-1 0 0,0 0 1,0 0-1,-1 0 1,0-1-1,0 1 1,0-1-1,-1 0 1,0 0-1,0 0 1,-1 0-1,0-1 0,0 1 1,0-1-1,0 0 1,-1-1-1,0 0 1,-4 3-10,-10 11 19,0 0-18,16-15 0,-1 0 1,1 0-1,0 0 0,0 1 1,0 0-1,0 0 1,1 0-1,-1 0 0,1 1 1,0-1-1,0 1 0,1 0 1,0 0-1,-1 0 0,2 0 1,-2 4-2,4-7 4,0 0-1,1 0 1,-1 0 0,1 0 0,0 0 0,-1-1 0,1 1-1,0-1 1,0 1 0,0-1 0,0 0 0,0 0-1,1 0 1,-1 0 0,0 0 0,0 0 0,1-1 0,-1 1-1,0-1 1,1 1 0,-1-1 0,1 0 0,1 0-4,2 1 9,161 4 6,-156-7-225,0 0-1,0 0 1,-1-1 0,1-1-1,-1 1 1,0-2 0,0 0-1,0 0 1,0 0 0,7-7 210,9-10-3014</inkml:trace>
  <inkml:trace contextRef="#ctx0" brushRef="#br1" timeOffset="104379.976">25316 5664 27758,'0'0'1752,"0"0"-1040,0 0-183,0 0-113,0 0 16,125 119-176,-103-94-160,-2 1-64,-7 0-32,-6-5-192,-5-3-328,-2-6-761,0-10-1663</inkml:trace>
  <inkml:trace contextRef="#ctx0" brushRef="#br1" timeOffset="104646.26">25560 5536 28486,'0'0'1024,"0"0"-448,0 0-143,-125 130-49,85-82-176,3 3-200,2 4-8,-7 16-320,11-12-617,10-17-2447</inkml:trace>
  <inkml:trace contextRef="#ctx0" brushRef="#br1" timeOffset="104996.445">25627 5349 29550,'0'0'771,"0"0"-364,0 0-40,20 6 61,3 1-299,88 46 354,-99-45-461,-1 0 1,0 1 0,-1 0-1,0 1 1,-1 0-1,0 1 1,0 0-1,-1 0 1,0 1 0,-1 0-1,-1 1 1,0-1-1,0 1 1,-1 0 0,-1 0-1,0 1 1,-1 0-1,-1-1 1,0 1-1,-1 0 1,0 0 0,-1 0-1,0 0 1,-1 0-1,-1 0 1,-1-1-1,1 1 1,-4 8-23,-12 13-16,0-1-1,-3-1 1,0-1-1,-3 0 1,0-2-1,-2 0 1,-1-2-1,-1-1 1,-1-2 16,-124 84-100,176-107 116,92-4 13,0-4-1,109-22-28,-160-4-2631,-57 17-1132</inkml:trace>
  <inkml:trace contextRef="#ctx0" brushRef="#br1" timeOffset="105596.61">25768 4264 5793,'0'0'18564,"0"0"-14007,0 0-3730,0 0-222,0 0-207,0 0-139,0 12 30,-18 228 243,-34-15-448,40-205-81,6-29-56,5-36-125,3 36 159,0 1 0,1 0 1,0 0-1,0 0 0,1 1 0,0-1 0,0 1 0,1-1 0,0 2 0,0-1 1,0 0-1,1 1 0,0 0 0,1 0 0,-1 1 0,1 0 0,0 0 1,0 0-1,1 1 0,-1 0 0,1 1 0,0-1 0,0 2 0,0-1 0,0 1 1,1 0-1,-1 1 0,1 0 0,-1 0 0,1 1 0,-1 0 0,1 0 1,-1 1-1,2 0 19,-6 2 4,1 0 0,-1 0 0,0 1 0,0-1 0,0 1 0,-1 0 0,1 0 0,-1 0 0,0 0 0,0 1 0,0-1 0,-1 1 0,0 0 0,0 0 0,0 0 0,0 0 0,-1 0 0,1 0 0,-1 0 0,-1 0 0,1 1 0,-1-1 0,0 0 0,0 1 0,-1-1 0,1 0 0,-1 0 0,0 0 0,-1 1 0,1-1 0,-1 0 0,0 0 0,0-1 0,-3 5-4,-1 4-87,-2 0 1,1-1-1,-2 0 1,1-1 0,-2 1-1,1-2 1,-2 1-1,1-1 1,-2-1-1,1 0 1,-1-1-1,0 0 1,-1 0 0,0-2-1,0 1 1,0-2-1,-1 0 1,0 0-1,0-1 1,0-1 0,-12 1 86,0-3-2562</inkml:trace>
  <inkml:trace contextRef="#ctx0" brushRef="#br1" timeOffset="105913.108">26026 4648 19548,'0'0'7572,"0"0"-5551,0 0-1492,0 0-61,18 19-65,54 59-189,-69-74-208,0-1 0,-1 1 0,1 0 0,0-1 0,-1 1 0,0 0 0,0 1 0,0-1 0,0 0 1,-1 0-1,0 1 0,0-1 0,0 1 0,0-1 0,-1 1 0,0 0 0,0-1 0,0 1 0,0-1 0,-1 1 1,1-1-1,-1 1-6,-1 5 2,0 0-1,-1-1 0,-1 0 1,1 0-1,-1 0 0,-1 0 1,0-1-1,0 1 1,0-1-1,-1-1 0,-1 1 1,1-1-1,-1 0 0,0 0 1,-7 4-2,-39 45 14,97-47 182,-37-10-227,0 1 1,1-1-1,-1-1 0,0 0 1,0 0-1,0 0 0,0-1 0,0 1 1,0-2-1,-1 1 0,1-1 1,-1 0-1,0 0 0,2-3 31,29-26-3036,-12 6-5326</inkml:trace>
  <inkml:trace contextRef="#ctx0" brushRef="#br1" timeOffset="106165.059">26327 4609 5961,'0'0'23261,"0"0"-22541,0 0-231,0 0 23,0 0-200,0 0-184,127-4-128,-94 4-24,0 0-272,-7 0-457,-9 0-1351</inkml:trace>
  <inkml:trace contextRef="#ctx0" brushRef="#br1" timeOffset="106578.986">26728 4303 28350,'0'0'883,"0"0"-232,-3 24-126,-16 150 230,-38 90-536,38-243-218,16-67-282,3 40 274,-1-1 0,2 1 1,-1 0-1,1-1 1,0 1-1,0-1 1,1 1-1,0 0 0,0 0 1,0 0-1,1 0 1,0 0-1,0 1 0,0-1 1,1 1-1,0 0 1,0 0-1,0 0 1,0 0-1,1 1 0,0-1 1,0 1-1,0 1 1,1-1-1,-1 1 0,1 0 1,0 0-1,0 0 1,0 1-1,0 0 1,0 0-1,1 1 7,-2-1 1,0 2 0,0-1-1,0 1 1,0-1 0,0 1 0,0 1 0,1-1 0,-1 1-1,0 0 1,0 0 0,0 0 0,0 1 0,0 0 0,-1 0 0,1 0-1,0 0 1,-1 1 0,0 0 0,1 0 0,-1 0 0,0 0-1,-1 1 1,1 0 0,0-1 0,-1 1 0,0 1 0,0-1-1,0 0 1,-1 1 0,1-1 0,-1 1 0,0 0 0,-1 0-1,1 0 1,0 2-1,-2 0 26,-1 0 1,1 0-1,-1 0 0,0-1 0,-1 1 0,1 0 1,-2-1-1,1 1 0,-1-1 0,1 1 0,-2-1 1,1 0-1,-1 0 0,0-1 0,0 1 0,0-1 1,-1 0-1,0 0 0,0 0 0,0-1 0,-1 0 1,1 0-1,-1 0 0,0 0 0,0-1 0,-1 0 1,1-1-1,-4 2-26,-97 44-467,101-40-611,3-2-1234</inkml:trace>
  <inkml:trace contextRef="#ctx0" brushRef="#br1" timeOffset="106829.634">27068 4780 29486,'0'0'1017,"0"0"-361,0 0 0,0 0-176,0 0-232,-60 103-168,58-67-80,-2 29-32,-1-8-456,-1-6-1481</inkml:trace>
  <inkml:trace contextRef="#ctx0" brushRef="#br1" timeOffset="107431.482">26737 5617 26966,'0'0'3545,"0"0"-3225,0 0-136,0 0 152,0 0 96,114 83-128,-84-42-136,-1 5-112,-3-1-32,-2-4-24,-2-3-184,0-11-320,-4-11-761,-3-12-4192</inkml:trace>
  <inkml:trace contextRef="#ctx0" brushRef="#br1" timeOffset="107687.378">27136 5502 29982,'0'0'777,"0"0"-497,-143 81-176,73-23-48,-38 46-56,19-15-809,3-4-18899</inkml:trace>
  <inkml:trace contextRef="#ctx0" brushRef="#br1" timeOffset="108245.081">23905 6580 27422,'0'0'1152,"0"0"-265,0 0-220,0 0-50,0 0-77,0 0-134,3-2-110,8-2-219,1 1 0,0 0 0,-1 1 0,1 0 0,0 1 0,0 1 0,0 0 1,0 0-1,0 1 0,1 1-77,30 0 9,534-38-9,-290 15 0,-25 0 0,189 13 0,-335 26 0,-208-17-681,31 0-602,-6 7-706</inkml:trace>
  <inkml:trace contextRef="#ctx0" brushRef="#br1" timeOffset="108565.705">24098 6629 30238,'0'0'681,"25"2"-280,370 16 957,-211-18-1310,497-3-7,165-42-41,-660 16 0,-186 28-13,0 0 1,0 0-1,1 1 0,-1-1 1,0 0-1,0 0 0,0 0 0,0 1 1,0-1-1,0 0 0,0 0 1,-1 0-1,1 1 0,0-1 1,0 0-1,-1 0 0,1 1 0,0-1 1,-1 0-1,1 1 0,-1-1 1,1 0-1,-1 1 0,1-1 1,-1 0-1,1 1 0,-1-1 1,1 1-1,-1-1 0,0 1 0,1 0 1,-1-1-1,0 1 0,0 0 1,1-1-1,-1 1 0,0 0 1,0 0-1,1-1 0,-1 1 1,0 0-1,0 0 0,0 0 0,1 0 1,-1 0-1,0 0 0,0 0 1,0 1-1,1-1 0,-1 0 1,0 0-1,0 1 0,1-1 0,-1 0 1,0 1-1,1-1 0,-1 1 1,0-1-1,1 1 0,-1-1 1,0 1 12,1-1-34,-52-5-2471,-6-1-3784</inkml:trace>
  <inkml:trace contextRef="#ctx0" brushRef="#br1" timeOffset="110062.828">26178 6438 27454,'0'0'2102,"0"0"-1290,0 0-197,0 0 25,0 0-71,0 0-195,-3-9-201,8-64-145,28-4-28,-4-1 0,-3-1 0,15-78 0,60-173 0,-86 298 0,1 0 0,1 1 0,2 1 0,1 1 0,1 0 0,2 2 0,0 0 0,2 2 0,14-11 0,-11 10 0,-20 17 0,1 0 0,1 1 0,-1 0 0,1 0 0,1 1 0,-1 0 0,1 1 0,1 0 0,-1 1 0,8-3 0,-2 5 0,-2-1 0,1-1 0,0 0 0,-1-1 0,0-1 0,0 0 0,-1-1 0,0 0 0,0-2 0,-1 1 0,0-2 0,-1 1 0,0-2 0,7-8 0,9-12 0,-2-2 0,-1-2 0,-1 0 0,-2-1 0,-2-1 0,-1-1 0,-2-1 0,-2 0 0,3-16 0,85-267 0,-99 314 0,0-1 0,-1 0 0,0 1 0,0-1 0,-1 0 0,0 0 0,-1-1 0,0 1 0,0 0 0,-1 0 0,-1 0 0,0-1 0,0 1 0,-1 0 0,0 0 0,-1 0 0,0 0 0,-1 1 0,0-1 0,-2-3 0,-22-15 0,-2 1 0,-1 1 0,-1 2 0,-1 1 0,-1 1 0,-1 2 0,-1 2 0,0 1 0,-1 2 0,-1 1 0,-1 2 0,0 2 0,-39-5 0,-533-92 0,484 89 0,-21-2 0,-1 7 0,0 6 0,-31 7 0,130 5 0,1 1 0,0 3 0,1 3 0,0 1 0,1 2 0,0 2 0,2 3 0,0 1 0,1 2 0,1 3 0,-22 17 0,-447 233 0,466-248 0,0 3 0,2 1 0,1 2 0,2 2 0,2 2 0,1 2 0,2 1 0,2 1 0,1 2 0,3 2 0,2 0 0,1 2 0,3 1 0,2 1 0,2 1 0,3 1 0,1 1 0,-7 51 0,15-21 0,2 0 0,5 0 0,3 1 0,4-1 0,3 0 0,4-1 0,5 6 0,16 72 0,6-3 0,7-1 0,6-3 0,30 51 0,-50-135 0,2-2 0,3-1 0,36 44 0,-69-98-724,-5-11-2481</inkml:trace>
  <inkml:trace contextRef="#ctx0" brushRef="#br0" timeOffset="184380.663">23867 4292 28302,'0'0'1406,"0"0"-533,0 0-309,0 0-130,0 0-51,0-8-81,0 3-251,-1-16 61,0 31 44,-11 903 28,3-296-184,30-350 0,-29-266 0,3-6-22,0 0 1,0-1-1,1 1 0,0-1 0,0 0 1,0-1-1,1 1 0,0-1 0,0 1 1,1-1-1,0 0 0,0 0 1,0 0-1,1 0 0,0 0 0,1 0 1,-1-5 21,-3-206-2408,4 109-264</inkml:trace>
  <inkml:trace contextRef="#ctx0" brushRef="#br0" timeOffset="184693.162">24271 3869 28966,'0'0'1018,"0"0"-275,0 0-298,0 0-113,23-1 35,313 12 288,-15-7-544,-124-5-77,0 9 1,165 29-35,299 98-324,-350-120-2093,-260-15-1494</inkml:trace>
  <inkml:trace contextRef="#ctx0" brushRef="#br0" timeOffset="185309.711">27087 4010 26510,'0'0'1528,"0"0"-883,0 0-375,0 0 86,0 0-7,0 0-159,-1 10-104,-4 35-50,20 24 295,-17-51-134,0 0-1,-1 1 0,-2-1 1,1-1-1,-2 1 1,0-1-1,-2 0 1,0 0-1,-1 0-196,-42 133 570,45 202-442,21 701-128,-12-648 0,-34-108-145,27-275-950,-3-15-1618</inkml:trace>
  <inkml:trace contextRef="#ctx0" brushRef="#br0" timeOffset="185745.838">24001 6708 29558,'0'0'918,"0"0"-291,0 0-293,0 0-54,0 0 138,29 12-29,17 6-340,1-2-1,1-2 1,0-2-1,0-2 1,10-1-49,258 17 0,1-14 0,93-17 0,-167-8 0,0-12 0,55-19 0,-279 42-135,-1-1-1,0-1 1,0-1-1,-1 0 1,0-2-1,0 0 1,0 0-1,-1-2 1,0 0-1,12-9 136,-2-7-2390</inkml:trace>
  <inkml:trace contextRef="#ctx0" brushRef="#br0" timeOffset="186560.685">25358 5162 22341,'0'0'5934,"0"0"-4343,0 0-1205,0 0 129,0 0-5,26 3-90,183 11 122,837-16-14,-753-15-1479,-325 17-1420,-6 0-3197</inkml:trace>
  <inkml:trace contextRef="#ctx0" brushRef="#br0" timeOffset="186809.271">25825 5181 29182,'0'0'608,"0"0"-456,0 0-88,0 0-56,169 14-8,-99-12-552,-5 0-1368</inkml:trace>
  <inkml:trace contextRef="#ctx0" brushRef="#br0" timeOffset="194720.149">24062 6807 25165,'0'0'2097,"0"0"-736,0 0-458,0 0-228,0 0-89,-17 0-140,-61 2 355,388 0-68,168 29-733,584 130 0,-699-148 0,-362-13-3,1 1 1,-1-1-1,0 0 0,0 0 1,1 0-1,-1 0 1,0 0-1,0 0 0,1 0 1,-1 0-1,0 0 0,0 0 1,1-1-1,-1 1 1,0 0-1,0-1 0,0 1 1,1-1-1,-1 0 0,0 1 1,0-1-1,0 0 1,0 0-1,0 1 0,0-1 1,-1 0-1,1 0 0,0 0 1,0 0-1,-1 0 1,1 0-1,0-1 0,-1 1 1,1 0-1,-1 0 0,1 0 1,-1 0-1,0-1 1,0 1-1,1 0 0,-1 0 1,0-1-1,0 1 0,0 0 1,0-1-1,0 1 1,-1 0-1,1 0 0,0 0 1,-1-1-1,1 1 0,-1 0 1,1 0-1,-1 0 1,1 0-1,-1-1 0,0 1 1,1 0-1,-1 0 0,0 0 1,0 1-1,0-1 1,0 0-1,0 0 0,0 0 1,-1 0 2,-20-15-1238,-2 0-1656</inkml:trace>
  <inkml:trace contextRef="#ctx0" brushRef="#br0" timeOffset="195707.345">24019 7923 27998,'0'0'1096,"0"0"-262,0 0-127,0 0-170,0 0-122,0 0-87,-5-20-99,-19-119 83,4 9-48,19 127-262,0 0-1,0 0 0,-1 0 0,1 0 1,-1 0-1,0 0 0,0 0 0,0 1 0,0-1 1,0 1-1,0 0 0,-1-1 0,1 1 1,-1 0-1,1 0 0,-1 1 0,0-1 0,0 0 1,0 1-1,0 0 0,0 0 0,0 0 1,0 0-1,-1 0 0,1 0 0,0 1 0,0 0 1,-1 0-1,1 0 0,0 0 0,0 0 1,-1 0-1,1 1 0,0 0 0,0-1 1,0 1-1,-1 1 0,0-1-1,-8 6 0,1 1 0,-1 0 0,2 0 0,-1 1 0,1 1 0,0-1 0,1 2 0,0-1 0,1 1 0,0 1 0,0-1 0,2 1 0,-1 1 0,-3 10 0,-19 37 0,3 2 0,2 0 0,3 1 0,3 1 0,3 1 0,2 0 0,1 20 0,13 113 0,0-192 0,0 0 0,0 0 0,1 0 0,-1 0 0,1 0 0,1 0 0,-1 0 0,1-1 0,0 1 0,0-1 0,0 0 0,1 0 0,0 0 0,0 0 0,0-1 0,1 0 0,-1 1 0,1-2 0,0 1 0,0 0 0,1-1 0,-1 0 0,1 0 0,-1-1 0,1 0 0,0 0 0,0 0 0,0 0 0,1-1 0,1-1 0,0 1 0,1-2 0,-1 1 0,0-1 0,0 0 0,0-1 0,0 0 0,0 0 0,0-1 0,0 0 0,-1 0 0,1-1 0,-1 0 0,0 0 0,0 0 0,0-1 0,-1 0 0,0-1 0,0 0 0,0 0 0,102-135 0,-93 116 0,0-1 0,-2-1 0,-1 0 0,-1-1 0,-1 0 0,-2-1 0,0 1 0,-3-2 0,0 1 0,-1-1 0,-2-11 0,16 133 0,-16-78 0,6 43 0,3 1 0,3-2 0,2 0 0,14 30 0,-29-82-41,0-1 0,1 0 0,-1 0 1,1 0-1,0 0 0,0 0 0,0 0 0,0-1 0,1 1 0,-1-1 1,1 1-1,-1-1 0,1 0 0,0 0 0,0 0 0,0-1 0,0 1 1,0 0-1,0-1 0,0 0 0,1 0 0,-1 0 0,0 0 0,1-1 1,-1 1-1,1-1 0,-1 0 0,1 0 0,-1 0 0,0 0 0,1-1 1,-1 1-1,1-1 0,-1 0 0,0 0 0,1 0 0,-1 0 0,0-1 1,0 0-1,0 1 0,0-1 0,0 0 0,0 0 0,0-1 41,29-20-1899</inkml:trace>
  <inkml:trace contextRef="#ctx0" brushRef="#br0" timeOffset="196024.619">24643 8156 29774,'0'0'731,"0"0"-183,0 0-161,21 14-6,106 73 117,-123-85-500,-1 1 0,0 0 0,0 0 0,0 0 0,0 0 0,0 0 0,0 0 0,-1 1 0,0-1 0,0 1 0,0 0 0,0 0 0,0 0 0,-1 0 0,0 0 0,0 0 0,0 0 0,0 0 0,0 0 0,-1 1 0,0-1 0,0 0 0,0 0-1,0 0 1,-1 1 0,0-1 0,0 0 0,0 0 0,0 0 0,-1 0 0,1 0 0,-1 0 0,0 0 0,0-1 0,0 1 0,-1-1 0,-1 3 2,-184 135-289,187-141 293,0 0 0,0 1 0,0-1 0,0 0 0,-1 1-1,1-1 1,0 0 0,1 1 0,-1 0 0,0-1 0,0 1 0,0-1 0,0 1 0,0 0 0,0 0 0,1-1 0,-1 1 0,0 0 0,1 0 0,-1 0 0,1 0 0,-1 0-1,1 0 1,-1 0 0,1 0 0,0 0 0,-1 0 0,1 0 0,0 0 0,0 0 0,0 0 0,0 0 0,0 1 0,0-1 0,0 0 0,0 0 0,0 0 0,0 0 0,1 0-1,-1 0 1,0 0 0,1 0 0,-1 0 0,1 0 0,-1 0 0,1 0 0,-1 0 0,1 0 0,0 0 0,-1-1 0,1 1 0,0 0 0,0 0 0,0-1 0,0 1 0,0-1-1,0 1 1,-1-1 0,1 1 0,0-1 0,1 1 0,-1-1 0,0 0 0,0 1 0,0-1 0,0 0 0,1 0-4,27 5-187,0-2-1,1-1 1,-1-1-1,1-1 1,0-2 0,25-4 187,-6-5-2497</inkml:trace>
  <inkml:trace contextRef="#ctx0" brushRef="#br0" timeOffset="196793.132">25353 7823 30126,'0'0'817,"0"0"-212,0 0-138,0 0-99,0 0-109,19 0-150,60 1-93,-65 2-16,1 0 0,-1 0 0,0 2 0,0 0 0,0 0 0,-1 1 0,0 1 0,0 0 0,0 1 0,-1 0 0,0 1 0,-1 0 0,0 1 0,0 1 0,3 4 0,-11-12 0,2 1 0,0 0 0,0 0 0,-1 0 0,1 0 0,-1 1 0,0 0 0,0 0 0,-1 0 0,1 0 0,-1 1 0,-1-1 0,1 1 0,-1 0 0,0 0 0,0 0 0,0 0 0,-1 0 0,0 0 0,0 0 0,-1 1 0,0-1 0,0 0 0,0 0 0,-1 1 0,0-1 0,0 0 0,0 0 0,-1 0 0,0 0 0,-1 2 0,-10 7 0,0 0 0,-2 0 0,0-2 0,0 0 0,-1 0 0,-1-2 0,0 0 0,-1 0 0,0-2 0,-11 4 0,-166 69-820,159-83-2258,32-10-2794</inkml:trace>
  <inkml:trace contextRef="#ctx0" brushRef="#br0" timeOffset="197125.648">25974 7736 30583,'0'0'553,"0"0"-330,0 0-106,0 0 144,18 14 46,4 5-238,96 53 90,-111-69-152,3-2 5,0 2-1,0 0 1,0 0-1,0 0 1,-1 1 0,0 1-1,0 0 1,0 0 0,0 1-1,-1 0 1,0 0-1,0 1 1,0 0 0,-1 0-1,0 1 1,-1 0 0,1 0-1,-2 1 1,1-1-1,-1 1 1,-1 0 0,1 1-1,-1-1 1,-1 1 0,2 9-12,-5-10 8,0 0 0,-1 1 0,-1-1 0,0 0 0,0-1 1,0 1-1,-1 0 0,-1-1 0,1 1 0,-1-1 0,-1 0 0,0 0 1,0-1-1,0 1 0,-1-1 0,0 0 0,0-1 0,-7 6-8,-136 98-875,143-106 789,-51 30-1279,9-9-1291</inkml:trace>
  <inkml:trace contextRef="#ctx0" brushRef="#br0" timeOffset="197957.025">26831 7531 26718,'0'0'2023,"0"0"-1192,0 0-181,0 0 37,-3 22-117,-31 256 463,9 354-778,25-657-258,-1 8-2,1 0-1,1 1 0,0-1 1,1 0-1,0 0 0,2 1 1,0 0-1,2-5 6,-2 9-27,1-1 0,0 1 0,1 0-1,0 1 1,1-1 0,0 1 0,1 1 0,0-1 0,1 1-1,0 1 1,0-1 0,1 2 0,0-1 0,1 1 0,0 1-1,0 0 1,0 1 0,1 0 0,0 0 0,0 1 0,1 1 0,1 0 27,-7 2-4,1 1 1,-1 1 0,1-1 0,0 1 0,-1 1 0,1-1 0,-1 1 0,1 0 0,-1 1 0,1 0-1,-1 0 1,0 1 0,0 0 0,0 0 0,0 0 0,0 1 0,-1 0 0,0 1 0,0-1 0,0 1-1,0 0 1,-1 1 0,0-1 0,0 1 0,0 0 0,-1 0 0,1 1 0,-2-1 0,1 1 0,-1 0-1,0 0 1,0 0 0,-1 0 0,1 7 3,-2-3 10,-1 0-1,0 0 0,-1 0 1,0 0-1,-1 0 0,0 0 1,-1-1-1,0 1 0,0-1 1,-1 1-1,-1-1 0,0 0 1,0 0-1,-1-1 0,0 0 1,-1 0-1,0 0 0,0-1 1,-1 0-1,0 0 0,0-1 1,-1 0-1,0-1 0,0 0 1,0 0-1,-1-1 0,0 0 1,-2 0-10,-8 9-8,-1-2 0,0 0 0,0-1 0,-2-1 1,1-2-1,-1 0 0,-5 0 8,28-7-41,-1-1 0,0 0 0,0 1 0,1-1 0,-1 0 1,0 1-1,0-1 0,1 0 0,-1 0 0,0 0 0,0 0 0,0 0 0,0 0 0,1 0 1,-1 0-1,0 0 0,0 0 0,0 0 0,1 0 0,-1-1 0,0 1 0,0 0 0,0 0 1,1-1-1,-1 1 0,0-1 0,1 1 0,-1-1 0,0 1 0,1-1 0,-1 1 0,1-1 1,-1 0-1,1 1 0,-1-1 0,1 0 0,-1 1 0,1-1 0,0 0 0,-1 0 0,1 1 1,0-1-1,-1 0 0,1 0 0,0 1 0,0-1 0,0 0 0,0 0 0,0 0 0,0 0 1,0 1-1,0-1 0,0 0 0,0 0 0,1 0 0,-1 1 0,0-1 0,0 0 0,1 0 1,-1 1-1,1-2 41,-1 1-151,2-30-3974</inkml:trace>
  <inkml:trace contextRef="#ctx0" brushRef="#br0" timeOffset="198257.268">27359 8188 28150,'0'0'942,"0"0"-152,10 17-87,28 61-63,-23 35 259,-17-81-760,3-15-110,-2-1-1,0 1 1,-1-1 0,-1 1-1,-1-1 1,0 0 0,-1 0-1,0-1 1,-1 0 0,-1 0-1,-1 0 1,0 0 0,-1-1-1,-2 2-28,17-16 7,176-111-320,-95 50-2401,-50 33-2613</inkml:trace>
  <inkml:trace contextRef="#ctx0" brushRef="#br0" timeOffset="198510.389">27863 8172 26598,'0'0'4561,"0"0"-4257,0 0-240,0 0-64,136-42 32,-61 29-32,-14 5-368,-6-2-1769</inkml:trace>
  <inkml:trace contextRef="#ctx0" brushRef="#br0" timeOffset="198939.687">28569 7627 28894,'0'0'703,"0"22"-366,-1 287 1118,-66 258-457,61-483-1504,9-112 381,2-1 0,0 1-1,2-1 1,2 2 0,0-1-1,4-3 126,-6 10-41,0 1-1,2 1 0,0 0 0,2 0 1,0 1-1,0 0 0,2 0 0,0 2 1,1 0-1,3-2 42,-15 16 3,0 0 0,1 0 0,-1 1-1,1-1 1,0 0 0,-1 1 0,1 0 0,0 0 0,0 0 0,0 0 0,0 0 0,0 0 0,0 1-1,0-1 1,0 1 0,0 0 0,0 0 0,0 0 0,1 0 0,-1 1 0,0-1 0,0 1 0,0 0-1,0 0 1,0 0 0,-1 0 0,1 0 0,0 1 0,0-1 0,-1 1 0,1 0 0,-1 0 0,1 0-1,-1 0 1,0 0 0,0 0 0,0 1 0,0-1 0,0 1 0,-1-1 0,1 1 0,-1 0 0,1 0-1,-1-1 1,0 1 0,0 0 0,0 0 0,-1 0 0,1 0 0,-1 0 0,0 1 0,0 0-3,4 7 48,-2 0 1,0 0 0,0 0-1,-1 0 1,0 1-1,-1-1 1,0 0 0,-1 0-1,0 1 1,-1-1 0,0 0-1,-1 0 1,0-1 0,-1 1-1,0 0 1,0-1 0,-1 0-1,-1 0 1,-5 8-49,-100 136-1198,93-129-889</inkml:trace>
  <inkml:trace contextRef="#ctx0" brushRef="#br0" timeOffset="199223.742">29150 8468 29894,'0'0'897,"0"0"-497,0 122-64,0-69 56,-2-3-192,2-7-200,0-7-192,0-11-384,0-11-2081</inkml:trace>
  <inkml:trace contextRef="#ctx0" brushRef="#br0" timeOffset="200032.224">23032 7148 26942,'0'0'1092,"0"0"-295,0 0-252,4 19 55,20 206 585,-21 49-398,-12 0 0,-26 126-787,-11 113-3,46-512 23,0-2-39,1 1 0,-1 0-1,1-1 1,-1 1 0,1-1 0,-1 1-1,1 0 1,-1 0 0,1-1 0,-1 1-1,1 0 1,0 0 0,-1 0 0,1-1-1,-1 1 1,1 0 0,-1 0 0,1 0 0,0 0-1,-1 0 1,1 0 0,-1 0 0,1 0-1,0 1 1,-1-1 0,1 0 0,-1 0-1,1 0 1,-1 1 0,1-1 0,-1 0-1,1 0 1,-1 1 0,1-1 0,-1 1-1,1-1 1,-1 0 0,1 1 0,-1-1 0,0 1-1,1-1 1,-1 1 0,0-1 0,1 1-1,-1-1 1,0 1 0,0-1 0,0 1-1,1 0 1,-1-1 0,0 1 0,0-1-1,0 1 1,0-1 0,0 1 0,0 0-1,0-1 1,0 1 0,0-1 0,0 1 0,0 0-1,-1-1 1,1 1 19,68-112-4517,-36 47-5966</inkml:trace>
  <inkml:trace contextRef="#ctx0" brushRef="#br0" timeOffset="200424.746">23508 7146 28870,'0'0'668,"0"0"-209,19-12-166,-2 1-220,-3 1 0,1 0 0,0 2 0,1 0 1,0 0-1,0 2 0,0 0 0,1 1 0,8-2-73,128-16 185,1 6-1,0 6 1,11 8-185,-164 3 1,1232 14 247,-674 1-174,-97-4-198,0 19 0,114 37 124,-21 43-227,-285-51-72,2-12 0,173 4 299,-427-50-92,28 3-478,0-2-1,0-2 0,0-3 0,0-1 0,23-6 571,-27-2-5249</inkml:trace>
  <inkml:trace contextRef="#ctx0" brushRef="#br0" timeOffset="200756.071">29468 7349 28998,'0'0'591,"4"21"-331,128 481 1903,-61-204-1408,20 223-755,-58-230-651,-40-290-2987,-8-19-4276</inkml:trace>
  <inkml:trace contextRef="#ctx0" brushRef="#br0" timeOffset="201311.219">23214 9158 28574,'0'0'667,"0"0"-239,0 0-91,0 0 233,34-7 39,301-35 318,1712 17-272,-96 140-655,-1055-44 0,-310-15 0,-579-55 0,147 41 0,-162-38 0,-89-21-2016,42-5-6210</inkml:trace>
  <inkml:trace contextRef="#ctx0" brushRef="#br1" timeOffset="209208.992">18054 3605 25517,'0'0'3106,"-19"-3"-1876,4 1-1027,2 2-5,-1-2 1,1 0-1,0 0 1,0-1-1,0-1 0,0 0 1,1-1-1,-1 0 1,1-1-1,-3-3-198,32 2 727,171-16-727,24-4 0,301-32 0,279 11 0,623 86 0,-1118-17 0,288 20 0,320-28 0,-720-33-605,-142 4-1207</inkml:trace>
  <inkml:trace contextRef="#ctx0" brushRef="#br1" timeOffset="210206.754">25932 3534 26510,'-23'3'799,"-336"53"1009,338-53-1614,-71 20 836,90-22-992,0 0-1,0 0 0,0 0 0,0 0 0,0 0 0,0 1 1,0-1-1,0 1 0,1-1 0,-1 1 0,0-1 1,1 1-1,0 0 0,-1 0 0,1 0 0,0 0 0,0 0 1,0 0-1,0 0 0,0 0 0,0 1 0,1-1 1,-1 0-1,1 0 0,0 1 0,-1-1 0,1 0 0,0 1 1,1-1-1,-1 0 0,0 1 0,0-1 0,1 0 1,0 0-1,0 3-37,6 8 102,1 0 0,1 0 0,0-1 1,1 0-1,0-1 0,0 0 0,1 0 0,1-1 1,0-1-1,0 0 0,13 7-102,-5-5 0,1-1 0,0 0 0,1-2 0,0 0 0,0-2 0,0 0 0,1-2 0,0 0 0,0-2 0,0 0 0,0-1 0,0-2 0,18-2 0,8 3 0,209-3 0,815-68 0,798 37 0,-1223 78-129,-576-37-518</inkml:trace>
  <inkml:trace contextRef="#ctx0" brushRef="#br1" timeOffset="213704.954">21822 155 24685,'0'0'1422,"0"0"-186,0 0 862,0 0-1106,0 0-426,0 0-85,-4-14-53,0 3-381,3 4-16,0 1 1,-1-1-1,0 1 0,0-1 0,0 1 1,-1 0-1,0 0 0,0 0 0,-1 0 0,0 0 1,0 1-1,0 0 0,0 0 0,-1 0 1,0 0-1,0 1 0,0-1 0,0 2 0,-1-1 1,0 0-1,0 1 0,0 0 0,0 0 1,0 1-1,-1 0 0,-2-1-31,-19 5 0,0 1 0,0 1 0,0 1 0,0 1 0,1 2 0,0 1 0,0 1 0,1 1 0,1 2 0,0 0 0,0 1 0,2 2 0,0 1 0,0 0 0,2 2 0,-10 10 0,-15 10 0,3 1 0,1 2 0,2 2 0,1 1 0,3 2 0,2 2 0,2 1 0,3 2 0,1 1 0,3 1 0,2 1 0,3 0 0,2 2 0,3 1 0,2 0 0,3 0 0,-2 43 0,12-26 0,2 0 0,4 0 0,3-1 0,4 0 0,2 0 0,4-1 0,3-2 0,3 0 0,4-1 0,2-2 0,19 28 0,-40-77 0,1 0 0,1-1 0,0 0 0,2-1 0,0-1 0,0 0 0,2-1 0,0 0 0,0-1 0,2-1 0,-1-1 0,2-1 0,-1 0 0,2-1 0,-1-1 0,1-1 0,1-1 0,-1 0 0,5-1 0,19 1 0,1-2 0,0-2 0,0-2 0,-1-1 0,1-3 0,0-2 0,-1-1 0,0-3 0,0-1 0,-1-3 0,0-1 0,-1-2 0,6-5 0,16-9 0,-2-4 0,-1-1 0,-1-4 0,-3-2 0,-1-2 0,-2-3 0,-2-2 0,2-7 0,-17 17 0,-1 0 0,-3-3 0,-1-1 0,-2-1 0,-2-1 0,-2-2 0,-2 0 0,-2-2 0,-2-1 0,-2 0 0,-2-1 0,-3-1 0,-2 0 0,2-25 0,-9 32 0,-2 1 0,-1 0 0,-3 0 0,-1 0 0,-2 0 0,-2 0 0,-2 1 0,-12-32 0,9 39 0,-2 0 0,-1 2 0,-1 0 0,-2 0 0,-2 2 0,-1 0 0,-1 2 0,-1 0 0,-2 2 0,-1 0 0,-1 2 0,-1 1 0,-1 1 0,-1 1 0,-1 2 0,0 1 0,-35-15 0,26 19 0,-2 1 0,1 2 0,-1 2 0,-1 2 0,0 1 0,0 2 0,0 3 0,0 1 0,0 2 0,-1 2 0,1 2 0,-10 3 0,40-5-35,1-1 0,-1 2 0,1 0 0,-1 0 0,1 1 0,1 0 0,-1 1 0,1 1 0,0 0 0,0 0 0,1 1 0,0 0 0,0 1 0,1 0 0,0 1 0,0 0 0,1 0 1,-1 3 34,-31 51-1495,6-1-2302</inkml:trace>
  <inkml:trace contextRef="#ctx0" brushRef="#br1" timeOffset="214595.379">29373 218 26806,'0'0'1021,"0"0"-166,-24-8-267,-87-23-78,102 29-474,0 0 0,0 1 1,0 0-1,0 1 0,0 0 0,0 0 1,0 1-1,0 1 0,0-1 0,0 1 1,0 1-1,0-1 0,1 2 1,0-1-1,-1 1 0,1 0 0,0 1 1,-5 4-37,-5 1 39,-125 76 174,4 6 1,-88 79-214,140-104 98,2 4 0,4 3 0,4 4 0,3 4-1,-9 17-97,56-63 57,1 2-1,2 0 1,1 2-1,2 0 0,2 2 1,2 0-1,2 1 1,1 1-1,3 0 0,1 0 1,3 1-1,1 1 1,1 35-57,5-53 17,2 1 1,1-1 0,1 0 0,1 0 0,2 0-1,1-1 1,1 0 0,1 0 0,1-1 0,2-1-1,0 0 1,2 0 0,1-2 0,0 0 0,2 0-1,1-2 1,1 1-18,21 20 25,2-2-1,2-1 1,1-2-1,2-3 1,2-1-1,1-3 1,1-2-1,1-2 1,1-3-1,1-2 1,1-2-1,1-3 1,1-3-1,21 2-24,-12-10 0,0-2 0,0-3 0,0-3 0,0-4 0,-1-2 0,0-3 0,0-2 0,-2-4 0,0-2 0,-1-4 0,-1-2 0,-1-2 0,12-11 0,-28 11 0,-2-1 0,0-3 0,-2-1 0,-2-3 0,-1-1 0,-1-1 0,-3-2 0,-1-2 0,-2-1 0,-2-1 0,-2-1 0,-1-2 0,-3-1 0,-2 0 0,-3-2 0,-1 0 0,4-27 0,-8 32 0,-2 0 0,-2-1 0,-2 0 0,-2-1 0,-2 1 0,-2-1 0,-2 0 0,-2 1 0,-2-1 0,-2 1 0,-2 0 0,-3 1 0,-1 0 0,-2 1 0,-2 1 0,-2 0 0,-1 1 0,-3 1 0,-1 1 0,-2 2 0,-14-15 0,22 32-12,-2 0 0,0 2-1,-2 0 1,0 2 0,0 0 0,-2 1 0,0 2 0,-1 0-1,0 2 1,-1 0 0,0 2 0,-1 1 0,0 1 0,-1 1-1,1 2 1,-14-1 12,-7 2-350,0 2-1,0 2 1,-1 3-1,1 1 1,1 2-1,-23 8 351,-80 29-4047</inkml:trace>
  <inkml:trace contextRef="#ctx0" brushRef="#br1" timeOffset="219575.192">29553 3806 26638,'0'0'1025,"0"0"777,0 0-877,0 0-298,-7-20-76,-29-64-112,34 79-402,-1-1 0,-1 1 0,1 0 0,-1 0 0,0 0 0,0 0 0,0 1 0,-1-1 1,1 1-1,-1 0 0,0 1 0,0-1 0,-1 1 0,1 0 0,-1 0 0,0 1 0,1 0 0,-1 0 0,0 0 0,-6 0-37,-6-2 2,-1 1-1,0 1 1,1 0 0,-1 2-1,0 0 1,0 1-1,1 1 1,-1 1-1,1 0 1,-1 1 0,1 2-1,0-1 1,-3 4-2,-214 110-2,196-99 2,2 2 0,0 2 0,1 2 0,2 0 0,1 3 0,1 0 0,1 3 0,2 0 0,1 2 0,2 0 0,1 2 0,-7 16 0,5 7 0,2 1 0,2 1 0,4 1 0,2 1 0,3 0 0,2 2 0,3-1 0,4 1 0,2 0 0,3 0 0,2 0 0,7 27 0,-6-58 0,2 0 0,2-1 0,0 1 0,3-1 0,0-1 0,3 0 0,0 0 0,2-2 0,1 1 0,8 9 0,-6-23 0,1 0 0,1-1 0,0 0 0,1-2 0,0 0 0,1-2 0,1 0 0,0-2 0,0 0 0,1-2 0,0-1 0,1 0 0,-1-2 0,1-1 0,0 0 0,0-2 0,5-1 0,24 6 0,1-2 0,-1-2 0,1-2 0,-1-3 0,1-2 0,-1-3 0,-1-2 0,1-2 0,20-9 0,-17-1 0,-1-2 0,-2-3 0,0-3 0,-2-1 0,-1-3 0,-2-2 0,-1-2 0,-2-2 0,-2-2 0,-1-2 0,-3-2 0,-1-2 0,-3-1 0,-1-2 0,-3-1 0,-2-1 0,-3-2 0,17-44 0,-33 71 0,-2 0 0,0-1 0,-1 0 0,-2-1 0,-1 1 0,-2-1 0,0 0 0,-2 0 0,-1-1 0,-1 1 0,-2 0 0,-1 1 0,-1-1 0,-3-4 0,-4 10 0,-2 1 0,0 1 0,-2 1 0,0 0 0,-1 1 0,-1 0 0,-1 2 0,-1 0 0,0 1 0,-1 1 0,0 1 0,-1 1 0,-1 1 0,0 0 0,-15-3 0,-11-9-112,-1 1 0,-1 3 0,-1 3-1,-1 1 1,0 3 0,-1 2 0,0 3 0,0 1 0,-1 4 0,0 1-1,-37 6 113,-1 18-1633,24 9-1349</inkml:trace>
  <inkml:trace contextRef="#ctx0" brushRef="#br1" timeOffset="252538.301">12450 7006 30086,'0'0'705,"0"0"-255,0 0-152,0 0 50,-13-17-11,-42-59-139,30 12-85,25 61-111,0 0 0,-1 0 0,0 0 0,1 0 0,-1 0 1,0 0-1,-1 0 0,1 0 0,0 0 0,-1 1 0,1-1 1,-1 0-1,0 1 0,0-1 0,0 1 0,0 0 0,-1 0 1,1 0-1,0 0 0,-1 0 0,0 0 0,1 1 0,-1-1 1,0 1-1,0 0 0,0 0-2,-3-1 0,0 1 1,0 0-1,-1 1 1,1-1-1,0 1 1,0 0-1,0 1 1,-1 0-1,1 0 0,0 0 1,0 0-1,0 1 1,0 0-1,1 1 1,-3 0-1,-21 14-1,0 2 0,2 0 0,0 2 0,2 1 0,0 0 0,1 2 0,1 2 1,-26 24 0,2 2 0,3 2 0,2 2 0,2 2 1,3 1-1,2 2 0,3 2 0,3 0 0,3 2 0,-8 35 0,13 111 7,21-203-8,0 1 1,1 0-1,1-1 1,-1 1-1,1-1 1,1 1-1,0-1 1,0 0-1,0 0 1,1 0-1,1-1 1,-1 1-1,1-1 1,0 0-1,1 0 0,-1-1 1,1 1-1,1-1 1,-1-1-1,1 1 1,0-1-1,0 0 1,1-1-1,-1 0 1,5 2 0,-2-1 2,0-1 0,0 0 1,1-1-1,-1 0 1,1-1-1,0 0 0,-1 0 1,1-1-1,0-1 0,0 0 1,0 0-1,0-1 1,0 0-1,-1-1 0,1 0 1,-1-1-1,1 0 1,-1-1-1,0 0 0,0-1 1,9-5-3,10-7-2,-1-2 1,0-1 0,-2-2 0,0 0 0,-1-2-1,10-13 2,13-17-85,-1-1 0,-3-3-1,-3-2 1,-2-1 0,-3-2-1,-3-2 1,17-46 85,-42 93 103,-7 28-44,-10 41 19,7-40-46,-5 26-28,3 1 1,1 0-1,1 0 1,3 0-1,1 0 1,1-1-1,2 1 1,2 0-1,2-1 1,1-1-1,2 0 1,2 2-5,89 143-4163,-61-131-6291</inkml:trace>
  <inkml:trace contextRef="#ctx0" brushRef="#br1" timeOffset="252730.89">13094 7904 29662,'0'0'1473,"0"0"-1185,0 0-152,-50 130 80,45-93-56,5-3-160,7-9-136,15-7-488,-2-18-1737</inkml:trace>
  <inkml:trace contextRef="#ctx0" brushRef="#br1" timeOffset="253076.463">13377 7331 29166,'0'0'744,"0"0"-183,0 0-1,0 0-56,153 50-152,-89-44-176,-1-2-104,-3 0-40,-6 0-32,-5-2-104,-1-2-272,-15 0-840,-14 0-2705</inkml:trace>
  <inkml:trace contextRef="#ctx0" brushRef="#br1" timeOffset="253326.873">13752 7124 30054,'0'0'817,"0"0"-281,-38 107-144,23-46 176,2 10-168,4 8-400,0 26 0,9 21 0,0 18 0,3-22-952,5-37-2097</inkml:trace>
  <inkml:trace contextRef="#ctx0" brushRef="#br1" timeOffset="254044.077">14670 7450 29198,'0'0'814,"0"0"-283,0 0-126,5-24-24,34-146 17,-19-31-69,-20 198-320,1 1 0,-1-1-1,0 1 1,0-1 0,0 0-1,0 1 1,0-1 0,-1 1-1,1-1 1,-1 1 0,0-1 0,1 1-1,-1-1 1,0 1 0,0 0-1,-1-1 1,1 1 0,0 0-1,-1 0 1,0 0 0,1 0 0,-1 0-1,0 0 1,0 0 0,0 1-1,0-1 1,0 1 0,0-1-1,-1 1 1,1 0 0,0 0-1,-1 0 1,1 0 0,-1 0 0,1 1-1,-1-1 1,1 1 0,-1-1-1,0 1 1,1 0 0,-1 0-1,1 0 1,-1 1 0,1-1 0,-1 1-1,0-1-8,-4 2 6,0 1 0,1-1 0,-1 1 0,1 0 0,-1 1 0,1-1 0,0 1 0,0 1 0,1-1 0,-1 1 0,1 0 0,0 0 0,1 0 0,-1 1 0,1 0 0,-4 5-6,-24 31 17,2 1-1,2 2 1,2 0-1,1 2 1,3 1-1,2 1 1,2 0-1,2 1 1,2 1-1,3 1 1,2 0-1,2 0 1,0 51-17,8-91 0,0 0 0,0 1 0,1-1 0,1 0 0,0 0 0,0-1 0,2 1 0,-1-1 0,1 0 0,1 0 0,0 0 0,0-1 0,1 1 0,1-2 0,0 1 0,0-1 0,0 0 0,1-1 0,1 0 0,-1 0 0,1-1 0,3 1 0,-8-5 0,0 0 0,0 0 0,0-1 0,1 0 0,-1 0 0,1 0 0,-1-1 0,1 1 0,-1-1 0,1-1 0,0 1 0,0-1 0,-1 0 0,1 0 0,0-1 0,0 1 0,-1-1 0,1-1 0,-1 1 0,1-1 0,-1 0 0,1 0 0,-1-1 0,0 1 0,0-1 0,0 0 0,0 0 0,-1-1 0,1 0 0,-1 0 0,0 0 0,0 0 0,-1 0 0,3-3 0,11-15 0,-2-1 0,0 0 0,-1-1 0,-1 0 0,-1-1 0,4-16 0,72-282 0,-82 381-7,-7-46-79,2 1 0,-1 0-1,2-1 1,0 1 0,0-1-1,1 1 1,1-1 0,0 0-1,1 0 1,0 0-1,0-1 1,2 0 0,-1 0-1,1 0 1,1-1 0,0 0-1,0-1 1,1 1 0,0-2-1,10 8 87,14 0-2075</inkml:trace>
  <inkml:trace contextRef="#ctx0" brushRef="#br1" timeOffset="254375.911">15128 7554 28150,'0'0'1511,"0"0"-802,25 4-302,84 16-37,-102-19-351,0 0 1,1 1-1,-1 0 1,0 1-1,-1-1 1,1 1-1,0 1 1,-1-1-1,0 1 1,0 0-1,0 0 1,0 1-1,0 0 1,-1 0 0,0 0-1,0 1 1,-1 0-1,1 0 1,-1 0-1,0 0 1,-1 1-1,0-1 1,0 1-1,0 0 1,-1 0-1,0 0 1,0 0-1,-1 0 1,1 6-20,-1 2-12,-1 0 1,-1 0 0,0-1-1,-2 1 1,1 0-1,-1-1 1,-1 0-1,-1 0 1,0 0-1,-1 0 1,0-1 0,-1 0-1,-3 4 12,-154 195 44,163-211-38,0 0-1,0 1 1,0-1-1,0 0 1,0 1 0,0-1-1,0 1 1,0-1-1,1 1 1,-1-1 0,0 1-1,1 0 1,-1-1-1,1 1 1,0 0-1,0-1 1,0 1 0,0 0-1,0-1 1,0 1-1,0 0 1,0 0 0,0-1-1,1 1 1,-1 0-1,1-1 1,-1 1-1,1-1 1,0 1 0,0-1-1,0 1 1,-1-1-1,1 1 1,1-1 0,-1 0-1,0 0 1,0 1-1,0-1 1,1 0 0,-1 0-1,0 0 1,1 0-1,-1 0 1,1-1-1,-1 1 1,1 0 0,0-1-1,-1 1 1,1-1-1,0 1 1,0-1-6,94 13 93,-94-13-96,29 2-300,0-2 0,0-1 1,-1-2-1,1-1 0,0-1 0,20-7 303,1-5-2672</inkml:trace>
  <inkml:trace contextRef="#ctx0" brushRef="#br1" timeOffset="254759.864">15702 7241 29774,'0'0'759,"0"0"-344,0 0-16,0 0 71,0 0-91,23 6-145,158 51 80,-177-55-313,0 0-1,0 1 1,0-1 0,0 1-1,0 0 1,-1 0-1,1 0 1,-1 0-1,0 0 1,0 1 0,0 0-1,0-1 1,-1 1-1,1 0 1,-1 1-1,0-1 1,0 0 0,-1 0-1,1 1 1,-1-1-1,0 1 1,0 0-1,0-1 1,-1 1-1,0 0 1,0-1 0,0 1-1,0 0 1,-1-1-1,0 1 1,0-1-1,0 1 1,0-1 0,-1 1-1,1-1 1,-1 0-1,0 1 1,-1-1-1,1 0 1,-2 0-1,-20 29-125,-1-2 0,-2-1 0,-2-1 0,0-2 0,-2 0 1,-32 20 124,0-6-1908,48-38-716</inkml:trace>
  <inkml:trace contextRef="#ctx0" brushRef="#br1" timeOffset="255043.635">16178 7255 30286,'0'0'841,"0"0"-657,0 0-128,0 0 56,112 55 88,-70-41-104,-1-1-72,-8 7-8,-9 2-16,-13 5 0,-11 7 16,-4 3-16,-27 9 0,-8 1-64,-7 4-88,-7 11-96,9-13-360,11-14-1281</inkml:trace>
  <inkml:trace contextRef="#ctx0" brushRef="#br1" timeOffset="255326.636">16737 7073 30575,'0'0'616,"0"0"-440,0 0-96,0 0 344,0 0-64,-129 150-136,111-61-104,5-2 8,6 7-64,7-1-64,0-16 0,7 2 0,13-12-16,4-18-272,18-25-304,-5-14-921,-7-10-2359</inkml:trace>
  <inkml:trace contextRef="#ctx0" brushRef="#br1" timeOffset="255759.454">17097 6959 30559,'-1'18'585,"-13"670"829,4-490-1594,10-198 177,-1 0 1,1 0 0,-1 1 0,1-1 0,-1 0 0,0 0-1,1 0 1,-1 0 0,1 0 0,-1 0 0,1 0 0,-1 0-1,0 0 1,1 0 0,-1-1 0,1 1 0,-1 0-1,1 0 1,-1 0 0,1-1 0,-1 1 0,1 0 0,-1-1-1,1 1 1,-1 0 0,1-1 0,-1 1 0,1-1 0,0 1-1,-1-1 1,1 1 0,0 0 0,-1-1 0,1 1 0,0-1-1,0 0 1,-1 1 0,1-1 0,0 1 0,0-1 0,0 1-1,0-1 1,0 0 0,0 1 0,0-1 0,0 1 0,0-1-1,0 1 1,0-1 0,0 0 0,0 1 0,0-1-1,0 1 1,1-1 0,-1 1 0,0-1 0,1 1 0,-1-1-1,0 1 1,1-1 0,-1 1 0,0-1 2,4-194-461,-3 185 453,1 0-1,0 0 0,1 1 0,0-1 0,1 1 0,0-1 0,0 1 0,1 0 0,0 1 0,0-1 0,1 1 0,0 0 0,1 0 0,-1 1 0,2 0 0,-1 0 0,1 1 0,3-3 9,-8 7-9,1 0 0,-1-1-1,1 1 1,-1 0 0,1 1-1,0-1 1,0 1 0,0-1-1,0 1 1,0 1 0,0-1-1,0 0 1,0 1 0,0 0-1,0 0 1,0 0 0,0 0-1,0 1 1,1 0 0,-1 0-1,0 0 1,-1 0 0,1 0-1,0 1 1,0 0 0,0 0-1,-1 0 1,1 0 0,-1 0-1,0 1 1,0-1 0,0 1-1,0 0 1,0 0 0,0 0-1,-1 1 1,1-1 0,-1 0-1,0 1 1,0 0 0,-1-1-1,2 2 10,-1 4-8,0 0-1,0 1 1,-1-1-1,0 0 0,0 0 1,-1 0-1,0 1 1,-1-1-1,0 0 0,-1 0 1,0 0-1,0 0 1,0 0-1,-1 0 0,-1 0 1,0-1-1,0 0 1,0 0-1,-1 0 0,0 0 1,-3 2 8,-8 10-4,-2-1 0,0 0 0,-1-1 0,0-1 0,-2-1 0,0-1 0,-2 0 4,-57 16-2160,73-31-2640</inkml:trace>
  <inkml:trace contextRef="#ctx0" brushRef="#br1" timeOffset="256076.474">17495 7475 29382,'0'0'1097,"0"0"-783,0 0-216,0 0 92,0 0-14,0 0-97,10 22-51,25 70-19,-34-89-10,0 1 0,0-1-1,0 1 1,0 0-1,-1-1 1,1 1 0,-1 0-1,0 0 1,0-1-1,-1 1 1,1 0 0,-1-1-1,0 1 1,0 0 0,0-1-1,0 1 1,-1-1-1,1 1 1,-1-1 0,0 0-1,0 0 1,0 0 1,-5 9-20,-4 9-2,3-9 44,1 1 1,0 1-1,1-1 0,0 1 1,1 0-1,1 0 0,0 0 0,1 1 1,1-1-1,-1 14-22,5-26 11,1 0 0,-1 0 0,1 0 0,-1 0 0,1 0 0,0-1 0,0 1 0,0-1 1,0 0-1,0 0 0,0 0 0,0 0 0,0 0 0,0-1 0,0 1 0,0-1 0,1 0 0,-1 0 0,0 0 0,0-1 0,0 1 0,0-1 0,0 1 0,1-1 0,-1 0 0,0 0 0,-1-1 0,2 1-11,102-47-1301,-59 17-961</inkml:trace>
  <inkml:trace contextRef="#ctx0" brushRef="#br1" timeOffset="256342.117">17811 7414 28902,'0'0'1016,"0"0"-455,0 0-337,116 2 48,-76 0-88,-3-2-184,16 0-248,-10-2-1105,-5-10-3800</inkml:trace>
  <inkml:trace contextRef="#ctx0" brushRef="#br1" timeOffset="257037.706">18359 6998 29646,'0'0'1111,"-1"22"-792,5 236 9,14-115-383,-7 1 1,-6 0-1,-8 31 55,-7-124-61,-5-69 110,8-18-42,2 0 0,2 0 0,1-1 0,1 1-1,3-11-6,-1-8 1,-1 39-5,1 0 1,0 1-1,1-1 1,1 1 0,1 0-1,0 0 1,1 0-1,0 0 1,2 1 0,0-1 3,-5 10-7,2-1 0,-1 1 1,0-1-1,1 1 1,0 0-1,0 0 1,1 1-1,-1-1 1,1 1-1,0 0 1,0 0-1,1 1 1,-1 0-1,1 0 1,-1 0-1,1 0 1,0 1-1,0 0 0,0 0 1,1 1-1,-1-1 1,0 1-1,0 1 1,1-1-1,2 1 7,-4 1 9,0 0-1,0 0 1,0 0-1,0 0 1,-1 1-1,1 0 1,-1 0-1,1 0 1,-1 1-1,0-1 1,0 1-1,0 0 1,0 1 0,0-1-1,-1 0 1,1 1-1,-1 0 1,0 0-1,0 0 1,0 0-1,-1 0 1,0 1-1,0-1 1,0 1-1,0-1 1,0 1-1,-1 0 1,0 2-9,12 144 555,-17-138-527,-1 0-1,0 0 1,0-1 0,-1 1 0,-1-1 0,0-1-1,0 0 1,-1 0 0,-1 0 0,0-1 0,0 0 0,-1-1-1,-8 7-27,-53 62-126,50-27-1105,20-39-858</inkml:trace>
  <inkml:trace contextRef="#ctx0" brushRef="#br1" timeOffset="257311.112">18971 7724 30687,'0'0'832,"0"0"-336,0 0-120,0 0-120,-29 124-240,29-98-16,0-8-312,13-10-320,7-8-897,-2 0-1527</inkml:trace>
  <inkml:trace contextRef="#ctx0" brushRef="#br1" timeOffset="257559.04">19170 6988 29958,'0'0'929,"0"0"-433,0 0-208,0 0 264,0 0-160,0 0-240,66 107-152,-51-56 0,-2 12 0,-6 8 0,-7 10 0,0 22 0,-20 29 0,-17 30 0,-7-1 0,9-38-616,11-44-2553</inkml:trace>
  <inkml:trace contextRef="#ctx0" brushRef="#br1" timeOffset="258441.847">14045 8537 29230,'0'0'1255,"0"0"-663,0 0-213,0 0 65,19 0 40,277-16-101,319-55-383,405 12 0,660 84 0,-857-79 0,-390 48 0,-385 11 0,-67-1 0,-214-12-313,137-4-1254</inkml:trace>
  <inkml:trace contextRef="#ctx0" brushRef="#br1" timeOffset="259171.842">14354 8576 28438,'0'0'1223,"0"0"-115,0 0-436,0 0-111,0 0-95,0 0-220,4 2-196,178 18-47,335-13-3,645-76 0,-309 66 0,-153 32 0,-118-28 0,-502 4 0,-215-34-1050,77 13-1413</inkml:trace>
  <inkml:trace contextRef="#ctx0" brushRef="#br1" timeOffset="259943.975">11643 6083 11338,'0'0'14346,"0"0"-10870,-20 3-2890,4 0-452,7-2-59,0 0-1,-1 1 0,1 0 0,0 0 0,0 1 0,0 0 0,1 1 0,-1 0 0,1 0 1,0 1-1,0 0 0,0 0 0,-4 5-74,-28 32 224,2 2 0,2 1-1,2 2 1,2 1 0,3 2 0,-2 6-224,-20 31 58,3 3 0,5 1 0,3 3 0,4 0 0,5 3 0,4 1 0,4 0 0,5 2 0,3 1 0,5 10-58,8-52 0,2 0 0,3 0 0,2 0 0,4 0 0,1-1 0,3-1 0,20 53 0,-6-41-170,4-2 0,2-1-1,4-2 1,2-2 0,2-1 0,4-2-1,2-2 1,2-3 0,3-1 0,1-3 0,31 20 170,-9-14-3937</inkml:trace>
  <inkml:trace contextRef="#ctx0" brushRef="#br1" timeOffset="260761.89">19389 6655 29462,'0'0'728,"0"0"-103,20 13-179,127 92 317,-130-88-709,0 0 0,-1 1-1,-1 1 1,0 0 0,-2 1-1,0 1 1,-1 0 0,-2 0-1,0 1 1,-1 1 0,-1 0 0,-1 0-1,1 11-53,3 24 11,-3-1 1,-3 1-1,-2 1 0,-5 55-11,-8-27 0,-4 0 0,-4-1 0,-4-1 0,-4-1 0,-3-1 0,-4-1 0,-3-2 0,-4-2 0,-3-1 0,-3-2 0,-4-3 0,-14 14 0,-87 110-1646,135-180-61</inkml:trace>
  <inkml:trace contextRef="#ctx0" brushRef="#br1" timeOffset="261058.316">20058 7442 30559,'0'0'600,"0"0"-392,79 108-128,-38-50 176,1 7 96,0 6-144,-1 2-128,-3-2-80,-6-6-72,10 4-248,-11-20-152,-9-19-1025</inkml:trace>
  <inkml:trace contextRef="#ctx0" brushRef="#br1" timeOffset="261312.271">20476 7448 30270,'0'0'633,"0"0"-345,-103 142-192,55-71-24,2 4-16,2 4-56,1 25-400,10-17-1113,9-22-4824</inkml:trace>
  <inkml:trace contextRef="#ctx0" brushRef="#br1" timeOffset="261607.978">20753 7209 30871,'0'0'508,"0"0"-292,21 25-146,70 85 17,-78-92-47,0 0 1,-2 0-1,0 1 0,-1 1 0,0-1 1,-2 2-1,-1-1 0,0 1 0,-1 0 1,-2 1-1,0-1 0,-1 1 0,-1 0 1,-1 0-1,-1 0 0,-1-1 0,-1 1 1,-5 18-41,-6 16-22,-2 0 0,-3-2-1,-3 0 1,-1-1 0,-3-1 0,-4 1 22,-101 163-657,129-216 657,-1 1-1,1 0 1,0 0 0,0 0 0,0 0 0,0 0 0,0 0-1,0 0 1,0 0 0,0 0 0,0 1 0,1-1 0,-1 0 0,0 1-1,1-1 1,-1 0 0,1 1 0,-1-1 0,1 1 0,0-1-1,-1 0 1,1 1 0,0-1 0,0 1 0,0-1 0,0 1-1,1-1 1,-1 1 0,0-1 0,0 1 0,1-1 0,-1 0-1,1 1 1,0-1 0,-1 0 0,1 1 0,0-1 0,-1 0 0,1 0-1,0 0 1,0 0 0,0 1 0,0-1 0,1 0 0,-1-1-1,0 1 1,0 0 0,0 0 0,1 0 0,0 0 0,33-2-50,1 0 0,-1-2 0,0-2 0,0-1 0,0-2 0,-1-2 0,0 0 0,-1-3 0,0 0 0,-1-2 0,0-2 0,-2-1 0,11-8 50,25-21-1875,-11 2-1770</inkml:trace>
  <inkml:trace contextRef="#ctx0" brushRef="#br1" timeOffset="262074.602">21419 6485 30551,'0'0'561,"0"0"-325,4 27-96,16 178 424,-19-150-400,2-2-121,-3 1 0,-2-1 0,-2 0 0,-3 0 0,-8 29-43,8-78-17,5-23-43,3 10 45,-1 1 1,2-1 0,-1 1 0,1-1 0,0 1-1,1 0 1,0 0 0,0 0 0,1 0 0,0 0 0,0 1-1,1 0 1,0 0 0,0 0 0,1 0 0,0 1-1,0 0 1,0 0 0,1 1 0,0-1 0,0 1 0,0 1-1,1 0 1,0 0 0,-1 0 0,1 1 0,1 0-1,-1 0 1,0 1 0,3 0 14,101-5-25,-110 7 25,0 0 1,0 1-1,0-1 0,0 1 1,0-1-1,0 1 1,-1 0-1,1 0 0,0 0 1,0 0-1,-1 0 1,1 0-1,-1 1 0,1-1 1,-1 0-1,1 1 1,-1-1-1,0 1 0,0 0 1,1-1-1,-1 1 1,0 0-1,-1 0 1,1 0-1,0-1 0,0 1 1,-1 0-1,1 0 1,-1 0-1,0 0 0,0 0 1,0 0-1,0 0 1,0 0-1,0 0 0,0 0 1,0 0-1,-1 0 1,1 0-1,-1 0 0,0 1 0,-35 77 123,-195 151 26,187-161-1093,40-48-961</inkml:trace>
  <inkml:trace contextRef="#ctx0" brushRef="#br1" timeOffset="262278.857">22155 7063 29918,'0'0'1713,"0"0"-1433,0 0-32,-10 119 32,-4-70-136,-3 38-144,4-12-480,-3-4-1401</inkml:trace>
  <inkml:trace contextRef="#ctx0" brushRef="#br1" timeOffset="262624.968">20981 8916 31247,'0'0'800,"0"0"-512,201 0-96,-67-14-120,26-4-8,18-2-64,-21-1-288,-47 5-1312,-42 0-4250</inkml:trace>
  <inkml:trace contextRef="#ctx0" brushRef="#br1" timeOffset="263440.271">18874 9488 30575,'0'0'644,"0"0"-304,10 18-70,176 257 668,-175-260-938,0-1 0,0 0 0,2-1 0,-1 0 0,2-1 0,-1-1 0,2 0 0,-1-1 0,2 0 0,-1-1 0,1-1 0,1-1 0,-1 0 0,1-1 0,0-1 0,1 0 0,-1-1 0,1-1 0,0-1 0,-1-1 0,1 0 0,0-1 0,9-2 0,3-5 0,-1-2 0,0-1 0,-1-1 0,0-2 0,0 0 0,-2-2 0,0-1 0,0-2 0,12-11 0,86-74-60,-5-6-1,-4-5 1,-6-5 0,-5-4 0,6-20 60,-73 93-1507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41:49.3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 1 27318,'0'0'1408,"0"0"-16,0 0-847,0 0-137,-2 110 48,-5 14 0,-8 70-64,-5 46-72,-6 33-248,-2 15-72,1-8 0,14 12 0,13 10 0,0-20 0,11-73-968,-4-67-2377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38:28.57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2681 652 26758,'0'0'3202,"0"0"-2245,0 0-718,-2-18-31,-5-124 244,9 133-452,0 0 0,-1 0-1,0 0 1,-1 0 0,0 0 0,0-1 0,-1 1-1,0 0 1,-1 0 0,0 1 0,0-1 0,-1 0-1,0 1 1,0-1 0,-1 1 0,0 0-1,-1 0 1,1 0 0,-2 1 0,1 0 0,-1 0-1,0 0 1,0 0 0,-1 1 0,0 0 0,0 1-1,-1 0 1,1 0 0,-1 0 0,0 1-1,-3-1 1,-1 3 8,-1 1 0,0 0 0,1 1-1,-1 1 1,0 0 0,1 1 0,-1 0-1,1 0 1,0 2 0,0-1 0,0 2-1,0-1 1,0 2 0,1 0 0,0 0-1,0 1 1,1 0 0,0 0 0,0 2-1,1-1 1,0 1 0,0 0 0,1 1-1,0 0 1,1 0 0,0 1-1,1 0 1,0 0 0,1 1 0,0-1-1,0 1 1,1 0 0,1 0 0,0 1-1,1-1 1,-1 13-8,-1 0 21,0 0-1,2 0 1,1 1-1,0-1 1,2 0 0,1 1-1,2-1 1,0 0-1,1 0 1,2 0-1,0-1 1,2 0-1,0 0 1,2-1-1,1-1 1,0 0 0,14 18-21,213 238 150,-229-260-144,0 1 1,-2 0-1,0 0 0,-1 1 0,-1 0 0,-1 0 0,-1 0 1,-1 0-1,0 1 0,-2 0 0,0 0 0,-1-1 0,-1 1 1,-1 0-1,-1-1 0,-1 0 0,-1 1 0,-1-1 0,0-1 1,-1 1-1,-2-1 0,0-1 0,0 1 0,-2-1 0,0-1 1,-2 0-1,1-1 0,-2 0 0,-8 7-6,7-2 0,-1-1 0,-1-1 0,-1 0 0,-1-1 0,0-1 0,-1-1 0,-1-1 0,0 0 0,-1-2 0,-1-1 0,0 0 0,-1-2 0,0 0 0,0-2 0,-1-1 0,-4 0 0,26-6 0,0-1 0,0 0 0,0 0 0,-1 0 0,1 0 0,0-1 0,0 1 0,0-1 0,0 0 0,0 0 0,0 0 0,0 0 0,0-1 0,0 1 0,0-1 0,1 0 0,-1 0 0,1 1 0,-1-2 0,1 1 0,0 0 0,0 0 0,0-1 0,0 1 0,0-1 0,0 0 0,1 1 0,-1-1 0,1 0 0,0 0 0,-1-3 0,-11-107 0,15 70 0,3 0 0,1 0 0,2 1 0,2 0 0,2 0 0,2 1 0,1 1 0,3 0 0,0 1 0,13-16 0,35-54 0,5 3 0,79-91 0,182-170-1878,-269 298-1333</inkml:trace>
  <inkml:trace contextRef="#ctx0" brushRef="#br0" timeOffset="3001.914">7674 352 28822,'0'0'832,"-24"101"-384,11-34-208,0 10-71,6-2-73,7-14-96,4-20-136,34-25-513,47-42-151,-4-23-240,-4-12-2465</inkml:trace>
  <inkml:trace contextRef="#ctx0" brushRef="#br0" timeOffset="3383.433">8323 303 26262,'0'0'1421,"0"0"-309,0 0-249,-3 23-141,2-7-603,0-1-51,-1 0 0,0 0 0,-1 0 0,0-1 0,-1 1 0,-1-1 0,0 0 0,-1-1 0,-6 11-68,-139 223 78,151-246-105,-1-1-1,0 1 1,0 0-1,0-1 1,1 1-1,-1 0 1,0 0-1,1 0 1,-1 0-1,0 0 1,1 0-1,0-1 1,-1 1-1,1 0 1,-1 0 0,1 1-1,0-1 1,0 0-1,0 0 1,-1 0-1,1 0 1,0 0-1,0 0 1,0 0-1,1 0 1,-1 0-1,0 0 1,0 0-1,1 0 1,-1 0-1,0 0 1,1 0-1,-1 0 1,1 0-1,-1 0 1,1 0-1,0 0 1,-1 0-1,1-1 1,0 1-1,-1 0 1,1 0-1,0-1 1,0 1-1,0-1 1,0 1-1,0-1 1,0 1-1,0-1 1,0 1-1,0-1 1,0 0-1,0 1 1,0-1-1,0 0 1,0 0-1,0 0 1,0 0-1,0 0 1,0 0-1,0 0 1,0 0 0,0 0-1,0-1 1,0 1-1,0 0 1,0-1 27,0 2-26,0 1 1,-1-1 0,1 1-1,-1-1 1,1 0 0,-1 1-1,0-1 1,1 1 0,-1-1-1,0 1 1,0-1 0,0 0-1,0 1 1,-1-1 0,1 1-1,0-1 1,0 1 0,-1-1-1,1 1 1,-1-1-1,1 0 1,-1 1 0,0-1-1,0 0 1,1 0 0,-1 0-1,0 1 1,0-1 0,0 0-1,0 0 1,0 0 0,-1 0-1,1-1 1,0 1 0,0 0-1,-1 0 1,1-1 0,0 1-1,-1-1 1,1 1 0,-1-1 25,-88 64 48,-2-3 0,-2-5 1,-3-5-1,-42 15-48,-52 28 855,173-85-737,11-6-39,0 0 0,1 0 0,-1 0 0,1 1 0,0 0-1,0 0 1,0 0 0,1 1 0,-1 0 0,1 0 0,0 0 0,1 1 0,-5 6-79,9-12 7,0 1 0,0 0 0,0 0 0,0-1 0,0 1-1,0 0 1,0 0 0,1-1 0,-1 1 0,0 0 0,0-1 0,1 1 0,-1 0-1,0-1 1,1 1 0,-1 0 0,1-1 0,-1 1 0,1-1 0,-1 1 0,1-1 0,-1 1-1,1-1 1,0 1 0,-1-1 0,1 0 0,-1 1 0,1-1 0,0 0 0,0 0-1,-1 1 1,1-1 0,0 0 0,-1 0 0,1 0 0,0 0 0,0 0 0,-1 0-1,1 0 1,0 0 0,0 0 0,-1 0 0,1 0 0,0 0 0,-1-1 0,1 1-1,0 0 1,-1 0 0,1-1-7,3 1 22,48-3 23,-1-2-1,0-2 1,-1-3 0,0-1 0,0-3 0,-2-2-1,0-3 1,10-6-45,-5 5-2,218-99-2949,-231 99 299</inkml:trace>
  <inkml:trace contextRef="#ctx0" brushRef="#br0" timeOffset="3668.615">8042 1143 25669,'0'0'1513,"0"0"-793,-149 119-336,92-66-32,7-2-200,17-7-120,15-11-32,18-15-336,42-22-432,15-22-624,4-11-1833</inkml:trace>
  <inkml:trace contextRef="#ctx0" brushRef="#br0" timeOffset="3916.734">8636 1060 16740,'0'0'8929,"0"0"-7440,0 0-393,-30 115-288,8-76-296,0-3-280,2-3-216,11-9-16,9-16-328,16-6-344,5-2-368</inkml:trace>
  <inkml:trace contextRef="#ctx0" brushRef="#br0" timeOffset="4183.086">8066 1589 24045,'-23'9'1279,"-321"126"1031,335-131-2229,1-1-1,0 1 1,0 0-1,0 1 1,1 0 0,-1 0-1,1 0 1,0 1-1,1 0 1,-1 1 0,1-1-1,1 1 1,-1 0 0,1 1-1,0-1 1,1 1-1,0 0 1,0 0 0,1 1-1,0-1 1,0 1-1,1 0 1,0-1 0,0 1-1,1 0 1,0 0-1,1 0 1,0 0 0,1 0-81,-1-6 6,1-1 1,0 1 0,0-1-1,0 0 1,0 1 0,0-1-1,1 0 1,-1 0 0,1 0-1,-1 0 1,1 0 0,0 0-1,0 0 1,0-1-1,0 1 1,0-1 0,0 1-1,0-1 1,0 0 0,0 0-1,1 0 1,-1 0 0,1 0-1,-1 0 1,1-1 0,-1 1-1,1-1 1,-1 0 0,1 0-1,-1 0 1,1 0 0,-1 0-1,3-1-6,88-15-199,112-96-356,-163 85 568,1 1 1,1 3-1,1 1 0,29-8-13,9 16 223,-81 16-202,0-1-1,1 1 1,-1 0-1,0 0 1,0 0 0,0 0-1,0 0 1,0 0-1,0 0 1,-1 1-1,1-1 1,-1 0 0,1 1-1,-1 0 1,0-1-1,0 1 1,0 0-1,-1-1 1,1 1 0,-1 0-1,1 0 1,-1 0-1,0 0 1,0-1 0,0 1-1,0 0 1,-1 0-1,1 0 1,-1 0-1,0-1 1,0 1 0,0 0-1,0-1 1,0 1-1,0-1 1,-1 1 0,0 0-21,-7 15 79,0 0 1,-2-1-1,0 0 1,-1 0-1,-1-1 1,0-1-1,-11 10-79,13-13 13,9 6-494,31-22-294,14-12-1407,1-5-3251</inkml:trace>
  <inkml:trace contextRef="#ctx0" brushRef="#br0" timeOffset="4332.985">8592 1842 24701,'0'0'3433,"0"0"-2449,0 0-208,0 0-111,0 0-233,0 0-264,0 0-168,-8 59-432,-1-43-1825</inkml:trace>
  <inkml:trace contextRef="#ctx0" brushRef="#br0" timeOffset="633.356">3779 581 27838,'0'0'1592,"0"0"-914,10 17-311,1 1-276,-6-11-58,0 0 0,0 1-1,-1 0 1,0 0 0,0 1-1,-1-1 1,0 1 0,-1-1-1,0 1 1,0 0 0,-1 0 0,1 9-33,-4 7-61,0 1 1,-2-1 0,0 0 0,-2 0 0,-1 0 0,-1-1 0,-1 0 0,0 0 0,-2-1 0,-1 0-1,-1-1 1,-1-1 0,-1 0 0,-8 8 60,-76 51-1101,99-80 1102,-1 0 1,1 0 0,-1 0 0,1 0 0,-1 1 0,0-1 0,1 0 0,-1 0 0,1 1 0,0-1 0,-1 0 0,1 1 0,-1-1 0,1 0 0,-1 1 0,1-1 0,0 1 0,-1-1 0,1 1 0,0-1 0,-1 1 0,1-1-1,0 1 1,0-1 0,0 1 0,-1-1 0,1 1 0,0-1 0,0 1 0,0-1 0,0 1 0,0 0 0,0-1 0,0 1 0,0-1 0,0 1 0,0-1 0,0 1 0,1-1 0,-1 1 0,0 0 0,0-1 0,0 1 0,1-1 0,-1 1-1,0-1 1,1 0 0,-1 1 0,0-1 0,1 1 0,-1-1 0,0 1 0,1-1 0,-1 0 0,1 1 0,-1-1 0,1 0 0,-1 0 0,1 1 0,-1-1 0,1 0 0,-1 0 0,1 0 0,0 0 0,-1 0 0,1 1 0,-1-1-1,1 0-1,46 1 290,-40-1-268,205-23 410,-209 23-418,1 0 0,0 0 1,0 1-1,-1-1 1,1 1-1,0 0 0,-1 0 1,1 0-1,-1 0 1,0 1-1,1 0 0,-1-1 1,0 1-1,0 0 0,0 1 1,0-1-1,0 0 1,0 1-1,-1 0 0,1-1 1,-1 1-1,0 0 1,0 0-1,0 1 0,0-1 1,0 0-1,-1 1 0,1-1 1,-1 1-1,0-1 1,0 1-1,-1 0 0,1-1 1,-1 1-1,1 0 0,-1-1 1,-1 4-15,4 56 199,-4 0-1,-2 0 1,-3 0 0,-2 0-1,-4-1 1,-14 45-199,22-90 24,8-27-106,7-20-124,69-152-3902,-40 83-6044</inkml:trace>
  <inkml:trace contextRef="#ctx0" brushRef="#br0" timeOffset="1017.298">4590 62 15979,'0'0'9879,"19"-8"-6611,121-40-1781,-137 47-1450,1 0-1,0 0 1,-1 0 0,1 0-1,0 1 1,0-1-1,-1 1 1,1 0 0,0 0-1,0 1 1,0-1-1,-1 1 1,1-1 0,0 1-1,-1 0 1,1 1-1,-1-1 1,1 1 0,-1-1-1,1 1 1,-1 0 0,0 0-1,0 1 1,0-1-1,0 1 1,-1-1 0,1 1-1,0 0 1,-1 0-1,0 0 1,0 0 0,0 1-1,0-1 1,0 0-1,-1 1 1,0-1 0,0 1-1,1 0-36,-2 15 26,0 0-1,-1-1 0,-1 1 1,-1-1-1,-1 1 1,0-1-1,-1 0 0,-1-1 1,-1 1-1,0-1 0,-1-1 1,-1 1-1,-1-1 1,0-1-1,-1 0 0,-1 0 1,-2 2-26,6-7 4,-68 102-152,-5-3 0,-4-5 0,-21 15 148,92-105-102,0 1 0,0-2-1,-2 0 1,0-1 0,0 0-1,-1-1 1,-1-1 0,1-1-1,-2 0 1,1-1 0,-1-2-1,0 1 1,-1-2 0,-17 2 102,33-8-110,-1-1 1,1 1 0,0-1-1,1-1 1,-1 1-1,0 0 1,1-1-1,-1 0 1,1 0-1,0 0 1,0 0 0,0 0-1,0-1 1,1 1-1,-1-1 1,1 0-1,0 0 1,0 0 0,0 0-1,1 0 1,-1 0-1,1 0 1,0-1-1,0 1 1,1 0-1,-1-1 1,1 1 0,0 0-1,0-1 1,0 1-1,1-1 1,0 1-1,-1 0 1,2-1-1,-1 1 1,0 0 109,-1-9-416,1-2-385,-1 0 0,2 1 0,0-1 0,0 1 0,1 0 1,1-1-1,1 1 0,0 1 0,1-1 0,7-12 801,20-22 197,9 4 3324,-27 32-2808,0 1 1,0 0-1,0 1 0,2 1 1,-1 1-1,1 0 1,0 1-1,9-2-713,9-1 476,1 2 1,-1 2-1,2 1 0,-1 2 0,0 2 0,7 1-476,-38-1 9,-1 0 0,1 1 0,0 0-1,0 0 1,0 0 0,0 0 0,-1 1 0,1 0 0,0 0-1,0 0 1,-1 1 0,1-1 0,-1 1 0,1 0-1,-1 0 1,0 1 0,0-1 0,0 1 0,0 0 0,0 0-1,-1 1 1,1-1 0,-1 1 0,0-1 0,0 1-1,0 0 1,-1 0 0,1 1 0,-1-1 0,0 0 0,1 4-9,-2 102-3040,-10-54-3206</inkml:trace>
  <inkml:trace contextRef="#ctx0" brushRef="#br0" timeOffset="1301.908">4336 1271 28726,'0'0'680,"0"0"-456,129-27-136,-57-9 96,1-11-96,-5-6-88,0-26-560,-16 12-648,-19 8-3433</inkml:trace>
  <inkml:trace contextRef="#ctx0" brushRef="#br0" timeOffset="1550.96">4732 719 26382,'0'0'1340,"-5"30"-261,-33 270 631,28-165-1243,-55 565 394,8-375-1188,57-320 308,0-1 0,0 1 1,-1-1-1,0 0 0,0 1 0,0-1 0,0 0 0,-1 0 0,1 0 1,-1 0-1,0 0 0,0 0 0,-1 0 0,1-1 0,-1 1 0,0-1 1,0 0-1,0 0 0,0 0 0,-1 0 0,1 0 0,-1-1 0,1 1 1,-1-1-1,0 0 0,0 0 0,0-1 0,0 1 0,-1-1 1,1 0-1,0 0 0,-1 0 0,1-1 0,0 1 0,-1-1 0,1 0 1,-4-1 18,2-3 0,0-1 0,0 0 1,1 0-1,0 0 0,0-1 1,1 0-1,-1 0 0,1 0 1,0 0-1,1-1 0,0 1 1,0-1-1,0 0 0,1 0 1,0 0-1,0-1 0,1 1 1,0 0-1,0-1 0,0-1 0,-3-17 7,0 0 1,2 1-1,1-1 0,1 0 0,1 0 0,1 0 0,1 0 0,2 1 1,0 0-1,2 0 0,1 0 0,0 1 0,2 0 0,1 0 0,1 1 0,1 1 1,9-12-8,26-30-205,4 3 1,2 1-1,2 3 1,23-15 204,-37 33-616,65-60-3071</inkml:trace>
  <inkml:trace contextRef="#ctx0" brushRef="#br0" timeOffset="1818.788">5234 646 30270,'0'0'1265,"0"0"-1201,0 0-48,0 0 16,149-41 72,-92 25-24,-4 8-48,-11 8-32,-18 0-112,-20 28-24,-4 19 40,-46 32-112,-2 4-288,-16 9-313,-32 31-591,24-34-240,1-11-2921</inkml:trace>
  <inkml:trace contextRef="#ctx0" brushRef="#br0" timeOffset="2052.838">5546 1062 28654,'0'0'1291,"-8"21"-612,-67 146 33,-14 13-269,141-223-842,-21 7 215,-16 17 126,1-1-1,1 2 1,0 0 0,2 1 0,0 1-1,0 1 1,2 0 0,0 2-1,1 0 1,14-5 58,-34 16 4,1 1-1,0 0 0,0 0 1,0 0-1,0 0 0,0 1 1,0-1-1,0 1 1,1 0-1,-1 0 0,0 0 1,0 0-1,0 0 0,0 1 1,0-1-1,0 1 0,0 0 1,0 0-1,0 0 1,0 0-1,0 1-3,-2 6 20,-1-1 0,0 1 0,0 0 0,-1 0 0,0 0 0,0 0-1,-1 0 1,0 0 0,0 0 0,-1-1 0,0 1 0,0-1 0,-1 0 0,1 0 0,-2 0 0,1-1 0,-1 1 0,0-1 0,-1 0 0,1-1 0,-1 1 0,-2 1-20,-74 58-171,81-65 105,0 0 0,-1-1-1,1 1 1,0-1 0,0 1 0,0-1 0,0 1 0,0-1-1,0 0 1,0 0 0,0 1 0,0-1 0,1 0 0,-1 0-1,0 0 1,0 0 0,1 0 0,-1 0 0,0 0 0,1 0-1,-1 0 1,1-1 0,0 1 0,-1 0 0,1 0 0,0 0-1,0-1 1,0 1 0,-1 0 0,1 0 0,0 0 0,1-1-1,-1 1 1,0 0 0,0 0 0,0 0 0,1-1-1,-1 1 1,1 0 0,-1 0 0,1 0 0,-1 0 0,1 0-1,0 0 67,0-6-761,4-33-5049</inkml:trace>
  <inkml:trace contextRef="#ctx0" brushRef="#br0" timeOffset="2271.481">6539 330 28678,'0'0'792,"0"0"-312,0 0 49,24 144-49,-46-76-104,-18 7-168,-12 7-120,-10 3-72,-6 0-16,-4-10-184,6-16-224,7-27-313,17-20-807,18-12-1849</inkml:trace>
  <inkml:trace contextRef="#ctx0" brushRef="#br0" timeOffset="2606.767">6118 542 1240,'0'0'22648,"0"0"-18836,0 0-2306,3 26-878,30 179 213,-25-174-794,2 0 0,1-1 0,2 0 0,1-1 0,1 0 0,1-2 0,1 1 0,2-2 0,1-1 0,0 0 0,2-1 0,3 0-47,15 17 8,-2 2 0,-2 2 0,-2 2 0,0 3-8,-25-37-5,-2 0 0,1 1 0,-2 0 0,0 0 0,0 0 0,-2 1-1,0 0 1,0 0 0,-1 0 0,-1 0 0,-1 0 0,0 1 0,-1-1-1,0 0 1,-2 1 0,0-1 0,-3 13 5,-3-12-16,-1 0 0,0-1 1,-2 0-1,1-1 0,-2 0 0,0-1 1,0 0-1,-2-1 0,1 0 0,-1-1 0,-1 0 1,0-2-1,-1 0 0,1 0 0,-2-1 1,1-1-1,-1-1 0,-7 1 16,-30 14-8,-1-3 1,0-3-1,-2-2 1,1-2-1,-1-3 1,-36-1 7,89-5 3,-1-1 0,1 0 0,-1-1 1,1 1-1,-1-1 0,0 0 1,1 0-1,-1-1 0,0 1 0,1-1 1,-1 0-1,1 0 0,-1-1 1,1 1-1,0-1 0,-1 0 0,1 0 1,0 0-1,0-1 0,1 1 1,-1-1-1,0 0 0,1 0 0,0 0 1,-1-1-1,1 1 0,0-1 1,1 0-1,-1 0 0,1 0 0,0 0 1,0 0-1,0 0 0,0-1 1,1 1-1,0-1 0,0 1 0,0-1 1,0 1-1,1-1 0,0 0 1,0 1-1,0-2-3,3-7 2,1 0-1,1 1 1,0-1-1,0 1 1,2 0-1,-1 0 1,1 1-1,1-1 1,0 2 0,1-1-1,0 1 1,0 1-1,1-1 1,1 2-1,-1-1 1,1 2-1,10-6-1,-5 0 1,404-281-1050,-307 216-1895</inkml:trace>
  <inkml:trace contextRef="#ctx0" brushRef="#br0" timeOffset="-825.596">322 630 29566,'0'0'1070,"0"0"-678,0 0-261,0 0 33,24 2 118,339 28 348,-352-30-625,0 2 0,0 0 0,0 0 0,-1 1 0,1 0 0,-1 1 0,0 0 0,1 1 0,-2 0 0,1 0 0,-1 1 0,0 1 0,0-1 0,0 2 0,-1-1 0,0 1 0,-1 0 0,1 0 0,-2 1 0,1 0 0,-1 1 0,-1-1 0,3 7-5,-7 3 8,-1 0 1,0 0 0,-2 0-1,0 1 1,-1-2 0,-1 1-1,-1 0 1,0-1 0,-2 0 0,0 0-1,-1-1 1,0 1 0,-2-2-1,0 1 1,-1-2 0,0 1-1,-1-1 1,-1-1 0,-1 0 0,0-1-1,-12 8-8,-60 67 113,-4-3 0,-99 69-113,230-163 9,35-22-9,-31 11-2,0 1-1,1 3 1,1 1-1,1 3 1,0 2-1,0 2 1,23-1 2,-67 9-1,-1-1 1,0 1-1,1 0 1,-1 0-1,1 0 1,-1 0 0,0 0-1,1 1 1,-1 0-1,0-1 1,1 1-1,-1 1 1,0-1-1,0 0 1,0 1 0,0-1-1,0 1 1,0 0-1,-1 0 1,1 0-1,0 0 1,-1 1-1,0-1 1,0 1 0,1-1-1,-1 1 1,-1 0-1,1 0 1,0 0-1,-1 0 1,1 0-1,-1 0 1,0 0 0,0 1-1,0-1 1,-1 0-1,1 1 1,-1-1-1,0 0 1,0 1-1,0-1 1,0 2 0,-3 24 2,-2 0 0,-1-1 0,-1 1 0,-1-1-1,-1-1 1,-2 0 0,-1 0 0,-1-1 0,-1 0 0,-1-1 0,-2-1 0,0-1-1,-1 0 1,-2-1 0,-13 12-2,30-31 0,-14 19-34,11-13-39,-1 0-1,0 0 1,0-1 0,-1 0 0,0 0 0,0 0 0,-1-1 0,0-1-1,0 1 1,-1-2 0,-1 2 73,1-8-811,9-12-1012</inkml:trace>
  <inkml:trace contextRef="#ctx0" brushRef="#br0" timeOffset="-565.175">1203 1293 30286,'0'0'1217,"0"0"-913,0 0 112,117-20-64,-74 14-168,10-1-184,54-7-40,-10 0-672,-3-2-1017</inkml:trace>
  <inkml:trace contextRef="#ctx0" brushRef="#br0" timeOffset="28077.442">19966 2755 29422,'0'0'584,"0"0"-228,8 24-181,25 78 35,-30-89-141,0 0 1,0 0 0,-1 0-1,-1 0 1,0 1 0,-1-1 0,0 0-1,-1 1 1,-1-1 0,0 0-70,2-12 0,-3 9-1,0 0 1,0-1-1,-1 1 0,-1-1 0,0 1 1,0-1-1,0-1 0,-1 1 1,0-1-1,-1 0 0,0 0 0,0-1 1,-1 0-1,0 0 0,0-1 0,-1 0 1,1 0-1,-1-1 0,0 0 1,-1-1-1,1 0 0,-1 0 1,52 23-363,-34-24 369,0 1-1,0 0 1,0 0-1,-1 0 1,0 1-1,1 0 1,-2 1-1,1 0 1,-1 0-1,1 0 1,-2 1-1,1-1 1,-1 1 0,0 1-1,0-1 1,-1 1-1,0 0 1,-1 0-1,1 0 1,-1 0-1,-1 1 1,0 0-6,-2-1-13,0 1 1,0 0 0,-1-1-1,-1 1 1,1 0-1,-1-1 1,-1 0 0,0 1-1,0-1 1,0 0 0,-1-1-1,0 1 1,-1 0-1,0-1 1,0 0 0,0 0-1,-6 4 13,2 1-144,-4 7-759,5-11-964</inkml:trace>
  <inkml:trace contextRef="#ctx0" brushRef="#br0" timeOffset="28895.115">21906 2917 28382,'0'0'560,"0"0"-338,0 0-157,18 17 6,54 60 101,-69-73-163,0 1 0,0-1-1,-1 0 1,1 1 0,-1 0 0,-1-1 0,1 1 0,0 0 0,-1 0 0,0 0 0,0 0 0,-1 0 0,1 0 0,-1 0 0,0 0 0,-1 0 0,1 0 0,-1 0-1,0 2-8,-1 6 7,-3 9-9,-1-1 1,-1 0-1,-1 0 1,0-1-1,-2 0 1,0 0 0,-2-1-1,0 0 1,-1-1-1,0-1 1,-2 0-1,-9 8 2,-9 15 118,5 18 446,87-48-112,-31-14-517,-1-2 0,1 0 0,-1-2 0,0-1 0,-1-2 0,0 0 0,-1-1 1,-1-2-1,1-1 65,-1 2-232,71-39-3012,-10 1-7008</inkml:trace>
  <inkml:trace contextRef="#ctx0" brushRef="#br0" timeOffset="29549.232">24249 2846 30823,'0'0'840,"0"0"-112,31 138-400,-22-69-280,-5 4-48,-2 8 0,0 41 0,1-21-464,-3-15-1841</inkml:trace>
  <inkml:trace contextRef="#ctx0" brushRef="#br0" timeOffset="31523.403">27883 2542 28390,'0'0'659,"0"0"-346,0 0-75,0 0 114,0 0 69,21 3-110,-6 0-265,-5-1-32,-1-1 1,0 1 0,0-1-1,1-1 1,-1 0 0,0 0-1,1-1 1,-1 0-1,0 0 1,0-1 0,1-1-1,-1 1 1,8-5-15,150-66 60,-166 73-60,0 0 0,0 0 0,0 0-1,0 0 1,0 0 0,1 0 0,-1 0 0,0 1 0,0-1-1,0 0 1,0 1 0,0-1 0,0 0 0,0 1 0,0 0 0,0-1-1,0 1 1,0-1 0,0 1 0,0 0 0,0 0 0,0 0 0,-1-1-1,1 1 1,0 0 0,-1 0 0,1 0 0,0 0 0,-1 0-1,1 0 1,-1 0 0,0 1 0,1-1 0,-1 0 0,0 0 0,0 0-1,0 0 1,1 0 0,-1 1 0,0-1 0,-1 0 0,1 0 0,0 0-1,0 0 1,0 0 0,-1 1 0,1-1 0,-1 0 0,1 0 0,0 6 7,-4 29 63,0 1 0,-3-1 0,-1-1 0,-1 1 0,-14 31-70,-1 8 63,17-51-93,-45 208 245,50-218-314,1 1 0,1-1 0,0 1 1,1-1-1,0 1 0,1-1 0,1 1 0,0-1 0,1 0 1,1 0-1,0-1 0,1 1 0,0-1 0,7 10 99,22 22-1948</inkml:trace>
  <inkml:trace contextRef="#ctx0" brushRef="#br0" timeOffset="31809.827">29109 2637 30639,'0'0'640,"0"0"-520,0 0-72,0 0-8,0 0-40,0 0-8,144 49-520,-89-49-1369</inkml:trace>
  <inkml:trace contextRef="#ctx0" brushRef="#br0" timeOffset="32046.663">29902 2694 29398,'0'0'824,"0"0"-607,0 0 87,0 0 160,0 0-192,116 10-272,-61-22-8,55-28-376,-9 5-945,-7-5-967</inkml:trace>
  <inkml:trace contextRef="#ctx0" brushRef="#br0" timeOffset="32047.663">30827 2394 5921,'0'0'22413,"0"0"-21309,0 0-384,0 0-151,0 0-209,0 0-200,0 0-104,81 100-56,-50-100-256,0 0-433,-1-11-1255</inkml:trace>
  <inkml:trace contextRef="#ctx0" brushRef="#br0" timeOffset="33043.007">32820 3027 11370,'0'0'13979,"0"0"-10890,-1-20-2997,-5-61-99,5 78 17,0 0 0,1 1 0,-2-1 0,1 1-1,0-1 1,0 1 0,-1-1 0,1 1-1,-1 0 1,0 0 0,0 0 0,0 0-1,0 0 1,0 0 0,0 0 0,0 1 0,-1-1-1,1 1 1,-1 0 0,1-1 0,-1 1-1,1 0 1,-1 0 0,0 1 0,0-1-1,1 1 1,-1-1 0,0 1 0,0 0 0,1 0-1,-1 0 1,0 0 0,0 1 0,1-1-1,-1 1 1,0-1 0,0 1 0,1 0-1,-1 0 1,-1 1-10,-5 4 88,2-1 0,-1 1-1,1 1 1,0-1 0,0 1 0,0 1 0,1-1-1,1 1 1,-1 0 0,1 0 0,0 1-1,1-1 1,0 1 0,0 0 0,1 0-1,0 1 1,1-1 0,0 1 0,1-1-1,-1 1 1,1 5-88,1-13 19,0 1-1,0-1 1,0 1-1,0-1 1,0 0-1,0 1 1,0-1-1,1 1 1,-1-1-1,1 0 1,0 1-1,0-1 1,0 0-1,0 0 1,0 1-1,0-1 1,0 0-1,1 0 1,-1 0-1,1 0 1,0-1-1,-1 1 1,1 0-1,0-1 1,0 1-1,0-1 1,0 0-1,0 0 1,0 1-1,1-1 1,-1-1-1,0 1 1,0 0-1,1 0 1,-1-1-1,1 0 1,-1 1-1,0-1 1,1 0-1,-1 0 1,1 0-1,-1 0 1,1-1-1,-1 1 1,0-1-1,1 1 1,0-2-19,11 0-105,-1-1-1,-1 0 1,1-1 0,0-1 0,-1 0 0,0 0-1,0-1 1,0-1 0,-1 0 0,0-1-1,-1 0 1,1 0 0,-2-1 0,1 0 0,-1-1-1,0 0 1,-1-1 0,4-6 105,15-21-4736</inkml:trace>
  <inkml:trace contextRef="#ctx0" brushRef="#br0" timeOffset="32226.019">31270 1946 29958,'0'0'737,"0"0"-553,0 0-144,74 146 32,-28-97 88,11 1-72,9-1-88,9-2-40,39-5-384,-18-15-369,-10-15-1503</inkml:trace>
  <inkml:trace contextRef="#ctx0" brushRef="#br0" timeOffset="32424.409">32390 1776 29022,'0'0'1112,"0"0"-751,0 0-129,-121 79 136,64-21-24,-4 9-176,-5 14-56,-10 21-48,-8 24-32,16-11-32,16 7-184,25-41-448,25-40-1561</inkml:trace>
  <inkml:trace contextRef="#ctx0" brushRef="#br0" timeOffset="32678.908">32112 2556 28206,'0'0'1696,"0"0"-1111,0 136-201,2-63-112,-2 23-16,0-7-136,0 4-112,0 0-8,0 1-280,0-13-577,4-22-1871</inkml:trace>
  <inkml:trace contextRef="#ctx0" brushRef="#br0" timeOffset="30527.424">26669 1986 28726,'0'0'736,"0"0"-320,0 0-288,0 0 168,0 0 129,0 0-105,140 92-128,-94-50-112,-4 3-56,2 0-24,15 17-64,-11-15-392,-6-12-1257</inkml:trace>
  <inkml:trace contextRef="#ctx0" brushRef="#br0" timeOffset="30724.098">27607 1962 9722,'0'0'19828,"0"0"-19116,-147 89-295,75-38-193,-2 6-80,1 6-80,10 2-64,6 12-232,19-14-537,19-23-1495</inkml:trace>
  <inkml:trace contextRef="#ctx0" brushRef="#br0" timeOffset="30893.177">27401 2546 24589,'0'0'4953,"0"104"-4481,-4-33-31,-7 6-201,2-2-112,9 20-128,0-18-248,13-16-1073</inkml:trace>
  <inkml:trace contextRef="#ctx0" brushRef="#br0" timeOffset="29144.121">22960 2481 29542,'0'0'680,"0"0"-223,121 126-225,-66-63 224,-3 6 0,3 8-168,-2 6-168,-3 2-24,-6-2-56,-9-6-16,-9-10-24,-10-16-184,-10-20-176,-6-31-256,0-17-673,0-25-6552</inkml:trace>
  <inkml:trace contextRef="#ctx0" brushRef="#br0" timeOffset="29330.188">23405 2339 29726,'0'0'632,"0"0"-367,-26 120 55,2-49 40,-11 10-160,-16 21-120,-10 23-80,6-11-24,11-13-192,18-7-384,17-42-721,7-13-1839</inkml:trace>
  <inkml:trace contextRef="#ctx0" brushRef="#br0" timeOffset="28361.073">20968 2583 21533,'0'0'9034,"0"0"-8618,0 0-296,120 75-72,-71-29 56,3 7 128,1 8-16,-3 8-112,-4 4-72,-6 4-32,-7-4-8,-9-6-168,-2-20-392,-7-17-297,-8-24-1703</inkml:trace>
  <inkml:trace contextRef="#ctx0" brushRef="#br0" timeOffset="28627.749">21575 2433 29782,'0'0'689,"0"0"-393,-116 150-144,41-55-8,-8 21 0,0 18-128,17-11-16,27-15-344,23-37-561,14-41-1999</inkml:trace>
  <inkml:trace contextRef="#ctx0" brushRef="#br0" timeOffset="27526.033">18530 2625 23525,'0'0'2142,"0"0"-857,0 0-499,0 0 608,0 0-672,-1-17-270,-4-139 911,25 156-1073,81 67 162,-65-37-369,66 49-47,-3 5 1,-4 4 0,-4 4 0,-4 4-1,-4 3 1,-5 4 0,38 69-37,-80-106-483,-36-67 431,-1 0-1,1 1 1,0-1 0,0 1-1,0-1 1,0 1 0,-1-1-1,1 0 1,0 1 0,0-1-1,0 1 1,0-1-1,0 0 1,0 1 0,1-1-1,-1 1 1,0-1 0,0 1-1,0-1 1,1 0 0,-1 1-1,0-1 1,0 1-1,1-1 1,-1 1 0,0-1-1,1 1 1,-1-1 0,1 1-1,-1 0 1,1-1-1,-1 1 1,1 0 0,-1-1-1,1 1 1,-1 0 0,1-1-1,-1 1 1,1 0 0,-1 0-1,1 0 1,0 0-1,-1-1 1,1 1 0,-1 0-1,1 0 1,0 0 0,-1 0-1,1 0 1,-1 0-1,1 1 1,-1-1 0,1 0-1,0 0 1,-1 0 0,1 1-1,-1-1 1,1 0 0,-1 0-1,1 1 53,2-37-4289</inkml:trace>
  <inkml:trace contextRef="#ctx0" brushRef="#br0" timeOffset="27795.074">19515 2502 28950,'0'0'928,"0"0"-335,-103 113-185,30-24-16,-21 29-136,-22 30-48,-2 6-112,21-26-40,29-31-32,29-38-24,12-8-24,8 0-120,19-13-312,2-10-945,22-28-3272</inkml:trace>
  <inkml:trace contextRef="#ctx0" brushRef="#br0" timeOffset="34888.222">18616 4075 25870,'0'0'1142,"0"0"201,0 0-408,0 0-275,0 0-232,7 4-93,121 19 437,481 51-365,-366-58-398,0-11 1,0-10-1,166-28-9,1150-143 39,-744 106 76,3 36 1,35 37-116,-463 8 157,-253 10-1464,-114-8-1183</inkml:trace>
  <inkml:trace contextRef="#ctx0" brushRef="#br1" timeOffset="40457.303">20082 10504 30214,'0'0'1137,"0"0"-537,0 0-144,0 0-96,0 0-360,-129 47 0,103-2 0,4 14 0,0 28 0,4 26 0,10 25 0,8 16 0,15-12 0,33-30-352,-6-43-904,-5-35-1657</inkml:trace>
  <inkml:trace contextRef="#ctx0" brushRef="#br1" timeOffset="40876.504">22629 10744 28846,'0'0'2438,"-20"-14"-1762,-132-90-637,137 90-35,0 2 1,-2 0-1,1 1 0,-1 1 1,-1 0-1,0 1 0,0 1 1,-1 1-1,0 1 1,0 0-1,0 2 0,-1 0 1,0 1-1,0 1 0,1 0 1,-1 2-1,0 1 1,0 0-1,0 1 0,0 1 1,0 1-1,1 1 0,0 1 1,0 0-1,-6 4-4,-2 9 0,1 0 1,1 1-1,1 2 0,1 1 0,1 0 1,1 2-1,1 0 0,1 1 0,2 2 0,0-1 1,2 2-1,1 0 0,1 1 0,2 0 1,1 1-1,1 0 0,2 0 0,-2 21 0,8-47 7,0 1-1,0-1 1,1 0 0,0 1-1,0-1 1,0 0 0,1 1-1,-1-1 1,1 0-1,0 1 1,1-1 0,0 0-1,-1 0 1,1 0 0,1 0-1,-1-1 1,1 1-1,0 0 1,0-1 0,0 0-1,1 0 1,-1 0 0,1 0-1,0 0 1,0-1-1,1 0 1,-1 0 0,1 0-1,3 2-6,12 4 16,1 0 0,0-2 0,0 0 0,0-2 0,1 0 0,0-1 0,0-1 0,0-2 0,0 0 0,1-1 0,-1-1 0,0-1 0,0-1 0,0-1 0,-1-1 0,1-1 0,-1 0-1,0-2 1,-1-1 0,0 0 0,0-1 0,-1-2 0,0 0 0,-1 0 0,-1-2 0,0 0 0,0-1 0,-2-1 0,2-3-16,195-270-487,-161 241-1114,-2 9-1720</inkml:trace>
  <inkml:trace contextRef="#ctx0" brushRef="#br1" timeOffset="41291.799">23975 10997 28518,'0'0'1482,"0"0"-989,0 0-262,8-22-54,55-157-290,-44 141-446,-14 30 324,0 0 0,-1 0 0,0 0 0,0-1 0,-1 0 0,0 0-1,0 0 1,-1 0 0,-1 0 0,1 0 0,-1-9 235,-3 16 104,1 1-1,-1-1 0,0 1 0,0 0 1,0 0-1,0 0 0,0 0 1,0 1-1,0-1 0,0 0 1,-1 1-1,1-1 0,0 1 0,0 0 1,-1 0-1,1 0 0,0 0 1,0 0-1,0 0 0,-1 1 1,1-1-1,0 1 0,0-1 1,0 1-1,0 0 0,-1 0-103,-3 6 139,1 0-1,-1 0 1,1 0-1,0 1 0,1-1 1,0 1-1,0 1 1,1-1-1,0 0 1,0 1-1,1-1 1,0 1-1,1 0 1,0 0-1,0 9-138,-1-11 62,-32 420 222,27-277-269,-28 500-15,32-593-439,-3-29-1755</inkml:trace>
  <inkml:trace contextRef="#ctx0" brushRef="#br0" timeOffset="45910.671">18844 9014 28990,'0'0'452,"19"-9"-253,140-54 149,-103 56-29,0 2 0,0 3 1,0 2-1,8 3-319,-1-1 161,72 2 152,343 7 714,89-26-1027,1498-23 0,-1176 79 0,-671-11 0,-211-17 0,-31-6 0,23-6 0,-34 6-321,-4 1-1286</inkml:trace>
  <inkml:trace contextRef="#ctx0" brushRef="#br1" timeOffset="38577.409">19767 7306 28310,'0'0'2182,"-17"-18"-1445,-111-128-371,106 115-343,14 16-10,0 1-1,-1 0 0,-1 0 0,0 1 1,-1 0-1,0 1 0,-1 1 1,0 0-1,-1 0 0,-1 1 0,1 1 1,-1 0-1,-1 1 0,0 0 1,0 1-1,-6-1-12,12 9 1,-1 0 0,1 0 0,-1 1 0,1 0 0,0 0 0,0 1 0,0 1-1,0-1 1,0 1 0,1 1 0,-1 0 0,1 0 0,1 1 0,-1-1 0,1 2 0,0-1 0,0 1 0,1 0 0,-1 1 0,2-1 0,-1 1 0,1 0 0,0 1 0,1-1 0,-2 5-1,-19 27 5,1 1 0,3 1 0,1 2 0,2 0 0,2 0 0,1 2-1,3 0 1,2 0 0,2 1 0,2 0 0,2 1 0,2-1 0,2 1 0,6 42-5,-5-81 16,1 1 0,0 0 0,0-1 1,1 1-1,0-1 0,0 0 0,1 0 0,0 0 0,1 0 0,0-1 0,0 0 0,1 0 0,0 0 1,1-1-1,-1 0 0,1 0 0,1 0 0,-1-1 0,1 0 0,0-1 0,1 1 0,-1-2 1,1 1-1,0-1 0,0-1 0,0 1 0,3-1-16,9 2 7,0-2 1,0 0-1,0-2 0,0 0 1,0-1-1,0-1 0,0-1 1,0-1-1,0-1 0,0-1 1,-1-1-1,0 0 1,0-2-1,0 0 0,7-5-7,33-20-5,-1-2 0,-1-2 1,-2-3-1,-1-4 5,191-169-821,-171 140-562</inkml:trace>
  <inkml:trace contextRef="#ctx0" brushRef="#br1" timeOffset="38874.616">21851 6890 30238,'0'0'777,"0"0"-329,-41 167-240,25-78 48,7 6-72,3 3-88,6-1-96,0-2-120,24 17-192,5-25-448,-3-20-1897</inkml:trace>
  <inkml:trace contextRef="#ctx0" brushRef="#br1" timeOffset="39141.715">24326 6513 32239,'-7'254'528,"-10"-54"-528,-7 20 0,6-18-368,3-37 32,8-48-104,7-26-1361</inkml:trace>
  <inkml:trace contextRef="#ctx0" brushRef="#br0" timeOffset="44631.554">18647 6087 26886,'0'0'2818,"0"0"-1810,0 0-559,0 0-117,0 0-72,-12 9-68,7-5-177,0 0-1,1 0 1,0 0-1,-1 0 0,1 1 1,1 0-1,-1 0 1,1 0-1,0 0 0,0 0 1,0 1-1,1-1 1,0 1-1,0 0 0,0-1 1,1 1-1,0 0 1,0 0-1,0 0 0,1 0 1,0 0-1,0 0 1,0 0-1,1 2-14,29 491 457,-42 896-439,9-1276-17,1-83-1,1-18 0,0-1 0,0 1 0,2 0 0,0-1 0,1 1 0,1 0 0,1-1 0,5 17 0,-8-32-2,-1-1 0,1 1-1,-1-1 1,1 1 0,-1-1 0,1 1-1,0-1 1,0 1 0,0-1 0,0 0 0,0 1-1,0-1 1,0 0 0,0 0 0,0 0 0,1 0-1,-1 0 1,0 0 0,1 0 0,-1 0-1,1-1 1,-1 1 0,1 0 0,-1-1 0,1 1-1,0-1 1,-1 0 0,1 1 0,0-1 0,-1 0-1,1 0 1,-1 0 0,1 0 0,0-1-1,-1 1 1,1 0 0,0-1 0,-1 1 0,1-1-1,-1 1 1,1-1 0,-1 0 0,1 1-1,-1-1 1,0 0 0,1 0 0,-1 0 0,0 0-1,0-1 1,1 1 0,-1 0 0,0 0 0,0-1-1,0 1 1,-1 0 0,1-1 0,0 1-1,-1-1 1,1 1 0,0-1 0,-1 0 0,0 1-1,1-1 1,-1 1 0,0-2 2,16-32-144,-2 0 0,-1 0 1,-2-2-1,-1 1 0,0-12 144,5-29-797,-4-1 0,-3 0 1,-4-1-1,-4-46 797,-4 28-2719</inkml:trace>
  <inkml:trace contextRef="#ctx0" brushRef="#br0" timeOffset="45106.873">18642 6227 27886,'0'0'784,"23"-16"-244,155-100 302,-58 68-531,2 6 1,2 5-1,1 5 0,1 6 1,2 6-1,71-1-311,53-13 86,96-23 65,-48 6 223,282-10-374,134 54 236,171 41-236,849 93 0,-1573-114 0,1152 116 0,-1251-110 0,-72-8-55,-118 30-1488,45-21-548</inkml:trace>
  <inkml:trace contextRef="#ctx0" brushRef="#br0" timeOffset="45407.135">25119 6152 30182,'-4'18'970,"-100"554"573,13 669-1471,82-677-72,9-561-59,0-1 0,0 0 0,0 1 0,0-1 0,0 0 0,-1 0 0,1 1 0,-1-1 0,1 0-1,-1 0 1,0 0 0,0 1 0,0-1 0,0 0 0,0 0 0,0-1 0,-1 1 0,1 0 0,-1 0 0,1-1 0,-1 1 0,0 0 0,0-1 0,0 0 0,1 1 0,-1-1 0,0 0-1,-1 0 1,1 0 0,0 0 0,0-1 0,0 1 0,0 0 0,-1-1 0,1 0 0,0 1 0,-1-1 0,1 0 0,0 0 0,0 0 0,-1-1 0,1 1 0,0-1 0,-1 1 0,1-1-1,0 1 1,-2-2 59,-6 2-823,-34-2-6580</inkml:trace>
  <inkml:trace contextRef="#ctx0" brushRef="#br0" timeOffset="48294.503">23092 4724 26806,'0'0'3400,"0"0"-2357,0 0-680,0 0-39,0 0 79,19-5-76,-1 0-284,-7 0-37,1 2-1,1 0 1,-1 0 0,0 1 0,1 1 0,-1 0 0,1 0-1,-1 2 1,1-1 0,3 2-6,-4 1 0,0 0 0,0 1 0,-1 0 0,1 1 0,-1 0 0,0 1 0,0 1 0,-1-1 0,1 2 0,-1-1 0,-1 1 0,0 1 0,0 0 0,-1 0 0,0 1 0,0-1 0,-1 2 0,0-1 0,-1 1 0,-1 0 0,1 1 0,-2-1 0,1 1 0,1 11 0,-1-5 0,-1 1 0,-1 0 0,0 0 0,-2 0 0,0 0 0,-1 0 0,-1 0 0,-1 0 0,0 0 0,-2 0 0,0-1 0,-1 1 0,-1-1 0,-1 0 0,0 0 0,-2 0 0,-7 11 0,-1-1 0,-1 0 0,-1-2 0,-2 0 0,0-1 0,-2-1 0,-1-1 0,-1-2 0,0 0 0,-2-1 0,-28 15 0,46-30 0,-2 0 0,1-1 0,-1 0 0,1-1 0,-1 0 0,0 0 0,0-1 0,0-1 0,0 0 0,-11 0 0,20-2 0,0 1 0,0-1 0,0 0 0,0 0 0,0 0 0,1 0 0,-1 0 0,0-1 0,1 1 0,-1 0 0,1-1 0,-1 1 0,1-1 0,0 0 0,0 1 0,-1-1 0,1 0 0,0 0 0,0 0 0,1 0 0,-1 0 0,0 0 0,1 0 0,-1 0 0,1 0 0,0 0 0,0 0 0,-1 0 0,1 0 0,1 0 0,-1 0 0,0 0 0,0 0 0,1 0 0,-1 0 0,1 0 0,0 0 0,-1 0 0,1 0 0,0 0 0,0 0 0,0 0 0,1 1 0,-1-1 0,0 0 0,1 1 0,-1-1 0,1 1 0,-1 0 0,1-1 0,0 1 0,-1 0 0,1 0 0,0 0 0,0 0 0,0 0 0,0 1 0,0-1 0,1 0 0,25-13 0,0 0 0,1 2 0,0 1 0,1 1 0,0 2 0,0 1 0,1 1 0,0 2 0,0 1 0,0 2 0,19 1 0,-39-1 0,0 0 0,-1 1 0,1 0 0,0 1 0,0 0 0,0 1 0,-1 0 0,1 1 0,-1 0 0,0 1 0,0 0 0,0 0 0,0 1 0,-1 0 0,1 1 0,-1 0 0,-1 0 0,1 1 0,-1 0 0,0 1 0,-1 0 0,0 0 0,0 1 0,-1-1 0,0 2 0,2 4 0,-3-3 0,0 0 0,-1 1 0,-1-1 0,0 1 0,0 0 0,-1 0 0,-1 0 0,0 0 0,-1 0 0,0 1 0,0-1 0,-2 0 0,1 0 0,-2 0 0,1 0 0,-2-1 0,0 1 0,0-1 0,-1 1 0,0-1 0,-1-1 0,0 1 0,-1-1 0,0 0 0,0-1 0,-8 8 0,-11 7 0,0-2 0,-1-1 0,-1 0 0,-1-2 0,0-2 0,-1 0 0,-19 5 0,14-5-77,1-2 0,-2-1 1,0-2-1,0-2 0,-1-1 0,0-2 1,-15 1 76,-30-2-1952</inkml:trace>
  <inkml:trace contextRef="#ctx0" brushRef="#br0" timeOffset="51722.042">30698 6489 30038,'0'0'1345,"0"0"-1057,0 0 0,0 0 264,0 0-296,0 0-256,140 59 0,-89-47 0,-1 2 0,-2 0 0,0 6-184,-10-5-856,-19 1-1601</inkml:trace>
  <inkml:trace contextRef="#ctx0" brushRef="#br0" timeOffset="51976.617">30656 7036 29038,'0'0'1985,"0"0"-1785,0 0 152,0 0 48,145-20-136,-84 12-192,29 2-72,-13 4-512,-14-2-1657</inkml:trace>
  <inkml:trace contextRef="#ctx0" brushRef="#br0" timeOffset="52238.851">31750 6292 31263,'0'0'800,"0"0"-584,-18 108 0,14-19 56,2 37-272,0 46 0,-3 13 0,-1 1 0,6-16 0,0-62 0,0-21-1296</inkml:trace>
  <inkml:trace contextRef="#ctx0" brushRef="#br0" timeOffset="52604.854">29595 8681 29862,'0'0'913,"0"0"-513,0 0-8,0 0-64,0 0-48,119 73-128,-91-50-88,3 5-64,0 2-168,12-3-232,-8-7-864,-4-12-3914</inkml:trace>
  <inkml:trace contextRef="#ctx0" brushRef="#br0" timeOffset="52854.845">30332 8549 30086,'0'0'865,"0"0"-313,-112 88-136,53-40-32,-5 5-200,-4 6-184,3 2 0,3 2-224,5 5-192,16-17-368,14-20-1713</inkml:trace>
  <inkml:trace contextRef="#ctx0" brushRef="#br0" timeOffset="53021.012">30108 9010 29926,'0'0'873,"0"101"-209,0-32-312,-11 10 120,2 0-224,5-4-152,4-8-96,0-12-232,18-22-264,28-33-288,-5 0-865,-3-27-9505</inkml:trace>
  <inkml:trace contextRef="#ctx0" brushRef="#br0" timeOffset="53203.95">30687 8916 29902,'0'0'785,"0"0"-593,0 0-72,127-4 176,-81 4-48,-2 2-248,11 9-192,-12-3-969,-12 0-2095</inkml:trace>
  <inkml:trace contextRef="#ctx0" brushRef="#br0" timeOffset="53486.241">30656 9223 29606,'0'0'937,"0"0"-713,0 0-144,0 0 56,116 16-136,-43-16-240,-8 0-2185</inkml:trace>
  <inkml:trace contextRef="#ctx0" brushRef="#br0" timeOffset="53806.871">30310 9446 29606,'0'0'1251,"0"0"-813,0 0-278,0 0 66,0 0 88,0 0-135,6 21-113,50 118-23,-47-123-31,-8-11-5,0 1-1,1-1 1,0 1 0,0-1 0,1 0 0,-1 0-1,1 0 1,0-1 0,0 1 0,1 0-1,-1-1 1,1 0 0,0 0 0,0 0 0,0-1-1,1 1 1,-1-1 0,1 0 0,0 0-1,0 0 1,0-1 0,0 0 0,1 0-1,-1 0 1,0-1 0,1 0 0,-1 0 0,1 0-1,0 0 1,-1-1 0,1 0 0,0 0-1,-1-1 1,1 0 0,-1 1 0,1-2 0,-1 1-1,2-1-6,137-116 175,51-59-2398,-145 126-2027</inkml:trace>
  <inkml:trace contextRef="#ctx0" brushRef="#br0" timeOffset="50550.256">28565 6122 4145,'0'0'21990,"0"0"-18374,0 0-2346,0 0-962,0 0-44,0 0 118,23 20 29,75 63-142,-47-40-202,-23-22-66,-1 0 0,-1 2 1,-1 1-1,-2 1 0,0 1 1,-1 1-1,-2 1 0,-1 1 1,6 13-2,-24-40-123,0 1 0,1 0 1,-1-1-1,1 1 0,-1-1 1,1 0-1,0 1 1,0-1-1,0 0 0,0 0 1,0 0-1,1 0 0,-1 0 1,0-1-1,1 1 0,0-1 1,-1 0-1,1 0 1,0 1-1,-1-2 0,1 1 1,0 0-1,0-1 0,0 1 1,1-1 122,16 1-4839</inkml:trace>
  <inkml:trace contextRef="#ctx0" brushRef="#br0" timeOffset="50808.631">29703 6106 29598,'0'0'1001,"0"0"-337,0 0-128,-136 89-8,81-55-216,-2 5-216,-4 3-96,-1 3-8,3 4-176,2 1-296,2 3-200,14-12-1089,14-15-4472</inkml:trace>
  <inkml:trace contextRef="#ctx0" brushRef="#br0" timeOffset="50988.457">29273 6523 29166,'0'0'983,"0"21"-207,-11 304 838,-17 462-1386,28-560-228,-1-227-28,1 1 0,-1-1 0,1 1 0,0-1-1,-1 1 1,1 0 0,0-1 0,-1 1 0,1 0 0,0-1 0,0 1 0,0 0 0,0-1-1,0 1 1,0 0 0,0-1 0,0 1 0,0 0 0,0 0 0,0-1 0,0 1 0,0 0-1,0-1 1,1 1 0,-1 0 0,0-1 0,1 1 0,-1-1 0,0 1 0,1 0 0,-1-1-1,1 1 1,-1-1 0,1 1 0,-1-1 0,1 1 0,-1-1 0,1 0 0,-1 1 0,1-1-1,0 0 1,-1 1 0,1-1 0,-1 0 0,1 1 0,0-1 0,0 0 0,-1 0-1,1 0 1,0 0 28,7-21-1699</inkml:trace>
  <inkml:trace contextRef="#ctx0" brushRef="#br0" timeOffset="51422.247">29744 6949 26734,'0'0'3662,"0"0"-2574,20-2-652,66-6-12,-81 8-416,1 1 0,0-1 0,0 1 0,0 0-1,0 0 1,0 1 0,-1 0 0,1 0 0,-1 0 0,1 1-1,-1-1 1,0 1 0,0 1 0,0-1 0,0 1-1,-1-1 1,0 1 0,1 1 0,-1-1 0,-1 1 0,1-1-1,-1 1 1,1 0 0,-2 0 0,1 1 0,0-1 0,-1 1-1,0-1 1,0 1 0,-1 0 0,0-1 0,0 1 0,0 0-1,0 0 1,-1 0 0,0 0 0,0 0 0,-1 0 0,0 0-1,0-1 1,0 1 0,-1 0 0,1 0 0,-2-1 0,1 1-1,0-1 1,-1 0 0,0 0 0,0 0 0,-1 0-1,1 0 1,-1 0 0,0-1 0,-4 3-8,-16 18-31,-2-2-1,0-1 1,-1-1 0,-1-2 0,-1 0-1,-1-2 1,-3 0 31,-32 21-29,71-33-22,173-36 22,-14 27 44,-161 4-11,0 0 1,1 1-1,-1-1 1,0 1-1,0 0 1,0 0-1,0 0 1,0 1-1,0 0 1,0-1-1,0 1 1,0 1-1,-1-1 1,1 0-1,-1 1 1,1 0-1,-1 0 1,0 0-1,0 0 1,0 0-1,-1 0 1,1 1-1,-1 0 1,0-1-1,0 1 1,0 0-1,-1 0 1,1 0-1,-1 0 1,0 0-1,0 0 1,0 1-1,0-1 1,-1 0-1,0 0 1,0 1-1,0-1 1,0 0-1,-1 1 1,0-1-1,0 0 1,0 0-1,-1 2-4,-4 7 6,-1-1-1,0 0 1,-1 0-1,0 0 1,-1-1-1,0 0 1,-1-1-1,0 0 1,-1-1-1,0 0 1,0 0-1,-1-1 1,0-1-1,-12 6-5,-122 49-270,145-62 222,0 1 1,0-1 0,0 0-1,-1 1 1,1-1 0,0 0 0,0 0-1,-1 0 1,1 0 0,0 0-1,0-1 1,0 1 0,-1 0-1,1 0 1,0-1 0,0 1 0,0-1-1,0 1 1,-1-1 0,1 0-1,0 1 1,0-1 0,0 0 0,1 0-1,-1 1 1,0-1 0,0 0-1,0 0 1,0 0 0,1 0-1,-1 0 1,1 0 0,-1 0 0,0-1-1,1 1 1,0 0 0,-1 0-1,1 0 1,0 0 0,0-1-1,-1 0 49,-1-28-3102</inkml:trace>
  <inkml:trace contextRef="#ctx0" brushRef="#br0" timeOffset="54554.305">31991 8965 29382,'0'0'1258,"0"0"-487,-7-21-182,-26-68-113,32 85-467,1 0 0,-2 1 0,1-1-1,0 1 1,-1-1 0,0 1 0,1-1 0,-1 1-1,-1 0 1,1 0 0,0 0 0,-1 0-1,1 1 1,-1-1 0,0 1 0,0-1 0,0 1-1,0 0 1,-1 0 0,1 0 0,0 1 0,-1-1-1,1 1 1,-1 0 0,0 0 0,1 0-1,-1 0 1,0 1 0,1-1 0,-1 1 0,0 0-1,0 0 1,0 0 0,1 1 0,-1-1 0,0 1-9,-5 3-3,0-1 1,0 2 0,0-1 0,1 1 0,-1 1 0,1-1 0,0 1 0,1 1-1,0-1 1,0 1 0,0 1 0,0 1 2,-16 22 0,1 1 0,2 1 0,2 2 0,0-1 0,3 2 0,1 0 0,1 1 0,2 0 0,2 1 0,1 0 0,3 0 0,0 1 0,3 0 0,1 0 0,2 1 0,-1-35 0,0-1 0,0 0 0,0 0 0,1 1 0,-1-1 0,1 0 0,0 0 0,1 0 0,-1 0 0,1 0 0,-1 0 0,1 0 0,0 0 0,1-1 0,-1 1 0,1-1 0,-1 1 0,1-1 0,0 0 0,0 0 0,1 0 0,-1-1 0,1 1 0,-1-1 0,1 0 0,0 0 0,0 0 0,0 0 0,0-1 0,0 1 0,0-1 0,0 0 0,0 0 0,0-1 0,5 1 0,3 1 0,1-1 0,1 1 0,-1-2 0,0 0 0,0-1 0,0 0 0,0-1 0,0 0 0,0-1 0,-1-1 0,1 0 0,-1-1 0,0 0 0,0 0 0,-1-2 0,1 1 0,-1-1 0,-1-1 0,1 0 0,-1-1 0,-1 0 0,0 0 0,7-9 0,11-12 0,-2 0 0,-2-1 0,-1-1 0,-1-2 0,-1 0 0,-2-1 0,-2 0 0,-1-2 0,-2 0 0,-1-4 0,-4-84 0,-8 119-14,-1 1-1,0-1 0,0 1 1,0-1-1,0 1 1,-1 0-1,0-1 1,0 1-1,0 0 1,-1 0-1,0 1 1,0-1-1,0 0 1,0 1-1,-1 0 1,1 0-1,-1 0 1,0 0-1,-1 1 1,1-1-1,-1 1 1,1 0-1,-1 0 1,0 1-1,0-1 1,0 1-1,0 1 1,-1-1-1,1 0 1,0 1-1,-1 0 1,-3 0 14,-54-6-1840</inkml:trace>
  <inkml:trace contextRef="#ctx0" brushRef="#br0" timeOffset="138818.454">20611 15074 30238,'0'0'841,"0"0"-537,-95 154-136,47-55-8,0 21 152,6-8-72,12-11-152,10-14-88,11-20-16,7 6-208,6 2-168,23-26-704,3-25-1433</inkml:trace>
  <inkml:trace contextRef="#ctx0" brushRef="#br0" timeOffset="139083.764">21465 15277 30623,'0'0'864,"0"0"-408,-96 156-176,59-85-72,6 6-96,11 6-112,14 28-432,6-19-1128,0-23-17389</inkml:trace>
  <inkml:trace contextRef="#ctx0" brushRef="#br0" timeOffset="139366.297">22360 15445 29526,'0'0'2075,"-14"-19"-1317,-93-122-357,103 135-400,0 0-1,0 1 0,0-1 0,-1 1 0,0 0 0,0 0 1,0 1-1,0 0 0,-1 0 0,0 0 0,1 0 0,-2 1 1,1 0-1,0 0 0,0 1 0,-1 0 0,0 0 1,1 0-1,-1 1 0,0 0 0,0 0 0,0 1 0,0 0 1,1 0-1,-1 1 0,0-1 0,0 1 0,0 1 1,1 0-1,-1 0 0,1 0 0,-1 0 0,1 1 0,0 0 1,0 1-1,0-1 0,-4 5 0,-10 17 0,2 1 0,0 1 0,2 0 0,1 1 0,2 1 0,0 1 0,2 0 0,2 0 0,0 1 0,2 0 0,2 0 0,0 1 0,2 0 0,2 16 0,-2-30 0,1 1 0,2 0 0,0 1 0,0-1 0,2 0 0,0-1 0,2 1 0,2 8 0,-1-19 0,1-1-1,0 0 1,0 0 0,1-1-1,0 0 1,0 0-1,0-1 1,1 0 0,0 0-1,0-1 1,0 0 0,0 0-1,1 0 1,-1-2 0,1 1-1,0-1 1,0 0 0,0 0-1,0-1 1,0-1-1,0 0 1,1 0 0,-1 0-1,0-1 1,0-1 0,4 0 0,11-4-65,-1 0 1,1-2-1,-2 0 0,1-2 1,-1 0-1,-1-1 1,1-2-1,-2 0 1,0-1-1,-1-1 0,0-1 1,-1 0-1,-1-2 1,-1 0-1,0 0 1,-2-2-1,0 0 65,66-83-1323,-13 6-856</inkml:trace>
  <inkml:trace contextRef="#ctx0" brushRef="#br0" timeOffset="139699.758">21428 14388 26638,'-86'12'288,"0"4"0,1 4 1,1 3-1,1 5 0,1 2 1,2 4-1,1 4 1,2 3-1,-24 20-288,-10 9 264,2 5 0,4 4-1,3 5 1,4 4 0,4 5 0,5 3 0,3 5 0,5 2-1,5 5 1,4 3 0,5 2 0,-28 73-264,69-123 46,3 1 0,3 0 0,3 2 0,2 0 0,4 1 0,2 1 0,4-1 0,2 17-46,2-61 0,1 0 0,1 0 0,1 0 0,1 0 0,1-1 0,1 1 0,1-1 0,1 0 0,1 0 0,1-1 0,0 0 0,2-1 0,1 0 0,0 0 0,1-2 0,1 1 0,1-2 0,1 0 0,6 6 0,6-2 0,0 0 0,2-2 0,0-2 0,0 0 0,2-2 0,0-2 0,1-1 0,0-1 0,0-1 0,26 2 0,46 5 0,1-4 0,96-2 0,-53-6 0,-1-6 0,0-7 0,0-6 0,-1-6 0,-1-7 0,-2-7 0,-1-5 0,-2-7 0,-2-6 0,-2-6 0,-3-6 0,-3-5 0,-3-7 0,11-15 0,-99 64 0,-1-2 0,-1-2 0,-1-1 0,-2-2 0,-2-2 0,-1-1 0,-1-1 0,-3-1 0,-1-2 0,-2-1 0,-2-1 0,-1-1 0,-3-1 0,-2 0 0,11-45 0,-22 65 0,-2-1 0,-1 0 0,-1 0 0,-1 0 0,-1 0 0,-1-1 0,-2 1 0,0 1 0,-2-1 0,-1 0 0,-1 1 0,-1 0 0,-1 1 0,-1 0 0,-1 0 0,-5-5 0,-10-10 5,-1 3 0,-2 0 0,-1 1 0,-2 2 0,-2 2 0,0 0 0,-2 3 0,-1 1 0,-2 1 0,0 3 0,-1 1 0,-5 0-5,-39-15-277,-1 3 0,-2 4 0,-1 5 0,-1 2-1,-52-3 278,-28 3-1979</inkml:trace>
  <inkml:trace contextRef="#ctx0" brushRef="#br1" timeOffset="183613.484">1749 8738 21221,'0'0'6597,"0"0"-4658,0 0-1327,-12-18-173,-57-105 433,69 120-852,0 1 0,0 0-1,0-1 1,0 1 0,0 0 0,0 0 0,-1-1-1,1 1 1,-1 0 0,0 0 0,1 0-1,-1-1 1,0 1 0,0 0 0,0 0 0,-1 0-1,1 1 1,0-1 0,-1 0 0,1 0 0,-1 1-1,0-1 1,0 1 0,1-1 0,-1 1-1,0 0 1,0 0 0,0 0 0,0 0 0,0 0-1,-1 0 1,1 0 0,0 1 0,0-1-1,0 1 1,-1 0 0,1-1 0,0 1 0,-1 0-1,1 0 1,0 1 0,0-1 0,-1 0 0,1 1-1,0-1 1,0 1 0,-1 0 0,1 0-1,0 0 1,0 0 0,0 0 0,0 0 0,0 1-1,0 0-19,-70 157 19,49-84-19,3 0 0,4 1 0,3 1 0,3 1 0,4-1 0,3 54 0,2-120 0,0 0 0,1 0 0,0 0 0,1-1 0,1 1 0,0 0 0,0 0 0,1-1 0,0 0 0,1 1 0,0-1 0,0 0 0,1-1 0,1 1 0,-1-1 0,2 0 0,-1-1 0,1 1 0,0-1 0,1-1 0,0 1 0,0-1 0,5 3 0,1-1 0,0 0 0,0-1 0,1 0 0,0-1 0,0-1 0,0 0 0,1-1 0,0-1 0,0-1 0,0 0 0,1-1 0,-1 0 0,0-2 0,1 0 0,-1 0 0,1-2 0,-1 0 0,0-1 0,0 0 0,0-2 0,0 0 0,-1 0 0,14-8 0,-10 1 0,0 0 0,-1-2 0,-1 0 0,0-1 0,0-1 0,-2-1 0,0 0 0,-1-1 0,-1 0 0,0-1 0,-2 0 0,0-1 0,-1-1 0,4-13 0,2-10 0,-2-1 0,-2-1 0,-2 1 0,-2-2 0,-2 1 0,-1-25 0,-5 66 0,3-9 0,-2-1 0,0 0 0,0 1 0,-2-1 0,0 0 0,0 1 0,-1-1 0,-1 1 0,-1-1 0,0 1 0,-1 0 0,0 1 0,-1-1 0,0 1 0,-1 0 0,-3-4 0,0 0 0,-1 0 0,-1 2 0,0-1 0,-1 1 0,-1 1 0,0 0 0,-1 2 0,0-1 0,-1 2 0,0 0 0,-1 0 0,0 2 0,-1 0 0,0 1 0,0 1 0,-1 1 0,0 0 0,0 2 0,-1 0 0,1 1 0,-15 0 0,31 3-26,-1 0 1,0 1-1,1 0 1,-1 0-1,0 0 1,1 0-1,-1 1 1,1-1-1,0 1 0,-1 0 1,1 0-1,0 0 1,0 0-1,0 1 1,0-1-1,1 1 1,-1-1-1,1 1 0,-1 0 1,1 0-1,0 1 1,0-1-1,0 0 1,1 1-1,-1-1 1,1 1-1,0-1 0,0 1 1,0-1-1,0 1 1,1 0-1,0 0 1,-1-1-1,1 1 1,0 0-1,1 0 0,-1 1 26,0 24-1695</inkml:trace>
  <inkml:trace contextRef="#ctx0" brushRef="#br1" timeOffset="175541.51">3935 4522 5017,'0'0'20312,"0"0"-15629,0 0-4174,0 0-225,0 0 23,-12 0 342,-25 42-264,-369 372 164,389-396-538,-75 76 9,5 3 1,3 4-1,-60 100-20,87-79 0,56-117 0,0-1 0,0 1 0,0 0 0,0-1 0,1 1 0,0 0 0,0-1 0,0 1 0,1 0 0,0-1 0,0 1 0,0-1 0,0 1 0,1-1 0,-1 0 0,1 1 0,0-1 0,0 0 0,1 0 0,-1 0 0,1 0 0,0-1 0,0 1 0,0-1 0,1 0 0,2 2 0,13 7 0,0-1 0,1-1 0,0-1 0,1 0 0,0-2 0,0-1 0,1 0 0,0-1 0,-1-2 0,9 1 0,87 20 0,-108-22-2,1 0 1,-1 1-1,1 0 0,-1 1 0,0 0 1,0 0-1,-1 1 0,1 0 1,-1 0-1,0 1 0,-1 0 1,1 1-1,-1 0 0,0 0 0,-1 0 1,0 1-1,0 0 0,0 0 1,-1 0-1,0 1 0,-1 0 1,0 0-1,-1 0 0,1 0 0,-2 1 1,1-1-1,-1 1 0,-1 0 1,1 5 1,-1 72-95,-3 1 0,-4 0 1,-9 33 94,-10 169-80,24-182 78,4 0 1,16 98 1,40 227 280,-5 227-280,-43-117 136,-25 12-136,11-293-372,9-221-362,0-17-489</inkml:trace>
  <inkml:trace contextRef="#ctx0" brushRef="#br0" timeOffset="6074.937">7510 4540 14539,'-6'518'10205,"7"259"-6350,-4 453-2978,-53 123 95,31 2115 127,25-2635-827,-42 75-272,-175 797 44,129-1110-247,87-586-250,3-15-750,5-27-939</inkml:trace>
  <inkml:trace contextRef="#ctx0" brushRef="#br0" timeOffset="6780.375">8555 4412 22765,'0'0'2989,"0"0"-1081,12-19-1055,-2 1-702,-3 6-68,0 0 0,1 0 0,0 1 0,0 0 0,1 0 1,1 1-1,0 0 0,0 1 0,6-4-83,23-7 128,1 1-1,0 1 1,1 3 0,1 1-1,1 3 1,0 1-1,0 2 1,0 1 0,1 3-1,0 2 1,0 1-1,0 3 1,34 5-128,20-5 50,1098 7 16,-758-2-154,0 18-1,215 49 89,-111 15-244,43 8-2589,156-11 2833,-494-77-1991,-168-9 604</inkml:trace>
  <inkml:trace contextRef="#ctx0" brushRef="#br0" timeOffset="7500.575">14738 4440 18132,'0'0'7911,"0"0"-5501,0 0-1938,-8 23-189,-28 78 114,22 34 515,41 773 155,-16-54-360,-12-538-643,-5 434 34,16 881 213,-6 736-308,-25-1736-3,-48 914 0,-29-347-81,95-1169-51,2-21-15,-1 0 1,1 0-1,0 0 0,1 0 0,0 0 0,0 0 0,1 0 1,0 0-1,0-1 0,1 1 0,0 0 0,0 0 0,1-1 1,2 5 146,8 0-1805</inkml:trace>
  <inkml:trace contextRef="#ctx0" brushRef="#br0" timeOffset="8284.785">7799 16025 11338,'0'0'9193,"0"0"-3872,0 0-3572,0 0-752,0 0-366,0 0-62,-3-16 23,1 6-489,0 7-76,1-1-1,0 1 0,0-1 1,1 1-1,-1-1 1,1 0-1,-1 1 1,1-1-1,0 0 1,1 1-1,-1-1 0,1 1 1,-1-1-1,1 1 1,0-1-1,0 1 1,1-1-1,-1 1 1,1 0-1,-1-1 0,1 1 1,0 0-1,0 0 1,1 0-1,-1 1 1,0-1-1,1 1 1,0-1-1,0 1-26,24-15 67,2 1 0,0 2 1,0 1-1,1 1 0,1 1 0,0 2 0,1 1 1,-1 2-1,1 1 0,3 1-67,327-3 21,-317 8-7,204 14 5,-1 11 0,-1 11 0,231 67-19,-237-49 72,3-10-1,179 8-71,1232 16 28,-617 31-45,-716-88-1085,-259-18-469,-23-8-1224</inkml:trace>
  <inkml:trace contextRef="#ctx0" brushRef="#br0" timeOffset="8836.521">14568 14528 5921,'0'0'18586,"0"0"-13925,0 0-3897,0 0-31,0 0-123,-6 24-200,-26 187 159,4 99-313,-14-1 1,-53 188-257,76-360-168,21-133-680,7-3-801</inkml:trace>
  <inkml:trace contextRef="#ctx0" brushRef="#br0" timeOffset="10197.239">7128 11855 27982,'0'0'2103,"0"0"-1501,29 1-313,346-18 618,-224-3-751,1 7 0,128 5-156,-264 9-20,-1 0 1,0 1-1,0 1 1,0 0-1,0 1 0,-1 0 1,1 1-1,-1 1 1,0 0-1,-1 1 0,1 1 1,-1 0-1,5 5 20,-6 8-2102,-11-17-1122</inkml:trace>
  <inkml:trace contextRef="#ctx0" brushRef="#br0" timeOffset="10499.994">7244 12731 26718,'0'0'3375,"19"0"-2465,254-17-21,-28-5-375,187 8-514,-339 19-115,-1 5 0,0 3 1,29 11 114,42 13-3791,-119-26-5884</inkml:trace>
  <inkml:trace contextRef="#ctx0" brushRef="#br0" timeOffset="10780.508">7056 14238 29494,'0'0'1601,"0"0"-1353,0 0 0,0 0 288,0 0-40,155-36-352,-27-1-144,36-9 0,14 1 0,-10 8 0,-36 11 0,-40 12 0,-26 10 0,15 4 0,-13 6-912,-11 2-2129</inkml:trace>
  <inkml:trace contextRef="#ctx0" brushRef="#br0" timeOffset="12030.972">9094 11184 29070,'0'0'1541,"0"0"-993,0 0-302,0 0 25,0 0 35,23 7-105,-5-2-169,-6-2-16,0 0-1,0 0 1,0 2 0,-1-1-1,0 1 1,0 1 0,0 0-1,-1 1 1,0 0 0,0 0-1,-1 1 1,3 3-16,19 30-15,-3 1 0,-1 2 0,-2 1 1,-2 0-1,-2 2 0,-2 1 0,-2 0 0,-2 1 1,-2 1-1,-3 0 0,-2 1 0,-2 0 0,-1 32 15,-5-80-15,1-3-52,-1-1 0,0 1 1,1 0-1,-1-1 0,0 1 0,1 0 1,-1 0-1,0-1 0,1 1 0,-1 0 1,1 0-1,-1-1 0,0 1 0,1 0 1,-1 0-1,1 0 0,-1 0 0,1 0 1,-1-1-1,0 1 0,1 0 0,-1 0 1,1 0-1,-1 0 0,1 0 0,-1 1 1,1-1-1,-1 0 0,1 0 1,-1 0-1,0 0 0,1 0 0,-1 1 1,1-1-1,-1 0 0,0 0 0,1 1 1,-1-1-1,1 0 0,-1 0 0,0 1 67,5-30-3901</inkml:trace>
  <inkml:trace contextRef="#ctx0" brushRef="#br0" timeOffset="12266.564">9653 11149 26806,'0'0'3721,"0"0"-3289,0 0-144,-149 140 56,92-77-96,-4 10-160,-1 8-88,8 5-160,-19 27-296,21-22-1137,6-20-11353</inkml:trace>
  <inkml:trace contextRef="#ctx0" brushRef="#br0" timeOffset="13432.276">9969 11508 25709,'0'0'3743,"0"0"-2532,0 0-834,0 0-4,0 0 33,0 0-158,18-7-157,57-17-67,-74 24-24,0-1 0,1 1 1,-1 0-1,0 0 0,1 0 1,-1 0-1,0 0 0,0 0 1,1 0-1,-1 0 0,0 0 1,0 0-1,1 1 0,-1-1 1,0 1-1,0-1 0,0 1 1,1-1-1,-1 1 0,0 0 1,0-1-1,0 1 0,0 0 1,0 0-1,0 0 0,-1 0 1,1 0-1,0 0 0,0 0 1,-1 0-1,1 0 0,0 0 1,-1 0-1,1 0 1,-1 1-1,1-1 0,-1 0 1,0 0-1,0 1 0,1-1 1,-1 0-1,0 0 0,0 1 1,0-1-1,0 0 0,-1 0 1,1 1-1,0-1 0,-1 0 1,1 0-1,0 1 0,-1-1 1,1 0-1,-1 0 0,0 0 0,1 6 4,-5 10-11,0 1-1,-1-1 1,-1 0-1,0 0 1,-2-1-1,1 0 1,-2-1 0,0 0-1,-1 0 1,-1-1-1,0 0 1,-1-1-1,-4 3 8,12-10-15,-84 89-184,90-96 193,-1 1-1,1 0 0,-1 0 1,1-1-1,0 1 0,-1 0 0,1 0 1,-1 0-1,1 0 0,-1 0 1,1 0-1,0 0 0,-1 0 0,1 0 1,-1 0-1,1 0 0,-1 0 1,1 1-1,0-1 0,-1 0 0,1 0 1,-1 1-1,1-1 0,-1 0 1,1 1-1,-1-1 0,1 0 0,-1 1 1,0-1-1,1 1 0,-1-1 0,0 0 1,1 1-1,-1-1 0,0 1 1,1-1-1,-1 1 0,0 0 0,0-1 1,1 1-1,-1-1 0,0 1 1,0-1-1,0 1 0,0-1 0,0 1 1,0 0-1,0-1 0,0 1 1,0-1-1,0 1 0,0 0 0,0-1 1,-1 1-1,1-1 0,0 1 1,0-1-1,-1 1 0,1-1 0,0 1 1,-1-1-1,1 1 0,0-1 0,-1 1 1,1-1-1,-1 0 0,1 1 1,0-1-1,-1 1 7,52-8-245,29-13-195,87-8 144,-166 28 311,0 1 0,0 0-1,0 0 1,0 0 0,0 0-1,0 0 1,0 0 0,0 0 0,0 1-1,0-1 1,-1 0 0,1 0-1,-1 1 1,1-1 0,-1 0-1,1 1 1,-1-1 0,0 0 0,1 1-1,-1-1 1,0 1 0,0-1-1,0 1 1,0-1 0,0 0 0,-1 1-1,1-1 1,0 1 0,-1-1-1,1 0 1,-1 1 0,1-1-1,-1 0 1,1 0 0,-1 1 0,0-1-1,0 0-14,-113 122 95,65-76-794,4-4-1148</inkml:trace>
  <inkml:trace contextRef="#ctx0" brushRef="#br0" timeOffset="13750.649">9002 12553 25517,'0'0'4243,"0"0"-3043,0 0-911,0 0-23,0 0 120,20 2-55,-5 0-278,0-1-16,0 1 0,0 0-1,0 1 1,-1 0 0,1 2 0,-1-1-1,0 2 1,11 6-37,4 8-24,-1 2-1,-2 0 1,0 2 0,-2 1-1,0 1 1,-2 1 0,-1 1-1,-1 1 1,-2 1 0,0 1 0,-2 0-1,-2 1 1,2 9 24,4-9-2241,-19-30-407</inkml:trace>
  <inkml:trace contextRef="#ctx0" brushRef="#br0" timeOffset="13997.385">9537 12427 24525,'0'0'5713,"0"0"-5232,0 0-321,-99 116 0,62-64 80,0 7-160,-3 2-80,10 2-240,-10 14-328,12-16-849,6-16-3264</inkml:trace>
  <inkml:trace contextRef="#ctx0" brushRef="#br0" timeOffset="14265.247">9837 12780 25477,'0'0'3949,"0"0"-2928,0 0-809,0 0 142,19 9-4,57 30-193,-74-38-156,-1 0 0,1 1 0,0-1 0,0 1 0,-1-1 0,1 1 0,0 0 0,-1-1 0,0 1 0,1 0 0,-1 0 0,0 0 0,0 0 0,0 0 0,0 0 0,-1 1 0,1-1 0,0 0 0,-1 0 0,0 1 0,1-1 0,-1 0 1,0 0-1,0 1 0,0-1 0,-1 0 0,1 1 0,0-1 0,-1 0 0,0 0 0,1 0 0,-1 0 0,0 1 0,0-1 0,0 0 0,0 0 0,-1-1 0,1 1 0,0 0 0,-1 0 0,0-1 0,1 1 0,-2 0-1,3-1 0,-60 63-27,51-58 46,1 1 1,0 0-1,0 1 0,0 0 0,1 0 0,0 1 0,1 0 0,0 0 1,0 0-1,1 1 0,0-1 0,1 1 0,0 1 0,1-1 1,0 0-1,0 1 0,1 1-19,4-10 7,0 1 0,0-1 0,0 1 0,1-1 0,-1 0 1,1 0-1,-1 0 0,1 0 0,0 0 0,0 0 0,0-1 0,0 0 0,0 1 1,0-1-1,0 0 0,0-1 0,0 1 0,1 0 0,-1-1 0,0 0 0,0 0 1,1 0-1,-1 0 0,0 0 0,0-1 0,1 1 0,-1-1 0,0 0 1,0 0-1,0 0 0,0 0 0,1-1-7,18-5-35,-1-1 0,-1-1 0,1 0 0,-1-2 1,-1 0-1,0-1 0,15-14 35,-3 5-222,14-9-703,-10 5-1145</inkml:trace>
  <inkml:trace contextRef="#ctx0" brushRef="#br0" timeOffset="14630.46">8895 13871 25854,'0'0'4416,"0"0"-4047,0 0-233,0 0 304,0 0-72,114 41-136,-68-11-80,2 3 16,-2 7-40,-4 1-88,-5 5-40,-6-1-96,-5 8-216,-8-11-288,-8-15-1273</inkml:trace>
  <inkml:trace contextRef="#ctx0" brushRef="#br0" timeOffset="14899.627">9484 13609 2120,'0'0'28030,"0"0"-27429,-129 118-457,70-55-96,0 8 16,6 4-64,7 2-96,4 18-409,12-20-887,8-18-5353</inkml:trace>
  <inkml:trace contextRef="#ctx0" brushRef="#br0" timeOffset="15168.59">10021 13843 31087,'0'0'624,"-32"128"-456,29-5-144,3-21-24,0-9-1144</inkml:trace>
  <inkml:trace contextRef="#ctx0" brushRef="#br0" timeOffset="18122.642">14158 5730 29758,'0'0'1217,"0"0"-1057,138-10-80,-59-4 184,8 0 152,5 0-120,0 1-168,-6 1-128,-9 2-48,-12-6-288,-19 2-720,-21-1-4202</inkml:trace>
  <inkml:trace contextRef="#ctx0" brushRef="#br0" timeOffset="18446.521">12985 5136 29566,'0'0'985,"0"0"-585,0 0 120,0 0 24,37 122-168,-21-71-160,3 5-112,3-1-56,7-2-40,1-1-8,3-9-64,5-12-288,19-25-328,-9-6-1185,-4-13-4648</inkml:trace>
  <inkml:trace contextRef="#ctx0" brushRef="#br0" timeOffset="18679.453">13732 5164 30038,'0'0'841,"0"0"-401,-122 88-200,60-36-16,-1 11-120,-1 8-104,3 4-120,-7 10-264,17-18-1177,14-22-6344</inkml:trace>
  <inkml:trace contextRef="#ctx0" brushRef="#br0" timeOffset="18846.77">13344 5797 30535,'0'0'808,"0"0"-384,-54 124-88,36-71 8,9 3-232,5-5-104,4-4-8,0-7-248,7-11-200,17-27-200,-2-2-785,-5-12-1695</inkml:trace>
  <inkml:trace contextRef="#ctx0" brushRef="#br0" timeOffset="19093.765">13579 5844 28110,'0'0'2023,"0"0"-1423,0 0-393,22 0-15,71 0 5,-89-1-179,1 0-1,0 0 0,0 0 1,-1 1-1,1 0 0,0 0 1,0 0-1,0 0 0,0 1 0,-1 0 1,1 0-1,0 0 0,0 0 1,-1 1-1,1 0 0,-1 0 1,0 0-1,1 0 0,-1 1 1,0 0-1,0-1 0,-1 2 0,1-1 1,-1 0-1,1 1 0,-1-1 1,0 1-1,0 0 0,-1 0 1,1 0-1,-1 1 0,0-1 1,0 1-1,0-1 0,-1 1 1,1-1-1,-1 1 0,0 0 0,-1 0 1,1 0-1,-1-1 0,0 1 1,0 0-1,-1 0 0,1 0 1,-1-1-1,0 1 0,-1 2-17,-4 12 47,-1-1-1,-1 0 1,-1 0 0,-1-1-1,0 0 1,-1-1 0,0 0-1,-7 6-46,-17 26 2,-74 119-2535,81-128-2688</inkml:trace>
  <inkml:trace contextRef="#ctx0" brushRef="#br0" timeOffset="19563.012">13941 7649 29294,'0'0'856,"0"0"-143,0 0-65,164-6 0,-46-18-248,-1 3-192,-10-1-208,-13 6 0,-21 6 0,3 3 0,5 3 0,-17 4-264,-20 0-1112,-25 0-3001</inkml:trace>
  <inkml:trace contextRef="#ctx0" brushRef="#br0" timeOffset="19929.833">13042 7280 27566,'0'0'2929,"0"0"-2417,0 0-208,0 0 136,46 115-24,-24-72-168,2 2-128,2-1-80,1-5-40,1-5-64,3-9-296,15-23-200,-7-2-977,-4-9-2471</inkml:trace>
  <inkml:trace contextRef="#ctx0" brushRef="#br0" timeOffset="20180.501">13675 7387 29526,'0'0'776,"0"0"-359,-155 102-273,82-52-32,3 1-96,5 2-16,-12 2-432,20-11-937,13-19-2408</inkml:trace>
  <inkml:trace contextRef="#ctx0" brushRef="#br0" timeOffset="20346.724">13294 7765 26062,'0'0'4433,"0"0"-3905,-55 146-216,25-77-72,3 1-96,7-1-80,10-4-64,5-4-120,5-8-200,0-10-448,13-15-881,-2-18-1183</inkml:trace>
  <inkml:trace contextRef="#ctx0" brushRef="#br0" timeOffset="20585.395">13599 7933 22221,'0'0'5152,"0"0"-2920,0 0-1581,-21 26-240,-127 178 301,127-172-693,2 0 1,1 1-1,2 0 0,1 2 1,2 0-1,1 0 1,2 1-1,1 1 1,2 0-1,2 0 1,1 0-1,2 3-19,2-39-3,1 0 0,-1 0 0,0 0-1,1 1 1,-1-1 0,1 0 0,0 0 0,-1 0 0,1 0-1,0 0 1,-1 0 0,1 0 0,0 0 0,0 0 0,0-1-1,0 1 1,0 0 0,0 0 0,0-1 0,0 1 0,0-1-1,0 1 1,1-1 0,-1 1 0,0-1 0,0 0 0,0 0-1,1 1 1,-1-1 0,0 0 0,0 0 0,1 0 0,-1 0-1,0 0 1,0-1 0,1 1 0,-1 0 0,0-1 0,0 1-1,0 0 1,0-1 0,1 0 0,-1 1 0,0-1 0,0 0-1,0 1 1,0-1 0,0 0 0,0 0 0,-1 0 0,1 0-1,0 0 1,0 0 0,-1 0 0,1 0 0,0 0 3,3-5-10,-1-1 1,1 1-1,-1-1 1,0 0-1,-1 0 1,1 0-1,-1 0 1,-1 0-1,1 0 1,-1-1-1,-1 1 1,1 0-1,-1-1 0,-1 1 1,1 0-1,-1-1 1,0 1-1,-1 0 1,0 0-1,0 0 1,0 0-1,-3-5 10,-49-49-1752,41 43-547</inkml:trace>
  <inkml:trace contextRef="#ctx0" brushRef="#br0" timeOffset="20896.843">13838 10164 12395,'0'0'12714,"0"0"-10841,0 0-969,2-100 176,-2 70-208,0 8-255,-2 7-265,-7 5-176,-2 8-112,-9 2-64,3 0-801,-1 8-3327</inkml:trace>
  <inkml:trace contextRef="#ctx0" brushRef="#br0" timeOffset="21165.163">13708 10604 29614,'0'0'424,"0"0"-424,0 0-1800</inkml:trace>
  <inkml:trace contextRef="#ctx0" brushRef="#br0" timeOffset="21447.325">13583 11212 2913,'0'0'24901,"0"0"-24901</inkml:trace>
  <inkml:trace contextRef="#ctx0" brushRef="#br0" timeOffset="21448.325">13653 12001 25669,'0'0'5194,"0"0"-4834,0 0-256,-24 132-104,18-95-72,1-7-520,3-14-1665</inkml:trace>
  <inkml:trace contextRef="#ctx0" brushRef="#br0" timeOffset="21763.205">12428 12725 29766,'0'0'873,"0"0"-441,0 0-312,0 0 120,0 0 24,0 0-112,90 114-64,-57-70-48,-2 3-40,-3 2-16,12 6-216,-8-13-392,-5-16-1369</inkml:trace>
  <inkml:trace contextRef="#ctx0" brushRef="#br0" timeOffset="22029.75">13095 12816 24733,'0'0'5593,"0"0"-5064,0 0-97,-103 128-8,52-77-104,-1 6-216,-3 6-104,2 0-40,5 1-160,4-7-136,0-10-504,11-13-1249,5-20-14674</inkml:trace>
  <inkml:trace contextRef="#ctx0" brushRef="#br0" timeOffset="22295.734">12586 13368 840,'0'0'28902,"0"0"-28270,0 0-343,-31 140 31,18-89-8,0 2-184,2 5-128,4-3 0,3-4-128,4-1-280,0-17-433,4-13-1143</inkml:trace>
  <inkml:trace contextRef="#ctx0" brushRef="#br0" timeOffset="22546.418">13162 13482 3089,'0'0'26789,"0"0"-26204,0 0-393,-24 111 24,5-60 104,-5 6-176,2 2-96,2 1-48,2-7-128,-4-2-536,3-15-1249,1-11-20804</inkml:trace>
  <inkml:trace contextRef="#ctx0" brushRef="#br0" timeOffset="22831.388">12165 14473 26238,'0'0'4681,"0"0"-4281,0 0-352,0 0 8,0 0 136,0 0-8,0 0-120,103 116-64,-68-88-88,7 5-168,-11-5-600,-7-13-1945</inkml:trace>
  <inkml:trace contextRef="#ctx0" brushRef="#br0" timeOffset="23079.449">12823 14384 14795,'0'0'15419,"0"0"-14554,0 0-649,-108 138-136,60-81-32,0 8-16,0 2-32,2 4-48,0-6-168,-7 2-272,9-19-481,9-19-2591</inkml:trace>
  <inkml:trace contextRef="#ctx0" brushRef="#br0" timeOffset="23080.449">12435 15082 29638,'0'0'1449,"0"0"-1281,-44 142-112,31-79 8,4-2 0,9-3-64,0-11-208,15-15-456,5-15-1105,-5-17-14194</inkml:trace>
  <inkml:trace contextRef="#ctx0" brushRef="#br0" timeOffset="23611.5">13259 15060 30783,'0'0'502,"0"0"-331,-23-4-90,-156-25 162,176 29-247,-1-1 1,0 1-1,1 0 0,-1 1 1,0-1-1,1 0 0,-1 1 1,1 0-1,-1 0 0,1 0 1,-1 0-1,1 1 0,0-1 1,-1 1-1,1 0 0,0 0 1,0 0-1,0 0 0,1 0 1,-1 1-1,0-1 0,1 1 1,0 0-1,-1 0 0,1 0 1,0 0-1,1 0 0,-1 0 0,0 1 1,1-1-1,0 1 0,0-1 1,0 1 3,-18 95-6,19-96 12,-1 0 1,1 0-1,0 0 0,0-1 0,1 1 0,-1 0 1,1 0-1,-1 0 0,1 0 0,0-1 0,0 1 0,0 0 1,0 0-1,1-1 0,-1 1 0,1-1 0,-1 0 0,1 1 1,0-1-1,0 0 0,0 0 0,0 0 0,0 0 0,1 0 1,-1-1-1,1 1 0,-1-1 0,1 1 0,-1-1 0,1 0 1,0 0-1,0 0-6,11 0-3,1-1 0,-1-1-1,1 0 1,-1-1 0,0 0 0,0-1 0,0-1 0,0 0-1,-1-1 1,1 0 0,-1-1 0,0-1 0,-1 0 0,0 0-1,0-1 1,0-1 0,-1 0 0,0-1 0,9-11 3,49-39-819,-9-1-1075</inkml:trace>
  <inkml:trace contextRef="#ctx0" brushRef="#br0" timeOffset="23980.614">14083 14350 26062,'0'0'4529,"0"0"-4113,0 0-72,162 57 24,-41-57 88,34-19-224,16-17-232,-17-11-8,-49 13-592,-44 7-2017</inkml:trace>
  <inkml:trace contextRef="#ctx0" brushRef="#br1" timeOffset="122727.533">12025 5018 26558,'0'0'738,"0"0"-425,-3 25-183,-12 164 308,-2 911 1495,4 219-918,15-848-849,54 525-97,-12-408-32,-16 1048-2,-99-509-34,67-1057 3,-89 1185 48,93-1252-51,-164 1250-22,135-1089-6,-27 137-18,13 2 0,3 172 45,39-274-1554,1-157-166</inkml:trace>
  <inkml:trace contextRef="#ctx0" brushRef="#br1" timeOffset="123925.375">13053 4230 7746,'0'0'18468,"0"0"-17740,0 0-640,0 0 16,0 0-24,0 0 8,0 0-88,37 14-1288</inkml:trace>
  <inkml:trace contextRef="#ctx0" brushRef="#br0" timeOffset="135033.553">6131 11190 29798,'0'0'889,"0"0"-433,0 0-136,0 0 48,0 0 64,-112 79-160,77-16-40,-4 26-232,-3 27 0,5-7 0,8-9 0,14-11 0,10 12 0,5-15-1056,-2-3-3025</inkml:trace>
  <inkml:trace contextRef="#ctx0" brushRef="#br0" timeOffset="135318.955">6012 12664 31431,'0'0'1112,"0"0"-992,-94 126-40,57-65-56,2 4-24,4-2 0,7-2 0,4 16-48,7-16-1288,4-13-4466</inkml:trace>
  <inkml:trace contextRef="#ctx0" brushRef="#br0" timeOffset="135652.051">5866 14141 31951,'0'0'637,"-5"-21"-469,-26-135-157,31 150-11,0 1 0,0 0 0,-1-1 0,1 1 0,-1 0 0,0 0 0,-1 0 0,1-1 0,-1 1 0,0 1 0,0-1 0,-1 0 0,1 0 0,-1 1 0,0 0 0,0-1 0,-1 1 0,1 0 0,-1 1 0,0-1 0,0 1 0,0-1 0,-1 1 0,1 0 0,-1 1 0,1-1 0,-1 1 0,0 0 0,0 0 0,0 0 0,0 1 0,-1 0 0,1 0 0,0 0 0,0 1 0,-1-1 0,1 1 0,0 1 0,-3-1 0,-3 5 0,1 0 0,0 1 0,0 0 0,0 1 0,1 0 0,0 0 0,0 1 0,0 0 0,1 1 0,1-1 0,-1 2 0,2-1 0,-2 3 0,-19 25 0,1 2 0,3 1 0,1 1 0,2 1 0,1 1 0,3 0 0,1 1 0,3 1 0,1 0 0,3 1 0,1 0 0,2 0 0,2 16 0,3-58 0,-1-1 0,1 1 0,0-1 0,0 1 0,1-1 0,-1 1 0,1-1 0,0 1 0,-1-1 0,2 0 0,-1 1 0,0-1 0,1 0 0,-1 0 0,1 0 0,0 0 0,0 0 0,0 0 0,0 0 0,1-1 0,-1 1 0,1-1 0,0 1 0,-1-1 0,1 0 0,0 0 0,0 0 0,0-1 0,1 1 0,-1-1 0,0 0 0,1 0 0,-1 0 0,0 0 0,1 0 0,3-1 0,13 1 0,1-1 0,-1-1 0,1-1 0,-1-1 0,0-1 0,0 0 0,0-2 0,-1 0 0,0-1 0,0-1 0,0-1 0,-1-1 0,-1 0 0,1-1 0,-2-1 0,0-1 0,0 0 0,-1-1 0,-1 0 0,0-2 0,-1 1 0,-1-2 0,10-16 0,1 1-125,-1-1-1,-2-1 1,-1-1 0,-2-1-1,-2 0 1,-1-1-1,8-35 126,1-26-1731</inkml:trace>
  <inkml:trace contextRef="#ctx0" brushRef="#br0" timeOffset="136202.37">4895 11133 19852,'0'0'7303,"0"0"-5357,-2 18-1506,-21 210 947,-138 1146 440,61 105-1815,95-929-12,5-552-8,1 1 0,-1-1 0,1 1 0,0 0 0,-1 0 0,1-1 0,0 1 0,0 0 0,0 0 0,0 0 0,0 0 0,0 0 0,0 0 0,0 0 0,0 0 0,1 0 0,-1 1 0,0-1 0,1 0 0,-1 1-1,0-1 1,1 1 0,-1-1 0,1 1 0,-1 0 0,0 0 0,1 0 0,-1 0 0,1 0 0,-1 0 0,1 0 0,-1 0 0,1 0 0,-1 1 0,1-1 0,-1 0 0,0 1 0,1-1 0,-1 1 0,0 0 0,1-1 0,-1 1 0,0 0 0,0 0 0,0 0 0,0 0 0,0 0 0,0 0 0,0 0 0,0 0 0,0 1 0,0-1 0,0 0 0,-1 0 0,1 1 0,-1-1 0,1 0 0,-1 1 0,1 0 8,68-233-2225,-42 99-1158</inkml:trace>
  <inkml:trace contextRef="#ctx0" brushRef="#br0" timeOffset="136600.41">5068 10657 28942,'0'0'424,"30"-12"-236,2-2-158,183-59 132,-58 52-40,1 6 0,1 7 0,46 8-122,-73-1-63,1095-26-112,-928 12 319,0 13-1,0 13 0,0 13 1,219 50-144,503 182-848,-880-227-622,-23-12-1655</inkml:trace>
  <inkml:trace contextRef="#ctx0" brushRef="#br0" timeOffset="136936.383">10499 10709 29470,'0'0'620,"0"0"-320,-5 28 13,-22 251 459,63 612-268,-37-541-316,-18 44-188,-163 982 441,167-1277-413,-87 623-2538,91-677 598</inkml:trace>
  <inkml:trace contextRef="#ctx0" brushRef="#br0" timeOffset="137335.037">5971 15305 17788,'0'0'9203,"0"0"-6817,0 0-1970,22-3-48,249-14 715,1023 74 428,-872-31-1499,1000 35-12,-1344-59-67,29-1-118,-1 4 0,0 5 0,-1 5 0,12 7 185,-75-10-1954</inkml:trace>
  <inkml:trace contextRef="#ctx0" brushRef="#br0" timeOffset="142498.425">14287 6941 24197,'0'0'5416,"-15"-20"-4009,2 0-1322,2 4-41,1 1 0,-2 0 0,0 1 0,0 0 0,-2 1 0,0 1 0,0 0 0,-6-3-44,5 6 54,-1 0-1,-1 1 0,1 1 1,-1 1-1,0 0 0,-1 1 0,0 1 1,1 0-1,-1 2 0,0 0 1,0 1-1,0 1 0,-1 0 1,1 2-1,-17 3-53,-5 2 26,1 3 0,1 1 0,0 1 0,0 3 0,1 1 1,-25 15-27,-62 41 68,3 6 0,4 5 0,3 5 1,4 4-1,-82 93-68,121-114 1,5 4 0,2 3 1,4 2-1,4 3 0,3 2 0,4 2 0,3 3 1,5 1-1,4 2 0,-24 92-1,49-136 0,2 1 0,3 0 0,1 0 0,3 1 0,3 49 0,-1-93 0,1 1 0,0 0 0,1-1 0,-1 1 0,2-1 0,-1 0 0,1 1 0,0-1 0,0 0 0,1 0 0,0 0 0,0 0 0,1-1 0,0 1 0,0-1 0,0 0 0,1 0 0,0 0 0,0-1 0,1 0 0,-1 0 0,1 0 0,0-1 0,1 1 0,-1-2 0,1 1 0,-1-1 0,1 0 0,0 0 0,3 0 0,162 30 0,65-30 0,-140-7-1,0-5-1,0-4 1,-1-4 0,-1-5-1,23-11 2,72-33-84,-4-8 0,-3-9 0,-3-7 0,-5-8 0,72-58 84,-180 114-11,-1-2-1,-2-4 0,-2-2 1,-3-3-1,-2-3 1,-3-2-1,24-34 12,-65 73-5,0 0 1,-1 0-1,-2-2 0,0 1 1,-1-1-1,-1-1 0,-1 1 1,-1-1-1,0-1 1,-2 1-1,-1-1 0,-1 1 1,0-1-1,-2 0 0,-1 0 1,-1 0-1,0 1 0,-2-1 1,-1 1-1,-1 0 1,-2-6 4,-14-20 44,-1 1 0,-2 2 0,-3 0 0,-1 2 0,-2 1 0,-23-23-44,31 38 39,0 1 0,-1 1 0,-1 2 0,-2 0 0,-16-10-39,33 26-16,0 1 0,0 0-1,0 0 1,-1 1 0,0 0-1,0 1 1,0 0-1,-1 1 1,1 0 0,-1 1-1,0 0 1,0 1-1,1 1 1,-1-1 0,0 2-1,0 0 1,-7 1 16,-19 22-838,28 2-2557,7 8-8824</inkml:trace>
  <inkml:trace contextRef="#ctx0" brushRef="#br0" timeOffset="142816.238">15208 7221 30879,'0'0'917,"0"0"-679,3 19-130,44 147 452,87 82-489,-125-235-72,2 1 1,-1-1 0,2-1-1,-1 0 1,2-1-1,0 0 1,0-1 0,1 0-1,0-1 1,0-1 0,1 0-1,0-1 1,1-1-1,-1 0 1,17 3 0,0-4 0,-1-2 0,1-1 0,0-2 0,0-1 0,0-1 0,-1-2 0,1-1 0,27-8 0,6-8 0,0-2 0,-2-3 0,0-2 0,-2-4 0,-1-2 0,-2-2 0,-2-3 0,22-21 0,-31 20-17,-2-2-1,-2-1 1,-1-3-1,-3-1 1,-2-2-1,-2-1 1,-2-2-1,-2-1 1,-3-2 0,-2 0-1,-3-2 1,0-9 17,3-21-1047</inkml:trace>
  <inkml:trace contextRef="#ctx0" brushRef="#br0" timeOffset="145065.374">14134 7933 20500,'-23'5'3209,"-67"15"-582,-1-4 1,-1-3-1,-22-4-2627,145-19 637,174-3-265,-63 20-314,-1 6 0,0 6 0,46 17-58,252 32-7,-132-50 7,75-15 0,-263-4 0,1269-22 0,-1238 23 0,-149 0-16,1 0 0,0 0 1,-1 0-1,1 0 0,0 0 0,-1 0 0,1 0 0,-1 0 1,1 1-1,0-1 0,-1 0 0,1 1 0,-1 0 0,1-1 1,-1 1-1,1 0 0,-1 0 0,1 0 0,-1 0 0,0 0 1,0 0-1,1 0 0,-1 0 0,0 0 0,0 1 0,0-1 1,0 1-1,0-1 0,-1 0 0,1 1 0,0-1 0,-1 1 0,1 0 1,-1-1-1,1 1 0,-1-1 0,0 1 0,0 0 0,0-1 1,1 1-1,-2 0 0,1-1 0,0 1 0,0 0 0,0-1 1,-1 1-1,1-1 0,-1 1 0,0 0 0,1-1 0,-1 1 1,0-1-1,0 0 0,0 1 0,0-1 0,0 0 0,0 1 1,0-1-1,0 0 0,0 0 0,-1 0 0,1 0 0,-1 0 16,-28 21-1595</inkml:trace>
  <inkml:trace contextRef="#ctx0" brushRef="#br0" timeOffset="145499.269">17502 7765 28334,'0'0'1798,"0"0"-1021,0 0-315,0 0-6,0 0-3,-1 31-49,-51 491-321,-75 284-83,123-665 0,-1-135 0,5-7 0,-23-127-141,10 32-1442,2-7-3646</inkml:trace>
  <inkml:trace contextRef="#ctx0" brushRef="#br0" timeOffset="145999.119">16797 4834 21253,'0'0'7673,"0"0"-5827,0 0-1598,-16-19-67,-54-57 34,66 72-197,-1 1 0,0 0-1,0 0 1,-1 0 0,1 1 0,0-1 0,-1 1-1,1 1 1,-1-1 0,0 1 0,0 0 0,1 0-1,-1 1 1,0-1 0,0 1 0,0 1-1,0-1 1,1 1 0,-1 0 0,0 0 0,-3 2-18,7-3 3,-16 6 16,1 1 0,-1 1 0,1 0 0,0 1 0,1 1-1,0 0 1,1 1 0,0 1 0,1 1 0,0 0-1,1 1 1,0 0 0,1 1 0,1 0 0,0 1 0,1 0-1,1 1 1,-1 2-19,-16 25 27,2 2 0,2 0 0,2 1 0,2 0 0,2 2 0,2 0-1,3 1 1,1 0 0,3 1 0,2 0 0,2 0 0,3 19-27,3-60 8,0 0 0,0-1 1,1 1-1,0-1 0,1 1 0,0-1 1,1-1-1,-1 1 0,2-1 0,-1 0 1,1 0-1,0-1 0,1 0 0,0 0 1,0-1-1,0 0 0,1 0 0,0-1 1,0 0-1,0-1 0,1 0 0,0 0 1,-1-1-1,1 0 0,0-1 0,1 0 1,6 0-9,8 5 4,-1-1 0,1-1 0,0-1 0,0-1 0,1-2 0,-1 0 0,0-2 0,1-1 0,-1-1 0,0-1 0,0-1 0,-1-1 0,0-1 1,0-1-1,0-1 0,-1-2 0,0 0 0,-1-1 0,0-1 0,-1-1 0,-1-1 0,4-5-4,-12 10-22,0-1 0,-1-1 0,0 0 1,0-1-1,-2 0 0,1 0 0,-2-1 0,0 0 0,0 0 0,-1-1 1,-1 0-1,-1-1 0,3-12 22,2-130-1239,-10 95-703</inkml:trace>
  <inkml:trace contextRef="#ctx0" brushRef="#br0" timeOffset="146533.991">16198 10563 28870,'0'0'1067,"-11"-17"-285,8 13-771,-25-35 397,2 0-1,2-2 0,1 0 1,3-2-1,-9-25-407,25 49 0,4 15 0,-1-1 0,0 0 0,1 1 0,-2-1 0,1 1 0,0-1 0,-1 1 0,0 0 0,0-1 0,0 1 0,-1 0 0,1 0 0,-1 1 0,0-1 0,0 0 0,0 1 0,0 0 0,-43 27 0,18 16 0,2 1 0,2 2 0,1 0 0,3 1 0,1 2 0,3 0 0,6-23 0,-14 32 0,2 1 0,3 1 0,2 1 0,3 0 0,2 1 0,3 1 0,1 19 0,7-73 0,1 0 0,-1 0 0,1 0 0,0 0 0,1 0 0,-1 0 0,1 0 0,0 0 0,1 0 0,0 0 0,0 0 0,0-1 0,0 1 0,1-1 0,0 1 0,0-1 0,0 0 0,1 0 0,0 0 0,0-1 0,0 0 0,0 1 0,1-1 0,0-1 0,0 1 0,0-1 0,0 0 0,0 0 0,1 0 0,-1-1 0,1 1 0,0-1 0,-1-1 0,1 1 0,0-1 0,0 0 0,0-1 0,5 1 0,8-4 0,0-1 0,1-1 0,-2-1 0,1 0 0,-1-2 0,0 0 0,0-1 0,-1 0 0,0-2 0,-1 0 0,0-1 0,-1 0 0,0-2 0,-1 1 0,0-2 0,-1 0 0,15-11-350,0-2 0,-2 0 0,-2-2 0,0 0 0,-2-2 1,-1 0-1,-2-2 0,2-7 350,-3-7-5515</inkml:trace>
  <inkml:trace contextRef="#ctx0" brushRef="#br0" timeOffset="148548.407">14912 9436 21749,'0'0'6506,"0"0"-4700,19-3-1396,129-25 547,-124 24-881,-1 1-1,0 1 0,1 1 1,0 0-1,-1 2 1,1 1-1,-1 1 1,1 1-1,-1 1 1,-1 1-1,1 1 1,-1 1-1,0 1 1,0 1-1,-1 1 1,-1 0-1,7 7-75,-19-12 2,-1 0 1,0 1-1,0 0 1,0 0-1,-1 1 1,0 0-1,-1 0 0,0 1 1,0-1-1,-1 1 1,0 0-1,0 0 1,-1 0-1,0 1 1,-1-1-1,0 1 0,0 0 1,-1-1-1,-1 1 1,1 0-1,-2 0 1,1 0-1,-1-1 0,-1 1 1,-1 5-3,-6 25-1,-2-1 0,-2-1 0,-2 0 0,-1 0 0,-12 19 1,-44 80 0,-61 140 0,128-268 0,2 0 0,-1 1 0,1-1 0,0 1 0,1-1 0,0 1 0,1 0 0,0 0 0,1 0 0,0 0 0,0 0 0,1 0 0,0 0 0,1 0 0,0-1 0,0 1 0,1-1 0,1 1 0,-1-1 0,2 0 0,-1 0 0,5 6 0,5-4 0,0 0 0,1-1 0,0 0 0,0-2 0,1 0 0,1 0 0,-1-2 0,15 5 0,46 20 0,-74-29 0,1 0 0,-1 1 0,0 0 0,0-1 0,0 1 0,0 0 0,0 0 0,0 1 0,-1-1 0,0 1 0,1-1 0,-2 1 0,1 0 0,0 0 0,-1-1 0,1 1 0,-1 1 0,0-1 0,0 0 0,-1 0 0,1 0 0,-1 0 0,0 0 0,0 1 0,0-1 0,-1 0 0,0 0 0,1 0 0,-2 2 0,-40 118 0,12-67 0,17-35 0,1 1 0,1 0 0,1 1 0,1 0 0,1 1 0,-3 20 0,4 15 0,3 1 0,3 0 0,2 0 0,3 0 0,11 57 0,87 487 0,-76-287 0,-15 258 0,-11-541 0,-2 0 0,-1 0 0,-2 0 0,-1 0 0,-1-1 0,-2 0 0,-2-1 0,-1 0 0,-2 0 0,0-2 0,-3 1 0,-9 12 0,19-36-43,-1-1 0,1 0 0,-1-1 1,0 1-1,-1-2 0,1 1 0,-1-1 0,-1 0 0,1-1 1,0 0-1,-1-1 0,0 0 0,0 0 0,0-1 0,0 0 1,0-1-1,0 0 0,-1-1 0,1 0 0,0-1 0,0 0 0,0 0 1,-1-1-1,1 0 0,1-1 0,-1 0 0,0-1 0,1 0 1,0 0-1,-1-1 0,2 0 0,-9-6 43,-40-27-2630</inkml:trace>
  <inkml:trace contextRef="#ctx0" brushRef="#br1" timeOffset="155462.692">7260 5730 30142,'0'0'778,"0"0"-263,0 0-85,0 0 67,8 0-155,192-40-279,-69 20-63,0 6 0,0 6 0,1 5 0,2 7 0,-71-4 0,348 27-167,-374-27-666</inkml:trace>
  <inkml:trace contextRef="#ctx0" brushRef="#br1" timeOffset="156096.139">7008 7268 22917,'0'0'3315,"0"0"-842,0 0-1494,0 0-338,0 0 49,-15 0-53,-32 7 155,128 3-717,-1-2 0,1-4 0,1-4 0,1-4-75,-47 3 23,198-14-23,141-32 0,72-6 0,-184 54-160,-223 7-640</inkml:trace>
  <inkml:trace contextRef="#ctx0" brushRef="#br1" timeOffset="156746.338">6955 8916 22053,'0'0'5785,"0"0"-3853,0 0-1261,0 0-111,0 0 63,38 8-13,20 5-480,2-4 0,-1-1 1,1-4-1,58-2-130,677-18 12,-462 62-2078,-287-44-2853</inkml:trace>
  <inkml:trace contextRef="#ctx0" brushRef="#br1" timeOffset="157279.299">6843 5791 16948,'0'0'12618,"0"0"-12042,0 0-255,156-8-201,-79-16-120,-14 1-489,-8-1-5120</inkml:trace>
  <inkml:trace contextRef="#ctx0" brushRef="#br1" timeOffset="158227.615">9463 5016 28798,'0'0'1059,"0"0"-237,0 0-248,0 0 22,0 0-63,0-10-207,5-24-262,-1 51-69,19 68 5,-4 1 0,-4 1 0,0 26 0,35 184 0,-46-283 0,0 1 0,1-1 0,0-1 0,2 1 0,-1-1 0,2 0 0,-1-1 0,2 1 0,8 9 0,-14-19 0,-1 0 0,1-1 0,-1 1 0,1-1 0,0 0 0,0 1 0,1-1 0,-1-1 0,0 1 0,0 0 0,1-1 0,-1 0 0,1 1 0,0-1 0,-1-1 0,1 1 0,0-1 0,-1 1 0,1-1 0,0 0 0,0 0 0,-1-1 0,1 1 0,0-1 0,-1 1 0,1-1 0,0-1 0,-1 1 0,1 0 0,-1-1 0,0 0 0,1 1 0,-1-1 0,0-1 0,0 1 0,0 0 0,-1-1 0,1 0 0,0 1 0,-1-1 0,117-165 0,-110 152 0,145-259 0,84-216 0,-187 338 0,-51 140 0,-5 21 0,5-7 0,-60 169-297,41-108-1190</inkml:trace>
  <inkml:trace contextRef="#ctx0" brushRef="#br1" timeOffset="158939.528">10140 6850 12283,'0'0'14745,"0"0"-11201,0 0-3049,-22-12-153,-69-36 26,84 45-349,0 0-1,0 0 0,0 1 1,0 0-1,0 0 0,0 1 0,0 0 1,-1 0-1,1 1 0,0 0 1,-1 0-1,1 1 0,0 0 1,0 0-1,-1 0 0,1 1 0,0 0 1,0 1-1,0-1 0,1 1 1,-1 1-1,1-1 0,0 1 0,0 0 1,0 1-1,0-1 0,1 1 1,-4 4-19,-47 40 21,3 3-1,2 3 1,2 1 0,2 2 0,4 3 0,2 1 0,-10 24-21,31-54 14,2 0 0,1 1 0,2 1 0,1 1 0,1 0-1,3 1 1,0 0 0,3 0 0,0 1 0,0 35-14,7-66 2,1-1 1,-1 1-1,1-1 1,0 1-1,0-1 1,1 1-1,-1-1 1,1 0-1,1 0 1,-1 0-1,1 0 1,-1 0-1,1-1 1,1 1-1,-1-1 0,1 0 1,0 0-1,-1 0 1,2 0-1,-1-1 1,0 1-1,1-1 1,0 0-1,-1-1 1,1 1-1,0-1 1,1 0-1,-1 0 1,0 0-1,0-1 1,1 0-1,-1 0 0,1 0 1,4-1-3,8 1 8,0 0 0,0-2 0,0 0 0,0-1 0,-1-1 1,1-1-1,-1 0 0,1-1 0,-1-1 0,-1 0 0,1-2 0,-1 0 0,-1 0 0,1-2 0,-1 0 1,-1-1-1,0 0 0,6-7-8,16-15-62,-2-2 0,-2 0 1,-1-3-1,-2 0 1,-1-2-1,5-14 62,8-19-886,-11 10-953</inkml:trace>
  <inkml:trace contextRef="#ctx0" brushRef="#br1" timeOffset="159230.371">9741 7316 27334,'0'0'2444,"0"0"-1631,0 0-447,0 0 65,21-2-59,3 1-298,102-24 116,11-20-135,-135 47-46,0 0-1,0 0 1,-1 0 0,1 0 0,-1 0 0,0 1-1,0-1 1,1 1 0,-1-1 0,-1 1-1,1-1 1,0 1 0,-1 0 0,1-1 0,-1 1-1,0 0 1,0-1 0,0 1 0,0 0-1,0-1 1,-1 1 0,1 0 0,-1-1 0,0 3-9,0 7 49,-33 240 469,0-4-4127,34-231-2282</inkml:trace>
  <inkml:trace contextRef="#ctx0" brushRef="#br1" timeOffset="159478.673">10548 7497 30447,'0'0'1160,"0"0"-888,0 0-120,-53 142 160,40-89-184,4 30-128,2-12-512,-1-6-944</inkml:trace>
  <inkml:trace contextRef="#ctx0" brushRef="#br1" timeOffset="159946.123">9787 9079 21709,'0'0'5904,"0"0"-3976,0 0-1375,1-19-128,2-103 524,-4 118-931,0 1 1,0-1-1,0 1 0,-1 0 1,0-1-1,0 1 0,0 0 1,0 0-1,0 0 0,0 1 1,-1-1-1,1 0 0,-1 1 1,0 0-1,0 0 0,0 0 1,0 0-1,0 0 0,0 0 0,-1 1 1,1-1-1,0 1 0,-1 0 1,1 0-1,-1 0 0,0 1 1,1-1-1,-1 1 0,1 0 1,-1 0-1,0 0 0,1 1 1,-1-1-1,0 1 0,1 0 1,-1 0-1,1 0 0,0 0 1,-1 1-1,1-1 0,0 1 1,-3 1-19,-16 9 14,1 0 0,-1 2 0,2 0 0,0 1 1,1 1-1,1 1 0,0 1 0,1 0 1,1 1-1,1 1 0,1 1 0,-8 14-14,6-8 16,0 1 0,2 1 0,2 0 0,0 1 0,2 1 0,1-1 0,2 1-1,0 1 1,3-1 0,0 1 0,2 0 0,2 0 0,1 17-16,-1-42 3,0 0 1,0 0 0,0 0-1,1 0 1,0 1-1,1-1 1,-1 0-1,1 0 1,1-1-1,-1 1 1,1 0-1,0-1 1,1 0-1,-1 1 1,1-1-1,1-1 1,-1 1-1,1-1 1,0 1-1,0-1 1,1-1-1,-1 1 1,1-1-1,0 0 1,0 0-1,0-1 1,1 0-1,-1 0 1,1 0-1,4 1-3,2-3 4,0-1 0,0 0 0,-1-1 0,1 0 0,0-1 0,0 0 0,-1-1 0,0 0 0,1-1 0,-1-1 0,0 0 0,-1 0 0,1-1 0,-1-1 0,-1 0 0,6-4-4,151-143-212,-133 116-671,-2-2 0,-2-1 0,-1-2 0,7-18 883,-20 26-2994</inkml:trace>
  <inkml:trace contextRef="#ctx0" brushRef="#br1" timeOffset="160444.659">9686 9255 11106,'0'0'14930,"0"0"-10868,0 0-3392,0 0-285,0 0 13,0 0-20,12 6-136,-8-4-227,2 2-3,0-1 0,1 0 0,-1 0 0,1-1 0,0 1 0,-1-1 0,1-1 0,0 1 0,0-1 0,0-1 0,0 1 0,1-1 0,-1 0 0,5-2-12,217-70 45,-228 72-41,0 0 0,0 0 0,0 0 0,0 0 0,1 0 0,-1 1 0,0-1 0,0 0 0,0 0 0,0 1 0,0-1 0,0 1 0,0-1 0,0 1 0,0 0 0,0-1 0,0 1 0,-1 0 0,1-1 0,0 1 0,0 0 0,-1 0 0,1 0 0,0 0 1,-1 0-1,1 0 0,-1 0 0,1 0 0,-1 0 0,1 0 0,-1 0 0,0 0 0,0 0 0,1 0 0,-1 0 0,0 0 0,0 0 0,0 1 0,0-1 0,0 0 0,-1 0 0,1 0 0,0 0 0,0 0 0,-1 0 0,1 0 0,-1 0 0,1 0 0,-1 0 0,1 0 0,-1 0 0,0 1-4,0 14 62,-1 424-22,9-394-1234,5-40-556</inkml:trace>
  <inkml:trace contextRef="#ctx0" brushRef="#br1" timeOffset="160799.084">10449 9361 24853,'0'0'4920,"0"0"-3557,0 0-1132,0 0-39,0 0 196,21 11-59,67 32-171,-85-41-155,1 0 0,-1 0 0,0 1 0,0-1 0,0 1 1,0 0-1,-1-1 0,1 1 0,-1 0 0,1 1 1,-1-1-1,0 0 0,0 1 0,-1-1 0,1 1 0,-1 0 1,1-1-1,-1 1 0,0 0 0,-1 0 0,1 0 1,-1-1-1,0 1 0,1 0 0,-2 0 0,1 0 0,0 0 1,-1 0-1,0 0 0,0-1 0,0 1 0,0 0 0,-1 0 1,0 0-4,2-4 0,-76 143-27,19-52 246,51-76-186,13-8-33,10-13 0,-1-1 0,0-1 0,0 0 0,0-2 0,-1 1 0,-1-2 0,0 0 0,0-1 0,3-4 0,4-2 0,153-152-120,-109 88-3329,-22 19-8089</inkml:trace>
  <inkml:trace contextRef="#ctx0" brushRef="#br1" timeOffset="161727.828">10637 5637 26638,'0'0'971,"0"0"-257,0 0-85,-22 1 17,-72 6-176,86-5-439,0 0 0,1 1 0,0 0-1,0 0 1,0 0 0,0 1 0,0 1 0,1-1 0,0 1 0,0 0 0,0 0 0,0 1 0,1-1 0,0 1 0,0 1 0,1-1 0,-1 1 0,1-1-1,1 1 1,-1 1 0,1-1 0,1 0 0,-1 1 0,1-1 0,1 1 0,-1 0 0,1-1 0,0 1 0,1 0 0,0 0 0,0 0 0,1-1 0,0 1-1,0 0 1,1 0 0,1 3-31,-2-6 7,0 0-1,0 0 0,1 0 1,0 0-1,0 0 0,0-1 1,0 1-1,1 0 0,-1-1 1,1 0-1,1 0 0,-1 0 1,0 0-1,1 0 0,0 0 1,0-1-1,0 0 1,0 0-1,0 0 0,1 0 1,-1-1-1,1 0 0,0 0 1,0 0-1,0 0 0,3 0-6,5 1-34,0 0 0,0-1 0,0 0 0,0-1 0,1-1 0,-1 0 0,1-1-1,-1 0 1,0-1 0,5-1 34,119-49-2630,-77 21-1452</inkml:trace>
  <inkml:trace contextRef="#ctx0" brushRef="#br1" timeOffset="161977.952">11133 5625 26110,'0'0'1576,"0"0"-816,0 0-112,0 0 168,-132 36-175,95-5-233,2 5-128,6 1-48,12 3-32,8-3-32,9-3-32,0-5-32,20-5-56,8-4-48,21-1-136,-8-7-320,-1-4-1089</inkml:trace>
  <inkml:trace contextRef="#ctx0" brushRef="#br1" timeOffset="167095.087">5368 7205 22133,'0'0'5414,"0"0"-3603,0 0-1100,0 0-224,0 0-15,-3-19-85,-11-143 226,14 158-601,0 1 0,1 0 0,-1-1 0,0 1 0,0-1-1,-1 1 1,1 0 0,-1-1 0,0 1 0,0 0 0,0-1 0,0 1-1,0 0 1,-1 0 0,1 0 0,-1 0 0,0 0 0,0 0 0,0 1 0,0-1-1,-1 1 1,1-1 0,-1 1 0,1 0 0,-1 0 0,0 0 0,0 0 0,0 0-1,0 1 1,0-1 0,0 1 0,-1 0 0,1 0 0,0 0 0,-1 1-1,1-1 1,0 1 0,-1-1 0,1 1 0,-2 0-12,-14 4 2,1 1 0,-1 0 1,1 1-1,0 1 0,1 0 0,0 2 1,0 0-1,1 1 0,0 0 0,0 2 0,1 0 1,1 0-1,0 1 0,1 1 0,0 1 1,1-1-1,1 2 0,-8 13-2,-3 0 3,2 1 1,1 1 0,1 1-1,2 0 1,1 1-1,2 1 1,1 0-1,2 0 1,1 1-1,2 1 1,-1 15-4,7-45 2,0 1 1,0-1 0,1 0 0,0 1-1,0-1 1,1 1 0,0-1-1,0 1 1,0-1 0,1 0 0,-1 0-1,2 0 1,-1 0 0,1 0-1,0 0 1,0 0 0,0-1 0,1 0-1,0 1 1,0-1 0,0-1-1,1 1 1,-1-1 0,1 1 0,6 2-3,-1 0 5,1-1 1,0 0 0,0-1 0,1 0 0,-1 0 0,1-2-1,0 1 1,0-2 0,0 0 0,1 0 0,-1-1 0,1 0-1,-1-1 1,0-1 0,1 0 0,-1 0 0,0-1 0,1-1-1,-1 0 1,3-2-6,12-4 0,-1-1 0,-1-2 1,0 0-1,0-2 0,-1 0 0,-1-2 0,-1 0 0,12-12 0,-20 18-7,-2-1 1,1 0-1,-1-1 1,-1 0-1,0-1 0,-1 0 1,0-1-1,-1 0 1,-1 0-1,0-1 1,-1 0-1,-1 0 0,0-1 1,-1 0-1,0 0 1,-1-2 6,-18-8-1265,-7 25-790</inkml:trace>
  <inkml:trace contextRef="#ctx0" brushRef="#br1" timeOffset="167559.929">5372 8722 26166,'0'0'3004,"0"0"-2060,0 0-478,0 0 70,2-20-84,21-132 79,-16 127-420,0 0-1,-1-1 1,-1 0 0,-2 1-1,0-2 1,-2-16-111,-1 39 0,0 1 0,-1 0 0,1-1 0,-1 1 1,0 0-1,0-1 0,0 1 0,0 0 0,0 0 0,-1 0 0,1 0 0,-1 0 1,0 0-1,0 1 0,0-1 0,0 1 0,-1-1 0,1 1 0,-1 0 0,1 0 1,-1 0-1,0 0 0,0 0 0,0 0 0,0 1 0,0 0 0,0-1 0,0 1 1,0 0-1,-1 1 0,1-1 0,0 0 0,-1 1 0,1 0 0,-1 0 0,-7-1 0,1 1 0,0 0 0,0 1 0,-1 0 0,1 1 0,0 0 0,0 0 0,0 1 0,0 1 0,1 0 0,-8 4 0,-14 13 0,1 2 0,1 2 0,2 0 0,0 2 0,2 0 0,1 2 0,1 1 0,2 1 0,0 1 0,3 0 0,0 2 0,3 0 0,-3 10 0,11-31 0,1 0 0,0 0 0,1 0 0,0 0 0,2 1 0,-1 0 0,2 0 0,-1 0 0,2 0 0,0 0 0,1 0 0,0 0 0,1 0 0,1 0 0,0 0 0,1 0 0,0 0 0,1 0 0,2 3 0,-1-8 0,0-1 0,1 0 0,0 0 0,0 0 0,0-1 0,1 0 0,0 0 0,1 0 0,-1-1 0,1 0 0,0-1 0,1 0 0,-1 0 0,1-1 0,0 0 0,0 0 0,1-1 0,-1 0 0,1-1 0,-1 0 0,1-1 0,0 0 0,0 0 0,-1-1 0,1 0 0,0-1 0,0 0 0,-1 0 0,1-1 0,0-1 0,-1 1 0,0-1 0,0-1 0,0 0 0,4-2 0,11-10 0,-1 0 0,0-2 0,-1-1 0,-1 0 0,-1-1 0,0-2 0,-2 0 0,-1-1 0,0 0 0,2-9 0,-11 19-29,-1 0 0,0 0 0,-1-1 0,-1 0 0,0 0 0,-1-1-1,-1 1 1,0-1 0,-1 0 0,0-4 29,2-54-3587,-4 11-9467</inkml:trace>
  <inkml:trace contextRef="#ctx0" brushRef="#br1" timeOffset="174359.224">5274 4913 30094,'0'0'833,"0"0"-377,0 0-144,0 0 128,0 0-8,0 0-232,-105 130-200,96-67 0,-4 12 0,-3 10 0,-1 6 0,-3 6 0,0-1 0,1 1 0,-1 11 0,0 17 0,5-27 0,-3-21-1784</inkml:trace>
  <inkml:trace contextRef="#ctx0" brushRef="#br1" timeOffset="176356.879">6471 5477 21781,'0'0'5796,"0"0"-3967,0 0-1065,0 0-183,0 0-52,-12 14-44,-34 42-91,45-55-383,1 0 0,0 0 0,0 0 0,-1 0 0,1 0-1,0 0 1,0 1 0,0-1 0,0 0 0,0 0 0,0 0 0,1 0 0,-1 0 0,0 0 0,1 1 0,-1-1 0,0 0 0,1 0 0,-1 0-1,1 0 1,0 0 0,-1 0 0,1 0 0,0-1 0,-1 1 0,1 0 0,0 0 0,0 0 0,0-1 0,0 1 0,0 0 0,0-1 0,0 1 0,0-1-1,0 1 1,0-1 0,0 0 0,0 1 0,0-1 0,0 0 0,1 0 0,-1 0 0,0 0 0,0 0 0,0 0 0,0 0 0,1 0-11,5 2 45,75 21-39,2-4 1,0-3-1,1-5 0,0-3 1,0-3-1,1-4 1,28-6-7,5 4 4,601 2-4,-634 3 0,-1 5 0,0 3 0,-1 4 0,17 8 0,-165-20-1423,17-9-2619</inkml:trace>
  <inkml:trace contextRef="#ctx0" brushRef="#br1" timeOffset="180039.043">6571 7442 5577,'0'0'18419,"0"0"-14198,0 0-3803,0 0 113,0 0 177,0 0-77,9-5-193,33-22-75,1 3 1,2 1 0,0 3 0,1 1 0,44-11-364,18 12 1,0 3 0,1 6 0,0 4 1,72 8-2,-108-2 0,-8-2 0,1 3 0,-1 2 0,0 4 0,0 2 0,-1 3 0,-1 3 0,0 3 0,-1 2 0,16 11 0,-76-32 0,1 0 0,-1 1 0,0-1 0,0 1 0,0 0 0,0 0 0,0-1 0,0 1 0,0 1 0,0-1 0,0 0 0,0 0 0,0 1 0,-1-1 0,1 1 0,0 0 0,-1-1 0,0 1 0,1 0 0,-1 0 0,0 0 0,0 0 0,0 0 0,0 0 0,0 0 0,-1 0 0,1 0 0,0 1 0,-1-1 0,0 0 0,1 0 0,-1 1 0,0-1 0,0 0 0,-1 0 0,1 1 0,0-1 0,-1 0 0,1 0 0,-1 0 0,-1 3 0,-87 53-2701,35-30-4464</inkml:trace>
  <inkml:trace contextRef="#ctx0" brushRef="#br1" timeOffset="180540.985">6613 8977 27454,'0'0'2727,"0"0"-1764,0 0-535,0 0 60,0 0-17,10 1-264,33 1-202,0-2 1,-1-3 0,1 0 0,-1-3-1,11-4-5,76-9 1,117-1-1,1 11 0,41 12 0,214 47 0,-580-50-876,27 0-2289</inkml:trace>
  <inkml:trace contextRef="#ctx0" brushRef="#br1" timeOffset="182392.529">6580 7353 17396,'0'0'9631,"0"0"-7104,0 0-1856,0 0-57,0 0-85,0 0-88,-5-7-75,-17-24-63,16 56-14,0 657-289,13-20 0,21-411 0,-52-272-276,6-13-1104</inkml:trace>
  <inkml:trace contextRef="#ctx0" brushRef="#br1" timeOffset="182939.254">3424 8732 16011,'0'0'5327,"-20"3"-309,-156 34-910,173-37-4013,0 0-29,1 1 1,0-1 0,-1 0-1,1 1 1,-1-1-1,1 1 1,0-1-1,-1 1 1,1 0-1,0 0 1,0 0-1,0 1 1,0-1-1,0 0 1,0 1 0,0-1-1,0 1 1,0 0-1,1 0 1,-1-1-1,1 1 1,-1 0-1,1 0 1,0 1-1,0-1 1,0 0-1,0 0 1,0 1 0,0-1-1,1 0 1,-1 2-67,5-1 8,0-1 0,0 1 1,0-1-1,0 0 1,0-1-1,1 1 0,-1-1 1,1 0-1,-1 0 1,1 0-1,0 0 0,-1-1 1,1 0-1,-1 0 1,1 0-1,4-1-8,3 1 11,786-5-11,645-13 0,-627 8 0,-783 10 0,-1 1 0,1 1 0,0 1 0,-1 2 0,0 2 0,0 1 0,0 1 0,-1 2 0,-1 1 0,0 1 0,0 2 0,7 6 0,-37-21-1,-1 0 0,0 0 0,0 0 0,0 0 0,1 1 0,-1-1-1,0 0 1,0 1 0,1-1 0,-1 1 0,0-1 0,1 1 0,-1-1 0,1 1 0,-1-1 0,0 1 0,1-1 0,-1 1 0,1 0-1,0-1 1,-1 1 0,1 0 0,-1 0 0,1-1 0,0 1 0,0 0 0,-1 0 0,1-1 0,0 1 0,0 0 0,0 0 0,0 0-1,0-1 1,0 1 0,0 0 0,0 0 0,0 0 0,0-1 0,1 1 0,-1 0 0,0 0 0,1-1 0,-1 1 0,0 0-1,1 0 1,-1-1 0,1 1 0,-1 0 0,1-1 0,-1 1 0,1-1 0,-1 1 0,1-1 0,0 1 0,-1-1 0,1 1 0,0-1-1,-1 1 1,1-1 0,0 0 0,0 0 0,-1 1 0,1-1 0,0 0 0,0 0 0,-1 0 0,1 0 0,1 0 1,-38 1-754,-10-1-1620</inkml:trace>
  <inkml:trace contextRef="#ctx0" brushRef="#br1" timeOffset="189520.164">4224 6777 30326,'0'0'1521,"0"0"-1065,0 0-136,33-104-176,50 60-144,53-3 0,59 1 0,33 3 0,17 10 0,-6 9 0,-24 8 0,-20 8 0,-48 6 0,-44 2 0,-39 4 0,-25 26 0,-10-3-264,-23-3-2489</inkml:trace>
  <inkml:trace contextRef="#ctx0" brushRef="#br1" timeOffset="190884.497">1087 10073 27742,'0'0'991,"0"0"-215,0 0-125,0 0-66,0 0-107,0 0-80,-6 13 11,-20 41-13,26-49-381,-1-1 1,1 0-1,0 1 1,0-1 0,0 0-1,1 1 1,-1-1-1,1 0 1,0 1-1,0-1 1,1 0 0,-1 0-1,1 0 1,0 0-1,0 0 1,0 0 0,0-1-1,1 1 1,0-1-1,0 1 1,3 2-16,1 4 14,16 28-14,11-35 0,143-38 0,-88 11 0,39 1 0,2 6 0,69 2 0,100-12 0,-245 17 0,0-3 0,-1-2 0,-1-2 0,0-2 0,-1-3 0,-2-2 0,0-2 0,-2-2 0,-1-2 0,13-13 0,-37 28 0,0-2 0,-2 0 0,0-1 0,-1-1 0,-1 0 0,0-2 0,-2 0 0,0-1 0,-2-1 0,-1 0 0,0-1 0,-2 0 0,0-1 0,-2 0 0,-1 0 0,-1-1 0,-1 0 0,2-27 0,-4 1 0,-2 0 0,-3-1 0,-1 1 0,-3 0 0,-3 0 0,-1 1 0,-3 0 0,-2 1 0,-3 0 0,-5-9 0,-9-13 0,-3 1 0,-4 1 0,-2 3 0,-4 1 0,-2 2 0,-3 2 0,-2 2 0,-4 3 0,-1 2 0,-3 2 0,-2 3 0,-3 3 0,-17-8 0,42 33 0,0 1 0,-1 2 0,-1 2 0,-1 2 0,0 1 0,-1 2 0,0 2 0,-1 2 0,0 2 0,-15 1 0,23 5 0,-1 2 0,1 1 0,-1 1 0,1 3 0,1 0 0,-1 3 0,2 1 0,-1 1 0,2 2 0,-1 1 0,-13 11 0,-17 11 0,2 3 0,2 2 0,1 3 0,3 3 0,-10 13 0,-5 11 0,2 4 0,4 2 0,4 3 0,3 2 0,-22 46 0,58-93 0,1 1 0,2 1 0,2 0 0,1 2 0,2 0 0,2 0 0,2 1 0,1 0 0,2 1 0,2 0 0,2 0 0,2 0 0,2 1 0,1-1 0,2 0 0,2 0 0,2-1 0,2 0 0,1 0 0,12 26 0,-4-23 0,2-2 0,2-1 0,2 0 0,1-2 0,2 0 0,2-3 0,1 0 0,2-2 0,1-1 0,1-2 0,2-1 0,1-2 0,2-2 0,0-1 0,2-3 0,0-1 0,1-2 0,2-1 0,-1-3 0,19 3 0,16-5-145,0-4-1,1-3 1,0-3 0,-1-4-1,16-4 146,5-7-2322</inkml:trace>
  <inkml:trace contextRef="#ctx0" brushRef="#br1" timeOffset="193577.16">6828 10981 27214,'0'0'3297,"0"0"-2251,-13-19-700,-1 1-242,7 11-57,1-1 1,0 0 0,0 0-1,1-1 1,0 0-1,0 0 1,1 0 0,1 0-1,-1-1 1,1 0-1,1 1 1,0-1 0,0-3-48,-5-106 121,6 80-116,-1 0 0,-2 0 0,-1 1 0,-2 0 0,-3-4-5,7 32-1,0 0 1,-1 0 0,-1 0 0,0 0-1,0 1 1,0 0 0,-1 0 0,-1 0 0,0 1-1,0 0 1,0 0 0,-1 0 0,0 1-1,0 1 1,-1-1 0,0 1 0,0 1-1,-1 0 1,1 0 0,-7-2 0,-8 0 0,0 1 0,-1 1 0,1 1 0,-1 1 0,0 2 0,0 0 0,-14 2 0,-14 1 0,-1 3 0,1 1 0,1 3 0,0 3 0,0 1 0,1 3 0,1 2 0,1 2 0,0 3 0,2 1 0,1 3 0,1 1 0,1 2 0,1 3 0,2 1 0,2 2 0,1 1 0,0 4 0,-33 44 0,5 2 0,3 3 0,4 3 0,4 2 0,4 2 0,5 3 0,4 1 0,4 3 0,0 19 0,-34 150 0,12 2 0,-23 280 0,6 93 0,18 280 0,55-814 0,5 0 0,5 0 0,5 0 0,5-1 0,22 74 0,-16-107 0,4-2 0,4-1 0,2-1 0,4-2 0,3-1 0,12 11 0,-41-68 0,1 0 0,0-1 0,1 0 0,1-1 0,1-1 0,0 0 0,0-1 0,1 0 0,0-1 0,1-1 0,1 0 0,0-2 0,0 1 0,0-2 0,1-1 0,0 0 0,0-1 0,1-1 0,-1 0 0,1-2 0,0 0 0,0-1 0,0-1 0,0-1 0,0 0 0,0-2 0,-1 0 0,10-3 0,17-12 0,-1-2 0,-1-2 0,0-1 0,-2-3 0,-1-1 0,-1-2 0,-1-1 0,-2-3 0,-1 0 0,13-19 0,10-24 0,-2-2 0,-5-3 0,-2-1 0,-5-3 0,-3-2 0,-4-1 0,-4-2 0,-4-1 0,12-68 0,56-235 0,-18-4 0,-17-3 0,-17-3 0,-18-1 0,-19-91 0,-7 398 0,3-49 0,-7 0 0,-6 0 0,-7 1 0,-13-41 0,27 176-125,0 0 1,-1 0-1,-1 0 0,0 0 1,0 1-1,-1 0 0,0 0 0,-1 0 1,0 0-1,-1 1 0,0 0 1,0 0-1,-1 1 0,0 0 1,-1 0-1,-5-4 125,-21-11-3294</inkml:trace>
  <inkml:trace contextRef="#ctx0" brushRef="#br1" timeOffset="194313.827">15113 8336 15475,'0'0'13995,"0"0"-13163,-114 13-247,114-13-257,40 0 96,87-13 136,68-15-192,37 0-168,3 5-200,-18 5 0,-33 12 0,-11 6 0,-15 0 0,-18 24 0,-8 3 0,-18-7-576,-31-8-952,-22-12-4938</inkml:trace>
  <inkml:trace contextRef="#ctx0" brushRef="#br1" timeOffset="194603.458">17360 8103 30535,'0'0'1248,"0"0"-792,-44 164-160,29-20-64,-3 73-232,-4 51 0,-2 34 0,-15-8 0,8-87-280,-2-44-3953</inkml:trace>
  <inkml:trace contextRef="#ctx0" brushRef="#br1" timeOffset="198280.765">3562 5189 20916,'0'0'4647,"0"0"-2576,-19 0-947,-103 0 1050,121 32-1030,6-25-1114,0 0 0,0-1 0,1 1 0,0-1 0,1 0 0,-1-1 0,1 0 0,0 0 1,0 0-1,1-1 0,-1 0 0,1 0 0,0-1 0,0 0 0,0-1 0,0 1 0,1-1 0,-1-1 0,1 0 0,-1 0 0,1-1 0,-1 0 0,1 0-30,315 7 0,175-13 0,48 0 0,27 25 0,-449-10 0,1598 84 0,-1580-91 0,-170-15 0,-184-25-153,71 22-882,-3 2-1226</inkml:trace>
  <inkml:trace contextRef="#ctx0" brushRef="#br1" timeOffset="199278.205">2085 4836 27206,'0'0'2826,"0"0"-1869,-8-17-549,-49-122 327,54 130-674,2-3-40,-1 1 1,0 0-1,-1 0 0,0 0 0,0 1 1,-2-1-1,1 1 0,-1-1 0,-1 1 1,0 1-1,0-1 0,-1 1 0,0 0 1,0 1-1,-1 0 0,0 0 0,-1 0 1,0 1-1,0 1 0,0-1 0,-1 2 1,0-1-1,0 1 0,-1 1 0,1 0 1,-1 0-1,-6-1-21,6 5 0,1 0 0,-1 1 0,1 0 0,-1 1 0,1 0 0,0 0 0,0 1 0,0 0 0,0 1 0,0 0 0,1 1 0,-1 0 0,1 1 0,1-1 0,-1 2 0,-5 5 0,-30 24 0,3 3 0,1 1 0,2 2 0,2 2 0,-24 39 0,9-9 0,3 1 0,4 3 0,3 2 0,-22 61 0,46-96 0,1 1 0,3 1 0,1 0 0,3 0 0,2 1 0,1 0 0,3 1 0,2-1 0,4 30 0,-3-71 0,0 1 0,1-1 0,0 0 0,0 1 0,1-1 0,0 0 0,0 0 0,0 0 0,1 0 0,0 0 0,1-1 0,-1 1 0,1-1 0,1 0 0,-1 0 0,1 0 0,0-1 0,0 0 0,0 0 0,1 0 0,0 0 0,0-1 0,0 0 0,1 0 0,-1-1 0,1 0 0,0 0 0,0 0 0,0-1 0,2 1 0,27 3 0,-1-2 0,1-1 0,0-2 0,0-1 0,-1-2 0,1-1 0,0-2 0,-1-1 0,0-2 0,-1-2 0,0-1 0,0-1 0,-1-2 0,0-2 0,-2 0 0,0-2 0,-1-2 0,-1-1 0,0-1 0,12-13 0,-4 1 0,-1-2 0,-2-1 0,-2-1 0,-1-2 0,-3-1 0,-1-1 0,-1-2 0,-3 0 0,-2-2 0,-2 0 0,-1-1 0,-3-1 0,-2-1 0,-2 0 0,-2 0 0,-3-1 0,-1 0 0,-3 0 0,-4-49 0,-2 76 0,-2 0 0,-1 1 0,0 0 0,-2 0 0,0 0 0,-2 1 0,0 1 0,-1 0 0,-1 0 0,-1 1 0,-1 1 0,-8-7 0,22 22-31,0 1-1,0 0 1,0 0 0,0 0 0,-1 1-1,1-1 1,-1 0 0,1 0 0,-1 1-1,0-1 1,0 1 0,0-1 0,1 1-1,-1 0 1,-1 0 0,1 0-1,0 0 1,0 0 0,0 0 0,0 1-1,-1-1 1,1 1 0,0-1 0,-1 1-1,1 0 1,0 0 0,0 0 0,-1 0-1,1 0 1,0 1 0,-1-1-1,1 1 1,0-1 0,0 1 0,-1 0-1,1 0 1,0 0 0,0 0 0,0 0-1,0 1 1,0-1 0,1 0 0,-1 1-1,0-1 1,0 1 31,-18 28-2146</inkml:trace>
  <inkml:trace contextRef="#ctx0" brushRef="#br1" timeOffset="200371.556">2177 7781 28054,'0'0'713,"-19"-1"57,-62-4-299,79 4-452,1 0 1,0 0 0,0 0-1,0 1 1,0-1-1,0 0 1,-1 1 0,1-1-1,0 1 1,-1 0-1,1-1 1,0 1 0,-1 0-1,1 0 1,0 0-1,-1 0 1,1 0 0,0 0-1,-1 0 1,1 0-1,0 0 1,-1 1 0,1-1-1,0 1 1,-1-1-1,1 1 1,0-1 0,0 1-1,0 0 1,-1-1-1,1 1 1,0 0 0,0 0-1,0 0 1,0 0 0,0 0-1,1 0 1,-1 0-1,0 0 1,0 0 0,1 1-1,-1-1 1,1 0-1,-1 0 1,1 1 0,-1-1-1,1 0 1,0 1-1,-1-1 1,1 1-20,27 10 237,223-10 293,20-33-253,84-22-34,399-56 249,345 10-492,-460 80 0,118 32 0,-475 4 0,-1 12 0,-1 13 0,70 28 0,-77 15 0,-265-84 0,-1 2 0,1-1 0,-1 1 0,1 0 0,-1 0 0,0 0 0,-1 1 0,1 0 0,0 0 0,-1 1 0,0-1 0,0 1 0,-1 0 0,1 1 0,-1-1 0,0 1 0,0 0 0,-1 0 0,0 0 0,0 0 0,0 1 0,-1-1 0,1 5 0,-3-6 0,0 0 0,-1 0 0,0 0 0,0 0 0,0 0 0,-1 0 0,1 0 0,-1 0 0,0-1 0,-1 1 0,1-1 0,-1 1 0,0-1 0,0 0 0,0 0 0,0 0 0,-1-1 0,0 1 0,0-1 0,0 0 0,0 0 0,0 0 0,0 0 0,-1-1 0,0 0 0,1 0 0,-1 0 0,-3 0 0,-162 74 0,-98 16 0,-874 222 0,-1142 230 0,1972-477 0,-2566 494 0,2604-522 0,235-34 0,-215 9 0,252-14 0,1 0 0,0 0 0,-1 0 0,1 0 0,-1 0 0,1 0 0,0 0 0,-1 0 0,1-1 0,-1 1 0,1-1 0,0 1 0,0-1 0,-1 1 0,1-1 0,0 0 0,0 1 0,0-1 0,-1 0 0,1 0 0,0 0 0,0 0 0,0 0 0,1 0 0,-1 0 0,0-1 0,0 1 0,1 0 0,-1 0 0,0-1 0,1 1 0,-1 0 0,1-1 0,0 1 0,-1 0 0,1-1 0,0 1 0,0 0 0,0-1 0,0 1 0,0-1 0,33-59 0,107-73 0,125-62 0,109-43 0,-26 42 0,8 15 0,8 15 0,7 17 0,6 16 0,5 17 0,390-66 0,-527 142 0,1 10 0,2 12 0,0 10 0,236 24 0,-172 29 0,-213-28 0,-119-11 0,-721 17-1807,541-21-939</inkml:trace>
  <inkml:trace contextRef="#ctx0" brushRef="#br1" timeOffset="201747.866">7630 3570 28918,'0'0'698,"0"0"-124,0 0-175,0 0-135,0 0-49,-2-1-70,6 9 25,156 163 307,229 313 3,-11 32-480,-96-102 86,-20 12-1,-18 11 0,-19 11 1,-20 9-1,33 156-85,-103-235 0,31 101 0,21-9 0,186 328 0,-261-596 0,108 142 0,-178-293 0,-34-98-117,-28-222-3549,-6 105-4434</inkml:trace>
  <inkml:trace contextRef="#ctx0" brushRef="#br1" timeOffset="202117.632">11692 3593 28574,'0'0'894,"0"0"-204,-1 23-159,1-6-416,0-3-23,0 0 1,-1 0 0,0 0 0,-1 0-1,-1 0 1,0 0 0,-1-1 0,-1 0 0,0 0-1,0 0 1,-3 3-93,-155 224 848,4-31-760,-54 61-81,-43 58-7,-1072 1454 0,905-1152 0,-311 628 0,427-633 0,63-86-157,78-152-821,41-126-920</inkml:trace>
  <inkml:trace contextRef="#ctx0" brushRef="#br1" timeOffset="205163.905">6560 10381 29974,'-11'-20'485,"-182"-321"-7,180 320-438,-2-8 66,-1 1 1,-1 1-1,-2 0 0,0 2 0,-2 0 0,-1 1 0,-1 1 0,0 1 1,-2 1-1,-1 1 0,0 2 0,-25-13-106,25 21 26,0 2 0,-1 0-1,0 2 1,0 1 0,0 1 0,-1 2 0,0 0-1,1 2 1,-1 1 0,1 1 0,-1 2 0,1 0-1,0 2 1,0 1 0,1 1 0,0 1 0,0 2-1,1 0 1,0 2 0,-20 14-26,-36 37 0,3 4 0,3 3 0,3 3 0,3 3 0,-49 74 0,-9 4 0,7 5 0,7 5 0,8 5 0,7 4 0,7 5 0,-65 186 0,112-214 0,6 2 0,6 2 0,8 1 0,6 0 0,7 2 0,7-1 0,15 146 0,16-90 0,8-2 0,10-2 0,9-2 0,9-2 0,9-4 0,8-2 0,9-5 0,105 167 0,-113-211 0,6-3 0,7-5 0,6-4 0,6-4 0,55 48 0,-144-161 0,0-2 0,2 0 0,0-1 0,1-1 0,0-1 0,2 0 0,0-2 0,0-1 0,1 0 0,1-2 0,0-1 0,1 0 0,0-2 0,0-1 0,0-1 0,1-1 0,0-1 0,0-2 0,0 0 0,1-2 0,19-2 0,-15-7 0,0 0 0,-1-2 0,0-1 0,-1-2 0,-1-1 0,0-1 0,-1-1 0,0-1 0,-2-2 0,0 0 0,-1-2 0,-1-1 0,19-25 0,71-91 0,-7-5 0,-6-4 0,-6-5 0,-8-3 0,8-35 0,50-96 0,-13-6 0,-13-6 0,-13-4 0,-13-5 0,35-231 0,-99 356 0,-7-2 0,-9 0 0,-8 0 0,-7 0 0,-19-98 0,4 150 0,-7 1 0,-5 1 0,-6 2 0,-5 1 0,-6 2 0,-41-74 0,57 135 0,-3 2 0,-3 1 0,-3 2 0,-2 2 0,-44-47 0,67 83 0,-2 2 0,0 0 0,-1 1 0,-1 2 0,-1 0 0,-1 1 0,0 2 0,-1 0 0,0 2 0,-1 1 0,0 1 0,-1 1 0,0 2 0,0 1 0,-27-3 0,14 9 0,0 2 0,0 2 0,0 2 0,0 1 0,1 2 0,0 2 0,0 1 0,2 3 0,0 1 0,0 1 0,2 3 0,0 0 0,-26 22 0,-43 40 94,102-79-138,1-1 1,-1 2-1,1-1 1,0 0-1,0 0 0,1 1 1,-1-1-1,1 1 1,-1-1-1,1 1 0,0-1 1,0 1-1,1 0 1,-1 0-1,1 0 0,0-1 1,0 1-1,0 0 1,1 0-1,-1-1 0,1 1 1,0 0-1,0 0 1,0-1-1,0 1 0,1-1 1,-1 1-1,1-1 1,0 0-1,0 1 0,1 0 44,27 28-2191</inkml:trace>
  <inkml:trace contextRef="#ctx0" brushRef="#br1" timeOffset="206352.428">16345 4179 21309,'0'0'4965,"0"0"-3297,0 0-940,0 0-250,-19 14-81,-60 51 44,74-59-398,-1 0-1,2 0 1,-1 0-1,1 1 1,0 0-1,0-1 0,1 1 1,0 1-1,0-1 1,1 0-1,-1 1 1,2-1-1,-2 7-42,-3 14 89,-156 631 687,28 6 1,11 155-777,39 92 516,34 533-516,48 4026 71,-52-3992-71,21-773 0,30-630 0,-7 141 0,10 0 0,11 23 0,-4-184 0,1 0 0,3-1 0,3 0 0,6 12 0,-19-59 0,1-1 0,-1 1 0,2-1 0,-1 0 0,1 0 0,0 0 0,0 0 0,1 0 0,0-1 0,0 1 0,1-1 0,-1 0 0,2-1 0,-1 1 0,0-1 0,1 0 0,0 0 0,0 0 0,1-1 0,-1 0 0,1-1 0,0 1 0,0-1 0,0 0 0,7 1 0,4-3 0,1 0 0,-1-1 0,0-1 0,0-1 0,0 0 0,0-2 0,0 0 0,0-1 0,-1 0 0,0-2 0,2-1 0,67-34 0,-2-4 0,-2-4 0,-3-3 0,-2-4 0,-2-3 0,65-68 0,55-65 0,-9-9 0,-8-8 0,-10-7 0,-9-8 0,-11-6 0,-9-6 0,-11-6 0,-11-6 0,-11-4 0,69-255 0,-91 207 0,-14-4 0,-13-2 0,-13-3 0,-12-30 0,13-1253 0,-55 972 0,-26 0 0,-27 3 0,-27 3 0,-30-5 0,11 175 0,-21 6 0,-18 5 0,-19 8 0,-112-188 0,194 441-26,-7 4 0,-8 4 0,-6 5 0,-8 5 0,-6 4 0,-102-95 26,-18-2-1642,178 161-1448,12 0-5849</inkml:trace>
  <inkml:trace contextRef="#ctx0" brushRef="#br1" timeOffset="206800.513">17259 2483 26494,'-4'-205'2779,"-1"111"-2622,-4 0 0,-4 0 0,-5 1 0,-3 0-157,20 83 43,0 0 0,-1 0 0,0 1 0,-1-1 0,1 1-1,-2-1 1,1 1 0,-2 0 0,1 0 0,-1 1 0,0-1 0,-1 1 0,0 0 0,0 0-1,-1 1 1,0 0 0,0 0 0,-1 1 0,1 0 0,-1 0 0,-1 1 0,1-1 0,-1 2-1,0 0 1,-8-3-43,0 5 17,-1 1 0,1 0 0,-1 1 0,1 1-1,0 1 1,-1 1 0,1 0 0,0 1 0,0 1 0,1 0-1,-1 2 1,1 0 0,-1 1-17,-175 113 103,99-44-60,4 4 1,3 4 0,5 3-1,3 4 1,4 3 0,4 3-1,5 4 1,4 2-1,5 2 1,4 3 0,-17 62-44,48-112 24,2 0-1,3 1 1,3 1 0,3 1 0,2 0-1,1 39-23,4-84 13,2 0-1,0 0 0,1 0 1,0 1-1,1-1 0,2 0 0,-1 0 1,2 0-1,0 0 0,1-1 0,1 0 1,1 0-1,0 0 0,1-1 0,0 0 1,1 0-1,1-1 0,0 0 0,1-1 1,1 0-1,0 0 0,1-2 0,0 0 1,0 0-1,1-1 0,7 3-12,3-5 14,1 0 1,0-2-1,0-1 0,0-1 0,0-1 0,1-1 0,0-1 1,-1-2-1,1 0 0,0-2 0,-1-1 0,0-1 1,0-1-1,0-1 0,-1-1 0,0-1 0,0-1 0,-1-2 1,2-1-15,15-11 7,-1-1 0,0-1 0,-2-3 1,-2-1-1,0-1 0,-2-2 0,-2-1 0,-1-2 1,-1-1-1,-2-1 0,-2-1 0,5-15-7,8-19 9,-3-1 1,-4-1-1,-3-2 0,-4-1 0,-3-1 0,7-53-9,-13 39-13,-3 1 1,-5-2-1,-3 1 1,-5 0-1,-9-63 13,7 129-28,-1 0 0,-2-1 0,0 1 0,-2 1 0,0 0 0,-2 0 0,-1 0 0,-1 1 0,-2 1 0,-8-12 28,10 21-130,-1 1-1,0 0 1,-2 0-1,1 1 0,-2 1 1,1 1-1,-2 0 1,1 1-1,-2 1 1,-16-7 130,-58-12-2337</inkml:trace>
  <inkml:trace contextRef="#ctx0" brushRef="#br1" timeOffset="214897.415">5603 14999 27630,'0'0'2082,"0"0"-1474,-30 20-511,-206 149 203,70-16-181,8 7-1,7 7 1,7 7-1,8 5 1,8 7-1,-69 137-118,190-310 2,-35 57 18,3 1 1,4 2 0,-8 28-21,24 8 23,20-106-23,0 0 0,1 1 0,-1-1 1,1 0-1,-1 0 0,1 0 0,0-1 1,0 1-1,0 0 0,0-1 0,1 1 1,-1-1-1,1 0 0,-1 0 0,1 0 1,0 0-1,0 0 0,0 0 0,0-1 1,0 0-1,0 1 0,0-1 0,1 0 1,1 0-1,0 1 0,33 10 4,0-2 0,1-1 0,0-2 0,0-2 0,0-2 0,1-1-1,-1-2 1,1-2 0,16-3-4,-7 1 2,-1-2 0,-1-2 0,1-2 0,-1-2 0,-1-2 0,-1-2-1,0-2 1,-1-2 0,-1-2 0,0-1 0,-2-3 0,-1-1 0,-2-2 0,23-22-2,-52 44 16,0-1 1,-1 1-1,1-1 1,-1-1-1,-1 0 1,0 0-1,0 0 1,-1-1-1,0 0 1,0 0 0,-1 0-1,-1-1 1,0 0-1,0 0 1,-1 0-1,-1 0 1,1 0-1,-2-1 1,0 1-1,0-1 1,-1 0-1,0 1 1,-2-8-17,-82-97 316,-151-141 97,34 39-338,-127-183-75,316 386-39,0-1-1,1 0 1,1 0-1,0-1 1,1-1-1,1 1 1,1-1-1,1-1 1,0 1-1,0-6 40,5 21-70,1 1 0,0-1 0,0 0 0,0 1-1,0-1 1,0 0 0,0 1 0,0-1 0,1 1 0,0-1-1,-1 0 1,1 1 0,0-1 0,0 1 0,0 0-1,1-1 1,-1 1 0,0 0 0,1 0 0,0 0 0,-1 0-1,1 0 1,0 0 0,0 0 0,0 0 0,0 1 0,0-1-1,1 1 1,0-1 70,37-15-3019</inkml:trace>
  <inkml:trace contextRef="#ctx0" brushRef="#br1" timeOffset="215782.851">16499 2045 26574,'-5'-27'1868,"-18"-88"-1188,19 96-584,-1 1 1,-1 0-1,0 0 0,-2 1 0,0 0 0,-1 0 0,0 1 0,-1 0 1,-1 0-1,-1 1-96,9 10 38,0 0 0,-1-1 1,0 1-1,0 1 0,0-1 1,0 0-1,0 1 0,-1 0 0,0 0 1,0 1-1,0-1 0,0 1 1,-1 0-1,1 0 0,-1 1 0,0 0 1,0 0-1,0 0 0,0 0 1,0 1-1,0 0 0,0 1 1,0-1-1,-1 1 0,1 0 0,0 1 1,0-1-1,-5 2-38,-8 7 20,0 0-1,0 1 1,1 1-1,1 1 1,0 1 0,0 0-1,1 1 1,1 0-1,0 2 1,1-1 0,-5 10-20,19-25 0,-94 111 55,5 3 1,5 4-1,6 3 0,-33 72-55,77-130 34,3 1-1,2 1 1,3 2-1,3 1 1,4 1-1,2 0 1,3 1-1,3 1 1,4 0-1,2 0 0,4 28-32,0-87 3,0 0 1,1 0 0,1 0 0,0 0 0,0-1-1,1 1 1,1 0 0,0 0 0,0-1 0,1 0-1,1 1 1,0-1 0,0-1 0,1 1 0,1-1-1,0 0 1,0-1 0,1 1 0,0-2 0,0 1 0,1-1-1,0 0 1,1-1 0,-1 0 0,2 0 0,-1-1-1,1-1 1,1 1-5,16 0 8,1 0 0,0-2-1,1-2 1,-1 0 0,1-2-1,-1-1 1,0-2 0,1-1 0,9-3-8,12-7 12,-2-2 0,0-3 1,-1-2-1,0-1 1,-2-3-1,-1-2 1,-2-2-1,0-1 1,-2-3-1,-1-1 1,-2-2-1,-2-1 1,-1-2-1,-2-2 1,-1-1-1,-3-1 1,-1-2-1,-3 0 0,-1-2 1,9-30-13,-13 23 0,-2-1 0,-3-1 0,-3 0 0,-1-1 0,-4 0 0,-2 0 0,-2-56 0,-2 73-13,-1 1 0,-3 0-1,-1 0 1,-2 1 0,-1-1 0,-2 1 0,-2 0-1,-2 1 1,-1 1 0,-14-26 13,20 48-48,0 0-1,-1 1 1,0 0-1,-1 1 1,-1 0 0,0 0-1,-1 1 1,0 1-1,0 0 1,-1 1 0,0 0-1,-1 1 1,0 0-1,0 1 1,-1 1 0,0 0-1,0 1 1,0 0-1,0 2 1,-1-1 0,-3 2 48,-102-19-2239,-3 12-3992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42:16.03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2904 4861 800,'0'0'22129,"-4"-17"-16817,-33-103-3403,39 167-1134,20 180-317,-20-4-233,-28 365 591,-80 440-816,42-484 152,-38 758-138,55 269-14,46-947-2652,-4-775-810,-3 31-3442</inkml:trace>
  <inkml:trace contextRef="#ctx0" brushRef="#br0" timeOffset="348.896">3770 3239 24901,'0'0'3320,"34"-1"-2196,286-1-120,378 41-80,881 79-416,139 2-513,-1706-120-2,513 18-1070,238 49 1077,-640-49-1775,-45-8-1857</inkml:trace>
  <inkml:trace contextRef="#ctx0" brushRef="#br0" timeOffset="698.714">8768 3786 25645,'0'0'2425,"0"0"-1853,11 28-431,89 261 589,-70-127-472,-8 1-1,-6 1 1,-8 1 0,-6 0-1,-12 53-257,-67 574 495,44-520-299,-358 4441 1079,369-4063-1280,-49 883-185,67-1474 78,0 35-424,-5-1 0,-3 0 1,-4-1-1,-4 0 0,-22 53 536,-4-49-5517,2-43-8305</inkml:trace>
  <inkml:trace contextRef="#ctx0" brushRef="#br0" timeOffset="1083.271">1786 12570 30471,'21'0'757,"314"0"-218,-23 1-378,1435 78 678,93 12-839,336-90-1,-1787-17-981,-296-3-3748,-51-7-12042</inkml:trace>
  <inkml:trace contextRef="#ctx0" brushRef="#br0" timeOffset="1979.286">3198 5760 18940,'0'0'8022,"0"0"-5819,0 0-1523,0 0-139,0 0-3,-15 10 18,8-5-475,-39 21 173,45-26-248,0 0 0,0 0 0,0 0 0,0 0 0,0 0 0,1 0 0,-1 0 0,0 0 0,0 0 0,0-1 0,0 1 0,0 0 0,0 0 0,0-1 0,0 1 0,1-1 0,-1 1 0,0-1 0,0 1-1,1-1 1,-1 1 0,0-1 0,1 0 0,-1 1 0,0-1 0,1 0 0,-1 0 0,1 0 0,-1 1 0,1-1 0,0 0 0,-1 0 0,1 0 0,0 0 0,0 0 0,-1 0 0,1 1 0,0-1 0,0 0 0,0 0 0,0 0 0,0 0 0,0 0 0,0 0 0,1 0 0,-1 0 0,0 0 0,0 0 0,1 1 0,-1-1 0,0 0 0,1 0 0,-1 0 0,1 1 0,-1-1-1,2-1-4,8-37 81,1 0 1,3 1-1,1 1 0,2 0 1,1 1-1,21-30-82,-16 24 39,-6 12-20,64-118 14,7 3-1,71-85-32,-153 222 0,-2 2 0,0-1 0,0 1 0,0 1 0,1-1 0,-1 0 0,2 1 0,-1 0 0,0 0 0,1 1 0,0-1 0,0 1 0,0 1 0,1-1 0,-1 1 0,1 0 0,0 0 0,0 1 0,0 0 0,0 0 0,13 19 0,1 161 0,-6 436 0,-15-613 0,0 1 0,-1-1 0,1 0 0,0 0 0,0 0 0,-1 0 0,1 0 0,0 0 0,0 1 0,0-1 0,0 0 0,0 0 0,0 0 0,1 0 0,-1 1 0,0-1 0,1 0 0,-1 0 0,0 0 0,1 0 0,-1 0 0,1 0 0,0 0 0,-1 0 0,1 0 0,0 0 0,0 0 0,-1-1 0,1 1 0,0 0 0,0 0 0,0-1 0,0 1 0,0-1 0,0 1 0,0-1 0,0 1 0,0-1 0,0 1 0,1-1 0,48-103 0,36-71 0,8 3 0,92-123 0,-178 282 0,-5 5 0,1 1 0,-1-1 0,1 1 0,1 0 0,-1 0 0,1 1 0,0-1 0,0 1 0,0 0 0,1 0 0,0 1 0,0 0 0,0 0 0,0 0 0,1 1 0,-1 0 0,1 0 0,0 0 0,3 0 0,6 18 0,-14 153 0,-72 273 0,70-351 0,0-89-9,1 0 0,-1-1 0,0 1 0,0 0 0,0-1 0,1 1 0,-1 0 0,0-1 0,1 1 0,-1-1 0,1 1 0,-1-1 0,1 1 0,-1-1 0,1 1 0,-1-1 0,1 1-1,-1-1 1,1 1 0,-1-1 0,1 0 0,0 0 0,-1 1 0,1-1 0,0 0 0,-1 0 0,1 1 0,0-1 0,-1 0 0,1 0 0,0 0 0,-1 0 0,1 0 0,0 0 0,-1 0 0,1 0 0,0-1 0,-1 1 0,1 0 0,0 0 0,-1-1 0,1 1 0,0 0 0,-1 0 0,1-1 0,-1 1 0,1-1 0,-1 1 0,1-1 0,-1 1 0,1-1-1,-1 1 1,1-1 0,-1 1 0,0-1 0,1 1 0,-1-1 0,0 0 0,1 1 0,-1-2 9,26-35-858,0-18-3605,-3-5-10726</inkml:trace>
  <inkml:trace contextRef="#ctx0" brushRef="#br0" timeOffset="2266.21">4680 4529 25213,'0'0'4315,"0"0"-3116,0 0-965,26 8-47,88 29 85,-102-34-222,1 2 0,-1 0-1,1 0 1,-1 1 0,-1 1 0,1-1 0,-1 2 0,-1 0-1,1 0 1,-1 1 0,-1 0 0,0 1 0,0 0-1,-1 1 1,0-1 0,-1 2 0,6 10-50,-9-13-4,0 1 1,-1 0 0,0 0-1,-1 0 1,0 0-1,0 0 1,-1 0-1,0 0 1,-1 1-1,0-1 1,-1 0 0,0 1-1,-1-1 1,0 0-1,0 0 1,-1 0-1,-1 0 1,1-1-1,-1 1 1,-1-1 0,0 0-1,0 0 1,-1-1-1,0 1 1,-1-1-1,0-1 1,-4 5 3,-3 3-164,-2-1 0,1 0-1,-2-1 1,1-1 0,-2-1 0,0 0 0,0-1 0,-1-1-1,0-1 1,0-1 0,-1 0 0,0-1 0,-5-1 164,-42 4-1927,9-8-1445</inkml:trace>
  <inkml:trace contextRef="#ctx0" brushRef="#br0" timeOffset="2548.844">4610 4628 7498,'0'0'17755,"0"0"-13538,2 29-3533,-1-16-610,3 23 109,-2 1 0,-1 0 1,-2 0-1,-2 0 0,-6 28-183,-125 401 709,51-202-1143,76-231-1424,24-65 194,-15 27 1729,31-64-3664,38-71-16466,-33 83 17038,-32 49 4720,1 0-1,0 0 1,0 1-1,0 0 1,1 1-1,0-1 1,1 2 0,-1-1-1,1 1 1,0 0-1,0 1 1,1 0-1,0 0 1,-1 1 0,8-1-1693,48 24 2634,-6 85-1194,-56-97-1445,-1 1-1,2 0 0,-1-1 0,1 0 0,0 0 0,1 0 1,0 0-1,0-1 0,1 1 0,-1-1 0,2-1 0,-1 1 1,3 1 5,18 5-835,0-10-879</inkml:trace>
  <inkml:trace contextRef="#ctx0" brushRef="#br0" timeOffset="2949.302">5366 4575 26262,'0'0'3360,"0"0"-2438,20 1-765,129 16 133,-130-13-211,-5-3-97,0 1 1,0 0-1,0 1 1,-1 1 0,1 0-1,-1 0 1,0 2-1,0 0 1,0 0-1,-1 1 1,0 0-1,0 1 1,-1 1-1,0 0 1,0 0-1,-1 1 1,0 1-1,-1-1 1,0 1-1,-1 1 1,2 3 17,-17 2-4132,-29-29 2670,29 9 1297,0-1 328,0 1-1,-1-1 1,0 2 0,1-1 0,-1 1-1,0 0 1,0 1 0,0 0-1,0 0 1,0 1 0,0 0-1,0 0 1,0 1 0,-1 0 0,1 0-1,1 1 1,-1 0 0,0 1-1,0-1 1,1 1 0,0 1-1,-1 0 1,1 0 0,1 0 0,-1 1-1,0 0 1,1 0 0,0 0-1,0 2-162,-16 28 180,3 0-1,0 2 0,3 0 1,1 1-1,1 1 0,3 0 1,1 0-1,1 1 0,2 9-179,-16 53-281,3-21-930,2-17-1743</inkml:trace>
  <inkml:trace contextRef="#ctx0" brushRef="#br0" timeOffset="3215.112">5454 5109 28702,'0'0'1144,"0"0"-704,142-27-263,-81 19-105,-6 6-72,-7 2-273,-17 0-1151,-18 0-7562</inkml:trace>
  <inkml:trace contextRef="#ctx0" brushRef="#br0" timeOffset="3549.335">5348 5626 26686,'0'0'3019,"0"0"-2056,0 0-596,23-1-51,-18 1-296,16-1 51,1 0-1,-1-2 1,0 0 0,0-2-1,0 0 1,-1-1-1,11-5-70,518-211-2288,-362 157-4707,4 5-8432,-189 60 15367,47-16 2674,-43 15-1684,0-1-1,0-1 0,-1 1 1,1-1-1,-1 0 1,0 0-1,0 0 0,0-1 1,0 1-1,-1-1 0,1 0 1,-1-1-1,0 1 0,0-1 1,-1 0-1,0 0 0,1 0 1,-1 0-1,0-1-929,4-23 453,-1 1 0,-1-1 0,-1 1 0,-2-1 0,-1 0 0,-2-19-453,2 8 224,0 1-67,1 29-105,0-1 0,-1 0 0,0 0 1,-1 0-1,0 0 0,0 0 1,-2 0-1,1 0 0,-1 0 0,-1 1 1,0-1-1,-1 1 0,1-1 0,-2 1 1,0 1-1,0-1 0,-1 0 0,0 1 1,-6-6-53,5 11 30,0 1 1,-1 0 0,0 0-1,0 1 1,0 0-1,0 1 1,0 0 0,0 0-1,0 1 1,0-1 0,0 2-1,0-1 1,0 1-1,0 1 1,0-1 0,0 1-1,0 1 1,0-1-1,1 1 1,-1 1 0,1 0-1,0-1 1,0 2 0,-4 2-31,-6 6 22,1 1 1,1 0 0,0 1 0,0 0 0,2 1 0,0 1 0,1 0 0,0 1 0,2 0 0,0 1 0,1 0 0,1 0 0,0 1 0,2 0 0,0 1-1,2-1 1,0 1 0,1 0 0,1 0 0,1 0 0,1 11-23,0-15 0,1 0-1,1 0 1,0 0-1,1 0 1,1 0 0,0-1-1,1 1 1,1-1-1,1 0 1,0-1 0,1 0-1,0 0 1,2 0-1,0-1 1,0-1-1,1 1 1,1-2 0,0 0-1,0 0 1,2-1-1,-1-1 1,1 0 0,1-1-1,0 0 1,0-1-1,9 3 1,-19-8-90,1 0-1,-1-1 1,1 1-1,0-1 1,-1 0-1,1-1 0,0 1 1,0-1-1,0-1 1,1 1-1,-1-1 1,0 0-1,0 0 1,0 0-1,0-1 0,0 0 1,0-1-1,0 1 1,0-1-1,0 0 1,0 0-1,-1-1 1,1 0-1,-1 0 0,0 0 1,0-1-1,0 1 1,0-1-1,0 0 1,-1-1-1,1 0 91,6-26-2739</inkml:trace>
  <inkml:trace contextRef="#ctx0" brushRef="#br0" timeOffset="3750.307">6464 5198 24221,'0'0'5337,"0"0"-4641,0 0-103,22 115-241,15-72 88,7 2 0,4-1-248,0 1-120,1-3-64,-5-1-8,-9-7-344,-16-15-336,-10-7-1177,-9-12-13930</inkml:trace>
  <inkml:trace contextRef="#ctx0" brushRef="#br0" timeOffset="4216.919">3904 3873 5185,'0'0'22357,"0"0"-21181,0 0-376,0 0-120,285 2 17,-7 1-169,51 3-184,22 8-160,-12 8-104,-25 11-80,8 3-48,-74-8-344,-47-13-1617</inkml:trace>
  <inkml:trace contextRef="#ctx0" brushRef="#br1" timeOffset="10409.981">6192 3940 29918,'0'0'822,"-29"-3"-307,-208-20 110,-57-16 127,-338-27-617,512 61-135,0 4 0,0 6 0,0 4 0,1 6 0,-62 19 0,78-5 0,2 6 0,2 3 0,1 5 0,3 4 0,1 4 0,3 4 0,0 6 0,-207 144 0,-106 106 0,370-285 0,0 1 0,2 2 0,2 0 0,0 3 0,2 0 0,1 2 0,2 1 0,2 1 0,1 1 0,1 0 0,2 2 0,2 0 0,2 2 0,2-1 0,1 2 0,2 0 0,-2 26 0,9-27-7,3-1 1,1 1-1,2-1 0,1 0 1,3 0-1,1 0 0,2-1 1,1 0-1,2-1 0,2 0 1,2-1-1,1-1 0,2 0 1,1-2-1,1 0 0,3-2 1,0 0-1,2-2 0,1-1 1,1-1-1,19 12 7,21 3-2,3-2-1,1-4 1,2-3-1,1-3 1,1-4 0,2-3-1,0-3 1,2-4 0,36 1 2,104 14 15,1-11 1,1-8 0,0-11-1,35-11-15,-77-7 1,-1-7-1,-1-8 1,-1-7-1,-3-9 1,89-38-1,-173 53-2,-2-5 0,-1-3-1,-1-4 1,-3-3 0,-2-5 0,-3-2 0,-1-5 0,-4-2-1,-2-4 1,-3-3 0,58-73 2,-89 95 2,-3-1-1,-1-2 1,-2-1 0,-3-2 0,-1-1-1,-4-1 1,-1-1 0,-3-1-1,-3 0 1,-1-2 0,-4 0 0,-2-1-1,-2 1 1,-3-8-2,-6 37 3,-1 0-1,-1 1 1,-2-1-1,-1 1 1,-1 0-1,-1 0 1,-2 0 0,0 1-1,-2 1 1,-1 0-1,-1 1 1,-1 0-1,-2 1 1,-3-4-3,-39-43 5,-3 2 0,-2 3 0,-4 2 0,-2 4 0,-3 3 0,-2 3 0,-2 3 0,-3 4 0,-1 3 0,-3 4 0,-1 4 0,-67-19-5,56 22-11,-1 4 0,-1 5 0,-1 4 0,-1 4-1,0 5 1,-1 4 0,0 5 0,0 4 0,0 4 0,1 4 0,0 6 0,-71 20 11,-59 34-1519,3 11 1,-191 98 1518,209-82-5152</inkml:trace>
  <inkml:trace contextRef="#ctx0" brushRef="#br1" timeOffset="11499.273">2082 5173 28662,'0'0'1594,"0"0"-981,0 0-302,-19 14 144,-63 44 106,78-55-525,0-1 0,0 1-1,0 0 1,-1-1 0,1 0-1,-1 0 1,1 0 0,-1-1 0,0 1-1,0-1 1,0-1 0,0 1-1,0 0 1,0-1 0,0 0 0,-3-1-36,-12 1-1,-148 0 1,-1-7 0,1-8 0,1-6 0,-21-13 0,111 18 0,2-3 0,0-3 0,2-4 0,0-3 0,2-2 0,1-4 0,-50-35 0,91 51 0,0-1 0,2-1 0,0-2 0,2 0 0,0-2 0,2 0 0,1-2 0,1-1 0,1 0 0,1-1 0,2-1 0,1-1 0,1-1 0,2 0 0,1 0 0,2-2 0,1 1 0,-1-17 0,4 13 0,1 0 0,2 0 0,2 0 0,1-1 0,2 1 0,1 0 0,3 0 0,0 0 0,3 0 0,1 1 0,5-9 0,2 6 0,3 1 0,0 1 0,3 1 0,1 2 0,1 0 0,2 1 0,1 2 0,2 0 0,25-19 0,23-12 0,2 3 0,3 3 0,54-24 0,142-65 0,7 11 0,110-26 0,-308 122 0,3 4 0,0 3 0,2 5 0,1 4 0,1 4 0,0 4 0,54 1 0,-142 12 0,0 0 0,1 0 0,-1 1 0,0 0 0,0 0 0,0 1 0,1 0 0,-1 0 0,0 0 0,0 1 0,-1 1 0,1-1 0,0 1 0,-1 0 0,1 0 0,-1 1 0,0 0 0,0 0 0,0 0 0,-1 1 0,1 0 0,-1 0 0,0 0 0,-1 1 0,1-1 0,-1 1 0,0 0 0,-1 1 0,1-1 0,0 4 0,-5-7-89,0 0-1,0 1 1,0-1-1,-1 0 1,0 0-1,1 0 1,-1 0-1,0 0 1,0 0 0,-1 0-1,1-1 1,0 1-1,-1-1 1,0 0-1,1 1 1,-1-1-1,0 0 1,0-1-1,0 1 1,-1-1 0,1 1-1,0-1 1,-1 0-1,1 0 1,0 0-1,-1-1 1,1 1-1,-3-1 90,-35 10-5633</inkml:trace>
  <inkml:trace contextRef="#ctx0" brushRef="#br1" timeOffset="11797.813">2646 1991 30695,'0'0'760,"-64"144"-416,29 10-40,-2 51 192,11 29-328,4 21-168,0-10 0,2-64-288,-2-39-4017</inkml:trace>
  <inkml:trace contextRef="#ctx0" brushRef="#br1" timeOffset="16043.624">2657 2707 26382,'0'0'2986,"0"0"-1925,0 0-663,0 0-146,0 0 9,20-12 16,145-79 50,-54 49-212,2 6-1,2 4 1,1 5-1,1 6 1,0 4-1,72 2-114,-153 11 21,537-31 84,483 37-105,-816 3 10,643 16-10,-2 38 0,510 115 0,757 241 0,1042 306 0,-3155-712 0,480 117 0,-6 23 0,21 32 0,-278-69-1639,-201-83-2363</inkml:trace>
  <inkml:trace contextRef="#ctx0" brushRef="#br1" timeOffset="16548.731">16635 4182 15091,'0'0'12252,"-25"-23"-9325,25 23-2926,-24-23 101,0 1-1,-2 2 1,0 0 0,-1 1 0,-1 2 0,-1 1-1,-1 1 1,-18-6-102,-51-7 161,-2 5 1,0 3-1,-1 6 0,-1 3 0,0 5 0,0 5 1,-49 7-162,-78 14 33,1 10 1,2 10-1,2 10 1,2 10 0,-198 82-34,-27 23 33,-98 69-33,533-231-42,0 1 0,1 1 0,-1 0 0,1 1-1,0 0 1,1 1 0,-1 0 0,1 1 0,1 0 0,0 0 0,0 1 0,0 1 0,1 0 0,1 0 0,-1 1 0,2 0-1,0 0 1,0 1 0,1 0 0,0 0 0,1 0 0,0 1 0,1-1 0,1 1 0,0 3 42,3-16-1325</inkml:trace>
  <inkml:trace contextRef="#ctx0" brushRef="#br1" timeOffset="17824.596">14193 3656 28854,'-2'-25'736,"-9"-82"-69,10 95-587,0 1 0,0-1 0,-1 1 0,-1-1-1,0 1 1,0 0 0,-1 0 0,0 0 0,-1 1 0,-1 0 0,1-1 0,-2 2-1,1-1 1,-1 1 0,-1 0 0,1 0 0,-2 1 0,1 0 0,-1 1 0,0 0-1,-1 0 1,1 1 0,-1 0 0,-1 1 0,1 0 0,-1 0 0,-5-1-80,-4 3 22,1 2 0,0-1 0,-1 2 0,1 1 0,-1 0 0,1 2 0,0 0 0,0 1 0,0 1 0,0 0 0,-6 5-22,-51 21 17,1 4-1,2 4 0,1 2 1,-51 41-17,-69 68 7,6 7 1,7 9-1,7 7 1,9 8-1,7 7 1,-10 32-8,-89 113 0,15 10 0,15 11 0,16 9 0,15 9 0,18 8 0,16 7 0,-101 380 0,207-550 0,9 2 0,10 2 0,9 1 0,11 1 0,9 67 0,8-153 0,7 0 0,5-1 0,6 0 0,7-1 0,13 31 0,7-23 0,5-1 0,7-3 0,6-3 0,6-2 0,5-4 0,6-3 0,65 74 0,11-9 0,8-8 0,8-7 0,8-7 0,58 33 0,-11-24 0,8-11 0,6-10 0,8-11 0,5-11 0,6-11 0,5-12 0,5-12 0,128 24 0,10-24 0,4-18 0,3-19 0,123-7 0,325-10 0,85-39 0,-188-22 0,-2-34 0,-3-32 0,-4-34 0,-5-33 0,-8-31 0,110-71 0,-347 75 0,-9-22 0,151-99 0,-389 163 0,-6-12 0,-6-10 0,-7-11 0,-8-10 0,18-32 0,-126 97 0,-6-5 0,-4-5 0,-6-4 0,-5-5 0,-6-5 0,-6-3 0,-7-4 0,-5-3 0,-6-3 0,-8-4 0,-5-2 0,11-70 0,-30 55 0,-8-2 0,-7-1 0,-8-1 0,-7 0 0,-8 0 0,-7-1 0,-7 1 0,-9 1 0,-6 2 0,-8 0 0,-30-73 0,-11 24 0,-9 3 0,-9 5 0,-10 4 0,-8 4 0,-9 6 0,-9 6 0,-7 5 0,-9 7 0,-7 6 0,-7 7 0,-8 7 0,-140-97 0,18 42 0,-9 13 0,-9 13 0,-8 14 0,-7 14 0,-6 14 0,-6 15 0,-162-32 0,41 43 0,-5 19 0,-4 22 0,-2 19 0,-3 21 0,-336 21 0,383 20 0,2 19 0,0 19 0,3 18 0,3 18 0,3 18 0,6 18 0,-38 33 0,-49 67 0,83 18-11,86 8-202,89-13-733,85-51-927,58-39-1853</inkml:trace>
  <inkml:trace contextRef="#ctx0" brushRef="#br1" timeOffset="18329.343">21974 7193 17844,'0'0'9666,"0"0"-7235,0 0-2052,26 2-54,-9-1-275,-1 1 0,1 1-1,-1 0 1,0 1 0,0 1 0,-1 0-1,1 1 1,-1 1 0,0 0-1,-1 1 1,0 1 0,0 0 0,0 1-1,-1 1-49,84 81 396,-4 5-1,36 52-395,-53-58 164,3-4-1,5-2 1,59 44-164,-102-102 10,1-1-1,0-2 1,2-2-1,1-1 1,1-3 0,0-2-1,1-2 1,1-2-1,0-2 1,0-2 0,1-2-1,0-2 1,0-3-1,0-1 1,20-5-10,-7 1 0,0-3 0,-1-2 0,0-3 0,-1-3 0,0-3 0,-1-2 0,-1-2 0,-2-3 0,0-3 0,2-4 0,110-77 0,-5-7 0,-5-7 0,-5-7 0,-6-6 0,14-29 0,867-870 0,-683 702-217,-235 225-870</inkml:trace>
  <inkml:trace contextRef="#ctx0" brushRef="#br1" timeOffset="24095.316">11613 2334 27118,'0'0'2110,"0"0"-1462,0 0-534,2 14-64,34 98 123,106 212 555,-118-255-625,3 0-1,3-3 1,2 0 0,4-2 0,27 35-103,-26-60 25,2-1 0,2-2-1,1-1 1,2-3 0,1-1 0,1-3 0,2-2 0,0-1 0,2-3 0,0-2 0,2-2 0,0-3 0,27 4-25,133 29 85,1-10 0,2-9 1,0-10-1,44-8-85,960 14 197,-396-14 85,265 57-282,-913-52 6,0 7 1,-2 8-1,-1 7 0,-2 8 1,-2 7-1,-3 8 1,-2 6-1,-4 8 0,10 14-6,-96-45 12,-2 4-1,-2 3 0,-2 3 0,-3 3 1,-3 2-1,-2 4 0,42 57-11,-38-28 7,-4 2 0,-5 2 0,-3 3 0,-5 2 0,30 99-7,-5 27-2,-10 4 1,1 60 1,-20-6 0,-12 2 0,-13 1 0,-15 157 0,-34 208 0,-28-2 0,-59 182 0,61-440 0,33-177 0,-9-2 0,-9-2 0,-10-2 0,-9-2 0,-9-4 0,-17 17 0,-3-81 0,87-135 0,-1-1 0,1 0 0,-1-1 0,1 1 0,-1-1 0,0 0 0,0 0 0,-1 0 0,1-1 0,0 0 0,-1 0 0,1 0 0,-1-1 0,0 0 0,0 0 0,0 0 0,1 0 0,-1-1 0,0 0 0,0-1 0,0 1 0,0-1 0,1 0 0,-1-1 0,0 1 0,1-1 0,-2-1 0,-119-95 0,36 24 0,-2 5 0,-4 4 0,-2 4 0,-3 4 0,-3 5 0,-1 4 0,-3 5 0,-1 5 0,-2 4 0,-1 5 0,-101-11 0,-73-7 0,-1 12 0,-2 13 0,-252 14 0,327 25-1467,173-14-971</inkml:trace>
  <inkml:trace contextRef="#ctx0" brushRef="#br1" timeOffset="25206.56">20801 4853 28150,'0'0'799,"0"0"-240,0 0-90,23 19 22,-3-1-374,-7-5-53,1 0 0,0-1 0,1-1 0,0-1 0,1 0 0,0-1 0,0 0 0,1-1 0,0-1 0,13 3-64,45 6 132,0-3 0,0-3-1,43-2-131,750 10 338,-630-19-315,-115 1-14,506 1 39,428 63-48,-822-36 6,-2 11 1,216 65-7,-355-75 15,0 3 1,-3 5 0,-1 3 0,-2 5 0,-1 3 0,-3 4 0,-3 3 0,31 30-16,18 32 61,-5 5 0,-5 5 0,-6 5 0,-6 5 0,-6 5 0,37 76-61,-17-5 54,-10 5-1,-10 4 0,-9 5 1,14 80-54,-23-5 2,-14 3 0,-13 3 1,-13 2-1,-3 182-2,-23-97 0,-18 32 0,-2-301 0,-5-1 0,-5 0 0,-6-1 0,-5-1 0,-5-1 0,-6-1 0,-5-2 0,-8 6 0,41-110 0,1-1 0,-2-1 0,0 1 0,0-1 0,-2 0 0,1-1 0,-2 0 0,1 0 0,-2-1 0,1 0 0,-1-1 0,-1 0 0,0-1 0,-1 0 0,-6 3 0,-36 9 0,-1-3 0,0-2 0,-1-2 0,-1-3 0,0-3 0,0-2 0,-1-3 0,0-2 0,-42-5 0,67 4 0,-196-13 3,1-10 0,2-10 1,-116-36-4,104 20-57,-2 9 0,-241-6 57,225 42-2834,183 1-2942</inkml:trace>
  <inkml:trace contextRef="#ctx0" brushRef="#br1" timeOffset="26358.796">25047 6143 27790,'19'7'620,"381"123"581,6-18-1,399 56-1200,-799-167 9,413 75 204,2-18-1,186-8-212,291-26 185,-167-9 186,465 79-371,-1036-72 44,-2 7-1,-2 7 1,-1 7-1,13 12-43,-95-28 26,0 5 0,-2 2 0,-1 3 0,-2 3 0,-2 3 0,-2 4-1,-2 1 1,-2 4 0,14 19-26,-19-9 27,-2 3 1,-4 2-1,-3 1 0,-3 3 0,-3 2 1,-3 1-1,-3 2 0,-4 1 0,-3 2 1,-3 0-1,-1 19-27,17 101 75,-9 2 0,-9 1-1,-4 202-74,-17 740 35,-2-918-35,-11 0 0,-9-1 0,-11 0 0,-8-3 0,-11-1 0,-19 27 0,47-180 0,-4-1 0,-2-2 0,-28 44 0,44-87 0,-1-1 0,0 0 0,-2-1 0,0-1 0,-1 0 0,-1-1 0,-1-1 0,0-1 0,-1 0 0,-1-2 0,0 0 0,-6 1 0,17-10-7,-1-1 0,0 0 1,0 0-1,0-1 0,0-1 0,0 1 1,-1-2-1,1 0 0,-1 0 0,1-1 0,-1-1 1,-6 0 6,-34-31-2589,39 4-3311</inkml:trace>
  <inkml:trace contextRef="#ctx0" brushRef="#br1" timeOffset="34291.185">12906 2225 19012,'-5'-19'3804,"-22"-134"-557,24 42 623,-9 137-3188,-68 170 104,17 17-458,-62 309 18,24 4 0,22 4 0,23 9-346,-24 1065 0,51-787 0,16-647 0,7-199 0,14-149-1279,7 1 0,8 1 0,34-119 1279,-11 62-4869</inkml:trace>
  <inkml:trace contextRef="#ctx0" brushRef="#br1" timeOffset="34757.47">13127 2375 30342,'80'-29'142,"1"3"0,1 4-1,1 3 1,0 4-1,1 4 1,1 3-1,39 4-141,343 13 853,362 57-853,-104-4 192,-411-47-71,341 31 119,-503-13-235,-151-33-4,0 1-1,0 0 0,0-1 0,0 1 0,1 0 1,-1 0-1,0-1 0,0 1 0,0 0 0,-1 0 0,1 0 1,0 0-1,0 0 0,0 0 0,-1 1 0,1-1 1,-1 0-1,1 0 0,-1 0 0,1 1 0,-1-1 1,0 0-1,1 1 0,-1-1 0,0 0 0,0 0 1,0 1-1,0-1 0,0 0 0,0 1 0,-1-1 1,1 0-1,0 1 0,-1-1 0,1 0 0,-1 0 1,1 1-1,-1-1 0,1 0 0,-1 0 0,0 0 1,0 0-1,1 0 0,-1 0 0,0 0 0,0 0 1,0 0-1,-1 0 0,-104 34 13,22-21-13,67-14 0,1 1 0,-1 0 0,0 1 0,0 1 0,1 1 0,-1 0 0,1 1 0,0 1 0,1 0 0,-1 2 0,1-1 0,1 2 0,0 0 0,0 1 0,0 0 0,1 1 0,1 0 0,0 1 0,0 1 0,1 0 0,1 12 0,0 1 0,2 0 0,1 1 0,1-1 0,1 1 0,2 0 0,0 1 0,2-1 0,2 25 0,-1-35 0,4 217 0,11 0 0,20 65 0,4 62 0,-10 187 0,-28 239 0,-11-514 0,-12-1 0,-12-1 0,-11-2 0,-12-2 0,-12-2 0,-12-2 0,14-97 0,66-164-3,-1 0 0,0 0 0,0-1 0,0 1 0,0-1-1,0 1 1,0-1 0,0 1 0,0-1 0,-1 0 0,1 0 0,0 0 0,-1 0 0,1-1 0,-1 1 0,1-1 0,-1 1-1,1-1 1,-1 0 0,1 0 0,-1 0 0,1 0 0,-1 0 0,1-1 0,-1 1 0,1-1 0,-1 0 0,1 0-1,-1 1 1,1-2 0,0 1 0,0 0 0,-1 0 0,1-1 0,0 1 0,0-1 0,0 0 0,1 1 0,-1-1-1,0 0 1,1 0 0,-1 0 0,1 0 0,-1 0 0,1-1 3,-2 0-36,-53-55-1249,-3-19-1824</inkml:trace>
  <inkml:trace contextRef="#ctx0" brushRef="#br1" timeOffset="35024.514">12722 7058 29054,'0'0'2561,"0"0"-2321,188 54-112,67-54 16,71-12-88,43-34 0,-6-7-56,-27 6-64,-27 0-352,-83 15-1065,-58 4-5136</inkml:trace>
  <inkml:trace contextRef="#ctx0" brushRef="#br1" timeOffset="37594.156">11850 8526 27078,'0'0'1975,"0"0"-1078,-6 24-354,-19 107-116,11 74-20,-8 1887 1033,41-1097-1440,0-869-41,-20-127 32,1 1 1,0-1-1,0 1 0,-1-1 1,1 0-1,0 1 1,0-1-1,0 1 1,0-1-1,0 1 1,-1-1-1,1 0 0,0 1 1,0-1-1,0 1 1,1-1-1,-1 1 1,0-1-1,0 0 1,0 1-1,0-1 0,1 1 1,-1-1-1,0 1 1,0-1-1,1 1 1,-1-1-1,0 1 1,1-1-1,-1 1 0,1-1 1,-1 1-1,0 0 1,1-1-1,-1 1 1,1 0-1,-1-1 1,1 1-1,-1 0 0,1 0 1,0-1-1,-1 1 1,1 0-1,-1 0 1,1 0-1,-1 0 1,1 0-1,0 0 0,-1 0 1,1 0-1,-1 0 1,1 0-1,-1 0 1,1 0-1,0 0 1,-1 0-1,1 1 1,-1-1-1,1 0 0,-1 0 1,1 1-1,-1-1 1,1 0-1,-1 1 1,1-1-1,-1 0 1,1 1-1,-1-1 0,0 1 1,1-1 8,45-199-1507,-24 74-451</inkml:trace>
  <inkml:trace contextRef="#ctx0" brushRef="#br1" timeOffset="37956.485">12514 8919 29718,'176'-49'293,"3"9"-1,1 7 1,1 8 0,1 8-1,45 7-292,-77 1 79,1398-27 527,-647 27-360,-245 0-175,-620 8-71,-27 0 0,1 0 0,0 1 0,0 0 0,-1 1 0,1 0 0,0 0 0,-1 1 0,1 0 0,-1 1 0,0 0 0,1 0 0,2 3 0,-8-3 0,0 1 0,-1 0 0,0 0 0,0 0 0,0 0 0,0 0 0,-1 0 0,1 1 0,-1 0 0,0-1 0,0 1 0,-1 0 0,0 0 0,0 0 0,0 0 0,0 0 0,-1 0 0,1 0 0,-1 0 0,-1 0 0,1 0 0,-1 0 0,2 0 0,-2 77 73,-4 0 0,-3-1-1,-3 0 1,-13 36-73,4-8 98,-43 394-9,22 1 1,23 412-90,14-495 16,-24 65-16,28-481-8,0 2-27,0 1 1,-1 0-1,0-1 1,0 1-1,0-1 1,-1 1-1,0-1 1,-1 0-1,0 1 1,0-1-1,0-1 1,-1 1 0,0 0-1,0-1 1,-2 2 34,-21 7-2390,-8-13-3657</inkml:trace>
  <inkml:trace contextRef="#ctx0" brushRef="#br1" timeOffset="38223.246">12838 11850 30847,'0'0'744,"224"111"-536,39-33-88,70 1 64,37-18 136,5-19-16,-22-12-264,-9-5-40,-17-5 0,-29-4 0,-37-8 0,-29-8 0,-39-6 0,-59-16-1056,-42-12-1905</inkml:trace>
  <inkml:trace contextRef="#ctx0" brushRef="#br1" timeOffset="39391.084">16371 4005 20460,'0'0'7174,"0"0"-5098,0 0-1530,0 0-271,0 0-138,0 0 82,0 0 122,31-3 31,1003-44 560,-780 62-885,-1 10 0,-2 12 0,-1 10 0,-2 11 0,18 18-47,-243-70 0,33 7 0,0 3 0,-2 1 0,0 4 0,-1 1 0,-1 3 0,37 25 0,-82-46 0,29 41 0,-88-32 0,40-14 0,9 1 0,1-1 0,0 1 0,0 0 0,-1 0 0,1 0 0,0 0 0,-1 0 0,1 0 0,0 1 0,0-1 0,-1 1 0,1-1 0,0 1 0,0 0 0,0 0 0,0 0 0,0 0 0,0 0 0,0 1 0,0-1 0,0 0 0,0 1 0,1 0 0,-1-1 0,1 1 0,-1 0 0,1 0 0,-1 0 0,1 0 0,0 1 0,-6 14 0,1 1 0,1 0 0,0 0 0,1 0 0,2 1 0,0-1 0,0 19 0,1-20 0,-10 691 0,13-532 0,58 2380 0,-51-742 0,-9-1710 0,-4 1 0,-5-2 0,-4 1 0,-9 17 0,22-117 0,-1 0 0,0 0 0,0 0 0,0 0 0,0 0 0,-1 0 0,0-1 0,1 1 0,-2 0 0,1-1 0,0 1 0,-1-1 0,1 0 0,-1 0 0,0 0 0,0 0 0,0 0 0,-1 0 0,1-1 0,0 0 0,-1 0 0,0 0 0,0 0 0,1 0 0,-1-1 0,0 0 0,0 1 0,0-2 0,0 1 0,-1 0 0,1-1 0,0 0 0,0 0 0,0 0 0,0 0 0,-1-1 0,1 1 0,0-1 0,0 0 0,0-1 0,-256-63 0,56 7 0,-3 9 0,-1 9 0,-2 10 0,-155-1 0,41 25 0,0 15 0,1 14 0,-284 59 0,44 32-1447,478-102-2011</inkml:trace>
  <inkml:trace contextRef="#ctx0" brushRef="#br1" timeOffset="40705.005">19339 4208 29262,'0'0'615,"22"-2"-348,237-30 65,109-13 66,2 15 0,342 20-398,-391 37-167,-2 14 1,-2 14-1,90 36 167,127 22-1191,-354-79 1127,-20-11 179,-1 7 0,-1 7-1,-2 7 1,-2 7 0,-3 6-1,-2 7 1,19 18-115,-140-66 58,-1 2 1,0 1 0,-2 1 0,0 1-1,-1 1 1,-1 2 0,-1 0-1,-2 1 1,0 1 0,-1 1-1,2 7-58,-17-27 61,-1 1 0,1 0 0,-1 0 1,0 0-1,-1 0 0,0 1 0,0-1 0,-1 1 0,0-1 0,-1 1 0,1-1 0,-2 1 0,1-1 0,-2 7-61,-30 25 868,23 64-800,-35 854-57,-93 1141-11,66 88 0,70-2108 0,1-77 0,-5 315 0,-14 0 0,-22 61 0,16-271 0,23-106 0,0 0 0,0-1 0,0 1 0,0-1 0,-1 1 0,1-1 0,0 0 0,0 1 0,0-1 0,0 0 0,-1-1 0,1 1 0,0 0 0,0-1 0,0 1 0,0-1 0,-1 0 0,1 1 0,0-1 0,0 0 0,1 0 0,-1 0 0,0-1 0,0 1 0,0 0 0,1-1 0,-1 1 0,1-1 0,-1 0 0,1 1 0,0-1 0,-1 0 0,1 0 0,0 0 0,0 0 0,0 0 0,-1-1 0,-76-78 0,-3 4 0,-4 4 0,-2 3 0,-29-13 0,66 48-154,-3 2 0,-1 3 1,-1 2-1,-1 2 0,-1 3 0,-2 2 0,0 3 1,-1 3-1,-14-1 154,-2 9-2729</inkml:trace>
  <inkml:trace contextRef="#ctx0" brushRef="#br1" timeOffset="42487.273">16742 5557 20972,'0'0'2704,"0"0"-1424,0 0-313,0 0 561,0 0-550,0 0-210,-17-12-100,-52-35-169,52 35-182,39 16 254,34 7-336,1-3 1,0-2-1,0-2 0,0-3 1,5-3-236,-7 2 69,32 0 2,259 1 127,77 22-198,866 77 0,1226-7 0,-1767-43 0,50 40 0,-736-82-7,195 45-95,-255-52 6,1-1 1,-1 1 0,1 0-1,-1 0 1,1 0 0,-1 0 0,0 1-1,0-1 1,0 0 0,0 1-1,0 0 1,0-1 0,0 1 0,0 0-1,0 0 1,-1 0 0,1 0-1,-1 1 1,0-1 0,1 0-1,-1 0 1,0 1 0,0-1 0,-1 1-1,1-1 1,0 1 0,-1-1-1,0 1 1,1 0 0,-1-1-1,0 1 1,-1-1 0,1 1 0,0-1-1,-1 2 96,1 18-3420</inkml:trace>
  <inkml:trace contextRef="#ctx0" brushRef="#br1" timeOffset="42922.444">23410 6102 28694,'0'0'728,"0"0"-25,0 0-92,1 22-14,-6 294 452,-6 823-664,45 325-385,-61-541 0,-14-521 0,5-56 0,12 103 0,23-156 0,1-293 0,-1 1 0,0-1 0,1 1 0,-1 0 0,0-1 0,1 1 0,-1-1 0,0 1 0,0-1 0,0 0 0,1 1 0,-1-1 0,0 0 0,0 0 0,0 1 0,0-1 0,1 0 0,-1 0 0,0 0 0,0 0 0,0 0 0,0 0 0,0 0 0,0 0 0,1-1 0,-1 1 0,0 0 0,0 0 0,0-1 0,0 1 0,1-1 0,-1 1 0,0 0 0,0-1 0,1 0 0,-1 1 0,0-1 0,1 1 0,-1-1 0,1 0 0,-1 1 0,1-1 0,-1 0 0,1 0 0,-1 1 0,1-1 0,0 0 0,-1 0 0,1 0 0,0 0 0,0 1 0,0-1 0,-1 0 0,1 0 0,0 0 0,0 0 0,0 0 0,0 1 0,1-1 0,-1 0 0,-154-186 0,97 125-26,-2 2 1,-3 4-1,-2 2 1,-2 3-1,-3 3 1,-2 3-1,-1 3 1,-3 3-1,-1 3 0,-1 4 1,-2 3-1,-42-7 26,-33 3-1533</inkml:trace>
  <inkml:trace contextRef="#ctx0" brushRef="#br1" timeOffset="44857.277">3097 4545 23525,'0'0'1784,"0"0"-418,0 0 777,0 0-973,0 0-565,-15 9-151,-55 27-68,-28-29 236,-284-74 10,284 46-622,1-5 0,0-4 0,3-5 0,0-3 0,3-5 0,1-3 0,3-4 0,-4-9-10,24 9 0,3-2 0,2-4 0,3-2 0,2-2 0,-28-41 0,53 64 0,2 0 0,2-2 0,1-1 0,2-1 0,2-2 0,1 0 0,3-1 0,1-1 0,3 0 0,1-2 0,2-3 0,6 4 0,2-1 0,2 0 0,3 1 0,1-1 0,2 0 0,2 1 0,3 0 0,1 1 0,2-1 0,3 2 0,17-39 0,2 10 0,2 1 0,4 3 0,2 1 0,4 2 0,2 2 0,32-30 0,-12 23 0,3 2 0,3 4 0,3 3 0,3 4 0,1 3 0,4 4 0,1 3 0,2 5 0,3 3 0,0 4 0,3 4 0,0 5 0,2 3 0,34-1 0,123-6 0,1 11 0,0 11 0,136 17 0,571 70 0,-386-22 0,1739 23 0,-1834-73 0,1134-1 0,347-116 0,-1376 66 0,-338 33 0,-229 11-154,35 11-2354,-50 0-6064</inkml:trace>
  <inkml:trace contextRef="#ctx0" brushRef="#br1" timeOffset="45388.086">12829 1367 27822,'0'0'1172,"0"0"-476,0 0-280,-24-1-15,-78-1 33,97 3-401,0-1 0,0 1-1,0 0 1,0 0 0,0 0-1,0 1 1,0-1 0,1 1-1,-1 0 1,1 1 0,-1-1-1,1 1 1,0 0 0,0 0 0,0 0-1,1 1 1,-1-1 0,-2 4-33,-3 2 55,-96 140 434,50-39-326,4 3 1,6 1 0,4 3-1,-23 115-163,-23 179 8,17 5 0,18 1 0,19 3-1,18 1 1,21 73-8,-7-404 0,4 1 0,3-1 0,5-1 0,3 0 0,4-1 0,17 43 0,-35-129 0,1 2 0,0 1 0,0 0 0,1-1 0,0 1 0,-1 0 0,1-1 0,1 0 0,-1 1 0,1-1 0,0 0 0,-1-1 0,2 1 0,-1 0 0,0-1 0,1 1 0,0-1 0,-1 0 0,1-1 0,0 1 0,1 0 0,0-1 0,-4-2 0,1 0 0,0 0 0,-1 0 0,1-1 0,-1 1 0,1 0 0,-1-1 0,0 1 0,1-1 0,-1 0 0,1 1 0,-1-1 0,0 0 0,0 0 0,1 0 0,-1 0 0,0 0 0,0 0 0,0 0 0,0 0 0,0-1 0,0 1 0,0 0 0,-1-1 0,1 1 0,0 0 0,-1-1 0,1 1 0,-1-1 0,1 1 0,-1-1 0,0 1 0,0-1 0,0 1 0,0-1 0,0 1 0,0-1 0,0-1 0,24-256-749,-16 97-1233,-5 1-2329</inkml:trace>
  <inkml:trace contextRef="#ctx0" brushRef="#br1" timeOffset="45658.105">12419 1237 29998,'0'0'729,"0"0"-457,185 101 40,-36-34 48,61 0-24,22-14-96,-1-15-152,-28-15-56,-38-3-32,-38 0-56,-20 7-312,-37-3-840,-34-6-7066</inkml:trace>
  <inkml:trace contextRef="#ctx0" brushRef="#br1" timeOffset="46072.195">11606 2509 30439,'0'0'1080,"0"0"-880,0 0-32,162 68 192,-54-41 32,30 1-264,22 1-128,4-1 0,-12 6 0,-30-7 0,-43-7-920,-24-12-4721</inkml:trace>
  <inkml:trace contextRef="#ctx0" brushRef="#br1" timeOffset="55365.495">10429 2912 28206,'0'0'1963,"0"0"-1193,0 0-480,0 0 40,0 0 141,44 4-17,173 10-211,46-35-203,-214 15-40,1599-160 0,-970 133 0,-741 27 0,-241-19-1724,139 7-1425</inkml:trace>
  <inkml:trace contextRef="#ctx0" brushRef="#br1" timeOffset="56068.45">10089 2180 29142,'0'0'718,"0"0"-213,-25 1-78,0-1-298,12-1-59,1 1 0,-1 0 0,1 1-1,0 0 1,-1 1 0,1 1 0,0 0 0,0 0 0,0 1 0,0 1 0,1 0 0,-6 4-70,-10 10 78,1 1-1,1 1 0,1 2 1,1 0-1,1 1 1,1 2-1,1 0 1,2 1-1,0 0 1,2 2-1,1 0 1,2 1-1,-9 27-77,2-4 0,3 0 0,2 1 0,3 1 0,2 0 0,2 1 0,3 0 0,2 0 0,4 23 0,1-32 0,3 0 0,1 0 0,3 0 0,1-1 0,3-1 0,1 0 0,3-1 0,1 0 0,3-2 0,1 0 0,2-1 0,6 4 0,182 226 0,-210-268 0,5 4 0,-1 0 0,0 1 0,0 0 0,-1 0 0,0 1 0,0-1 0,-1 1 0,0 0 0,-1 0 0,0 0 0,2 6 0,-6-12 0,1-1 0,-1 0 0,1 1 0,-1-1 0,0 0 0,0 0 0,0 0 0,0 0 0,0 0 0,0 0 0,-1 0 0,1 0 0,-1 0 0,1-1 0,-1 1 0,1 0 0,-1-1 0,0 0 0,0 1 0,0-1 0,0 0 0,0 0 0,0 0 0,0 0 0,0 0 0,-1 0 0,1-1 0,0 1 0,0-1 0,-1 0 0,1 0 0,0 1 0,-1-1 0,1-1 0,0 1 0,-2 0 0,-1 0 0,-249 10 0,183-13 0,0-4 0,1-2 0,0-4 0,0-3 0,1-2 0,2-4 0,0-3 0,-21-13 0,61 26-24,1-3-1,1 0 1,0-1-1,1-1 1,1-2-1,0 0 1,2-1 0,0-1-1,1-1 1,-4-8 24,-88-165-3495,64 80-3584</inkml:trace>
  <inkml:trace contextRef="#ctx0" brushRef="#br1" timeOffset="56352.219">9875 2241 29974,'199'-35'705,"27"1"-289,-27 12 0,-8 9-32,-9 11-48,-9 2-224,-8 4-112,-45 2-816,-30-5-4137</inkml:trace>
  <inkml:trace contextRef="#ctx0" brushRef="#br1" timeOffset="57465.725">10232 1908 25461,'0'0'2897,"0"0"-1973,0 0-561,0 0 9,0 0-5,0 0-88,-15 31-14,-115 330 308,-272 910 678,286-908-1236,111-343-15,14-31 0,119-255 0,-12-6 0,-11-4 0,22-124 0,-69 174-3,-12 37-23,8 2-1,63-143 27,-55 219-68,-62 110 67,0 1 0,0-1 1,1 1-1,-1-1 0,0 1 0,1-1 1,-1 1-1,0 0 0,1-1 0,-1 1 1,0-1-1,1 1 0,-1 0 0,1 0 1,-1-1-1,1 1 0,-1 0 0,1-1 1,-1 1-1,1 0 0,-1 0 0,1 0 1,-1 0-1,1 0 0,-1 0 0,1-1 1,-1 1-1,1 0 0,0 0 0,-1 1 1,1-1-1,-1 0 0,1 0 0,-1 0 1,1 0-1,-1 0 0,1 1 0,-1-1 1,1 0-1,-1 0 0,1 1 0,-1-1 1,1 0-1,-1 1 0,0-1 0,1 0 1,-1 1-1,1-1 0,-1 1 0,0-1 1,0 1-1,1-1 0,-1 1 0,0-1 1,0 1-1,1-1 0,-1 1 0,0-1 1,0 1-1,0-1 0,0 1 0,0-1 1,0 1-1,0 0 1,-3 187-56,-28-35 83,-6-2 0,-39 96-27,50-163 9,-278 843-396,285-857-571,8-26-1061</inkml:trace>
  <inkml:trace contextRef="#ctx0" brushRef="#br1" timeOffset="58534.725">10195 2332 28918,'-434'820'2939,"360"-691"-2635,6 2-1,6 4 0,-8 37-303,58-132 0,3 1 0,1 0 0,2 0 0,2 0 0,1 0 0,3 29 0,0-69 0,-1-1 0,1 1 0,0-1 0,0 1 0,-1-1 0,1 0 0,0 1 0,0-1 0,0 1 0,0-1 0,0 1 0,-1 0 0,1-1 0,0 1 0,0-1 0,0 1 0,0-1 0,1 1 0,-1-1 0,0 1 0,0-1 0,0 1 0,0-1 0,0 1 0,1-1 0,-1 1 0,0-1 0,0 0 0,1 1 0,-1-1 0,0 1 0,1-1 0,-1 0 0,0 1 0,1-1 0,-1 0 0,1 1 0,-1-1 0,1 0 0,-1 1 0,0-1 0,1 0 0,-1 0 0,1 0 0,-1 0 0,1 1 0,-1-1 0,1 0 0,0 0 0,-1 0 0,1 0 0,-1 0 0,1 0 0,-1 0 0,1 0 0,-1-1 0,1 1 0,-1 0 0,1 0 0,-1 0 0,1 0 0,-1-1 0,1 1 0,-1 0 0,0 0 0,1-1 0,22-27 0,-15 14-17,-1-1 1,-1-1-1,0 1 1,-1-1-1,-1 0 1,0 0-1,-1 0 0,-1 0 1,0-1-1,-2 1 1,1-1-1,-2 1 1,0-1-1,-2-2 17,-12-18-1160</inkml:trace>
  <inkml:trace contextRef="#ctx0" brushRef="#br1" timeOffset="59867.701">158 5240 23997,'2'-33'4705,"48"-475"-3115,-26 243-1425,59-483 829,-39 463-954,12 1 1,13 4 0,12 3-1,21-21-40,-57 195 20,5 1-1,5 3 0,3 3 1,5 2-1,4 2 0,3 4 1,5 3-1,3 3 0,3 4 1,13-4-20,50-34 5,5 6 0,4 7 0,5 7 0,5 6 1,2 8-1,5 7 0,5 6-5,118-32 9,4 13 0,4 12 1,252-27-10,193 18 8,3 32 1,596 40-9,-87 69 70,244 84-70,1245 226 13,-982-119 3,2387 337-168,-4053-569 141,23 3-12,0 5-1,-2 5 0,14 10 24,-132-38-19,1 0 0,-1 0 0,0 0 0,0 0 0,1 0 0,-1 1 0,0-1 0,0 1 0,0 0 0,1-1-1,-1 1 1,0 0 0,0 0 0,0 0 0,-1 1 0,1-1 0,0 0 0,0 1 0,0-1 0,-1 1 0,1-1-1,-1 1 1,0 0 0,1 0 0,-1 0 0,0 0 0,0 0 0,0 0 0,0 0 0,0 0 0,-1 0 0,1 0 0,-1 0-1,1 1 1,-1-1 0,0 0 0,0 0 0,0 1 0,0-1 0,0 0 0,0 0 0,0 0 0,-1 1 0,0-1-1,1 0 1,-1 0 0,0 0 0,0 0 0,0 0 0,0 0 0,-1 1 19,-9 5-58,0 0-1,-1 0 1,0-1-1,0-1 1,0 0-1,-1-1 1,0 0 0,0-1-1,-1 0 1,-5 0 58,-14 5-27,-6 3 22,1-4 28,0 2 0,1 2 1,0 1-1,1 2 1,1 2-1,0 1 0,1 1 1,1 2-1,1 2 1,1 0-1,-21 22-23,40-23 36,0 1-1,2 0 1,0 0 0,2 1-1,0 0 1,2 1-1,0 0 1,2-1-1,1 2 1,1-1 0,1 0-1,1 0 1,2 1-1,0-1 1,1 0 0,4 8-36,13 99 148,6-2 0,5 0 1,37 89-149,-58-186 27,79 255 234,245 803 782,43 415-1043,-283-974 0,-23 3 0,-24 3 0,-20 150 0,-24-308 0,-40 308 0,16-490 0,-9-2 0,-8 0 0,-9-3 0,-8-2 0,-9-2 0,-24 35 0,72-184 0,-1 0 0,-2-1 0,-2-1 0,-1-1 0,-3-1 0,0-1 0,-2-2 0,-2 0 0,-1-2 0,-1-1 0,-2-1 0,-31 20 0,13-25 0,-2-2 0,0-2 0,-2-2 0,0-4 0,0-1 0,-2-3 0,1-2 0,-1-3 0,0-2 0,-2-3 0,-127 1 0,0-8 0,0-8 0,1-9 0,-86-25 0,256 48-62,0-1-1,1 0 1,-1-1 0,1-1-1,0-1 1,0 0 0,0 0-1,0-1 1,1-1 0,0 0-1,0-1 1,1-1 0,0 0-1,1 0 1,0-1 0,0-1-1,1 0 1,0 0 0,1-1-1,0 0 1,1 0 0,1-1-1,-3-6 63,-10-52-2559</inkml:trace>
  <inkml:trace contextRef="#ctx0" brushRef="#br1" timeOffset="60658.232">18535 1904 29614,'213'-48'276,"3"9"0,0 10-1,57 6-275,356 7 96,-1 28 1,248 50-97,1241 206 210,-1891-235-207,-106-16 0,813 115 7,-6 40-1,152 82-9,-762-160 15,100 52-15,-403-142 0,0 0 0,0 0 0,-1 1-1,0 1 1,0 0 0,0 1 0,-1 1 0,1 0 0,-2 0 0,1 1 0,-2 1 0,1 0-1,-1 0 1,0 1 0,-1 0 0,-1 1 0,0 0 0,0 0 0,-1 1 0,-1 0 0,0 0-1,0 0 1,1 12 0,-5 7-2,-2 0 0,-1 0 0,-1 0-1,-2 0 1,-1-1 0,-2 1 0,-1-1-1,-1-1 1,-2 1 0,-1-2 0,-1 1 0,-10 13 2,-23 64 2,-121 278 40,-41 175-42,-328 1463 984,419-1533-850,-503 2365 443,577-2627-526,-27 150 11,8 75-62,51-136 32,11-298-27,-1-10-4,0 1 1,1-1-1,0 0 1,0 1-1,1-1 1,1 1-1,-1-1 1,2 0-1,-1 0 0,1 0 1,1 0-1,-1-1 1,1 1-1,1-1 1,0 0-1,1 1-1,-5-7 0,1-1 0,-1 0 0,0 0 0,1 0 0,-1-1 0,1 1 0,0 0 0,-1 0 0,1-1 0,0 1 0,-1-1 0,1 0 0,0 1 0,0-1 0,-1 0 0,1 0 0,0 0 0,0 0 0,-1 0 0,1-1 0,0 1 0,0 0 0,-1-1 0,1 1 0,0-1 0,-1 0 0,1 1 0,-1-1 0,1 0 0,-1 0 0,1 0 0,-1 0 0,0 0 0,1-1 0,-1 1 0,0 0 0,0-1 0,0 1 0,0-1 0,0 1 0,0-1 0,0 1 0,-1-1 0,1 1 0,0-1 0,-1 0 0,1 1 0,-1-1 0,0 0 0,0 0 0,1 1 0,-1-1 0,0 0 0,-1 0 0,15-46 0,-2 0 0,-2-1 0,-3 0 0,-2-1 0,-1 1 0,-5-47 0,2 71 0,0-20 0,-1 0 0,-2 0 0,-3 0 0,-1 1 0,-2 0 0,-2 0 0,-2 1 0,-2 0 0,-15-31 0,-101-168-707,76 145-778</inkml:trace>
  <inkml:trace contextRef="#ctx0" brushRef="#br0" timeOffset="66722.21">6589 11222 28958,'0'0'878,"0"0"-291,0 0-159,0 0-35,0 0-102,9 12-29,-2-1-216,1 0-1,-2 1 0,1-1 1,-2 1-1,1 1 1,-2-1-1,0 1 0,0 0 1,-1 0-1,-1 1-45,13 141 190,-7 0 0,-9 97-190,-1-83-295,3-169 258,-1-1-1,0 1 0,1-1 1,-1 1-1,1-1 0,-1 1 1,0-1-1,1 1 1,-1 0-1,1-1 0,-1 1 1,1 0-1,-1-1 0,1 1 1,0 0-1,-1 0 1,1 0-1,-1-1 0,1 1 1,-1 0-1,1 0 0,0 0 1,-1 0-1,1 0 1,-1 0-1,1 0 0,0 0 1,-1 0-1,1 0 0,-1 0 1,1 1-1,0-1 1,-1 0-1,1 0 0,-1 1 1,1-1-1,-1 0 0,1 1 1,-1-1-1,1 0 1,-1 1-1,1-1 0,-1 1 1,0-1-1,1 1 0,-1-1 1,0 1-1,1-1 0,-1 1 1,0-1-1,1 1 1,-1-1-1,0 1 0,0-1 1,0 1-1,0 0 38,14-36-2199</inkml:trace>
  <inkml:trace contextRef="#ctx0" brushRef="#br0" timeOffset="67116.113">6865 10971 9362,'0'0'16760,"0"0"-12721,27-9-3424,12-3-425,1 1 1,0 2-1,0 2 1,1 1-1,38 1-190,1076-2 822,-1115 7-909,1 1 1,0 2-1,-1 1 1,1 3 0,-2 1-1,1 2 1,-1 2 0,-1 1-1,6 4 87,-68-11-1892,-216-85 1502,169 52 1755,91 32-2742,-13 4-2271</inkml:trace>
  <inkml:trace contextRef="#ctx0" brushRef="#br0" timeOffset="67383.486">6929 11995 29990,'0'0'1113,"0"0"-873,0 0 80,171 24 176,-35-12-64,37 3-256,13 1-176,-6-2 0,-25-4 0,-25 0 0,-25-1 0,-15 9-16,-33-4-1072,-29-4-4041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43:33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14142 12 28590,'0'0'1118,"27"-2"-382,190-8 31,-195 12-674,-1 1 0,0 0-1,1 2 1,-2 0 0,1 2 0,0 0 0,-1 1 0,5 4-93,-19-10 11,-1 1-1,0 0 0,0 0 1,0 0-1,0 0 1,-1 1-1,1 0 1,-1 0-1,0 0 1,0 0-1,-1 1 0,1 0 1,-1-1-1,0 1 1,0 1-1,0-1 1,-1 0-1,0 0 1,0 1-1,0 0 1,-1-1-1,0 1 0,0 0 1,0 0-1,-1-1 1,0 1-1,0 0 1,0 0-1,-1 0 1,0-1-1,0 1 0,0 0 1,-1 1-11,-6 10 1,-1 0 0,-1 0-1,-1-1 1,0 0 0,-1 0 0,0-2 0,-2 1-1,1-2 1,-2 0 0,0 0 0,-8 5-1,-2 2-12,-331 247-1047,341-257 700,-1 1-1,0-2 0,0 0 1,-1-2-1,0 1 0,0-2 1,-1 0-1,0-1 0,0-1 1,-6 0 359,-16-2-4220</inkml:trace>
  <inkml:trace contextRef="#ctx0" brushRef="#br0" timeOffset="317.733">13974 529 28174,'-26'468'2587,"25"-459"-2547,0 2-13,0 0 0,0 0 0,1 1-1,0-1 1,1 0 0,0 0 0,1 0-1,0 0 1,1 0 0,0 0 0,1-1-1,0 1 1,1-1 0,0 0-1,0 0 1,1-1 0,0 0 0,4 5-27,-5-8-41,1-1 1,-1 1 0,1-1 0,0 0-1,0 0 1,0-1 0,1 0 0,0 0-1,-1 0 1,2-1 0,-1 0 0,0 0 0,0-1-1,1 0 1,0 0 0,-1-1 0,1 0-1,0 0 1,0-1 0,-1 0 0,1 0-1,0-1 1,0 0 0,-1 0 0,1-1-1,-1 0 1,1 0 0,-1-1 0,0 0-1,0 0 1,0 0 0,0-1 0,0-1-1,2-1 41,8-12-153,0 0 0,-1 0 0,-1-2 1,-1 0-1,0-1 0,-2 0 0,6-15 153,84-115 984,-93 144-901,0 0 0,0 1 0,1 0 0,-1 1 0,1 0 0,1 0 1,-1 1-1,0 1 0,1-1 0,0 2 0,0-1 0,0 2 0,0-1 1,0 2-1,0-1 0,0 2 0,0-1 0,0 1 0,0 1 0,0 0 0,0 1 1,0 0-1,-1 0 0,10 5-83,121 45-405,-42-37-2662,-36-14-4031</inkml:trace>
  <inkml:trace contextRef="#ctx0" brushRef="#br0" timeOffset="563.256">15970 67 29862,'0'0'737,"-120"115"-305,47-40-208,-8 14 88,-2 17-48,15-9-136,11 1-120,9-5-8,19-24-232,7-6-248,22-43-729,5-18-943,19-10-1953</inkml:trace>
  <inkml:trace contextRef="#ctx0" brushRef="#br0" timeOffset="848.71">15992 99 26070,'0'0'2992,"0"0"-2096,0 0-223,0 0-241,145 156 56,-101-87-184,-3 4-128,-6 4-104,-6 4-72,-9-2-64,-20 15-416,0-21-608,-5-20-2145</inkml:trace>
  <inkml:trace contextRef="#ctx0" brushRef="#br0" timeOffset="1015.597">15536 781 30198,'0'0'713,"0"0"-233,0 0-312,38-106 72,45 53-16,35-10-144,1 5-80,-10 13-40,-17 13-248,7 15-232,-14 5-849,-8 2-1175</inkml:trace>
  <inkml:trace contextRef="#ctx0" brushRef="#br0" timeOffset="1382.515">16567 564 27118,'0'0'1437,"10"25"-468,74 167 91,-72-169-867,-7-10-80,0 0 0,1-1 0,1 1 0,0-2 0,0 1 0,1-1 0,1 0 0,0 0 0,0-1 0,1-1 0,9 8-113,-16-17 18,-1 1 0,1-1 0,0 1 0,-1-1 0,1 0 0,0 0 0,0 0 1,-1-1-1,1 1 0,0-1 0,-1 1 0,1-1 0,0 0 0,-1 0 0,1 0 0,-1 0 0,0 0 0,1-1 0,-1 1 0,0-1 0,0 0 0,1 1 0,-1-1 0,-1 0 0,1 0 0,0 0 0,0-1 0,-1 1 0,1 0 1,-1 0-1,0-1 0,0 1 0,0-1 0,0 0 0,0 1 0,0-1 0,-1 1 0,1-1 0,-1 0 0,0 0 0,0 0-18,8-15 7,55-119-7,-22 44 0,3 2 0,4 2 0,58-79 0,-106 166 0,1 0 0,-1 0 0,1 0 0,0 0 0,-1 0 0,1 0 0,0 0 0,0 0 0,0 1 0,0-1 0,1 0 0,-1 1 0,0-1 0,1 1 0,-1-1 0,1 1 0,-1 0 0,1-1 0,0 1 0,0 0 0,-1 0 0,1 0 0,0 0 0,0 1 0,0-1 0,0 0 0,0 1 0,0 0 0,0-1 0,0 1 0,0 0 0,0 0 0,0 0 0,0 0 0,1 0 0,-1 1 0,0-1 0,0 0 0,0 1 0,0 0 0,-1 0 0,1-1 0,0 1 0,0 0 0,0 0 0,0 1 0,-1-1 0,1 0 0,-1 0 0,1 1 0,-1-1 0,1 1 0,-1 0 0,39 86 0,-37-75 0,1 0 0,0-1 0,1 1 0,0-1 0,1 0 0,0 0 0,1-1 0,0 0 0,1 0 0,1 0 0,-1-1 0,1 0 0,1-1 0,0 0 0,0-1 0,1 0 0,0 0 0,0-1 0,1-1 0,0 0 0,5 1 0,2-6 0,1-2 0,0 0 0,0-1 0,-1-1 0,0-1 0,1-1 0,-1-1 0,-1 0 0,1-1 0,-1-1 0,0-1 0,-1-1 0,0 0 0,-1-1 0,0-1 0,0 0 0,-2-2 0,1 1 0,-2-2 0,7-8 0,232-233 0,-249 252 0,0 0 0,0 0 0,1 1 0,-1-1 0,1 1 0,0 0 0,0 0 0,0 0 0,1 0 0,-1 1 0,0 0 0,1 0 0,0 0 0,-1 0 0,1 1 0,0 0 0,0 0 0,0 0 0,0 0 0,0 1 0,0 0 0,0 0 0,0 0 0,0 1 0,0-1 0,0 1 0,0 0 0,1 1 0,75 116 0,-60-86 0,2 0 0,0-2 0,2 0 0,2-2 0,20 18 0,-45-45 0,1 0 0,0 1 0,-1 0 0,1-1 0,-1 1 0,0 0 0,0 0 0,0 1 0,0-1 0,0 0 0,0 1 0,0-1 0,-1 1 0,1-1 0,-1 1 0,0 0 0,0 0 0,0 0 0,0 0 0,0-1 0,-1 1 0,1 0 0,-1 0 0,0 0 0,1 0 0,-2 1 0,1-1 0,0 0 0,-1 0 0,1-1 0,-1 1 0,0 0 0,0 0 0,0 0 0,0 0 0,0-1 0,-1 1 0,1 0 0,-1-1 0,0 1 0,0 0 0,-94 71-1051,47-44-1323</inkml:trace>
  <inkml:trace contextRef="#ctx0" brushRef="#br0" timeOffset="-2136.633">4886 286 28062,'0'0'1246,"0"0"-115,0 0-413,0 0-79,16-18-53,-4 4-498,-6 6-68,1-1 0,0 2 0,1-1-1,-1 1 1,2 0 0,-1 0 0,1 1 0,0 0-1,0 1 1,0 0 0,1 0 0,0 1-1,0 0 1,0 1 0,9-2-20,99-14 0,1 5 0,0 5 0,96 6 0,-202 1 0,1 1 0,-1 0 0,1 1 0,0 0 0,-1 1 0,1 0 0,-1 2 0,0-1 0,1 2 0,-1 0 0,-1 0 0,1 1 0,-1 0 0,1 2 0,-1-1 0,-1 1 0,0 1 0,0 0 0,0 1 0,-1 0 0,0 0 0,-1 1 0,4 5 0,-7-5 0,0 1 0,-1-1 0,0 2 0,-1-1 0,0 0 0,-1 1 0,0 0 0,-1 0 0,0 0 0,-1 0 0,0 0 0,-1 0 0,-1 0 0,0 0 0,0 0 0,-1 0 0,0 0 0,-1-1 0,-1 1 0,0-1 0,0 1 0,-1-1 0,-1 0 0,0-1 0,-4 7 0,-29 33 0,-1-1 0,-3-2 0,-2-2 0,-1-1 0,-3-3 0,-1-2 0,-2-3 0,-1-1 0,-2-3 0,-19 6 0,-67 17-91,140-55 48,-1 1 0,0-1-1,0 0 1,0 0 0,1 0-1,-1 0 1,0 0 0,0-1-1,1 1 1,-1 0 0,0-1-1,0 1 1,1-1 0,-1 0-1,0 1 1,1-1-1,-1 0 1,1 0 0,-1 0-1,1 0 1,0 0 0,-1-1-1,1 1 1,0 0 0,0-1-1,0 1 1,0-1 0,0 1-1,0-1 1,0 1 0,0-1-1,1 1 1,-1-1 0,0 0-1,1 0 1,0 1 0,-1-1-1,1 0 1,0 0 0,0 0 43,-2-46-2017</inkml:trace>
  <inkml:trace contextRef="#ctx0" brushRef="#br0" timeOffset="-1836.821">5513 385 29238,'-69'229'1600,"10"4"0,-10 114-1600,40-76-171,29-271 160,0 1 0,0-1-1,0 1 1,0-1 0,0 1 0,0-1 0,1 1 0,-1-1-1,0 1 1,0-1 0,0 0 0,1 1 0,-1-1 0,0 1-1,1-1 1,-1 0 0,0 1 0,0-1 0,1 0 0,-1 1-1,1-1 1,-1 0 0,0 0 0,1 1 0,-1-1 0,1 0 0,-1 0-1,1 0 1,-1 0 0,0 1 0,1-1 0,-1 0 0,1 0-1,-1 0 1,1 0 0,-1 0 0,1 0 0,-1 0 0,1 0-1,-1 0 1,1-1 0,-1 1 0,1 0 0,-1 0 0,0 0-1,1 0 1,-1-1 0,1 1 0,-1 0 0,0 0 0,1-1-1,-1 1 1,1 0 0,-1-1 0,0 1 0,0 0 0,1-1 0,-1 1-1,0-1 1,0 1 0,1 0 0,-1-1 0,0 1 0,0-1-1,0 1 1,0-1 0,1 1 11,28-32-148,231-434-2593,-259 462 2789,1 1 1,0-1-1,0 1 0,0 0 0,1 0 1,-1-1-1,1 1 0,0 1 0,-1-1 1,1 0-1,1 1 0,-1 0 0,0-1 1,0 1-1,1 0 0,-1 1 0,1-1 1,0 1-1,-1 0 0,1-1 0,0 2 1,0-1-1,0 0 0,0 1 0,0 0 1,0-1-1,0 2 0,0-1 0,-1 0 1,1 1-1,0 0 0,0 0 0,0 0 1,0 0-1,-1 1 0,1-1 0,-1 1 1,1 0-1,1 1-48,201 117 525,67-51-1360,-143-50-953</inkml:trace>
  <inkml:trace contextRef="#ctx0" brushRef="#br0" timeOffset="-1552.227">7380 645 29382,'0'0'691,"-21"-16"-287,-148-118-184,121 94-204,35 27-14,-1 1 1,0 0-1,-1 1 0,-1 0 0,1 1 0,-2 1 0,1 1 0,-1 0 0,0 1 1,-5 0-3,17 6 7,0 1 0,-1 0 1,1 1-1,-1 0 0,1-1 1,0 2-1,0-1 0,-1 1 1,1-1-1,0 1 0,0 1 1,1-1-1,-1 1 1,0 0-1,1 0 0,0 0 1,-1 1-1,1-1 0,0 1 1,1 0-1,-1 0 0,1 0 1,0 1-1,0-1 0,0 1 1,1 0-1,-1 0 1,1 0-1,0 0 0,1 0 1,-2 5-8,-16 34 102,2 0 0,2 1 0,2 1 1,2 1-1,2-1 0,1 2 0,3-1 1,3 1-1,1 9-102,0-52 15,0 0 1,1-1-1,0 1 1,0 0-1,0 0 1,1-1 0,-1 1-1,1 0 1,0-1-1,0 1 1,1 0-1,0-1 1,-1 0-1,1 1 1,1-1-1,-1 0 1,1 0-1,-1 0 1,1 0-1,0-1 1,1 1-1,-1-1 1,1 0 0,-1 0-1,1 0 1,0 0-1,0-1 1,0 1-1,0-1 1,1 0-1,1 0-15,5 3 16,0-1-1,1-1 1,-1 0-1,1-1 1,0 0-1,0 0 1,0-1-1,0-1 1,0 0-1,0-1 1,0 0-1,0-1 1,-1 0-1,1-1 1,0 0-1,-1-1 1,0 0-1,0-1 1,0 0-1,0-1 1,-1 0-1,0 0 1,0-1-1,-1-1 0,0 0 1,5-5-16,42-43-327,-3-2 1,-2-3-1,-3-2 0,-2-2 1,11-27 326,-20 35-1054,3-3-1436</inkml:trace>
  <inkml:trace contextRef="#ctx0" brushRef="#br0" timeOffset="-1069.524">7766 892 27238,'0'0'1946,"10"19"-786,36 64-316,-44-79-814,0-1 0,1 1-1,-1-1 1,1 1 0,0-1 0,0 0 0,0 0-1,0 0 1,0 0 0,1 0 0,-1-1 0,1 0-1,0 0 1,0 0 0,-1 0 0,1 0-1,0-1 1,1 0 0,-1 0 0,0 0 0,0 0-1,1 0 1,-1-1 0,0 0 0,0 0 0,1 0-1,-1-1 1,0 1 0,0-1 0,1 0 0,-1 0-1,0 0 1,0-1 0,0 0 0,0 0 0,0 0-1,-1 0 1,1 0 0,-1-1 0,1 1-1,-1-1 1,0 0 0,0 0 0,0 0 0,0-1-1,-1 1 1,1-1 0,-1 1 0,0-1 0,0 0-1,0 0 1,0 0 0,-1 0-30,57-84 0,-5-3 0,-3-2 0,7-28 0,-36 77 0,115-272 0,-134 310 0,-1 6 0,-1 1 0,0-1 0,1 0 0,-1 0 0,1 0 0,-1 0 0,0 1 0,1-1 0,-1 0 0,1 0 0,-1 0 0,0 0 0,1 0 0,-1 0 0,1 0 0,-1 0 0,1 0 0,-1 0 0,0-1 0,1 1 0,-1 0 0,1 0 0,-1 0 0,0 0 0,1-1 0,-1 1 0,0 0 0,1 0 0,-9 357 0,8-347 0,1 1 0,0-1 0,1 0 0,0 0 0,0 0 0,1 0 0,0 0 0,1-1 0,0 1 0,0-1 0,1 0 0,1 0 0,-1-1 0,1 1 0,1-1 0,0 0 0,0-1 0,0 0 0,1 0 0,4 3 0,0-1 0,0-1 0,1 0 0,0-1 0,0 0 0,1-1 0,-1-1 0,1 0 0,1-1 0,-1 0 0,1-1 0,-1-1 0,1 0 0,0-1 0,0 0 0,0-2 0,-1 1 0,1-2 0,0 0 0,0-1 0,-1 0 0,0-1 0,0-1 0,0 0 0,0-1 0,8-5 0,3-8 0,0-1 0,-2-1 0,0-1 0,-1-1 0,-1-1 0,-1 0 0,-2-2 0,0 0 0,1-7 0,13-15 0,-30 46 0,-1 0 0,1 0 0,0 0 0,-1 0 0,1 0 0,0 0 0,0 1 0,0-1 0,1 1 0,-1-1 0,0 1 0,1 0 0,-1 0 0,0 0 0,1 0 0,-1 0 0,1 1 0,0-1 0,-1 1 0,1 0 0,-1-1 0,1 1 0,0 0 0,-1 1 0,1-1 0,0 0 0,-1 1 0,1-1 0,-1 1 0,1 0 0,-1 0 0,1 0 0,-1 0 0,0 0 0,0 1 0,1-1 0,-1 1 0,0-1 0,1 2 0,70 81 0,-67-65-68,0 0 0,-2 1 0,0 0 0,-1 0 0,-1 1 1,-1-1-1,-1 0 0,-1 0 0,0 1 0,-2-1 0,0 0 0,-1 0 0,-7 17 68,-10 28-1433,1-16-916</inkml:trace>
  <inkml:trace contextRef="#ctx0" brushRef="#br0" timeOffset="-603.485">5085 1367 30110,'0'0'738,"0"0"-227,0 0-231,34-1-87,145-7 183,3381-55 183,-3107 97-1234,-365-25-1451</inkml:trace>
  <inkml:trace contextRef="#ctx0" brushRef="#br0" timeOffset="-4301.122">107 2510 23045,'0'0'5228,"0"0"-3699,0 0-1013,0 0 34,0 0-30,-17 6-155,4-2-301,9-4-50,1 1 0,-1 0 0,1-1 0,-1 1 0,1 1 0,-1-1 0,1 0 0,0 1 0,0 0 0,0 0 0,0 0 0,0 0 0,0 0 0,0 0 0,1 1 0,-1-1 0,1 1 0,-1 0 0,1 0 0,0 0 0,0 0 0,1 0 0,-1 0 0,0 1 0,1-1 0,0 1-1,0-1 1,0 1 0,0-1 0,1 1 0,-1-1 0,1 1 0,0 0 0,0 0-14,17 395 475,-17 532-475,-1-915-5,0-8 2,0 0 0,1 0 0,0 0 0,0 0 0,1 0-1,0 0 1,0 0 0,0 0 0,1 0 0,1-1-1,-1 1 1,1-1 0,1 1 0,-1-1 0,1 0 0,0 0-1,5 6 4,-8-12-19,0-1 0,0 1 0,0 0 0,1 0 0,-1 0 0,0 0 0,0-1 0,0 1-1,1-1 1,-1 1 0,0-1 0,0 1 0,1-1 0,-1 0 0,0 0 0,1 1 0,-1-1 0,1 0 0,-1 0-1,0 0 1,1-1 0,-1 1 0,0 0 0,1 0 0,-1-1 0,0 1 0,1-1 0,-1 1 0,0-1 0,0 0-1,0 1 1,1-1 0,-1 0 0,0 0 0,0 0 0,0 0 0,0 0 0,0 0 0,-1 0 0,1 0-1,0 0 20,68-151-2593,-41 65-989</inkml:trace>
  <inkml:trace contextRef="#ctx0" brushRef="#br0" timeOffset="-4015.761">246 2478 30206,'0'0'705,"0"0"-353,0 0-32,140 0 216,-2-12-32,68-17-360,33-9-144,13 1 0,-9 7 0,-24 16 0,-10 10 0,-23 4 0,-41 6 0,-42 12 0,-38 0 0,-14 15 0,-12-1-536,-19-3-1377</inkml:trace>
  <inkml:trace contextRef="#ctx0" brushRef="#br0" timeOffset="-3768.247">0 3829 30983,'0'0'589,"22"6"-290,257 20 405,996-16-512,-552 3-192,-588-24 0,-134 11-32,0 0 0,0 0 0,0 0 0,1 0 0,-1 0 0,0 0 0,0 0 0,0 0 0,0-1 0,0 1 0,0 0 0,0-1 0,0 1-1,1-1 1,-1 1 0,-1-1 0,1 0 0,0 1 0,0-1 0,0 0 0,0 0 0,0 1 0,-1-1 0,1 0 0,0 0 0,-1 0 0,1 0 0,0 0 0,-1 0 0,1 0 0,-1 0 0,0 0 0,1 0 0,-1-1 0,0 1 0,0 0 0,0 0 0,0 0 0,0 0 0,0 0 0,0 0-1,0-1 1,0 1 0,0 0 0,-1 0 0,1-1 32,-4-15-2311</inkml:trace>
  <inkml:trace contextRef="#ctx0" brushRef="#br0" timeOffset="-3318.76">386 2841 21901,'0'0'7195,"0"0"-5386,3 27-1461,38 422 1051,-35-359-1319,-3-23-69,3 0 1,4 0 0,13 51-12,-22-113 0,0 0 0,0 0 0,1 0 0,-1-1 0,1 1 0,0 0 0,1-1 0,-1 1 0,1-1 0,0 0 0,0 1 0,0-1 0,0-1 0,1 1 0,0 0 0,-1-1 0,1 0 0,1 0 0,-1 0 0,0 0 0,1-1 0,0 0 0,-2-3 0,1 0 0,0-1 0,-1 0 0,0 0 0,1 0 0,-1 0 0,0 0 0,0-1 0,0 1 0,-1-1 0,1 0 0,-1 0 0,1 0 0,-1 0 0,0-1 0,0 1 0,0 0 0,-1-1 0,1 1 0,-1-1 0,0 0 0,0 1 0,0-1 0,0 0 0,0-3 0,3-6 0,134-393 0,-136 400 0,32-55 0,-33 59 0,-1 1 0,1 0 0,0 0 0,0 0 0,-1 0 0,1 0 0,0 0 0,0 0 0,0 1 0,0-1 0,0 0 0,0 0 0,0 1 0,0-1 0,1 0 0,-1 1 0,0 0 0,0-1 0,0 1 0,1-1 0,-1 1 0,0 0 0,1 0 0,-1 0 0,0 0 0,0 0 0,1 0 0,-1 0 0,0 0 0,1 1 0,-1-1 0,0 0 0,0 1 0,0-1 0,1 1 0,-1-1 0,0 1 0,0 0 0,0-1 0,0 1 0,0 0 0,0 0 0,0 0 0,0 0 0,0 0 0,-1 0 0,1 0 0,0 0 0,0 1 0,69 173 0,-58-135 0,-6-16 0,0 0 0,2 0 0,1-1 0,1 0 0,1-1 0,0 0 0,2-1 0,5 5 0,-14-22 0,0-1 0,1 0 0,-1 0 0,1 0 0,0-1 0,-1 1 0,1-1 0,0-1 0,0 1 0,1 0 0,-1-1 0,0 0 0,0-1 0,1 1 0,-1-1 0,1 0 0,-1 0 0,0-1 0,1 1 0,-1-1 0,0 0 0,0-1 0,0 1 0,0-1 0,0 0 0,0 0 0,0-1 0,0 0 0,-1 1 0,1-1 0,-1-1 0,0 1 0,0-1 0,0 0 0,-1 0 0,1 0 0,-1 0 0,0 0 0,0-1 0,0 1 0,0-3 0,46-63-213,-2-3 1,-4-2-1,-4-1 1,18-50 212,-48 106-142,54-123-1728,-15 19-2486</inkml:trace>
  <inkml:trace contextRef="#ctx0" brushRef="#br0" timeOffset="-3036.195">1486 2616 30062,'0'0'694,"0"0"-197,0 0-1,15 20 66,-7-9-487,-1-1-48,0 0 0,1-1 1,0 1-1,0-2 0,1 1 0,0-1 0,1 0 1,0-1-1,0 0 0,0-1 0,1 0 1,0-1-1,0 0 0,1 0-27,79 21 0,-60-19 0,-1 2 0,0 0 0,-1 2 0,0 2 0,-1 0 0,12 9 0,-35-18 0,0-1 0,-1 1 0,1 1 0,-1-1 0,0 1 0,0 0 0,0 0 0,-1 0 0,0 0 0,0 0 0,0 1 0,-1-1 0,1 1 0,-1 0 0,-1 0 0,1 0 0,-1 0 0,0 0 0,-1 0 0,1 0 0,-1 0 0,0 1 0,-1-1 0,1 0 0,-1 0 0,0 0 0,-1 0 0,0 0 0,0 0 0,0-1 0,0 1 0,-1-1 0,0 1 0,0-1 0,-3 4 0,-22 22-57,0-1 0,-2-2 1,-1 0-1,-2-3 0,0 0 0,-1-2 0,-2-2 1,0-1-1,-1-2 0,-29 10 57,34-12-643,-1-1-1,-1-1 1,0-2 0,0-2-1,-35 6 644,22-13-4105</inkml:trace>
  <inkml:trace contextRef="#ctx0" brushRef="#br0" timeOffset="-2786.144">1607 2928 30230,'0'0'721,"0"0"-289,-38 156-56,12-85 40,-5 0-168,5-2-248,6-2-56,9-8-344,11-12-352,0-19-953,16-28-1023,8-26 279,2-9-16051</inkml:trace>
  <inkml:trace contextRef="#ctx0" brushRef="#br0" timeOffset="-2785.144">1633 3279 26574,'0'0'2560,"0"0"-1496,0 0-223,123 49-177,-79-11-152,4 3-288,4 4-144,32 13-80,-14-11-480,-7-11-952</inkml:trace>
  <inkml:trace contextRef="#ctx0" brushRef="#br0" timeOffset="3024.976">3023 2989 21589,'0'0'5451,"0"0"-3625,0 0-1127,0 0-148,0 0-26,0 0-105,-5 4-132,-3 12-19,48-11-58,216-8 194,168-27-405,-80 3 49,958 6-34,-973 22-1,1219 36 202,903 90-177,3959 165 120,-6174-285-162,1556 78-98,-1434-48 53,-226-19 20,-141-31 5,-126-164 191,108 117-161,3-2 0,3 0 0,2-2 0,3 0 0,3-1-1,3 0 1,2-1 0,4 0 0,2 0 0,3 0 0,5-24-7,16-50 0,5 2 0,6 1 0,6 1 0,6 2 0,6 2 0,5 3 0,18-19 0,-33 55 0,241-563 0,-189 394 0,-93 261 0,1 0 0,-1-1 0,1 1 0,0 0 0,0 0 0,-1 0 0,1 0 0,0 0 0,0 0 0,0 0 0,0 0 0,0 0 0,0 0 0,1 1 0,-1-1 0,0 0 0,0 1 0,1-1 0,-1 1 0,0-1 0,0 1 0,1 0 0,-1-1 0,1 1 0,-1 0 0,0 0 0,1 0 0,-1 0 0,0 0 0,1 0 0,-1 1 0,1-1 0,-1 0 0,0 1 0,0-1 0,1 1 0,-1-1 0,0 1 0,0 0 0,1-1 0,-1 1 0,0 0 0,0 0 0,0 0 0,0 0 0,0 0 0,0 0 0,-1 0 0,1 0 0,0 0 0,0 0 0,-1 1 0,1-1 0,-1 0 0,1 0 0,-1 1 0,1-1 0,-1 0 0,0 1 0,0-1 0,1 1 0,3 11 0,-1 1 0,0 0 0,-1 1 0,0-1 0,-1 0 0,-1 1 0,0-1 0,-1 0 0,-1 1 0,0-1 0,-1 0 0,0 0 0,-1 0 0,-1-1 0,0 1 0,-7 11 0,2-15 0,0-1 0,-1 0 0,-1 0 0,1-1 0,-1 0 0,-1-1 0,1 0 0,-1-1 0,-1-1 0,1 0 0,-1-1 0,1 0 0,-1-1 0,0 0 0,-1-1 0,1-1 0,0-1 0,0 0 0,-1 0 0,1-1 0,0-1 0,0-1 0,-6-1 0,2 3 0,-292-29-387,-91-27 387,276 37-333,-280-49-3287,246 32-1722</inkml:trace>
  <inkml:trace contextRef="#ctx0" brushRef="#br0" timeOffset="4164.351">3238 351 17844,'0'0'10258,"0"0"-9146,0 0-480,0 0 65,111 30-57,-10-22-128,48-8-96,59-4-120,31-28-144,0-11-32,-15-2-32,-40 5-88,-22 7 0,-37 9 0,-35 8 0,-18 8 0,-30 6-600,-16 0-1000</inkml:trace>
  <inkml:trace contextRef="#ctx0" brushRef="#br0" timeOffset="4431.41">3490 300 27238,'0'0'2888,"-35"152"-2335,10-22-169,-1 16-88,6-4 56,12-15-96,8-11-152,0 2-104,19-5-192,-3-30-376,-5-24-1313</inkml:trace>
  <inkml:trace contextRef="#ctx0" brushRef="#br0" timeOffset="4679.67">2323 1531 30935,'119'-31'632,"39"-9"-424,37-7-96,4-1 224,-17 13 24,-2 13-176,-18 14-184,-15 8 0,-42 16-160,-33 0-1192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43:55.91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1088 1889 27342,'0'0'1754,"0"0"-1101,0 0-321,0 0 55,0 0-12,-25-4-98,-91 1-88,2 62-57,0 34-13,5 5 0,4 4-1,-61 80-118,131-146 14,2 2-1,1 1 0,2 1 0,2 2 1,2 1-1,2 1 0,1 1 0,3 1 1,2 1-1,1 0 0,3 1 0,2 1 1,-4 37-15,12-63-2,1-1-1,1 0 1,0 1-1,2-1 0,1 0 1,1 1-1,1-1 0,0 0 1,2 0-1,1 0 0,0-1 1,2 1-1,0-2 0,2 1 1,0-1-1,1-1 0,1 0 1,1 0-1,8 8 4,99 56-21,-115-76 21,0 0 0,-1 1 1,1 0-1,-2 0 0,1 0 1,-1 0-1,-1 0 0,1 1 0,-1-1 1,-1 1-1,1 0 0,-2 0 1,1-1-1,-1 1 0,0 0 1,-1 0-1,0-1 0,-1 1 0,0 0 1,0-1-1,0 1 0,-1-1 1,-1 0-1,1 0 0,-1 0 1,-1 0-1,0-1 0,-49 117 3,33-83-18,2 0 0,1 2 0,3 0 0,1 1 1,2 0-1,3 1 0,1 0 0,0 21 15,10-49-22,1-1 0,1 0 0,1 0-1,0-1 1,0 0 0,2 1 0,0-2 0,1 1 0,0-1 0,1 0 0,1-1 0,0 0 0,0-1 0,2 0 0,-1 0 0,6 3 22,54 67-69,-18 6 67,-3 3-1,-4 1 0,-5 2 0,-3 2 0,-5 1 1,-3 2-1,-6 1 0,-3 1 0,-5 1 0,-5 0 3,25 247 175,-15 0 0,-17 126-175,-22-258 42,11-213-151,5-31-163,2 21 171,-3-61-2673,1-26-6391</inkml:trace>
  <inkml:trace contextRef="#ctx0" brushRef="#br0" timeOffset="2382.518">5553 1208 28566,'0'0'1054,"0"0"-560,-4 18-258,-50 238 587,29 14-539,24-263-281,1 0 1,0 1-1,1-1 0,-1 0 0,1 0 0,1 0 0,-1-1 0,1 1 0,0 0 0,1-1 0,0 1 1,0-1-1,0 1 0,1-1 0,0 0 0,0-1 0,0 1 0,1-1 0,0 0 0,0 0 0,0 0 1,0-1-1,1 1 0,0-1 0,0-1 0,0 1 0,0-1 0,1 0 0,-1-1 0,1 1 0,0-1 1,0-1-1,0 1 0,0-1 0,0 0 0,0-1 0,0 1-3,20 0-16,0 0-1,0-1 0,0-2 1,1-1-1,-2-1 1,1-1-1,0-2 1,-1 0-1,0-2 1,-1-1-1,0 0 0,-1-2 1,0-1-1,-1-1 1,0-2-1,-1 0 1,14-13 16,-31 26-45,0-1 1,0 0-1,-1 0 1,0 0 0,1-1-1,-1 0 1,-1 1-1,1-1 1,-1-1 0,0 1-1,0 0 1,0-1-1,-1 1 1,0-1 0,0 0-1,0 0 1,-1 0 44,-26 1-117,15 12 145,1 0 0,0 1 0,1-1 0,0 2 0,0-1 0,1 1 0,0 0 0,1 1 0,-1-1 0,2 1 1,0 1-1,0-1 0,0 1 0,2 0 0,-3 9-28,-21 60 85,5 2 0,2 0 1,5 1-1,2 1 0,5 5-85,7-79 6,-48 553 103,20-191-11,-17 8-98,19-278-100,22-107-115,3-102-2835,2 30-1403</inkml:trace>
  <inkml:trace contextRef="#ctx0" brushRef="#br0" timeOffset="2598.322">5985 2591 27854,'0'0'1208,"-7"103"-760,7-44-320,27-4-72,25-15 24,36-27-16,37-15 56,30-49-120,10-24-48,-18-12-264,-46 16-336,-38 18-752</inkml:trace>
  <inkml:trace contextRef="#ctx0" brushRef="#br0" timeOffset="2966.578">7026 1778 30230,'0'0'499,"0"0"-299,25 4-156,165 14-10,-5-42-400,-109 3-2892,-80 32 1591,-27 48 2177,3 0 0,2 2 0,3 1 1,3 1-1,2 1 0,4 0 0,2 1 0,-2 40-510,-22 203 611,12 1 0,15 178-611,9-472 7,-1-12-8,0-1-1,0 1 1,1-1 0,-1 1-1,1 0 1,-1-1 0,1 1 0,0 0-1,0-1 1,0 1 0,1 0-1,-1-1 1,1 1 0,-1-1 0,1 1-1,0 0 1,0-1 0,0 0 0,0 1-1,0-1 1,1 1 0,-1-1-1,1 0 1,0 0 0,-1 0 0,1 0-1,0 0 1,0 0 0,0-1 0,0 1-1,1-1 1,-1 1 0,0-1-1,1 0 1,-1 0 0,1 0 0,-1 0 1,28-14-299,58-141-1954,-47 63-344</inkml:trace>
  <inkml:trace contextRef="#ctx0" brushRef="#br0" timeOffset="3165.87">7716 2739 26846,'0'0'2248,"0"0"-1504,0 0-456,154-12-184,-106 12-104,11 4-288,-8 0-768,-12-4-4473</inkml:trace>
  <inkml:trace contextRef="#ctx0" brushRef="#br0" timeOffset="3429.275">7997 2410 30086,'-13'17'682,"-128"187"-351,77-90-424,4 1 1,6 3-1,5 3 0,5 1 1,4 9 92,39-128-39,0-2 52,0 0 1,0 0-1,0 0 0,0 0 1,0 0-1,0 1 1,0-1-1,0 0 1,1 0-1,-1 1 0,0-1 1,1 1-1,-1-1 1,1 0-1,-1 1 1,1-1-1,0 1 0,0-1 1,-1 1-1,1-1 1,0 1-1,0 0 1,1-1-1,-1 1 1,0-1-1,0 1 0,1-1 1,-1 0-1,1 1 1,-1-1-1,1 1 1,0-1-1,0 0 0,-1 1 1,1-1-1,0 0 1,0 0-1,0 0 1,0 0-1,0 0 0,1 0 1,-1 0-1,0 0 1,0 0-1,1 0 1,-1-1-1,0 1 1,1 0-1,-1-1 0,1 1 1,-1-1-1,1 0 1,-1 0-1,1 1 1,-1-1-1,1 0 0,-1 0 1,1 0-1,-1 0 1,2-1-14,18-2 133,0-2 0,0 0 1,-1-1-1,0-1 0,0-1 1,0-1-1,-1 0 0,0-2 1,-1 0-134,20-10 83,368-195-913,-311 159-996</inkml:trace>
  <inkml:trace contextRef="#ctx0" brushRef="#br0" timeOffset="3964.382">7353 2477 24077,'0'0'1660,"0"0"-277,0 0-202,0 0-40,0 0-140,0 0-207,-10-2-195,-18 2 67,344 140-409,-179-86-249,399 161-875,-466-198-1451</inkml:trace>
  <inkml:trace contextRef="#ctx0" brushRef="#br0" timeOffset="1364.426">2916 2492 26398,'0'0'2752,"0"0"-1744,0 0-575,0 0-145,0 0 176,0 0-96,145 16-136,-73-39-96,9-9-80,3-6-32,-6-1-24,-7 4 0,5 3-304,-19 10-856,-19 6-2161</inkml:trace>
  <inkml:trace contextRef="#ctx0" brushRef="#br0" timeOffset="1633.767">3390 2707 29702,'-44'138'481,"7"2"0,6 0-1,7 3 1,5 0 0,3 81-481,19-118 34,0-103-33,-1-1 0,1 1 0,0-1 0,0 0-1,0 0 1,0 0 0,0-1 0,1 1 0,-1-1 0,0 1-1,1-1 1,0 0 0,-1 0 0,1-1 0,-1 1 0,1-1-1,0 0 1,-1 0 0,1 0 0,0 0 0,-1-1 0,1 1-1,-1-1 1,4-1-1,7-2 6,1 0 1,-1-1-1,0 0 0,0-2 0,0 1 1,-1-2-1,0 0 0,0 0 0,-1-1 1,0-1-1,-1 0 0,0 0 0,8-11-6,-3 6 2,100-102-464,-6-4 0,53-81 462,-50 53-1486,-27 20-965</inkml:trace>
  <inkml:trace contextRef="#ctx0" brushRef="#br0" timeOffset="1898.88">4757 1530 28462,'0'0'862,"0"0"-386,0 0-142,0 0 141,16 18 37,-11-13-471,1 1-16,-1-1 1,0 0-1,0 1 0,0 0 0,-1 0 0,0 1 1,0-1-1,-1 1 0,1-1 0,-2 1 0,1 0 1,-1 1-1,0-1 0,0 0 0,-1 1 0,0-1 1,0 1-1,-1-1 0,0 1 0,0-1 0,-1 1 1,0-1-1,0 0 0,-1 1 0,-2 6-25,-125 299 152,-130 243-768,259-555 552,0-1 43,1 0 0,-1 1 0,0-1 0,1 0-1,-1 0 1,1 0 0,-1 0 0,0 0-1,1 1 1,-1-1 0,0 0 0,1 0 0,-1 1-1,0-1 1,1 0 0,-1 1 0,0-1 0,1 0-1,-1 1 1,0-1 0,0 1 0,0-1-1,1 0 1,-1 1 0,0-1 0,0 1 0,0-1-1,0 0 1,0 1 0,0-1 0,0 1-1,0-1 1,0 1 0,0-1 0,0 0 0,0 1-1,0-1 1,0 1 0,0-1 0,0 0 0,0 1-1,-1-1 1,1 1 0,0-1 0,0 0-1,0 1 1,-1-1 0,1 0 0,0 1 0,0-1-1,-1 0 1,1 1 21,113-98-4609,-54 45-4908</inkml:trace>
  <inkml:trace contextRef="#ctx0" brushRef="#br0" timeOffset="2148.648">4760 2469 23349,'0'0'3121,"8"171"-1705,-8-11-464,-13 22-384,-9-25-64,5-38-112,8-54-143,2-16-65,1 3-64,4-7-56,2-6-64,0-25-136,11-16-401,24-61 153,22-65-344,19-77-256,-8 17-1961,-9 9-527</inkml:trace>
  <inkml:trace contextRef="#ctx0" brushRef="#br0" timeOffset="8167.757">12589 3283 30775,'0'0'617,"0"0"-364,0 0-142,11-19 74,47-112 53,-6-3 0,-5-1-1,-6-3-237,-16 58 17,143-488-188,-126 459-143,-42 108 311,0 1 1,0-1 0,0 0 0,1 1 0,-1-1 0,0 1 0,0-1 0,0 1 0,1-1 0,-1 1 0,0-1 0,1 1 0,-1-1 0,1 1 0,-1 0 0,0-1 0,1 1 0,-1-1 0,1 1 0,-1 0 0,1-1-1,-1 1 1,1 0 0,-1 0 0,1 0 0,-1-1 0,1 1 0,-1 0 0,1 0 0,0 0 0,-1 0 0,1 0 0,-1 0 0,1 0 0,0 0 0,-1 0 0,1 0 0,-1 0 0,1 0 0,-1 0 0,1 1-1,-1-1 1,1 0 0,-1 0 0,1 1 0,-1-1 0,1 0 0,-1 1 0,1-1 0,-1 0 0,1 1 0,-1-1 0,0 1 0,1-1 0,-1 1 0,0-1 0,1 1 0,-1-1 0,0 1 0,0-1 0,1 1 2,13 41 12,-13-39-14,87 456 339,-61-327-217,5-2-1,6-1 1,21 38-120,-59-169 0,1 1 0,-1 0 0,0 0 0,1 0 0,-1-1 0,1 1 0,-1 0 0,1 0 0,0 0 0,-1 0 0,1 0 0,0 0 0,0 0 0,0 0 0,0 0 0,0 0 0,0 0 0,0 1 0,0-1 0,0 0 0,0 1 0,0-1 0,0 1 0,0-1 0,1 1 0,-1 0 0,0-1 0,0 1 0,1 0 0,-1 0 0,0 0 0,0 0 0,1 0 0,-1 0 0,0 0 0,0 0 0,1 0 0,-1 1 0,0-1 0,0 0 0,1 1 0,-1-1 0,0 1 0,0 0 0,0-1 0,0 1 0,0 0 0,0 0 0,0-1 0,0 1 0,0 0 0,0 0 0,-1 0 0,1 0 0,0 0 0,0 0 0,-1 1 0,1-1 0,-1 0 0,1 0 0,-1 1 0,24-76 0,-3-2 0,-4 0 0,5-60 0,-16 99 0,82-659 0,-67 640 0,-21 55 0,1 0 0,-1 0 0,1 0 0,0 1 0,-1-1 0,1 0 0,0 0 0,-1 1 0,1-1 0,0 1 0,0-1 0,0 1 0,0-1 0,-1 1 0,1-1 0,0 1 0,0 0 0,0-1 0,0 1 0,0 0 0,0 0 0,0 0 0,0 0 0,0 0 0,0 0 0,0 0 0,0 0 0,0 0 0,0 0 0,0 1 0,0-1 0,0 0 0,0 1 0,0-1 0,-1 0 0,1 1 0,0-1 0,0 1 0,0 0 0,0-1 0,-1 1 0,1 0 0,0-1 0,-1 1 0,1 0 0,-1 0 0,1-1 0,0 1 0,-1 0 0,0 0 0,1 0 0,-1 0 0,0 0 0,1 0 0,-1 0 0,0 0 0,0 0 0,0 0 0,54 172 0,-50-149 0,143 898 0,-121-815-320,-17-78-1024</inkml:trace>
  <inkml:trace contextRef="#ctx0" brushRef="#br0" timeOffset="6833.871">10546 1938 27790,'0'0'1190,"0"0"-498,13-17-152,-7 8-464,-1 0-21,1 1 0,0 0 0,0 0 1,1 1-1,0-1 0,0 2 0,0-1 0,1 1 1,0 0-1,1 0 0,-1 1 0,1 1 1,0-1-1,0 1 0,4 0-55,46-11 172,1 3 1,0 2-1,1 3 1,0 3-1,0 3 1,9 2-173,-61-2 3,-1 0 1,1 1 0,0 0-1,-1 1 1,1-1-1,0 2 1,-1-1 0,1 1-1,-1 0 1,1 1-1,-1 0 1,0 1 0,0-1-1,0 1 1,-1 1-1,1 0 1,-1 0 0,0 0-1,-1 1 1,1 0 0,-1 0-1,0 0 1,-1 1-1,0 0 1,0 0 0,0 1-1,-1-1 1,0 1-1,0 0 1,0 0-4,-2 17 2,0-1 1,-2 0-1,-1 1 0,0-1 0,-2 0 1,-1 0-1,-1 0 0,0 0 1,-2-1-1,-1 0 0,-1 0 1,-1-1-1,-1 0 0,-1-1 1,-6 9-3,-52 93-28,-5-3 0,-5-4 0,-6-3 1,-4-5-1,-64 58 28,20-47-559,131-116 512,0-1 0,0 0-1,-1 0 1,1 0 0,0 0-1,-1-1 1,1 1 0,-1-1-1,0 0 1,0 0 0,1 0 0,-1-1-1,0 1 1,0-1 0,0 0-1,0 0 1,1 0 0,-1-1 0,0 1-1,0-1 1,1 0 0,-1 0-1,0 0 1,1 0 0,-1-1 0,1 0-1,-1 0 1,1 0 0,0 0-1,0 0 1,0 0 0,-1-1 47,-37-48-2160,11-13-3620,-1-39-16363</inkml:trace>
  <inkml:trace contextRef="#ctx0" brushRef="#br0" timeOffset="7131.033">10608 2122 22893,'5'19'4925,"11"85"-4173,-4 1 1,-4 0-1,-5 0 1,-8 61-753,4-113 147,-10 689 598,11-727-784,19 75-691,4-97-979,-1-114-4462,-17 79 2309,9-65-8331,1 4 8930</inkml:trace>
  <inkml:trace contextRef="#ctx0" brushRef="#br0" timeOffset="7380.541">10982 3011 7082,'0'0'17451,"0"0"-13826,0 0-2753,152 95-248,-104-56-312,0-3-200,18-12-112,-16-11-232,-8-13-1728</inkml:trace>
  <inkml:trace contextRef="#ctx0" brushRef="#br0" timeOffset="7381.541">11761 2082 30535,'-57'134'776,"-7"28"-408,-6 25-136,6-1-40,12-17 24,10-5-128,11-34-88,14-41-152,8-41-264,7-41-208,2-48-257,15-20-119,9-20-1144</inkml:trace>
  <inkml:trace contextRef="#ctx0" brushRef="#br0" timeOffset="7546.895">12026 2072 24141,'4'130'6418,"7"30"-5858,2 26-192,-2-7-192,-6-23 0,-3-30-40,0-31-136,0-36-16,-2-25-216,0-11-168,-4-23-352,-16-6-601,-6-25-2095</inkml:trace>
  <inkml:trace contextRef="#ctx0" brushRef="#br0" timeOffset="7730.379">11421 2759 25261,'0'0'4457,"0"0"-3825,0 0-359,0 0-1,136-69-32,-46 29-88,13-5-152,41-20-48,-39 15-841,-6 1-2023</inkml:trace>
  <inkml:trace contextRef="#ctx0" brushRef="#br0" timeOffset="15412.13">8017 5483 25854,'0'0'3896,"0"0"-3215,0 0-369,0 0 32,171 0-96,-95 0-104,3-4-80,-4-4-48,-9 4-16,-9 2-272,-5 2-408,-21 0-729,-14 0-1663,-17 6-21462</inkml:trace>
  <inkml:trace contextRef="#ctx0" brushRef="#br0" timeOffset="12406.299">4124 5349 28806,'0'0'1152,"0"0"-679,0 0-161,0 0-96,0 0-72,0 0-96,53 79-48,-47-73-584,-6-6-1353</inkml:trace>
  <inkml:trace contextRef="#ctx0" brushRef="#br0" timeOffset="13328.677">3490 5495 24117,'0'0'4134,"-3"25"-2772,-29 292 108,-9 340-1797,41-651 192,-1-4 77,0-1 0,1 0 0,-1 0 0,1 0 1,0 0-1,-1 0 0,1 1 0,0-1 0,0 0 1,0 0-1,0 0 0,0 1 0,0-1 0,0 0 1,0 0-1,0 1 0,1-1 0,-1 0 0,0 0 1,1 0-1,-1 0 0,1 0 0,-1 0 0,1 1 1,0-1-1,-1 0 0,1-1 0,0 1 1,0 0-1,0 0 0,0 0 0,0 0 0,0-1 1,0 1-1,0 0 0,0-1 0,0 1 0,0-1 1,0 1-1,0-1 0,0 1 0,1-1 0,-1 0 58,31-49-2852,-28 36 2072,8-23-1309,46-123-715,-44 127 3904,1 0 1,1 0 0,2 1 0,1 1 0,2 1 0,8-8-1101,19-9 429,3 1 0,1 3 0,2 2 0,2 3 0,1 2 0,2 2 0,2 3 0,0 3 0,2 3 0,45-11-429,-58 17 144,2 3-1,-1 2 0,2 2 1,0 3-1,0 1 0,24 2-143,-75 5 3,0 0-1,0-1 0,0 1 0,0 0 1,0 0-1,0 0 0,0 0 1,0 1-1,-1-1 0,1 0 0,0 1 1,0 0-1,0-1 0,0 1 0,0 0 1,-1 0-1,1 0 0,0 0 1,-1 0-1,1 0 0,-1 0 0,1 1 1,-1-1-1,1 1 0,-1-1 0,0 1 1,0-1-1,0 1 0,0 0 1,0-1-1,0 1 0,0 0 0,-1 0 1,1 0-1,-1 0 0,1-1 0,-1 1 1,0 0-1,1 0 0,-1 0 1,0 0-1,0 0 0,0 0 0,-1 1-2,0 12 21,-2 1 0,0-1-1,0 0 1,-1 0 0,-1 0-1,-1 0 1,0-1-1,-1 0 1,0 0 0,-1-1-1,-1 0 1,0 0 0,0-1-1,-7 6-20,4-1 10,-167 217 82,102-142-48,4 4 0,5 2 0,3 3 0,6 3 0,4 3 0,-22 64-44,52-99 52,3 1 1,3 1-1,4 1 0,3 0 1,0 40-53,11-107 7,1 0 0,-1 0 0,2 0 1,-1 0-1,1 0 0,0 0 1,1 0-1,0 0 0,0 0 0,1-1 1,0 1-1,0-1 0,0 1 0,1-1 1,1-1-1,-1 1 0,1 0 1,0-1-1,0 0 0,1 0 0,0-1 1,0 1-1,0-1 0,2 0-7,12 9 15,2-1 0,0 0 0,0-2 0,1-1 1,1-1-1,0-1 0,0 0 0,0-2 0,1-1 0,0-1 0,0-2 0,0 0 0,0-1 0,7-2-15,-26 1-11,1 0 1,0 0-1,0 0 1,-1-1-1,1 0 1,0-1-1,-1 1 0,1-1 1,-1-1-1,0 1 1,0-1-1,1 0 0,-2 0 1,1-1-1,0 0 1,-1 0-1,0 0 1,0-1-1,0 0 0,0 0 1,-1 0-1,0 0 1,0-1-1,0 1 1,-1-1-1,1 0 0,-1 0 1,-1 0-1,1-3 11,16-42-352,-2-1-1,-2-1 1,-3-1-1,5-48 353,-15 86-86,30-336-3287,-30 276-1366,-1-1-3767,-4 63 8148,3 13 575,0 1 1,0-1-1,0 1 0,-1-1 0,1 1 1,0-1-1,0 1 0,-1 0 0,1-1 1,0 1-1,-1-1 0,1 1 1,-1 0-1,1 0 0,0-1 0,-1 1 1,1 0-1,-1-1 0,1 1 0,-1 0 1,1 0-1,-1 0 0,1 0 1,0 0-1,-1-1 0,1 1 0,-1 0 1,1 0-1,-1 0 0,1 0 0,-1 0 1,1 0-1,-1 0 0,1 1 0,-1-1 1,1 0-1,-1 0 0,1 0 1,-1 0-1,1 1 0,-1-1 0,1 0 1,-1 0-1,1 1 0,0-1 0,-1 0 1,1 1-1,0-1 0,-1 1 0,1-1 1,0 0-1,-1 1 0,1-1 1,0 1-1,0-1 0,0 1 0,-1-1 1,1 1-218,-43 109 3190,24-55-2770,-6 32-228,-3-1-1,-5-2 1,-3-1 0,-4-1-1,-3-3 1,-4-1-1,-31 37-191,57-89-94,-1-1-1,-2 0 1,0-2-1,-1-1 1,-1-1-1,-1-1 1,-1-2-1,-1 0 0,0-2 1,-1-1-1,-1-2 1,0 0-1,-1-3 1,0 0-1,-1-2 1,0-2-1,0-1 0,0-1 1,-1-2-1,-11-1 95,30-2-3,0-1-1,0 0 1,1-1-1,0-1 1,-1 0-1,1-1 1,1-1-1,-1 0 0,1 0 1,0-2-1,0 0 1,1 0-1,0-1 1,0 0-1,1-1 1,1 0-1,0-1 1,0 0-1,1-1 1,0 0-1,1-1 0,0 1 1,1-1-1,1-1 1,0 1-1,-1-7 4,6 14 33,1 0 0,-1 0-1,2 0 1,-1 0 0,1 0-1,-1 0 1,2 1 0,-1-1-1,1 0 1,-1 1 0,2-1-1,-1 1 1,1-1 0,-1 1-1,1 0 1,1 0 0,-1 0-1,1 1 1,0-1 0,0 1-1,0 0 1,1 0 0,-1 0-1,5-2-32,264-187 901,548-276-1045,-730 416-1589</inkml:trace>
  <inkml:trace contextRef="#ctx0" brushRef="#br0" timeOffset="15033.278">6195 5157 8330,'0'20'17962,"1"266"-13164,1 14-3428,2 323-1232,-19-465-609,14-152 371,0-1 1,-1 1-1,0-1 0,0 0 0,0 1 1,0-1-1,-1 0 0,0 0 0,0 0 0,-1-1 1,1 1-1,-1-1 0,0 0 0,0 0 1,0 0-1,-1 0 0,1-1 0,-1 0 0,0 0 1,0 0-1,0 0 0,0-1 0,0 0 1,-1 0-1,1-1 0,-2 1 100,-8-1-1450,1-1 0,-1 0 0,0-1 0,1-1 0,-1 0 0,1-1 0,0 0 0,-1-1 0,2-1 0,-1-1 0,0 1 0,1-2 0,0 0 0,1-1 0,0 0 0,-1-1 1450,-32-22-293,3 0 4458,41 31-4001,-262-226 14598,168 117-12142,92 106-2540,1 1 0,-1 0-1,0-1 1,1 1-1,-1-1 1,1 0 0,0 0-1,0 0 1,0 0 0,0 0-1,0 0 1,1-1 0,0 1-1,-1-1 1,1 1 0,1-1-1,-1 1 1,0-1-1,1 1 1,0-1 0,-1 0-1,2 1 1,-1-1 0,0 0-1,1 1 1,-1-1 0,1 1-1,0-1 1,0 1-1,1-1 1,-1 1 0,1 0-1,0-1 1,-1 1 0,1 0-1,1 0 1,-1 0 0,0 1-1,1-1-79,8-2 47,0 1 0,0 0-1,0 0 1,1 1 0,0 1-1,-1 0 1,1 0 0,0 1-1,0 1 1,5 0-47,-13 0 5,-1 0-1,1 0 1,-1 1-1,1-1 1,-1 1-1,1 0 0,-1 0 1,0 0-1,1 0 1,-1 0-1,0 1 1,0 0-1,0-1 1,0 1-1,0 0 1,0 1-1,0-1 1,-1 0-1,1 1 1,-1-1-1,1 1 1,-1 0-1,0 0 1,0 0-1,-1 0 1,1 0-1,0 0 1,-1 1-1,0-1 1,0 0-1,0 1 1,0-1-1,-1 1 1,1-1-1,-1 4-4,4 35 11,-1 1 0,-3-1 0,-1 0 0,-2 1 0,-2-1 0,-2-1-1,-8 25-10,10-38 7,-5 71 10,10-98-13,0 0-1,1 0 0,-1 0 1,0 0-1,0 0 0,1 0 1,-1 0-1,1 0 0,-1 0 0,1 0 1,-1 0-1,1 0 0,-1-1 1,1 1-1,0 0 0,-1 0 1,1-1-1,0 1 0,0 0 1,0-1-1,0 1 0,-1-1 1,1 1-1,0-1 0,0 0 0,0 1 1,0-1-1,0 0 0,0 1 1,0-1-1,0 0 0,0 0 1,0 0-1,0 0 0,0 0 1,0 0-1,0 0 0,0-1 0,0 1 1,0 0-1,0 0 0,0-1 1,0 1-1,0-1 0,0 1 1,1-1-4,49-22 154,-11-6-95,-2-1 1,-1-2-1,-1-2 0,-2-1 1,10-16-60,-7 10 14,134-149-429,188-197 95,-95 151-8661,-249 225 8202,8-23 5786,-23-3-2115,3-2-3967,22-135-20508,-26 192 35340,3 19-7878,0-5-4669,43 409 1747,-43-424-3055,-1 0-1,0-1 1,-2 1 0,0-1-1,0 1 1,-2-1 0,0 1-1,-1-1 1,0 0 0,-1-1-1,-1 1 1,-1-1 0,0 0-1,-1 0 1,-3 3 98,-79 68 261,103-81 66,78-48-283,-75 34-41,-1 1-1,2 0 0,-1 1 0,1 1 0,0 0 0,0 1 0,1 1 0,2 0-2,-18 6-1,0 0-1,0-1 0,0 1 0,0 0 0,0 0 0,0 0 1,0 0-1,-1 1 0,1-1 0,-1 0 0,0 1 1,1-1-1,-1 1 0,0-1 0,0 1 0,-1 0 0,1-1 1,-1 1-1,1 0 0,-1 0 0,0-1 0,0 1 1,0 0-1,0 0 0,0-1 0,-1 1 0,1 0 0,-1-1 1,0 1-1,0 0 0,0-1 0,0 1 0,-1 2 2,-13 35 1,0 1-1,-3-2 1,-1 0-1,-2-1 0,-2-1 1,-1-1-1,-29 31 0,-7 12 292,-4-4 0,-3-2 0,-3-4 0,-61 47-292,106-101 303,43-40-262,144-131-155,-153 154 115,-35 70 56,-57 65-10,-6-4 0,-6-4-1,-97 99-46,142-178 26,50-66-124,23-19-33,1 2 0,3 1 0,0 1-1,2 2 1,24-21 131,-41 41-7,-5 4 12,1 0-1,0 0 0,1 1 0,0 0 0,0 1 0,1 0 0,0 0 0,0 1 1,0 1-1,1-1 0,0 2 0,5-3-4,-14 7 5,-1 0 0,1 1 0,-1-1 0,0 0 0,1 0-1,-1 1 1,0-1 0,1 1 0,-1-1 0,0 1 0,0 0 0,0-1 0,1 1 0,-1 0 0,0 0 0,0 0 0,0 0 0,0 0-1,0 0 1,0 0 0,-1 0 0,1 0 0,0 0 0,0 0 0,-1 1 0,1-1 0,-1 0 0,1 1 0,-1-1 0,0 0-1,1 1 1,-1-1 0,0 0 0,0 1 0,0-1 0,0 0 0,0 1 0,0-1 0,0 1 0,-1-1 0,1 0 0,0 1 0,-1-1-1,1 0 1,-1 0 0,0 1-5,2 10 31,-4 50 28,-3 0-1,-2-1 1,-3 0-1,-3-1 1,-6 10-59,-27 145 83,40-128 13,9-83-90,0-1 0,1 1 0,-1-1 0,1 1 0,-1-1 0,1 0 0,0 0 0,1 0-1,-1 0 1,0 0 0,1-1 0,-1 0 0,1 1 0,0-1 0,0-1 0,0 1 0,0-1-1,0 1 1,0-1 0,0 0 0,1-1 0,-1 1 0,0-1 0,1 1 0,-1-1 0,0-1-1,0 1 1,1-1 0,-1 1 0,0-1 0,0 0 0,0-1 0,0 1 0,0-1 0,0 0-1,3-1-5,33-14 5,-1-1-1,0-2 1,-2-2-1,0-1 1,-2-2-1,29-26-4,4-4-41,-3-4 0,-1-2 0,-4-3 1,-3-3-1,-2-2 0,1-8 41,-44 61-5,-1-1 0,-1 0 0,0-1 0,-1 0 0,-1-1 0,0 0 0,-2 0 0,0 0 0,-1-1 0,-1 0 0,-1 0 0,1-20 5,-5 36 3,0 0 0,-1 1 1,1-1-1,0 0 1,-1 1-1,0-1 0,0 1 1,0-1-1,0 1 0,-1 0 1,0 0-1,1 0 1,-1 0-1,0 0 0,0 1 1,0-1-1,-1 1 0,1 0 1,0 0-1,-1 0 1,0 0-1,1 1 0,-1-1 1,0 1-1,0 0 0,0 0 1,0 0-1,0 1 1,0 0-1,0-1 0,0 1 1,0 1-1,0-1 0,0 1 1,0-1-1,0 1 1,1 0-1,-1 0 0,0 1 1,0-1-1,1 1 0,-1 0 1,1 0-1,-1 0 1,1 0-1,0 1 0,0-1 1,0 1-1,-2 2-3,-5 5 59,0 2-1,1-1 1,0 1 0,1 0-1,1 1 1,-1 0 0,2 0 0,0 0-1,1 1 1,0 0 0,1 0-1,0 0 1,1 1 0,1-1-1,1 1 1,0-1 0,0 8-59,1-14 3,0 0 0,1-1 1,-1 1-1,1-1 0,1 1 1,-1-1-1,1 1 1,1-1-1,-1 0 0,1 0 1,0 0-1,1 0 0,0 0 1,0-1-1,0 0 1,1 0-1,0 0 0,0 0 1,0-1-1,1 0 0,0 0 1,0 0-1,0-1 1,1 0-1,-1 0 0,1-1 1,0 1-1,0-1 0,0-1 1,1 0-1,-1 0 1,0 0-1,1-1 0,0 0 1,-1 0-1,3-1-3,34 3-283,1-1 0,-1-3 0,1-2 0,38-7 283,41-20-1873</inkml:trace>
  <inkml:trace contextRef="#ctx0" brushRef="#br0" timeOffset="16397.248">3532 8034 25429,'164'0'5050,"49"0"-4618,48 25-200,15 15-136,2 3-48,27-1-24,39-7-8,29-13 0,26-16-16,6-6-96,-100 0-552,-51-8-1921</inkml:trace>
  <inkml:trace contextRef="#ctx0" brushRef="#br0" timeOffset="15645.115">8420 5984 20324,'-50'168'7586,"1"27"-6210,17-4-512,5 3-311,5-11-273,9-19-112,7-40-56,6-43-48,0-34-48,8-21-16,12-6 0,4-10-128,9-10-208,11-50-273,-7-13-967,-8-10-3617</inkml:trace>
  <inkml:trace contextRef="#ctx0" brushRef="#br0" timeOffset="15832.069">8922 6077 15315,'0'0'13923,"0"0"-13131,145 96-231,-88-48-249,-3 3-104,-8-2-72,-6 1-120,-7-5-16,-11 4-408,-11-11-1009,-11-18-5464</inkml:trace>
  <inkml:trace contextRef="#ctx0" brushRef="#br0" timeOffset="15998.335">9321 6185 24997,'-57'119'5538,"-11"15"-4914,2-10-280,-4-2-192,-2 1-112,13-23-40,17-23-48,-4-2-232,17-29-600,-3-11-1441</inkml:trace>
  <inkml:trace contextRef="#ctx0" brushRef="#br0" timeOffset="23093.749">13025 6469 29182,'0'0'690,"-8"-17"-398,-29-61 54,-4 3 0,-3 1 1,-34-40-347,-5 43 140,80 70-135,0 0 1,-1 0 0,1 0 0,0 1-1,0-1 1,0 1 0,-1-1-1,1 1 1,0 0 0,0 0-1,-1 1 1,1-1 0,0 0 0,0 1-1,0 0 1,-1 0 0,1 0-1,0 0 1,0 1 0,1-1-1,-1 1 1,0 0 0,0-1-1,1 1 1,-1 1 0,1-1 0,-1 0-1,1 0 1,0 1 0,0 0-1,0-1 1,0 1 0,0 1-6,-13 25 14,0 1 1,2 0-1,2 1 0,0 0 1,2 1-1,2 0 1,1 1-1,1 0 0,2-1 1,1 2-15,3 136 129,2-162-125,2 0 0,-1-1-1,1 1 1,1-1 0,-1 0-1,1-1 1,1 1 0,-1-1-1,1 0 1,0 0 0,0-1-1,0 0 1,1-1 0,0 1 0,0-1-1,0-1 1,1 0 0,-1 0-1,1 0 1,-1-1 0,1 0-1,0-1-3,10 2-186,0-1-1,0 0 0,0-1 0,0-2 0,0 0 1,0-1-1,-1 0 0,1-2 0,0 0 0,-1-1 0,13-6 187,39-17-4313</inkml:trace>
  <inkml:trace contextRef="#ctx0" brushRef="#br0" timeOffset="23526.771">13529 6797 28206,'0'0'2551,"0"0"-1880,0 0-548,10-20-21,85-228 520,31-184-315,-123 425-302,31-41 71,-16 61-48,28 152 41,41 193-62,-85-348-7,1 1 0,0-1 0,0 0 0,1 0 0,0-1 0,1 1 0,0-1 0,0 0 0,1 0 0,0 0 0,1-1 0,0 0 0,0 0 0,1-1 0,0 0 0,0 0 0,0-1 0,1 0 0,0 0 0,0-1 0,1-1 0,0 1 0,0-1 0,0-1 0,0 0 0,0 0 0,0-1 0,1-1 0,-1 1 0,1-2 0,0 1 0,-1-1 0,9-2 0,-3-6 0,-1-2 0,0 1 0,0-2 0,-1 0 0,0-1 0,-1 0 0,-1-1 0,0 0 0,0-1 0,-2-1 0,1 1 0,-2-2 0,0 1 0,-1-1 0,-1-1 0,0 1 0,-1-1 0,0-4 0,148-518 0,-133 485 0,-21 53 0,0 0 0,0 0 0,1 1 0,-1-1 0,0 0 0,0 1 0,1-1 0,-1 0 0,0 1 0,1-1 0,-1 0 0,1 1 0,-1-1 0,0 1 0,1-1 0,0 0 0,-1 1 0,1 0 0,-1-1 0,1 1 0,0-1 0,-1 1 0,1 0 0,0-1 0,-1 1 0,1 0 0,0 0 0,-1-1 0,1 1 0,0 0 0,0 0 0,-1 0 0,1 0 0,0 0 0,0 0 0,-1 0 0,1 0 0,0 1 0,0-1 0,-1 0 0,1 0 0,0 0 0,-1 1 0,1-1 0,0 0 0,-1 1 0,1-1 0,-1 1 0,1-1 0,0 1 0,-1-1 0,1 1 0,-1-1 0,1 1 0,-1-1 0,0 1 0,1 0 0,-1-1 0,0 1 0,1 0 0,18 45 0,-3 27 0,-4 0 0,-2 1 0,-4-1 0,-3 44 0,-1-61 0,23 540-195,-20-525-778</inkml:trace>
  <inkml:trace contextRef="#ctx0" brushRef="#br0" timeOffset="22552.579">11160 5789 9242,'0'0'17982,"0"0"-14011,0 0-3778,24-15-141,-6 2-39,-8 5 4,1 1 0,0 0 0,0 0 0,1 1 0,0 1 0,0 0 0,0 1 0,1 0 0,-1 1 0,1 0 0,0 1-1,0 0 1,10 0-17,22 2 73,1 1-1,0 2 0,0 3 0,40 9-72,-71-11 11,-1-1 0,0 2 0,0 0 1,0 0-1,-1 1 0,0 1 0,0 0 0,-1 1 0,0 1 0,0 0 0,-1 0 0,0 1 0,-1 0 1,0 1-1,0 0 0,-1 1 0,3 6-11,-6-3 0,0 0 0,-1 0 0,-1 0 0,-1 1 0,0 0 1,-1-1-1,-1 1 0,0 0 0,-1 0 0,-1 0 0,0 0 0,-1 0 0,-1-1 1,0 1-1,-1-1 0,-1 1 0,-1-1 0,0-1 0,-1 1 0,0-1 0,-1 0 1,-2 2-1,-19 25-25,-3-1 0,0-1 0,-3-1 0,-1-3 0,-1 0 0,-2-3 0,-2-1 0,0-2 0,-4-1 25,22-13-63,0-1 0,-1-1 0,-1-1 0,0-2-1,0 0 1,-23 5 63,42-13-108,0-1 0,0 0 0,0 0 0,0 0-1,0 0 1,0-1 0,0 0 0,0-1 0,0 1 0,-1-1 0,1 0 0,1 0-1,-1-1 1,0 0 0,0 0 0,1-1 0,-1 1 0,1-1 0,-1 0 0,1 0-1,0-1 1,1 0 0,-1 0 0,0 0 0,1 0 0,0-1 0,0 1 0,1-1-1,-1 0 1,1 0 0,0-1 0,-2-4 108,-18-56-3805</inkml:trace>
  <inkml:trace contextRef="#ctx0" brushRef="#br0" timeOffset="22827.341">11208 6067 21181,'0'0'7441,"5"179"-6401,-14-25-360,-22 26-207,-4-1-97,4-13-96,12-22-168,8-12-112,11-33-128,0-32-384,0-38-721,4-25-551,7-4-11699</inkml:trace>
  <inkml:trace contextRef="#ctx0" brushRef="#br0" timeOffset="22828.341">11388 6830 4497,'0'0'24029,"0"0"-23021,123 4-304,-60 10-295,5 2-177,7 0-152,41-6-80,-15-5-288,-7-5-609</inkml:trace>
  <inkml:trace contextRef="#ctx0" brushRef="#br0" timeOffset="42988.131">19190 2342 30398,'77'-17'55,"0"3"0,1 4 0,0 2-1,1 5 1,-1 2 0,0 4-1,1 4 1,52 12-55,-89-11 59,-1 2 0,0 2 0,-1 1 0,-1 2 0,0 2 0,-1 2 0,-1 1 0,4 6-59,-25-16 12,-1 1 1,-1 0-1,0 1 0,0 1 0,-1 0 0,-1 1 0,0 0 0,-1 1 0,0 1 1,-1-1-1,-1 1 0,-1 1 0,0 0 0,-1 0 0,-1 1 0,-1-1 0,0 1 1,-1 1-1,0 11-12,-4-4 1,-2-1 1,0 0 0,-2 0-1,0 0 1,-2 0-1,-1-1 1,-1 0 0,-1 0-1,-1-1 1,0 0-1,-2-1 1,-1 0 0,-1-1-1,-1 0 1,0-1 0,-2-1-1,0-1 1,-1 0-1,-9 5-1,-102 100-27,-6-5 0,-98 62 27,4-3-35,127-96 29,3 5 0,4 4-1,-35 46 7,125-130 0,-1-1-1,0 1 0,1 0-1,-1 1 1,1-1 0,0 1 0,1 0 0,0 0-1,0 0 1,0 1 0,1 0 0,0-1-1,1 1 1,-1 0 0,1 0 0,1 1-1,-1 7 2,35 16 0,78-18 15,-9-20-23,-1-5 0,0-3 0,-1-5 0,-1-5 0,-1-4 0,-2-4 0,-1-4 0,56-31 8,267-144-1422,-247 105-3877,-47 20-13667</inkml:trace>
  <inkml:trace contextRef="#ctx0" brushRef="#br0" timeOffset="43255.279">21827 2118 26766,'0'0'3408,"-28"177"-3071,-27 24 79,-20 58-176,-6 21 24,-2-10 0,6-25-24,1-20-88,-1-12-80,5-20-8,8-25-64,20-44-80,20-43-232,24-54-496,20-27-1073,13-7-807</inkml:trace>
  <inkml:trace contextRef="#ctx0" brushRef="#br0" timeOffset="43504.704">22689 2698 23941,'-37'14'4945,"-355"155"-3434,165-57-1141,5 9-1,-137 102-369,350-216 23,-143 122 386,149-124-399,-1-1 0,1 0 0,0 1 1,0-1-1,1 1 0,-1 0 0,1 0 0,0 0 0,1 0 0,-1 0 0,1 1 1,0-1-1,0 0 0,0 1 0,1-1 0,0 1 0,0-1 0,0 1 0,1-1 0,0 0 1,0 1-1,0-1 0,1 0 0,0 0 0,-1 0 0,2 0 0,-1 0 0,1 0 1,0-1-1,0 1 0,0-1 0,0 1 0,1-1 0,2 2-10,17 11 14,1-1-1,1-1 1,0-1-1,1-2 1,0 0-1,1-2 0,0 0 1,1-2-1,0-1 1,16 1-14,202 40-452,1-10 1,64-6 451,-201-21-619,22 2-1652</inkml:trace>
  <inkml:trace contextRef="#ctx0" brushRef="#br0" timeOffset="41372.026">21534 5672 29838,'0'0'641,"-95"182"-401,10 37 64,-14 53 16,3 32-16,12-14 64,14-26-32,2-1-112,5-25-104,8-33-88,20-55-8,17-57-24,18-44-104,3-35-280,82-49-184,-2-21-464,9-24-1249</inkml:trace>
  <inkml:trace contextRef="#ctx0" brushRef="#br0" timeOffset="41657.53">22288 6098 29726,'-796'500'1701,"743"-466"-1622,2 2 1,1 2-1,2 2 1,2 3 0,2 1-1,-38 50-79,78-90 11,0 0 0,0 0 0,0 0 1,1 1-1,0-1 0,0 1 0,0 0 0,0 0 0,1 0 0,0 0 0,0 0 0,0 1 0,0-1 1,1 1-1,0-1 0,0 1 0,1-1 0,0 1 0,-1-1 0,2 1 0,-1 0 0,1-1 1,0 1-1,0-1 0,0 1 0,1-1 0,0 0 0,0 0 0,0 1 0,1-1 0,0-1 0,0 1 1,0 0-1,0-1 0,1 1 0,-1-1 0,1 0 0,0 0 0,1-1 0,-1 1 0,1-1 0,-1 0 1,1 0-1,0 0 0,0-1 0,2 1-11,154 35 89,18-23-19,169-11-70,-175-5-199,-1-7 0,38-13 199,18-31-5258,-162 27-10706</inkml:trace>
  <inkml:trace contextRef="#ctx0" brushRef="#br0" timeOffset="42172.469">20019 5927 27174,'0'0'2864,"0"0"-2319,-51 169-225,-14-7 8,-3 28-96,4 9-72,16-4-88,9 8-72,-1 18-72,7-47-552,3-28-2097</inkml:trace>
  <inkml:trace contextRef="#ctx0" brushRef="#br0" timeOffset="42440.025">18327 8405 31223,'0'0'528,"147"3"-360,98 3-96,104-4 16,85-2 144,41 0 8,-14 2-32,-3 10-200,-22 8-8,-31 6 0,-34 3 0,-45 1-256,-93-11-320,-69-11-1033</inkml:trace>
  <inkml:trace contextRef="#ctx0" brushRef="#br0" timeOffset="30121.072">1200 10024 25149,'0'0'3694,"0"0"-2419,0 0-658,0 0-115,0 0-68,0 0-49,-17-2-53,-52-9-100,67 10-226,0-1-1,0 1 1,0 0-1,0-1 1,0 0 0,0 1-1,1-1 1,-1 0-1,0 0 1,1 0-1,-1 0 1,1 0-1,0 0 1,0 0-1,0-1 1,0 1-1,0 0 1,0-1 0,1 1-1,-1-1 1,1 1-1,-1-1 1,1 1-1,0-1 1,0 1-1,1-2-5,-2-5 2,-5-231-1,-21 239-74,-1 21-635,-2 2-1440</inkml:trace>
  <inkml:trace contextRef="#ctx0" brushRef="#br0" timeOffset="32082.301">1963 9241 27174,'0'0'832,"0"0"-343,0 0-141,0 0 91,0 0-9,0 0-121,-5-5-134,-14-13-70,-10-6 1161,-28 22-417,57 2-842,0 0-8,0 0-75,7 0-1371,-1 0-1446</inkml:trace>
  <inkml:trace contextRef="#ctx0" brushRef="#br0" timeOffset="34874.251">2088 10237 23685,'0'0'3996,"0"0"-2729,0 0-790,0 0-194,0 0-153,-5-3-58,-13-2 39,14 44 88,-24 991 1010,-71 2426 129,101-3246-1338,9 1 0,13 26 0,142 760-37,-161-970-37,-5-27 51,0 0 0,1-1 1,-1 1-1,0 0 0,0 0 1,0 0-1,0-1 1,1 1-1,-1 0 0,0 0 1,0 0-1,0 0 0,1 0 1,-1-1-1,0 1 0,0 0 1,0 0-1,1 0 0,-1 0 1,0 0-1,0 0 0,1 0 1,-1 0-1,0 0 0,0 0 1,1 0-1,-1 0 0,0 0 1,0 0-1,1 0 0,-1 0 1,0 0-1,0 0 0,1 0 1,-1 0-1,0 0 0,0 1 1,0-1-1,1 0 23,25-205-2579,-15 64-1353</inkml:trace>
  <inkml:trace contextRef="#ctx0" brushRef="#br0" timeOffset="35190.323">2712 10166 29446,'166'-30'216,"1"6"-1,1 9 1,0 6 0,163 14-216,-217-4 63,2206 13 602,-475-114-751,-853 30-1024,-713 55 245,-82 6-1001,-61 3-2431</inkml:trace>
  <inkml:trace contextRef="#ctx0" brushRef="#br0" timeOffset="35473.656">8839 10065 26254,'0'0'1315,"-10"26"-549,-3 9-560,1 2 0,2-1 0,2 1 0,1 1-1,2-1 1,0 30-206,2 163 667,72 1131 1148,-41-969-1439,87 2366-37,-116-2588-353,-8-1 0,-7 0 0,-7-1 0,-7-2 0,-8 0 1,-7-3-1,-57 134 14,77-239-466,-3-1 1,-2-1-1,-2-2 1,-12 13 465,-23 8-2362</inkml:trace>
  <inkml:trace contextRef="#ctx0" brushRef="#br0" timeOffset="35740.023">3341 16492 28630,'0'0'3433,"0"0"-3169,0 0-264,130 12 0,104 4 24,75-6 48,71-10 0,40-22-40,19-27-8,34-18-24,12-10 0,3-12-32,3-8-392,-8-15-360,-122 23-681,-67 4-951</inkml:trace>
  <inkml:trace contextRef="#ctx0" brushRef="#br0" timeOffset="36140.393">10036 10330 31479,'26'-7'511,"265"-33"-211,767 77 31,-452-6-205,2205-5-115,-1973-28-83,-562 4-74,502-15-954,-699 8-125,0-3 1,-1-4-1,56-17 1225,-82 13-3289</inkml:trace>
  <inkml:trace contextRef="#ctx0" brushRef="#br0" timeOffset="36424.528">17137 10310 15411,'0'0'9378,"-26"26"-5805,16-16-3397,-27 25 231,2 2 1,1 1 0,2 2-1,2 1 1,-14 26-408,-2 31 217,4 2 0,5 2 1,4 1-1,5 2 0,4 1 0,5 0 1,4 2-1,6 0 0,4 0 0,6 59-217,0 2248 19,-9-1997-19,-53 331 0,55-683 0,-3 0 0,-4-1 0,-2 0 0,-3-1 0,-2-1 0,-4 0 0,-2-2 0,-3-1 0,-5 3 0,22-44-154,-2-2 1,0 1-1,0-2 1,-2 0-1,0-1 1,-1 0-1,0-2 0,-1 0 1,-1-1-1,0 0 1,0-2-1,-1 0 1,-16 4 153,-55 19-2277</inkml:trace>
  <inkml:trace contextRef="#ctx0" brushRef="#br0" timeOffset="36690.378">11313 15688 30743,'-22'9'714,"-63"38"-359,84-46-351,0 0 0,0 0 0,0 0 0,1 1 0,-1-1 0,0 0 0,0 1 0,1-1 0,-1 1 0,1-1 0,0 0 0,-1 1 0,1-1 0,0 1 0,0-1 0,0 1 0,0-1 0,0 1 0,0-1 0,0 1 0,0-1 0,1 1 0,-1-1 0,1 0 0,-1 1 0,1-1 0,-1 1 0,1-1 0,0 0 0,0 0 0,-1 1 0,1-1 0,0 0 0,0 0 0,0 0 0,1 0 0,-1 0 0,0 0 0,0 0 0,0 0 0,1-1 0,-1 1 0,1 0-4,114 66 70,102 8 23,92-8 79,-80-41-12,0-10 0,131-11-160,350-42 15,-2-31 1,340-90-16,-943 141-201,1260-218-424,-479 29-5117,-610 124-8269</inkml:trace>
  <inkml:trace contextRef="#ctx0" brushRef="#br0" timeOffset="37225.808">18168 10829 30503,'2743'76'885,"-2208"-54"-822,931 4-1181,-1244-24 418,1-11 0,-1-9 0,0-9 0,26-16 700,-140 10-1159,-95 10 1267,-28 26 86,1 1 1,0 1-1,0 1 1,0 0-1,0 0 1,1 2-1,0-1 1,1 2-1,0 0 1,0 0-1,1 1 1,0 0-1,1 1 1,0 0-1,0 1 1,1 0-1,1 1 1,0 0-1,1 0 1,1 0 0,-5 12-195,-9 21 97,2 0 1,2 0-1,1 2 1,3 0-1,3 0 1,-4 38-98,-4 81 222,7 2 1,7 0-1,7-1 1,8 1-1,7-2 0,14 36-222,58 227 281,118 327-281,320 868 0,-520-1597 0,24 67 0,-4 1 0,-4 1 0,-4 1 0,-5 2 0,-4-1 0,-5 1 0,-3 61 0,-6-139-35,-1-1 0,-1 1 0,0-1 0,-2 0 0,0-1 1,-1 1-1,-2-2 0,0 1 0,0-1 0,-2 0 0,-1-1 0,0 0 0,-1-1 0,-1 0 0,0-1 0,-2-1 1,-10 9 34,-54 29-1559</inkml:trace>
  <inkml:trace contextRef="#ctx0" brushRef="#br0" timeOffset="37525.97">18691 16246 31191,'0'0'680,"0"0"-552,141 22-96,80 1-24,86-5 80,63-16 168,38-2-80,11-22-48,19-11-48,9-7-80,-2-5 0,-11-8-56,-13-12-528,-112 9-904,-59-3-1417</inkml:trace>
  <inkml:trace contextRef="#ctx0" brushRef="#br0" timeOffset="37774.911">25274 11344 30118,'239'-26'433,"76"20"-329,38 12-88,40 26 32,21 9 80,4-1 136,-10 1-80,-20-4-48,-28-1-80,-36-2-56,-37-5-16,-37-3-232,-40-7-360,-65-9-409,-44-10-1911</inkml:trace>
  <inkml:trace contextRef="#ctx0" brushRef="#br0" timeOffset="38158.651">30613 11239 29446,'0'0'607,"23"15"-279,238 181 515,-139-98-590,-18-16-13,-4 4 1,-3 5 0,43 55-241,-88-78 44,-3 2-1,-3 2 1,-4 1 0,-2 3-1,-4 1 1,-3 2 0,-4 1-1,-3 1 1,-4 2 0,-4 0 0,-3 1-1,-4 1 1,-1 25-44,8 327 0,-19 9 0,-1-156 0,2-45 0,11-1 0,29 156 0,23-94 0,14-2 0,18 15 0,-65-220 0,0-4-31,-5 1 0,-3 1 0,-5 1 0,-5 1 1,-3 0-1,-5 21 31,-12-24-1153,-11-31-1086</inkml:trace>
  <inkml:trace contextRef="#ctx0" brushRef="#br0" timeOffset="38458.868">25393 16015 31791,'10'0'728,"-10"0"-576,0 0-152,249-14 0,40 18 16,90 6 32,36 0-16,9-4-32,-51-6 0,-21 0 0,-32 0-24,-31-6-120,-37-14-208,-79 4-256,-46-1-1481</inkml:trace>
  <inkml:trace contextRef="#ctx0" brushRef="#br0" timeOffset="39977.975">13112 9860 17708,'0'0'7093,"0"0"-4684,3-17-630,14-55-986,-16 69-762,0 1-1,1 0 0,-1-1 0,1 1 0,-1 0 1,1 0-1,0 0 0,0 0 0,0 1 0,0-1 1,0 0-1,0 1 0,0-1 0,1 1 1,-1 0-1,0 0 0,1 0 0,-1 0 0,1 0 1,0 1-1,-1-1 0,1 1 0,-1-1 0,1 1 1,0 0-1,-1 0 0,1 0 0,0 0 0,-1 1 1,1-1-1,-1 1 0,1 0 0,0 0 1,-1-1-1,0 2 0,1-1 0,-1 0 0,0 0 1,1 1-1,-1-1 0,0 1 0,0 0 0,0-1 1,0 1-1,-1 0 0,1 0 0,0 1 0,-1-1 1,1 1-31,12 15 34,-1 0 0,-1 1 0,-1 1 0,-1 0 0,0 0 0,-2 1 0,0 0 0,-1 1 0,-2 0 0,0 0 0,-1 0 0,0 9-34,11 97 165,-6 1 1,-5 77-166,-12 66 354,-12 0 0,-33 136-354,-93 677 57,37 161-57,84-248 0,15-360 0,-81 544 0,79-1090 0,-4-1 0,-28 87 0,29-141 0,15-37 0,0 0-8,0-1 1,0 1 0,0-1-1,0 1 1,0-1-1,0 1 1,0-1-1,0 1 1,0-1-1,0 1 1,0-1-1,0 1 1,-1-1-1,1 1 1,0-1 0,0 1-1,-1-1 1,1 1-1,0 0 1,-1-1-1,1 1 1,0 0-1,-1-1 1,1 1-1,0 0 1,-1-1-1,1 1 1,-1 0 0,1-1-1,-1 1 1,1 0-1,-1 0 1,1 0-1,-1 0 1,1-1-1,-1 1 1,1 0-1,-1 0 1,1 0-1,-1 0 1,1 0 0,-1 0-1,1 0 1,-1 0-1,1 1 1,-1-1-1,1 0 1,-1 0-1,1 0 1,0 0-1,-1 1 1,1-1 7,-3-203-1804,3 76-397</inkml:trace>
  <inkml:trace contextRef="#ctx0" brushRef="#br0" timeOffset="40839.218">13917 13855 25974,'0'0'1661,"0"0"-422,0 0-341,0 0-143,0 0-213,4-24-219,34-90-103,-26 99-192,0 0-1,1 1 1,1 1 0,0 0-1,1 1 1,1 1-1,14-9-27,177-117 99,5 9 0,6 10 0,5 9 0,5 10 0,4 9 0,131-27-99,-209 76 31,0 6-1,3 7 1,0 7 0,1 7-1,0 6 1,1 8 0,0 7-1,-1 6 1,-1 7 0,-1 7-1,-1 7 1,48 22-31,-2 19 0,125 70 0,-80-34 0,-121-63 0,2-6 0,2-5 0,1-6 0,2-6 0,0-6 0,1-5 0,1-6 0,0-6 0,0-6 0,28-8 0,219-34 0,-3-18 0,336-102 0,-643 148 0,96-26 0,1 8 0,116-8 0,-192 41 0,-91 4 0,0-1 0,0 0 0,1 0 0,-1 1 0,0-1 0,0 1 0,0-1 0,0 1 0,-1-1 0,1 1 0,0-1 0,0 1 0,0 0 0,0-1 0,-1 1 0,1 0 0,0 0 0,-1 0 0,1 0 0,0 0 0,-1 0 0,1 0 0,-1 0 0,1 0 0,-1 0 0,0 0 0,0 0 0,1 0 0,-1 0 0,0 0 0,0 0 0,0 0 0,0 0 0,0 0 0,0 0 0,0 0 0,-1 1 0,1-1 0,0 0 0,0 0 0,-1 0 0,1 0 0,-1 0 0,1 0 0,-1 0 0,1-1 0,-2 2 0,-26 48 0,-30 32 0,71-44 0,90-10 0,112-18 0,92-13 0,1273-126 0,-1240 120 0,0 14 0,-1 15 0,19 17 0,28 23 0,-104-14 0,2-11 0,129-8 0,-310-26 0,-1-4 0,-1-5 0,1-4 0,66-19 0,-62 6 0,-1-6 0,-2-3 0,-1-6 0,-2-3 0,-2-5 0,84-56 0,-158 91 0,-1-1 0,0-2 0,-1 0 0,-1-1 0,-1-2 0,0 0 0,-1-1 0,-1 0 0,-1-2 0,-1 0 0,-1-1 0,-1 0 0,-1-1 0,-2-1 0,0 0 0,-1-1 0,-1 0 0,1-11 0,-5-2-171,-2 1 1,-2-1-1,-2 0 1,-1 0-1,-1 0 1,-3 1-1,-5-19 171,-34-90-2735</inkml:trace>
  <inkml:trace contextRef="#ctx0" brushRef="#br0" timeOffset="44891.631">15374 14076 26494,'0'0'1217,"0"0"644,-19 5-949,-58 15-388,77-21-499,0 1 0,1 0 0,-1 0 0,0 0 0,0-1-1,0 1 1,0 0 0,0 0 0,0 0 0,0-1 0,0 1 0,0 0 0,0 0 0,1-1 0,-1 1 0,0 0 0,0 0-1,0-1 1,-1 1 0,1 0 0,0 0 0,0-1 0,0 1 0,0 0 0,0 0 0,0 0 0,0-1 0,0 1 0,0 0-1,0 0 1,-1 0 0,1-1 0,0 1 0,0 0 0,0 0 0,0 0 0,-1 0-25,37-24 18,-31 20 54,166-107 182,24-19-165,6 8 0,5 9 1,37-5-90,-193 97-8,0 2 1,2 2-1,0 3 1,1 2-1,0 2 1,0 3-1,1 2 1,38 1 7,-84 3-9,0 0 1,1 1 0,-1 0 0,1 0-1,-1 1 1,0 0 0,1 0 0,-1 1 0,0 0-1,0 0 1,0 1 0,0 0 0,-1 1-1,1-1 1,-1 2 0,0-1 0,0 1 0,0 0-1,-1 0 1,1 1 0,-1-1 0,-1 2-1,1-1 1,2 5 8,88 149 103,-85-134-78,2-1 1,0 0-1,2-1 0,0 0 1,2-1-1,1-1 0,0-1 1,2 0-1,0-1 0,1-2 1,1 0-1,1-1 0,0-1 1,1-1-1,9 3-25,14-3 0,1-1 0,0-2 0,1-2 0,0-3 0,0-2 0,1-1 0,19-4 0,253-3 0,31-33 0,253-62 0,-298 44 0,179-21 0,2 21 0,27 20 0,-169 27 0,-1 15 0,0 15 0,11 16 0,275 78 0,81 48 0,235 50 0,-288-107 0,4-28 0,3-30 0,148-27 0,120-23 0,-769-1-371,-67-7-1482</inkml:trace>
  <inkml:trace contextRef="#ctx0" brushRef="#br0" timeOffset="47622.093">6738 9274 21165,'0'0'5817,"0"0"-3866,0 0-1200,0 0-134,0 0-61,2-5-188,-2 5-362,0 1 0,0-1 0,1 0-1,-1 0 1,0 1 0,0-1 0,1 0 0,-1 1-1,0-1 1,1 0 0,-1 0 0,0 0 0,1 1-1,-1-1 1,1 0 0,-1 0 0,0 0-1,1 0 1,-1 0 0,1 0 0,-1 0 0,0 0-1,1 0 1,-1 0 0,1 0 0,-1 0 0,0 0-1,1 0 1,-1 0 0,1 0 0,-1 0-1,0 0 1,1-1 0,-1 1 0,0 0 0,1 0-1,-1 0 1,1-1 0,-1 1 0,0 0 0,0-1-1,1 1 1,-1 0 0,0 0 0,0-1-1,1 1 1,-1-1 0,0 1 0,0 0 0,0-1-1,1 1 1,-1 0-6,16 61 218,-13-50-183,25 152 275,-7 1 1,-7 0 0,-7 120-311,-6-235 28,-3 1436 1,-6-571-30,25 645 1,10 936 0,-24-1874 0,-28-466 130,24-150-185,0-1 0,0 1 0,-1-1 0,0 0 0,0 0 0,0 0 0,-1 0 0,1 0 0,-1 0 0,0 0 0,0-1 0,0 0 0,-1 1 0,1-1 0,-1 0 0,0-1 1,1 1-1,-1-1 0,-1 0 0,1 0 0,0 0 0,0 0 0,-1-1 0,1 1 0,-1-1 0,1 0 0,-1-1 0,1 1 0,-1-1 0,0 0 55,-36-4-3850</inkml:trace>
  <inkml:trace contextRef="#ctx0" brushRef="#br0" timeOffset="48535.092">2663 11746 23525,'0'0'4724,"27"-19"-3293,25-17-1172,2 2 0,0 2 0,3 3 0,28-9-259,39-11 66,1 6 0,3 5 0,1 6 0,1 5-1,1 6 1,1 6 0,62 4-66,-171 9 14,0 1-1,1 1 1,-1 2-1,0 0 0,0 1 1,0 2-1,0 0 1,-1 1-1,0 1 1,0 2-1,-1 0 0,0 1 1,0 1-1,-1 1 1,2 2-14,5 13 67,-2 0 0,-1 2 1,-2 1-1,0 0 0,-2 2 1,-2 0-1,-1 1 0,13 35-67,-29-65 3,18 34 32,-1 1 1,-2 1-1,-2 1 1,-2 0-1,-1 0 0,-2 1 1,-2 1-1,-2 0 0,-1 0 1,-2 0-1,-3 0 0,-1 0 1,-1-1-1,-3 1 0,-2-1 1,-2 5-36,-16 14 7,-3-2 1,-3-1 0,-2-2 0,-2 0 0,-3-3 0,-1-1 0,-3-3 0,-3-1-1,-1-2 1,-47 34-8,-68 48-30,-5-7-1,-46 18 31,163-106-11,29-14-42,31-12-41,50-13 21,2-5 63,43-9-18,1 4 0,0 5 0,102 1 28,-194 12-27,-1 0 0,0 1 1,1 0-1,-1 1 1,0 1-1,-1 0 1,1 0-1,-1 2 1,0-1-1,0 2 1,0-1-1,-1 2 1,0-1-1,0 2 0,-1-1 1,0 1-1,-1 1 1,0 0-1,0 0 1,-1 1-1,0 0 1,-1 0-1,-1 1 1,1 0-1,-2 0 1,0 0-1,0 1 0,-1 0 1,-1 0-1,1 7 27,3 12-1,-2 0 0,-1 1 0,-2-1 0,-1 1 0,-2 0 0,-1 0 0,-1-1 0,-2 1 0,-1-1 0,-2 0-1,-1-1 1,-1 0 0,-2 0 0,-1-1 0,-1-1 0,-18 27 1,-33 36 158,-3-4 0,-4-3 0,-21 16-158,6-6 79,3 28-1344,75-104-917</inkml:trace>
  <inkml:trace contextRef="#ctx0" brushRef="#br0" timeOffset="49321.17">2580 10618 10994,'0'0'14403,"-1"23"-10860,-13 1142-93,-4 126-3073,10-1075-377,-9 284 0,26 130 0,-1-508 0,5 0 0,6-1 0,5 0 0,5-2 0,31 78 0,-28-123-35,-32-73 22,0-1 0,0 1-1,0-1 1,0 0-1,0 1 1,0-1 0,0 1-1,1-1 1,-1 1 0,0-1-1,0 1 1,1-1-1,-1 0 1,0 1 0,1-1-1,-1 1 1,0-1 0,1 0-1,-1 1 1,0-1 0,1 0-1,-1 0 1,1 1-1,-1-1 1,1 0 0,-1 0-1,1 0 1,-1 0 0,1 1-1,-1-1 1,1 0-1,-1 0 1,1 0 0,-1 0-1,1 0 1,-1 0 0,1 0-1,-1 0 1,0 0-1,1-1 1,-1 1 0,1 0-1,-1 0 1,1 0 0,-1 0-1,1-1 1,-1 1-1,1 0 1,-1-1 0,0 1-1,1 0 1,-1-1 0,0 1-1,1 0 1,-1-1-1,0 1 1,1-1 0,-1 1-1,0 0 1,0-1 0,1 1-1,-1-1 14,12-39-1195,-7-18-659</inkml:trace>
  <inkml:trace contextRef="#ctx0" brushRef="#br0" timeOffset="49955.268">3259 10028 28758,'58'-27'333,"0"2"-1,2 3 1,0 3 0,2 2-1,0 3 1,0 3 0,35-1-333,89 9 406,1 9 0,-1 8 1,0 7-1,50 19-406,1602 206 55,-1711-232-55,-138-13 0,0 1 0,0 0 0,0 0 0,0 1 0,1 1 0,-1-1 0,1 2 0,0-1 0,0 2 0,0-1 0,1 1 0,0 1 0,0-1 0,1 2 0,-1-1 0,2 1 0,-1 0 0,1 1 0,0 0 0,1 0 0,0 0 0,0 1 0,1 0 0,1 0 0,-1 0 0,2 1 0,-1-1 0,1 1 0,1 0 0,-1 10 0,-4 43 0,2 1 0,4 0 0,2 0 0,3 0 0,4 11 0,-5-47 0,54 705 0,-67-168 0,-40 161 0,-8 201 0,68 678 0,-5-1061 0,-5-540-17,0 0 0,0 0 1,-1 0-1,0 0 0,0 0 0,0 0 1,-1 0-1,0 0 0,1 0 0,-2-1 1,1 1-1,-1-1 0,1 0 0,-1 1 1,0-1-1,-1 0 0,-2 3 17,-31 14-3361,3-14-7028</inkml:trace>
  <inkml:trace contextRef="#ctx0" brushRef="#br0" timeOffset="50220.262">3619 15958 26070,'0'0'6465,"197"20"-6233,7-20-232,28-6 0,3-34 0,-20-15 0,-20 2 0,2-3 0,-13 5 0,-43 0-464,-52 15-704,-40 3-1489</inkml:trace>
  <inkml:trace contextRef="#ctx0" brushRef="#br1" timeOffset="52749.171">9160 10977 11562,'0'-19'14613,"0"4"-13237,1 1-1137,0-1 0,-1 1 1,-1 0-1,0-1 0,-1 1 0,0 0 1,-2 0-1,1 0 0,-2 1 0,0-1 1,0 1-1,-1 0 0,-7-10-239,6 16 46,1 0-1,-1 1 1,-1 0-1,1 0 1,-1 0 0,0 1-1,0 1 1,0-1-1,-1 1 1,0 1-1,0 0 1,0 0 0,0 0-1,0 1 1,0 1-1,-1 0 1,1 0-1,-1 1-45,-19-1 41,0 2 1,-1 1-1,1 2 0,0 0 0,1 2 0,-1 1 0,1 2 0,0 0 0,1 2 0,0 1 0,-13 9-41,-45 21 78,2 4-1,2 2 1,2 5-1,3 3 0,2 3 1,3 3-1,-43 50-77,84-80 16,1 2 0,1 0 1,2 2-1,2 1 0,1 1 0,2 1 1,2 1-1,1 0 0,2 2 0,2 0 0,2 0 1,2 1-1,2 1 0,1-1 0,3 1 1,1 1-1,2-1 0,4 20-16,-1-47 0,0 0 0,2 0 0,0 0 0,1-1 0,0 0 0,2 0 0,0 0 0,0 0 0,2-1 0,0-1 0,1 1 0,0-1 0,1-1 0,0 0 0,1-1 0,1 0 0,0-1 0,0 0 0,1-1 0,0 0 0,1-1 0,0-1 0,1-1 0,0 0 0,0-1 0,14 4 0,16 2 0,0-1 0,1-3 0,1-2 0,-1-2 0,1-1 0,-1-3 0,6-3 0,-14 2 0,-1-1 0,0-3 0,0-1 0,-1-1 0,1-2 0,-2-2 0,1-2 0,-2-1 0,0-1 0,0-2 0,-2-2 0,0-1 0,-1-1 0,-2-2 0,0-1 0,-1-1 0,-1-2 0,-2-1 0,-1 0 0,-1-2 0,-1-1 0,-2-1 0,-1-1 0,-2-1 0,-1 0 0,-2-1 0,-1-1 0,3-17 0,-8 6 0,-2-1 0,-2 0 0,-3-1 0,-1 1 0,-3 0 0,-1-1 0,-3 1 0,-2 0 0,-2 1 0,-2 0 0,-2 1 0,-18-41 0,28 79-10,3 3 1,0 1 0,0 0 1,-1 0-1,0-1 0,0 1 0,0 0 0,0 1 1,-1-1-1,1 0 0,-1 1 0,0-1 1,0 1-1,-1 0 0,1 0 0,0 0 1,-1 0-1,0 1 0,-3-2 9,-6 10-423,13 2 279,-1-1 1,1 1-1,1-1 0,0 1 1,0-1-1,0 0 0,1 1 0,0-1 1,0 0-1,1 0 0,0 0 1,0-1-1,2 3 144,33 56-2046</inkml:trace>
  <inkml:trace contextRef="#ctx0" brushRef="#br1" timeOffset="53071.328">11694 11531 29190,'0'0'1617,"-12"-23"-1141,1 2-439,3 4-12,-1-1-1,-1 1 1,0 1-1,-1 0 1,-1 0-1,-1 1 1,0 1-1,-8-7-24,0 6 29,-2 0-1,1 2 1,-2 1-1,0 0 1,0 2-1,-1 1 1,0 1-1,-1 1 1,1 1-1,-1 1 1,-1 2-1,1 0 1,0 2-1,-1 1 1,1 1-1,-20 3-28,25-3 0,1 1 0,-1 0 1,1 1-1,-1 1 0,1 1 0,0 1 0,1 1 0,-1 1 1,2 0-1,-1 1 0,1 2 0,0-1 0,1 2 0,0 0 0,1 2 1,1-1-1,0 2 0,-9 11 0,5 5 4,1 2 0,2-1 0,1 2 0,2 0 0,1 1 0,2 0 0,1 0 0,2 1 0,1 1 0,2-1 0,1 9-4,1-34 5,0 0 0,0 0 1,1 0-1,1 0 0,0 0 1,1 0-1,0 0 0,0 0 0,1 0 1,0 0-1,1 0 0,1 0 1,0-1-1,0 1 0,1-1 0,0 0 1,0-1-1,1 1 0,1-1 0,0 0 1,0-1-1,0 0 0,1 0 1,1 0-1,0-1-5,8 2 17,0-2 0,0 0 0,1-1 0,0 0 0,0-2-1,1 0 1,-1-1 0,1-1 0,0 0 0,8-2-17,12 4 18,0-2 1,-1-1-1,1-3 0,0 0 0,-1-3 1,1-1-1,-1-2 0,-1-2 0,1-1 1,-2-2-1,0-1 0,0-2 0,-2-1 0,0-2 1,-1-2-1,-1-1 0,-1-1 0,27-26-18,-46 35-225,-1-2 1,-1 1-1,0-1 0,-1-1 0,0 1 0,-2-2 0,0 1 0,-1-1 0,-1 0 0,0 0 0,1-16 225,-2-32-4721</inkml:trace>
  <inkml:trace contextRef="#ctx0" brushRef="#br1" timeOffset="53543.383">9664 12869 23461,'0'0'4300,"-8"-22"-2584,1 7-1526,3 1-76,-1 1 0,-1 1 0,0-1-1,-1 1 1,0 0 0,0 0 0,-2 1 0,1 0-1,-2 0 1,-8-8-114,-5 5 62,-1 1-1,0 0 1,-1 2 0,0 1-1,0 1 1,-1 1-1,-1 1 1,1 1 0,-1 2-1,0 0 1,0 2-1,0 1 1,0 1 0,0 2-1,0 0 1,-1 2-62,-17 0 5,1 2 1,0 1-1,0 3 1,1 1-1,0 2 1,1 3-1,1 1 1,0 1-1,2 3 1,-10 7-6,27-15 14,1 2-1,1 0 1,0 1 0,0 1 0,2 0-1,0 2 1,2 0 0,0 1 0,0 1 0,2 0-1,1 1 1,1 1 0,1 0 0,0 0-1,2 1 1,1 0 0,1 1 0,-3 17-14,7-24 20,1 1 1,0 0 0,1 0 0,1 0 0,1-1 0,0 1 0,2 0-1,0 0 1,1-1 0,1 0 0,1 0 0,0 0 0,1-1-1,1 1 1,1-2 0,0 1 0,2-1 0,-1-1 0,2 0 0,0 0-1,1-1 1,1 0-21,20 10 12,1-2 0,0-2 0,2-1 0,0-1 0,1-3 0,0-1 0,2-1 0,-1-3 0,1-1 0,1-2 0,-1-1 0,1-3 0,0-1 0,0-2 0,1-2 0,29-5-12,-19 4 2,-1-3 0,-1-1-1,0-3 1,0-2-1,-1-3 1,0-1 0,-1-2-1,-1-3 1,-1-1 0,-2-3-1,0-1 1,-1-3-1,-2-1 1,30-28-2,-54 40 5,-1 0-1,0-1 1,-2-1 0,0 0-1,-1-1 1,-1 0 0,-1-1-1,-2-1 1,0 1-1,-1-1 1,-1-1 0,-1 0-1,-1-1-4,6-47-530,-4 0-1,-2 0 1,-5-45 530,0 108-104,0-59-2070</inkml:trace>
  <inkml:trace contextRef="#ctx0" brushRef="#br1" timeOffset="53886.083">11766 13281 12283,'0'0'16134,"-16"-17"-12485,-111-128-3364,108 118-265,10 11-18,-1 1 0,0 0 0,-1 0 1,-1 1-1,0 1 0,0 0 0,-2 1 0,0 0 0,0 1 0,-1 0 0,0 1 0,-1 1 0,0 0 1,0 1-1,-1 1 0,0 1 0,-2 0-2,6 5-5,0 0 0,0 1 0,0 0 0,0 2-1,0-1 1,0 1 0,1 1 0,-1 1 0,1-1 0,0 2 0,0 0 0,0 0 0,0 1 0,1 1 0,0-1-1,1 2 1,-1 0 0,1 0 0,1 1 0,0 0 0,-8 10 5,-5 7 1,1 2 0,2 0-1,1 1 1,1 1 0,1 0 0,2 2 0,-7 22-1,10-22 21,1 2 1,2-1 0,1 1 0,2 0 0,1 1 0,2-1 0,1 11-22,0-38 10,1 0 0,-1-1 1,1 1-1,1 0 0,-1 0 1,1-1-1,0 1 0,0 0 0,1-1 1,0 1-1,0-1 0,1 0 0,-1 0 1,1 0-1,1 0 0,-1 0 1,1 0-1,0-1 0,0 0 0,1 0 1,0 0-1,0 0 0,0-1 0,0 0 1,1 0-1,-1 0 0,1 0 0,0-1 1,0 0-1,6 1-10,18 6 0,2-2 0,-1-1 0,1-2 0,0-1 0,1-1 0,-1-2 0,10-2 0,-27 2 0,-1-1 0,1-1 0,-1 0 0,1-1 0,-1-1 0,0 0 0,1-1 0,-2 0 0,1-2 0,0 1 0,-1-1 0,3-3 0,163-125-1234,-117 69-1445</inkml:trace>
  <inkml:trace contextRef="#ctx0" brushRef="#br1" timeOffset="56521.876">9066 14145 26318,'0'0'3114,"0"0"-1890,0 0-636,0 0-112,0 0-36,-3-3-106,-6 0-113,12 27-184,-1-9-27,14 398-5,-16-312-5,-7 317 0,7-413-20,-1 8-48,0 0-1,0 0 1,1 0-1,1 0 1,0 0 0,1 0-1,1 0 1,0 0-1,0-1 1,1 1-1,1-1 1,0 0-1,1 0 1,0 0 0,1-1-1,3 5 69,25 8-3206</inkml:trace>
  <inkml:trace contextRef="#ctx0" brushRef="#br1" timeOffset="56851.902">11339 14255 26510,'0'0'4649,"0"0"-4025,-55 121-152,31-50-32,0 22-368,2 25-72,4 20 0,3 2 0,6-22 0,9-13 0,0-40 0,0-24-1960</inkml:trace>
  <inkml:trace contextRef="#ctx0" brushRef="#br1" timeOffset="57918.536">9763 9598 27078,'-136'3'474,"1"7"1,0 5-1,1 6 1,1 6-1,-98 34-474,142-33 123,2 4 0,0 4 0,2 4 0,3 3 0,1 4 0,2 4 0,2 2 0,3 4 0,3 4 0,2 2 0,-54 66-123,21 2 122,6 4 0,6 4 1,7 5-1,5 2 0,7 4 1,7 3-1,6 3 0,-9 58-122,-8 61 110,12 3 0,12 3 0,-11 238-110,27 88 168,29 168-168,14-420 51,16 0-1,15-2 1,15-1 0,94 319-51,-121-560 17,5-1 0,5-1 1,4-3-1,5-1 0,4-2 1,5-2-1,4-3 0,5-3 1,11 7-18,-44-67 8,2-3 0,1 0 0,2-3 0,1 0 0,1-3 0,1-1 0,1-2 0,1-2 0,1-1 1,1-2-1,1-2 0,0-3 0,1-1 0,0-2 0,1-2 0,43 2-8,8-5 0,0-4 0,-1-4 0,1-5 0,-1-3 0,-1-5 0,0-4 0,-2-4 0,0-4 0,77-32 0,-2-6 0,-3-8 0,134-83 0,-118 48 0,-4-7 0,-6-9 0,-6-6 0,-5-8 0,-6-7 0,-7-6 0,34-55 0,-17-1 0,-10-7 0,-9-6 0,-10-6 0,-9-6 0,61-170 0,8-96 0,-23-7 0,-21-8 0,45-328 0,-119 419 0,-19-3 0,-18-1 0,-17-94 0,-17 365 0,-6 0 0,-7-1 0,-7 2 0,-7 0 0,-6 1 0,-7 2 0,-7 1 0,-6 2 0,-7 2 0,25 82-29,-3 2 1,-3 1-1,-3 1 1,-2 2-1,-3 2 0,-2 2 1,-2 2-1,-3 2 0,-2 3 1,-2 1-1,-18-9 29,-8 4-202,-1 3 0,-3 3-1,-38-12 203,-209-66-1250,26 55-1035</inkml:trace>
  <inkml:trace contextRef="#ctx0" brushRef="#br1" timeOffset="62590.416">17549 1181 29094,'0'0'856,"0"0"-207,0 0-193,0 0-104,0 0 32,0 0-88,-42 61 16,95-53-48,36-6-160,41-2-104,39-18 0,17-12 0,2-1 0,-6 9 0,-4 16 0,-1-4 0,-41 2 0,-24-7-2969</inkml:trace>
  <inkml:trace contextRef="#ctx0" brushRef="#br1" timeOffset="63317.83">20214 772 29942,'0'0'894,"0"0"-293,0 0-162,0 0-12,21 11-82,-13-7-324,4 3-13,0-1-1,1 0 1,0 0-1,0-2 1,1 1-1,-1-2 1,1 0-1,0 0 1,0-2-1,0 1 1,0-2-1,0 0 1,0-1-8,173-31 0,87-7 0,-271 38 0,0 0 0,0 1 0,0-1 0,1 1 0,-1 0 0,0 0 0,0 0 0,0 0 0,0 1 0,0-1 0,0 1 0,0 0 0,0 0 0,0 0 0,0 0 0,0 0 0,-1 1 0,1-1 0,0 1 0,-1-1 0,1 1 0,-1 0 0,0 0 0,0 1 0,1-1 0,-1 0 0,-1 1 0,1-1 0,0 1 0,-1-1 0,1 1 0,0 3 0,1 8 0,-2 1 0,1 0 0,-2 0 0,0 1 0,-1-1 0,0 0 0,-1 0 0,-1-1 0,-1 1 0,0 0 0,0-1 0,-3 3 0,-23 58 0,-4-2 0,-3-1 0,-3-3 0,-3 0 0,-4-3 0,-5 2 0,-13 10 0,-4-4 0,-4-2 0,-2-4 0,-3-3 0,-3-4 0,-3-3 0,-41 20 0,-4-20-53,127-58 23,0-1 0,0 1 0,0 0 0,1-1 0,-1 1 0,0-1 0,0 1 0,1-1 0,-1 0 0,0 0 0,1 0 0,-1 0 0,1 0 0,-1 0 0,1-1 0,-1 1 0,1 0 0,0-1 0,0 1 0,0-1 0,0 1 0,0-1 0,0 1 0,0-1 0,0 0 0,1 1 0,-1-1 0,0 0 0,1 0 0,0 0 0,-1 0 0,1 1 0,0-1 0,0 0 0,0 0 0,0 0 0,1 0 0,-1 0 0,0 1 0,1-1 0,-1 0 0,1 0 0,-1 0 0,1 1 0,0-1 0,0 0 0,0 0 30,0-5-65,39-352-2607,-36-61 2950,-4 418-215,-1 0-1,1-1 1,0 1 0,0 0-1,0 0 1,0 0 0,0 0-1,0 0 1,1 0 0,-1 0 0,1 0-1,-1 0 1,1 0 0,0 0-1,0 0 1,0 0 0,0 0 0,0 1-1,0-1 1,0 0 0,1 1-1,-1-1 1,1 1 0,-1-1 0,1 1-1,-1 0 1,1 0 0,0-1-1,0 1 1,0 0 0,-1 1-1,1-1 1,0 0 0,0 0 0,0 1-1,0-1 1,0 1 0,1 0-1,-1 0 1,0 0 0,0 0 0,0 0-1,0 0 1,0 0 0,0 0-1,0 1 1,0-1 0,0 1-1,0 0 1,2 0-63,10 3 78,0 0-1,0 1 1,0 0 0,-1 1-1,0 1 1,0 0-1,0 1 1,-1 0-1,0 1 1,4 4-78,13 8 8,79 59-40,-4 6 0,73 78 32,-163-149-328,0-1 0,1 0 0,0-1 0,1-1 0,1 0 0,0-1 0,0-1 0,1-1 0,0 0 0,9 2 328,15-5-3919</inkml:trace>
  <inkml:trace contextRef="#ctx0" brushRef="#br1" timeOffset="63617.485">21089 908 15475,'0'0'15044,"0"0"-14556,223-15-160,-58-7 48,19-4-96,-11-1-152,-37 3-128,-46 6-40,-27 4-240,7-19-184,-13 3-633,-15-1-927</inkml:trace>
  <inkml:trace contextRef="#ctx0" brushRef="#br1" timeOffset="63872.107">22035 463 9242,'0'0'16210,"4"22"-12310,107 402-1724,-73-268-1869,-7 3 1,-7 0-1,-6 1 1,-5 142-308,-13-265 3,3 89-1,-6-1 0,-5-1 0,-23 114-2,30-233-14,1 0 0,-1 0 0,1 0 0,-1-1 0,-1 1 0,1 0 0,-1-1 0,1 1 0,-1 0 0,-1-1 0,1 0 0,-1 0 0,1 0 0,-1 0 1,-1 0-1,1 0 0,0-1 0,-1 1 0,0-1 0,1 0 0,-1 0 0,-1-1 0,1 1 0,0-1 0,-1 0 0,1 0 0,-1 0 0,1 0 0,-1-1 0,0 0 0,0 0 0,1 0 0,-1-1 0,-5 1 14,0-3-106,-1 0 0,1 0 0,0-1 0,0-1 0,0 1 0,1-2-1,-1 1 1,1-1 0,0-1 0,0 1 0,1-2 0,-1 1 0,2-1 0,-1 0-1,1-1 1,0 0 0,0 0 0,1 0 0,0-1 0,0 0 0,1-1 106,-146-227-2863,28-15-4754,99 197 7421,-4-70 10166,28 123-9925,0-1 0,0 1-1,0 0 1,1 0-1,-1 0 1,0-1 0,1 1-1,0 0 1,-1 0 0,1 0-1,0 0 1,0 0 0,0 0-1,0 0 1,0 0-1,1 1 1,-1-1 0,1 0-1,-1 1 1,1-1 0,-1 1-1,1-1 1,0 1 0,0 0-1,0 0 1,-1 0-1,1 0 1,0 0 0,1 0-1,-1 0 1,0 1 0,0-1-1,0 1 1,2-1-45,211-38 317,-82 20-611,-7 2-927</inkml:trace>
  <inkml:trace contextRef="#ctx0" brushRef="#br1" timeOffset="65711.471">15091 1210 2657,'0'0'26453,"0"0"-25421,0 0-295,9 134-313,31-108-56,41-14-8,50-12-128,51-22-128,22-13-104,6-5 0,-28 1-480,-59 13-944,-29 2-4618</inkml:trace>
  <inkml:trace contextRef="#ctx0" brushRef="#br1" timeOffset="66199.695">23912 17 29718,'0'0'761,"116"-16"-521,-44 16-128,3 0-8,-7 14 40,-13 15-88,-12 7-56,-27 23-168,-12-6-1009,-4-7-1927</inkml:trace>
  <inkml:trace contextRef="#ctx0" brushRef="#br1" timeOffset="66396.639">23355 966 30142,'0'0'521,"248"-58"-521,-82 3-208,1-4 208,-20 6 8,-25 9 80,-27 11-88,-16 1-161,-31 12-871,-15 5-3185</inkml:trace>
  <inkml:trace contextRef="#ctx0" brushRef="#br1" timeOffset="66732.593">23817 1029 24685,'0'0'4985,"0"0"-4273,-81 132-119,53-55-185,2 6 56,-1 5-64,3 3-176,0 0-120,4-2-64,5-6-40,8-12-200,14-24-384,21-19-760,10-28-1817</inkml:trace>
  <inkml:trace contextRef="#ctx0" brushRef="#br1" timeOffset="66920.919">23980 1354 28854,'0'0'928,"-81"115"-528,39-42-248,9-2-152,22 0-120,9-18-784,2-20-2632</inkml:trace>
  <inkml:trace contextRef="#ctx0" brushRef="#br1" timeOffset="67333.618">24315 1435 24093,'0'0'4485,"0"0"-3283,0 0-1088,0 0-132,0 0-61,-3 15-170,-6 47-205,11-60 423,0 0-1,-1 0 0,1 0 1,0 0-1,0 0 0,1 0 1,-1 0-1,0-1 0,0 1 1,1-1-1,-1 0 0,1 0 0,-1 0 1,1 0-1,0 0 0,-1 0 1,1 0-1,0-1 0,-1 0 1,1 1-1,0-1 0,0 0 1,0 0-1,-1-1 0,1 1 1,0-1-1,1 0 32,10 2 27,3 3 100,1 0 0,-1 2 1,0 0-1,-1 0 0,0 2 0,0 0 0,0 1 1,-1 0-1,0 2 0,-1-1 0,0 2 0,-1 0 1,-1 0-1,1 2 0,-2-1 0,9 14-127,-18-26 11,-1 1 0,1 0 1,-1 0-1,1 1 0,-1-1 0,0 0 0,0 0 1,0 1-1,0-1 0,0 0 0,0 1 0,-1-1 0,1 1 1,-1-1-1,1 1 0,-1-1 0,0 1 0,0 0 0,-1-1 1,1 1-1,0-1 0,-1 1 0,1-1 0,-1 1 1,0-1-1,0 0 0,0 1 0,0-1 0,0 1-11,-151 39-152,59-19 305,0 3 0,2 5 0,2 3 0,-38 23-153,115-44 252,47-17-92,-33 4-166,377-66 255,-30 42-1194,-250 19-916</inkml:trace>
  <inkml:trace contextRef="#ctx0" brushRef="#br1" timeOffset="67816.645">17242 2524 29278,'0'0'1473,"0"0"-855,0 0-230,0 0-210,34-2 17,144-5 153,76 7-103,2176-38-201,-929-42-44,773-23 0,-58 96-532,-1864 7-2129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46:54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1471 0 27238,'0'0'2815,"0"0"-1981,0 0-698,-21 25-3,-160 171 430,-351 324-310,455-426-613,76-93 354,1 0-1,0 0 1,0 0-1,0-1 1,-1 1-1,1 0 0,0 0 1,0 0-1,0 0 1,0-1-1,0 1 1,1 0-1,-1 0 1,0 0-1,0 0 1,0-1-1,1 1 1,-1 0-1,0 0 1,1-1-1,-1 1 1,1 0-1,-1 0 1,1-1-1,-1 1 1,1-1-1,0 1 1,-1 0-1,1-1 1,0 1-1,-1-1 1,1 1-1,0-1 0,-1 0 1,1 1-1,0-1 1,0 0-1,0 0 1,-1 1-1,1-1 1,0 0-1,0 0 1,0 0-1,0 0 1,-1 0-1,1 0 1,0 0-1,0 0 1,0 0-1,0-1 1,-1 1-1,1 0 1,0 0-1,0-1 1,0 1-1,-1 0 1,1-1-1,0 1 1,0-1 6,6 1-21,204-21-522,-164 13 450,0 2-1,0 2 1,0 2 0,0 2 0,3 2 93,-47-2 12,0 1-1,0 0 1,-1 0-1,1 0 1,0 0-1,-1 0 1,1 1-1,-1-1 1,1 1-1,-1-1 1,0 1-1,0 0 1,1 0-1,-1 0 1,0 0-1,-1 1 1,1-1-1,0 0 1,-1 1-1,1-1 1,-1 1-1,0-1 1,0 1-1,0 0 1,0 0-1,0-1 1,-1 1-1,1 0 1,-1 0-1,0 0 1,0 0-1,0 0 1,0 0-1,0-1 1,-1 1-1,1 0 1,-1 0-1,0 0 1,1-1-1,-1 1 1,-1 0-1,1-1 1,0 1-1,-1-1 1,1 1-1,-1-1 1,-2 2-12,-12 25 88,-3-2 1,0-1-1,-1 0 1,-2-1 0,-16 14-89,17-17 33,-489 466 283,473-451-312,35-34-5,2-3 1,0 1 0,1-1 0,-1 0-1,0 0 1,1 0 0,-1 0-1,1 0 1,-1 0 0,0 0-1,1 0 1,-1 1 0,0-1-1,0 0 1,1 0 0,-1 0-1,0 1 1,1-1 0,-1 0 0,0 0-1,0 1 1,0-1 0,1 0-1,-1 1 1,0-1 0,0 0-1,0 1 1,0-1 0,1 0-1,-1 1 1,0-1 0,0 0 0,0 1-1,0-1 1,0 0 0,0 1-1,0-1 1,0 1 0,0-1-1,0 0 1,0 1 0,0-1-1,-1 1 1,457-199-57,-368 186 41,-72 27 15,-17-6 2,0 0-1,-1 0 1,0 0 0,-1 0 0,0 0-1,-1 0 1,1-1 0,-1 1 0,-1-1 0,0 0-1,0-1 1,-1 1 0,1-1 0,-2 0 0,-2 2-1,-9 16 2,-487 653 18,503-675-19,-4 5 0,-1 0 0,2 1 0,-1 0 0,1 0 0,1 0 0,-1 1 0,2 0 0,-1-1 0,2 2 1,-1-1-1,1 0 0,0 4-1,2-13 0,0 0-1,0 1 1,0-1 0,0 0 0,1 0 0,-1 1-1,0-1 1,1 0 0,-1 0 0,1 0 0,-1 1-1,1-1 1,0 0 0,-1 0 0,1 0 0,0 0-1,0 0 1,0 0 0,0 0 0,-1-1 0,1 1-1,0 0 1,1 0 0,-1-1 0,0 1 0,0 0-1,0-1 1,0 1 0,0-1 0,1 0 0,-1 1-1,0-1 1,0 0 0,1 0 0,-1 0 0,0 0-1,0 0 1,1 0 0,-1 0 0,0 0 0,1 0 0,-1-1-1,0 1 1,0-1 0,0 1 0,0-1 0,1 1-1,-1-1 1,17-2-4,-1 0-1,1-2 1,-1 0-1,0-1 1,0 0-1,0-2 1,-1 0-1,0 0 1,-1-2-1,14-10 5,79-58-219,-3-4 1,-3-5-1,-5-4 0,-3-5 0,11-21 219,-42 64 310,-61 53-299,0 0 1,-1 0 0,1 1-1,0-1 1,-1 1 0,1-1-1,-1 1 1,1 0-1,-1-1 1,1 1 0,-1 0-1,1 0 1,-1 0-1,0 0 1,1 0 0,-1 1-1,0-1 1,0 0-1,0 1 1,0-1 0,0 0-1,0 1 1,0-1-1,-1 1 1,1-1 0,0 1-1,-1 0 1,1-1-1,-1 1 1,0 0 0,1 0-12,0 3 23,10 19-102,-2 2 1,0 0-1,-2 0 0,-1 0 1,-1 1-1,-1 0 1,-2 0-1,0 0 1,-3 27 78,-15-6-1893,-11-9-2437</inkml:trace>
  <inkml:trace contextRef="#ctx0" brushRef="#br0" timeOffset="387.302">1118 2369 29686,'2'115'664,"-2"35"-231,-8 31-185,-21 3-88,-2-15 104,3-11-112,6-34-72,5-39-80,1-39-48,1-29-48,-11-9 48,-3-8 24,-10-2-232,-10-29-408,-3-13-169,-34-44-807,-6-21-1657,13 12-5064</inkml:trace>
  <inkml:trace contextRef="#ctx0" brushRef="#br0" timeOffset="670.484">95 3028 5577,'0'0'22845,"0"0"-22069,-81 125-440,67-68-232,14-4-104,42-23-56,15-17-568,4-13-1376</inkml:trace>
  <inkml:trace contextRef="#ctx0" brushRef="#br0" timeOffset="671.484">1436 2817 25645,'0'0'4689,"0"0"-4312,0 0-281,125 67-96,-97-41-128,-10-4-265,-5-14-1231</inkml:trace>
  <inkml:trace contextRef="#ctx0" brushRef="#br0" timeOffset="1172.304">2525 882 29286,'0'0'692,"0"0"-274,23-2-62,71 0 60,-91 3-395,0 0 1,1 1-1,-1-1 1,0 1-1,1 0 0,-1 0 1,0 0-1,-1 0 1,1 0-1,0 1 0,0-1 1,-1 1-1,0 0 1,1 0-1,-1 0 0,0 0 1,-1 0-1,1 0 1,0 0-1,-1 1 0,0-1 1,0 1-1,0-1 1,0 1-1,0-1 0,-1 1 1,1 0-1,-1-1 1,0 1-1,0-1 1,-1 1-1,1 0 0,-1-1 1,0 1-1,0-1 1,0 1-1,0-1 0,0 1 1,-1-1-1,0 0 1,-1 2-22,-9 24 23,-2-1 1,-2-1 0,0 0 0,-2-1-1,-1-1 1,-9 10-24,21-26 3,-562 648-75,559-645 35,3-6-19,1 1 1,1 0-1,-1 0 0,1 0 0,0 0 1,0 1-1,1 0 0,0 0 0,1 0 1,0 0-1,0 1 0,0-1 0,0 9 56,3-16-9,0 1-1,1-1 0,-1 0 0,0 1 1,1-1-1,-1 0 0,1 0 0,0 1 0,-1-1 1,1 0-1,0 0 0,0 0 0,0 0 1,0 0-1,0 0 0,0 0 0,0 0 1,0 0-1,0-1 0,0 1 0,0 0 1,1-1-1,-1 1 0,0 0 0,1-1 0,-1 0 1,0 1-1,0-1 0,1 0 0,-1 0 1,1 0-1,-1 0 0,1 0 10,9 3-38,11 2 41,0 1-1,0 1 1,-1 0-1,0 2 1,0 0-1,-1 2 1,0 0-1,-1 1 1,0 1-1,-1 1 1,-1 1-1,0 0 1,-1 1-1,0 1 1,-2 0-1,0 1 1,2 5-3,0 16 57,-3 1 1,-1 0-1,-2 0 1,-2 1-1,-1 0 1,-2 1-1,-3 0 1,0-1-1,-3 1 1,-6 40-58,2-4 70,-4-1 0,-3-1 1,-3 0-1,-6 6-70,9-19 178,67-204-333,48-122-1307,-60 138-693</inkml:trace>
  <inkml:trace contextRef="#ctx0" brushRef="#br0" timeOffset="1684.196">3444 760 25541,'0'0'3272,"0"0"-2315,-10 18-603,-150 207 587,-172 164-667,275-305-422,58-83 141,-1 0 0,0 0 0,1 0 0,-1 0 0,1 0 1,-1-1-1,1 1 0,-1 0 0,1 0 0,0-1 0,-1 1 0,1 0 1,0-1-1,0 1 0,-1 0 0,1-1 0,0 1 0,0-1 0,0 1 1,0-1-1,0 0 0,0 1 0,-1-1 0,1 0 0,0 0 1,0 0-1,0 0 0,0 1 0,0-1 0,0-1 0,0 1 0,0 0 1,0 0-1,0 0 0,0 0 0,0-1 0,0 1 0,0 0 0,0-1 1,0 1-1,0-1 0,-1 1 0,1-1 0,0 1 0,0-1 1,0 0 6,-1 1-5,256-95-625,-219 80 584,16-7 50,1 2 1,0 2 0,2 3-1,49-7-4,-103 21 8,-1 0 1,1 1-1,0 0 0,0-1 1,0 1-1,0 0 0,-1 0 1,1 0-1,0 0 0,0 0 1,0 0-1,0 1 0,0-1 1,-1 1-1,1-1 0,0 1 1,0 0-1,-1 0 0,1-1 1,0 1-1,-1 0 0,1 1 1,-1-1-1,1 0 0,-1 0 1,0 1-1,1-1 0,-1 0 1,0 1-1,0-1 0,0 1 0,0 0 1,0-1-1,-1 1 0,1 0 1,0 0-1,-1-1 0,1 1 1,-1 0-1,0 0 0,1 0 1,-1 0-1,0 0 0,0-1 1,0 1-1,0 0 0,-1 0 1,1 0-1,-1 0 0,1-1 1,-1 1-1,1 0 0,-1 0 1,0-1-1,0 1 0,0 0 1,0-1-1,0 1 0,0-1 1,0 1-1,0-1 0,-2 1-8,-148 199 434,-319 382-89,431-513-321,54-70-35,5-6 7,-1-1-1,0 0 0,0-2 0,0-1 0,-1 0 0,0-1 1,-1-1-1,0-1 5,244-174-294,181-116-222,-431 295 544,0 2 0,0-1 1,1 2-1,0-1 0,0 2 0,0-1 0,1 2 0,0 0 0,0 0 1,10 0-29,-20 4 16,-1 0 0,0 0 0,0 0 0,0 0 0,0 0 0,0 0 0,0 1 0,0-1 0,-1 1 0,1 0 0,0 0 0,-1-1 0,1 1 0,-1 0 0,0 0 0,1 0 0,-1 0 0,0 1 0,0-1 0,-1 0 0,1 0 0,0 1 0,-1-1 0,1 0 0,-1 1 0,0-1 0,0 0 0,0 1 0,0-1 0,0 0 0,0 1 0,-1-1 0,1 0 0,-1 1 0,0-1 0,0 0 0,0 0 0,0 1 0,0-1 0,0 0 0,0 0-16,-9 29 70,-2 0 1,-1-1-1,-1-1 0,-2 0 1,-14 20-71,-6 13 34,-1 3-66,-183 292-1691,181-312-689</inkml:trace>
  <inkml:trace contextRef="#ctx0" brushRef="#br0" timeOffset="2100.827">3264 2283 27510,'-10'19'2938,"-86"197"-1967,66-135-929,3 1 0,3 2 1,5 0-1,-4 43-42,23-70-19,26-66-27,66-156 54,117-207-424,-204 361 384,1 1 0,0 0 1,0 0-1,1 1 1,0 0-1,1 0 1,0 0-1,1 1 0,-1 1 1,1-1-1,1 2 1,0-1-1,-1 1 0,2 0 1,-1 1-1,1 1 1,0-1-1,0 2 1,5-2 31,-13 4 13,0 1 0,0 0 0,0 0 0,0 0 0,0 0 0,-1 1 1,1-1-1,0 1 0,0 0 0,0 0 0,-1 0 0,1 0 0,0 0 1,-1 0-1,1 1 0,-1-1 0,1 1 0,-1 0 0,0-1 1,0 1-1,0 0 0,0 1 0,0-1 0,0 0 0,0 0 0,-1 1 1,1-1-1,-1 1 0,0 0 0,0-1 0,0 1 0,0 0 1,0-1-1,0 1 0,-1 0 0,1 1-13,30 228 805,-29-196-701,12 274 702,-13-294-784,-1-4-18,0 0 0,1 0 0,0-1 0,1 1-1,1 0 1,0-1 0,0 1 0,1-1-1,0 0 1,1 0 0,1 1-4,0-6 0,1 0 0,0-1 0,0 0 0,1 0 0,0 0 0,-1-1 0,1 0 0,1 0 0,-1-1 0,0 0 0,1-1 0,0 0 0,0 0 0,-1-1 0,1 0 0,0 0 0,0-1 0,0 0 0,0-1 0,0 0 0,0 0 0,0-1 0,-1 0 0,7-3 0,7-2 0,-1-2 0,-1 0 0,0-1 0,0-2 0,-1 0 0,0 0 0,-1-2 0,-1 0 0,7-8 0,25-23 0,-2-3 0,-2-1 0,-3-3 0,-1-1 0,-3-2 0,-3-1 0,2-9 0,-18 31-126,-2-1 1,-2-1-1,-1-1 1,-2 0-1,-1 0 1,-2-1-1,-2 0 1,-1-1-1,0-34 126,-4-21-2383</inkml:trace>
  <inkml:trace contextRef="#ctx0" brushRef="#br0" timeOffset="2516.579">5346 507 29334,'0'0'648,"0"0"-424,16 136-56,-3-72 17,4-3-89,10-10-96,43-19-265,-9-17-679,5-15-2456</inkml:trace>
  <inkml:trace contextRef="#ctx0" brushRef="#br0" timeOffset="2817.123">6260 537 25101,'0'0'4353,"0"0"-3945,0 0 56,-111 136 17,45-81-121,-9 4-192,-4 3-168,-2 1-112,2 2-352,-2-4-273,-24-2-711,22-17-1753,13-19-7377</inkml:trace>
  <inkml:trace contextRef="#ctx0" brushRef="#br0" timeOffset="3352.313">5309 1494 17580,'-4'22'9535,"-44"354"-5773,51-244-3402,-2-129-358,1 0-1,-1 0 0,1 0 0,0 0 0,0 0 0,0-1 1,0 1-1,1-1 0,-1 1 0,1-1 0,-1 0 0,1 0 1,0 0-1,0-1 0,0 1 0,0-1 0,0 1 0,0-1 1,0 0-1,1 0 0,-1 0 0,0-1 0,0 1 0,1-1 1,-1 0-1,1 0 0,-1 0 0,0 0 0,1 0 0,-1-1 1,0 1-1,1-1 0,-1 0 0,0 0 0,0-1 1,0 1-1,0-1 0,0 1 0,0-1 0,0 0 0,0-1-1,27-13-50,-2-2 0,0-1 0,-2-1 0,0-2 0,20-21 50,11-8-158,-22 21 55,-18 12 55,1 1 1,1 0-1,0 2 0,1 0 1,1 1-1,0 1 0,1 1 1,0 1-1,1 1 0,0 1 1,0 1-1,1 1 0,14-2 48,-35 10 6,1 1 0,-1-1 0,1 1 0,-1 0 0,0 0 0,1 0 0,-1 0 0,0 0 0,0 1 0,-1 0 0,1-1-1,0 1 1,-1 0 0,0 0 0,0 0 0,0 1 0,0-1 0,0 0 0,0 1 0,-1 0 0,0-1 0,0 1 0,0 0-1,0-1 1,0 1 0,-1 0 0,0 0 0,0 0 0,0-1 0,0 1 0,0 0 0,-1 0 0,0 0 0,0-1-1,0 1 1,0 0 0,0-1 0,-1 1 0,0 0-6,-5 19 14,-2 0 1,-1 0-1,-1-1 0,-1-1 0,0 0 0,-2 0 1,-1-1-1,0-1 0,-1 0 0,-1-1 0,-14 10-14,30-27 0,-106 99-364,-4-5 0,-4-4 0,-4-6 0,-60 29 364,58-35 203,93-63-48,1 1 1,0 1 0,2 2 0,0 1 0,1 0 0,1 2 0,1 1-1,1 0 1,1 2 0,2 0 0,0 1 0,2 1 0,1 1 0,1 0-1,2 2-155,10-28 27,0 1-1,0-1 0,0 1 0,1 0 1,0-1-1,0 1 0,0 0 0,0 0 1,0 0-1,1 0 0,0 0 1,0 0-1,0 0 0,0 0 0,1 0 1,-1 0-1,1 0 0,0 0 0,0-1 1,1 1-1,-1 0 0,1 0 0,0-1 1,0 1-1,0-1 0,0 0 0,0 0 1,1 1-1,0-1-26,10-2 17,-1-2 0,0 1 0,1-2 0,-1 0 0,0 0-1,0-1 1,0 0 0,0-1 0,-1-1 0,1 0 0,-1 0 0,0-1 0,-1-1 0,1 0 0,-1 0 0,-1-1 0,1 0-17,8-4 7,88-63-22,-64 42-49,1 2-1,2 2 0,1 2 0,1 2 1,2 2-1,24-7 65,-64 26-3,0 1 0,0 0-1,1 1 1,-1 0 0,1 0 0,0 1 0,-1 1 0,1-1 0,0 1 0,0 1-1,-1 0 1,1 0 0,-1 1 0,1 0 0,-1 1 0,1 0 0,-1 1-1,0-1 1,-1 2 0,3 0 3,4 9 33,-1 0 0,0 0 0,-1 1 1,-1 1-1,-1 0 0,0 0 0,-1 1 0,0 1 0,1 5-33,-3-5 28,1 0 0,1-1 0,0-1 0,1 0 0,1 0 1,1-1-1,0 0 0,1-2 0,10 9-28,-18-18 0,0 0 0,1-1 0,0 0 0,-1 0 0,1 0 0,0-1 0,1 0 0,-1 0 0,0-1 0,0 0 0,1 0 0,-1-1 0,0 1 0,1-2 0,-1 1 0,1-1 0,-1 0 0,0-1 0,0 0 0,0 0 0,0 0 0,1-2 0,137-86 0,1-43 0,-144 132 0,0 0 0,0 1 0,0-1 0,0 1 0,0 0 0,0-1 0,0 1 0,0 0 0,0 0 0,0 0 0,0 1 0,0-1 0,1 0 0,-1 1 0,-1-1 0,1 1 0,0 0 0,0 0 0,0 0 0,0 0 0,0 0 0,-1 0 0,1 0 0,0 0 0,-1 1 0,1-1 0,-1 0 0,0 1 0,1 0 0,-1-1 0,0 1 0,0 0 0,0 0 0,0-1 0,0 1 0,0 0 0,-1 0 0,1 0 0,-1 0 0,1 0 0,-1 0 0,0 0 0,0 0 0,0 0 0,10 18 0,-5-13-103,1 1-1,1-1 1,-1 0-1,1 0 1,0-1 0,1 0-1,-1 0 1,1-1-1,0 0 1,1 0 0,-1-1-1,1 0 1,0 0-1,0-1 1,2 0 103,37 8-2386</inkml:trace>
  <inkml:trace contextRef="#ctx0" brushRef="#br0" timeOffset="4334.523">7714 1089 28214,'0'0'1498,"-5"25"-665,-3 7-635,-1 1-1,-2-2 1,-1 1 0,-1-1-1,-1-1 1,-16 23-198,-91 121 907,-110 120-907,-5 4 49,202-247-305,52-52-238,17-16 244,-21 9 206,1 1-1,1 0 1,-1 1 0,1 1-1,0 0 1,0 1 0,0 1 0,0 1-1,1 0 1,1 1 44,-11 2 1,0 1-1,-1 0 1,1 1-1,0-1 1,-1 1 0,1 1-1,-1-1 1,0 1-1,0 0 1,0 1-1,-1-1 1,1 1 0,-1 0-1,0 0 1,-1 1-1,1 0 1,-1-1 0,0 2-1,0-1 1,-1 0-1,0 1 1,0-1 0,-1 1-1,1 0 1,-2 0-1,1 0 1,-1 0-1,0 0 1,0 0 0,-1 0-1,0 1 1,0-1-1,-1 0 1,0 1-1,3 80 146,-5 0 0,-4-1 0,-3 1 1,-5-2-1,-3 0 0,-3-1 0,-25 59-146,40-123 48,-13 82 71,19-102-119,1 0 1,-1-1 0,1 1-1,-1-1 1,1 1-1,-1-1 1,1 1 0,0-1-1,0 1 1,-1-1 0,1 1-1,0-1 1,-1 0 0,1 0-1,0 1 1,0-1-1,0 0 1,-1 0 0,1 0-1,0 0 1,0 0 0,0 0-1,0 0 1,-1 0 0,1 0-1,0 0 1,0 0-1,-1-1 1,1 1 0,0 0-1,0 0 1,-1-1 0,1 1-1,0-1 1,0 1 0,-1-1-1,1 1 1,-1-1-1,1 1 1,0-1 0,-1 1-1,1-1 1,-1 0 0,1 0-1,101-139-33,-93 125 22,86-169-592,-9-5 1,-8-3 0,32-128 602,46-105-3475,-20 159-4529,-72 176 7976,-56 79 594,1 2-1,-1-1 1,2 1-1,-1 0 1,1 1 0,1 0-1,-1 1 1,1 0 0,0 1-1,1 0 1,0 1-1,0 0 1,0 1 0,0 0-1,1 0 1,-1 2-1,12-2-565,-20 5 41,-1 0-1,0 0 0,1 0 0,-1 0 0,0 0 0,0 1 1,0-1-1,0 1 0,0 0 0,0 0 0,0 0 0,-1 0 1,1 0-1,-1 1 0,1-1 0,-1 1 0,0 0 0,0 0 1,0 0-1,0 0 0,-1 0 0,1 0 0,-1 0 0,0 0 0,0 1 1,0-1-1,0 0 0,0 1 0,-1-1 0,0 1 0,0-1 1,0 0-1,0 1 0,0-1 0,0 1 0,-1-1 0,0 1 1,0-1-1,0 0 0,0 1 0,0-1 0,-1 0 0,1 0 1,-1 0-41,-4 21 32,-1-1 0,-2 0 0,0-1 0,-1 0 0,-1 0 0,-10 14-32,20-34 1,-441 735 4,436-726-3,4-10-1,1 0 0,-1 0 0,1 0-1,-1 0 1,1 0 0,0 0 0,-1 0 0,1 1 0,0-1 0,0 0 0,0 1 0,0-1 0,0 1 0,0-1-1,0 1 1,1 0 0,-1-1 0,0 1 0,1 0 0,-1-1 0,1 1 0,0 0 0,0 0 0,0 0 0,0-1-1,0 1 1,0 0 0,0 0 0,0-1 0,1 1 0,-1 0 0,1 0 0,-1-1 0,1 1 0,0 0-1,-1-1 1,1 1 0,0-1 0,0 1 0,0-1 0,0 1 0,1-1 0,-1 0 0,0 1 0,0-1 0,1 0-1,-1 0 1,1 0 0,-1 0 0,1 0 0,0-1 0,-1 1 0,1 0 0,0-1 0,-1 1 0,1-1 0,0 1-1,0-1 1,-1 0 0,3 0-1,27 0 70,0-2-1,0-1 0,0-2 1,0 0-1,0-3 0,-1 0 1,11-6-70,78-28 28,-2-5 1,-1-5-1,-4-5 1,-1-5 0,-4-5-1,-3-4 1,74-67-29,-167 130-174,-1-1 0,0-1 0,0 1 1,-1-2-1,0 1 0,-1-1 0,0-1 1,-1 1-1,0-1 0,-1 0 0,-1-1 1,1 0-1,-2 0 0,1-2 174,4-36-3385</inkml:trace>
  <inkml:trace contextRef="#ctx0" brushRef="#br0" timeOffset="4616.401">8104 823 5273,'24'37'19428,"88"155"-14772,0 75-3907,-11 59-240,-15 5-1,-14 3 1,-15 2-1,0 156-508,-8-22 156,-33-399-639,-3-94-430,0-189-3952,-11 86-6343</inkml:trace>
  <inkml:trace contextRef="#ctx0" brushRef="#br0" timeOffset="4885.048">9073 1405 26398,'-49'116'4729,"-16"40"-4329,-16 28-288,0-11-96,10-37-16,14-27 0,18-30 0,15-24-8,8-12-200,-3-5-336,-5-38-721,0-6-991,4-40-8931</inkml:trace>
  <inkml:trace contextRef="#ctx0" brushRef="#br0" timeOffset="5149.467">8680 491 30286,'0'0'641,"119"14"-449,-47 30-192,3 15-72,-10 34-144,-16 43-152,-19-20-617,-14-5-5160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46:51.1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877 50 22917,'0'0'5881,"0"0"-5153,0 0 16,0 0-263,0 0-257,0 0-88,-2-49 120,55 61-128,8 5-56,11 5-72,7 8 0,11 15-296,-22-6-1137,-22-3-6624</inkml:trace>
  <inkml:trace contextRef="#ctx0" brushRef="#br0" timeOffset="202.241">0 1717 29518,'0'0'760,"0"0"-527,0 0-17,204-134 88,-77 41-48,33-17-104,3-1-80,-10 26-72,-35 30-40,-45 33-464,-27 11-1809</inkml:trace>
  <inkml:trace contextRef="#ctx0" brushRef="#br0" timeOffset="386.232">531 2559 28598,'0'0'1664,"0"0"-1431,0 0-9,145-75 168,-27-33 32,27-36-168,-7 8-152,-29 25-104,-14 9-120,-43 44-672,-10-1-2009</inkml:trace>
  <inkml:trace contextRef="#ctx0" brushRef="#br0" timeOffset="606.604">1127 1727 7498,'-50'110'21964,"1"26"-20755,1 26-737,26-8-136,14-16 0,8-8-96,19-9-88,12-35-64,2-24-64,-5-33-24,1-25 8,10-4-8,12-26-32,8-21-200,20-71-456,-16 9-1193,-10-5-7233</inkml:trace>
  <inkml:trace contextRef="#ctx0" brushRef="#br0" timeOffset="871.58">1938 999 26798,'0'0'3352,"0"0"-2871,0 0-145,178-46 104,-88 23-224,15-7-144,0-3-72,0-5-48,0-3-240,25-32-488,-27 10-705,-22 0-2704</inkml:trace>
  <inkml:trace contextRef="#ctx0" brushRef="#br0" timeOffset="1042.019">2960 447 27686,'-9'31'1554,"-64"323"-222,8 267 501,19 291-1833,37-665 21,-13 256-231,23-502 196,-1-1 0,1 1 0,-1 0 0,1 0 0,-1 0-1,0 0 1,1 0 0,-1 0 0,0-1 0,1 1 0,-1 0 0,0 0 0,0 0-1,0 0 1,0 0 0,0 0 0,0 0 0,0 0 0,0 0 0,0 0 0,-1 0-1,1 0 1,0 0 0,-1 0 0,1 0 0,0-1 0,-1 1 0,1 0-1,-1 0 1,0 0 0,1-1 0,-1 1 0,1 0 0,-1 0 0,0-1 0,0 1-1,1-1 1,-1 1 0,0-1 0,0 1 0,0-1 0,0 1 0,0-1 0,0 0-1,1 1 1,-1-1 0,0 0 0,0 0 0,0 0 0,0 0 0,0 0 0,0 0-1,0 0 1,0 0 0,0 0 0,0 0 0,0 0 0,0-1 0,0 1 0,0 0-1,0-1 1,1 1 0,-1-1 0,0 1 0,0-1 14,-37-58-4536,10-8-9943</inkml:trace>
  <inkml:trace contextRef="#ctx0" brushRef="#br0" timeOffset="1204.512">2234 2035 30126,'-61'112'561,"6"-2"-401,9-5-120,26-38-40,20-37-16,0-11-160,31-15-241,17-4-295,27-59-1400,45-55-6450,-19 5-2960,0 5 8561</inkml:trace>
  <inkml:trace contextRef="#ctx0" brushRef="#br0" timeOffset="1725.994">3352 1370 6481,'0'0'4872,"0"0"-939,0 0 4783,0 0-5903,0 0-2215,-7 7-184,-39 79 887,5 201-125,30-181-1808,-5-1 0,-22 73 632,34-161-67,0 0 0,-2-1 1,0 0-1,-1 0 1,0 0-1,-1-1 1,-1 0-1,-1-1 1,0 0-1,-5 6 67,14-19 5,-1 1 0,1 0 0,-1-1 0,1 1-1,-1-1 1,1 1 0,-1-1 0,0 0 0,1 0 0,-1 0 0,0 0 0,0 0 0,0 0-1,0 0 1,0-1 0,0 1 0,0-1 0,0 1 0,0-1 0,0 0 0,-1 0-1,1 0 1,0 0 0,0 0 0,0 0 0,0-1 0,0 1 0,0-1 0,0 1 0,0-1-1,0 0 1,0 0 0,0 0 0,0 0 0,0 0 0,1 0 0,-1 0 0,0-1-1,1 1 1,-1-1 0,1 1 0,0-1 0,-1 0 0,1 1 0,0-1 0,0 0 0,0 0-1,0 0 1,0 0 0,0 0 0,1 0 0,-1 0 0,1 0 0,-1 0 0,1 0-1,0 0 1,0 0 0,0 0 0,0 0 0,0-1 0,0 1 0,1 0 0,-1 0 0,1 0-1,0 0-4,1-41-205,2 0 0,2 1 0,2-1 0,2 2-1,1-1 1,2 2 0,3-1 0,0 2-1,3 0 1,7-8 205,-5 0-420,176-334-6278,-96 224 10343,-41 91 2473,-59 65-6096,-1 1 1,1 0 0,0 0 0,-1 0 0,1-1 0,-1 1-1,1 0 1,0 0 0,-1 0 0,1 0 0,0 0-1,-1 0 1,1 0 0,-1 0 0,1 0 0,0 1 0,-1-1-1,1 0 1,-1 0 0,1 0 0,0 1 0,-1-1-1,1 0 1,-1 1 0,1-1 0,-1 1 0,1-1 0,-1 0-1,1 1 1,-1-1 0,0 1 0,1-1 0,-1 1 0,0-1-1,1 1 1,-1 0 0,0-1 0,0 1 0,1-1-1,-1 1 1,0 0 0,0-1 0,0 1 0,0-1 0,0 1-1,0 0 1,0-1 0,0 1 0,0 0 0,0-1-1,0 1 1,0-1 0,-1 1-23,21 168 932,2 88-447,-10-86-165,7 0 1,22 73-321,-41-236 7,1 0 0,0-1-1,0 1 1,0-1 0,1 0 0,0 1 0,0-1 0,1 0 0,0 0-1,0 0 1,1 0 0,0-1 0,0 1 0,0-1 0,1 0-1,0-1 1,0 1 0,0-1 0,1 0 0,0 0 0,0 0 0,0-1-1,1 0 1,-1 0 0,1-1 0,0 0 0,0 0 0,0 0-1,1-1 1,0 0-7,5-1 1,0-1 0,1 0-1,-1-1 1,0-1 0,0 0-1,0 0 1,0-2 0,0 1-1,-1-2 1,0 1 0,1-2 0,-2 0-1,1 0 1,-1-1 0,0 0-1,0-1 1,3-4-1,158-169-1,-167 174 1,44-51 0,-4-3 0,-1-1 0,-4-3 0,-2-1 0,-4-1 0,27-73 0,-58 131-10,0 0-1,0-1 1,-1 0-1,0 0 1,0 0-1,-1 0 1,-1 0-1,0 0 1,0 0 0,-1 0-1,0 0 1,-1-3 10,-23-8-415,-122 20-3550,61 18-5589</inkml:trace>
  <inkml:trace contextRef="#ctx0" brushRef="#br0" timeOffset="1987.443">226 3707 9722,'0'0'20917,"130"-65"-20341,56 16-368,66-4 8,50 1 152,29 5 24,7 2-24,13 3-368,-3 5 0,-6 5 0,-17 7 0,-12 9 0,-13 16 0,-15 0-32,-79 12-1024,-46-3-1689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47:03.2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406 0 22221,'0'0'2656,"0"0"-1527,154 48 167,-62-27-160,11 5-368,0-2-128,-16-5-224,3 7-247,-13 8-169,-38 31-201,-23-6-1375,-16 2-12347</inkml:trace>
  <inkml:trace contextRef="#ctx0" brushRef="#br0" timeOffset="272.537">1 1610 25725,'142'-28'3249,"47"-37"-2889,34-20-144,-4-5-144,-39 15 120,-42 22 128,-28 17-320,-44 18-96,-36 12-1792</inkml:trace>
  <inkml:trace contextRef="#ctx0" brushRef="#br0" timeOffset="583.554">404 2496 27894,'0'0'2841,"0"0"-2665,140-34-80,14-49-8,28-31 240,2-16 120,-40 13-240,-45 33-208,-33 20-40,-5-24-480,-15 11-1321,-11 2-17635</inkml:trace>
  <inkml:trace contextRef="#ctx0" brushRef="#br0" timeOffset="849.953">1287 1746 26382,'-35'126'4073,"0"28"-3641,-2 28-16,13-7-184,13-19 16,11-6 0,0-28-128,17-31-64,5-36-24,7-25-32,10-12 8,9-18-8,14-6-48,-1-44-328,27-80-392,-20 12-1689,-9-4-15075</inkml:trace>
  <inkml:trace contextRef="#ctx0" brushRef="#br0" timeOffset="850.953">2065 1247 30535,'0'0'680,"200"-69"-472,-36 26-168,20-1-40,-15 11-40,-31 3-168,-50 10-456,-25-5-1785</inkml:trace>
  <inkml:trace contextRef="#ctx0" brushRef="#br0" timeOffset="1016.406">3126 535 26158,'-6'124'3592,"1"46"-3176,1 47 25,-3 20-209,-8 5 56,-5 13 72,-2-9-40,-8-13-184,-10-14-72,-8-30-32,6-39-32,7-41 0,11-48-288,9-33-208,-14-30-393,3-22-391,2-21-3441</inkml:trace>
  <inkml:trace contextRef="#ctx0" brushRef="#br0" timeOffset="1239.845">2574 1505 23645,'0'0'7010,"-81"141"-6554,24-11-456,-2 16-104,24-28-601,15-43-271,20-53-3009</inkml:trace>
  <inkml:trace contextRef="#ctx0" brushRef="#br0" timeOffset="1516">3260 1533 26510,'0'0'3752,"0"0"-3752,0 0-144,0 0-424,0 0-240,0 0-2729</inkml:trace>
  <inkml:trace contextRef="#ctx0" brushRef="#br0" timeOffset="1517">4207 379 26958,'0'0'3969,"0"0"-3681,0 0-248,-178 95-40,95-34-64,0 8-32,-16 22-488,20-18-1417,22-18-9009</inkml:trace>
  <inkml:trace contextRef="#ctx0" brushRef="#br0" timeOffset="1776.083">3863 949 27166,'-29'111'4153,"-6"33"-3769,-9 27-232,0 7-120,5-3-8,4 7-8,9-9 0,8-32 0,5-47-16,6-42-96,5-31-80,2-11 32,0-10-8,20-26-88,30-92-1057,12-42-1063,-5 14-8979</inkml:trace>
  <inkml:trace contextRef="#ctx0" brushRef="#br0" timeOffset="2066.598">4273 1176 9002,'0'0'16225,"25"-5"-12303,86-16-3477,-105 20-420,1 0 0,0 0-1,0 1 1,0 0-1,0 0 1,0 1 0,-1 0-1,1 0 1,0 1-1,0-1 1,-1 2 0,1-1-1,-1 1 1,0 0-1,0 0 1,0 0 0,0 1-1,0 0 1,-1 0-1,0 1 1,0-1 0,0 1-1,0 0 1,-1 1-1,0-1 1,0 1 0,2 4-25,3 5 70,-1 1 0,-1 1 0,-1 0 0,0 0 1,-1 0-1,-1 0 0,-1 1 0,0 0 1,-1 10-71,-3 17 21,-1 0 1,-3 0 0,-2 0 0,-1-1 0,-3 0 0,-1 0 0,-2-1 0,-3-1-1,-1-1 1,-1 0 0,-3-2 0,-1 0 0,-2-1 0,-2-2 0,-9 9-22,24-30-117,0-1-1,-1 0 1,-1-1 0,0-1 0,-1 0 0,0-1 0,-1-1 0,0 0 0,-1-1 0,0-1-1,0 0 1,-1-2 0,0 0 0,0 0 0,0-2 0,-9 1 117,-94-3-1850,38-16-3547,3-21-9876</inkml:trace>
  <inkml:trace contextRef="#ctx0" brushRef="#br0" timeOffset="2351.695">4023 1594 30022,'0'0'1281,"131"40"-1049,-41 9-8,13 10-88,-2 10 168,-5 6-48,-8 6-168,-7 30-88,-24-19-544,-28-17-1513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8:00.0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1513 1063 20420,'0'0'8387,"0"0"-6359,0 0-1800,0 0 29,29-7 92,255-91 20,-215 69-325,-2-3 0,0-3 1,-3-3-1,57-43-44,63-54 92,-145 118-75,-21 23-14,-24 142 80,-34 28-7,26-127-34,2 1-1,2 1 1,3-1-1,1 1 1,3 0-1,2 8-41,0-53 1,1 0 0,0 0-1,0 0 1,1 0 0,-1-1 0,1 1-1,1 0 1,-1 0 0,1-1 0,0 1-1,0 0 1,0-1 0,1 0 0,0 0-1,0 1 1,0-2 0,1 1 0,0 0-1,0-1 1,0 0 0,0 1 0,1-2 0,-1 1-1,1 0 1,0-1 0,0 0 0,0 0-1,1-1 1,-1 1 0,1-1 0,-1-1-1,1 1 1,0-1 0,0 1 0,-1-2-1,1 1 1,0-1 0,0 0 0,0 0-1,0 0 1,0-1 0,4-1-1,3-3 0,-1 0 0,0-1 0,-1 0 0,1-1 0,-1 0 0,-1-1 0,1 0 0,-1-1 0,-1 0 0,0 0 0,8-11 0,38-47-1,-2-3-1,-4-1 1,-3-3-1,-3-2 1,-3-1-1,-4-3 1,-4 0-1,12-48 2,-41 120 4,3-9 4,-7 45-8,-6 137 0,7 1 0,8-1 0,6 0 0,10 8 0,24 347 0,-22 1 0,-23 31 0,-7-317 0,-10-1 0,-18 54 0,1-145 0,28-139 0,0 0 0,0 0 0,0 0 0,-1 0 0,0 0 0,1-1 0,-1 0 0,0 0 0,0 0 0,-1 0 0,1-1 0,-1 0 0,1 1 0,-1-2 0,0 1 0,0 0 0,0-1 0,0 0 0,1 0 0,-2-1 0,1 1 0,0-1 0,0 0 0,0-1 0,0 1 0,0-1 0,0 0 0,0 0 0,0 0 0,1-1 0,-1 0 0,0 0 0,1 0 0,-1 0 0,1-1 0,0 1 0,-1-1 0,1-1 0,1 1 0,-1 0 0,0-1 0,1 0 0,-27-26 0,2-2 0,1-1 0,2-1 0,1-1 0,2-1 0,1-1 0,2-1 0,1-1 0,-8-31 0,1 18 0,4-2 0,1 0 0,3-1 0,2-1 0,3 0 0,2-1 0,3 0 0,2 0 0,3-1 0,2 1 0,3-1 0,2 1 0,3 0 0,2 0 0,2 1 0,4 0 0,14-33 0,12 11-121,4 2 0,2 2 0,5 3 0,2 2 0,61-60 121,12-4-1227,-12 26-966</inkml:trace>
  <inkml:trace contextRef="#ctx0" brushRef="#br0" timeOffset="316.338">4317 1172 28894,'0'0'1785,"0"0"-1425,0 0 8,0 0 144,114 6-48,-77 11-224,0 5-168,-6 6-72,-3 7-96,-14 36-456,-8-8-584,-6-1-1905</inkml:trace>
  <inkml:trace contextRef="#ctx0" brushRef="#br0" timeOffset="602.631">4065 1882 30647,'0'0'1074,"0"0"-665,24-8-159,170-53 133,-145 46-382,1 3 0,0 2-1,0 2 1,1 2 0,17 2-1,-65 3 0,0 0 0,0 0 0,0 0 0,0 1 0,-1-1 0,1 1 0,0 0 0,0 0 0,0 0 0,0 0 0,0 1 0,0-1 0,0 1 0,0-1 0,0 1 0,0 0 0,-1 0 0,1 0 0,0 1 0,-1-1 0,1 1 0,-1-1 0,1 1 0,-1 0 0,0 0 0,0 0 0,0 0 0,0 0 0,0 1 0,0-1 0,0 1 0,-1-1 0,1 1 0,-1-1 0,0 1 0,0 0 0,0 0 0,0 0 0,0 0 0,-1-1 0,1 1 0,-1 0 0,0 0 0,0 0 0,0 0 0,0 0 0,0 0 0,-1 0 0,0 1 0,-4 14 0,0 0 0,-2-1 0,0 1 0,-1-1 0,-1 0 0,0-1 0,-1 0 0,-1-1 0,0 0 0,-2 0 0,-8 7 0,8-6 0,-472 511 0,145-169 0,248-245-453,99-109-193,21-12-942,15-21-1214</inkml:trace>
  <inkml:trace contextRef="#ctx0" brushRef="#br0" timeOffset="800.632">4398 2507 29870,'0'0'1281,"0"0"-673,-51 117-168,3-33 8,-9 27-328,5-5-120,8-11 0,15-18 0,20-32 0,9-9-288,0-12-80,11-24-40,20-6-96,9-38-409,21-48-623,-8 7-40,-7 0-1065</inkml:trace>
  <inkml:trace contextRef="#ctx0" brushRef="#br0" timeOffset="1030.706">4597 2399 22053,'0'0'3491,"0"0"-1580,0 0-665,0 0-325,0 0-161,0 0-301,-18 1-228,9-1-218,-1 0 1,1 1-1,0 0 1,0 1-1,0 0 0,1 0 1,-1 1-1,0 0 1,1 0-1,0 1 1,0 0-1,0 1 0,0 0 1,0 0-1,1 0 1,0 1-1,0 1-13,-5 3 47,0 2 0,1 0 0,0 0 0,1 1-1,0 0 1,1 1 0,1 0 0,0 0 0,0 1 0,2 0 0,0 0 0,1 1-1,0 0 1,1 0 0,1 0 0,1 0 0,0 0 0,1 1 0,1-1 0,0 0-47,1-10 11,1 0 0,0 0 0,0 0 1,1-1-1,-1 1 0,1-1 0,0 1 1,1-1-1,0 0 0,-1 0 0,1-1 1,1 1-1,-1-1 0,1 0 1,-1 0-1,1-1 0,0 1 0,1-1 1,-1 0-1,1 0 0,-1-1 0,1 1 1,0-1-1,0-1 0,4 2-11,161 10-67,-127-19-251,1-1 0,-1-3-1,-1-1 1,0-3-1,-1-1 1,0-2 0,15-10 318,43-22-1994</inkml:trace>
  <inkml:trace contextRef="#ctx0" brushRef="#br0" timeOffset="1320.778">5529 1353 31143,'-60'294'541,"12"1"1,14 3-1,6 204-541,27-437 0,-3 10 0,4 0 0,3-1 0,4 1 0,3-1 0,11 39 0,-20-106 0,0-1 0,1 1 0,0-1 0,1 0 0,-1 0 0,1 1 0,0-2 0,0 1 0,1 0 0,0-1 0,0 1 0,0-1 0,1 0 0,0-1 0,0 1 0,0-1 0,0 0 0,0 0 0,1 0 0,-3-4 0,-1 0 0,1-1 0,-1 1 0,1-1 0,-1 0 0,0 1 0,0-1 0,1 0 0,-1 0 0,0 0 0,0-1 0,0 1 0,0 0 0,0-1 0,0 1 0,0-1 0,-1 0 0,1 0 0,-1 0 0,1 0 0,-1 0 0,1 0 0,-1 0 0,0 0 0,0 0 0,0 0 0,0-1 0,-1 1 0,1 0 0,-1-1 0,1 1 0,-1-1 0,0 1 0,0-1 0,0 1 0,0-3 0,42-200-1700,-26 96-1105</inkml:trace>
  <inkml:trace contextRef="#ctx0" brushRef="#br0" timeOffset="1586.967">5717 2121 31135,'0'0'1024,"0"0"-736,152 81 32,-89-40-320,-8 0 0,-11-1 0,-11-3 0,-16-3 0,-17 7 0,-11-9-872,-17-10-1073</inkml:trace>
  <inkml:trace contextRef="#ctx0" brushRef="#br0" timeOffset="1916.272">141 0 30278,'0'0'649,"0"0"-553,0 0 8,112 20 128,-42-10-32,7 1-136,21 17-64,-21-2-336,-20-1-1329</inkml:trace>
  <inkml:trace contextRef="#ctx0" brushRef="#br0" timeOffset="2167.301">73 1219 30455,'-41'215'1088,"12"38"-512,27-28-256,2-26-64,31-45-184,12-50-72,8-47 0,28-25 0,41-18 0,42-14 0,20-34 0,-4-39 0,-16-23 0,-13-15 0,7-15-8,-7-8-744,-37 29-704,-29 12-1457</inkml:trace>
  <inkml:trace contextRef="#ctx0" brushRef="#br0" timeOffset="2499.402">2482 128 30463,'0'0'500,"22"0"-348,249 17 60,-253-15-184,43 6 24,-1 3 1,0 2-1,0 2 1,-2 4-1,36 16-52,-83-29 35,1 1-1,-2 0 1,1 1-1,-1 0 0,0 1 1,0 0-1,-1 1 0,0 0 1,-1 0-1,0 0 0,-1 1 1,0 1-1,-1-1 1,0 1-1,-1 0 0,0 0 1,-1 1-1,0 0 0,-1-1 1,0 1-1,-1 0 1,0 8-35,25 210 196,-9 0 1,-13 204-197,-19 57-165,19-426-1056,7-24-1738</inkml:trace>
  <inkml:trace contextRef="#ctx0" brushRef="#br0" timeOffset="2682.611">3216 1848 31407,'0'0'672,"0"0"-536,0 0-136,134 4 0,-81-4 0,12-2-320,-12-9-1000,-13-3-3425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7:58.9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1 296 17340,'0'0'13235,"0"0"-12611,0 0-288,151 14 240,-11 6-104,64-6-288,37-8-184,11-6 0,-8 0 0,-25-16 0,2 2 0,-10 0 0,-12 4 0,-15 4 0,-54 4-608,-36-2-1193</inkml:trace>
  <inkml:trace contextRef="#ctx0" brushRef="#br0" timeOffset="291.064">2305 0 31095,'0'0'497,"0"0"-253,28 21-42,183 130 327,-168-122-454,-29-23-68,0 2 0,0-1 0,-1 2 0,0 0 0,-1 0 0,0 1 0,0 1 0,-1 0 0,-1 0-1,1 1 1,-2 1 0,0 0 0,0 0 0,-2 0 0,1 1 0,-2 0 0,0 1 0,2 6-7,-9-11 0,-1 0 0,1 0 0,-2 0 0,1 0 0,-1-1 0,-1 1 0,0-1 0,0 0 0,-1 0 0,0 0 0,-1 0 0,1-1 0,-2 0 0,1 0 0,-1-1 0,0 1 0,-1-2 0,0 1 0,0-1 0,0 0 0,-1-1 0,-8 5 0,1 2 0,-452 308-420,226-165-2734,186-124-2978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8:08.6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1 269 30374,'0'0'641,"0"0"-385,116 14 56,-13-12 48,35-2-184,31 0-128,6 0-48,-22-8-368,-49-8-920,-45-2-2313</inkml:trace>
  <inkml:trace contextRef="#ctx0" brushRef="#br0" timeOffset="250.976">1248 1 29510,'0'0'584,"0"0"-400,0 0 89,158 114 279,-115-73-184,-3 3 0,-14-1-144,-13 1-144,-13 3-8,-17 2-32,-34 3-40,-16 3-112,-17-2-144,-8 0-176,-44-1-368,22-13-753,18-13-10049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8:04.5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90 209 28334,'0'0'832,"0"0"-632,0 0-104,187 20 152,-97-20-16,6-20-232,25-9-168,-25 3-280,-26 2-624</inkml:trace>
  <inkml:trace contextRef="#ctx0" brushRef="#br0" timeOffset="351.034">244 367 28806,'-45'103'416,"4"2"-1,5 2 1,5 1-1,4 1 1,6 2-1,4 0 1,0 60-416,11-77 73,4 1 0,4 0 0,4 0 0,4 0 0,4-1 1,24 78-74,-34-158 20,2 0 1,-1-1 0,2 0 0,0 0 0,0-1 0,1 0 0,1 0-1,0-1 1,1 0 0,0-1 0,0 0 0,1 0 0,0-1 0,1-1 0,0 0-1,0 0 1,1-1 0,0-1 0,0 0 0,1-1 0,11 3-21,19 3 19,0-2 0,0-2 0,1-2 0,0-3 0,0-1 0,17-2-19,32-3-262,-1-3 0,0-4 1,-1-5-1,-1-3 0,74-27 262,-79 11-2159</inkml:trace>
  <inkml:trace contextRef="#ctx0" brushRef="#br0" timeOffset="989.682">1579 286 26358,'0'0'2320,"0"0"-1429,0 0-420,-4 27 53,-28 668 1210,31-686-1719,-25 481 428,21 46-443,5-536-11,-1 1 0,1 0 0,0 0 0,0 0 0,-1 0 0,1 0 0,0 0 0,0 0 0,0 0 0,0-1 0,0 1 0,0 0 0,0 0-1,1 0 1,-1 0 0,0 0 0,0 0 0,1 0 0,-1 0 0,0-1 0,1 1 0,-1 0 0,1 0 0,-1 0 0,1-1 0,0 1 0,-1 0 0,1-1 0,0 1-1,-1-1 1,1 1 0,0 0 0,0-1 0,-1 0 0,1 1 0,0-1 0,0 1 0,0-1 0,0 0 0,0 0 0,0 1 0,-1-1 0,1 0 0,0 0 0,0 0-1,0 0 1,0 0 0,0 0 0,0 0 0,0-1 11,38-28-888,0-25-3871,-3-17-12795</inkml:trace>
  <inkml:trace contextRef="#ctx0" brushRef="#br0" timeOffset="1556.1">2074 961 25878,'0'0'3542,"10"-19"-2515,75-123-485,-77 131-482,0 1-1,0-1 1,1 2 0,1-1-1,0 1 1,0 1 0,0-1-1,1 2 1,0 0-1,1 0 1,0 1 0,0 0-1,11-3-59,-19 9 6,-1 0 1,0 0-1,0 1 0,0 0 1,1-1-1,-1 1 0,0 0 0,0 0 1,0 1-1,0-1 0,0 1 1,0-1-1,-1 1 0,1 0 0,-1 0 1,1 0-1,-1 1 0,1-1 1,-1 0-1,0 1 0,0 0 1,-1-1-1,1 1 0,0 0 0,-1 0 1,1 0-1,-1 0 0,0 0 1,0 0-1,-1 0 0,1 0 0,0 1 1,-1-1-1,0 0 0,0 0 1,0 1-1,0-1 0,0 0 0,-1 3-5,9 401 557,-10-130-359,2-274-199,0 0 0,0 0 0,1 1 0,-1-1 0,1 0 0,0 0 0,0 0 0,0 0 0,0 0 0,1 0 0,-1 0 0,1 0 0,0-1 0,0 1 0,0-1 0,0 1 0,0-1 0,0 0 0,1 1 0,-1-1 0,1 0 0,-1-1 0,1 1 0,0 0 0,0-1 0,0 0 0,0 1 0,0-1 0,0 0 0,0-1 0,0 1 0,0 0 0,1-1 0,-1 0 0,0 0 0,0 0 0,0 0 0,1 0 0,-1-1 0,0 1 0,0-1 0,0 0 0,0 0 0,0 0 0,0 0 0,0-1 0,0 1 0,0-1 0,-1 0 0,1 1 0,0-1 0,-1-1 0,0 1 0,1 0 0,-1 0 0,0-1 0,20-17 0,-1-2 0,-2 0 0,0-1 0,-1 0 0,-1-2 0,7-15 0,26-40 0,-5-1 0,-3-3 0,-4-2 0,25-80 0,-29-15 0,-37 352 0,-3 259 0,2 22 0,-53 346 0,51-732 0,-4-1 0,-3 0 0,-2 0 0,-3-2 0,-3 0 0,-3-1 0,-9 13 0,29-67 0,1-1 0,-2 0 0,1 0 0,-1-1 0,0 1 0,0-1 0,-1 0 0,1 0 0,-1-1 0,-1 1 0,1-1 0,-1-1 0,0 1 0,0-1 0,0-1 0,-1 1 0,1-1 0,-1 0 0,0-1 0,1 0 0,-1 0 0,0-1 0,-1 0 0,-5 0 0,6-2 0,0-1 0,0 0 0,0-1 0,0 1 0,0-2 0,1 1 0,-1-1 0,1 0 0,0 0 0,0-1 0,0 0 0,1-1 0,0 1 0,0-1 0,0 0 0,1 0 0,0-1 0,0 0 0,0 0 0,1 0 0,0 0 0,1-1 0,0 0 0,0 1 0,0-1 0,1 0 0,0 0 0,1-1 0,-1 0 0,-14-48-6,2-2 0,3 0 0,2 0 1,3-1-1,2 0 0,3 0 0,3 0 0,2 0 0,3 1 0,3-1 0,2 2 1,2-1-1,4 2 0,1 0 0,27-52 6,25-27-669,5 4 0,6 4-1,85-101 670,-82 113-1430,-10 9-2230</inkml:trace>
  <inkml:trace contextRef="#ctx0" brushRef="#br0" timeOffset="1818.177">3661 0 30142,'0'0'921,"-42"182"-489,16-3 0,0 36 144,8 10-312,7-8-264,5-24 0,1-5 0,5-9 0,0-15 0,-2-10 0,0-18 0,-9-31 0,-2-38-96,4-38-2513</inkml:trace>
  <inkml:trace contextRef="#ctx0" brushRef="#br0" timeOffset="2350.669">4115 4 28838,'0'0'1622,"0"0"-1061,0 0-338,21 4 57,239 20 171,-195-24-433,161 19-68,-222-18 49,1 1-1,-1 0 1,0-1 0,1 1 0,-1 1 0,0-1 0,0 1-1,-1-1 1,1 1 0,0 0 0,-1 1 0,0-1-1,1 0 1,-1 1 0,-1 0 0,1 0 0,0 0-1,-1 0 1,0 0 0,0 0 0,0 1 0,-1-1 0,1 1-1,-1-1 1,0 1 0,0 0 0,-1-1 0,0 1-1,1 0 1,-1-1 0,-1 1 0,1 0 0,-1-1 0,0 1-1,0 0 1,0-1 1,-47 271 351,24-176-252,-10 61-25,7 2 1,8 1 0,6 0-1,8 15-74,4-46-1252,-3-86-962</inkml:trace>
  <inkml:trace contextRef="#ctx0" brushRef="#br0" timeOffset="2635.219">4025 1856 30687,'0'0'840,"0"0"-496,0 0-128,125 93 72,-29-91-120,49-6-168,37-47-128,-24 2-480,-27-7-1361</inkml:trace>
  <inkml:trace contextRef="#ctx0" brushRef="#br0" timeOffset="2901.351">5647 562 31207,'0'0'600,"0"0"-560,0 0-40,134 52 0,-95-13-16,-10 8 16,-27 36-408,-2-12-1113,-13-8-3152</inkml:trace>
  <inkml:trace contextRef="#ctx0" brushRef="#br0" timeOffset="3204.154">5184 1430 24701,'0'0'3832,"0"0"-2620,0 0-992,0 0-151,0 0 2,28-3 0,184-38-166,-190 33 36,-11 3 38,1 0 0,-1 1-1,1 1 1,0 0 0,-1 0-1,1 1 1,1 1 0,-1 0-1,0 0 1,4 2 21,-15 0 5,0-1 1,1 1-1,-1 0 1,0 0-1,0 0 1,0 0-1,0 0 1,0 1-1,0-1 1,0 0-1,0 0 1,0 1-1,0-1 1,-1 0-1,1 1 1,-1-1-1,1 1 0,-1-1 1,1 1-1,-1-1 1,0 1-1,0-1 1,0 1-1,0-1 1,0 1-1,0-1 1,0 1-1,0-1 1,0 1-1,-1-1 1,1 1-1,-1-1 1,1 1-1,-1-1 0,0 0 1,1 1-1,-1-1 1,0 0-1,-1 1-5,-111 192 586,-146 208 423,-118 262-1009,324-559-132,56-139-877,17-23-1172,7-13-3317</inkml:trace>
  <inkml:trace contextRef="#ctx0" brushRef="#br0" timeOffset="3467.205">5390 2052 17844,'-1'25'9455,"-24"194"-5923,-7 8-2655,31-225-877,1 1-1,-1-1 1,1 0 0,0 0-1,0 0 1,0 0 0,0 1-1,0-1 1,0 0 0,1 0 0,-1 0-1,1 0 1,-1 1 0,1-1-1,0 0 1,0 0 0,0 0-1,0 0 1,0-1 0,0 1-1,1 0 1,-1 0 0,0-1-1,1 1 1,0-1 0,-1 1-1,1-1 1,0 0 0,0 1-1,0-1 1,0 0 0,0 0-1,0 0 1,0-1 0,0 1-1,0 0 1,0-1 0,0 0-1,0 1 1,1-1 0,-1 0-1,0 0 1,0 0 0,0 0-1,1-1 1,-1 1 0,0 0-1,0-1 1,0 0 0,0 1-1,0-1 1,0 0 0,0 0 0,12-4-115,-1-1 0,-1 0 1,1-1-1,-1 0 1,0-1-1,-1 0 0,0-1 1,0 0-1,-1-1 0,0 0 1,7-9 114,4-3-226,146-166-3927,-90 87-3191,-12 4-4016,-3-20 7424,8-50 5220,-62 145-1195,8-20 427,-2-47 7714,-14 86-7893,0 1 0,0-1 1,0 1-1,-1 0 1,1 0-1,-1-1 0,0 1 1,0 0-1,1 0 1,-1-1-1,-1 1 1,1 0-1,0 0 0,0 0 1,-1 0-1,1 1 1,-1-1-1,0 0 0,1 1 1,-1-1-1,0 1 1,0-1-1,0 1 0,0 0 1,0 0-1,0 0 1,-1 0-1,1 0 1,0 1-1,0-1 0,-1 0 1,1 1-1,0 0 1,-1 0-1,1-1 0,0 1 1,-3 1-338,-47 4 4007,8 12-3947,25-4 59,1 1-1,0 2 1,1-1-1,1 2 1,0 0-1,2 1 1,0 1 0,0 0-1,2 0 1,1 2-1,0-1 1,2 1-1,0 1 1,1 0-1,1 0 1,2 0 0,0 1-1,1 0 1,1 0-1,1 5-118,1-17 2,-1-5-7,0 1 1,1-1-1,-1 1 0,1-1 0,1 1 0,-1-1 1,1 1-1,0-1 0,1 1 0,-1-1 0,1 1 0,1-1 1,-1 0-1,1 1 0,0-1 0,0 0 0,1 0 0,0 0 1,0 0-1,0-1 0,1 1 0,0-1 0,0 0 1,0 0-1,1 0 0,0-1 0,0 1 0,0-1 0,0 0 1,6 3 4,-3-5-78,0-1 1,0 1 0,0-1 0,1 0 0,-1-1 0,0 0 0,1-1 0,-1 1 0,0-1 0,0-1 0,0 0 0,0 0 0,0 0-1,0-1 1,0-1 0,-1 1 0,0-1 0,1 0 0,-1-1 0,2-1 77,118-118-3233,-123 119 3043,53-66-5918</inkml:trace>
  <inkml:trace contextRef="#ctx0" brushRef="#br0" timeOffset="3668.396">6412 1482 30711,'0'134'736,"-13"37"-264,-3 33-104,3 19 112,2-16-480,5-10 0,6-10 0,0-56 0,4-41 0,11-33 0,3-31 0,0-6 0,-1-14 0,5-34-816,-4-21-865,-5-18-4200</inkml:trace>
  <inkml:trace contextRef="#ctx0" brushRef="#br0" timeOffset="3846.11">6552 2144 30382,'0'0'1313,"0"0"-1137,0 0-16,138 72-48,-85-47-112,24-3-88,-16-8-952,-2-4-3273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7:58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290 1414 29558,'0'0'791,"0"0"-261,0 0-73,-18 12-32,-57 34-54,71-33 114,26-16-430,99-59 40,26-53-95,-5-6 0,-5-6 0,29-45 0,-35 36 0,-6-5 0,-6-6 0,87-144 0,-229 357 0,-19 41 0,4 3 0,6 1 0,4 1 0,5 1 0,5 1 0,5 1 0,5 1 0,5 61 0,3-165 0,0-1 0,1 1 0,0-1 0,0 1 0,2-1 0,-1 0 0,1 0 0,1 0 0,0 0 0,0 0 0,1-1 0,1 0 0,0 0 0,0 0 0,1-1 0,0 0 0,0 0 0,1 0 0,0-1 0,1-1 0,0 1 0,0-1 0,1-1 0,-1 0 0,1 0 0,1-1 0,-1 0 0,1-1 0,6 2 0,-6-3 0,0 0 0,0-1 0,0-1 0,1 1 0,-1-2 0,0 0 0,1 0 0,-1-1 0,0 0 0,0-1 0,0-1 0,0 1 0,0-2 0,0 1 0,-1-2 0,0 1 0,1-1 0,-2-1 0,1 0 0,-1 0 0,0-1 0,4-4 0,35-34 0,-1-3 0,-3-1 0,-2-3 0,-2-1 0,-2-2 0,-3-2 0,8-21 0,29-67 0,-7-4 0,-7-2 0,-6-2 0,-6-3 0,-8-1 0,-5-12 0,-26 162 0,-7 50 0,0-26 0,-24 599 0,4 1062 0,18-1472 0,-9-1 0,-9 0 0,-9-1 0,-9-2 0,-9-2 0,-26 55 0,70-246 0,1 1 0,0 0 0,0 0 0,-1 0 0,-1 0 0,0 0 0,0 0 0,-1-1 0,0 0 0,-1 0 0,1 0 0,-2-1 0,1 0 0,-1 0 0,-1 0 0,1-1 0,-1 0 0,-1-1 0,1 0 0,-1 0 0,0 0 0,0-1 0,-1-1 0,1 0 0,-7 2 0,11-6 0,0-1 0,-1 1 0,1-1 0,0 0 0,0 0 0,0-1 0,0 1 0,0-1 0,0 0 0,0-1 0,1 1 0,-1-1 0,1 0 0,0 0 0,0 0 0,0-1 0,0 1 0,0-1 0,1 0 0,0 0 0,-1-1 0,1 1 0,-1-3 0,-25-35 0,2-1 0,1-1 0,3-1 0,-18-48 0,16 39 0,3 0 0,2-1 0,3-1 0,2-1 0,2-1 0,3 1 0,3-2 0,2 1 0,2-1 0,3 0 0,3 0 0,2 1 0,3 0 0,9-32 0,16 6 0,4 1 0,3 2 0,3 2 0,4 2 0,4 1 0,2 3 0,4 3 0,3 2 0,2 2 0,5 3 0,34-31-70,4 5 0,4 4 0,109-63 70,27-1-5234,-144 89-11607</inkml:trace>
  <inkml:trace contextRef="#ctx0" brushRef="#br0" timeOffset="17003.497">306 2949 24533,'0'0'3409,"0"0"-3097,0 0-240,0 0-72,70-126-384,-68 100-1744</inkml:trace>
  <inkml:trace contextRef="#ctx0" brushRef="#br0" timeOffset="17261.164">56 2799 26622,'0'0'1120,"0"0"-100,0 0-173,0 0-111,0 0-125,0 0-154,-12 7-135,-12 6-191,5-3 11,41-20 64,15-5-137,1 3 0,1 1 0,0 2 0,0 1 0,0 2 0,1 2 1,0 2-1,37 2-69,0-3 0,1089-94 0,-615 83 0,-509 14-240,0 2 0,0 2 0,0 1 0,-1 3 0,0 1 0,33 13 240,-29-4-2849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8:16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0 109 30471,'0'0'1048,"0"0"-664,0 0-200,0 0 104,191-33 80,-46 11-344,17 2-24,-11 2 0,-30 9 0,-34 7 0,-19 2 0,22 0-136,-13 0-1096,-9-4-2953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8:17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30110,'0'0'1357,"0"0"-937,22 12-328,10 5-33,1-2 1,0-1 0,0-1-1,2-2 1,-1-2-1,10 1-59,331 50 424,-153-28-420,-1 10-1,143 48-3,-243-39 0,-119-50 0,-1 1 0,0 0 0,0 0 0,0 0 0,0 0 0,0 0 0,0 0 0,0 0 0,0 0 0,-1 0 0,1 0 0,-1 0 0,0 0 0,0 0 0,0 1 0,0-1 0,0 0 0,0 0 0,0 0 0,-1 0 0,1 1 0,-1-1 0,1 0 0,-1 0 0,0 0 0,0 0 0,0 0 0,0-1 0,0 1 0,0 0 0,-1 0 0,1-1 0,-1 1 0,1 0 0,-1-1 0,1 0 0,-1 1 0,0-1 0,0 0 0,0 0 0,0 0 0,1 0 0,-2 0 0,-11 14 0,-15 28 0,1 1 0,3 2 0,1 0 0,2 1 0,3 2 0,2 0 0,1 1 0,-2 24 0,9-42 0,-57 226-71,12 3 0,11 2 0,12 1 0,9 39 71,12-107-1420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8:22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1 29950,'0'0'905,"-18"106"-377,-4-29-16,-2 14 56,5 7-264,5 1-304,8 0 0,6-7 0,4-11 0,23-14-320,30-15-368,-5-21-689,-4-17-1063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8:22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152 0 31223,'0'0'1056,"-48"189"-712,15-31-200,-2 28-144,13 5 0,11-11 0,9-56 0,2-30-1752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46:59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552 241 28470,'0'0'984,"0"0"-268,-8 18-251,-21 56-120,29-74-339,-1 1 1,1 0-1,0-1 1,0 1-1,0-1 1,0 1-1,0 0 1,0-1-1,0 1 1,0-1-1,0 1 1,0 0-1,0-1 1,0 1-1,0-1 1,0 1-1,1 0 1,-1-1-1,0 1 1,0-1-1,1 1 1,-1-1-1,0 1 0,1-1 1,-1 1-1,1-1 1,-1 1-1,0-1 1,1 1-1,-1-1 1,1 0-1,-1 1 1,1-1-1,0 0 1,-1 0-1,1 1 1,-1-1-1,1 0 1,-1 0-1,1 0 1,0 0-1,-1 1 1,1-1-1,-1 0 1,1 0-1,0 0 1,-1-1-1,1 1 0,-1 0 1,1 0-1,0 0 1,-1 0-1,1 0 1,-1-1-1,1 1 1,-1 0-1,1-1-6,160-48 749,4-13-674,2 6 1,2 8 0,3 7 0,1 8 0,1 7-1,115 1-75,602 16 202,1409 111-189,-2243-98-13,3223 321 0,-3200-316-3,-25-5-3,-1 3 0,0 2 1,-1 2-1,0 3 0,-1 2 1,10 6 5,-10 10-411,-41-6-933</inkml:trace>
  <inkml:trace contextRef="#ctx0" brushRef="#br0" timeOffset="2898.544">6797 1127 16828,'0'0'7808,"0"0"-5385,0 0-1875,0 18-208,7 284 1481,2-109-1206,-3-3-78,10-1 0,27 126-537,-36-282 28,0 0-1,2 0 1,2-1-1,0 0 1,3-1-1,0-1 1,2 0-1,1-1 1,2 0-1,0-2 1,2 0-1,1-2 1,1 0-1,1-1 1,1-2-1,24 17-27,-10-15 31,1-2 0,0-2-1,2-2 1,0-1 0,1-3-1,1-1 1,0-2 0,0-2-1,1-2 1,0-2 0,4-2-31,45 1 27,0-5 0,1-4 1,-1-4-1,82-19-27,54-27 49,-2-9-1,-4-11 1,88-46-49,93-54 138,-9-17 1,223-153-139,-440 238 0,-5-8 0,-6-8 0,42-45 0,-172 136-18,-1-2-1,-1-1 1,-2-2 0,-2-1 0,-1-2-1,-3 0 1,-1-2 0,-1-2 0,-3 0-1,11-31 19,-29 63-19,-1-1 0,-1 0 0,0-1 0,-1 1 0,0 0 0,-1-1 0,-1 1 0,0-1 0,0 1 0,-1-1 0,-1 1 0,-1-1 0,0 1-1,0 0 1,-1 0 0,-1 1 0,0-1 0,-1 1 0,0 0 0,-1 0 0,0 1 0,-1 0 0,-1 0 0,-6-7 19,-164-113-3886,92 82-6143</inkml:trace>
  <inkml:trace contextRef="#ctx0" brushRef="#br0" timeOffset="3201.38">11192 472 30895,'30'-13'526,"485"-197"-74,-439 178-386,1 4 0,2 4 0,0 2-1,1 5 1,1 2 0,0 5-1,1 2 1,10 5-66,-88 4 0,1 0 0,-1 0 0,0 1 0,0 0 0,0 0 0,0 0 0,0 0 0,0 1 0,0 0 0,-1 0 0,1-1 0,-1 2 0,0-1 0,0 0 0,0 1 0,-1-1 0,1 1 1,-1 0-1,0 0 0,0 0 0,0 0 0,0 1 0,-1-1 0,1 0 0,-1 1 0,0-1 0,-1 0 0,1 1 0,-1-1 0,0 1 0,0 0 0,0-1 0,-1 1 0,0-1 0,1 0 0,-1 1 0,-1-1 0,1 0 0,-1 1 0,0 0 0,-7 28 1,-1-1 0,-1 0 0,-1-1 0,-2 0 0,-1-1 0,-2-1 0,-18 25-1,-211 290-233,151-219-166,4 4-1,-33 71 400,80-111-1347,24-32-1179</inkml:trace>
  <inkml:trace contextRef="#ctx0" brushRef="#br0" timeOffset="669691.954">368 1929 6737,'0'0'18028,"0"0"-13974,0 0-3637,-17 22 145,3-5-411,1-2-36,2-1-1,0 1 1,0 1-1,2 0 0,0 1 1,0 0-1,2 0 0,0 1 1,-1 6-115,-55 228 1689,-22 201-1689,84-446 7,-3 6-11,0 1 1,1 0-1,0 0 1,1 0-1,1 1 1,0-1-1,1 0 1,0 0 0,1 1-1,1-1 1,1 0-1,0 0 1,0 0-1,1-1 1,1 1-1,1-1 1,0 0 0,0 0-1,1-1 1,3 4 3,-8-14-80,0-1 0,0 1 1,1 0-1,-1-1 0,0 0 1,1 0-1,-1 0 0,1 0 1,-1 0-1,1 0 0,-1 0 1,1-1-1,-1 1 0,1-1 1,0 0-1,-1 0 0,1 0 1,0 0-1,-1 0 0,1-1 1,0 1-1,-1-1 0,1 0 0,-1 1 1,1-1-1,-1 0 0,1-1 1,-1 1-1,0 0 0,0-1 1,2 0 79,15-20-2794</inkml:trace>
  <inkml:trace contextRef="#ctx0" brushRef="#br0" timeOffset="669975.361">252 1598 30126,'0'0'657,"0"0"-321,0 0-200,0 0 112,144-22 64,-58 12-72,8-1-128,0-1-64,-26 4-48,-2 8-64,-22 0-264,-20 12-720,-17 6-1929</inkml:trace>
  <inkml:trace contextRef="#ctx0" brushRef="#br0" timeOffset="670274.562">272 1906 30094,'-7'22'773,"2"-7"-682,-87 297 1718,-47 296-1809,125-509 0,5 1 0,4 0 0,5 49 0,-1-134 0,1 1 0,1-1 0,0 1 0,1-1 0,1 1 0,0-1 0,1 0 0,0-1 0,1 1 0,1-1 0,1 1 0,0-2 0,0 1 0,2-1 0,-1 0 0,2-1 0,0 0 0,4 3 0,-1-4 0,1 0 0,0-1 0,1-1 0,1 0 0,-1-2 0,1 1 0,0-2 0,1 0 0,-1-1 0,1-1 0,0 0 0,1-1 0,-1-1 0,1-1 0,-1 0 0,0-1 0,1-1 0,-1-1 0,1 0 0,1-2 0,-10 0 0,0 1 0,0-2 0,0 1 0,-1-1 0,0-1 0,0 0 0,0 0 0,-1 0 0,1-1 0,-2 0 0,7-8 0,-7 8 0,44-50-383,-8-3-1530</inkml:trace>
  <inkml:trace contextRef="#ctx0" brushRef="#br0" timeOffset="670895.379">866 2586 24405,'0'0'6338,"0"0"-4765,-4-19-1419,-8-66-65,13 80-82,0 1 0,1-1 0,-1 0 1,1 1-1,0-1 0,1 1 0,-1 0 0,1 0 1,-1 0-1,1 0 0,1 0 0,-1 0 0,0 1 0,1 0 1,0-1-1,0 1 0,0 1 0,0-1 0,0 0 0,0 1 1,1 0-1,-1 0 0,1 1 0,0-1 0,-1 1 0,1 0 1,0 0-1,0 0 0,1 1-7,-2-2 0,0 1 0,-1 0 0,1 0 0,0 0 0,0 0 0,0 1 0,0-1 0,1 1 0,-1 0 0,0 0 0,0 1 0,0-1 0,0 1 0,0 0 0,0 0 0,0 0 0,-1 1 0,1-1 0,0 1 0,-1 0 0,1 0 0,-1 0 0,1 0 0,-1 1 0,0 0 0,0-1 0,0 1 0,0 0 0,-1 0 0,1 1 0,-1-1 0,0 0 0,0 1 0,0 0 0,0-1 0,-1 1 0,1 0 0,-1 2 0,7 25 0,-3 0 0,0 0 0,-2 0 0,-1 0 0,-2 0 0,-2 19 0,1-32 0,-48 403 0,43-271 0,7-147 0,1-1 0,-1 1 0,1 0 0,0-1 0,0 1 0,0-1 0,0 0 0,0 0 0,1 0 0,-1 0 0,1 0 0,-1 0 0,1 0 0,0-1 0,-1 1 0,1-1 0,0 0 0,0 0 0,0 0 0,0 0 0,0-1 0,0 1 0,0-1 0,1 0 0,-1 0 0,0 0 0,0 0 0,0 0 0,0-1 0,0 1 0,0-1 0,0 0 0,0 0 0,0 0 0,0 0 0,0 0 0,0-1 0,-1 0 0,1 1 0,0-1 0,19-15 0,-1 0 0,0-2 0,-1 0 0,-1-1 0,0-1 0,-2-1 0,12-19 0,29-40 0,-4-2 0,-4-3 0,-3-1 0,-4-3 0,28-88 0,-60 146 0,-2 1 0,-2-1 0,-1-1 0,-1 1 0,-2-1 0,0-27 0,-20 72 0,-29 191 0,9 157 0,13 63 0,6-64 0,-28 95 0,29-330 0,-6-2 0,-6-1 0,-27 70 0,55-185 0,-1 1 0,1-1 0,-2 1 0,1-1 0,-1 0 0,0 0 0,0 0 0,0 0 0,-1-1 0,0 1 0,0-1 0,-1 0 0,0 0 0,1 0 0,-1-1 0,-1 0 0,1 0 0,-1 0 0,0 0 0,1-1 0,-1 0 0,-1 0 0,1-1 0,0 0 0,-1 0 0,1 0 0,-1-1 0,0 0 0,1 0 0,-1-1 0,0 0 0,1 0 0,-1 0 0,0-1 0,0 0 0,-3-3 0,0 0 0,1 0 0,0-1 0,0 0 0,0-1 0,0 0 0,1 0 0,0-1 0,0 0 0,1 0 0,0-1 0,0 0 0,1 0 0,0 0 0,-2-5 0,-24-34 0,2-1 0,2-2 0,2-1 0,3-1 0,1-1 0,4 0 0,1-2 0,3 0 0,2-1 0,3 0 0,1-14 0,6 32 0,2 0 0,1 0 0,2 0 0,2 1 0,1-1 0,2 1 0,1 0 0,2 1 0,2 0 0,1 1 0,2 0 0,1 2 0,5-5 0,182-280-1594,-111 190-1253</inkml:trace>
  <inkml:trace contextRef="#ctx0" brushRef="#br0" timeOffset="671243.759">2266 1251 27854,'0'0'3309,"0"0"-2393,-9 17-756,-21 57-43,30-71-105,1 1 0,-1-1 0,1 0 0,0 0 0,0 0-1,0 1 1,1-1 0,-1 0 0,1 0 0,-1-1 0,1 1 0,0 0 0,0 0-1,0-1 1,0 1 0,1-1 0,-1 0 0,1 0 0,0 0 0,-1 0 0,1 0-1,0 0 1,0-1 0,0 1 0,0-1 0,0 0 0,0 0 0,1 0 0,-1-1-1,0 1 1,2 0-12,3 1 12,39 11-8,1-2 0,0-2 0,1-3 0,0-1 0,0-3 0,0-2 0,9-3-4,5 3 3,-57 14-3,-66 105 0,39-62 0,3 1 0,2 1 0,3 0 0,-2 30 0,-2 60 0,6 1 0,6-1 0,9 32 0,53 405 0,-69-470-353,-9-75-1286</inkml:trace>
  <inkml:trace contextRef="#ctx0" brushRef="#br0" timeOffset="671507.923">1769 3348 30743,'0'0'1312,"0"0"-1144,195 41-56,-29-37 8,23-4-120,-5-14-216,-53-7-1056,-41 1-7474</inkml:trace>
  <inkml:trace contextRef="#ctx0" brushRef="#br0" timeOffset="672288.943">3632 2172 30318,'0'0'702,"18"0"-313,-2-1-349,4-1 11,1 1 0,-1 0 0,0 2 1,1 0-1,-1 1 0,0 2 1,0 0-1,0 0 0,-1 2 1,0 1-1,0 0 0,0 1 1,-1 1-1,8 6-51,-23-13-45,-1 1 0,1-1 0,-1 1 0,0 0 0,0 0 0,0 0 0,0 0 0,0 0 0,-1 1 0,1-1 0,-1 0-1,0 1 1,0-1 0,0 1 0,-1-1 0,1 1 0,-1-1 0,0 1 0,0-1 0,0 1 0,0-1 0,-1 1 0,1 0 0,-1-1 0,0 1 0,0-1 0,0 0 0,-1 1 0,1-1 0,-1 0 0,0 0 0,-1 2 45,-84 88-2616,-224 115-15756,201-145 16156,1-2 3775,3-1 4878,48-17 6544,57-43-12953,1 1-1,0 0 0,0-1 0,0 1 0,0 0 1,0-1-1,0 1 0,0 0 0,0-1 0,0 1 1,0-1-1,0 1 0,1 0 0,-1-1 0,0 1 0,0 0 1,0-1-1,1 1 0,-1-1 0,0 1 0,1-1 1,-1 1-1,1-1 0,-1 1 0,1-1 0,-1 1 1,1-1-1,-1 1 0,1-1 0,-1 0 0,1 1 1,-1-1-1,1 0 0,0 0 0,-1 1 0,1-1 0,-1 0 1,1 0-1,0 0 0,-1 0 0,1 0 0,0 0 1,-1 0-1,1 0 0,0 0 0,-1 0 0,1 0 1,0 0-1,-1 0 0,1-1 0,-1 1 0,1 0 1,0 0-1,0-1-27,56 1 118,0-2 1,0-3-1,0-2 0,0-3 1,33-11-119,188-25-116,-275 47 112,0-1 0,0 1 0,0 0 0,0-1 0,0 1 0,0 1 0,0-1 0,0 0 0,0 1 0,0-1 0,-1 1 0,1 0 0,-1 0 0,1 0 0,-1 0 0,0 0 0,0 1 0,0-1 0,0 1 0,0-1 0,0 1 0,-1 0 0,1 0 0,-1 0 0,0 0 1,0 0-1,0 0 0,0 0 0,0 0 0,-1 0 0,1 0 0,-1 0 0,0 1 0,0-1 0,0 0 0,-1 0 0,1 0 0,-1 0 0,1 0 0,-1 1 0,0-1 0,0 0 0,-1-1 0,1 1 0,-1 0 0,1 0 0,-1 0 0,0-1 0,0 1 4,-12 21 22,0-1 0,-2-1 0,0 0 0,-2-1 1,0-1-1,-1 0 0,-2-2 0,1 0 0,-20 12-22,-515 349 961,536-366-921,1 0 0,0 2-1,1 0 1,1 0 0,0 2 0,2 0-1,0 1 1,0 0 0,2 1-1,0 1 1,2 0 0,0 0-1,-5 16-39,15-34-2,-1 1 0,1-1-1,0 1 1,0 0 0,0-1-1,0 1 1,0-1 0,1 1-1,-1-1 1,1 1 0,0-1-1,-1 0 1,1 1 0,0-1-1,1 0 1,-1 0 0,0 1-1,1-1 1,-1 0-1,1 0 1,-1 0 0,1-1-1,0 1 1,0 0 0,0-1-1,0 1 1,0-1 0,0 1-1,0-1 1,1 0 0,-1 0-1,0 0 1,1 0 0,-1-1-1,1 1 1,-1-1-1,1 1 1,-1-1 0,1 0-1,-1 0 1,1 0 0,0 0 2,119-4-316,314-112-1795,-433 115 2133,-1 0 1,1 1 0,0 0 0,-1-1 0,1 1-1,-1 0 1,1 0 0,-1 1 0,1-1 0,-1 0 0,1 1-1,-1 0 1,1-1 0,-1 1 0,1 0 0,-1 0-1,0 1 1,0-1 0,1 0 0,-1 1 0,0-1-1,0 1 1,-1 0 0,1-1 0,0 1 0,0 0-1,-1 0 1,1 0 0,-1 1 0,0-1 0,1 0-1,-1 0 1,0 1 0,-1-1 0,1 1 0,0-1 0,-1 1-1,1-1 1,-1 1 0,0-1 0,1 1 0,-1-1-1,-1 1 1,1-1 0,0 1 0,-1 0 0,1-1-1,-1 1 1,0 0-23,-1 29 188,-2-1-1,-1 0 0,-2 1 1,0-2-1,-2 1 0,-2-1 1,-8 15-188,-17 56 317,-5 120-3,40-219-320,0-1-1,1 1 1,-1-1-1,1 1 0,-1-1 1,1 1-1,0-1 1,-1 1-1,1-1 1,0 1-1,0-1 0,0 1 1,0-1-1,1 1 1,-1-1-1,0 1 1,0-1-1,1 1 0,-1-1 1,1 1-1,0-1 1,-1 0-1,1 1 0,0-1 1,0 0-1,0 0 1,0 1-1,0-1 1,0 0-1,0 0 0,0 0 1,0 0-1,0 0 1,1 0-1,-1-1 1,0 1-1,1 0 0,-1-1 1,1 1-1,-1-1 1,1 1-1,-1-1 1,1 0-1,-1 1 0,1-1 1,-1 0-1,1 0 1,-1 0-1,1 0 1,-1 0-1,1-1 0,-1 1 1,1 0-1,-1-1 1,1 1-1,-1-1 1,2 0 6,85-84-1141,-18-16 124,-4-3-1,-5-3 0,-4-3 0,4-24 1018,48-120-4561,-62 143 765,-35 61 10912,-25 38-2388,-9 21-4967,8 3 380,0-1 0,1 2 0,0 0-1,2 1 1,-1 0 0,2 0 0,0 2-1,0-1 1,1 1 0,1 0 0,1 1-1,1 0 1,-4 14-141,6-24 12,2 0 0,-1 0 0,1 0 0,0 0 0,1 0 0,-1 0 0,2 1 0,-1-1 0,1 0 0,0 1 0,0-1 0,1 0-1,0 1 1,0-1 0,1 0 0,0 0 0,0 0 0,1 0 0,-1 0 0,2-1 0,-1 1 0,1-1 0,0 0 0,0 0 0,2 2-12,7 0-6,1-1 1,0 0-1,0-1 0,0 0 1,1-1-1,0-1 0,0 0 1,0-1-1,1-1 1,-1 0-1,1-1 0,-1-1 1,1 0-1,-1-1 0,11-2 6,-17 2-15,14 0-84,1-2 0,0-1 0,-1-1 0,0 0 0,0-2 0,0-1 0,-1-1 0,0 0 0,-1-2 0,0-1 0,18-13 99,125-105-7704,-80 47-12605</inkml:trace>
  <inkml:trace contextRef="#ctx0" brushRef="#br0" timeOffset="672473.842">4831 2795 16187,'0'0'13203,"-24"219"-11970,17-7-889,3 48-128,1 16 256,-7-8 104,-15-13-264,-14-16-184,-9-28-128,8-52-32,12-64-184,17-59-960,9-32-9,2-8-3928</inkml:trace>
  <inkml:trace contextRef="#ctx0" brushRef="#br0" timeOffset="672690.38">5164 3458 28838,'0'0'3385,"0"0"-3385,169 109-96,-101-40-112,-5 10 192,-10 2-32,-7 17-456,-15-19-1185,-18-12-8681</inkml:trace>
  <inkml:trace contextRef="#ctx0" brushRef="#br0" timeOffset="680760.33">9706 4707 24077,'0'0'2453,"0"0"-82,0 0-1227,0 0-384,0 0-252,1-20-152,19-139 139,-2-103-40,-18 253-451,0 0 1,0 0-1,-1 0 1,0 0-1,-1 0 0,0 0 1,0 1-1,0-1 1,-1 1-1,-1-1 0,0 1 1,0 0-1,0 1 1,-1-1-1,0 1 0,-1-1 1,1 1-1,-1 1 1,-1-1-1,1 1 0,-1 1 1,0-1-1,0 1 1,-1 0-1,0 1 0,0-1 1,0 2-1,0-1 1,0 1-1,-6-1-4,3 2-1,1 1 0,0 1 0,-1 0 0,1 0 1,-1 1-1,1 1 0,0-1 0,-1 2 0,1-1 0,0 1 0,1 1 0,-1 0 0,0 0 1,1 1-1,0 0 0,0 1 0,1 0 0,-1 0 0,1 1 0,1 0 0,-1 0 0,1 1 1,1 0-1,-1 0 0,1 1 0,1 0 0,-3 4 1,-11 12 0,1 1 1,1 0-1,1 2 1,2-1-1,1 2 1,1 0-1,1 0 1,2 1-1,1 1 0,1-1 1,2 1-1,1 0 1,1 0-1,2 1 1,1 3-1,1-25 1,1-1 0,1 1 0,0 0 0,0-1 0,1 1 0,0-1 0,0 0 0,1-1 0,1 1 0,-1-1 0,1 0 0,1 0 0,-1-1-1,1 1 1,0-2 0,1 1 0,0-1 0,0 0 0,0 0 0,1-1 0,0-1 0,0 1 0,0-1 0,0-1 0,1 0 0,3 1-1,3 0 1,-1-1-1,1 0 1,0-1-1,0-1 1,0 0-1,0-2 1,0 1-1,-1-2 1,1 0-1,0-1 1,-1-1-1,1 0 1,-1-1-1,0-1 1,-1 0-1,8-4 0,13-14 4,-1 0-1,0-3 0,-2 0 1,-2-2-1,0-2 1,-2 0-1,18-28-3,105-108-341,17 33-1505,-94 81-344</inkml:trace>
  <inkml:trace contextRef="#ctx0" brushRef="#br0" timeOffset="681122.986">11288 4279 29846,'0'0'799,"0"0"-84,0 0-91,0 0-124,11-25-256,34-85-205,-41 96-39,1-1 0,-2-1 0,0 1 0,-1 0 0,-1-1 0,0 1 0,-1-1 0,0 1 0,-2-4 0,1-7 0,1 22 0,0 0 0,-1-1 0,1 1 0,-1 0 0,0-1 0,0 1 0,0 0 0,-1 0 0,1 0 0,-1 0 0,0 0 0,0 0 0,-1 1 0,1-1 0,-1 0 0,1 1 0,-1 0 0,0 0 0,-1 0 0,1 0 0,0 0 0,-1 1 0,0-1 0,1 1 0,-1 0 0,0 0 0,0 1 0,0-1 0,0 1 0,0-1 0,-1 1 0,1 1 0,0-1 0,-1 1 0,1-1 0,0 1 0,-1 1 0,1-1 0,0 0 0,-1 1 0,-3 1 0,-8 3 0,0 0 0,0 1 0,1 1 0,-1 0 0,1 1 0,1 1 0,0 0 0,0 1 0,1 1 0,0 0 0,1 1 0,0 0 0,1 1 0,0 0 0,1 0 0,0 1 0,-2 7 0,-13 12 0,3 1 0,0 1 0,2 1 0,2 1 0,1 1 0,2 0 0,2 1 0,1 0 0,2 1 0,2 0 0,1 1 0,1 25 0,6-60 0,0 1 0,1-1 0,0 1 0,0-1 0,1 0 0,0 1 0,0-1 0,0 0 0,1 0 0,0-1 0,0 1 0,0 0 0,1-1 0,-1 0 0,2 0 0,-1 0 0,0 0 0,1-1 0,0 1 0,0-1 0,0 0 0,0-1 0,1 1 0,0-1 0,-1 0 0,2-1 0,10 5 0,-1 0 0,1-2 0,0 0 0,1-1 0,-1-1 0,1-1 0,0 0 0,13-1 0,1-5-12,0-3 0,0 0 1,-1-2-1,0-1 0,0-2 0,-1 0 1,-1-3-1,0 0 0,-1-2 0,-1 0 1,-1-3-1,0 0 0,-1-1 0,17-20 12,45-29-590,-22 21-482,-14 11 90</inkml:trace>
  <inkml:trace contextRef="#ctx0" brushRef="#br0" timeOffset="681472.744">10006 5056 27622,'0'0'1728,"0"0"-1112,0 0-135,0 0-65,0 0-88,0 0-144,114-4-80,-114 52-48,-9 13-56,-19 10-104,-23 29-184,10-15-465,3-18-959</inkml:trace>
  <inkml:trace contextRef="#ctx0" brushRef="#br0" timeOffset="682109.451">12625 3845 18668,'0'0'10018,"0"0"-9002,0 0-167,0 0-321,0 0-232,0 0 96,0 0-48,-15 136-128,0-65-8,-7 26-32,-9 27-120,2-8-56,5-11 0,7-18 0,15-32-240,2-8-496,13-9-681,9-28-2183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9:07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334 0 15123,'0'0'15580,"0"0"-14788,0 0-544,0 0 48,-18 160 384,-4-4-632,-11 37-48,-13 20 0,-13 4 0,-2 0 0,6-4 0,26-25 0,18-54 0,11-53-2361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2:58:55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24245 9279 23397,'0'0'5903,"0"0"-4270,0 0-1198,0 0-44,0 0 41,-16-5-77,-50-10-166,65 14-188,1 1-1,-1 0 1,1 0-1,-1 0 1,0 0-1,1 0 1,-1 0-1,0 0 1,1 0-1,-1 0 1,1 0-1,-1 0 1,0 0-1,1 0 1,-1 0-1,1 1 1,-1-1-1,0 0 1,1 0-1,-1 1 1,1-1-1,-1 0 1,1 1-1,-1-1 1,1 1-1,-1-1 1,1 0-1,0 1 1,-1-1-1,1 1 1,0-1-1,-1 1 1,1 0-1,0-1 1,-1 1-1,1-1 1,0 1-1,0-1 1,0 1-1,0 0 1,-1-1-1,1 1 1,0 0 0,0-1-1,0 1 1,0-1-1,1 1 1,-1 0-1,0-1 1,0 1-1,0 0 1,0-1-1,1 1 1,-1-1-1,0 1 1,0-1-1,1 1 0,0 3 3,-12 262-3,-45 97 0,15-115 0,11 2 0,3 167 0,27-406 0,-1 10 0,1 1 0,0-1 0,2 1 0,0-1 0,2 1 0,0-1 0,2 0 0,0-1 0,2 3 0,7 8 0,-13-47 0,0-68-101,-1 38-406</inkml:trace>
  <inkml:trace contextRef="#ctx0" brushRef="#br0" timeOffset="1640.605">25523 10766 27358,'0'0'1392,"0"0"-744,0 0-336,0 0 152,0 0 89,0 0-209,9 63-136,-9-23-32,0 5-72,-22 6-24,-15 4-48,-16 11-32,-32 32-208,10-11-480,5-12-1313</inkml:trace>
  <inkml:trace contextRef="#ctx0" brushRef="#br0" timeOffset="3521.881">27610 9269 27886,'0'0'948,"0"0"-244,0 0-165,0 0 53,0 0-152,0 0-213,-5 23 33,-134 444 743,78-288-835,-33 168-168,76-249 0,4 1 0,0 84 0,12-173-89,1-1 1,0 1-1,0 0 0,1-1 1,1 1-1,0 0 0,0-1 1,1 1-1,0-1 0,0 1 0,1-1 1,0 0-1,1 0 0,0 0 1,1-1-1,0 1 0,0-1 1,0 0-1,1 0 0,1 0 89,28 16-2283</inkml:trace>
  <inkml:trace contextRef="#ctx0" brushRef="#br0" timeOffset="3874.755">28804 10008 29366,'0'0'1441,"0"-17"-803,-26-153 410,25 162-1036,-1 0 0,0 0 0,-1 0 0,0 0 0,0 1 0,-1 0-1,0 0 1,0 0 0,-1 0 0,1 0 0,-2 1 0,1 0 0,-1 0 0,1 0 0,-2 1 0,1 0 0,-1 0-1,1 0 1,-1 1 0,0 0 0,-1 1 0,1-1 0,-1 1-12,-2 1 0,0 1 0,0 0 0,0 0 0,0 1 0,0 0 0,0 1 0,0 0 0,0 1 0,0-1 0,0 2 0,1 0 0,-1 0 0,1 1 0,0 0 0,0 0 0,0 1 0,0 0 0,1 1 0,0 0 0,-5 4 0,-11 12 0,1 0 0,1 2 0,0 1 0,2 0 0,-14 25 0,10-17 0,1 2 0,2 1 0,2 0 0,1 2 0,2 0 0,1 1 0,2 0 0,2 1 0,2 1 0,-4 38 0,13-73 0,0-1 0,0 0 0,1 1 0,0-1 0,0 0 0,0 0 0,1 1 0,0-1 0,0 0 0,0-1 0,0 1 0,1 0 0,0-1 0,0 1 0,0-1 0,1 0 0,-1 0 0,1 0 0,0 0 0,0-1 0,0 0 0,0 1 0,1-2 0,0 1 0,-1 0 0,1-1 0,0 0 0,0 0 0,0 0 0,0-1 0,0 0 0,5 1 0,8 2 0,1-1 0,0-1 0,0-1 0,0 0 0,0-1 0,0-1 0,0-1 0,13-3 0,8-6-56,-1-2 0,0-1-1,-1-2 1,0-1 0,1-4 56,63-28-431,242-100-1438,-187 85-127</inkml:trace>
  <inkml:trace contextRef="#ctx0" brushRef="#br0" timeOffset="4174.857">30133 9957 28726,'0'0'1865,"0"0"-919,0 0-237,-16-18-267,-103-106-363,102 105-79,-2 2 0,0 0 0,-1 2 0,-1 0 0,0 1 0,0 1 0,-2 1 0,0 1 0,0 1 0,-1 0 0,0 2 0,0 2 0,-1 0 0,0 1 0,0 1 0,0 2 0,0 0 0,-2 2 0,16 2 0,0 0 0,-1 1 0,1 1 0,1 0 0,-1 0 0,0 1 0,1 0 0,0 1 0,0 0 0,1 1 0,0 0 0,0 0 0,0 1 0,1 0 0,0 1 0,1 0 0,0 0 0,0 0 0,1 1 0,0 0 0,1 1 0,-8 14 0,2 0 0,0 1 0,2 0 0,1 1 0,1 0 0,1 0 0,2 0 0,0 7 0,1-22 0,1 0 0,0 0 0,1 0 0,0 0 0,1 0 0,0 0 0,1 0 0,1 0 0,0 0 0,0-1 0,1 1 0,0 0 0,1-1 0,1 0 0,0 0 0,0 0 0,1 0 0,0-1 0,1 0 0,0-1 0,5 5 0,12 3 0,1-2 0,1 0 0,0-2 0,1-1 0,1-1 0,-1-1 0,2-1 0,-1-2 0,1-1 0,0-1 0,0-2 0,1-1 0,-1-1 0,1-1 0,-1-2 0,1-1 0,1-1 0,35-8-190,-1-3-1,0-2 1,-1-4 0,-1-2-1,-2-2 1,0-4 0,-2-2 0,-1-3-1,-2-2 1,-1-3 190,29-19-3242</inkml:trace>
  <inkml:trace contextRef="#ctx0" brushRef="#br0" timeOffset="4457.575">31154 9450 30326,'0'0'1265,"0"0"-713,0 117 72,-13 5-624,-9 57 0,-9 33 0,-10 14 0,-12-3 0,-2-29 0,9-19 0,7-33 0,15-53 0,11-36-1736</inkml:trace>
  <inkml:trace contextRef="#ctx0" brushRef="#br0" timeOffset="10207.418">26209 4302 29334,'0'0'1690,"0"0"-1206,-20 21-389,1-2-16,1 1-1,1 1 1,1 0 0,0 1 0,2 1 0,1 1 0,0 0 0,-7 24-79,-38 151 177,9 2 1,9 2 0,-5 115-178,26-65-21,32-213-513,18-35-2841,-9-12-4313</inkml:trace>
  <inkml:trace contextRef="#ctx0" brushRef="#br0" timeOffset="10805.195">27358 5596 24733,'0'0'5241,"0"0"-4825,-125 120-279,66-55-137,-14 28-289,16-16-527,11-18-3401</inkml:trace>
  <inkml:trace contextRef="#ctx0" brushRef="#br0" timeOffset="11106.996">28938 4603 30703,'0'0'1072,"-24"111"-936,-2-15-64,-7 39 104,0 32 240,4 13-224,10-9-192,-5-27-392,6-55-968,-2-30-4890</inkml:trace>
  <inkml:trace contextRef="#ctx0" brushRef="#br0" timeOffset="11540.187">30282 5079 29742,'0'0'674,"0"0"-286,-9-21-189,-28-66 7,35 82-196,0 0 0,0 0 0,-1-1-1,0 2 1,0-1 0,0 0 0,0 1-1,-1-1 1,0 1 0,1 0 0,-2 0 0,1 0-1,0 1 1,-1 0 0,0-1 0,0 2-1,0-1 1,0 0 0,0 1 0,0 0-1,-1 0 1,1 1 0,-1 0 0,1 0 0,-1 0-1,1 0 1,-1 1 0,0 0 0,1 0-1,-1 0 1,0 1 0,-4 1-10,-4 2-1,1 0 1,0 1-1,0 1 1,1 0-1,-1 0 1,1 2-1,1-1 1,-1 1-1,1 1 1,1 0-1,-8 9 1,3-4 4,2 0 1,0 2-1,1 0 0,0 0 1,1 1-1,1 0 1,1 1-1,0 0 0,1 1 1,1 0-1,1 0 0,1 0 1,0 1-1,2 0 0,0 0 1,1 0-1,1 0 0,1 0 1,2 14-5,0-27 2,-1 1 0,2-1 0,-1 0 0,1 0 0,0 0 0,0 0 0,1 0 0,0-1 0,0 1 0,1-1 0,0 0 0,0-1 0,0 1 0,1-1 0,-1 0 0,1 0 0,1-1 0,-1 0 0,1 0 0,-1 0 0,1-1 0,0 0 0,3 1-2,11 3 5,1 0-1,0-2 1,0 0 0,0-1 0,1-1 0,-1-2 0,8 0-5,3-2-114,1-1-1,0-2 1,-1-1 0,0-2 0,0-1-1,0-2 1,-1-1 0,-1-2 0,1-1 114,64-27-1717</inkml:trace>
  <inkml:trace contextRef="#ctx0" brushRef="#br0" timeOffset="11861.308">31373 5237 30182,'0'0'761,"0"0"-281,-18-10-154,-62-33-13,14-16 0,64 55-310,-1 0-1,1 1 0,-1-1 0,0 1 1,-1-1-1,1 1 0,-1 0 0,1 0 0,-1 0 1,0 1-1,0-1 0,0 1 0,0 0 1,0 0-1,-1 0 0,1 1 0,-1 0 1,1 0-1,-1 0 0,1 0 0,-1 1 1,0-1-1,-2 1-2,-2 5-3,0 1 0,0 0 0,0 0 0,1 1 0,0 0 1,1 0-1,-1 1 0,1 0 0,1 0 0,0 1 0,0 0 0,0 0 0,1 0 0,1 1 1,0-1-1,0 1 0,0 0 0,0 7 3,-5 4-14,1 1 0,1 0-1,1 0 1,1 0 0,1 1 0,1-1 0,1 1-1,1 0 1,1 0 0,1 0 0,2 6 14,-2-24-10,0 0 0,0-1 0,1 1 0,0 0 0,0-1 0,1 1 0,-1-1 0,1 0 0,0 0 0,0 0 0,0 0 0,0 0 0,1-1 0,0 1 0,0-1 0,0 0 0,0 0 0,0 0 0,0-1 0,1 0 0,-1 0 0,1 0 0,0 0 0,0 0 0,-1-1 0,1 0 10,129 7-418,-37-22-414,-6-13-879</inkml:trace>
  <inkml:trace contextRef="#ctx0" brushRef="#br0" timeOffset="13757.456">24607 7896 19148,'0'0'7318,"0"0"-5422,8-22-1473,42-72-83,-42 88-311,1 1 1,-1-1-1,1 1 1,0 1-1,0 0 1,0 0-1,1 1 0,-1 0 1,1 0-1,0 1 1,0 1-1,5-1-29,201-28 475,82 6 4,186 6 218,0 21-1,254 43-696,1491 223 625,-2172-262-626,429 52-596,455-5 597,-905-54-62,-6 1-74,0-1 0,0-1 1,0-2-1,0-1 0,0-1 1,-1-1-1,15-7 136,-39 12-151,-1-1 1,1 0-1,-1 0 1,0 0-1,0 0 0,0-1 1,0 0-1,0 0 1,0 0-1,-1 0 0,0-1 1,1 1-1,-1-1 1,0 0-1,-1 1 1,1-2-1,-1 1 0,0 0 1,0 0-1,0-1 1,0 1-1,-1-1 0,0 1 1,0-2 150,2-39-5653</inkml:trace>
  <inkml:trace contextRef="#ctx0" brushRef="#br0" timeOffset="-22787.772">1903 9531 18156,'0'0'9359,"0"0"-7045,0 20-1954,0 53 17,-23 938 849,-46-282-1202,62-609 19,58-116 194,157-57-67,145-30 60,2 15 1,92 5-231,-170 43-154,0 11 0,33 14 154,-128 7-3029,-134-11-3180</inkml:trace>
  <inkml:trace contextRef="#ctx0" brushRef="#br0" timeOffset="-22518.794">3966 10575 26286,'0'0'3998,"0"0"-2962,25 22-899,172 146 121,-73-72 167,136 125 29,-250-211-456,-1 0 0,0 0 1,0 0-1,-1 1 0,-1 1 1,0-1-1,-1 1 0,0 0 1,0 1-1,-2 0 0,1-1 1,-2 1-1,0 1 0,0-1 1,-1 0-1,-1 1 0,0-1 1,-1 1-1,0-1 1,-1 1-1,-1-1 0,0 1 1,-1-1-1,0 0 0,-1 0 1,0 0-1,-1-1 0,-1 1 1,0-1 1,-22 27-228,-1-1 0,-2-1-1,-2-2 1,-1-1 0,-2-1 0,-17 10 228,-53 44-1508,6-11-1211</inkml:trace>
  <inkml:trace contextRef="#ctx0" brushRef="#br0" timeOffset="-6636.254">16435 12356 27406,'0'0'1927,"0"0"-1091,0 0-392,20-4-72,177-14 244,1067 13 3,-1125 4-601,1 7-1,-1 6 0,47 13-17,610 166 63,-675-169-30,0-5-1,123 0-32,-242-18 11,0 0 0,0 0 0,0 0-1,0 0 1,0 0 0,0-1 0,-1 1-1,1-1 1,0 1 0,-1-1 0,0 0-1,1 0 1,-1 1 0,0-1 0,0 0-1,0 0 1,0 0 0,0-1 0,0 1-1,-1 0 1,1 0 0,-1 0 0,1 0-1,-1-1 1,0 1 0,0 0 0,0 0-1,0-1 1,0 1 0,0 0 0,-1 0 0,1-1-1,-1 1 1,0-1-11,1-14 1,7-65-1,4 0 0,3 1 0,4 1 0,3 0 0,4 2 0,3 0 0,4 2 0,3 2 0,3 1 0,3 1 0,3 3 0,26-29 0,242-309 0,128-111 0,-218 282 0,9 9 0,171-122 0,-344 303 0,120-118 0,-149 109 0,-29 53-2,-1 1-1,1 0 1,0 0 0,-1-1-1,1 1 1,-1 0 0,0 0 0,1-1-1,-1 1 1,0 0 0,0 0-1,1 0 1,-1 0 0,0 0-1,0 0 1,0 0 0,0 1-1,0-1 1,-1 0 0,1 0-1,0 1 1,0-1 0,0 1 0,-1-1-1,1 1 1,0 0 0,-1-1-1,1 1 1,0 0 0,-1 0-1,1 0 1,0 0 0,-1 0-1,1 0 1,0 0 0,-1 0-1,1 1 1,0-1 0,-1 0 0,1 1-1,0-1 1,-1 1 2,-8 0-75,-50 3-796,17 4-2816,-6 3-9523</inkml:trace>
  <inkml:trace contextRef="#ctx0" brushRef="#br0" timeOffset="-6288.471">20067 9837 30599,'26'-7'585,"945"-279"546,-221 31-934,-741 252-196,6-3-1,0 1 0,0 0 0,1 1 0,0 0 0,-1 2 0,1 0 0,0 0 0,0 2 1,0 0-1,7 1 0,-20 2 3,0-1 0,0 1 0,0 0 0,0 0 0,0 1 1,0-1-1,-1 1 0,0-1 0,0 1 0,0 0 0,0 0 0,0 0 1,-1 0-1,0 0 0,0 0 0,0 0 0,0 0 0,-1 0 1,1 1-1,-1-1 0,0 0 0,0 1 0,-1-1 0,1 0 1,-1 0-1,0 0 0,0 0 0,-1 1 0,1-1 0,-2 1-3,-80 229 159,48-153-159,-74 165 0,10 4 0,-39 171 0,52-76-1082,58-229-1733</inkml:trace>
  <inkml:trace contextRef="#ctx0" brushRef="#br0" timeOffset="-20509.61">7955 15254 29270,'0'0'1226,"0"0"-549,0 0-187,-9-17-85,3 7-345,3 6-44,0 0 1,1 0-1,-1 0 1,1 0-1,0-1 1,0 1-1,0-1 1,1 1-1,0-1 1,0 0-1,0 0 1,0 1 0,1-1-1,0 0 1,0 0-1,0 0 1,0 0-1,1 1 1,0-1-1,0 0 1,0 1-1,0-1 1,1 0-1,0 1 1,0 0-1,0-1 1,1 1-1,-1 0 1,1-1-17,54-66 52,3 1 1,3 4-1,6-1-52,-46 44 3,294-263-3,-222 226-55,-94 60 53,0 0-1,0-1 0,0 1 0,0 0 0,0 0 1,1 0-1,-1 1 0,0-1 0,0 0 1,0 0-1,0 1 0,0-1 0,0 0 1,0 1-1,0-1 0,0 1 0,0 0 1,0-1-1,0 1 0,0 0 0,0-1 0,0 1 1,0 0-1,-1 0 0,1 0 0,0 0 1,0 0-1,-1 0 0,1 0 0,-1 0 1,1 0-1,-1 0 0,0 0 0,1 0 0,-1 0 1,0 0-1,0 1 0,0-1 0,1 0 1,-1 0-1,0 0 0,-1 0 0,1 0 1,0 1-1,0-1 0,0 0 0,-1 0 0,1 0 1,0 0-1,-1 0 0,1 0 0,-1 1 3,1 5-6,-2 56-2,-3 1 1,-3-2 0,-3 1 0,-5 13 7,-25 184 5,39-255-5,1 0 1,0 1 0,0-1-1,1 0 1,0 1 0,0-1-1,0 0 1,0 1 0,1-1-1,0 0 1,0 0 0,0 0 0,1 1-1,0-1 1,0-1 0,0 1-1,0 0 1,1 0 0,0-1-1,0 1 1,0-1 0,0 0-1,1 0 1,0 0 0,-1-1-1,2 1 1,-1-1 0,0 0-1,1 0 1,-1 0 0,1-1 0,0 0-1,0 1 1,-1-2 0,4 2-1,13-1 6,0 0 0,0-2 0,0 0 0,0-1 1,0-1-1,0-2 0,0 0 0,-1 0 0,0-2 0,0-1 1,0 0-1,-1-2 0,0 0 0,0-1 0,-1-1 0,-1 0 1,1-2-1,-2 0 0,5-6-6,59-43 2,-3-4 1,-2-3-1,-4-3 0,-4-4 0,-2-2 1,-4-3-1,7-19-2,-65 96 1,11-15 6,0-1 0,-1 0 0,-2 0 0,0-2-1,-1 1 1,0-1 0,-2-1 0,-1 0 0,-1-1-7,-22 50 9,-11 55-9,4 1 0,3 1 0,4 0 0,4 2 0,-1 66 0,-20 444 0,24-318 0,-12 1 0,-55 264 0,76-540 0,-67 215 0,63-209 0,0 1 0,-1-1 0,0 0 0,-1 0 0,1 0 0,-1-1 0,-1 0 0,1 0 0,-1 0 0,-1-1 0,1 0 0,-1 0 0,0-1 0,0 0 0,-1-1 0,1 0 0,-1 0 0,0 0 0,0-2 0,0 1 0,-1-1 0,1 0 0,-1 0 0,0-1 0,1 0 0,-1-1 0,0 0 0,0-1 0,1 0 0,-1 0 0,0-1 0,1 0 0,-1-1 0,1 0 0,0 0 0,0-1 0,0-1 0,0 1 0,1-1 0,0 0 0,0-1 0,0 0 0,1-1 0,0 1 0,0-1 0,0-1 0,1 1 0,0-1 0,1 0 0,0 0 0,0-1 0,0 0 0,1 0 0,-1-4 0,0-14 0,1 0 0,1 0 0,2-1 0,0 1 0,2-1 0,1 1 0,1 0 0,2-1 0,0 2 0,2-1 0,1 1 0,1 0 0,1 0 0,1 1 0,2 0 0,0 2 0,2-1 0,8-10 0,57-86 74,5 3 1,88-94-75,-89 116-557,-5-4-1,-4-3 1,-5-3 0,-3-6 557,-19 9-4329</inkml:trace>
  <inkml:trace contextRef="#ctx0" brushRef="#br0" timeOffset="-18951.415">7269 11614 27806,'0'0'1008,"0"0"-728,0 0 232,0 0 681,0 0-865,0 0-72,90 44 88,-25-44-32,19 0-72,12-14-72,7-4-72,2-2-48,-4 3-24,-7 3-24,-8 8 0,17 6-104,-22 18-328,-20 3-984</inkml:trace>
  <inkml:trace contextRef="#ctx0" brushRef="#br0" timeOffset="-17378.21">10458 11316 24117,'0'0'3574,"0"0"-2185,0 0-767,0 0-28,0 0-133,0 0-147,6-19-100,38-153 190,-44 164-385,1 5-15,0-1-1,0 0 0,0 1 0,-1-1 0,1 1 0,-1-1 0,0 0 1,0 0-1,-1 1 0,1-1 0,-1 0 0,1 1 0,-1-1 0,0 1 1,-1-1-1,1 1 0,-1 0 0,1-1 0,-1 1 0,0 0 0,0 0 1,0 0-1,-1 0 0,1 0 0,-1 1 0,1-1 0,-1 1 0,0 0 1,0-1-1,-2 1-3,-8-1-11,-1 2 0,1-1-1,-1 2 1,0 0 0,1 1 0,-1 0 0,0 1 0,1 0 0,0 1-1,-1 1 1,1 0 0,1 1 0,-1 0 0,1 1 0,-1 0 0,2 1-1,-1 1 1,1 0 0,0 0 0,-2 3 11,-44 30-9,2 2 0,2 3 0,2 2 0,2 2 0,3 2-1,1 3 1,3 1 0,3 2 0,2 1 0,3 2 0,2 2 0,-10 34 9,33-69-1,1 0 1,1 1-1,2 0 1,1 0-1,1 1 1,2 15 0,0-38-1,1 0 0,0 0 1,1 0-1,-1 0 0,1 0 0,1 0 0,-1 0 1,1-1-1,0 1 0,1-1 0,0 1 0,0-1 1,0 0-1,1 0 0,-1 0 0,1-1 0,1 1 1,-1-1-1,1 0 0,0 0 0,0 0 0,1-1 1,-1 0-1,1 0 0,3 1 1,8 5 20,1-1 0,1-1 0,-1 0 0,1-2-1,1 0 1,-1-1 0,1-1 0,0-1 0,-1 0 0,2-2 0,-1 0 0,0-2-1,0 0 1,0-1 0,0-1 0,-1-1 0,1 0 0,-1-2 0,0 0-1,0-1 1,0-1 0,-1-1 0,-1 0 0,1-2 0,-2 0 0,1 0 0,-1-2-1,-1 0 1,-1-1 0,4-4-20,14-19 66,-2-2 0,-1-1-1,-3-1 1,-1-1 0,-2-1-1,-2-1 1,-1-2 0,-3 1 0,-2-2-1,-2 0 1,1-17-66,26-231-1,-41 291-25,1 1 0,-1 0 1,1 0-1,0 0 0,0 0 1,0-1-1,1 1 0,-1 0 1,1 0-1,-1 0 0,1 0 1,0 0-1,1 0 0,-1 0 0,0 0 1,1 0-1,-1 1 0,1-1 1,0 0-1,0 1 0,0 0 1,0-1-1,1 1 0,-1 0 1,0 0-1,1 0 0,0 0 1,-1 1-1,1-1 0,0 1 1,0 0-1,0-1 0,0 1 1,0 0-1,3 0 26,35-2-1507,4 2-1623</inkml:trace>
  <inkml:trace contextRef="#ctx0" brushRef="#br0" timeOffset="-17066.927">11975 11076 30046,'0'0'937,"0"0"-481,0 0-144,0 0 32,0 0-64,0 0-72,-33 173-88,-6-56-56,-12 35-64,-6 13 0,2-5 0,11-20 0,16-39-152,6-20-216,7-22-112,-1 10-40,5-12-232,3-12-1793</inkml:trace>
  <inkml:trace contextRef="#ctx0" brushRef="#br0" timeOffset="-16800.005">13053 11299 8834,'0'0'22117,"0"0"-21373,-63 132-408,30-61 112,-2 10-160,4 3-288,3 5 0,1 4 0,8 2 0,1-3-120,5-1-288,4-10 88,5-10-200,4-6 96,0-20-1065,0-19-1159</inkml:trace>
  <inkml:trace contextRef="#ctx0" brushRef="#br0" timeOffset="-16552.652">14176 11356 30439,'0'0'1056,"0"0"-624,-46 171-32,-5-40 40,-19 52-440,-13 50 0,-1 21 0,-1-11 0,24-71-584,8-52-5001</inkml:trace>
  <inkml:trace contextRef="#ctx0" brushRef="#br0" timeOffset="-14720.896">6868 13668 25405,'21'-3'1889,"570"-114"727,-146 64-1809,1 20-1,415 23-806,-533 10 49,2481 27 390,-776 40-326,-1788-64-2444,-195-3-4985</inkml:trace>
  <inkml:trace contextRef="#ctx0" brushRef="#br0" timeOffset="-3555.861">9180 12827 24253,'0'0'2794,"0"0"-505,0 0-1329,0 0-364,0 0-96,0 0-99,-1-17-112,-4-54-87,6 70-195,-1 0 0,0-1 0,1 1 0,0 0 0,-1-1 0,1 1 1,0 0-1,-1 0 0,1-1 0,0 1 0,0 0 0,0 0 0,0 0 0,0 0 0,0 0 0,0 1 0,0-1 0,1 0 0,-1 0 0,0 1 0,0-1 0,1 1 0,-1-1 0,0 1 0,1-1 0,-1 1 0,1 0 0,-1 0 1,0 0-1,1-1 0,-1 1 0,1 1 0,-1-1 0,1 0 0,-1 0 0,0 0 0,1 1 0,-1-1 0,0 1 0,1-1 0,-1 1 0,0 0 0,0-1 0,1 1 0,-1 0 0,0 0-7,10 5 16,0 1 0,0 0 0,-1 1 0,0 0 0,0 1 0,-1 0 0,0 0 0,-1 1 0,0 0 0,4 7-16,-3-4-1,91 126 1,-6 5 0,24 59 0,-80-137 0,64 114 0,2 6 0,84 109 0,-152-249 0,2-1 0,2-1 0,1-3 0,3-1 0,1-3 0,2-1 0,1-2 0,9 1 0,-47-28 0,0 1 0,1-2 0,0 0 0,0 0 0,0-1 0,1 0 0,0-1 0,0 0 0,0-1 0,0-1 0,1 0 0,-1 0 0,1-1 0,-1-1 0,1 0 0,0 0 0,-1-2 0,0 1 0,1-2 0,-1 0 0,6-2 0,3-8 0,0-2 0,-1-1 0,0 0 0,-1-1 0,-1-1 0,-1-1 0,-1-1 0,1-1 0,-16 19 0,204-258 0,-99 121 0,119-121 0,-194 228 0,2 2 0,1 0 0,1 3 0,2 1 0,1 1 0,0 3 0,2 1 0,1 1 0,2 2 0,-31 13 0,1 1 0,0 0 0,0 0 0,0 2 0,1-1 0,-1 2 0,0 0 0,1 0 0,-1 1 0,1 1 0,-1 1 0,1 0 0,-1 0 0,0 1 0,0 1 0,0 0 0,0 1 0,-1 0 0,10 6 0,2 8 0,-1 0 0,-1 2 0,-1 0 0,0 2 0,-2 0 0,-1 1 0,0 1 0,-2 0 0,7 18 0,35 75 0,-5 3 0,-6 2 0,-5 2 0,-5 2 0,6 63 0,-43-189 0,0 0 0,-1 1 0,1-1 0,0 0 0,0 0 0,0 1 0,0-1 0,0 0 0,0 0 0,0 1 0,0-1 0,1 0 0,-1 0 0,0 1 0,1-1 0,-1 0 0,1 0 0,-1 0 0,1 0 0,0 0 0,0 0 0,-1 0 0,1 0 0,0 0 0,0 0 0,0 0 0,0 0 0,0-1 0,0 1 0,0 0 0,0-1 0,0 1 0,0-1 0,0 1 0,1-1 0,-1 1 0,0-1 0,0 0 0,0 0 0,1 1 0,-1-1 0,0 0 0,1 0 0,-1 0 0,0 0 0,0-1 0,0 1 0,1 0 0,-1 0 0,0-1 0,0 1 0,0-1 0,1 1 0,-1-1 0,0 0 0,0 1 0,0-1 0,0 0 0,0 0 0,57-108 0,-8 5 0,0-4 0,5 2 0,60-84 0,-73 142 0,2 2 0,2 3 0,2 1 0,2 2 0,2 2 0,1 3 0,1 2 0,2 3 0,2 2 0,0 2 0,30-6 0,76-43 0,110-65 0,-252 128-109,0-1 1,-1-1-1,0-1 0,-2-1 1,0-1-1,0-1 0,-2 0 0,15-20 109,4-17-3195</inkml:trace>
  <inkml:trace contextRef="#ctx0" brushRef="#br0" timeOffset="-24684.344">0 7503 26886,'0'0'3817,"0"0"-3345,0 0-328,0 0 112,0 0 208,0 0 16,149 97-232,-21-89-248,54-8 0,21 0 0,12-22 0,-9-6 0,-22 3 0,-13 3 0,2 6 0,-10-5 0,-45 3-248,-28-6-1969</inkml:trace>
  <inkml:trace contextRef="#ctx0" brushRef="#br0" timeOffset="-24329.452">2223 6146 29414,'0'0'2221,"0"0"-1622,23 6-547,347 85 141,4-36 96,69-10-289,-244-27-1,-175-16 1,-17-3 0,1 1 0,-1-1 0,1 1 0,-1 1 0,1-1 0,-1 1 0,0 1 0,1-1 0,-1 1 0,0 1 0,0-1 0,0 1 0,0 0 0,0 1 0,-1 0 0,0 0 0,0 0 0,0 0 0,0 1 0,0 0 0,-1 1 0,0-1 0,0 1 0,4 6 0,-8-2 0,1-1 0,-1 1 0,-1 0 0,0 0 0,0 0 0,-1-1 0,0 1 0,0 0 0,-2-1 0,1 1 0,-1-1 0,0 1 0,-1-1 0,0 0 0,0-1 0,-1 1 0,-2 2 0,6-8 0,-193 417-53,19 7-1,19 8 1,-15 131 53,109-315-1218,16-38-1829</inkml:trace>
  <inkml:trace contextRef="#ctx0" brushRef="#br0" timeOffset="-13919.951">3253 5560 17708,'0'0'5917,"0"0"-904,-17-25-3362,-53-88-1032,25-26 152,42 120-678,-11-348 765,26 147-814,9 2 0,10 0 0,12-11-44,19-132-19,-58 327-502,2 1 0,1 0 1,2 1-1,1 0 0,2 0 0,8-14 521,-3 11-3164</inkml:trace>
  <inkml:trace contextRef="#ctx0" brushRef="#br0" timeOffset="-13567.582">3413 2940 25037,'0'0'3839,"0"0"-2865,0 0-842,0 0 35,0 0 177,21 14 75,-17-11-400,14 9 35,1-1 1,0 0-1,1-1 1,-1-1-1,2-1 1,-1-1-1,1-1 1,0-1-1,5 0-54,413 48 735,118-14-735,928 7 611,-801-42-611,-679-4-15,-3 1-36,-1 0 0,1-1 0,0 1 0,0-1 0,0 1-1,0-1 1,0 0 0,0 1 0,0-1 0,0 0 0,0 0 0,0-1-1,0 1 1,0 0 0,0-1 0,0 1 0,0-1 0,0 1 0,0-1-1,0 0 1,-1 0 0,1 0 0,0 0 0,0 0 0,-1-1 0,1 1-1,-1 0 1,1-1 0,-1 1 0,0-1 0,0 1 0,1-1 0,-1 0-1,0 1 1,0-1 0,0 0 0,-1 0 0,1 0 0,0 0 0,-1 0 0,1 0-1,-1 0 1,0 0 0,0 0 0,0 0 0,0-1 51,-2-20-2594</inkml:trace>
  <inkml:trace contextRef="#ctx0" brushRef="#br0" timeOffset="-13254.585">6002 2457 29918,'0'0'831,"22"10"-503,198 78 23,79 6 275,235 85-84,-532-178-537,150 78 159,-147-75-164,0 0 0,0 1 0,0 0 0,0 0 0,-1 0 1,0 0-1,0 1 0,-1-1 0,1 1 0,-1 0 0,0 0 0,-1 1 0,0-1 0,0 0 0,0 1 0,-1 0 1,1-1-1,-2 1 0,1 0 0,-1-1 0,0 1 0,0 0 0,-2 4 0,0 1 0,-1 0 0,-1-1 0,0 0 0,-1 0 0,0 0 0,0 0 0,-2-1 0,1 0 0,-1 0 0,0-1 0,-1 0 0,0 0 0,-1-1 0,1 0 0,-2 0 0,1-1 0,-8 5 0,-102 70-51,-3-4 0,-3-6 0,-3-5 0,-110 38 51,101-47-992,29-16-1293</inkml:trace>
  <inkml:trace contextRef="#ctx0" brushRef="#br0" timeOffset="-10869.936">14230 2905 30126,'0'0'1129,"0"0"-601,-28 156-136,2-75-40,-1 11-128,-1 19-208,-3 3-16,0-1 0,5-13 0,6-17-16,14-26-424,6 8-176,0-13-833,13-21-1143</inkml:trace>
  <inkml:trace contextRef="#ctx0" brushRef="#br0" timeOffset="-10569.439">15596 2954 31711,'-57'115'1032,"-15"21"-1008,-10 31-24,4 5 0,12-14 0,11 6 0,11-1 0,20-17 0,11-35 0,6-30-1312</inkml:trace>
  <inkml:trace contextRef="#ctx0" brushRef="#br0" timeOffset="-11288.048">11922 3380 29182,'0'0'866,"0"0"-173,6-23-221,29-149 315,-34 147-663,-7-111 196,6 132-315,-1 0 0,0 0 0,-1 0 0,1 1 0,-1-1 0,1 0 0,-1 0 0,-1 1 0,1 0 0,0-1 0,-1 1 0,1 0 0,-1 0 0,0 0 0,0 0 0,0 1 0,-1-1 0,1 1 0,-1 0 0,1 0 0,-1 0 0,0 0 0,1 1 0,-1-1 0,0 1 0,0 0 0,0 0 0,0 1 0,0-1 0,-1 1-5,-7 2 1,0 0-1,1 1 1,0 1 0,-1 0 0,1 0 0,1 1 0,-1 1 0,1 0 0,0 0 0,0 1-1,1 0 1,0 1 0,0 0 0,0 0 0,1 1 0,1 0 0,0 0 0,0 1 0,0 0-1,1 0 1,-3 8-1,9-18 0,-26 39 1,1 1-1,2 1 0,2 1 1,2 1-1,2 1 0,2 0 1,1 2-1,3-1 0,1 1 1,3 1-1,1-1 0,2 22 0,2-58 3,1-1 0,-1 1 0,2 0 0,-1 1-1,2-1 1,-1 0 0,1 0 0,1 0 0,-1-1-1,2 1 1,-1 0 0,2-1 0,-1 1 0,1-1-1,1 0 1,-1 0 0,1 0 0,1-1 0,0 0 0,0 0-1,1 0 1,0-1 0,0 0 0,0 0 0,1-1-1,0 0 1,0 0 0,2 0-3,7-2 4,1 0 0,0 0-1,1-2 1,-1 0 0,0-1 0,1-1 0,-1-1-1,0-1 1,0 0 0,0-1 0,0-1-1,0-1 1,0 0 0,-1-1 0,0-1 0,0-1-1,-1-1 1,0 0 0,5-5-4,269-208-644,-185 133-1169,-9 6-2699</inkml:trace>
  <inkml:trace contextRef="#ctx0" brushRef="#br0" timeOffset="-11057.135">13314 3201 30366,'0'0'841,"0"0"-289,-74 152-192,41-77 64,0 6-200,4 1-224,3 5 0,2-2 0,4-6 0,7-10 0,6-16-280,7-21-248,11-32-664,18-30-617,2-15-7601</inkml:trace>
  <inkml:trace contextRef="#ctx0" brushRef="#br0" timeOffset="-11970.901">9342 3548 25725,'0'0'3900,"0"0"-2709,-5-24-796,-27-162 329,31 107-402,1 29-238,-2 0-1,-2 1 1,-2-1-1,-2 1 1,-3-4-84,10 46 2,-1 1 0,1-1 0,-1 0 0,-1 1 0,1-1 1,-1 1-1,0 0 0,0 0 0,-1 0 0,0 0 0,0 1 0,-1-1 0,1 1 0,-1 0 0,0 1 1,0-1-1,-1 1 0,1 0 0,-1 0 0,0 1 0,0-1 0,0 1 0,-1 1 0,1-1 0,-1 1 0,1 0 1,-1 1-1,0-1 0,0 1 0,1 1 0,-1-1 0,0 1 0,0 0 0,0 1 0,-4 0-2,-12 8-3,0 0 0,1 1 0,0 2 0,1 0 0,0 1 0,1 1 0,0 1 0,2 1 1,-1 0-1,2 1 0,0 1 0,2 1 0,0 1 0,0 0 0,2 0 0,1 2 0,-1 3 3,-14 12 3,1 1 1,3 1 0,1 1 0,2 1 0,1 1 0,3 1-1,1 1 1,3 0 0,1 0 0,2 1 0,2 0 0,2 1-1,2 0 1,3-1 0,1 1 0,6 41-4,-2-71 0,0 0 0,1 0 1,1-1-1,1 1 0,0-2 0,0 1 0,2-1 1,0 0-1,0-1 0,1 0 0,1-1 1,0 0-1,1-1 0,0 0 0,1-1 0,0-1 1,0 0-1,1-1 0,0 0 0,1-1 0,-1-1 1,2 0-1,-1-2 0,0 0 0,1 0 0,0-2 1,-1 0-1,1 0 0,0-2 0,0 0 1,0-1-1,0-1 0,0-1 0,-1 0 0,1-1 1,-1 0-1,0-2 0,10-4 0,19-21-15,-1-1 1,-2-2-1,-1-2 0,-2-2 1,-1-1-1,-2-2 0,21-33 15,35-35-586,-19 27-777,-10 11-1362</inkml:trace>
  <inkml:trace contextRef="#ctx0" brushRef="#br0" timeOffset="-11716.957">10278 3887 30511,'0'0'792,"0"0"-368,-26 146 64,6-89 16,-2-3-456,0-5-48,-8 6-384,6-13-840,2-13-5794</inkml:trace>
  <inkml:trace contextRef="#ctx0" brushRef="#br0" timeOffset="-9006.373">17071 3741 26046,'0'0'2433,"0"0"-1699,0 0-569,23-2 18,259-23 617,8 9-461,218 19-339,-242 21 91,122 32-91,-261-36 0,246 40-26,175 27-3129,48-21 3155,-442-57-564</inkml:trace>
  <inkml:trace contextRef="#ctx0" brushRef="#br0" timeOffset="-8014.746">20412 3982 24573,'0'0'2912,"0"0"-1626,0 0-499,0 0-137,0 0-150,0 0-153,9 4-25,42 17-222,-1 3-1,-2 2 0,0 2 0,-2 2 1,-2 2-1,0 2 0,-3 2 1,0 1-1,28 37-99,66 93 169,-8 5 0,37 76-169,157 216 151,-133-238-144,-84-104-7,-5 4 0,33 61 0,-18 50-784,-104-198-496</inkml:trace>
  <inkml:trace contextRef="#ctx0" brushRef="#br0" timeOffset="-7671.826">22386 5201 29742,'9'28'711,"106"468"433,-74-236-622,-11 3-1,-8 94-521,-22-331 8,2 0 5,-1-1-1,-1 0 0,-2 0 1,0 0-1,-2 0 0,-1 0 1,-1 0-1,-6 17-12,8-37 1,0 1-1,0-1 1,-1 0 0,1 0-1,-1 0 1,0-1 0,0 0-1,-1 0 1,1 0 0,-1-1-1,0 1 1,0-2 0,0 1-1,0 0 1,0-1 0,-1 0-1,1-1 1,-1 1 0,1-1-1,-1-1 1,0 1 0,1-1-1,-1 0 1,0-1 0,1 1-1,-1-1 1,1-1 0,-1 1-1,1-1 1,-1 0-1,-55-8 0,-1-3 0,2-2 0,0-3 0,-42-20 0,-16-3 0,7 5-84,0 4 1,-2 5-1,-1 6 0,-57-2 84,40 15-1233,0 5-1,1 6 0,-11 6 1234,28 5-6446</inkml:trace>
  <inkml:trace contextRef="#ctx0" brushRef="#br0" timeOffset="6465.606">8281 4824 25461,'0'0'1571,"0"0"-485,0 0-411,0 0-47,0 0-25,9 8-31,-5-4-527,1 0 1,0-1-1,0 1 1,0-1-1,0 0 0,1 0 1,-1-1-1,1 1 1,0-1-1,0 0 0,-1-1 1,1 0-1,0 0 1,0 0-1,0 0 1,1-1-1,0 0-45,368 4 665,8 1-212,102-23-453,790-46 268,273 16-255,-1473 43-13,2035-96 0,-191 114-292,-1863-12-816</inkml:trace>
  <inkml:trace contextRef="#ctx0" brushRef="#br0" timeOffset="7793.53">14809 985 29166,'0'0'570,"0"0"-301,0 21 22,-23 310 797,-15 34-767,-64 843 564,87 596-708,32-1246-177,-2 499-89,-16-1040 35,-22 165-1867,0-142-472</inkml:trace>
  <inkml:trace contextRef="#ctx0" brushRef="#br0" timeOffset="8412.241">7986 4968 26582,'0'0'2480,"0"0"-1369,0 0-469,0 0-168,0 0-102,0 0-104,5-10-99,4 0-147,1 1 0,0 0 0,0 1 1,1 0-1,0 0 0,0 1 1,1 1-1,-1 0 0,2 0 0,-1 1 1,0 1-1,1 0 0,0 1 1,0 0-1,0 1 0,0 0 0,1 1 1,8 1-23,19-7 35,258-27 38,1 12 1,1 14-1,143 19-73,-113-4 13,926-20-13,527 0 0,-1330 16-1019,-463-3-1515</inkml:trace>
  <inkml:trace contextRef="#ctx0" brushRef="#br0" timeOffset="14452.872">7337 6355 27438,'0'0'1732,"0"0"-1144,0 0-416,37 1 36,146-7 20,157-64 217,-216 38-309,649-121 793,533-28-929,176 63 703,755 62-703,-941 54 187,-983 7-186,264 39-1,-524-37-60,-1 1 0,0 3 0,-1 2 0,33 14 60,-19 5-800,-38-4-921</inkml:trace>
  <inkml:trace contextRef="#ctx0" brushRef="#br0" timeOffset="15005.705">7475 15948 25333,'0'0'4233,"0"0"-4233,0 0-304,134-25-280,-71 15-408,-4 2-2697</inkml:trace>
  <inkml:trace contextRef="#ctx0" brushRef="#br0" timeOffset="15904.103">8632 7018 25317,'0'0'3300,"0"0"-2257,0 0-710,0 0-144,-2 19 214,-11 287 711,7-92-221,-32 204-893,-3 26 151,40-439-206,0-1 0,0 0 1,1 0-1,0 0 0,0 0 0,0 0 0,0 0 0,0 0 1,1 0-1,0 0 0,0 0 0,0 0 0,0 0 0,1 0 1,0 0-1,-1 0 0,1-1 0,1 1 0,-1-1 0,0 0 1,1 1-1,0-1 0,0 0 0,0 0 0,0-1 1,0 1-1,2 0 55,21 4-1641</inkml:trace>
  <inkml:trace contextRef="#ctx0" brushRef="#br0" timeOffset="16765.69">9106 7578 27886,'0'0'2074,"0"0"-1291,0 0-393,0 0-56,7-18-38,-2 5-244,-3 5-29,1 0 0,1-1 0,-1 1 1,1 1-1,1-1 0,-1 1 0,1-1 0,0 1 0,1 1 0,0-1 0,0 1 1,1 0-1,-1 0 0,3-1-23,-6 4 7,0 0 0,0 0 0,0 0-1,1 0 1,-1 1 0,1-1 0,0 1 0,-1 0 0,1 0 0,0 0 0,0 0 0,0 1-1,0 0 1,1 0 0,-1 0 0,0 0 0,0 1 0,1-1 0,-1 1 0,0 0 0,1 1-1,-1-1 1,0 1 0,1 0 0,-1 0 0,0 0 0,0 0 0,0 1 0,0 0 0,0-1-1,0 1 1,-1 1 0,1-1 0,0 1 0,-1-1 0,2 3-7,22 142 157,-26-127-139,10 280 179,-11-288-197,1 0 1,1 0-1,0 0 1,0-1-1,1 1 1,1-1-1,0 0 1,0 0-1,1 0 1,0 0-1,1-1 1,0 0-1,1 0 1,0-1-1,1 0 1,0 0-1,6 5 0,-10-12 0,1-1 0,-1 0 0,1 0 0,-1-1 0,1 1 0,-1-1 0,1 0 0,-1 0 0,1 0 0,-1-1 0,1 0 0,-1 0 0,0 0 0,1 0 0,-1-1 0,0 1 0,0-1 0,0 0 0,0 0 0,0-1 0,0 1 0,0-1 0,-1 0 0,0 0 0,1 0 0,-1 0 0,0-1 0,-1 1 0,1-1 0,0 0 0,-1 0 0,0 0 0,0 0 0,0 0 0,-1 0 0,1-1 0,-1 1 0,1-5 0,43-88 0,-4-3 0,-5-1 0,4-31 0,-19 66 0,47-180 0,-68 247 0,1-1 0,-1 0 0,1 0 0,-1 0 0,0 1 0,1-1 0,-1 0 0,1 0 0,-1 0 0,1 0 0,-1 0 0,1 0 0,-1 0 0,0 0 0,1 0 0,-1 0 0,1 0 0,-1 0 0,1 0 0,-1-1 0,1 1 0,-1 0 0,0 0 0,1 0 0,-1 0 0,0-1 0,1 1 0,-1 0 0,1-1 0,-1 1 0,0 0 0,20 620 0,-17-539 0,5 647 0,-10-688 0,-1 0 0,-2-1 0,-1 1 0,-3-1 0,-1 0 0,-1-1 0,-5 5 0,14-37 0,0 0 0,0 0 0,0 0 0,-1-1 0,0 1 0,0-1 0,-1 1 0,0-1 0,0 0 0,0 0 0,0-1 0,-1 1 0,1-1 0,-1 0 0,0 0 0,-1-1 0,1 1 0,-1-1 0,1 0 0,-1-1 0,0 0 0,0 1 0,0-2 0,0 1 0,0-1 0,-1 0 0,1 0 0,0-1 0,-1 1 0,1-2 0,0 1 0,-1-1 0,1 0 0,0 0 0,0 0 0,0-1 0,0 0 0,0 0 0,0-1 0,0 0 0,1 0 0,-1 0 0,0-1 0,-3-10 0,0-1 0,1 0 0,0 0 0,2 0 0,-1-1 0,2 0 0,0-1 0,1 1 0,1-1 0,1 0 0,0 1 0,1-1 0,1 0 0,0 0 0,2-5 0,-3 4 0,7-88-456,4 0 0,4 1 0,5 0 0,5 1 0,4 2 0,31-71 456,-40 114-1063,16-57-5188</inkml:trace>
  <inkml:trace contextRef="#ctx0" brushRef="#br0" timeOffset="17038.44">10248 6988 28334,'0'0'1503,"0"0"-816,0 0-252,24 11-53,145 61 128,-158-68-491,-1 1 1,1 0-1,0 0 0,-1 1 1,0 0-1,-1 1 1,1 0-1,-1 1 0,-1 0 1,1 0-1,-1 1 1,-1 0-1,0 0 0,0 1 1,-1 0-1,0 0 1,0 1-1,-1-1 0,-1 1 1,1 3-20,5 222 508,-10-129-495,1 174-6,19 104-7,-8-148-697,-13-218-949,-2-14-2812</inkml:trace>
  <inkml:trace contextRef="#ctx0" brushRef="#br0" timeOffset="18139.098">7490 7304 26358,'0'0'2455,"0"0"-1687,-2 22-453,-39 259 725,19-59-919,9 1-1,15 166-120,29-89 354,-31-294-330,2 0 0,-1 0 0,1-1 0,0 1 0,0-1 0,0 1 0,1-1 0,0 0 0,0 0 0,0 0 0,1 0 0,0 0 0,0-1 0,0 1 0,0-1 0,1 0 0,-1-1 0,1 1 0,0-1 0,0 0 0,0 0 0,1 0 0,-1-1 0,1 0 0,-1 0 0,1 0 0,0-1 0,0 0 0,4 0-24,17-1 30,0-2 0,0 0 0,-1-2 1,1-1-1,-1-1 0,0-2 0,-1 0 0,0-2 1,0 0-1,-1-2 0,0-1 0,-1 0 0,-1-2 1,0-1-1,-1-1 0,-1 0 0,4-6-30,25-13-21,169-124-1187,-126 90-721</inkml:trace>
  <inkml:trace contextRef="#ctx0" brushRef="#br0" timeOffset="18572.616">10664 7381 12051,'0'0'15563,"0"0"-12069,0 0-3286,21-5-116,141-22 277,-122 28-331,0 2 0,0 1 0,0 2 0,0 1 0,-1 3 0,-1 1 0,35 15-38,-64-22 23,-1 0 0,0 1 1,0 0-1,-1 0 0,1 1 0,-1 0 1,0 0-1,-1 1 0,0 0 0,0 0 1,0 0-1,-1 1 0,0 0 0,0 0 1,-1 0-1,0 0 0,-1 1 1,0-1-1,0 2-23,29 178 323,-29-147-364,4 263-118,-7-297-67,-1-1 0,0 0 0,0 1-1,-1-1 1,0 0 0,0 0 0,0 0-1,-1 0 1,0 0 0,0-1 0,-1 1-1,1-1 1,-1 0 0,-2 2 226,-8 5-4252</inkml:trace>
  <inkml:trace contextRef="#ctx0" brushRef="#br0" timeOffset="18840.51">10923 8318 26734,'0'0'4161,"0"0"-3761,0 0-224,0 0-8,169-47 160,-112 27-136,-5 0-192,-4-9-296,-13 3-808,-17 2-2537</inkml:trace>
  <inkml:trace contextRef="#ctx0" brushRef="#br0" timeOffset="19240.99">7306 7438 5057,'0'0'23253,"0"0"-22157,0 0-376,0 0-15,143-14-217,-84 8-168,2-2-112,14-1-120,36-13-88,-16 4-216,-12-4-1401</inkml:trace>
  <inkml:trace contextRef="#ctx0" brushRef="#br0" timeOffset="19687.487">12201 7089 27870,'0'0'1032,"0"0"-392,0 0-280,57 110-136,-42-74-136,-4-1-80,-7 5-8,-4 23-304,-15-10-472,-9-3-1600</inkml:trace>
  <inkml:trace contextRef="#ctx0" brushRef="#br0" timeOffset="20126.004">11938 7760 18444,'0'0'7169,"0"0"-4628,0 0-1864,0 0-298,20 3-33,-4 0-310,0-1 0,0-1 0,0 0 0,0-1 0,0 0 0,0-2 1,0 0-1,0 0 0,-1-2 0,4-1-36,190-41-53,-207 46 51,1 0 0,0 0 0,-1 0 0,1 0 0,-1 1 0,1-1 0,0 1 0,-1-1 0,1 1 0,-1 0 0,1 0 0,-1 0 0,0 1 0,1-1 0,-1 0 0,0 1 0,0 0 0,0-1 0,0 1 0,0 0 0,0 0 0,-1 0 0,1 0 0,-1 0 0,1 1 0,-1-1 0,0 0 0,0 1 0,0-1 0,0 1 0,0-1 0,0 1 0,-1-1 0,1 1 0,-1 0 0,0-1 0,0 1 0,0 0 0,0-1 0,0 1 0,-1 0 0,1-1 0,-1 1 0,1-1 0,-1 1 0,0-1 0,0 1 0,0-1 0,-1 1 2,-3 15 3,0-1-1,-1 0 0,-1 0 1,-1 0-1,-1-1 1,0 0-1,-1-1 0,0 0 1,-8 8-3,-55 79 173,-5-3 0,-4-3 0,-4-4 0,-4-4 1,-4-4-1,-3-4 0,-7-3-173,76-60-20,25-33-1134,40-41-3253,79-71-13260,-40 61 15039,67-25 3103,-79 94 11119,-22 43-3871,-18 19-3880,-13-7-3888,3 190 1143,-14-244-1105,0 0 0,0 0 0,1 0 0,0-1 0,-1 1 0,1 0 0,0 0 0,0-1 0,0 1 0,1-1 0,-1 1 0,0-1 0,1 0 0,0 1 0,-1-1 0,1 0 0,0 0 0,0 0 0,1 0 0,-1 0 0,0-1-1,0 1 1,1-1 0,-1 1 0,1-1 0,0 0 0,-1 0 0,1 0 0,0-1 0,-1 1 0,1 0 0,0-1 0,0 0 0,0 0 0,-1 0 0,1 0 0,0 0 0,0 0 0,0-1 0,-1 1 0,1-1 0,0 0 0,2-1 7,10-4-313,0-1-1,-1 0 1,0-1-1,0-1 1,-1 0-1,0-1 0,0 0 1,-1-1-1,5-6 314,66-74-7951,-63 68 4764,123-152-8538,-101 121 10949</inkml:trace>
  <inkml:trace contextRef="#ctx0" brushRef="#br0" timeOffset="20306.136">12755 8237 10882,'0'0'4993,"0"0"4656,0 0-6432,0 0-2433,0 0-388,0 0-107,-17-4-72,5 1-181,8 1-29,0 1 1,-1-1 0,0 1 0,1 0 0,-1 0 0,1 1 0,-1-1 0,0 1-1,0 0 1,1 0 0,-1 1 0,0-1 0,1 1 0,-1 0 0,0 0 0,1 1-1,-1-1 1,1 1 0,0 0 0,0 0 0,0 1 0,-1 0-8,0-1 4,0 1 0,1 0 1,0 0-1,-1 0 0,1 1 0,0 0 0,1 0 1,-1 0-1,1 0 0,0 0 0,0 1 0,0-1 1,0 1-1,1 0 0,-1 0 0,2 0 0,-1 0 1,0 0-1,1 0 0,0 0 0,0 1 1,0-1-1,1 0 0,0 1 0,0-1 0,0 0 1,1 1-1,0-1 0,0 0 0,0 1 0,0-1 1,1 0-1,0 0 0,0 0 0,0 0 1,1-1-1,0 1 0,0 0 0,0-1 0,0 0 1,1 0-1,-1 0 0,1 0 0,4 3-4,-2-4-211,-1-1-1,0 1 1,1-1-1,0 0 1,-1 0 0,1 0-1,0-1 1,0 0-1,0 0 1,0-1-1,0 0 1,0 0-1,0 0 1,0-1 0,3 0 211,21-9-5864,-2-7-5726,2-13 1706</inkml:trace>
  <inkml:trace contextRef="#ctx0" brushRef="#br0" timeOffset="20549.885">13093 7594 29310,'0'0'1409,"9"181"-929,-1-37-16,3 22 32,9-4-112,2-8-192,2-14-160,-4-24-32,-9-27 0,-3-26 0,-3-18 0,-5-3-264,0-7-296,-7-17-2785</inkml:trace>
  <inkml:trace contextRef="#ctx0" brushRef="#br0" timeOffset="20753.859">13292 8239 31151,'0'0'1016,"0"0"-856,165-4-112,-71 6-48,-17 10-440,-16-2-1889</inkml:trace>
  <inkml:trace contextRef="#ctx0" brushRef="#br0" timeOffset="43905.613">24824 15690 22053,'0'0'6010,"0"0"-4359,0 0-1151,24 13-73,82 41-8,-98-51-372,-1 0 0,1-1 0,0 0 1,0 0-1,0 0 0,1-1 0,-1-1 0,0 0 1,0 0-1,1 0 0,-1-1 0,0 0 0,0-1 0,0 1 1,0-2-1,4-1-47,-10 4 5,26-12 43,0 0 0,0-2 1,-1-2-1,-1 0 0,0-1 0,-2-2 0,0 0 0,-1-2 1,3-4-49,40-43 27,-3-2 1,-3-3-1,-3-2 1,10-24-28,-45 67 0,11-8-17,-33 39 15,1 0 0,0 1 0,0-1 0,0 1 0,0-1-1,-1 1 1,1-1 0,0 1 0,0 0 0,0 0 0,0-1 0,0 1 0,0 0 0,0 0 0,0 0 0,0 0 0,0 0 0,0 0-1,0 0 1,0 0 0,0 0 0,0 1 0,-1-1 0,1 0 0,0 1 0,0-1 0,0 0 0,0 1 0,0-1 0,-1 1 0,1 0-1,0-1 1,0 1 0,-1-1 0,1 1 0,0 0 0,-1 0 0,1-1 0,-1 1 0,1 0 0,-1 0 0,1 0 0,-1 0-1,0 0 1,1 0 0,-1-1 0,0 1 0,0 0 0,1 0 0,-1 0 0,0 0 0,0 0 0,0 0 0,0 0 0,-1 0 0,1 0-1,0 0 1,0 0 0,0 0 0,-1 0 0,1 0 0,0 0 0,-1-1 0,1 1 0,-1 0 0,1 0 0,-1 0 0,0 0 2,2 445-43,-11-116 196,9-326-149,1 0-1,-1 0 1,1 0 0,0 0-1,1 0 1,-1 0-1,1 0 1,0-1 0,0 1-1,0 0 1,0 0 0,1 0-1,-1-1 1,1 1-1,0-1 1,0 1 0,0-1-1,1 0 1,-1 0-1,1 0 1,-1 0 0,1 0-1,0-1 1,0 1-1,1-1 1,-1 0 0,0 0-1,1 0 1,-1 0-1,1 0 1,0-1 0,0 0-1,-1 0 1,1 0-1,0 0 1,0 0 0,3-1-4,7-2 2,0-1 1,0 0 0,0-1-1,-1-1 1,1 0 0,-1-1-1,0 0 1,-1-1 0,0 0-1,0-1 1,0 0 0,-1-1-1,0-1 1,-1 0 0,0 0-1,-1-1 1,0 0 0,0 0-1,3-8-2,15-14-17,-2 0-1,-1-2 0,-1-1 1,-3-1-1,0 0 0,-3-2 1,-1 0-1,2-12 18,-12 43-7,-6 31 14,0-14-2,14 198 99,9 0-1,8-1 1,10-2 0,19 34-104,-21-70-12,-10-46 12,-2-13 0,-4 1 0,4 78 0,-25-182 0,0 0 0,0 1 0,-1-1 0,0 1 0,0 0 0,0-1 0,-1 1 0,0 0 0,0-1 0,-1 1 0,0 0 0,0-1 0,-1 1 0,1-1 0,-1 1 0,-1-1 0,1 0 0,-1 0 0,0 0 0,-1 0 0,1-1 0,-1 1 0,0-1 0,-1 0 0,1 0 0,-1 0 0,0-1 0,0 1 0,0-1 0,-1-1 0,0 1 0,1-1 0,-1 0 0,0 0 0,-1 0 0,1-1 0,-8-2 0,1-1 0,-1 0 0,1 0 0,0-2 0,-1 0 0,1 0 0,0-1 0,1-1 0,-1 0 0,1 0 0,0-2 0,0 1 0,0-2 0,1 1 0,0-1 0,1-1 0,0 0 0,0-1 0,1 0 0,0 0 0,1-1 0,0 0 0,1 0 0,0-1 0,1 0 0,-3-8 0,-10-13 0,2-2 0,1 0 0,1-1 0,3 0 0,1-1 0,1 0 0,2-1 0,2 0 0,1 0 0,3-1 0,0 1 0,3-1 0,1 1 0,2 0 0,1-1 0,2 2 0,2-1 0,2 1 0,13-33 0,-5 26-23,2 1 1,2 1-1,2 1 0,1 1 1,2 1-1,2 1 0,1 2 1,19-15 22,124-96-1990,-90 81-448</inkml:trace>
  <inkml:trace contextRef="#ctx0" brushRef="#br0" timeOffset="44102.364">27106 16213 30318,'0'0'889,"0"0"-657,0 0-144,114 29 232,-51-29 64,12-14-208,1-7-136,-1-3-40,-5 4-120,0-1-456,-15 3-224,-20 4-2457</inkml:trace>
  <inkml:trace contextRef="#ctx0" brushRef="#br0" timeOffset="44314.132">27331 15717 11258,'0'0'18084,"0"176"-17164,11-22-439,16 19-193,6 1 16,2-16-40,2-28-184,0-25-80,7-21-272,-7-30-1113,-13-39-1751</inkml:trace>
  <inkml:trace contextRef="#ctx0" brushRef="#br0" timeOffset="44587.377">28237 15725 30390,'0'107'873,"0"27"-497,-7 32-48,-17 7 64,-7-3-96,3 3-184,-1-13-112,-4-33-184,7-45-592,0-52-1233</inkml:trace>
  <inkml:trace contextRef="#ctx0" brushRef="#br0" timeOffset="44831.86">24664 14946 24021,'-75'152'3721,"-4"49"-2721,25 8-88,27 24-87,27 14-329,13-3-184,38 1-104,12-10-88,12-30-48,13-36-56,-3-46-16,40-35-88,18-36-336,-29-27-809,2-13-1951</inkml:trace>
  <inkml:trace contextRef="#ctx0" brushRef="#br0" timeOffset="45131.508">28910 15133 29998,'0'0'609,"109"217"-441,-30-82-104,7-7 144,-7-18 232,-1-3-184,-12-1-88,-18 7-96,-15 5-32,-22 8-24,-11 14-16,-11 10-112,-35 6-176,5-37-304,-8-25-1273</inkml:trace>
  <inkml:trace contextRef="#ctx0" brushRef="#br0" timeOffset="46123.473">17797 15715 25101,'0'0'2404,"0"0"-1628,0 0-478,0 0-196,0 0 18,25 1 157,278 1 659,-292-4-932,0 2 0,0-1 0,1 1-1,-1 1 1,0 0 0,0 1 0,0 0-1,0 0 1,0 1 0,0 1 0,-1 0-1,1 0 1,-1 1 0,0 1 0,0-1-1,-1 2 1,0-1 0,0 1 0,0 1-1,-1-1 1,0 1 0,-1 1-1,0 0 1,0 0 0,-1 0 0,0 0-1,0 1 1,-1 0 0,-1 1 0,1-1-1,1 10-3,-3 22-2,-2 0 1,-1-1-1,-3 1 0,-1 0 0,-2-1 0,-2 0 0,-2 0 0,-1-1 0,-10 21 2,3 0 0,6-19 17,-14 41 78,4 1-1,4 1 1,3 0 0,-2 72-95,17-155 11,-1 0 1,1 1-1,0-1 0,0 1 1,0-1-1,0 0 0,0 1 1,1-1-1,-1 1 0,1-1 1,-1 0-1,1 1 0,0-1 1,0 0-1,0 0 0,0 1 1,0-1-1,1 0 0,-1 0 1,1 0-1,-1-1 0,1 1 1,0 0-1,-1 0 0,1-1 0,0 0 1,0 1-1,0-1 0,0 0 1,1 0-1,-1 0 0,0 0 1,0 0-1,1 0 0,-1-1 1,0 1-1,1-1 0,-1 1 1,1-1-1,-1 0 0,1 0 1,-1 0-1,1-1-11,17-2 16,0 0-1,0-2 1,-1-1 0,0 0 0,0-1 0,0-1-1,-1-1 1,0 0 0,-1-2 0,0 0-1,-1-1 1,0 0 0,0-1 0,-2-1-1,0-1 1,11-13-16,-8 12 0,93-93-335,-5-5-1,13-27 336,-38 34-2846,-29 22-6889</inkml:trace>
  <inkml:trace contextRef="#ctx0" brushRef="#br0" timeOffset="46465.273">19079 14692 28894,'0'0'746,"0"26"-240,0 189 152,1-161-483,2-1 0,2 0 0,3 0 0,8 30-175,-16-80 0,-1-1-1,1 1 1,0-1-1,0 1 1,1-1-1,-1 1 1,0-1 0,1 1-1,-1-1 1,1 1-1,0-1 1,0 0-1,0 1 1,0-1 0,0 0-1,1 0 1,-1 0-1,1 0 1,-1 0-1,1 0 1,0 0-1,-1 0 1,1-1 0,0 1-1,0-1 1,1 1-1,-1-1 1,0 0-1,0 0 1,0 0 0,1 0-1,-1 0 1,1 0-1,-1-1 1,1 1-1,-1-1 1,1 0 0,-1 0-1,1 1 1,-1-2-1,1 1 1,-1 0-1,1 0 1,-1-1-1,1 0 1,1 0 0,6-11-35,-1 1 0,0-2 0,-1 1 0,-1-1 0,0-1 0,-1 1 0,0-1 0,-1 0 0,3-13 35,4-7-102,11-31-73,-12 30 41,1 0 0,2 1 0,1 1-1,1 0 1,2 1 0,2 1 0,0 0-1,4 0 135,-22 28 7,0 0-1,1 0 1,-1 0-1,1 0 0,-1 0 1,1 1-1,0 0 1,0-1-1,0 1 1,0 0-1,1 0 0,-1 1 1,1-1-1,-1 1 1,1 0-1,-1 0 0,1 0 1,0 0-1,-1 0 1,1 1-1,0 0 1,-1 0-1,1 0 0,0 0 1,0 0-1,-1 1 1,1 0-1,0 0 0,-1 0 1,1 0-1,-1 0 1,1 1-1,-1-1 1,1 1-1,-1 0 0,0 0 1,2 2-7,5 11 60,-1 1-1,0 0 1,-1 1 0,-1 0 0,-1 0-1,0 0 1,-1 1 0,-1 0 0,-1 0-1,0 0 1,-1 17-60,18 167-949,-15-111-1745</inkml:trace>
  <inkml:trace contextRef="#ctx0" brushRef="#br0" timeOffset="46714.406">19772 16287 29222,'0'0'1048,"0"0"-703,140 0-161,-63-15 32,4-5-40,8-4-144,36-7-32,-22 5-849,-15-2-2855</inkml:trace>
  <inkml:trace contextRef="#ctx0" brushRef="#br0" timeOffset="46964.273">20957 15433 30591,'0'0'792,"0"134"-504,16-19-80,19 37 64,6 12 16,8-7-160,3-9-128,-6-25-392,-11-35-848,-11-23-4130</inkml:trace>
  <inkml:trace contextRef="#ctx0" brushRef="#br0" timeOffset="47183.348">22465 16420 29614,'0'0'849,"202"-26"-377,-40 26-272,9 0 56,-9 18-112,-8 23-72,-29 10-72,-31-5-432,-28-5-4297</inkml:trace>
  <inkml:trace contextRef="#ctx0" brushRef="#br0" timeOffset="49614.2">16668 13905 23669,'0'0'2226,"0"0"-447,0 0-772,0 0-360,0 0-106,3-17-37,8-37 239,-81 229-128,-34 69-449,11 4 0,11 4 0,11 4 0,11 2 0,11 3 0,-3 146-166,43-315 4,4-1-1,4 1 1,4 0 0,3-1-1,5 0 1,4 0-1,4-2 1,4 0 0,3-1-1,5-2 1,16 30-4,-13-59-35,3-1 0,2-2 0,2-1 1,3-2-1,1-3 0,3-1 0,2-2 0,2-3 0,1-2 0,3-2 1,1-3-1,1-2 0,2-3 0,0-2 0,30 6 35,46 17-1428,1-7 0,125 23 1428,-50-30-4791</inkml:trace>
  <inkml:trace contextRef="#ctx0" brushRef="#br0" timeOffset="50151.458">26242 13887 26806,'0'0'2399,"3"23"-1655,1 4-621,0-1-1,2 0 1,1 0 0,1-1 0,1 0-1,1 0 1,8 12-123,55 84 534,4-4 0,56 61-534,-57-77 146,-27-37-71,126 172 476,119 211-551,-248-365 17,-3 1 0,-3 3 0,-5 1 0,-3 1 0,-4 2 0,-4 0 0,9 78-17,-20-82 0,-5 1 0,-3 1 0,-4-1 0,-3 1 0,-5-1 0,-3 0 0,-4-1 0,-4 0 0,-4-2 0,-3 0 0,-4-1 0,-3-2 0,-18 28 0,24-65-65,-2-1-1,-2-1 1,-2-1 0,-1-1-1,-36 31 66,-27 12-799,7-31-948</inkml:trace>
  <inkml:trace contextRef="#ctx0" brushRef="#br0" timeOffset="135961.904">22115 307 25709,'0'0'3014,"-18"-23"-2173,-118-150-285,126 160-429,0 2 0,-1-1 1,0 2-1,-1-1 1,0 2-1,-1-1 0,0 2 1,-9-6-128,16 12 18,1 0 1,0 0-1,-1 0 1,0 1-1,1 0 1,-1 0 0,0 0-1,0 0 1,1 1-1,-1 0 1,0 1-1,0-1 1,0 1 0,1 0-1,-1 0 1,0 1-1,1 0 1,-1 0-1,1 0 1,0 1-1,0-1 1,0 1 0,0 1-1,0-1 1,-2 3-19,-20 19 51,0 1 0,2 2 1,1 0-1,1 2 0,2 0 1,-8 17-52,-1-1 53,2 1 1,2 2-1,3 0 0,1 2 1,3 0-1,2 2 0,3 0 1,2 0-1,2 1 0,2 1 1,0 52-54,6-77 12,1 0 1,2 0 0,1 0-1,1 0 1,2 0 0,0-1-1,2 1 1,2-1 0,0-1-1,12 22-12,-17-43 2,0 1-1,1-1 0,0 0 1,1 0-1,0 0 0,0-1 1,0 0-1,1 0 0,0 0 1,0-1-1,0 0 0,1 0 1,-1-1-1,1 0 0,0-1 0,1 0 1,-1 0-1,0 0 0,1-1 1,0 0-1,8 0-1,5 0 3,0-1-1,0-2 1,0 0-1,0-1 1,-1-1-1,1-1 1,-1-1-1,2-1-2,6-4 1,0-1-1,0-2 0,-2 0 0,1-2 1,-2-1-1,0-1 0,-1-2 0,-1 0 1,0-1-1,-2-2 0,19-23 0,0-4-3,-2-1-1,-2-3 1,-3 0-1,-3-3 1,6-16 3,-22 42-2,-2-1 0,-1 0 0,-1-1 0,-2 0 0,-1-1 0,-2 0 1,-1 0-1,-2-1 0,-1 1 0,-1-3 2,-1 27-70,-1 0-1,0 1 1,0-1 0,-1 1 0,0-1-1,0 1 1,-1 0 0,0-1 0,0 1-1,-1 1 1,0-1 0,-1 1-1,0-1 1,0 1 0,0 0 0,-1 1-1,0 0 1,0 0 0,0 0 0,-1 0-1,0 1 1,0 0 0,-1 1-1,1-1 1,-1 2 0,-4-3 70,-22 0-2142</inkml:trace>
  <inkml:trace contextRef="#ctx0" brushRef="#br0" timeOffset="136427.856">23603 258 20644,'0'0'6495,"-5"-18"-4733,-45-155-281,49 170-1462,0 0-1,0 0 1,0 0-1,0 0 0,-1 0 1,1 1-1,-1-1 1,0 0-1,0 1 0,0-1 1,0 1-1,0-1 1,-1 1-1,1 0 0,0 0 1,-1 0-1,0 1 1,1-1-1,-1 0 0,0 1 1,0 0-1,0 0 1,0 0-1,0 0 0,0 0 1,0 0-1,-1 1 0,1 0 1,0-1-1,0 1 1,0 0-1,0 1 0,-1-1 1,1 1-1,0-1 1,0 1-1,0 0 0,0 0 1,0 0-1,0 0 1,0 1-1,0-1 0,-2 3-18,-167 145 158,116-95-93,3 3 0,2 1 0,3 3 0,3 2 0,3 1 0,2 3 0,3 1 0,-8 28-65,34-67 33,2 0-1,1 1 1,1 0 0,1 1 0,2 0-1,2 0 1,0 0 0,2 0 0,2 5-33,-2-31 1,1 1 0,0-1 0,0 1 1,0-1-1,1 1 0,0-1 0,0 0 1,0 0-1,0 0 0,1 0 0,0 0 1,0 0-1,0-1 0,1 0 0,0 1 1,-1-1-1,1-1 0,1 1 0,-1 0 1,1-1-1,-1 0 0,1 0 1,0 0-1,0-1 0,0 0 0,0 0 1,1 0-1,3 1-1,4 0 3,-1-1 1,1 0-1,-1-1 1,1 0-1,-1-1 1,1 0-1,0-1 1,-1-1-1,1 0 1,-1 0-1,0-1 1,6-3-4,14-9 6,0-1-1,-1-2 1,-1-1 0,-1-2-1,0 0 1,-2-2 0,20-22-6,82-83-1045,100-132 1045,-21 22-1744,-149 175-2293</inkml:trace>
  <inkml:trace contextRef="#ctx0" brushRef="#br0" timeOffset="136776.491">25089 662 29790,'0'0'1190,"0"0"-601,-8-21-195,-55-140 337,49 128-690,6 10-38,-2 0 0,0 0 0,-1 1 1,-1 1-1,-1 0 0,-1 0 0,-1 2 1,-1 0-1,-1 0 0,-12-9-3,25 25 0,-1 0 0,1 0 0,-1 0 0,0 1 0,0 0 0,0 0 0,0 1 0,0-1 0,-1 1 0,1 0 0,0 1 0,-1-1 0,1 1 0,0 0 0,-1 0 0,1 1 0,-1-1 0,1 1 0,0 0 0,0 1 0,-1-1 0,1 1 0,0 0 0,1 1 0,-1-1 0,0 1 0,1 0 0,-1 0 0,1 0 0,0 1 0,0-1 0,0 1 0,0 0 0,1 0 0,-107 156 0,89-119 0,3 1 0,1 1 0,2 0 0,2 1 0,2 0 0,2 1 0,-1 25 0,9-63 0,0 0 0,0 0 0,1 0 0,0 1 0,0-1 0,1 0 0,0 0 0,0 0 0,0 0 0,1 0 0,0 0 0,1 0 0,-1-1 0,1 1 0,1-1 0,-1 0 0,1 0 0,0 0 0,0 0 0,1-1 0,0 1 0,3 2 0,8 4-14,0-1-1,1 0 1,0-1 0,1-1 0,0-1-1,0-1 1,1 0 0,0-1 0,0-1-1,0-1 1,1-1 0,-1 0 0,1-1-1,0-2 1,0 0 0,-1-1 0,1-1-1,0 0 1,-1-2 0,1 0-1,-1-1 1,-1-1 0,18-8 14,157-97-1996,-122 54-297</inkml:trace>
  <inkml:trace contextRef="#ctx0" brushRef="#br0" timeOffset="137574.736">25913 816 25101,'0'0'4729,"0"0"-3211,0 0-965,0 0-71,5 3-158,66 50-264,-86-45-60,11-11 0,0 0 0,-1-1 0,1 1 0,1-1 0,-1 0 0,0 0 0,1 0 0,0 0 0,0-1 0,0 1 0,1-1 0,-1 0 0,1 0 0,0 0 0,0 0 0,1 0 0,0 0 0,0 0 0,0 0 0,0-1 0,1 1 0,0 0 0,0-1 0,0 1 0,1 0 0,0-2 0,0 6 0,0 0 0,0 1 0,1-1 0,-1 0 0,0 1 0,0-1 0,1 1 0,-1-1 0,0 1 0,1 0 0,-1 0 0,0-1 0,1 1 0,-1 0 0,1 0 0,-1 0 0,0 1 0,1-1 0,-1 0 0,0 0 0,1 1 0,-1-1 0,0 1 0,1-1 0,-1 1 0,0 0 0,0-1 0,0 1 0,1 0 0,-1 0 0,0 0 0,0 0 0,7 3 0,0 1 0,-1 0 0,1 0 0,-1 1 0,0 0 0,0 0 0,-1 0 0,0 1 0,0 0 0,-1 1 0,1-1 0,-2 1 0,1 0 0,-1 0 0,0 0 0,-1 1 0,0 0 0,0-1 0,-1 1 0,-4-5 0,0-1 0,-1 0 0,0 0 0,1-1 0,-1 1 0,0 0 0,0-1 0,0 0 0,-1 0 0,1 0 0,0 0 0,-1 0 0,1-1 0,-1 1 0,0-1 0,1 0 0,-1 0 0,0 0 0,0-1 0,0 1 0,0-1 0,0 0 0,0 0 0,1-1 0,-1 1 0,0-1 0,0 1 0,0-1 0,0-1 0,-7 2 0,-12 1 0,16 0 0,0 0 0,1-1 0,-1 0 0,0 0 0,0 0 0,0-1 0,0 0 0,0-1 0,1 1 0,-1-1 0,0 0 0,1-1 0,0 0 0,-1 0 0,-2-2 0,8 4-7,0 0-1,1-1 1,-1 1 0,1 0 0,0 0-1,-1-1 1,1 1 0,0 0-1,0 0 1,-1-1 0,1 1 0,0 0-1,0-1 1,1 1 0,-1 0 0,0-1-1,0 1 1,1 0 0,-1 0-1,0-1 1,1 1 0,-1 0 0,1 0-1,0 0 1,-1 0 0,1-1-1,0 1 1,0 0 0,0 0 0,0 0-1,0 1 1,0-1 0,0 0 0,0 0-1,0 0 1,0 1 0,0-1-1,0 1 1,0-1 0,1 1 0,-1-1-1,0 1 1,0 0 0,1-1-1,-1 1 1,0 0 0,1 0 0,0 0 7,41-15-957,5 0-1026</inkml:trace>
  <inkml:trace contextRef="#ctx0" brushRef="#br0" timeOffset="138008.965">27231 173 28966,'0'0'1048,"0"0"-423,0 0-57,-46 130-40,39-81-32,5 1-168,2 1-152,0 0-144,4-3-32,7-3 0,0-2 0,2-5 0,3-5-288,14-7-336,-3-12-736,-5-10-1777</inkml:trace>
  <inkml:trace contextRef="#ctx0" brushRef="#br0" timeOffset="138508.697">27649 108 28790,'0'0'922,"0"0"-310,-19 4-163,7-2-371,2 0-8,0 0 0,0 0 1,0 1-1,0 0 0,1 1 0,0 0 1,-1 0-1,1 1 0,1 1 0,-1-1 1,1 1-1,0 1 0,-6 5-70,-28 39 166,3 1-1,2 2 1,2 2-1,3 1 1,2 1 0,-12 37-166,36-80 2,-18 31-1,3 1 0,2 0 0,2 1 0,3 1 0,1 1 0,2 0 0,-3 47-1,14-89 0,0 0 0,0 0 0,0 0 0,1 0 0,0 0 0,1 0 0,0-1 0,0 1 0,1 0 0,0-1 0,0 1 0,0-1 0,1 0 0,0 0 0,1 0 0,0-1 0,0 0 0,0 0 0,0 0 0,1 0 0,0-1 0,0 0 0,1 0 0,0 0 0,0-1 0,0 0 0,0-1 0,0 0 0,1 0 0,-1 0 0,1-1 0,0 0 0,0 0 0,3-1 0,10 1 0,0-1 0,1-1 0,-1-2 0,0 0 0,0-1 0,0-1 0,-1 0 0,1-2 0,-1-1 0,0 0 0,-1-1 0,0-2 0,0 0 0,-1 0 0,3-4 0,17-12 0,-2-2 0,0-2 0,-2 0 0,-1-3 0,-2-1 0,14-20 0,-18 22 0,-3-1 0,0-1 0,-2-1 0,-2-1 0,-1 0 0,-2-2 0,-2 0 0,-1-1 0,-2 0 0,-2-1 0,3-23 0,-12 50 0,-1-1 0,-1 1 0,0 0 0,-1 0 0,0 0 0,-1 1 0,0-1 0,-1 0 0,0 1 0,-1 0 0,-1 0 0,0 1 0,0-1 0,-1 1 0,-1 0 0,0 1 0,0 0 0,-1 0 0,0 1 0,-1 0 0,0 1 0,0 0 0,-1 0 0,0 1 0,-6-3 0,-1 0 0,-1 0 0,1 2 0,-2 0 0,1 1 0,-1 1 0,0 0 0,0 2 0,-1 0 0,0 2 0,1 0 0,-1 1 0,0 1 0,0 1 0,1 1 0,-1 1 0,1 0 0,-1 2 0,1 1 0,1 0 0,-1 1 0,1 1 0,0 1 0,1 1 0,0 0 0,0 1 0,-15 13 0,20-9-106,0 0 0,1 1 1,0 0-1,1 0 0,1 1 0,1 1 0,0 0 0,2 0 1,0 0-1,1 1 0,0 0 0,2 0 0,0 1 0,-1 18 106,-6 53-2599</inkml:trace>
  <inkml:trace contextRef="#ctx0" brushRef="#br0" timeOffset="138975.381">27327 1948 28054,'0'0'1458,"0"0"-569,0 0-279,0 0-170,0 0-154,0 0-72,19-4 9,-11 2-198,-4 0-15,1 1 0,-1-1 0,0 1-1,0 0 1,1 0 0,-1 1 0,1-1 0,-1 1-1,1 0 1,-1 0 0,1 0 0,-1 1 0,0 0 0,1 0-1,-1 0 1,0 0 0,1 1 0,-1-1 0,0 1-1,0 0 1,0 0 0,-1 1 0,1-1 0,0 1 0,-1 0-1,0 0 1,1 0 0,-1 0 0,0 1 0,0 1-10,7 11 13,0 1 0,-2 0 0,0 0-1,-1 1 1,-1 0 0,0 0 0,-2 0 0,0 1 0,-1 0 0,0 0 0,-2 0 0,-1 0 0,0 0 0,-1 0 0,-1 0 0,-4 16-13,-2 2-8,-2 1-1,-2-1 1,-1-1-1,-2 0 1,-1-1-1,-2 0 1,-17 24 8,-71 107-26,106-165 26,0-1-1,0 1 1,0 0-1,0 0 1,1 0-1,-1 0 0,0 0 1,1 0-1,-1 0 1,0-1-1,1 1 1,-1 0-1,1 0 1,-1-1-1,1 1 0,0 0 1,-1 0-1,1-1 1,0 1-1,-1-1 1,1 1-1,0-1 1,0 1-1,-1-1 0,1 1 1,0-1-1,0 0 1,0 1-1,0-1 1,0 0-1,-1 0 1,1 0-1,0 1 0,0-1 1,0 0-1,0 0 1,0 0-1,0-1 1,0 1-1,0 0 1,0 0-1,-1 0 0,1-1 1,0 1-1,0 0 1,0-1-1,0 1 1,-1-1-1,1 1 1,0-1 0,8 0 3,24-4 2,-1-1 1,0-1-1,0-2 0,-1-1 0,0-2 0,-1-1 0,0-1 1,6-5-6,10-3-468,-2-3 1,0-1 0,-2-2 0,0-2 0,-3-1 0,0-2 0,28-33 467,-21 10-4855</inkml:trace>
  <inkml:trace contextRef="#ctx0" brushRef="#br0" timeOffset="139245.606">28053 1765 30134,'0'0'753,"0"0"-577,0 0-48,0 0 128,142 0-72,-87 0-184,26 0-136,-13 0-648,-7 0-1585</inkml:trace>
  <inkml:trace contextRef="#ctx0" brushRef="#br0" timeOffset="139510.026">28837 1504 30334,'0'0'849,"0"0"-233,-11 132-8,0-59-248,-2 28-360,-4 33 0,6 30 0,-5-2-440,8-40-1056,3-47-6674</inkml:trace>
  <inkml:trace contextRef="#ctx0" brushRef="#br0" timeOffset="139991.945">24613 2153 27054,'0'0'1116,"0"0"-173,0 0-280,0 0-126,0 0-145,0 0-8,18 2-65,-11-2-290,5 1 1,0 0 1,0 0 0,-1 1-1,1 1 1,0 0-1,-1 0 1,1 2 0,-1-1-1,0 1 1,1 1-31,-2-1 9,-1 0-1,0 1 1,0 0 0,-1 0 0,0 1-1,0 0 1,0 0 0,-1 1-1,0 0 1,-1 0 0,1 1 0,-2 0-1,1 0 1,-1 0 0,-1 1 0,1-1-1,-2 1 1,3 9-9,-6 4-22,-1 0-1,-2 0 1,0 0-1,-1 0 1,-2 0 0,0-1-1,-1 0 1,-1 0-1,-1 0 1,-2-1-1,0-1 1,0 0-1,-2 0 1,-1-2 0,0 1-1,-1-2 1,-1 0-1,-1 0 1,-2 0 22,-5 10-29,-6 7 3,20-25 23,1 0 1,0 1-1,0 0 0,1 0 0,0 1 0,1 0 0,1 1 0,0-1 1,0 1-1,-3 12 3,9-22 1,1 1 1,0 0-1,-1-1 1,1 1-1,1-1 1,-1 1-1,0-1 1,0 0-1,1 1 1,0-1-1,-1 0 1,1 0-1,0 0 1,0 0-1,0 0 1,0-1-1,0 1 1,1 0 0,-1-1-1,0 0 1,1 1-1,-1-1 1,1 0-1,-1 0 1,1-1-1,0 1 1,-1-1-1,1 1 1,0-1-1,-1 0 1,1 0-1,0 0 1,0 0-1,-1 0 1,1 0-1,0-1 1,-1 0-1,1 1 1,-1-1-1,1 0 1,0-1-2,13 2 3,21 1-54,0-3-1,-1-1 1,1-1 0,-1-2-1,0-2 1,0-1 0,-1-2-1,8-4 52,166-83-2924,-129 50-1064</inkml:trace>
  <inkml:trace contextRef="#ctx0" brushRef="#br0" timeOffset="140292.639">25576 2214 26118,'0'0'1633,"-3"-16"-689,0-3-783,0 1-1,-2 0 0,0 0 1,-1 0-1,0 1 0,-2 0 1,0 0-1,-1 0 0,0 1 0,-8-9-160,13 21 15,0-1 0,0 1-1,0 0 1,-1 0 0,1 0-1,-1 1 1,0-1 0,0 1-1,0 0 1,-1 1 0,1-1 0,-1 1-1,1 0 1,-1 1 0,0-1-1,0 1 1,0 0 0,1 1-1,-1-1 1,0 1 0,0 0-1,0 0 1,0 1 0,0 0-1,0 0 1,0 1 0,1-1-1,-1 1 1,0 0 0,1 1-1,-3 1-14,-5 6 31,2 1 0,0 1 0,0 0-1,1 0 1,0 1 0,1 0 0,1 1 0,0 0 0,1 0-1,0 1 1,1 0 0,1 0 0,1 0 0,0 1-1,0 0 1,2-1 0,0 1 0,1 0 0,0 0-1,2 7-30,1-18 2,0-1 0,0 1 0,1-1 0,0 0 0,0 0 0,0 0 0,0 0 0,0-1 0,1 1-1,0-1 1,-1 0 0,1 0 0,0 0 0,1-1 0,-1 1 0,0-1 0,1 0 0,-1 0 0,1-1 0,0 1 0,0-1-1,-1 0 1,1 0 0,0-1 0,0 0 0,0 1 0,0-2 0,0 1 0,0 0 0,0-1 0,-1 0 0,1 0-1,0-1 1,2 0-2,-3 2-2,15-2-175,0-2 0,0 0-1,0 0 1,-1-2 0,0 0 0,0-2-1,0 0 1,-1 0 0,13-10 177,17-12-2831</inkml:trace>
  <inkml:trace contextRef="#ctx0" brushRef="#br0" timeOffset="140807.615">22952 2187 28022,'0'0'918,"0"0"-388,0 0-267,0 0 106,20 11 50,133 63 112,-147-73-525,1 0 0,-1 0 0,0 0 0,0 1 0,0 0 0,0 1 0,0-1 0,-1 1 0,1 0 0,-1 0-1,0 1 1,0-1 0,0 1 0,0 0 0,-1 1 0,1-1 0,-1 1 0,0 0 0,0 0 0,-1 0 0,0 1 0,0-1 0,0 1 0,0 0 0,-1 0 0,0 0 0,0 0 0,-1 0 0,0 0 0,1 2-6,-4 13-26,-1 0 0,-1 0 1,-1 0-1,0-1 0,-2 1 1,0-1-1,-1 0 0,-1-1 1,-1 0-1,-1-1 0,0 0 1,-9 9 25,-2 10-48,-11 16-55,12-22 45,1 0-1,2 2 1,1 0-1,2 0 0,1 2 1,1 0-1,2 0 1,1 4 58,10-37-1,0 0 0,-1 0 0,1-1 0,0 1 0,0 0 0,0 0 0,0 0 1,0 0-1,0 0 0,1-1 0,-1 1 0,1 0 0,-1 0 0,1-1 0,0 1 0,-1 0 0,1 0 1,0-1-1,0 1 0,0-1 0,0 1 0,1-1 0,-1 0 0,0 1 0,1-1 0,-1 0 0,1 0 1,-1 0-1,1 0 0,-1 0 0,1 0 0,0 0 0,-1 0 0,1-1 0,0 1 0,0-1 0,0 1 1,-1-1-1,1 0 0,0 0 0,0 0 0,0 0 0,0 0 0,-1 0 0,1 0 0,2-1 1,88-24 27,-61 7-148,0-1 1,-2-1-1,0-2 0,-1-1 1,-2-1-1,0-1 0,-2-1 1,1-3 120,23-29-1918</inkml:trace>
  <inkml:trace contextRef="#ctx0" brushRef="#br0" timeOffset="141066.171">23645 1857 28662,'0'0'768,"0"0"-288,-49 188-200,14-68 1,2 22-153,12-23-128,5-27-1009</inkml:trace>
  <inkml:trace contextRef="#ctx0" brushRef="#br0" timeOffset="141544.925">20905 2406 27886,'0'0'755,"0"0"-296,22-10-127,-3 0-239,137-44 646,-3 49-202,-148 6-533,-1-1 0,1 1 0,-1 1 0,0-1-1,1 1 1,-1 0 0,0 0 0,0 0 0,0 0 0,0 1-1,-1-1 1,1 1 0,-1 0 0,1 0 0,-1 1 0,0-1-1,0 1 1,-1-1 0,1 1 0,-1 0 0,0 0 0,0 0-1,0 0 1,0 0 0,-1 1 0,0-1 0,1 1-1,-2-1 1,1 0 0,0 1 0,-1 4-4,-1 27-12,-1 0 0,-1 0 0,-3-1 0,-1 0 0,-1 0 0,-2 0 0,-1-1 0,-2 0 0,-10 17 12,-14 45-32,-17 80 3,54-175 29,0 0 0,1 0 1,-1 0-1,0 0 0,1 0 1,-1 0-1,1 0 0,-1 0 1,1 0-1,0 0 0,-1 0 1,1 0-1,0 0 0,0 0 1,-1 0-1,1-1 0,0 1 1,0 0-1,0-1 0,0 1 1,0-1-1,0 1 1,0-1-1,0 1 0,0-1 1,0 0-1,0 1 0,1-1 1,-1 0-1,0 0 0,0 0 1,0 0-1,0 0 0,0 0 1,0 0-1,0 0 0,1-1 1,-1 1-1,0 0 0,0-1 1,0 1-1,0 0 0,0-1 1,0 0-1,0 1 0,0-1 1,0 1-1,0-1 1,-1 0-1,1 0 0,0 0 1,0 1-1,-1-1 0,1 0 1,0 0-1,-1 0 0,1 0 1,-1 0-1,36-26-104,-2 0 1,0-2-1,-3-2 1,0-1-1,-2-1 1,15-23 103,-24 32-230,55-69-1499,-10 8-1417</inkml:trace>
  <inkml:trace contextRef="#ctx0" brushRef="#br0" timeOffset="141824.886">21817 1759 24221,'0'0'4354,"0"0"-3204,0 0-833,22 2 9,72 8-13,-90-10-305,-1-1 0,0 1-1,1-1 1,-1 1 0,1 0-1,-1 1 1,1-1 0,-1 0 0,1 1-1,-1 0 1,0 0 0,1 0-1,-1 0 1,0 1 0,0-1 0,0 1-1,0 0 1,0-1 0,0 2-1,0-1 1,0 0 0,-1 0-1,1 1 1,-1-1 0,0 1 0,0 0-1,0 0 1,0 0 0,0 0-1,-1 0 1,1 0 0,-1 0-1,0 1 1,0-1 0,0 0 0,0 1-1,-1-1 1,0 1 0,1-1-1,-1 1 1,0-1 0,0 1 0,-1-1-1,1 1 1,-2 2-8,-2 11-10,-1 0 0,-1 0 1,-1 0-1,0 0 0,-1-1 0,-1 0 0,0-1 0,-1 0 1,-1 0-1,0-1 0,-1-1 0,-1 0 0,0-1 1,-15 11 9,51-29-239,114-67-991,-68 36-834</inkml:trace>
  <inkml:trace contextRef="#ctx0" brushRef="#br0" timeOffset="142440.526">20683 3578 28870,'0'0'1464,"0"0"-1255,0 0 23,178-64 40,-99 35 104,4 1-120,3 3-112,-1 3-80,1 6-40,-5 6-24,-5 8 0,3 2-136,26 12-192,-21 10-761,-10-2-1831</inkml:trace>
  <inkml:trace contextRef="#ctx0" brushRef="#br0" timeOffset="142741.352">23482 3664 30511,'0'0'880,"0"0"-656,0 0-168,0 0-40,0 0 40,152-104 136,-30 68 80,34 7-56,8 5-144,-4 14-40,-11 10-32,-13 4-72,0 14-320,-35 0-840,-24-8-137</inkml:trace>
  <inkml:trace contextRef="#ctx0" brushRef="#br0" timeOffset="143007.543">25396 3493 30743,'0'0'1120,"0"0"-640,127-69-256,-57 39-168,5-1-56,32-25-464,-17 7-664,-15-2-5474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03:56.8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542 0 28774,'0'0'712,"0"0"-448,-60 129-136,-5-5 112,-12 26 48,-9 6-47,5-3-57,16-9-96,10-7-56,18-27-32,21-27-32,16-12-368,18-28-489,6-15-1479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03:57.0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480 0 24093,'0'0'5729,"0"0"-5233,-85 128-103,32-53-201,-13 24 88,-6 21-56,0 18-96,12-9-64,19-31-64,19-33-40,13-23-176,9-5-256,9-9-785,13-14-1487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03:57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380 0 29726,'-31'107'640,"-17"17"-263,-11 18-193,2-10 136,4-12-16,5-3-176,9-19-88,10-23-40,14-29 0,15-25-264,20-11-600,6-10-1417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03:57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577 1 30647,'-70'130'752,"-18"28"-376,-11 27-256,9-5 96,16-11 32,10 3-248,18-20-64,16-42-512,14-45-897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04:14.3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14721 23885,'0'0'4574,"0"0"-3211,0 0-1012,16-22 60,230-337 401,-63 8-429,-147 290-303,-35 60-80,0 1 1,0-1-1,0 1 0,0 0 1,-1-1-1,1 1 0,0 0 1,0 0-1,0-1 0,0 1 1,0 0-1,0 0 0,0 0 1,0 0-1,0 0 0,0 1 1,-1-1-1,1 0 0,0 0 1,0 0-1,0 1 1,0-1-1,0 0 0,0 1 1,-1-1-1,1 1 0,0-1 1,0 1-1,-1 0 0,1-1 1,0 1-1,-1 0 0,1-1 1,0 1-1,-1 0 0,1 0 1,-1-1-1,0 1 1,1 0-1,-1 0 0,1 0 1,-1 0-1,0 0 0,0 0 1,0-1-1,0 1 0,1 0 1,-1 0-1,0 0 0,0 0 1,-1 0-1,1 0 0,0 0 1,0 0-1,0 0 0,-1 0 1,1 0-1,39 297 22,-32-199-11,14 143 12,-21-236-19,0 1 0,0 0-1,1 0 1,0-1 0,0 1 0,0-1 0,1 1 0,0-1 0,1 1-1,-1-1 1,1 0 0,0 0 0,0 0 0,1 0 0,0-1 0,0 1-1,0-1 1,1 0 0,0 0 0,0-1 0,0 0 0,0 1 0,1-2-1,-1 1 1,1-1 0,0 1 0,0-2 0,5 3-4,-6-7 8,-1 0 1,0 0 0,1-1-1,-1 1 1,0-1 0,0 0-1,0 0 1,-1-1-1,1 1 1,-1-1 0,0 1-1,0-1 1,0 0-1,0 0 1,-1-1 0,0 1-1,0 0 1,0-1-1,0 0 1,0 1 0,-1-1-1,0-2-8,2 0 6,26-76 6,-4-1 0,-4-2 1,-3 0-1,0-37-12,-6 68-1,-8 64-9,2 327 21,-7 354 34,2-641-43,-3-1-1,-2 1 1,-2-1-1,-2 0 1,-2 0-1,-2-1 1,-2-1-1,-4 6-1,18-50 1,0-1 1,0 1-1,0 0 0,-1-1 0,1 1 1,0 0-1,-1-1 0,1 1 0,-1 0 1,1-1-1,-1 1 0,0 0 0,1-1 0,-1 1 1,0-1-1,0 0 0,0 1 0,0-1 1,-1 0-1,1 0 0,0 1 0,-1-1 1,1 0-1,0 0 0,-1 0 0,1-1 1,-1 1-1,1 0 0,-1-1 0,0 1 0,1 0 1,-1-1-1,0 0 0,1 1 0,-1-1 1,0 0-1,1 0 0,-1 0 0,0 0 1,0 0-1,1-1 0,-1 1 0,0 0 0,1-1 1,-1 1-1,0-1 0,1 0 0,-1 1 1,1-1-1,-1 0 0,1 0 0,-1 0 1,1-1-2,-5-14-7,0 0 1,2-1-1,0 0 1,1 0-1,1 0 0,0-1 1,1 1-1,1 0 1,1-7 6,-1 3-9,3-37-266,1 0 1,4 1-1,2-1 1,2 2 0,3 0-1,2 0 1,2 2-1,22-41 275,5-3-2444</inkml:trace>
  <inkml:trace contextRef="#ctx0" brushRef="#br0" timeOffset="299.081">1949 13932 28486,'0'0'839,"0"0"-191,-18 20-56,-125 117 72,75-84-640,2 3-1,2 3 1,3 2-1,3 3 1,-10 18-24,63-76-1,0 0 0,1 1 0,-1 0 1,1 0-1,0 0 0,1 1 0,0-1 1,0 1-1,1 0 0,0 0 0,0 0 1,0 0-1,1 0 0,0 6 1,3-10 1,0-1 0,0 1-1,0 0 1,0-1 0,1 0 0,-1 1-1,1-1 1,0 0 0,0 0 0,0 0 0,0-1-1,0 1 1,1-1 0,-1 0 0,1 0-1,0 0 1,-1 0 0,1 0 0,0-1 0,0 0-1,0 0 1,0 0 0,0 0 0,1-1 0,-1 1-1,0-1 1,0 0 0,0-1 0,0 1-1,0-1 1,1 1 0,-1-1 0,1-1-1,-2 2 2,194-16-69,-35-17-2002,-98 20-1377</inkml:trace>
  <inkml:trace contextRef="#ctx0" brushRef="#br0" timeOffset="-45839.126">3538 11984 27094,'0'0'2592,"0"0"-2048,-57 137-119,33-59-97,-6 29 0,-8 37-112,-8 47-144,-2 16-48,9-5-24,10-21-232,18-47-376,5-41-1049,1-34-4840</inkml:trace>
  <inkml:trace contextRef="#ctx0" brushRef="#br0" timeOffset="-45553.021">4827 13107 29326,'0'0'2081,"0"0"-1865,-59 156-144,11-71-48,-5 7-24,3 1-16,4 17-312,13-23-833,11-26-2543</inkml:trace>
  <inkml:trace contextRef="#ctx0" brushRef="#br0" timeOffset="-45271.986">6033 12712 31343,'-8'-24'460,"-46"-174"-283,41 114-109,11 58-114,-2 0 0,-1 0 0,-1 0 0,-1 0 1,-1 1-1,-1 1 0,-2-2 46,9 23-11,0-1 1,0 1-1,0 0 0,-1 0 1,1 0-1,-1 1 1,0-1-1,0 1 0,0-1 1,0 1-1,0 0 1,-1 0-1,1 0 0,-1 1 1,1-1-1,-1 1 0,1 0 1,-1 0-1,0 0 1,0 0-1,0 1 0,1-1 1,-1 1-1,0 0 1,0 0-1,0 1 0,0-1 1,1 1-1,-1 0 1,0 0-1,0 0 0,1 0 1,-1 1-1,1-1 1,-1 1-1,1 0 0,0 0 1,0 0-1,0 1 1,0-1-1,0 1 0,-1 0 11,-17 17-8,0 0-1,2 1 0,0 2 0,1-1 0,2 2 0,0 0 1,2 1-1,-12 26 9,3-6 17,2 1 1,1 1 0,3 0-1,2 2 1,2 0 0,2 0 0,2 1-1,2 0 1,3 1 0,2-1-1,2 6-17,1-48 7,-1-1-1,2 0 0,-1 0 1,1 0-1,0 0 1,1 0-1,0-1 0,0 1 1,0-1-1,1 0 0,0 1 1,0-2-1,0 1 0,1 0 1,0-1-1,0 0 0,0 0 1,1 0-1,0-1 1,-1 0-1,2 0 0,-1 0 1,0-1-1,1 0 0,-1 0 1,1-1-1,0 0 0,0 0 1,0 0-1,7 0-6,11-1-4,0-1-1,1-1 1,-1-1-1,0-2 0,0 0 1,0-2-1,-1 0 1,1-2-1,-2 0 1,1-2-1,-1-1 1,-1-1-1,0 0 1,0-2-1,-2 0 1,1-2-1,13-13 5,0 5-60,113-83-576,-21 6-917</inkml:trace>
  <inkml:trace contextRef="#ctx0" brushRef="#br0" timeOffset="-44922.436">7282 12673 30262,'0'0'750,"0"0"-425,0 0-58,-3-17 131,-39-252 62,42 264-472,0 1 0,0-1-1,-1 1 1,0-1 0,0 1 0,0-1 0,0 1 0,-1 0 0,0 0 0,0 0 0,0 0 0,0 0 0,0 0 0,-1 0 0,0 1 0,0-1 0,0 1 0,0 0 0,0 0 0,-1 0 0,1 0 0,-1 1 0,0-1 0,0 1 0,0 0 0,0 0 0,0 0 0,0 1 0,-1-1 0,1 1 0,0 0-1,-1 1 1,1-1 0,-1 1 0,1-1 0,-1 1 0,1 1 0,-1-1 0,1 1 0,-1 0 0,-2 0 12,-6 8-15,0 1 1,1 0-1,1 1 0,-1 0 0,2 0 0,-1 1 1,2 1-1,-1 0 0,2 0 0,0 1 1,1 0-1,-2 5 15,-15 32-7,2 1 1,3 1-1,2 1 1,2 0-1,3 2 1,2-1-1,3 1 1,2 0-1,2 25 7,3-76-2,-1 0 0,1-1 0,0 1 0,0 0 0,1-1 0,-1 1 0,1 0 0,0-1 0,0 1 0,1-1 0,-1 1 0,1-1 0,0 0 0,0 1 0,0-1 0,1 0 0,0-1 0,-1 1 0,1 0 0,1-1 0,-1 1 0,0-1 0,1 0 0,0 0 0,0 0 0,0-1-1,0 0 1,0 1 0,1-1 2,7 4 3,1-1-1,0 0 0,-1-1 0,1 0 0,0-1 0,1 0 1,-1-1-1,1-1 0,-1 0 0,1-1 0,-1-1 0,1 0 0,-1 0 1,0-1-1,0-1 0,1 0 0,-2-1 0,10-4-2,215-116-50,-237 124 49,286-204-1268,-188 122-901</inkml:trace>
  <inkml:trace contextRef="#ctx0" brushRef="#br0" timeOffset="-44603.4">8770 12833 29718,'0'0'741,"0"0"-124,-13-19-210,-39-75-143,39-23-112,4-253-154,9 364-15,-1 1-1,0-1 1,0 0-1,0 0 1,-1 1-1,1-1 1,-1 1-1,-1-1 1,1 1-1,-1 0 1,0 0-1,0 0 1,0 0-1,-1 0 1,1 1-1,-1-1 1,-1 1-1,1 0 1,0 0-1,-1 1 1,0 0-1,0-1 1,0 1-1,0 1 1,0-1-1,-1 1 1,1 0-1,-1 0 1,1 1-1,-1-1 1,0 1-1,0 1 1,0-1-1,1 1 1,-1 0-1,0 0 1,0 1-1,0-1 1,0 1 17,-13 6-3,0 0 1,1 0 0,0 2 0,0 0-1,1 1 1,0 1 0,1 1 0,0 0-1,1 1 1,0 1 0,1 0 0,1 1-1,0 0 1,1 1 0,1 1 0,0-1-1,1 2 1,1 0 0,-6 17 2,-4-2 36,1 1 1,2 1-1,1 1 1,2 0-1,2 0 1,1 1-1,2 1 1,1-1-1,2 1 1,2 0-1,2 1 0,1 10-36,0-41 4,0 1-1,1-1 0,0 0 1,0 0-1,1 0 0,0 0 1,0 0-1,1 0 0,0-1 1,0 1-1,1-1 0,0 0 1,1 0-1,-1 0 0,1-1 0,0 1 1,1-1-1,0 0 0,0-1 1,0 1-1,0-1 0,1-1 1,0 1-1,0-1 0,0 0 1,0 0-1,1-1 0,0 0 1,-1-1-1,1 0 0,0 0 0,0 0 1,6 0-4,17 0-67,1-1 0,0-1 1,-1-1-1,0-2 0,1-2 1,-1 0-1,4-4 67,107-36-995,-11-14-952</inkml:trace>
  <inkml:trace contextRef="#ctx0" brushRef="#br0" timeOffset="-44256.015">10024 12564 30879,'0'0'910,"0"0"-552,-4-18-137,-32-201 178,-5 67-405,39 147 0,-1 0 0,0 0-1,0 1 1,0-1-1,-1 0 1,1 1 0,-1 0-1,0 0 1,-1 0-1,1 1 1,-1-1 0,1 1-1,-1 0 1,0 0-1,0 1 1,0-1 0,-1 1-1,1 0 1,0 1-1,-1-1 1,0 1 0,1 0-1,-1 1 1,0-1-1,1 1 1,-5 0 6,-2 2-6,0 0 1,0 1-1,0 0 0,1 1 1,-1 0-1,1 1 0,0 1 1,0-1-1,1 2 0,-1-1 1,2 1-1,-1 1 1,1 0-1,0 0 0,0 1 1,1 0-1,-5 8 6,-17 18-1,1 1 0,2 1 0,2 2 0,1 1 0,2 1 0,2 0 0,2 2 0,1 0 0,3 1-1,1 0 1,3 1 0,1 1 0,2-1 0,1 25 1,4-62 0,1 0-1,0 0 1,0 0 0,1 0-1,-1 0 1,2 0-1,-1 0 1,1 0 0,1 0-1,-1-1 1,1 1-1,1 0 1,-1 0 0,1-1-1,1 0 1,-1 0-1,1 0 1,1 0-1,-1 0 1,1-1 0,0 0-1,0 0 1,1 0-1,0 0 1,0-1 0,4 2 0,4 1 2,1-1 0,1 0-1,-1-1 1,1-1 0,0 0 0,0-2 0,0 1 0,1-2 0,-1 0 0,1-1 0,-1-1 0,1-1 0,-1 0 0,1-1 0,-1 0 0,14-5-2,17-6-30,0-2-1,-1-2 1,0-2 0,-2-2 0,2-3 30,295-177-589,-213 115-113</inkml:trace>
  <inkml:trace contextRef="#ctx0" brushRef="#br0" timeOffset="-43905.785">11142 12854 25589,'0'0'3680,"0"0"-2420,0 0-802,-13-19-154,4 7-250,2 3-23,1 1 1,0-1 0,1 0-1,0 0 1,0 0 0,1-1-1,0 1 1,0-1 0,2 0-1,-1 0 1,1-1 0,0 1-1,1 0 1,0-6-32,15-269 121,-14 281-122,0-1 0,-1 1 0,0 0 0,0-1 0,0 1 0,0 0 0,0 0 0,-1 0 0,0 0 0,0 0 0,0 1 0,0-1 0,-1 0 0,1 1 0,-1 0 0,0-1 0,0 1 0,0 0 0,-1 1 0,1-1 0,-1 0-1,1 1 1,-1 0 0,0 0 0,0 0 0,0 0 0,0 1 0,0 0 0,0-1 0,0 2 0,0-1 0,-1 0 0,1 1 0,0 0 0,-1 0 0,1 0 0,-4 0 1,-8 3-4,0 0 0,0 0 0,0 2 1,0 0-1,1 1 0,-1 0 0,2 1 0,-1 1 1,1 0-1,0 1 0,0 1 0,1 0 0,1 0 1,0 2-1,0-1 0,1 2 0,1-1 0,0 1 1,0 1-1,-5 11 4,-21 24 45,2 2 0,2 1-1,3 2 1,2 0 0,2 2 0,3 1 0,2 1 0,3 1 0,2 0-1,3 1 1,0 24-45,10-77 16,0-1-1,0 1 1,1 0-1,0-1 1,0 1-1,1 0 1,-1 0-1,1 0 0,1-1 1,0 1-1,0 0 1,0 0-1,0-1 1,1 1-1,1-1 1,-1 1-1,1-1 1,0 0-1,0 0 1,0 0-1,1 0 1,0-1-1,0 1 1,1-1-1,0 0 0,0 0 1,0-1-1,0 0 1,0 0-1,6 3-15,7-1 2,1-1-1,-1-1 0,1-1 1,0-1-1,0 0 0,0-2 1,0 0-1,0-1 0,0 0 1,0-2-1,2-1-1,61-15 0,0-4 0,-2-4 0,0-3 0,-3-3 0,0-4 0,-2-3 0,12-13 0,76-52-168,-52 17-672</inkml:trace>
  <inkml:trace contextRef="#ctx0" brushRef="#br0" timeOffset="-41670.375">15966 13024 28846,'0'0'1865,"0"0"-1152,6-22-385,39-158 238,-22-23-514,-23 200-64,0-1 1,0 1 0,0 0 0,0 0-1,-1 0 1,1 0 0,-1 0-1,0 0 1,0 0 0,0 0 0,0 0-1,-1 1 1,1-1 0,-1 0 0,0 1-1,0-1 1,0 1 0,0 0 0,0-1-1,0 1 1,0 0 0,-1 0 0,1 1-1,-1-1 1,0 0 0,1 1 0,-1-1-1,0 1 1,0 0 0,0 0-1,0 0 1,0 1 0,0-1 0,0 1-1,0-1 1,0 1 0,0 0 0,0 0-1,-1 0 1,1 1 0,0-1 0,0 1-1,0 0 1,0 0 0,-2 1 11,-7 0-17,0 2 0,0 0 0,0 0 0,1 1 0,-1 0 0,1 1 0,0 0 0,1 1 0,0 0 0,0 1 0,0 0 0,1 1 0,0 0 0,-7 9 17,-22 26-4,1 1-1,2 2 0,2 1 0,3 2 1,2 1-1,2 2 0,-16 44 5,35-80 13,0 1-1,2 0 1,0 0-1,0 0 1,2 0 0,0 1-1,1-1 1,1 1-1,2 11-12,-1-25 10,1-1-1,0 0 0,0 1 0,1-1 1,-1 0-1,1 0 0,0 0 0,0 0 1,1-1-1,-1 1 0,1 0 0,-1-1 1,1 0-1,0 0 0,1 0 0,-1 0 1,0 0-1,1 0 0,-1-1 0,1 0 1,0 0-1,0 0 0,0 0 0,0 0 1,0-1-1,2 1-9,111 17 205,-94-21-206,0-1-1,0-2 1,-1 0 0,1-1-1,-1-1 1,0-1 0,-1-1-1,0-1 1,0-1 0,-1 0-1,-1-2 1,0 0 0,0-1-1,-1-1 1,-1-1 0,-1-1-1,7-8 2,65-66-851,-15 0-1532</inkml:trace>
  <inkml:trace contextRef="#ctx0" brushRef="#br0" timeOffset="-41419.612">16909 13369 28574,'0'0'2881,"0"0"-2417,0 0-408,0 0-56,0 0-680,0 0-5834</inkml:trace>
  <inkml:trace contextRef="#ctx0" brushRef="#br0" timeOffset="-42251.218">12602 12525 29182,'0'0'2305,"0"0"-1737,-26-136-120,26 106-184,0 22-264,4 8 0,18 4 0,11 18 0,6 2 0,12 3 0,3-3 0,12 0 0,4-1 0,33 1 0,-17-6-1360,-14-8-4089</inkml:trace>
  <inkml:trace contextRef="#ctx0" brushRef="#br0" timeOffset="-41956.034">13492 12671 30142,'0'0'681,"0"0"-297,0 0-248,164-24-136,-89 10-176,-5-3-1641</inkml:trace>
  <inkml:trace contextRef="#ctx0" brushRef="#br0" timeOffset="-41955.034">14419 12620 29662,'0'0'777,"0"0"-257,0 0-344,114 84-176,-50-66-152,6-10-737</inkml:trace>
  <inkml:trace contextRef="#ctx0" brushRef="#br0" timeOffset="-26660.115">10949 13675 27254,'0'0'1193,"0"0"-563,28-1-126,459-29 794,-38 19-710,1 20 0,255 44-588,900 133 415,646-5-121,-2225-180-291,133 14-3,-157-16-6,1 1 0,-1 0 0,1 0 0,0 0-1,-1 0 1,1 1 0,-1-1 0,1 1 0,-1-1 0,1 1 0,-1 0 0,0 0-1,1 0 1,-1 0 0,0 0 0,0 1 0,0-1 0,0 1 0,0-1 0,0 1-1,0 0 1,0 0 0,0 0 0,-1 0 0,1 0 0,-1 0 0,0 0 0,0 0-1,1 1 1,-1-1 0,-1 0 0,1 1 0,0-1 0,-1 1 0,1-1 0,-1 1-1,1-1 1,-1 1 0,0-1 0,0 1 0,-1-1 0,1 1 0,0 0 0,-1-1-1,0 1 1,1-1 0,-1 0 0,0 1 0,0-1 0,0 0 0,-1 1 0,1-1-1,0 0 1,-1 0 0,0 0 0,1 0 0,-1 0 0,0-1 0,-1 2 6,-106 42-1245,56-35-230</inkml:trace>
  <inkml:trace contextRef="#ctx0" brushRef="#br0" timeOffset="-24356.594">11423 11980 28438,'0'0'827,"0"0"-256,-15-18-209,-51-61 15,61 75-352,0-1 0,-1 1 1,0 0-1,0 0 1,0 1-1,0 0 1,0 0-1,-1 0 1,1 1-1,-1-1 1,0 2-1,0-1 0,0 1 1,0 0-1,0 0 1,0 1-1,0 0 1,0 0-1,0 1 1,0 0-1,1 0 1,-1 1-1,-3 1-25,-3 1 3,1 0 0,1 1 0,-1 0 0,1 1-1,0 1 1,0 0 0,1 0 0,-1 1 0,2 0 0,-1 1 0,1 0 0,-5 7-3,-31 36 8,2 1 0,2 2 0,3 2 0,2 2 0,3 1 1,3 2-1,2 1 0,3 1 0,0 9-8,10-26 54,3 0-1,1 0 1,3 1 0,2 0 0,1 0-1,3 1 1,3 23-54,-1-63 19,0 0-1,0 0 1,1 0-1,0 0 1,1-1 0,0 1-1,0 0 1,1-1-1,0 1 1,0-1-1,1 0 1,0 0 0,1 0-1,0-1 1,0 1-1,0-1 1,1 0-1,0-1 1,0 0 0,1 0-1,0 0 1,0 0-1,0-1 1,1 0-1,-1-1 1,1 0 0,5 2-19,3-1 6,0-1 1,0 0 0,1-1-1,0-1 1,-1-1 0,1 0-1,0-1 1,0 0 0,0-2-1,-1 0 1,1-1 0,-1-1-1,1 0 1,-1-1 0,0-1-1,-1 0 1,0-1 0,0-1-1,0 0 1,-1-1 0,0-1-1,11-10-6,11-13 8,0-2 0,-2-2 0,-2-1 0,-2-1 0,-1-2-1,-2-1 1,-2-1 0,-2-1 0,9-24-8,-15 24-36,-1-1 1,-3-1 0,-1 0-1,-2-1 1,-3 0-1,-1 0 1,-3 0-1,-2-1 1,-1 1-1,-4-7 36,-35-164-2920,12 133-2003</inkml:trace>
  <inkml:trace contextRef="#ctx0" brushRef="#br0" timeOffset="-40520.94">7247 4912 26078,'0'0'3022,"0"0"-1968,0 0-629,0 0-44,24-5 23,161-26 210,217 26-185,779 72-177,-952-67-1548,-170-12-1773</inkml:trace>
  <inkml:trace contextRef="#ctx0" brushRef="#br0" timeOffset="-48450.853">7539 3182 22189,'0'0'6085,"0"0"-4435,0 0-1368,14-18-94,-3 3-142,-5 6-11,0 0 0,1 0 0,1 0 0,-1 1 0,2 0 0,-1 1 0,1 0 0,0 0 0,0 0 0,1 2 0,-1-1 0,1 1 0,9-3-35,0 1 44,0 1 1,0 0-1,1 2 1,0 0-1,0 2 1,0 0-1,0 1 1,0 1 0,0 0-1,0 2 1,0 0-1,0 2 1,0 0-1,-1 1 1,0 1-1,0 1 1,0 0 0,-1 2-1,0 0 1,0 1-1,-1 1 1,1 1-45,30 32 78,-3 2-1,-1 2 1,-3 2 0,-1 1-1,-3 2 1,-3 2 0,17 37-78,64 119 109,-61-107-58,3-3 0,5-2-1,49 56-50,-100-140-7,1 0 0,1-1-1,0-1 1,1 0 0,0 0 0,1-2-1,0 0 1,1 0 0,1-2-1,-1 0 1,1-1 0,1 0 0,-1-2-1,1 0 1,8 1 7,-17-7-111,1-1 0,-1-1 0,1 0 0,-1 0 0,0-1 0,0 0 0,0 0 0,0-1 0,-1 0 0,1-1 0,-1 0 0,0 0-1,-1 0 1,1-1 0,-1-1 0,0 1 0,-1-1 0,1 0 0,-1-1 0,-1 1 0,1-1 0,-1 0 0,0-2 111,45-65-2843</inkml:trace>
  <inkml:trace contextRef="#ctx0" brushRef="#br0" timeOffset="-48170.764">9503 2782 11674,'0'0'17868,"0"0"-16899,-209 189-433,58-3-192,-31 47-88,-15 25-136,2 14-120,8-6-16,47-64-472,17-35-1233</inkml:trace>
  <inkml:trace contextRef="#ctx0" brushRef="#br0" timeOffset="-35890.855">4838 1048 28894,'-9'19'859,"-91"243"257,-7 165-178,19 4 1,1 142-939,85-563 1,-47 321 9,14 2 0,12 92-10,23-413-6,0-10 5,-1-1-1,0 0 1,1 1-1,-1-1 1,1 1 0,0-1-1,0 0 1,-1 1-1,1-1 1,0 1-1,0-1 1,0 1 0,0-1-1,1 1 1,-1-1-1,0 1 1,1-1 0,-1 0-1,1 1 1,-1-1-1,1 0 1,-1 1 0,1-1-1,0 0 1,0 0-1,0 1 1,0-1 0,0 0-1,0 0 1,0 0-1,0 0 1,0 0 0,0-1-1,1 1 1,-1 0-1,0 0 1,1-1 0,-1 1-1,0-1 1,1 1-1,-1-1 1,1 0 0,-1 0-1,0 1 1,1-1-1,1 0 2,43-25-377,-24-2 115,-1-1 0,-1-1 0,-1-1-1,-2 0 1,-1-2 0,6-17 262,-9 22-253,59-134-2930,-18 2-5787</inkml:trace>
  <inkml:trace contextRef="#ctx0" brushRef="#br0" timeOffset="-35457.704">4847 1425 29270,'0'0'731,"36"-3"-356,348-22 145,1680-72 563,-1013 10-1124,169-9-506,-742 91 99,-475 4 430,0 0 0,0 0 1,0 1-1,0-1 0,0 1 0,0-1 1,0 1-1,0 0 0,0 0 1,0 1-1,1-1 0,-1 1 1,0-1-1,-1 1 0,1 0 1,0 0-1,0 0 0,0 1 1,0-1-1,-1 0 0,1 1 0,-1 0 1,1 0-1,-1 0 0,0 0 1,0 0-1,1 0 0,-2 1 1,1-1-1,0 0 0,0 1 1,-1 0-1,1-1 0,-1 1 1,0 0-1,0 0 0,0 0 1,0 0-1,0 0 0,-1 0 0,0 0 1,1 1 17,-6 2 12,0-1 0,0 0 0,-1-1 0,1 1 0,-1-1 0,0 0 0,0-1 0,-1 1 0,1-1 0,-1 0 0,1-1 0,-1 0 0,0 0 0,0 0 0,0-1 0,0 0 0,0 0 0,0-1 0,-1 0 0,1 0 0,0-1-12,4 2 20,-25 0 75,25-2-72,0 0 0,0 0 0,0 1 0,-1 0 0,1 0-1,0 0 1,0 0 0,0 0 0,-1 0 0,1 1 0,0-1 0,0 1 0,0 0 0,0 0-1,0 1 1,0-1 0,0 0 0,1 1 0,-1 0 0,0-1 0,1 1 0,-1 0 0,1 0-1,0 1 1,-1-1 0,1 0 0,0 1 0,1 0 0,-1-1 0,0 1 0,1 0 0,-1 0-1,1 0 1,-1 2-23,-5 130 286,2 248 203,-18-1-1,-50 247-488,63-568-40,-10 61-316,-4-1 0,-6-1 0,-6 1 356,11-62-1550</inkml:trace>
  <inkml:trace contextRef="#ctx0" brushRef="#br0" timeOffset="-35174.531">4750 3891 30503,'0'0'656,"0"0"-536,220 39 16,14-19 40,77-8 136,75-12 48,59-4-112,33-22 0,50 2-240,29 11-8,19 13 0,-137 1-304,-80 17-1304</inkml:trace>
  <inkml:trace contextRef="#ctx0" brushRef="#br0" timeOffset="-37862.385">12297 1732 25165,'0'0'3640,"0"0"-2355,0 0-654,0 0-95,0 0-30,-3-3-121,2 2-378,-1 1-1,1 0 0,0-1 1,-1 1-1,1 0 0,-1 0 1,1 0-1,0 0 0,-1 0 1,1 0-1,0 1 0,-1-1 1,1 0-1,0 1 0,-1-1 1,1 1-1,0-1 0,0 1 1,-1 0-1,1-1 1,0 1-1,0 0 0,0 0 1,0 0-1,0 0 0,0 0 1,0 0-1,0 0 0,0 0 1,1 0-1,-1 0 0,0 1 1,1-1-1,-1 0 0,1 0 1,-1 1-1,1-1 0,0 0 1,-1 1-1,1-1 0,0 0 1,0 1-1,0-1 0,0 1 1,0-1-1,0 0 1,1 1-1,-1-1 0,0 0 1,1 2-7,-5 6 24,-190 475 268,-158 445-307,340-891 15,-3 2 0,2 1 0,2 0 0,2 1 0,1 0 0,2 0 0,1 40 0,5-80-1,0-1 0,1 1-1,-1 0 1,1 0 0,0-1 0,-1 1 0,1 0-1,0-1 1,0 1 0,0-1 0,0 1 0,0-1 0,0 0-1,1 1 1,-1-1 0,0 0 0,1 0 0,-1 0-1,1 0 1,-1 0 0,1 0 0,0 0 0,-1 0-1,1-1 1,0 1 0,-1-1 0,1 1 0,0-1-1,0 0 1,-1 1 0,1-1 0,0 0 0,0 0-1,0 0 1,0-1 0,0 1 1,78-15-821,-12-24-972</inkml:trace>
  <inkml:trace contextRef="#ctx0" brushRef="#br0" timeOffset="-37490.465">13981 2488 30583,'0'0'1158,"0"0"-759,0 0-273,0 0-40,-7-20 105,-31-125 0,39 139-190,-1 1 0,0 0 0,-1 0 0,1-1 0,-1 1 0,0 0 0,-1 0 0,1 0 0,-1 0 0,0 0 0,0 0 0,-1 0 0,1 1 0,-1-1 0,0 1 0,0 0 0,0 0 0,-1 0 0,0 0 0,0 0 0,0 1 0,0 0 0,0 0 0,0 0 0,-1 0 0,0 1 0,1-1 0,-1 1 0,0 0 0,-5-1-1,-12 5-4,0 1-1,0 0 0,1 2 1,-1 1-1,1 0 0,0 1 0,1 2 1,0 0-1,0 1 0,1 1 1,0 0-1,1 2 0,1 0 0,0 1 1,0 1-1,2 0 0,-3 5 5,-27 23-2,2 3 0,2 2 0,2 1 0,3 2 0,1 1 0,-16 38 2,42-75 0,1 1 0,1 0 0,0 1 0,2-1 0,-1 1 0,2 0 0,1 1 0,-2 14 0,6-26 0,0-1 0,1 0 0,0 0 0,0 1 0,0-1 0,1 0 0,-1-1 0,1 1 0,0 0 0,1-1 0,-1 0 0,1 1 0,0-1 0,0-1 0,0 1 0,0-1 0,1 1 0,0-1 0,-1 0 0,1-1 0,0 1 0,0-1 0,1 0 0,-1-1 0,0 1 0,1-1 0,-1 0 0,0 0 0,1 0 0,-1-1 0,1 0 0,0 0 0,-1-1 0,1 1 0,0-1 0,24 0-48,0-2-1,0-1 1,0-1-1,-1-1 0,1-2 1,-2-1-1,1-1 1,-1-1-1,-1-2 0,0-1 1,2-2 48,-13 8-54,108-57-701,-22 5-768</inkml:trace>
  <inkml:trace contextRef="#ctx0" brushRef="#br0" timeOffset="-37118.974">14866 2652 29734,'0'0'619,"0"0"-233,0 0 10,0 0 76,7-17-135,21-57-171,-26 71-165,0-1 1,0 1 0,0 0 0,0-1 0,-1 1 0,0-1 0,0 1 0,0-1 0,0 1-1,0-1 1,-1 0 0,1 0 0,-1 1 0,0-1 0,0 0 0,-1 0 0,1 1 0,-1-1-1,0 0 1,1 1 0,-2-1 0,1 1 0,0-1 0,-1 1 0,0-1 0,0 1 0,0 0 0,0 0-1,0 0 1,0 0 0,-1 0 0,0 1 0,1-1 0,-1 1 0,0-1 0,0 1 0,0 0-1,-1 0 1,1 1 0,0-1 0,-1 1 0,1-1 0,-3 1-2,-6 0-11,1 0 1,-1 1 0,1 1-1,-1 0 1,1 1-1,0 0 1,-1 0 0,1 1-1,0 1 1,1 0-1,-1 0 1,1 1 0,0 1-1,0 0 1,0 0-1,1 1 1,0 0-1,0 0 1,0 1 0,1 0-1,1 1 1,-1 0-1,1 0 1,1 1 10,-7 8-10,1 1 0,0 0 1,2 1-1,0 1 0,2 0 1,0 0-1,1 0 0,2 1 0,0 0 1,1 0-1,1 0 0,1 1 10,2 91-151,0-111 145,0-1 0,0 1 0,1 0 0,-1 0 0,1 0 0,0 0-1,0 0 1,0 0 0,0-1 0,0 1 0,1 0 0,-1-1 0,1 1-1,0-1 1,0 0 0,0 1 0,0-1 0,0 0 0,0 0 0,0 0-1,1 0 1,-1-1 0,1 1 0,-1-1 0,1 1 0,0-1 0,0 0-1,-1 0 1,1 0 0,0-1 0,0 1 0,0-1 0,0 1 0,0-1-1,0 0 1,0 0 0,0 0 0,0-1 0,0 1 0,1-1 6,119-38 37,337-218-1073,-346 195-827</inkml:trace>
  <inkml:trace contextRef="#ctx0" brushRef="#br0" timeOffset="-36466.645">17700 2845 17396,'0'0'10659,"0"0"-8019,0 0-2226,0 0-95,0 0-28,20-1-77,66-7-194,28-34-972,-69 28 567,-44 14 470,-16 0 507,-114-20-2285,86 0-1957</inkml:trace>
  <inkml:trace contextRef="#ctx0" brushRef="#br0" timeOffset="-36865.76">16109 2664 29534,'0'0'864,"0"0"-519,0 0-161,0 0-8,0 0-104,0 0-72,0 0-64,-110-44-352,121 11-977,7-1-3936</inkml:trace>
  <inkml:trace contextRef="#ctx0" brushRef="#br0" timeOffset="-36690.988">16094 2581 26766,'0'0'3560,"0"0"-3207,0 0-257,0 0-56,0 0-32,100 104-8,-43-98-713,5-6-2023</inkml:trace>
  <inkml:trace contextRef="#ctx0" brushRef="#br0" timeOffset="-36689.988">17014 2646 28494,'0'0'1800,"0"0"-1607,0 0-193,0 0-24,0 0-16,68 112-497,-37-102-1047,2-6-7314</inkml:trace>
  <inkml:trace contextRef="#ctx0" brushRef="#br0" timeOffset="-27876.177">12847 3506 25613,'0'0'1165,"0"0"1219,0 0-1445,0 0-571,0 0-60,0 0-16,26-1-80,286-29 56,41 2-154,285 18-114,-498 10 14,515 24 15,60 35-29,-485-38 11,1842 176 275,-1963-186-283,274 43-9,-378-53-12,0 0 0,0 0 1,1 0-1,-1 1 0,0-1 0,0 1 0,0 0 0,0 1 1,-1-1-1,1 1 0,-1 0 0,1 0 0,-1 1 0,0-1 0,0 1 1,0 0-1,1 2 18,8 37-2672,-12-13-5381</inkml:trace>
  <inkml:trace contextRef="#ctx0" brushRef="#br0" timeOffset="-25224.698">10986 4551 28550,'0'0'1480,"0"0"-831,136-27-145,-59 21-168,26 6-72,37 0-48,34 4-88,12 18-40,-11 7-56,-17 9-32,-20 5-64,5 12-208,-12 10-216,-32-11-312,-31-3-1713</inkml:trace>
  <inkml:trace contextRef="#ctx0" brushRef="#br0" timeOffset="-46328.224">875 10469 29974,'28'-10'467,"318"-108"-433,5 16-1,4 15 0,4 16 1,195-8-34,-33 39 161,1 22 0,52 25-161,864 71 565,-934-44-394,3636 120 766,-3024-117-1724,-1050-35-770,-39-2-2023</inkml:trace>
  <inkml:trace contextRef="#ctx0" brushRef="#br0" timeOffset="-46972.705">3900 7779 25878,'0'0'4977,"0"0"-4601,118-61-280,-15 55-96,46 6 16,47 0 32,18 13 24,1-3-64,-20-2-8,-26-4-24,-13-4-32,-27 0-208,-39-10-649,-38-15-4936</inkml:trace>
  <inkml:trace contextRef="#ctx0" brushRef="#br0" timeOffset="-46755.537">5044 7179 29846,'-28'140'609,"-3"40"-385,0 33-128,14-2-96,10-26-80,5-15-401,2-52-607,0-37-5225</inkml:trace>
  <inkml:trace contextRef="#ctx0" brushRef="#br0" timeOffset="-47704.242">7473 7110 27806,'0'0'1586,"0"0"-1014,0 0-370,0 0-70,20-21 78,-10 10-174,3-3 6,0 0 0,1 1 0,0 0 0,1 2 0,0-1 0,1 2 0,0 0 0,1 1 0,0 1 1,0 0-1,8-1-42,37-10 73,1 4 0,0 2 0,1 3 0,33 1-73,-86 8 8,0 1 1,0 0 0,0 1 0,0 0-1,0 1 1,0 0 0,0 1-1,0 0 1,-1 0 0,0 1 0,1 1-1,-1 0 1,-1 0 0,1 1 0,-1 0-1,0 1 1,0 0 0,-1 0-1,0 1 1,0 0 0,-1 0 0,0 1-1,-1 0 1,5 7-9,18 32 56,-2 2 1,-2 1-1,-2 1 0,-3 1 1,-2 0-1,-2 2 0,-3 0 1,5 46-57,14 87 163,44 166 166,-71-336-308,1 0-1,1-1 1,0 1 0,1-1-1,1-1 1,1 0 0,1 0-1,0-1 1,0 0 0,2-1-1,0-1 1,0 0 0,1 0-1,1-1-20,-11-10-14,0 0 0,-1 0 0,1 0 0,0 0 0,0-1 0,0 0 0,0 1 0,0-2 0,0 1 0,0 0 0,0-1 0,1 0 0,-1 0 0,0 0-1,0 0 1,0-1 0,0 1 0,1-1 0,-1 0 0,0 0 0,0-1 0,-1 1 0,1-1 0,0 0 0,0 0 0,-1 0 0,1-1 0,-1 0 14,80-100-847,43-163-2023,-76 135-307</inkml:trace>
  <inkml:trace contextRef="#ctx0" brushRef="#br0" timeOffset="-47413.201">9126 6729 2393,'0'0'25501,"0"0"-24317,-143-29-536,51 66-288,-35 62 9,-40 63-25,-15 37-152,5 20-128,21-4-64,38-22-160,24-17-232,34-54-273,30-39-1063</inkml:trace>
  <inkml:trace contextRef="#ctx0" brushRef="#br0" timeOffset="-47254.344">10246 6019 31007,'-35'105'504,"-9"31"-288,-7 27-136,5 5-16,11-12 144,7-4-104,6-12-104,2-22-344,5-37-504,-1-30-2169</inkml:trace>
  <inkml:trace contextRef="#ctx0" brushRef="#br0" timeOffset="-32638.269">12179 6538 25309,'0'0'2197,"0"0"-15,0 0-1239,0 0-481,0 0-36,-11 21 8,-81 178 124,-470 1318-302,371-1013-296,164-322-515,31-130-226,18-24-948</inkml:trace>
  <inkml:trace contextRef="#ctx0" brushRef="#br0" timeOffset="-32224.859">13843 7652 30999,'0'0'572,"0"0"-330,-9-25-180,-46-161-29,13 41-14,39 143-20,0-1-1,0 0 1,0 1 0,0 0-1,0 0 1,0 0 0,-1 0-1,1 0 1,-1 1 0,1-1-1,-1 1 1,0 0 0,1 0 0,-1 0-1,0 1 1,0-1 0,0 1-1,0 0 1,1 0 0,-1 0-1,0 1 1,0-1 0,0 1 0,1 0-1,-1 0 1,0 0 0,1 1-1,-1-1 1,1 1 0,-1 0-1,1 0 1,0 0 0,0 0 0,0 1-1,0-1 1,0 1 0,0 0-1,1 0 1,-1 0 0,1 0-1,0 0 1,0 0 0,0 2 1,-15 11-1,0 1 0,2 1-1,0 0 1,1 2 0,1-1 0,0 1 0,2 1 0,1 0 0,0 1-1,2 0 1,0 1 0,1-1 0,2 1 0,0 1 0,2-1 0,0 0-1,1 1 1,2 0 0,0-1 0,2 1 0,4 21 1,-3-38 0,0 0 1,0 0 0,1 0-1,0 0 1,0-1 0,1 0-1,0 0 1,0 0 0,0 0-1,1-1 1,-1 0-1,2 0 1,-1-1 0,0 1-1,1-1 1,-1-1 0,1 1-1,0-1 1,1 0 0,-1-1-1,0 0 1,1 0 0,-1-1-1,4 1 0,11 1 2,1-1-1,-1-1 1,0 0 0,1-2-1,-1-1 1,1-1-1,21-5-1,177-81-585,-211 84 506,107-56-1669,-15 3-1403</inkml:trace>
  <inkml:trace contextRef="#ctx0" brushRef="#br0" timeOffset="-31924.819">15206 7759 30126,'0'0'734,"0"0"-334,4-21-221,18-142-2,-19 12-125,-3 148-59,-1 1 1,0 0-1,0-1 0,0 1 0,-1 0 1,1-1-1,-1 1 0,1 0 0,-1 0 1,0 0-1,1 0 0,-1 0 0,0 1 1,0-1-1,0 1 0,-1-1 0,1 1 1,0 0-1,-1-1 0,1 1 0,0 1 1,-1-1-1,1 0 0,-1 0 1,0 1-1,1 0 0,-1-1 0,1 1 1,-1 0-1,0 0 0,1 0 0,-1 1 1,1-1-1,-1 1 0,0-1 0,1 1 1,-1 0-1,1 0 0,0 0 0,-1 0 1,1 1-1,0-1 0,0 0 0,0 1 1,0 0-1,0-1 0,0 1 0,0 0 1,0 0-1,1 0 0,-1 0 0,1 1 1,-1 0 6,-10 9-6,0 2-1,1-1 1,1 2 0,0-1 0,1 1 0,0 1 0,2-1 0,0 1-1,0 1 1,2-1 0,0 1 0,0 0 0,2 1 0,0-1-1,1 0 1,1 1 0,1-1 0,1 16 6,0-28 1,-1 0 0,1-1 0,0 1 0,0-1 0,0 1 0,1-1 0,0 0 0,0 1 0,0-1 0,0 0 0,1 0 0,-1-1 0,1 1 0,0 0 0,0-1 0,0 1 0,1-1 0,-1 0 0,1 0 0,0-1 0,0 1 0,0-1 0,0 0 0,0 0 0,0 0 0,1 0 0,-1-1 0,0 0 0,4 1-1,5 0-33,0 0 0,-1-1 0,1-1 0,0 0 0,-1-1-1,1 0 1,-1-1 0,1 0 0,-1-1 0,1 0 0,4-3 33,212-110-1073,-127 52-417</inkml:trace>
  <inkml:trace contextRef="#ctx0" brushRef="#br0" timeOffset="-31640.706">17021 7682 29686,'0'0'921,"0"0"-665,0 0-168,120 55-40,-82-51 264,3-4-312,36-27-288,-7-11-1153,-2 1-2864</inkml:trace>
  <inkml:trace contextRef="#ctx0" brushRef="#br0" timeOffset="-31392.08">17591 7570 26734,'0'0'2696,"0"0"-1671,0 0-217,0 0-176,0 0-128,0 0-232,0 0-200,142-67-72,-69 33-80,1 2-128,22-11-168,-17 9-304,-15 3-1601</inkml:trace>
  <inkml:trace contextRef="#ctx0" brushRef="#br0" timeOffset="-30923.181">18448 7481 17708,'0'0'10339,"0"0"-7922,0 0-2185,0 0-24,0 0 100,-14 20-16,-191 294 76,196-295-340,2 0 0,0 0 0,1 1-1,1 0 1,1 0 0,1 1 0,0-1 0,2 3-28,0-16 6,1-1 0,0 1 0,0-1 1,1 0-1,-1 1 0,2-1 0,-1 0 1,1 1-1,-1-1 0,2 0 0,-1 0 0,1-1 1,0 1-1,0 0 0,0-1 0,1 0 1,0 0-1,0 0 0,0 0 0,1 0 1,-1-1-1,1 0 0,0 0 0,1 0 0,-1-1 1,0 0-1,4 2-6,10-1 6,0 0 0,0-1-1,1-1 1,-1-1 0,1-1 0,-1 0 0,1-2 0,-1 0 0,1-1-1,-1-1 1,0-1 0,0 0 0,-1-2 0,1 0 0,-2-1 0,1-1-1,-1 0 1,0-2 0,-1 0 0,0 0 0,-1-2 0,0 0 0,3-5-6,-4 8 5,-1 0 1,-1-1-1,1 0 1,-2-1-1,0 0 1,0-1-1,-1 0 1,-1 0-1,0-2 1,-1 1-1,0-1 1,-1 0-1,-1 0 1,0-1-1,-1 0 1,-1 0-1,-1 0 1,0 0-1,-1-1 1,-1 1-1,0-1 1,-1 1-1,-1-6-5,-6 10 6,0 1-1,-1 0 1,-1 0-1,1 1 0,-1 0 1,-1 1-1,0 0 1,0 0-1,-1 1 1,0 0-1,-1 1 1,0 0-1,0 1 0,0 1 1,0-1-1,-1 2 1,0 0-1,0 0 1,0 2-1,0-1 1,-1 2-1,1 0 0,-1 0 1,1 1-1,-7 1-5,11-2-35,-1 1-1,0-1 1,0 2 0,0-1-1,1 1 1,-1 1-1,1 0 1,-1 0 0,1 1-1,-1 0 1,1 0-1,0 1 1,1 1 0,-1-1-1,1 1 1,0 1-1,0 0 1,0 0 0,1 0-1,-4 4 36,-25 36-1488,15-6-2242</inkml:trace>
  <inkml:trace contextRef="#ctx0" brushRef="#br0" timeOffset="-27358.473">12078 8980 28870,'0'0'907,"0"0"-278,29-3-191,231-6 266,120 61-221,543 61 248,432-20-731,189-84 5,-226-61-268,-1213 52-572,-46 0-988</inkml:trace>
  <inkml:trace contextRef="#ctx0" brushRef="#br0" timeOffset="-24874.573">9963 10819 28390,'175'-48'792,"40"-1"-336,-2 7-64,-12 9-184,-21 11-104,-27 14-48,-12 8-48,-14 14-8,-24 20-240,-33-3-224,-28-3-4841</inkml:trace>
  <inkml:trace contextRef="#ctx0" brushRef="#br0" timeOffset="-22565.327">8860 8976 26430,'0'0'1755,"0"0"-587,0 0-444,-16 21-22,9-11-617,-11 13 83,1 1 1,1 0-1,2 1 1,0 1-1,2 0 1,-6 19-169,-157 592 891,117-400-890,53-217-1,-34 124 0,6 1 0,7 1 0,6 2 0,5 21 0,14-71 0,-23-165 0,-50-80 0,63 139 0,-9 0 0,8 8-39,-19-15-374,28 6-1367</inkml:trace>
  <inkml:trace contextRef="#ctx0" brushRef="#br0" timeOffset="-21761.68">4056 5427 28598,'0'0'1034,"0"0"-508,0 0-196,0 0 155,0 25-14,2 338 467,-13 784-553,-8-805-385,15 1 0,29 201 0,-23-518-57,1 22-81,2 0-1,2-1 1,3 1-1,1-2 0,2 0 1,12 27 138,-9-43-1721</inkml:trace>
  <inkml:trace contextRef="#ctx0" brushRef="#br0" timeOffset="-21445.374">4615 5820 30671,'21'-1'478,"205"-13"-407,730-81 348,-300 24-241,1019-43-264,-983 74-74,672 6-2286,-1266 34-481</inkml:trace>
  <inkml:trace contextRef="#ctx0" brushRef="#br0" timeOffset="-21144.578">10156 5579 28342,'0'0'879,"0"0"-284,0 0-170,-19 10-66,11-6-318,1-1-12,0 0 0,0 1 0,1-1 0,-1 1 0,1 1 0,0-1 1,0 1-1,1 0 0,-1 0 0,1 1 0,0 0 0,1 0 0,0 0 0,-1 0 1,2 1-1,-1-1 0,1 1 0,0 0 0,0 0 0,1 0 0,0 1 0,0 4-29,-11 77 242,5 1 0,3-1 0,7 70-242,-1-39 185,1 1348 390,-8-1324-591,6-141-69,0 0 0,0 0-1,0 0 1,0 0 0,0 0 0,-1-1 0,1 1-1,-1 0 1,0 0 0,0 0 0,0-1 0,0 1-1,0 0 1,0-1 0,-1 1 0,1-1 0,-1 1-1,0-1 1,0 0 0,0 0 0,0 0 0,0 0-1,0 0 1,-1 0 0,1-1 0,-2 2 85,-17-1-3210</inkml:trace>
  <inkml:trace contextRef="#ctx0" brushRef="#br0" timeOffset="-20828.095">5195 7950 30711,'0'0'432,"0"0"-432,200 54-16,32-47 16,71-7 224,36-9 48,17-15 16,-30 0 152,-10 8-176,-16 5-112,-28 3-152,-38 0 0,-39-4 0,-41-8 0,-47-23-72,-41 1-1160,-35-13-2473</inkml:trace>
  <inkml:trace contextRef="#ctx0" brushRef="#br0" timeOffset="-20410.391">5301 4901 25309,'0'0'5882,"0"0"-5074,0 0-408,151-20-64,-31 18-304,43-4-32,14-2 0,1-4 0,-18-4 0,-27-3 0,-25-3-232,-40 6-544,-29-2-1497</inkml:trace>
  <inkml:trace contextRef="#ctx0" brushRef="#br0" timeOffset="-20128.599">6063 4401 29814,'0'0'937,"0"0"-457,-59 101-144,37-34 64,3 24-48,-3 27-208,6 24-144,10 6-80,-1-12-376,5-43-384,-5-38-1697</inkml:trace>
  <inkml:trace contextRef="#ctx0" brushRef="#br0" timeOffset="-19761.511">3091 2362 28302,'0'0'1535,"-6"29"-892,-319 1536 1380,167-783-2110,143-659-614,48-201-1798,-11 12 209</inkml:trace>
  <inkml:trace contextRef="#ctx0" brushRef="#br0" timeOffset="-19495.319">3203 3015 28326,'0'126'1008,"0"38"-208,-18 35-359,-8-4-81,2-23 8,2-8-112,9-20-152,9-30-104,4-35 0,15-34-304,11-29-424,1-16-1489</inkml:trace>
  <inkml:trace contextRef="#ctx0" brushRef="#br0" timeOffset="-19242.348">3977 3374 29198,'-13'144'904,"-29"23"-175,-8-7-353,1-6-56,3-10-56,5-14-112,12-29-112,12-30-40,3-34-48,14-21-232,9-18-96,22-20-529,6-13-919</inkml:trace>
  <inkml:trace contextRef="#ctx0" brushRef="#br0" timeOffset="-19062.01">4553 3867 17708,'-33'112'12162,"-6"19"-11417,-1 11-401,12-32-136,8-37-16,16-24-128,4-15-64,0-12-224,28-24-472,12-20-305,1-23-607</inkml:trace>
  <inkml:trace contextRef="#ctx0" brushRef="#br0" timeOffset="-18896.808">5287 3683 29118,'0'0'1088,"0"0"-423,0 0-17,51 152 80,-51-83-208,-9 6-520,-11 8 0,-2 20 0,9-7 0,13 31 0,0-25-920,0-35-1481</inkml:trace>
  <inkml:trace contextRef="#ctx0" brushRef="#br0" timeOffset="-16033.47">5829 2397 29542,'0'0'771,"0"0"-295,0 0-252,-13-20-21,-76-123 133,86 136-332,-1 1 0,0 0 0,-1 0 0,1 0 0,-1 1 1,0-1-1,0 1 0,-1 0 0,1 1 0,-1-1 0,0 1 0,0 0 0,-1 1 0,1-1 0,-1 1 0,0 0 0,0 1 1,0 0-1,0 0 0,0 1 0,0-1 0,-1 1 0,1 1 0,0 0 0,-1 0 0,1 0 0,0 1 0,-1 0 0,1 0 1,0 1-1,0 0 0,0 0 0,-3 2-4,-5 5 6,1-1 1,1 2 0,0 0-1,0 1 1,1 0 0,0 0-1,1 2 1,0-1 0,1 1-1,1 1 1,0 0 0,1 0-1,0 1 1,1 0 0,1 0-1,0 1 1,1-1 0,1 1-1,0 1 1,1-1 0,1 0-1,1 1-6,1-10 1,0 1 0,0-1 0,1 1 0,0-1 0,1 0 0,-1 0 0,2 1 0,-1-1 0,1 0 0,0 0 0,0-1 0,0 1 0,1-1 0,0 0 0,1 0 0,0 0 0,-1 0 0,2-1 0,-1 1 0,1-2 0,-1 1 0,1 0 0,1-1 0,-1 0 0,3 0-1,8 5 2,1 0 1,0-2-1,0 0 0,1-1 1,0-1-1,0-1 0,0-1 1,1 0-1,5-1-2,5-1-88,-1-1 1,1-2 0,-1-1-1,1-1 1,-1-1-1,-1-2 1,1 0-1,-1-3 1,15-6 87,55-24-1494</inkml:trace>
  <inkml:trace contextRef="#ctx0" brushRef="#br0" timeOffset="-15833.826">7205 2040 29886,'-50'101'913,"-9"17"-513,-9 22-272,6-8 88,16-11 8,16-21-112,12-19-88,12-26-24,6 5-192,2-11-392,9-12-1665</inkml:trace>
  <inkml:trace contextRef="#ctx0" brushRef="#br0" timeOffset="-15189.155">5283 6023 26478,'0'0'2928,"-13"109"-2496,-2 3-48,-7 46-47,-2 21-41,2-5-112,4-20-80,14-42-64,4-31-40,9 0-336,10-30-921,-1-11-2023</inkml:trace>
  <inkml:trace contextRef="#ctx0" brushRef="#br0" timeOffset="-14874.834">6765 6354 29574,'0'0'562,"0"0"-333,0 0-147,-20-15-17,-65-45 3,81 58-66,0 0 0,0 0 0,0 1 0,0-1 0,0 1 0,0 0 0,0 0 0,-1 0 0,1 1 0,0 0 0,0 0 0,-1 0 0,1 0 0,0 0 0,-1 1 0,1 0 0,0 0 0,0 0 0,0 1 0,0-1 0,0 1 0,0 0 0,0 0 0,1 0 0,-1 1 0,0-1 0,1 1 1,0 0-1,-1 0-2,3-2 0,-23 21 19,1 0 0,1 2-1,0 0 1,2 2 0,1 0 0,2 1 0,0 1 0,2 1 0,1 0 0,1 1 0,2 0 0,1 1 0,1 0 0,1 1 0,2 0 0,2 0 0,-1 24-19,4-51 10,0-1-1,0 0 1,1 1 0,-1-1-1,1 1 1,0-1-1,1 1 1,-1-1-1,1 1 1,0-1-1,0 0 1,0 1 0,0-1-1,1 0 1,0 0-1,0 0 1,0 0-1,0 0 1,0 0 0,1-1-1,0 1 1,0-1-1,0 1 1,0-1-1,0 0 1,1-1 0,-1 1-1,1 0 1,0-1-1,0 0 1,0 0-1,0 0 1,0 0-1,0-1 1,5 1-10,8 3 20,0-1 1,0-1-1,1-1 1,-1 0-1,1-1 1,-1-1-1,1-1 0,0 0 1,-1-2-1,0 0 1,1 0-1,-1-2 0,0 0 1,-1-1-1,0-1 1,0 0-1,0-1 0,-1-1 1,0 0-1,0-1 1,10-10-21,18-15-141,-2-2 0,-2-2 0,-1-2 1,-2-1-1,-1-1 0,7-17 141,12-24-1594</inkml:trace>
  <inkml:trace contextRef="#ctx0" brushRef="#br0" timeOffset="-12195.231">10791 0 21381,'-15'250'5835,"-27"119"-4408,-9 114-957,34 817 1005,21-992-1415,-3-83-47,38 1200 499,192 1163-53,-107 1880-99,-150-3275 148,-77 260-508,72-1142 90,-70 291-90,68-496-88,25-112-102,-7-212-589,-4-52-552,4 77-2879,-4-37-11020</inkml:trace>
  <inkml:trace contextRef="#ctx0" brushRef="#br0" timeOffset="-11794.364">3939 10053 27430,'0'0'1152,"246"23"-672,-1-21-104,56-2-192,23-10 48,3-12 312,-18 4-303,13 9-113,7 3-72,8 6-56,7 0 0,-13 25-112,-85 3-633,-53 2-1695</inkml:trace>
  <inkml:trace contextRef="#ctx0" brushRef="#br0" timeOffset="-11029.251">7297 13047 28582,'0'0'1270,"-25"-1"-833,0 1-421,0 1 1,1 1-1,-1 2 0,1 0 0,0 1 1,0 1-1,1 2 0,0 0 1,0 1-1,-3 4-16,-44 22 1,2 3-1,2 3 1,2 3 0,1 2 0,3 4-1,2 2 1,2 2 0,3 3 0,2 2-1,3 2 1,3 2 0,2 3 0,3 1-1,3 1 1,4 2 0,-16 49-1,45-110-28,0 0 0,1 0 1,0 0-1,0 1 0,1-1 1,1 1-1,0-1 0,0 1 1,0 0-1,1 0 0,1-1 0,0 1 1,0 0-1,1-1 0,0 1 1,1-1-1,0 0 0,0 0 1,1 0-1,0 0 0,0 0 0,2 0 28,13 9-199,2 0 0,0-1 0,1-1-1,1-2 1,0 0 0,1-1 0,13 4 199,-16-8-68,-1 1 0,0 0 0,0 2 0,-1 0-1,-1 1 1,0 1 0,-1 1 0,0 0 0,-1 1 0,-1 1 0,11 16 68,-6 6 154,-2 1 0,-2 0 0,-2 1 0,-2 1 0,-1 1 0,-2-1 0,-2 1 0,-2 1 0,-1 39-154,3 400 1197,9-375-1186,-15-107-24,0-1 0,0 1 0,0-1-1,0 0 1,0 0 0,0 1 0,0-1 0,0 0-1,0 0 1,0 0 0,0 0 0,0 0 0,0-1-1,0 1 1,0 0 0,0 0 0,0-1 0,0 1 0,0 0-1,0-1 1,0 1 0,0-1 0,0 0 0,0 1-1,0-1 1,0 0 0,-1 1 0,1-1 0,0 0-1,-1 0 1,1 0 0,0 1 0,-1-1 0,1 0-1,-1 0 1,1 0 0,-1 0 0,0 0 0,1 0 0,-1 0-1,0 0 1,0 0 0,0 0 0,0 0 0,1-1-1,-2 1 14,96-232-550,-27 63-2195,86-153 2745,-122 265-201,3 1 0,3 1 0,2 3-1,2 1 1,2 2 0,2 2 0,10-5 201,-49 45 183,1 1 1,0-1 0,0 1 0,1 1 0,0-1 0,0 1-1,1 1 1,-1 0 0,1 0 0,0 1 0,1 0 0,-1 1-1,1 0 1,-1 1 0,1 0 0,0 0 0,0 1 0,0 1-1,7 0-183,-14 4 41,0 1-1,0-1 0,0 1 1,-1 0-1,0 0 0,0 0 1,0 0-1,0 0 0,-1 1 1,0-1-1,0 1 0,-1-1 1,1 1-1,-1 0 0,-1 0 0,1 0 1,-1 0-1,0-1 0,0 1 1,0 0-1,-1 0 0,0 0 1,0 0-1,-1-1 0,0 1 1,-1 2-41,-7 29 25,-2 0 1,-2-1-1,-1 0 1,-2-1-1,-1-1 1,-2 0-1,-1-2 1,-2 0-1,-7 5-25,19-19-20,-2-1 0,0 1 0,-1-2 1,0 0-1,-1-1 0,-1 0 0,-1-2 0,0 1 0,-1-2 1,0-1-1,0 0 0,-2-1 0,1-1 0,-1-1 0,0 0 0,-1-2 1,-7 2 19,23-8-38,1 0 0,0-1 0,0 1-1,0-1 1,0 0 0,0 1 0,0-2 0,0 1 0,0 0 0,0-1 0,1 0 0,-1 0 0,0 0 0,1 0 0,0-1 0,-1 1 0,1-1 0,0 0 0,0 0 0,1 0 0,-1 0 0,1-1 0,-1 1 0,1 0 0,0-1 0,0 0 0,1 0 0,-1 1 0,1-1-1,0 0 1,0 0 0,0 0 0,0 0 0,1-1 0,-1 1 0,1 0 0,0-1 38,-1-8-109,0 0 0,1 0 0,0 0 0,1-1 0,0 1 0,1 0 0,1 0 0,0 0 0,1 1-1,0-1 1,3-5 109,-3 12 82,0-1-1,1 1 1,0 0-1,0 0 1,0 0-1,0 1 1,1 0-1,0 0 1,0 0-1,0 1 1,1 0-1,0 0 1,0 0-1,0 1 1,0 0-1,0 1 1,0-1-1,1 1 1,-1 1-1,1-1 1,0 2-1,-1-1 1,1 1-1,0 0 1,-1 0-1,1 1 1,0 0-1,-1 0 1,1 1-1,0 0-81,33 8 229,0 2 1,-1 1-1,-1 2 0,36 19-229,-43-19-188,76 32-1121,-8-6-3035</inkml:trace>
  <inkml:trace contextRef="#ctx0" brushRef="#br0" timeOffset="-10614.323">16543 12404 9482,'0'0'18532,"0"0"-17628,188-28-296,-98 20-120,5 0-15,-6 2-89,-3 2-216,-3 4-168,-8 0-112,-1 20-465,-19 6-791,-20-1-856</inkml:trace>
  <inkml:trace contextRef="#ctx0" brushRef="#br0" timeOffset="-9951.573">16876 13238 24117,'-16'24'228,"-90"132"1250,8 4-1,-4 23-1477,77-134 112,3 1 0,2 1 0,1 0 0,4 2 0,1 0 0,3 0 0,2 2-1,2-1 1,2 29-112,4-81-5,0 0 0,0 0-1,0 0 1,1 0-1,-1 0 1,1 0-1,-1 0 1,1 0-1,-1 0 1,1 0 0,0 0-1,0 0 1,0 0-1,1 0 1,-1 0-1,0 0 1,1 0 0,-1 0-1,1 0 1,0 0-1,-1 0 1,1 0-1,0 0 1,0 0 0,0 0-1,1-1 1,-1 1-1,0 0 1,1-1-1,-1 1 1,1-1 0,-1 0-1,1 1 1,0-1-1,-1 0 1,1 0-1,0 0 1,0 0 0,0 0-1,0-1 1,0 1-1,0-1 1,0 1-1,0-1 1,0 1 0,0-1-1,0 0 1,0 0-1,0 0 1,1 0-1,-1-1 1,0 1 0,0-1-1,0 1 1,1-1 5,3-4 6,0-1 0,0 0 0,-1 1 0,1-2 0,-1 1-1,-1-1 1,1 0 0,-1 0 0,0 0 0,-1 0 0,0-1 0,2-7-6,1 2 11,210-551 108,-148 410-177,6 3 0,7 3-1,23-21 59,-98 160 28,-5 7-12,0-1 0,0 0 0,1 0 0,0 0 0,-1 1 0,1-1 0,0 1 0,0-1 1,1 1-1,-1 0 0,0 0 0,1 0 0,-1 0 0,1 0 0,0 0 0,-1 1 0,1-1 1,0 1-1,0 0 0,3-1-16,-4 9 216,-5 9-81,-1 0 1,0-1-1,-1 0 1,-1 0-1,0 0 0,-1 0 1,-1-1-1,0 0 1,-1-1-1,-7 9-135,-1 4 59,-125 210 100,140-231-165,1-4 0,0-1 1,0 1 0,0 0 0,1 0 0,-1-1 0,0 1-1,1 0 1,-1 0 0,0 0 0,1 0 0,-1 0 0,1 0-1,-1 0 1,1 0 0,0 0 0,0 0 0,-1 0 0,1 0 0,0 1-1,0-1 1,0 0 0,0 0 0,0 0 0,0 0 0,0 0-1,0 0 1,1 0 0,-1 0 0,0 0 0,1 0 0,-1 0-1,1 0 1,-1 0 0,1 0 0,-1 0 0,1 0 0,0 0-1,-1 0 1,1 0 0,0-1 0,0 1 0,0 0 0,0 0 0,0-1-1,0 1 6,11-3-25,0 0 0,0 0-1,0-1 1,0-1-1,-1 0 1,1-1 0,-1 0-1,0-1 1,-1 0-1,3-2 26,106-41-160,-117 50 163,0 0 0,0-1 1,-1 1-1,1 0 0,0 0 1,-1 0-1,1 0 0,-1 0 0,1 0 1,-1 0-1,0 0 0,1 1 1,-1-1-1,0 1 0,0-1 1,0 1-1,0-1 0,0 1 1,0 0-1,0-1 0,-1 1 0,1 0 1,-1 0-1,1-1 0,-1 1 1,0 0-1,1 0 0,-1 0 1,0 0-1,0-1 0,0 1 1,-1 0-1,1 0 0,0 0 1,-1 0-1,1-1 0,-1 1 0,0 0 1,1 0-1,-2 0-3,2 5 17,-51 194 276,12-75-197,27-53-77,4 0-1,2 0 0,3 1 1,8 72-19,-4-122 2,-1-20 0,0 1 0,0 0-1,-1 0 1,1 0 0,-1 0-1,0 0 1,-1 0-1,1 0 1,-1-1 0,0 1-1,0 0 1,0-1 0,0 0-1,-1 0 1,0 1 0,0-1-1,0-1 1,-1 1-1,1 0 1,-1-1 0,0 0-1,1 0 1,-2 0 0,1 0-1,0-1 1,0 1-1,-1-1 1,0 0 0,1-1-1,-1 1 1,0-1 0,0 0-1,0 0 1,0 0 0,1-1-1,-3 0-1,-7 3 26,-1-1 0,0-1-1,1-1 1,-1 0 0,0-1 0,1 0 0,-1-1-1,1-1 1,-1-1 0,-11-3-26,21 5 8,0 0-1,1 0 1,-1-1 0,0 1 0,1-1 0,-1 0-1,1 0 1,0-1 0,0 1 0,0-1-1,1 0 1,-1 0 0,1 0 0,0-1 0,0 1-1,0-1 1,1 1 0,0-1 0,0 0-1,0 0 1,0 0 0,1 0 0,0 0-1,0-1 1,0 1 0,0 0 0,1 0 0,0-1-1,0 1 1,1 0 0,0-3-8,0 0 4,1-1 1,1 0 0,-1 1-1,1 0 1,1 0-1,0 0 1,0 0-1,0 0 1,1 1-1,0-1 1,1 2-1,-1-1 1,1 0 0,1 1-1,-1 0 1,1 1-1,5-4-4,81-59-16,3 4 0,2 4 0,3 4-1,2 6 1,3 3 0,1 5 0,11 3 16,-17 4-1240,-34 11-2250</inkml:trace>
  <inkml:trace contextRef="#ctx0" brushRef="#br0" timeOffset="-9663.92">17808 15132 31015,'0'0'680,"0"0"-680,0 0-264,0 0-1089,0 0-543</inkml:trace>
  <inkml:trace contextRef="#ctx0" brushRef="#br0" timeOffset="-4448.367">3499 15562 26366,'0'0'1431,"-22"1"-268,7 0-1013,0-1-72,-1 1 0,1 0 0,0 1 0,0 1 1,0 1-1,0 0 0,1 1 0,0 0 0,-11 6-78,-7 13 91,0 1 1,2 1-1,1 2 1,1 0-1,1 2 0,2 2 1,1 0-1,2 1 1,1 1-1,2 1 0,1 1 1,1 1-1,-2 12-91,-25 57 61,4 2 0,5 2-1,5 0 1,5 3 0,5 0-1,4 1 1,6 0 0,4 53-61,3-92 48,4 1-1,2-1 1,5 1 0,2-1 0,4-1-1,3 0 1,3-2 0,3 0 0,4-1 0,2-1-1,4-2 1,11 13-48,-34-61 8,2 0 0,1-1 1,0-1-1,1 0 0,1 0 0,0-2 0,2 0 0,0-1 0,0 0 1,1-1-1,1-2 0,1 0 0,0 0 0,0-2 0,1-1 0,0 0 1,0-2-1,1 0 0,17 2-8,-10-7 5,1-1-1,-1-1 1,1-2 0,-1-1-1,1-1 1,-1-2 0,0-1-1,-1-1 1,0-1 0,0-2-1,-1 0 1,0-2 0,-1-1 0,7-6-5,26-18 10,-3-2 0,-1-2 1,-2-3-1,-2-2 0,27-34-10,-19 13-14,-3-2 0,-2-2 0,-5-2 1,-2-3-1,-4-1 0,-3-3 0,-4-1 0,-3-1 0,-4-2 0,-4-1 0,-3-1 0,-5-1 0,-3-1 0,-4 0 0,-4 0 1,-4-43 13,-6 60-13,-2 0 0,-4 0 1,-3 1-1,-3 1 1,-3 0-1,-3 1 1,-3 1-1,-3 2 1,-3 0-1,-3 2 0,-2 2 1,-39-49 12,56 85-2,-2 1 0,0 0 0,-2 2 0,0 1 0,-2 1 0,0 1 0,-2 1 1,0 1-1,0 1 0,-2 2 0,0 1 0,-1 1 0,0 1 0,-23-4 2,19 8-25,0 2 0,-1 1 0,0 2-1,0 2 1,0 1 0,1 1 0,-1 2 0,0 2 0,1 1 0,-1 1-1,2 2 1,-1 2 0,1 0 0,1 3 0,0 0 0,1 2-1,1 2 1,1 1 0,0 1 0,1 1 0,1 1 0,2 2-1,-20 22 26,-5 10-593,3 2 0,2 3 0,-17 33 593,-2 16-2168</inkml:trace>
  <inkml:trace contextRef="#ctx0" brushRef="#br0" timeOffset="603.25">2675 14293 29342,'0'0'771,"0"0"-351,-5-22-225,-17-75 41,21 91-224,0 0 0,0 1 0,0-1 0,0 0 0,-1 1 0,0 0 0,0-1-1,-1 1 1,1 0 0,-1 0 0,0 0 0,0 0 0,-1 1 0,0-1 0,0 1 0,0 0 0,0 0 0,0 0 0,-1 1 0,1 0 0,-1 0 0,0 0 0,0 0 0,-1 1-1,1-1 1,0 1 0,-1 1 0,1-1 0,-1 1 0,0 0 0,1 0 0,-1 1 0,0-1 0,0 1 0,1 1 0,-1-1 0,0 1 0,1 0 0,-1 0 0,0 1 0,1-1-1,0 1 1,-3 2-12,-4 5-1,0 2 0,1-1-1,1 2 1,0-1 0,0 1-1,1 1 1,1 0 0,0 0-1,0 1 1,2 0 0,0 0-1,-4 13 2,3-9 1,1 2-1,1-1 0,0 1 1,2-1-1,0 1 0,1 0 0,1 1 1,1-1-1,2 20 0,-1-35 6,0 0 0,1 0 0,0 0-1,0 0 1,0 0 0,0 0 0,0-1 0,1 1 0,0-1-1,0 0 1,1 1 0,-1-1 0,1-1 0,-1 1 0,1 0 0,1-1-1,-1 0 1,0 0 0,1 0 0,-1-1 0,1 1 0,0-1-1,0 0 1,0 0 0,0-1 0,0 0 0,0 0 0,1 0-1,1 0-5,8 1 19,1 0 0,-1-1-1,1-1 1,0-1 0,-1 0-1,1-1 1,-1 0 0,0-1-1,11-4-18,143-85-500,-132 66-651</inkml:trace>
  <inkml:trace contextRef="#ctx0" brushRef="#br0" timeOffset="8169.172">14458 16006 29542,'0'0'555,"0"0"-330,-8-20-157,-45-113 77,53 131-142,-1 0 0,0 0 0,1 0 0,-1 0 1,0 1-1,0-1 0,0 0 0,0 0 1,-1 1-1,1-1 0,0 0 0,-1 1 1,1-1-1,-1 1 0,1 0 0,-1 0 1,0-1-1,1 1 0,-1 0 0,0 0 0,0 1 1,0-1-1,0 0 0,0 1 0,0-1 1,0 1-1,0-1 0,0 1 0,0 0 1,0 0-1,0 0 0,0 0 0,0 0 1,0 1-1,0-1 0,0 1 0,0-1 1,0 1-1,0 0 0,0 0 0,0-1 0,0 1 1,0 0-1,1 1 0,-1-1-3,-72 73-9,50-36 15,0 1 0,3 2 1,1 0-1,3 1 1,1 0-1,1 1 1,3 1-1,2 1 0,2-1 1,1 1-1,2 19-6,3-56 9,0 0 0,1 1 0,0-1 0,1 1 0,0-1 0,0 1 0,1-1 0,0 0 0,1 1 0,-1-1 0,2 0 0,-1 0 0,1 0 0,0 0 0,1 0 0,0-1 0,0 0 0,0 1 0,1-1-1,0-1 1,1 1 0,-1-1 0,1 0 0,1 0 0,5 4-9,11 3 9,0-2 0,0 0 0,1-1-1,0-2 1,0 0 0,1-2 0,0 0 0,1-2-1,-1-1 1,1-1 0,-1-1 0,18-2-9,-11 0-70,-1-1 0,1-2 0,0-1 0,-1-1 0,0-2 1,17-7 69,50-21-2547,-9-2-6290</inkml:trace>
  <inkml:trace contextRef="#ctx0" brushRef="#br0" timeOffset="8554.406">15042 17834 27166,'0'0'3359,"0"0"-2371,0 0-726,-15-19-94,-74-115 217,87 130-392,-1-1 1,1 0-1,-1 0 0,0 1 0,-1-1 1,1 1-1,-1 0 0,1 0 0,-1 0 0,0 1 1,-1-1-1,1 1 0,0 0 0,-1 0 1,0 1-1,0-1 0,0 1 0,0 0 0,0 1 1,0-1-1,0 1 0,-1 0 0,1 0 1,-1 0-1,1 1 0,0 0 0,-1 0 0,1 0 1,-1 1-1,1 0 0,0 0 0,-1 0 1,1 1-1,0-1 0,0 1 0,-3 2 7,-3 4-11,-1 1 0,2 0 0,-1 1-1,1 0 1,1 1 0,0-1 0,0 2 0,1 0-1,1 0 1,-6 10 11,-3 5 5,0 1 1,2 0-1,1 1 0,1 0 0,2 1 1,1 1-1,1-1 0,2 1 0,1 1 0,1-1 1,2 1-1,1 14-5,3-37 4,0-1 0,1 1 0,0-1 1,0 0-1,1 0 0,0 0 0,0 0 1,1-1-1,0 1 0,0-1 0,1-1 0,0 1 1,0-1-1,0 0 0,1 0 0,0-1 0,0 1 1,1-2-1,-1 1 0,1-1 0,0 0 1,0-1-1,0 0 0,1 0 0,-1-1 0,1 0 1,0 0-1,-1-1 0,1 0 0,0-1 0,0 1 1,0-2-1,0 1 0,-1-2 0,1 1 1,0-1-1,-1 0 0,1-1 0,-1 0 0,0 0 1,0-1-1,0 0 0,0 0 0,2-2-4,19-14-208,-1-2-1,-1 0 1,-1-2-1,-1 0 1,0-2-1,-3-1 1,0-1-1,-1 0 1,-2-2-1,-1 0 1,-2-1-1,10-26 209,6-17-4841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04:18.9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4042 1223 28310,'0'0'922,"0"0"-268,1-17-234,-1 4-328,1 6-48,0-1 0,-1 1 0,0-1 0,0 1 0,-1 0 0,0-1 0,-1 1 0,1 0 0,-1 0-1,-1 0 1,1 0 0,-1 0 0,0 1 0,-3-5-44,0 0 11,-1 0 0,0 0 0,0 0 0,-1 1 0,-1 0 0,0 1 0,0 0 0,-1 0 0,0 1 0,0 1 0,-1-1 0,0 1 0,0 1 0,-1 0 0,0 1 0,0 0 0,0 1-1,-1 0 1,1 1 0,-1 1 0,0 0 0,0 0 0,1 1 0,-1 1 0,0 0 0,0 1 0,0 0 0,-10 3-11,13 2 13,0 0 1,1 1-1,0 0 1,0 0-1,0 1 0,1 0 1,0 1-1,1 0 1,0 0-1,0 0 0,1 1 1,1 0-1,-1 0 0,1 1 1,1 0-1,0-1 1,1 1-1,0 1 0,0-1 1,1 0-1,1 1 1,0-1-1,0 1 0,1 0 1,1-1-1,0 1 0,1 5-13,3-9 8,0 0 0,0-1 0,0 1 0,1-1 0,0 0 0,0 0-1,1-1 1,0 0 0,0 0 0,1-1 0,-1 0 0,1 0 0,0 0-1,1-1 1,-1 0 0,1-1 0,-1 0 0,1-1 0,0 1 0,0-2-1,0 1 1,1-1 0,-1-1 0,0 1 0,0-1 0,0-1 0,1 0-1,0-1-7,299 0-406,-173-18-1043</inkml:trace>
  <inkml:trace contextRef="#ctx0" brushRef="#br0" timeOffset="451.106">6839 1333 27318,'0'0'741,"0"-19"-275,0-174 1130,1 188-1564,-1-1 0,0 1 0,0 0 0,0-1 1,-1 1-1,1 0 0,-1 0 0,-1-1 0,1 1 0,-1 0 0,0 0 0,0 1 0,0-1 0,-1 0 0,1 1 0,-1-1 1,-1 1-1,1 0 0,0 0 0,-1 0 0,0 0 0,0 1 0,0-1 0,0 1 0,-1 0 0,1 1 0,-1-1 0,1 1 1,-1-1-1,0 1 0,0 1 0,0-1 0,0 1 0,-2 0-32,-8 1 14,1 1 1,0 0-1,0 1 1,0 1-1,0 0 1,0 1-1,1 1 1,-1 0-1,1 1 1,0 0-1,1 1 1,-1 0-1,1 1 1,1 0-1,0 1 1,0 1-1,1-1 1,0 2-1,0-1 1,1 2-1,1-1 1,-1 2-15,-7 5 34,2 0 0,0 0 0,1 1 0,1 1 0,1 0 0,1 1 1,1 0-1,0 1 0,2 0 0,0 0 0,2 0 0,-2 12-34,6-25 21,1-1 0,0 1 0,0 0 0,1 0 0,0 0 0,0-1 0,1 1 0,0 0 0,0-1 0,1 0 0,0 1 0,1-1-1,0 0 1,0-1 0,1 1 0,0-1 0,0 0 0,1 0 0,-1 0 0,2-1 0,-1 0 0,1 0 0,-1 0 0,2-1 0,-1 0 0,1-1 0,-1 0 0,1 0 0,0 0 0,1-1 0,-1 0-1,0-1 1,1 0 0,8 1-21,4 2 6,1-2-1,0 0 0,0-2 1,1 0-1,-1-2 0,0 0 1,0-1-1,0-1 0,0-2 1,-1 0-1,0-1 0,1-1 1,-2-1-1,1-1 0,-2 0 1,18-12-6,117-109-1110,-108 71-856</inkml:trace>
  <inkml:trace contextRef="#ctx0" brushRef="#br0" timeOffset="-519.299">570 526 29638,'0'0'496,"0"0"-185,-8 20-151,-21 63-48,28-82-108,1 0 0,0-1 0,-1 1-1,1 0 1,0 0 0,0 0 0,0 0 0,0-1-1,0 1 1,0 0 0,0 0 0,0 0 0,0 0-1,0 0 1,0 0 0,0-1 0,1 1 0,-1 0-1,0 0 1,1 0 0,-1 0 0,0-1 0,1 1-1,-1 0 1,1-1 0,-1 1 0,1 0 0,0-1-1,-1 1 1,1 0 0,0-1 0,-1 1 0,1-1-1,0 1 1,0-1 0,-1 0 0,1 1 0,0-1-1,0 0 1,0 1 0,0-1 0,-1 0 0,1 0-1,0 0 1,0 0 0,0 0-4,23-1 44,0-1 1,0-1 0,-1-1-1,1-1 1,-1-1-1,0-2 1,-1 0-1,0-1 1,0-1-1,-1-1 1,0-1-1,-1-1 1,16-13-45,-23 18 8,56-36-5,-2-3 1,-2-3-1,-2-2 0,-3-4 1,-2-2-1,-3-2 1,28-41-4,-43 38-24,-78 133 6,3 2 1,4 1-1,2 1 0,4 2 1,-13 67 17,36-136 0,-1 0 1,1 0-1,1 0 1,-1 0 0,1 1-1,0-1 1,1 0-1,-1 1 1,2-1 0,-1 0-1,1 1 1,0-1-1,0 0 1,1 1 0,0-1-1,0 0 1,1 0-1,0-1 1,0 1 0,1-1-1,0 1 1,0-1-1,0 0 1,1 0 0,0-1-1,0 1 1,2 0-1,3-1-14,0 0 1,1-1-1,0-1 1,0 0 0,0 0-1,0-1 1,1-1-1,-1 0 1,0 0-1,1-1 1,-1-1 0,1 0-1,-1 0 1,0-1-1,0 0 1,0-1-1,0-1 1,0 1 0,0-2-1,-1 1 1,0-2-1,0 1 1,0-1-1,-1-1 1,0 0 0,0 0-1,0-1 1,6-7 13,16-21-47,-1-2 0,-2 0 0,-1-2 0,-2-1 0,-2-1 0,-2-1 1,-2-1-1,-1-1 0,-3 0 0,-1-1 0,-1-10 47,-12 53 6,2-9 17,5-9 309,-5 52-93,-20 283-21,-13-1 1,-14-2 0,-40 118-219,76-390 3,-1 12 5,-2-1 1,-3 0-1,-1-1 0,-16 32-8,27-73 22,0 1 0,-1-2 1,0 1-1,-1-1 0,1 1 0,-1-2 1,-1 1-1,1-1 0,-1 0 1,0 0-1,-1 0 0,-5 2-22,11-6 8,-1-1 1,0 0-1,0 1 0,1-1 0,-1 0 0,0 0 1,0-1-1,0 1 0,0 0 0,0-1 0,-1 0 1,1 0-1,0 0 0,0 0 0,0 0 0,0-1 1,0 1-1,0-1 0,0 0 0,0 0 0,0 0 1,0 0-1,1-1 0,-1 1 0,0-1 0,1 1 1,-1-1-1,1 0 0,-1 0 0,1 0 0,0-1 1,0 1-1,0 0 0,0-1 0,1 1 0,-1-1 1,0-1-9,-8-17 8,1 0 1,1-1 0,2 0 0,0-1 0,1 1 0,1-1-1,1 0 1,1-1 0,1 1 0,1 0 0,1 0-1,3-16-8,-4 33 1,1-27-45,1 0 0,2 0-1,1 0 1,2 1-1,1 0 1,1 0 0,2 1-1,1 0 1,2 1 0,0 0-1,2 1 1,2 1 0,0 0-1,2 2 1,4-3 44,118-110-3114,-78 86-1762</inkml:trace>
  <inkml:trace contextRef="#ctx0" brushRef="#br0" timeOffset="-263.82">2705 659 28550,'0'0'676,"24"11"-64,158 76 386,-181-86-983,132 88 775,-130-86-779,0 0 0,0 0 0,-1 0 1,1 1-1,-1-1 0,0 0 0,0 1 0,0 0 0,-1-1 0,1 1 0,-1 0 0,0 0 0,0 0 1,0 0-1,-1 0 0,1 0 0,-1 0 0,0 0 0,0 0 0,-1 0 0,1 0 0,-1 0 0,0 0 1,0 0-1,0 0 0,0 0 0,-1 0 0,1-1 0,-1 1 0,0-1 0,0 1 0,-1-1 0,1 0 0,-1 1 1,1-1-1,-1-1 0,0 1 0,-2 1-11,-187 140 240,-321 171-227,510-313-67,1-1-34,0 0 1,-1 0-1,1 1 1,0-1-1,0 1 0,-1-1 1,1 1-1,1 0 0,-1 0 1,0 0-1,0 0 0,1 0 1,-1 0-1,1 0 0,-1 1 1,1-1-1,0 1 0,0-1 1,0 1-1,1-1 0,-1 1 1,0-1-1,1 1 0,0 1 88,1-2-3000</inkml:trace>
  <inkml:trace contextRef="#ctx0" brushRef="#br0" timeOffset="6989.187">0 2262 29222,'0'0'840,"0"0"-245,0 0-260,0 0-47,0 0-8,4-13-67,-2 8-203,0 0 0,0 0 0,0 0 0,1 0 0,-1 0-1,1 1 1,0-1 0,0 1 0,1 0 0,-1 0-1,1 0 1,0 1 0,0-1 0,0 1 0,1 0-1,-1 0 1,1 0 0,0 1 0,-1-1 0,1 1 0,0 0-1,1 1 1,-1-1 0,0 1 0,0 0 0,0 1-1,1-1 1,2 1-10,223-34 180,2 11-1,77 8-179,663 10 352,160 63-344,1076-21-8,456 83 0,-2190-85 0,-469-34-42,-1-1 2,0-1 1,0 1-1,-1 0 1,1 1-1,0-1 1,-1 1-1,1 0 1,0 0-1,-1 1 0,1-1 1,-1 1-1,0 0 1,1 0-1,-1 1 1,0-1-1,0 1 1,0 0-1,-1 0 0,1 0 1,-1 0-1,0 1 1,0-1-1,0 1 1,0 0-1,0 1 40,0 13-2594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04:31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591 400 7626,'0'0'18086,"0"-17"-13917,-12-280-2314,12 293-1850,0 0 0,-1 0-1,0 0 1,0 0 0,0 1-1,0-1 1,0 0 0,-1 1 0,0-1-1,0 1 1,0 0 0,0 0 0,0-1-1,0 1 1,-1 0 0,0 1 0,1-1-1,-1 0 1,0 1 0,0 0-1,-1 0 1,1 0 0,0 0 0,-1 0-1,1 0 1,-1 1 0,0 0 0,1 0-1,-1 0 1,0 0 0,0 0-1,0 1 1,1 0 0,-1 0 0,0 0-1,0 0 1,0 0 0,0 1 0,0 0-1,1 0 1,-1 0 0,-1 1-5,-8 3 0,0 1 0,1 1 0,0 0 0,1 1 0,-1 0 0,1 1 0,1 0 0,0 1 0,0 0 0,-6 9 0,-21 25 0,1 3 0,2 1 1,2 1-1,3 1 0,1 2 1,4 1-1,1 1 0,3 1 1,2 1-1,2 1 0,4 0 1,-2 19-1,8 65 45,7-136-41,0 0-1,0 1 1,1-1-1,-1 0 1,1 0-1,0 0 1,0-1-1,1 1 1,0 0-1,0-1 0,0 0 1,0 1-1,0-1 1,1 0-1,0-1 1,0 1-1,0-1 1,0 0-1,1 0 1,-1 0-1,1 0 1,0-1-1,-1 0 1,1 0-1,0 0 1,5 1-4,136 16 99,-119-22-97,1 0 1,-1-2-1,-1-1 0,1-1 1,-1-1-1,0-2 1,-1 0-1,0-2 1,0-1-1,-2 0 1,0-2-1,0-1 1,-1-1-1,-1 0 1,-1-2-1,-1 0 1,0-1-1,-1-2 1,-2 1-1,0-2 1,-1 0-1,-1-1 1,-2 0-1,0-1 1,-2 0-1,0-1 1,-2 0-1,-1-1 1,2-17-3,-5 28-10,-1 0 1,0-1 0,-2 1 0,0-1 0,0 1-1,-2-1 1,0 1 0,-1-1 0,0 1 0,-2 0 0,0 0-1,0 0 1,-2 0 0,0 1 0,-1 0 0,0 0 0,-4-4 9,-104-65-1255,58 62-830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04:16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3460 1244 28702,'0'0'971,"11"-17"-339,0 0-517,-4 8-69,-1 0 0,0 0 0,-1 0 0,0-1 0,0 0 0,-1 0 0,0 0-1,-1 0 1,0 0 0,-1-1 0,1-3-46,-2 5 9,1 1-1,-1 0 0,0-1 1,-1 1-1,0-1 1,0 1-1,-1-1 0,0 1 1,-1-1-1,1 1 0,-2 0 1,1 0-1,-1 0 1,0 0-1,-1 0 0,0 1 1,0-1-1,-1 1 0,1 0 1,-2 0-1,1 1 1,-1 0-1,0 0 0,0 0 1,-1 0-1,1 1 0,-1 0 1,0 1-1,-1-1 1,1 1-1,-1 1 0,-3-2-8,3 3-15,0 0 0,1 0-1,-1 0 1,0 1 0,0 0-1,-1 1 1,1 0-1,0 0 1,0 0 0,0 1-1,0 1 1,0-1 0,0 1-1,1 1 1,-1-1 0,0 1-1,1 1 1,0-1 0,0 1-1,0 0 1,0 1-1,1 0 1,-1 0 0,1 0-1,0 1 1,1 0 0,0 0-1,0 0 1,0 1 0,0 0-1,1 0 1,0 0 0,-2 7 15,-3 4 36,2 0 1,0 1-1,1-1 1,0 1 0,2 1-1,0-1 1,2 1 0,0-1-1,1 1 1,1 0-1,0-1 1,2 1 0,1 5-37,-2-20 16,1 1 0,-1-1 1,1 0-1,0 0 0,0-1 1,1 1-1,-1 0 0,1-1 1,0 1-1,0-1 0,1 0 1,-1 0-1,1 0 1,0-1-1,0 1 0,0-1 1,0 0-1,1 0 0,-1 0 1,1-1-1,0 0 0,0 0 1,0 0-1,0 0 0,0-1 1,0 0-1,0 0 0,1 0 1,-1 0-1,5-1-16,5 1 13,1-1 0,-1 0 0,0-1 1,1-1-1,-1 0 0,0-1 0,0-1 0,0 0 0,-1-1 0,12-6-13,147-90-771,-103 50-964</inkml:trace>
  <inkml:trace contextRef="#ctx0" brushRef="#br0" timeOffset="567.372">6785 2278 27582,'0'0'984,"0"0"88,0 0-360,0 0-263,0 0-121,0 0 120,-22 180 8,7-30-112,-5 15-80,-4 1-136,4-40-128,7-41 0,8-28 0,5-19 0,0-5 0,33 7 0,5-5-240,-8-19-1464</inkml:trace>
  <inkml:trace contextRef="#ctx0" brushRef="#br0" timeOffset="-561.107">1 515 28014,'0'0'780,"0"0"-144,0 0-142,23 1-7,-6 1-397,-7 0-55,1-1 1,-1-1-1,0 1 1,1-1 0,-1-1-1,0 0 1,0-1-1,1 0 1,-1 0-1,0-1 1,-1 0-1,1-1 1,-1 0 0,7-3-36,429-315 200,-442 319-200,0 1 0,0 0 0,0-1 0,0 1 0,0 1 0,0-1 0,1 0 0,-1 1 0,1-1 0,-1 1 0,1 0 0,0 0 0,-1 1 0,1-1 0,0 1 0,0 0 0,-1 0 0,1 0 0,0 0 0,0 0 0,-1 1 0,1 0 0,0 0 0,-1 0 0,1 0 0,-1 1 0,1-1 0,-1 1 0,0 0 0,0 0 0,1 0 0,-1 1 0,10 132 53,-15 261 248,20-286-203,-17-107-93,0-1 0,1 1 0,-1-1 0,0 0 0,1 1 1,-1-1-1,1 0 0,0 0 0,0 0 0,0 0 0,0 0 0,0-1 0,0 1 0,0-1 0,1 1 0,-1-1 0,1 0 1,-1 0-1,1 0 0,-1 0 0,1 0 0,-1 0 0,1-1 0,0 1 0,0-1 0,-1 0 0,1 0 0,0 0 0,-1 0 0,1 0 1,0-1-1,-1 1 0,1-1 0,0 0 0,-1 0 0,1 0 0,-1 0 0,1 0-5,7-5 8,0 0 0,0 0 0,-1-1 0,0 0 0,0-1 0,-1 0 0,0-1 0,0 1 0,-1-1 0,0-1 0,3-5-8,-7 10 2,58-83 3,-4-3 0,-4-3 0,-4-1 0,-5-3 0,3-19-5,-2-36 14,-65 320 35,-116 1215 345,51-785-271,84-590-118,0 8 7,0 0-1,-1 0 1,0 0 0,-1 0 0,-1-1-1,-1 0 1,0 1 0,0-2 0,-1 1-1,-1-1 1,-1 0 0,0 0 0,0 0-1,-1-1 1,-1-1 0,0 0 0,0 0-1,-1-1 1,-7 5-12,16-13 0,-1-1 0,1 0 0,0 0 0,-1 0 0,1 0 0,-1 0 0,1 0 0,-1-1 0,1 1 0,-1-1 0,1 0 0,-1 0 0,0 1 0,1-2 0,-1 1 0,1 0 0,-1-1 0,0 1 0,1-1 0,-1 1 0,1-1 0,0 0 0,-1 0 0,1-1 0,0 1 0,-1 0 0,1-1 0,0 1 0,0-1 0,0 0 0,0 0 0,1 1 0,-1-1 0,0 0 0,1-1 0,-2 0 0,-25-99 0,25 46 0,3 1 0,2-1 0,3 0 0,2 1 0,2 0 0,3 1 0,2 0 0,3 1 0,2 0 0,2 2 0,2 0 0,2 1 0,3 2 0,23-30 0,-4 17-425,2 1 0,3 3 1,3 2-1,17-10 425,26-26-4221,-2 1-10007</inkml:trace>
  <inkml:trace contextRef="#ctx0" brushRef="#br0" timeOffset="-300.96">2627 601 27110,'0'0'1701,"0"0"-1098,0 0-148,-21 21 33,-157 135 83,166-148-557,-185 132 120,-92 88-134,272-213 3,9-9-2,-1 1 1,2-1 0,-1 2-1,1-1 1,0 1 0,0 0-1,1 0 1,0 1 0,0 0-1,1 0 1,1 1 0,-2 3-2,6-10 4,0 0 0,1 0 1,-1 0-1,1-1 1,0 1-1,0 0 0,0 0 1,0 0-1,0-1 1,0 1-1,1 0 0,0-1 1,-1 1-1,1-1 1,0 0-1,0 0 0,0 1 1,0-1-1,1-1 0,-1 1 1,1 0-1,-1 0 1,1-1-1,-1 0 0,1 1 1,0-1-1,0 0 1,0 0-1,-1-1 0,1 1 1,0 0-1,0-1 1,0 0-1,0 0 0,0 0 1,0 0-1,2 0-4,6 2 4,244 41-742,-85-29-2945,-68-8-5189</inkml:trace>
  <inkml:trace contextRef="#ctx0" brushRef="#br0" timeOffset="10406.193">1099 3308 28134,'0'0'1187,"0"0"-591,0 0-280,0 0-175,23 0-18,329 1 456,564 75-232,685-33-284,-1178-39-80,1350 4-443,-1392-23-402,-217-6-3309,-70 2-9338</inkml:trace>
  <inkml:trace contextRef="#ctx0" brushRef="#br0" timeOffset="16450.06">2940 2531 25950,'0'0'3384,"-55"116"-2616,5 8-31,-20 56-249,-5 35-144,5 14-80,9-8-120,21-38-96,14-45-48,15-51-152,11-44-160,18-31-424,1-12-1889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11:27.9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4890 1572 30046,'-42'451'2577,"16"150"-2577,38-588-60,13-41 1,103-217-74,-62 109-33,8-22-342,8 4 0,46-61 508,-31 91-172,-97 123 176,1 0 0,-1 0 0,1 0 0,-1 0 0,1 0 0,-1 0 0,1 0 0,-1 0 0,1 0 0,0 0 0,0 1 0,-1-1 0,1 0 0,0 0 0,0 1 0,0-1 0,0 1 0,0-1 0,0 1 0,0-1 0,0 1 0,0-1 0,0 1 0,0 0 0,0 0 0,0 0 0,0-1 0,0 1 0,0 0 0,0 0 0,1 0 0,-1 1 0,0-1 0,0 0 0,0 0 0,0 1 0,0-1 0,0 0 0,0 1 0,0-1 0,0 1 0,0-1 0,0 1 0,0 0 0,-1-1 0,1 1 0,0 0 0,0 0 0,-1-1 0,1 1 0,0 0 0,-1 0 0,1 0 0,-1 0 0,1 0-4,-19 168 703,-1-74-486,1-25-130,4 1 0,3 1 0,4 0 0,2 0 0,3 0 0,4 7-87,-2-72-1,0-1-1,1 1 1,-1-1-1,1 0 1,1 0 0,-1 1-1,1-1 1,0 0 0,0 0-1,1 0 1,0-1-1,0 1 1,0-1 0,0 1-1,1-1 1,0 0 0,0 0-1,1-1 1,-1 1-1,1-1 1,0 0 0,0 0-1,1-1 1,-1 1 0,1-1-1,-1 0 1,1-1-1,0 1 1,0-1 0,6 1 1,7 0-51,-1-1-1,0-1 1,1-1 0,-1 0 0,0-1 0,1-1 0,-1-1 0,0-1 0,0 0 0,15-7 51,29-15-354,-1-2 0,-2-4-1,-1-2 1,-1-2 0,-2-3 0,-2-2 0,47-47 354,20-28-1866</inkml:trace>
  <inkml:trace contextRef="#ctx0" brushRef="#br0" timeOffset="232.855">7209 296 30126,'-54'172'921,"-12"49"-425,-4 45-192,17 4 136,27-29-64,24-10-272,6-18-104,38-26 0,12-31 0,-1-45 0,-5-42 0,-8-38 0,-3-29 0,2-2-40,10-69-536,-8-4-592,-19-14-1345</inkml:trace>
  <inkml:trace contextRef="#ctx0" brushRef="#br0" timeOffset="398.882">6160 1085 31207,'0'0'808,"142"16"-632,68-10-80,58-2 0,43-4 40,7 0-112,-22 2-24,-73 2-576,-43 2-1897</inkml:trace>
  <inkml:trace contextRef="#ctx0" brushRef="#br0" timeOffset="-552.584">3720 1357 27886,'0'0'2320,"0"0"-1855,-64 141-145,49-25-16,8 42 64,5 25 0,2 5-144,0-13-104,0-29-64,0-31-32,0-35 0,0-26-24,0-17-128,0-9-264,16-28-288,1-4-1081,-2-38-10633</inkml:trace>
  <inkml:trace contextRef="#ctx0" brushRef="#br0" timeOffset="-283.631">3862 450 29846,'0'0'713,"0"0"-513,62 146-88,-10-34-72,5-1-40,24 17-24,-10-35-809,-23-40-4760</inkml:trace>
  <inkml:trace contextRef="#ctx0" brushRef="#br0" timeOffset="8516.293">23846 3733 28894,'0'0'711,"0"0"-104,0 0-83,0 0-185,0 0-15,23 3 53,229 53 73,-3 10-1,64 34-449,231 92 92,-514-183-92,0 2 0,-1 1 0,0 1 0,-1 1 0,-1 2 0,0 1 0,-1 1 0,-1 1 0,-1 1 0,0 1 0,-2 1 0,-1 1 0,9 13 0,-24-22 0,-1 1 0,0 0 0,0 0 0,-2 0 0,0 0 0,-1 1 0,0 0 0,-1-1 0,-1 1 0,0 0 0,-1-1 0,-1 1 0,-1 0 0,0-1 0,-1 0 0,0 0 0,-1 0 0,-1 0 0,-1-1 0,0 0 0,0 0 0,-1-1 0,-8 9 0,-43 68 0,-5-3 0,-3-3 0,-4-2 0,-3-4 0,-4-3 0,-3-4 0,-3-3 0,-25 12 0,-85 49 0,-6-9 0,-6-8 0,-69 21 0,-204 59 0,463-186 0,11-5 0,0 0 0,0 0 0,1 1 0,-1 0 0,1-1 0,-1 2 0,1-1 0,0 0 0,-1 1 0,1 0 0,1 0 0,-1 0 0,0 0 0,1 1 0,-1 0 0,1-1 0,-1 4 0,12 14 0,63 3 0,92 4 0,93-8 0,26-10 0,1-12 0,-1-13 0,158-33 0,-87-5 0,-3-15 0,6-17 0,-331 78-102,0-1 1,-1-1-1,0-1 1,0-1-1,-1-1 0,-1 0 1,0-2-1,0-1 0,-2-1 1,4-4 101,24-28-1753</inkml:trace>
  <inkml:trace contextRef="#ctx0" brushRef="#br0" timeOffset="9034.435">26367 1279 29950,'0'0'675,"0"0"-315,22-2-205,173 16 410,-176-9-474,34 6 20,0 3 1,-1 1-1,0 3 1,-2 3-1,0 1 1,-2 3-1,20 14-111,-61-35 2,-2 0-1,1 1 0,0 0 0,-1-1 0,0 2 1,0-1-1,0 1 0,-1 0 0,0 0 1,0 0-1,-1 0 0,1 1 0,-1-1 0,-1 1 1,1 0-1,-1 0 0,0 0 0,-1 0 1,0 0-1,0 0 0,0 1 0,-1-1 0,0 0 1,-1 0-1,1 1 0,-1-1 0,-1 0 1,1 0-1,-1 0 0,-1 0 0,1 0 1,-1 0-1,0-1 0,-1 0 0,1 1 0,-1-1 1,-1 0-2,-25 28-4,-2-1 0,-1-1 0,-2-2 1,-1-1-1,-1-2 0,-1-2 0,-23 11 4,46-26-3,-297 159-45,283-148 46,29-20 1,0 0-1,0 0 1,0 1 0,0-1 0,1 0 0,-1 0 0,0 0 0,1 0 0,-1 0 0,1 0 0,-1 0-1,1 0 1,0 0 0,-1 0 0,1-1 0,0 1 0,-1 0 0,1 0 0,0 0 0,0-1 0,0 1-1,0 0 1,0-1 0,0 1 0,0-1 0,0 1 0,0-1 0,0 0 0,0 1 0,0-1 0,0 0-1,0 0 1,0 0 0,1 0 0,-1 0 0,0 0 0,0 0 0,0 0 0,0 0 0,0 0 0,0-1-1,0 1 1,0 0 0,0-1 0,0 1 0,0-1 0,0 1 0,0-1 0,0 0 1,0 2-1,507 26-51,-501-27 51,1 0-1,-1 1 1,1 0-1,-1 0 1,1 0-1,-1 1 1,0 0 0,1 1-1,-1 0 1,0 0-1,-1 0 1,1 1-1,-1 0 1,1 0 0,-1 1-1,0-1 1,-1 1-1,1 1 1,-1-1-1,0 1 1,-1 0 0,1 0-1,-1 0 1,0 1-1,0 0 1,-1-1 0,0 1-1,0 0 1,-1 1-1,1 4 2,-2-4 0,-1 0 0,0 0 0,-1 0 0,1-1 0,-2 1 0,1 0 0,-1 0 0,0 0 0,-1-1 0,1 1-1,-2-1 1,1 0 0,-1 0 0,0 0 0,0 0 0,-1-1 0,0 1 0,0-1 0,-1-1 0,1 1 0,-6 3 0,-149 101 1,137-97-1,-73 45-68,-2-5-1,-3-4 0,-1-4 1,-92 25 68,186-75-1065,21-17-582</inkml:trace>
  <inkml:trace contextRef="#ctx0" brushRef="#br0" timeOffset="9315.691">28300 1385 29574,'0'0'808,"0"178"-175,-17-21-177,-23 43 64,-15 13-56,-10-4-176,8-8-264,2-4-24,17-17-64,14-46-1016,13-41-3945</inkml:trace>
  <inkml:trace contextRef="#ctx0" brushRef="#br0" timeOffset="9697.959">27732 4606 29118,'0'0'1048,"0"0"-407,0 0-225,0 0 56,215 40 8,-33-40-168,22-2-168,0-12-112,-18 4-32,-30 8-112,-16 2-440,-39 0-552,-33-6-5178</inkml:trace>
  <inkml:trace contextRef="#ctx0" brushRef="#br0" timeOffset="9982.291">30648 3867 31615,'-20'112'1016,"-11"46"-912,1 39-72,1 14-32,11 2 0,12 22 0,-3 39 0,-4 12 0,-2-59-280,-3-47-8506</inkml:trace>
  <inkml:trace contextRef="#ctx0" brushRef="#br0" timeOffset="17630.798">0 9514 21469,'0'0'6258,"0"0"-4472,0 0-1254,0 0-160,0 0-136,0 0 3,20-9 25,-8 2-208,-8 3-41,0 1 0,1 0 1,-1 1-1,1-1 0,-1 1 0,1 0 0,0 0 0,0 0 0,0 1 0,0 0 0,0 0 1,0 0-1,0 0 0,0 1 0,0 0 0,1 0 0,-1 0 0,0 1 0,0 0 0,0 0 0,0 0 1,0 1-1,0-1 0,0 1 0,-1 0 0,1 1 0,0-1-15,31 30 97,-2 2 1,-2 0-1,-1 2 0,-1 2 0,-3 1 0,-1 1 1,-1 0-1,-3 2 0,-1 1 0,4 18-97,259 595 175,-274-633-175,1-1 0,1 0 0,1-1 0,0 0 0,2-1 0,1-1 0,0 0 0,1-1 0,1-1 0,1-1 0,0 0 0,1-2 0,16 10 0,7-7 0,0-1 0,1-2 0,0-3 0,1-1 0,1-2 0,-1-2 0,1-2 0,0-2 0,0-2 0,0-2 0,0-2 0,27-7 0,18-12 0,-2-4 0,-1-3 0,-1-5 0,-2-3 0,-2-4 0,-2-3 0,21-18 0,31-14 0,89-46 0,146-54 0,-290 145 0,2 3 0,1 3 0,1 4 0,0 3 0,2 4 0,67-2 0,-111 15 0,0 1 0,0 3 0,0 1 0,-1 2 0,0 1 0,0 2 0,0 2 0,-1 2 0,0 1 0,-1 2 0,-1 1 0,-1 3 0,0 0 0,-1 2 0,-1 2 0,-1 1 0,-2 1 0,2 3 0,44 53 0,-4 2 0,-3 3 0,40 69 0,103 130 0,-202-272 0,1 0 0,0-1 0,0 0 0,1 0 0,1-2 0,0 1 0,0-2 0,1 1 0,0-2 0,1 0 0,0-1 0,0 0 0,1-1 0,-1-1 0,1 0 0,1-2 0,-1 1 0,0-2 0,10 0 0,-14-4 0,0-1 0,0 0 0,-1-1 0,0 0 0,1-1 0,-2 0 0,1-1 0,0 0 0,-1 0 0,0-1 0,-1-1 0,0 0 0,0 0 0,0-1 0,-1 0 0,0 0 0,-1-1 0,0 0 0,-1 0 0,0-1 0,0 1 0,-1-1 0,1-7 0,48-96 0,-5-2 0,-5-1 0,-6-3 0,-4-1 0,-6-2 0,2-49 0,50-194 0,-34 221 0,-43 141 0,0 1 0,0-1 0,0 1 0,0 0 0,1 0 0,-1 0 0,1 0 0,0 1 0,-1-1 0,1 1 0,1 0 0,-1 0 0,0 0 0,0 1 0,1-1 0,-1 1 0,1 0 0,-1 1 0,1-1 0,-1 1 0,1 0 0,-1 0 0,1 0 0,-1 0 0,1 1 0,-1 0 0,1 0 0,-1 0 0,1 1 0,-1-1 0,0 1 0,0 0 0,0 0 0,1 1 0,190 111 0,-155-87 0,148 104 0,-3 0 0,5-7 0,5-9 0,154 64 0,-211-124 0,3-5 0,2-7 0,2-6 0,1-6 0,2-7 0,0-6 0,1-6 0,0-8 0,1-5 0,-1-7 0,0-7 0,-2-6 0,49-17 0,-76 13 0,-1-6 0,-2-4 0,-2-5 0,-1-6 0,-2-4 0,-3-5 0,-2-5 0,-3-5 0,-3-3 0,33-35 0,-105 80 0,-1-2 0,-2-1 0,-1-1 0,-1-1 0,-1-2 0,-1 0 0,-2-1 0,-1-1 0,-2-1 0,-1 0 0,-2-1 0,-1-1 0,-1 0 0,-2-1 0,-2 0 0,-7 32-15,-1 1 0,0-1 0,0 0 0,-1 1 0,1-1 0,-1 1 1,0-1-1,0 1 0,0-1 0,0 1 0,0-1 0,-1 1 0,1 0 0,-1 0 0,0 0 0,0 0 0,0 0 0,-1 0 0,1 0 0,-1 1 0,1-1 1,-1 1-1,0 0 0,0 0 0,0 0 0,0 0 0,0 0 0,-1 1 0,1-1 0,0 1 0,-2 0 15,-5-5-120,-63-27-1996,-10 8-2915</inkml:trace>
  <inkml:trace contextRef="#ctx0" brushRef="#br0" timeOffset="17894.8">7529 11617 29382,'-217'154'944,"-24"18"-487,31-30-161,8 2-64,12-2-64,16 0-88,21-2-64,30-6-16,36-25-104,34-29-88,27-34-128,26-34-273,0-10-383,4-4-1368</inkml:trace>
  <inkml:trace contextRef="#ctx0" brushRef="#br0" timeOffset="18077.964">7825 11740 18852,'154'-2'11154,"-10"2"-10401,-49 15-425,-36 9-168,-20 4-64,1 11-80,-5 12-16,-18 40-256,-12-10-537,-5-14-1551</inkml:trace>
  <inkml:trace contextRef="#ctx0" brushRef="#br0" timeOffset="18463.476">6988 12576 26870,'0'0'3091,"0"0"-2217,32-5-753,453-99 147,-270 59-104,-211 45-177,-1-1 0,1 0 1,0 1-1,0-1 0,0 1 0,0 0 0,0 1 1,0-1-1,-1 1 0,1-1 0,0 1 0,0 0 0,-1 1 1,1-1-1,0 1 0,-1-1 0,1 1 0,-1 0 1,0 0-1,0 1 0,0-1 0,0 1 0,0-1 0,0 1 1,-1 0-1,2 2 13,-1 2-56,0-1-1,-1 1 1,0 0 0,-1 0 0,0 0 0,0 0-1,0 0 1,-1 0 0,0 0 0,0 0-1,-1 0 1,0 0 0,0 0 0,-2 5 56,-7 26-134,-2 0 0,-2-1-1,-1-1 1,-2 0 0,-2-1 0,0-1 0,-17 20 134,-22 31 24,-2-3 0,-5-2 1,-3-4-1,-3-2 0,-3-3 0,-38 24-24,51-37 1082,72-60-1030,196-96 56,-142 62-105,-14 7-4,-31 15 1,0 2 0,1 0 0,1 1 0,0 1 0,1 1 0,0 1 0,0 2 0,0 0 0,1 1 1,15-1-1,-36 6-1,-1 1 0,1-1 1,0 1-1,0-1 1,0 1-1,0 0 1,0 0-1,-1 0 1,1 1-1,0-1 0,-1 1 1,1-1-1,-1 1 1,0 0-1,1 0 1,-1 0-1,0 0 1,0 0-1,0 1 1,-1-1-1,1 0 0,0 1 1,-1 0-1,0-1 1,1 1-1,-1 0 1,0-1-1,-1 1 1,1 0-1,0 0 0,-1 0 1,1 0-1,-1 0 1,0 0-1,0 0 1,0 0-1,-1 0 1,1 0-1,-1 0 0,1 0 1,-1 0 0,0 47 51,-1 1-1,-2-1 1,-3 0 0,-2 0-1,-13 39-50,-101 455 536,119-478-322,4-65-201,0 1-1,0-1 1,0 0 0,0 0 0,1 0 0,-1 0 0,0 1-1,1-1 1,-1 0 0,1 0 0,-1 0 0,1 0-1,-1 0 1,1 0 0,0 0 0,-1 0 0,1 0 0,0-1-1,0 1 1,0 0 0,0 0 0,0-1 0,0 1-1,0 0 1,0-1 0,0 1 0,0-1 0,0 1 0,0-1-1,0 0 1,0 1 0,1-1 0,-1 0 0,0 0 0,0 0-1,0 0 1,0 0 0,1 0 0,-1 0 0,0 0-1,0-1 1,0 1 0,0 0 0,1-1 0,-1 1 0,0 0-1,0-1 1,0 0 0,0 1 0,1-1-13,4-1 36,13-4 1,0-1-1,0 0 1,-1-2-1,0 0 1,0-1-1,-1-1 0,-1-1 1,0 0-1,0-1 1,13-14-37,-22 21 5,158-147 5,-6-7 1,66-93-11,-72 67-922,121-196 922,-180 233-1414</inkml:trace>
  <inkml:trace contextRef="#ctx0" brushRef="#br0" timeOffset="14194.876">20471 10025 27278,'0'0'2532,"0"0"-1671,0 0-628,5 21-33,45 136 484,-16-75-371,-5 1-1,-2 2 1,-2 11-313,9 29 41,-26-96-41,2-1 0,2 0 0,0 0 0,1-1 0,2-1 0,1 0 0,1-1 0,1-1 0,1 0 0,8 5 0,-19-20 0,1 0 0,1-1 0,-1 0 0,1-1 0,0 0 0,1-1 0,-1 0 0,1 0 0,1-1 0,-1-1 0,1 0 0,0 0 0,0-1 0,0-1 0,0 0 0,0 0 0,0-1 0,1-1 0,-1 0 0,0-1 0,1 0 0,-1-1 0,0-1 0,0 1 0,0-2 0,7-3 0,15-9 0,-2-1 0,0-2 0,-1-1 0,0-2 0,23-22 0,-29 24 0,641-505 0,-635 503 0,0 1 0,2 1 0,0 2 0,1 2 0,1 0 0,0 3 0,1 1 0,1 1 0,0 2 0,6 1 0,-2 1 0,0 2 0,1 2 0,-1 1 0,1 2 0,-1 2 0,0 2 0,0 2 0,0 1 0,0 2 0,-1 2 0,-1 2 0,0 1 0,-1 3 0,4 3 0,17 21 0,-1 2 0,-3 3 0,-2 3 0,-2 1 0,-2 3 0,-2 2 0,6 16 0,2-5 0,35 43 0,4-3 0,5-5 0,4-5 0,100 72 0,-165-140 0,1-1 0,2-2 0,0-2 0,2-2 0,0-2 0,1-1 0,1-3 0,0-1 0,1-2 0,0-3 0,1-1 0,0-3 0,0-1 0,1-3 0,-1-2 0,21-4 0,-24-2 0,0-3 0,-1-2 0,0-2 0,-1-1 0,-1-2 0,0-2 0,-1-2 0,-2-2 0,6-5 0,321-254 0,-339 261 0,135-117 0,116-97 0,216-137 0,-396 308 0,2 4 0,3 4 0,2 5 0,3 4 0,1 5 0,2 5 0,50-8 0,13 16 0,1 8 0,0 7 0,1 8 0,0 7 0,32 11 0,531 56 0,141 5 0,-690-69 0,0-8 0,181-27 0,-297 20 0,-1-3 0,0-3 0,-1-3 0,-1-4 0,-1-2 0,-1-3 0,-2-4 0,-1-2 0,3-5 0,-26 9 0,-1-1 0,-1-3 0,-2 0 0,-2-3 0,-1-1 0,-2-2 0,-1-1 0,-3-1 0,-1-2 0,-3-1 0,2-7 0,13-35 0,-4-2 0,-5-2 0,-3-1 0,-4-1 0,5-51 0,-3-142 0,-25 278-54,0-1 0,0 1 1,-1-1-1,-1 0 0,0 1 0,0-1 0,0 1 1,-1 0-1,-1-1 0,0 1 0,0 0 0,-1 0 0,0 1 1,0-1-1,-1 1 0,0 0 0,-1 0 0,1 0 1,-2 1-1,1 0 0,-1 0 0,0 1 0,-2-2 54,-38-26-2475</inkml:trace>
  <inkml:trace contextRef="#ctx0" brushRef="#br0" timeOffset="21622.938">16536 7984 19476,'0'0'1785,"0"0"-12,0 0 1844,0 0-1901,0 0-765,16 11-199,48 34-107,-46-39 251,-22-12-738,2 3-127,-1 0 0,0 0-1,0 0 1,0 1-1,-1-1 1,1 1-1,-1 0 1,1 0-1,-1 0 1,1 0 0,-1 1-1,0 0 1,0-1-1,0 1 1,0 1-1,0-1 1,0 1-1,0-1 1,0 1 0,0 0-1,0 0 1,-3 1-31,-7 1 8,0 0 0,0 0 0,1 1 0,-1 1 0,1 0 0,0 1 0,0 1 0,1-1 0,0 2 1,0 0-1,0 1 0,1 0 0,0 0 0,-6 7-8,-53 42 8,3 3 0,2 3 0,3 3 0,3 2 0,3 3 0,-43 74-8,74-103 16,2 0 0,1 2 0,3 0 0,2 1 0,1 1 0,3 1 0,2 0 0,-4 33-16,12-60 2,1 0 0,0 0-1,2 0 1,0 0 0,1 0-1,1-1 1,1 1-1,1 0 1,1-1 0,0 0-1,1 0 1,2 0-1,-1-1 1,2 0 0,1 0-1,0-1 1,1-1 0,1 1-1,0-2 1,1 0-1,1 0 1,2 1-2,3-2 0,1 0 0,1-1 0,0-1 0,0-1 0,1-1 0,1-1 0,-1-1 0,2-1 0,-1-1 0,1-1 0,-1 0 0,1-2 0,18-1 0,15 0 0,0-3 0,0-3 0,0-1 0,-1-4 0,16-5 0,-7-1 0,-1-3 0,-1-3 0,-1-2 0,-1-3 0,-1-3 0,-1-2 0,3-6 0,-29 16 0,-1-1 0,-1-2 0,-1 0 0,-2-3 0,0 0 0,-2-1 0,-1-2 0,-1-1 0,-1 0 0,-2-2 0,-2-1 0,13-28 0,-22 36 0,0-1 0,-2 1 0,-1-1 0,-1 0 0,-1-1 0,-1 0 0,-2 0 0,0 1 0,-2-1 0,-2 0 0,0 0 0,-2 0 0,-1 1 0,-1-1 0,-1 1 0,-1 1 0,-2-1 0,-1 2 0,-1-1 0,-1 1 0,-1 1 0,-13-18 0,10 21-7,0 0 1,-2 1-1,0 1 1,-1 0-1,-1 2 0,-1 0 1,0 2-1,-1 0 0,-1 2 1,0 0-1,0 2 1,-2 0-1,1 2 0,-1 1 1,0 1-1,-1 1 1,0 1-1,0 2 0,0 1 1,0 0-1,0 2 1,-1 2-1,1 0 0,0 2 7,13-1-77,0 2 1,0-1-1,0 2 0,1 0 0,0 0 0,1 1 0,-1 1 0,1 0 0,1 1 1,-1 0-1,1 1 0,1 0 0,0 0 0,1 1 0,-7 9 77,-46 65-3110,0 7-6943</inkml:trace>
  <inkml:trace contextRef="#ctx0" brushRef="#br0" timeOffset="22412.233">16183 11682 28894,'0'0'978,"0"0"-282,17 23-203,115 157 287,-112-154-720,2-1 0,0-1 0,1-1 0,2-1 0,0-1 0,2-2 0,0 0 0,1-2 0,0 0 0,2-3-1,0 0 1,0-2 0,16 4-60,23 2 16,1-4 0,0-3-1,1-2 1,0-4 0,0-3-1,0-3 1,0-3 0,11-5-16,150-26 26,187-54-26,-311 63-5,201-44 5,3 13 0,2 14 0,149 5 0,-291 29 0,0 8 0,-1 7 0,1 8 0,-2 7 0,0 8 0,119 37 0,-97 6 0,-4 9 0,-3 7 0,83 58 0,-142-78 0,-63-31 0,1-4 0,2-2 0,1-3 0,2-3 0,0-3 0,1-4 0,1-2 0,14-1 0,-16-10 0,-1-2 0,1-4 0,-1-2 0,1-4 0,-1-2 0,-1-4 0,27-9 0,112-45 0,-3-9 0,61-38 0,-54 22 0,209-60 0,-343 132 0,0 4 0,1 3 0,1 4 0,0 2 0,0 5 0,0 2 0,0 4 0,0 4 0,0 3 0,47 14 0,127 28 0,1-10 0,101-2 0,56-24 0,106-22 0,-23-30 0,-3-22 0,-3-22 0,12-24 0,885-242 0,-1201 286-295,-65 5-1178</inkml:trace>
  <inkml:trace contextRef="#ctx0" brushRef="#br0" timeOffset="27643.439">23658 79 30543,'348'-43'841,"59"13"-841,480 25-8,971 71-456,-1152-30 473,-516-28 30,2648 79 408,-2257-95-701,-524 8 140,-71 22 11,-61 94 210,58-68-73,3 0 1,1 1-1,3 0 0,2 0 1,1 1-1,3 12-34,-9 226 154,25 97 237,16 0 1,29 81-392,-12-92 221,51 620 139,-33 941-360,-66-1736 0,-8 0 0,-9-1 0,-8-1 0,-10-1 0,-7-2 0,-19 31 0,42-164-16,-1-1-1,-4-1 1,-2-1-1,-2-1 1,-3-2-1,-14 14 17,33-49-220,-1-1-1,-1 0 1,-1-1-1,-1-1 1,0-1-1,-1 0 1,-1-2-1,0 0 1,-1-2-1,-1 0 1,0-1-1,0-1 1,-1-2-1,0 0 1,0-2-1,-1 0 0,-20 1 222,-76-2-5116</inkml:trace>
  <inkml:trace contextRef="#ctx0" brushRef="#br0" timeOffset="27908.589">25782 7204 29950,'0'0'2625,"142"46"-2433,44-19-192,31-5 0,9-20-72,-35-10-128,-36-35 96,-32-22-224,-44 9-480,-42 1-2289</inkml:trace>
  <inkml:trace contextRef="#ctx0" brushRef="#br0" timeOffset="6170.764">15837 1083 28342,'0'0'1659,"0"0"-1125,21-4-337,157-18 275,-142 25-378,0 1-1,0 2 1,-1 1 0,0 2-1,0 2 1,-1 1 0,0 1-1,12 8-93,-40-18 3,1 0-1,-1 0 1,1 0-1,-1 1 1,0 0-1,0 0 1,0 0-1,-1 1 0,0 0 1,0 0-1,0 0 1,0 1-1,-1-1 1,0 1-1,0 0 1,0 0-1,-1 1 0,0-1 1,0 1-1,-1 0 1,0 0-1,0 0 1,0 0-1,-1 0 0,0 0 1,-1 0-1,1 0 1,-1 0-1,-1 0 1,1 1-1,-1-1 1,-1 0-1,1 0 0,-1 0 1,-2 4-3,-11 15 3,0-1 0,-2-1 0,-1-1 1,0 0-1,-2-1 0,-1-1 0,0-1 1,-2-1-1,-9 6-3,23-18 2,-57 49-4,-3-2 1,-3-4 0,-1-3 0,-3-2 0,-1-5 0,-4-2 1,92-36-4,516-65-24,-227 64 28,-293-1 0,0 0-1,0 0 1,0 1 0,0 0 0,0 0-1,0 1 1,0 0 0,0 0 0,-1 0-1,1 1 1,-1 0 0,0 0 0,0 0-1,0 1 1,0 0 0,0 1 0,-1-1-1,0 1 1,0 0 0,0 0 0,0 0 0,-1 1-1,0 0 1,0 0 0,-1 0 0,1 0-1,-1 0 1,-1 1 0,1 0 0,-1-1-1,0 1 1,-1 0 0,1 4 0,-4 9 6,-1-1 0,-1 1 0,0-1 1,-1 0-1,-2 0 0,0-1 0,0 0 0,-2 0 1,0 0-1,-2-1 0,1-1 0,-2 0 0,0 0 1,-1-1-1,-1-1 0,0 0 0,-1-1 0,0 0 1,-1-1-1,-16 9-6,-41 37 36,-2-4 0,-3-2 1,-1-4-1,-3-4 0,-2-3 0,-29 7-36,39-29-24,73-19 17,0 0 1,0 0-1,0 0 0,1 0 0,-1 0 0,0-1 1,0 1-1,0 0 0,1 0 0,-1-1 0,0 1 0,0 0 1,1-1-1,-1 1 0,0-1 0,1 1 0,-1-1 1,0 1-1,1-1 0,-1 1 0,1-1 0,-1 0 1,1 1-1,-1-1 0,1 0 0,-1 0 0,1 1 0,0-1 1,-1 0-1,1 0 0,0 1 0,0-1 0,0 0 1,-1 0-1,1 0 0,0 0 0,0 1 0,0-1 0,0 0 1,0 0-1,1 0 0,-1 0 0,0 1 0,0-1 1,1 0-1,-1 0 0,0 1 0,1-1 0,-1 0 1,0 0-1,1 1 0,-1-1 0,1 0 0,-1 1 0,1-1 1,0 1-1,-1-1 0,1 1 0,0-1 0,-1 1 1,1-1-1,0 1 0,0 0 0,0-1 7,36-47-971,15-10-1244</inkml:trace>
  <inkml:trace contextRef="#ctx0" brushRef="#br0" timeOffset="6466.731">18327 882 30342,'-53'116'673,"-10"34"-201,-12 32-128,5 5 48,11-7 32,6 7-304,14 3-120,8-5 0,18 0 0,6-19 0,5-48-408,2-37-1785</inkml:trace>
  <inkml:trace contextRef="#ctx0" brushRef="#br0" timeOffset="4675.178">9888 5616 25597,'0'0'3956,"0"0"-2601,0 0-852,-3-17-99,1 7-338,0 6-41,1 0 0,-1-1 0,1 1 0,1-1 1,-1 0-1,1 1 0,-1-1 0,1 1 0,1-1 0,-1 0 1,1 1-1,0-1 0,0 1 0,0-1 0,0 1 0,1 0 1,-1-1-1,1 1 0,1 0 0,-1 0 0,0 0 0,1 0 0,0 1 1,0-1-1,0 1 0,0-1-25,43-25 22,1 2-1,2 2 1,0 2 0,1 2-1,2 3 1,-1 1 0,2 3-1,0 3 1,1 1 0,28 0-22,-39 3 15,223-40-15,1 11 0,132 5 0,-94 31-984,-203 7-1601</inkml:trace>
  <inkml:trace contextRef="#ctx0" brushRef="#br0" timeOffset="5463.507">12965 3671 28614,'0'0'586,"0"0"-60,0 0-46,0 0-110,22-5 33,35-6-204,1 2 0,0 3 0,0 2 0,0 3-1,58 6-198,-48 6 43,-1 3 0,-1 3 0,0 2 0,-2 4 0,0 2 0,-2 3 0,-1 3 0,-1 2 0,-1 3-1,-3 3 1,-1 2 0,-2 2 0,-2 2 0,-2 3 0,-2 2 0,-2 2 0,-3 1 0,26 44-43,-48-64 1,-1 1 0,-2 1 0,-2 0 1,-1 1-1,-1 1 0,-3 0 0,-1 0 1,-1 1-1,-2 0 0,-2 0 0,-1 1 1,-3 0-1,0-1 0,-3 1 1,-1-1-1,-2 0 0,-5 16-1,-11 10-2,-2-1 0,-3-1 0,-3-1 0,-2-1-1,-3-2 1,-2-2 0,-3-1 0,-2-2 0,-3-2 0,-1-2 0,-3-2 0,-18 12 2,-146 112-40,-6-10 0,-7-10 0,-126 57 40,271-160 1,-34 22 3,-266 141 79,369-206-60,-3 1 6,40-9-24,530-105-5,-199 78 0,1 15 0,63 17 0,-157-1 0,608 3-1224,-755-4-929</inkml:trace>
  <inkml:trace contextRef="#ctx0" brushRef="#br0" timeOffset="7597.188">18949 5431 29854,'0'0'726,"0"0"-155,11-21-231,124-183 185,-29 81-315,5 5 0,121-100-210,-217 204 5,0 1 1,1 1-1,1 1 0,-1 0 0,2 1 1,-1 1-1,1 0 0,1 1 0,0 1 0,0 1 1,4 0-6,-15 7 6,-1 0 1,0 1 0,0-1 0,1 1 0,-1 1-1,-1 0 1,1 0 0,0 0 0,-1 0-1,1 1 1,-1 0 0,0 1 0,-1-1 0,1 1-1,-1 1 1,0-1 0,0 0 0,0 1-1,-1 0 1,0 0 0,0 1 0,0-1 0,-1 1-1,0 0 1,0 0 0,-1 0 0,0 0-1,0 0 1,-1 0 0,1 6-7,2-2 11,136 382 48,-130-378-59,0 0 0,1 0 0,0-1 0,1-1 0,1 1 0,0-2 0,1 0 0,0-1 0,1 0 0,0-1 0,1-1 0,0 0 0,0-1 0,1-1 0,0-1 0,0 0 0,0-1 0,1-1 0,0 0 0,0-2 0,0 0 0,0-1 0,0 0 0,0-2 0,2 0 0,46 0-1,-1-2 1,1-4-1,-1-2 0,0-3 0,-1-3 1,-1-2-1,0-4 0,-2-2 0,0-2 1,-2-4-1,-1-2 0,-1-2 0,-2-3 1,-2-2-1,-1-3 0,21-22 1,8-13-331,-30 11-1094</inkml:trace>
  <inkml:trace contextRef="#ctx0" brushRef="#br0" timeOffset="27173.656">22371 821 27486,'0'0'916,"0"0"-90,-13 42-197,-46 175-77,8 75 32,-131 1536 877,127-1138-1329,-110 1711-24,153-2131-306,9-230 33,-4-41 21,-4-45 49,-27-330-388,28 37-65,7-52-396,3 50-1903,0 52-4427</inkml:trace>
  <inkml:trace contextRef="#ctx0" brushRef="#br0" timeOffset="28309.607">12509 1432 28022,'-4'-19'423,"-15"-57"-481,15 65 26,3 29 31,27 323 827,14 365 1435,-40 444-2261,-47-358 315,-92 404-315,93-900-69,-30 56-419,77-349 463,-1-1 0,0 1 1,0-1-1,0 1 0,0-1 1,-1 1-1,1-1 1,-1 1-1,1-1 0,-1 1 1,0-1-1,0 0 0,0 1 1,0-1-1,0 0 0,-1 0 1,1 0-1,-1 0 0,1 0 1,-1 0-1,0 0 0,0 0 1,1-1-1,-1 1 1,0-1-1,-1 1 0,1-1 1,0 0-1,0 0 0,-1 0 1,1 0-1,0 0 0,-1 0 1,1-1-1,-1 1 0,1-1 1,-1 0-1,1 1 0,-1-1 1,0-1-1,1 1 1,-1 0-1,1 0 0,-1-1 1,1 0-1,0 1 0,-1-1 1,1 0-1,-1 0 0,0-1 25,-52-38-1185,-5-24-1350</inkml:trace>
  <inkml:trace contextRef="#ctx0" brushRef="#br0" timeOffset="28708.848">11775 1075 24077,'78'-56'804,"2"3"0,2 4 0,3 3 0,1 4 0,2 4 0,11 0-804,8 11 67,2 4-1,1 6 1,0 4 0,1 5-1,0 4 1,7 6-67,377 18 524,250 51-524,-251-19 212,330 14 556,453-34-768,-617-88-96,-616 53-62,-40 3 110,-5 0 32,1 0-1,0 0 1,0 0-1,0 1 0,0-1 1,-1 0-1,1 0 1,0 0-1,0 1 1,0-1-1,0 0 1,0 0-1,0 1 1,0-1-1,0 0 1,0 0-1,0 1 0,0-1 1,0 0-1,0 0 1,0 1-1,0-1 1,0 0-1,0 0 1,0 1-1,0-1 1,0 0-1,0 0 0,0 1 1,0-1-1,0 0 1,0 0-1,1 0 1,-1 1-1,0-1 1,0 0 16,-154 92-411,102-57 499,1 2 0,3 2 0,1 3 0,2 1 0,1 3 0,3 1-1,2 2 1,2 1 0,3 3 0,1 0 0,4 2 0,1 2 0,3 0 0,-2 15-88,-26 102 286,8 3 1,8 1-1,8 1 1,7 2-1,6 61-286,-7 286 285,24 1 0,44 280-285,63 488-3572,-96-1000-229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18:07.649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13238 18294 23397,'0'0'1840,"-19"4"-902,-104 23 1161,123-26-2049,0-1 1,1 0-1,-1 1 1,0-1-1,0 0 1,0 1-1,0-1 1,1 0-1,-1 1 1,0-1-1,0 0 0,0 1 1,0-1-1,0 1 1,0-1-1,0 0 1,0 1-1,0-1 1,0 0-1,0 1 0,0-1 1,0 1-1,0-1 1,-1 0-1,1 1 1,0-1-1,0 0 1,0 1-1,0-1 1,-1 0-1,1 0 0,0 1 1,0-1-1,-1 0 1,1 1-1,0-1 1,-1 0-1,1 0 1,0 0-1,0 1 0,-1-1-50,134 1 1081,1341 4 263,-838-35-1344,256-60 0,-612 59 0,1098-120 0,-1288 142 0,-126 18 0,0 1 0,1 2 0,0 1 0,1 2 0,1 1 0,-13 9 0,44-24 0,-3 0 0,1 1 0,-1 0 0,0 1 0,1-1 0,-1 1 0,1 0 0,0 0 0,0 0 0,0 1 0,0-1 0,0 1 0,1 0 0,0 0 0,0 0 0,0 0 0,0 1 0,0-1 0,1 1 0,0 0 0,0 0 0,1 0 0,-2 2 0,5-4 0,0 0 0,0-1 0,0 1 0,0-1 0,1 0 0,-1 1 0,1-1 0,-1 0 0,1 0 0,0-1 0,0 1 0,-1 0 0,1-1 0,0 0 0,1 0 0,-1 0 0,0 0 0,0 0 0,0-1 0,0 1 0,1-1 0,-1 0 0,0 0 0,1 0 0,2-1 0,5 3 0,280 70-224,-228-54-896</inkml:trace>
  <inkml:trace contextRef="#ctx0" brushRef="#br0" timeOffset="-1159.06">5332 17925 28798,'-111'342'2084,"80"-266"-1792,4 2 0,3 1 1,4 1-1,3 1 0,1 18-292,15-88 22,2 78 217,0-86-235,0-1-1,-1 0 1,1 1 0,0-1 0,0 0-1,0 0 1,1 0 0,-1 0 0,1 0-1,-1 0 1,1 0 0,-1 0 0,1 0 0,0-1-1,0 1 1,0-1 0,0 0 0,0 1-1,0-1 1,0 0 0,1 0 0,-1 0-1,0 0 1,0-1 0,1 1 0,-1-1-1,1 1 1,-1-1 0,1 0 0,-1 0 0,0 0-1,3 0-3,1-1 3,1 0-1,-1 0 1,1-1-1,-1 0 1,1 0-1,-1 0 1,0-1-1,0 0 1,0 0-1,0-1 1,-1 1-1,1-1 1,-1 0-1,0-1 1,0 1-1,-1-1 1,5-5-3,61-69-65,-3-2-1,-3-4 1,41-75 65,19-23-75,-96 146 149,-27 41-24,-1 28 24,-2-22-71,1-1-1,0 1 1,0 0 0,1-1 0,0 1 0,0 0 0,1-1 0,1 1 0,0 0 0,0-1 0,1 0 0,0 0 0,0 1 0,1-2 0,1 1 0,-1 0 0,1-1-1,1 0 1,-1 0 0,1-1 0,1 1 0,0-1 0,0-1 0,0 1 0,1 0-3,10 0-27,1 0 0,0-1 1,-1-1-1,2-1 0,-1 0 0,0-2 1,1 0-1,0-1 0,-1-1 0,1-1 0,-1-1 1,3-1 26,40-4-760,-1-3 1,0-3 0,-1-3-1,0-2 1,56-25 759,-10-3-3772</inkml:trace>
  <inkml:trace contextRef="#ctx0" brushRef="#br0" timeOffset="-801.774">6903 17943 29614,'0'0'1342,"0"0"-613,0 0-259,0 0-102,-18 9-160,-59 36-172,74-42-36,0 0 0,0 0 0,0 0 0,0 1 0,1-1 0,0 1 0,-1-1 0,1 1 0,1 0 0,-1 0 0,0 0 0,1 0 0,0 1 0,0-1 0,0 0 0,1 0 0,-1 1 0,1-1 0,0 0 0,0 1 0,1 1 0,-1 8 0,-1 9 0,0 0 0,2-1 0,1 1 0,0 0 0,2-1 0,1 0 0,0 0 0,2 0 0,0 0 0,2-1 0,1 2 0,125 185 0,-132-205 0,-1-1 0,-1 1 0,1-1 0,0 1 0,0 0 0,-1-1 0,0 1 0,1 0 0,-1 0 0,0 0 0,-1 0 0,1 0 0,0 0 0,-1 1 0,0-1 0,0 0 0,0 0 0,0 0 0,0 0 0,0 0 0,-1 1 0,0-1 0,1 0 0,-1 0 0,0 0 0,-1 0 0,1-1 0,0 1 0,-1 0 0,0 0 0,0-1 0,0 1 0,0-1 0,0 1 0,0-1 0,0 0 0,-1 0 0,-1 1 0,-13 5-5,-1-1 1,0-1-1,-1 0 1,1-2-1,-1 0 0,0-1 1,0-1-1,0-1 1,0 0-1,0-1 0,-3-2 5,13 3-80,1-1-1,-1 0 0,0 0 0,0-1 0,0 0 1,1 0-1,-1-1 0,0-1 0,1 1 0,0-1 1,-1-1-1,1 1 0,1-1 0,-1-1 0,0 0 1,1 0-1,0 0 0,0-1 0,1 0 0,0 0 1,0-1-1,0 1 0,0-1 0,1-1 0,1 1 1,-1-1-1,1 0 0,0 0 0,-1-4 81,-17-176-4670,21 104-4205</inkml:trace>
  <inkml:trace contextRef="#ctx0" brushRef="#br0" timeOffset="-800.774">6586 18154 23989,'0'0'3873,"0"0"-2521,192-53-640,-49 27-384,48 6-264,34 1-64,-45 7-1288,-24 4-1816</inkml:trace>
  <inkml:trace contextRef="#ctx0" brushRef="#br0" timeOffset="-150506.075">33432 6036 28054,'0'0'1928,"-2"126"-1736,-24-5-72,-12 54-8,-3 20 49,8-13-161,15-38-745,12-65-1735,6-36-16700</inkml:trace>
  <inkml:trace contextRef="#ctx0" brushRef="#br0" timeOffset="-150148.485">33629 7143 28750,'19'-5'904,"241"-84"686,-225 72-1464,0-2-1,-1-1 1,-1-2-1,-1-1 1,-1-1 0,10-13-126,-29 26 5,-1 0 1,0-1 0,-1 0 0,-1-1 0,0 0-1,0-1 1,-2 0 0,0 0 0,0-1 0,-1 0-1,-1 0 1,0 0 0,-2 0 0,1-1 0,-2 0-1,0 0 1,-1-2-6,0 12-6,-1 0 1,0 0-1,-1 0 0,0 0 0,0 0 0,0 0 0,0 0 0,-1 0 1,0 0-1,0 0 0,-1 1 0,1-1 0,-1 1 0,0 0 0,-1-1 1,0 2-1,1-1 0,-1 0 0,-1 1 0,1-1 0,-1 1 1,0 1-1,0-1 0,0 1 0,0-1 0,-4 0 6,-1-2-3,0 2 0,-1 0 0,0 0 0,0 0 0,0 2 0,0-1 0,0 1 0,-1 1 0,1 0 0,-1 1 0,1 0-1,-1 1 1,1 0 0,0 0 0,-1 1 0,1 1 0,0 0 0,0 1 0,1 0 0,-1 0 0,1 1 0,0 1 0,0 0 0,-8 6 3,2 1 27,0 1 0,2 0 1,0 1-1,0 1 1,2 0-1,0 1 0,0 0 1,2 1-1,0 0 0,1 1 1,1 0-1,1 0 0,1 1 1,0 0-1,1 0 0,2 0 1,0 0-1,1 1-27,1-11 15,2 0 1,0 0-1,0 1 1,0-1-1,1-1 1,1 1-1,0 0 1,0 0-1,1-1 1,0 0-1,1 0 1,-1 0-1,2 0 1,-1-1-1,2 0 1,-1 0 0,1 0-1,0-1 1,0 0-1,1 0 1,0-1-1,0 0 1,0-1-1,1 1 1,0-1-1,2 0-15,14 6 0,1 0 0,0-1 0,0-2 1,1-1-1,0-1 0,1-1 0,-1-1 0,29-1 0,-17-1-28,0-3-1,1-1 1,-1-2-1,0-2 1,-1-1-1,28-10 29,18-13-987,-21 2-1544</inkml:trace>
  <inkml:trace contextRef="#ctx0" brushRef="#br0" timeOffset="-152413.761">31413 5902 28046,'0'0'2411,"-20"0"-1715,14 0-679,-3 0-5,0 0-1,0 0 0,0 1 1,0 0-1,0 0 1,0 1-1,0 1 0,1-1 1,-1 1-1,1 1 1,0-1-1,0 2 0,0-1 1,0 1-1,1 0 1,-1 0-1,1 1 0,1 0 1,-4 4-12,-28 37 150,3 1 0,1 1 1,3 2-1,-16 38-150,-362 769 702,375-787-676,-17 31-14,4 3 0,5 2 0,-7 39-12,36-54-450,21-88-2178,6-18-944</inkml:trace>
  <inkml:trace contextRef="#ctx0" brushRef="#br0" timeOffset="-152124.508">31418 5772 16476,'9'108'13474,"-1"40"-12953,-3 40-137,-5 15-144,0-10 144,0 2 64,0-11-264,0-26-184,-5-44-8,-3-37-384,-12-26-160,2-23-785,-6-16-1991</inkml:trace>
  <inkml:trace contextRef="#ctx0" brushRef="#br0" timeOffset="-152123.508">30850 6985 29454,'0'0'736,"178"-30"-528,-23 9-135,21 1-1,-30 8 32,-18 8-104,-54 4-713,-30 0-19899</inkml:trace>
  <inkml:trace contextRef="#ctx0" brushRef="#br0" timeOffset="-151568.131">31852 6847 7250,'0'0'21580,"0"0"-20732,0 0-448,11 197 145,-29-37-17,-10 23-16,-3 7-160,11-19-192,9-46-104,7-37-56,4-32-32,0-23-232,0-9-96,9-24-296,2-22-729,-3-23-2552</inkml:trace>
  <inkml:trace contextRef="#ctx0" brushRef="#br0" timeOffset="-151072.878">31961 6762 3049,'0'0'25957,"0"0"-25349,0 0-432,123 49 80,-81-5 193,-3 9 55,-10 4-168,-14 8-160,-13 2-64,-2 2-40,-26-4-32,-16-5-40,-6-7-88,-4-8-152,-16-17-496,15-12-1001,11-14-8697</inkml:trace>
  <inkml:trace contextRef="#ctx0" brushRef="#br0" timeOffset="-151071.878">32553 6943 30254,'0'0'857,"0"0"-649,-17 119-64,-1-5 264,3 46 0,-1 18-184,6-1-128,1-19-64,0-46-32,2-31-48,5-33-96,2-27-136,0-13-240,0-37 40,0-19-313,0-19-3351</inkml:trace>
  <inkml:trace contextRef="#ctx0" brushRef="#br0" timeOffset="-150776.271">32810 6697 27918,'0'0'952,"0"0"-256,61 114-192,-57-49 169,-4 4-209,-21 6-240,-19-2-152,-8-2-32,-7-8-40,-2-9-96,0-17-312,0-35-353,15-2-1111,14-23-13843</inkml:trace>
  <inkml:trace contextRef="#ctx0" brushRef="#br1" timeOffset="-41626.134">29314 8719 26310,'0'0'2103,"0"0"-1218,0 0-381,0 0 71,0 0-55,0 0-153,22-17-128,93-52-45,40 40 38,1540-37 606,-646 85-838,619 68 0,-1625-87-855,-38-2-667</inkml:trace>
  <inkml:trace contextRef="#ctx0" brushRef="#br1" timeOffset="-38669.014">32279 14165 11715,'0'0'17427,"0"0"-16955,116 14-272,-63 14 80,0 9 217,-10 11-137,-5 9-184,-14 4-96,-15 4 8,-9 0-24,-7-2-32,-26-2-32,-6-5-96,-10-5-144,-3-6-176,-20-15-305,12-12-751,8-16-2601</inkml:trace>
  <inkml:trace contextRef="#ctx0" brushRef="#br1" timeOffset="-38231.398">32308 14432 29102,'0'124'640,"-7"26"-416,-10-12-72,-1 4 433,7 0-97,7-4-296,2-23-128,2-31-64,0-26-184,0-33 136,13-25-1065,4-18 41,-1-17-304</inkml:trace>
  <inkml:trace contextRef="#ctx0" brushRef="#br1" timeOffset="-37252.406">32928 14797 28510,'0'0'1680,"-2"23"-1162,-20 159-15,-9 33 214,35-252-748,2 0 1,1 1-1,2 0 0,1 0 0,2 1 0,2 0 0,0 1 1,3 1-1,9-14 31,-21 35-59,0-1-1,2 1 1,-1 1 0,1-1 0,1 1-1,0 0 1,0 1 0,1 0 0,1 0 0,0 1-1,0 0 1,0 1 0,1 0 0,0 1 0,1 0-1,0 0 1,0 2 0,0-1 0,1 1 0,9-1 59,16 3-2176,-6 3-3942</inkml:trace>
  <inkml:trace contextRef="#ctx0" brushRef="#br1" timeOffset="-36941.583">33820 14970 21677,'0'0'7174,"0"0"-5217,0 0-1608,0 0 25,-2-21 50,-12-71-219,13 86-256,-1 0 0,0 0 0,0 0 0,0 0 0,-1 0 0,1 0 0,-2 1 0,1-1 0,0 1 0,-1 0 0,0 0 0,0 0 0,-1 1 0,0 0 0,1-1 0,-1 1 0,0 1 0,-1-1 0,1 1 0,-1 0 0,1 0 0,-1 1 0,0-1 0,0 1 0,0 1 0,-1-1 0,1 1 0,0 0 0,0 1 0,-1-1 0,1 1 0,0 0 0,-1 1 0,1-1 0,0 1 0,0 1 0,-1-1 0,1 1 0,0 0 0,0 1 0,1-1 0,-1 1 0,0 0 0,1 0 0,0 1 0,-1 1 51,-8 7 43,0 1-1,1 1 1,1 0-1,1 1 1,0 1-1,1-1 1,0 2-1,1-1 1,1 1-1,1 0 0,0 1 1,1 0-1,1 0 1,1 0-1,1 1 1,0-1-1,1 1 1,1 0-1,2 13-42,-2-29 7,0 0-1,1-1 0,0 1 0,-1 0 1,1 0-1,0 0 0,1-1 1,-1 1-1,0 0 0,1 0 1,0-1-1,-1 1 0,1 0 1,0-1-1,0 1 0,1-1 0,-1 1 1,1-1-1,-1 1 0,1-1 1,-1 0-1,1 0 0,0 0 1,0 0-1,0 0 0,1 0 1,-1-1-1,0 1 0,1-1 0,-1 1 1,1-1-1,-1 0 0,1 0 1,-1 0-1,1 0 0,0-1 1,0 1-7,10 0-73,0-1 1,-1 0 0,1-1-1,0-1 1,-1 0-1,1 0 1,-1-1 0,0-1-1,0 0 1,0-1 0,0 0-1,5-4 73,61-38-1972</inkml:trace>
  <inkml:trace contextRef="#ctx0" brushRef="#br1" timeOffset="-39397.089">29186 15158 27678,'0'0'2096,"0"0"-1469,0-17-471,19-124 315,19 38-370,4 1 1,5 2-1,4 3 0,35-47-101,-79 133 2,-4 5-1,1-1 1,-1 1 0,2 0-1,-1 0 1,0 0 0,1 1-1,0-1 1,0 1 0,1 0-1,0 1 1,0-1 0,0 1-1,0 0 1,0 1-1,1-1 1,0 1 0,2-1-2,-7 5 1,0-1 0,0 0 0,0 1 0,-1-1 0,1 1 0,0-1 0,0 1 0,-1 0 0,1 0 1,-1 0-1,1 0 0,0 0 0,-1 0 0,0 0 0,1 1 0,-1-1 0,0 0 0,0 1 0,1-1 0,-1 1 0,0-1 0,-1 1 1,1 0-1,0-1 0,0 1 0,-1 0 0,1 0 0,-1 0 0,1-1 0,-1 1 0,0 0 0,0 0 0,0 0 0,0 0 0,0 0-1,1 3 5,42 335 382,-30-193-235,-6-72-69,-4-21-14,3-1 0,3 0 0,1 0 0,3-1 0,5 8-69,-17-56 7,-1-2-6,0 0 1,0 0-1,0 0 0,1 0 0,-1 0 1,0 0-1,1 0 0,0 0 1,-1 0-1,1 0 0,0 0 1,0 0-1,0 0 0,0 0 0,1-1 1,-1 1-1,0 0 0,1-1 1,-1 1-1,1-1 0,0 0 1,-1 1-1,1-1 0,0 0 0,0 0 1,0 0-1,-1 0 0,1 0 1,0-1-1,0 1 0,0 0 1,1-1-1,-1 0 0,0 1 0,0-1 1,0 0-1,0 0 0,0 0 1,0 0-1,2-1-1,52-110 79,220-632-671,-270 728 564,-5 9 21,1 1 0,0 0 0,0-1 0,1 1 0,-1 0 1,1 0-1,0 0 0,0 1 0,1-1 0,0 1 0,-1 0 0,1 0 1,1 0-1,-1 0 0,2-1 7,-4 6 0,0-1 0,0 0 1,0 1-1,0-1 0,0 1 1,-1 0-1,1 0 0,0-1 1,-1 1-1,1 0 0,0 0 1,-1 1-1,1-1 0,-1 0 1,0 0-1,1 1 0,-1-1 1,0 1-1,0-1 0,0 1 0,0 0 1,0-1-1,0 1 0,0 0 1,-1 0-1,1-1 0,0 1 1,-1 0-1,0 0 0,1 0 1,-1 0-1,0 0 0,0 0 1,0-1-1,0 1 0,-1 0 1,1 0-1,0 0 0,-1 0 0,0 1 1,2 3 6,1 227 354,-4-166-286,2 1 0,3-1-1,10 46-74,21-8-342,-32-104 281,0-1 0,-1 1 0,1-1 0,0 1 0,-1-1 0,1 0 0,0 0 0,0 0 0,-1 0 0,1 0 0,0 0 0,-1 0 0,1-1 0,0 1 1,-1-1-1,1 1 0,0-1 0,-1 1 0,1-1 0,-1 0 0,1 0 0,-1 0 0,1 0 0,-1 0 0,0 0 0,1 0 0,-1-1 0,0 1 0,0 0 1,0-1-1,0 1 0,0 0 0,0-1 0,0 1 0,-1-1 0,1 0 0,-1 1 0,1-1 0,-1 0 0,1 1 0,-1-1 0,0-1 61,20-40-2848</inkml:trace>
  <inkml:trace contextRef="#ctx0" brushRef="#br1" timeOffset="-39069.694">30822 14232 25349,'0'0'4641,"0"0"-4128,-42 139-89,24-68-24,10 4-16,8 1-152,0-3-104,28-4-72,16-9-32,13-15-8,9-15-16,8-21-24,5-9-160,0-15-136,20-50-160,-20 1-633,-20-1-1095</inkml:trace>
  <inkml:trace contextRef="#ctx0" brushRef="#br1" timeOffset="-39068.694">31247 14225 27630,'-59'118'1440,"-7"20"-936,0 16-168,18-12-88,22-18-192,10-13-56,12-32-912,0-30-12002</inkml:trace>
  <inkml:trace contextRef="#ctx0" brushRef="#br1" timeOffset="-33038.631">29191 15949 28070,'116'-20'736,"51"2"-336,30 2 112,11 10-24,3 6 33,10 0-113,33 0-16,40 0-72,37 2-152,31 2-120,23 8-48,16 20-64,3 11-48,-3-1-64,-101-7-416,-65-23 32</inkml:trace>
  <inkml:trace contextRef="#ctx0" brushRef="#br1" timeOffset="-34242.456">28220 12155 29302,'0'0'847,"0"0"-204,-2-20-195,0 4-379,1 1 0,1-1 1,1 0-1,0 0 0,1 1 0,0-1 1,2 1-1,-1-1 0,2 1 0,0 0 1,2-3-70,233-435 490,-162 315-442,-44 77-34,19-37 0,5 1-1,4 3 1,16-13-14,-75 102-7,1 0 0,0 0 0,0 0 0,0 0-1,0 1 1,1-1 0,0 1 0,0 0 0,0 1 0,0-1 0,1 1 0,-1 0 0,1 1-1,0-1 1,-1 1 0,1 0 0,0 0 0,5 0 7,-9 2-4,0 1 0,0-1 1,1 1-1,-1-1 0,0 1 1,0 0-1,0 0 0,0 0 0,0 0 1,0 0-1,0 0 0,0 1 0,0-1 1,-1 0-1,1 1 0,-1 0 0,1-1 1,-1 1-1,1 0 0,-1 0 1,0 0-1,0 0 0,0 0 0,0 0 1,0 0-1,0 0 0,-1 0 0,1 0 1,-1 0-1,1 1 0,-1-1 0,0 0 1,0 0-1,0 1 0,0 0 4,24 254 0,-20-148 29,-3-35 52,3-1-1,3 0 0,3 0 1,4-1-1,16 51-80,-27-114 0,-2-4 0,0 0 0,0 1 0,0-1 0,0 0 0,1 0 0,0 0 0,0 0 0,1-1 0,-1 1 0,1 0 0,0-1 0,0 0 0,0 1 0,1-1 0,0-1 0,0 1 0,0 0 0,0-1 0,0 0 0,0 0 0,1 0 0,0-1 0,0 1 0,0-1 0,-3-3 0,1 1 0,-1-1 0,0 0 0,0 0 0,1-1 0,-1 1 0,0 0 0,0-1 0,0 1 0,-1-1 0,1 1 0,0-1 0,-1 0 0,1 0 0,-1 0 0,1 0 0,-1 0 0,0 0 0,0 0 0,0-1 0,0 1 0,0 0 0,0-1 0,-1 1 0,1-2 0,2-3 0,19-60 0,-4 0 0,-2-1 0,-3-1 0,2-52 0,-10 82 0,39-272 0,-5 234-4,-37 75 2,-1 1 1,1 0 0,0 0-1,0 0 1,0 0-1,0 0 1,-1 0 0,1 0-1,0 1 1,0-1 0,1 1-1,-1-1 1,0 1 0,0 0-1,0 0 1,0 0 0,0 0-1,0 0 1,0 0-1,0 1 1,0-1 0,0 1-1,0-1 1,0 1 0,0 0-1,0 0 1,0 0 0,0 0-1,0 0 1,-1 0 0,1 0-1,0 1 1,-1-1-1,1 0 1,-1 1 0,0 0-1,1-1 1,-1 1 0,0 0-1,1 1 2,19 25 2,-1 2-1,-1 0 1,-2 1-1,-1 1 0,4 14-1,11 20 20,267 448-19,-292-504-190,35 58 149,-18-20-3222,-22-46-714</inkml:trace>
  <inkml:trace contextRef="#ctx0" brushRef="#br1" timeOffset="-33969.331">30363 10658 30350,'0'0'597,"0"0"-381,18 23-108,112 156 556,-114-156-621,8 8 20,-1 2 0,-1 0 0,-2 2 0,-2 0-1,-1 1 1,-1 0 0,-3 2 0,0-1 0,-3 2 0,6 39-63,-14-67-4,0 0 0,-1 1-1,-1-1 1,0 1 0,0 0 0,-1-1-1,-1 1 1,1-1 0,-2 0 0,0 0 0,0 0-1,-1 0 1,0 0 0,-1 0 0,-1-1-1,1 0 1,-1 0 0,-3 2 4,-32 25-38,35-34 35,1 0-1,1 0 1,-1 0-1,0 1 1,1-1 0,0 1-1,0 1 1,0-1-1,0 0 1,1 1 0,-1 0-1,1 0 1,1 0-1,-1 0 1,0 0 0,1 0-1,0 1 1,1-1-1,-1 1 1,1 0 0,0-1-1,0 1 1,1 5 3,4-6 2,0 0-1,0-1 1,0 1 0,1-1 0,0 0-1,0 0 1,0-1 0,0 1 0,1-1-1,-1-1 1,1 1 0,0-1 0,0 1-1,-1-2 1,2 1 0,-1-1 0,0 0-1,0 0 1,0 0 0,1-1 0,-1 0-1,0 0 1,0-1 0,0 0 0,1 0-1,2-1-1,0 2 2,26-4-146,-1-1 0,0-1 0,0-2 1,-1-1-1,0-2 0,0-2 0,-1 0 1,-1-2-1,21-14 144,-16 7-3711,-21 7-7711</inkml:trace>
  <inkml:trace contextRef="#ctx0" brushRef="#br1" timeOffset="-33596.391">28218 12556 26158,'0'0'4665,"199"23"-4249,25-23-192,54-6 64,31-33 128,2-12 16,-19 3-264,-3 15-168,-19 9 0,-29 12 0,-28 12 0,-47 0-96,-56 0-1128,-42 2-2849</inkml:trace>
  <inkml:trace contextRef="#ctx0" brushRef="#br1" timeOffset="-175324.338">950 1708 28534,'0'0'1058,"0"0"-269,-4-18-254,-22-89 362,17 101-120,1 32-704,8-23-72,-26 110 20,5 2-1,6 1 0,4 0 0,6 0 1,5 20-21,0-103 0,1-1 0,2 1 0,1-1 0,1 0 0,2 0 0,2 0 0,0-1 0,2 0 1,2-1-1,0 0 0,2-1 0,1-1 0,2-1 0,12 16 0,-26-38 0,1-1 0,-1 1 0,1-1 0,0 0 0,0-1 0,0 1 0,0-1 0,0 0 0,1 0 0,-1-1 0,1 0 0,0 0 0,0 0 0,0-1 0,0 1 0,0-1 0,0-1 0,0 1 0,0-1 0,1 0 0,-1-1 0,0 1 0,0-1 0,0-1 0,0 1 0,0-1 0,4-1 0,5-3 0,0-1 0,0-1 0,-1 0 0,0-1 0,0 0 0,-1-1 0,0-1 0,-1 0 0,9-10 0,12-21-28,-2-1 1,-1-2-1,-3-2 0,-1 0 0,-3-2 1,-2 0-1,-2-1 0,-2-1 0,-2-1 1,-3 0-1,-2-1 0,-2-1 0,-3 1 1,-2-1-1,-3-31 28,2 49-43,-3-1-1,-1 1 1,-1-1 0,-2 1-1,-2 0 1,-1 1 0,-2 0 0,-1 0-1,-2 1 1,-2 0 0,0 1-1,-3 1 1,0 1 0,-2 0-1,-21-24 44,28 42-6,-1 0 0,0 1 0,-1 1 0,0 0 0,-1 1 0,0 0 0,-1 1 0,0 2 0,0-1 0,-1 2 0,0 0 0,0 1-1,0 1 1,0 1 0,-1 0 0,0 2 0,1 0 0,-1 1 0,0 0 0,1 2 0,-1 0 6,-18 3-2,1 2 1,1 1 0,-1 2-1,1 1 1,1 2 0,0 1-1,1 2 1,1 1-1,0 1 1,-9 10 1,-14 12 20,3 3 1,2 2-1,1 3 1,3 1-1,2 2 1,2 3-1,2 1 0,3 1 1,3 3-1,2 0 1,2 2-1,4 2 0,-3 13-20,18-48 21,1 0-1,1 1 0,2 0 0,1 0 0,1 1 0,1-1 0,2 1 1,1 0-1,1 0 0,2 0 0,1 0 0,1-1 0,2 1 0,1-1 0,1 0 1,1-1-1,2 0 0,0 0 0,2-1 0,2-1 0,13 20-20,-5-21 4,2-1-1,1 0 1,1-2-1,1-1 1,1-2-1,1 0 1,0-2 0,2-1-1,-1-2 1,2-1-1,0-2 1,0-1-1,1-1 1,0-2-1,1-1 1,-1-2-1,1-2 1,0 0-1,0-3 1,0-1 0,-1-1-1,1-2 1,29-9-4,34-8-432,-2-6 0,0-3 0,-2-4 1,85-46 431,-85 31-2029</inkml:trace>
  <inkml:trace contextRef="#ctx0" brushRef="#br0" timeOffset="-170535.332">4330 2392 25261,'0'0'3412,"0"0"-2220,0 0-653,0 0-106,-23-6-66,-77-18-70,97 22-285,0 1 0,0 0 0,-1 1 0,1-1 0,-1 1-1,1-1 1,0 1 0,-1 0 0,1 0 0,-1 1-1,1-1 1,-1 1 0,1-1 0,0 1 0,-1 0 0,1 0-1,0 1 1,0-1 0,0 1 0,0 0 0,0-1-1,0 1 1,0 0 0,1 1 0,-1-1 0,1 0 0,-1 1-1,1 0-11,-7 5 25,-28 34 49,2 1 0,2 2 1,1 1-1,3 1 0,1 1 0,-16 44-74,14-36 46,2 1 0,3 2 0,2 1 0,3 0 0,3 2 0,2 0 1,3 1-1,3 0 0,2 1 0,2 58-46,5-114 0,0 0 0,0 0 0,0 0 1,1 0-1,1 0 0,-1 0 0,1 0 0,0 0 0,1-1 0,0 1 1,0-1-1,1 1 0,0-1 0,0 0 0,0-1 0,1 1 0,0-1 1,0 0-1,1 0 0,0 0 0,0-1 0,0 0 0,1 0 0,0-1 1,-1 0-1,1 0 0,1 0 0,1 0 0,20 2 0,1-1 0,-1-1 0,1-1 0,0-2 0,0-1 0,0-1 0,-1-2 0,1 0 0,-1-3 0,1 0 0,-2-2 0,1-1 0,-1-1 0,0-1 0,-1-2 0,-1-1 0,0-1 0,13-10 0,36-29-145,-2-3 1,-3-3-1,-2-2 1,-4-4-1,-2-3 0,-3-2 1,24-42 144,-30 38-1605</inkml:trace>
  <inkml:trace contextRef="#ctx0" brushRef="#br0" timeOffset="-170291.931">5099 1840 30455,'0'0'568,"32"-2"-275,76-4-74,0 4-1,0 6 1,12 5-219,-88-6 57,-1 1 0,0 1 0,0 2 0,-1 2 0,0 0 0,0 2 1,-1 1-1,0 2 0,20 12-57,-38-16 4,-1 0-1,0 1 1,0 0 0,-1 1 0,0 0 0,-1 0 0,-1 1 0,0 0 0,0 0 0,-1 1 0,-1-1 0,0 1 0,-1 0 0,-1 1 0,0-1-1,-1 1 1,0 0 0,-1 8-4,-3 2 1,0 0 0,-2 0-1,0 0 1,-2-1-1,-1 0 1,-1 0 0,-1 0-1,0-1 1,-2 0 0,-1-1-1,-1 0 1,-1-1-1,0-1 1,-2 0 0,-10 10-1,-57 75-176,-5-5 0,-3-3 0,-82 65 176,153-144-206,-88 54-2488,85-70-646</inkml:trace>
  <inkml:trace contextRef="#ctx0" brushRef="#br0" timeOffset="-169869.036">5345 2302 30134,'-22'132'841,"0"42"-337,-2 39-168,4 6 72,20-4-88,0 5-144,0-12-128,16-25-48,3-55 0,1-51-24,4-41-144,2-28-248,36-36-96,-7-15-360,-1-21-1329</inkml:trace>
  <inkml:trace contextRef="#ctx0" brushRef="#br0" timeOffset="-169541.472">6713 2077 30503,'-44'214'964,"3"-25"-335,8 0 1,-4 152-630,38-5 41,-1-326-41,0 0 0,0 1 0,1-1 0,0 0 0,1 0 0,0 0 0,1 0 0,0 0 0,1-1 0,0 1 0,0-1 0,1 0 0,0 0 0,1 0 0,0-1 0,0 0 0,0 0 0,1-1 0,1 1 0,-1-1 0,1-1 0,0 0 0,3 1 0,5-2 0,0-1 0,1 0 0,0-2 0,0 0 0,0-1 0,-1 0 0,1-2 0,0 0 0,0 0 0,0-2 0,0 0 0,-1-1 0,1-1 0,-1 0 0,-1-1 0,1-1 0,-1 0 0,0-2 0,0 1 0,-1-2 0,1-1 0,41-26-33,-2-2 0,-2-3 0,-2-2 0,-2-2 0,-2-3-1,-2-1 1,-2-2 0,-2-2 0,-3-1 0,-2-2 0,-3-2 0,-3-1 0,-2-1 0,-2-1 0,-4-2 0,-2 0 0,-3-1-1,-3 0 1,-3-1 0,-3-1 0,-2-2 33,-5-78-433,-1 148 437,1 0 0,-1 0 1,1 0-1,-1 0 0,1 0 0,-1 0 1,0 0-1,0 0 0,1 0 0,-1 0 1,0 0-1,0 0 0,0-1 1,0 1-1,0 0 0,0-1 0,0 1 1,0-1-1,0 1 0,0-1 0,0 1 1,-1-1-1,1 0 0,0 1 1,0-1-1,0 0 0,0 0 0,-1 0 1,1 0-1,0 0 0,0 0 0,0 0 1,-1-1-1,1 1 0,0 0 1,0-1-1,0 1 0,0-1 0,0 1 1,0-1-1,0 1 0,0-1 0,0 0 1,0 0-1,0 1 0,0-1 1,0 0-1,0 0 0,1 0 0,-1 0 1,0 0-1,1 0 0,-1 0 0,0 0 1,1 0-1,0 0 0,-1 0 1,1-1-1,0 1 0,-1 0 0,1 0 1,0 0-1,0 0 0,0-1 0,0 1 1,0 0-1,0 0 0,0 0 0,1-1-4,-13 23 69,1 1-1,1 0 0,1 1 1,2 0-1,0 0 0,1 1 0,1 0 1,0 12-69,3-26 19,-14 87 48,5 0 0,3 1 0,5 1 0,9 81-67,8-65 0,6 0 0,4-1 0,8 7 0,1 9 0,-24-96-86,4 14-124,-2 1 0,-2 0 0,-3 1 0,-1-1 0,-2 27 210,-7-31-2001</inkml:trace>
  <inkml:trace contextRef="#ctx0" brushRef="#br0" timeOffset="-162426.737">22462 7851 4361,'0'0'21499,"-2"-20"-16687,1 4-4740,0 1 0,1 0 0,1-1-1,0 1 1,1-1 0,1 1 0,0 0 0,1 0 0,1 1 0,0-1 0,5-8-72,395-658 1129,-239 313-954,-164 363-175,-1 1 0,1 0 0,0-1 0,0 1 0,0 0 0,0 0 0,1 0 0,0 0 0,0 0 0,0 1 0,0-1 0,0 1 0,1 0 0,-1 0 0,1 0 0,0 1 0,0-1 0,0 1 0,0 0 0,1 0 0,2-1 0,22 13 0,-20 6 0,1 1 0,-2-1 0,0 2 0,-1-1 0,-1 1 0,-1 0 0,0 1 0,1 12 0,-1-11 0,124 722 0,-129-734 0,0 0 0,1-1 0,0 1 0,1-1 0,-1 1 0,2-1 0,-1 0 0,1 1 0,0-1 0,0-1 0,1 1 0,0 0 0,0-1 0,0 0 0,1 0 0,0 0 0,0 0 0,1-1 0,-1 0 0,1 0 0,0 0 0,1-1 0,-1 0 0,1 0 0,2 0 0,-6-4 0,0 0 0,0 0 0,0 0 0,0 0 0,0-1 0,0 1 0,0-1 0,0 0 0,0 0 0,0 0 0,0 0 0,0-1 0,-1 1 0,1-1 0,0 1 0,-1-1 0,0 0 0,1 0 0,-1 0 0,0-1 0,0 1 0,0 0 0,0-1 0,0 0 0,-1 1 0,1-1 0,0-1 0,28-42 0,-3-2 0,-1-1 0,-2-1 0,-3-1 0,3-15 0,-18 49 0,177-603 0,-160 572 0,-22 47 0,0 0 0,-1 1 0,1-1 0,0 1 0,0-1 0,0 1 0,0-1 0,0 1 0,0 0 0,0-1 0,0 1 0,0 0 0,-1 0 0,1-1 0,0 1 0,0 0 0,0 0 0,0 0 0,0 1 0,0-1 0,0 0 0,0 0 0,0 0 0,0 1 0,0-1 0,0 0 0,0 1 0,0-1 0,0 1 0,0-1 0,-1 1 0,1-1 0,0 1 0,0 0 0,-1-1 0,1 1 0,0 0 0,-1 0 0,1 0 0,-1-1 0,1 1 0,-1 0 0,1 0 0,-1 0 0,1 0 0,-1 0 0,0 0 0,0 0 0,0 0 0,1 0 0,-1 0 0,0 0 0,56 176 0,-18-14 0,-13-46 0,6-2 0,4-1 0,12 17 0,-45-124 0,1 0 0,-1-1 0,1 1 0,0-1 0,0 1 0,1-1 0,0 0 0,0-1 0,1 1 0,-1 0 0,1-1 0,0 0 0,0 0 0,1-1 0,0 0 0,0 0 0,0 0 0,6 3 0,1-15 0,18-92-1522,-19 37-677</inkml:trace>
  <inkml:trace contextRef="#ctx0" brushRef="#br0" timeOffset="-162064.252">24730 6425 27950,'-12'381'4031,"0"-72"-3305,5-143-696,-8-2 0,-13 39-30,27-197 0,-2 10 0,2-40 0,1 18 0,12-275-2740,30-147 2740,-22 243-1130,7-25 406,-27 206 795,0 0 1,0 0 0,1 0 0,-1 0-1,1 0 1,0 0 0,0 0 0,0 0-1,1 0 1,-1 1 0,1-1-1,0 0 1,0 1 0,0 0 0,1-1-1,-1 1 1,1 0 0,0 0-1,0 0 1,0 1 0,0-1 0,0 1-1,1 0 1,-1-1 0,1 1 0,-1 1-1,1-1 1,0 1 0,0-1-1,-1 1 1,1 0 0,0 0 0,0 1-1,0-1 1,0 1 0,0 0 0,1 0-72,11 3 95,1 0 0,-1 1 1,0 1-1,0 1 0,0 0 0,-1 1 1,0 1-1,0 0 0,-1 1 1,0 0-1,-1 1 0,0 1 1,0 0-1,-1 1 0,-1 0 1,0 1-1,6 9-95,20 16 53,-3 1 1,-1 2-1,-1 1 0,-3 2 1,-1 1-1,20 47-53,-43-80 0,0 0 0,0 0 0,-1 0 0,-1 1 0,0 0 0,-1 0 0,0-1 0,-1 1 0,-1 0 0,0 1 0,0-1 0,-1 0 0,-1-1 0,-1 1 0,1 0 0,-2 0 0,-4 11 0,-6-2 0,-2 0 0,0-1 0,-1 0 0,-1-1 0,-1-1 0,-1-1 0,-1-1 0,0 0 0,-12 5 0,-128 89 0,-5-7 0,-110 47 0,114-70-355,45-33-1418</inkml:trace>
  <inkml:trace contextRef="#ctx0" brushRef="#br0" timeOffset="-163248.471">20375 8139 22293,'2'-21'5757,"54"-215"-3749,72-100-1171,14 5-1,122-195-836,-238 478 1,11-24 9,2 2-1,4 2 0,2 2 0,42-44-9,12 37 161,-96 72-149,0 0 1,0 0-1,0 1 1,0-1 0,0 1-1,0-1 1,1 1-1,-1 0 1,0 0 0,0 0-1,1 1 1,-1-1-1,0 1 1,0 0 0,0 0-1,0 0 1,0 0-1,0 0 1,0 1 0,0-1-1,-1 1 1,1 0-1,0 0 1,-1 0-1,1 0 1,-1 0 0,0 1-1,0-1 1,0 1-1,0-1 1,0 1 0,-1 0-1,1 0 1,-1-1-1,1 1 1,-1 2-13,16 36 73,-2 1-1,-2 1 1,-2 1 0,-2 0 0,-1 11-73,-2-26 5,64 459 9,-13 122-14,-31-300 1,-12-121-1,-30-195 0,-77-131-1403,39 53-1003</inkml:trace>
  <inkml:trace contextRef="#ctx0" brushRef="#br0" timeOffset="-162820.94">20542 7295 28182,'0'0'2585,"0"0"-2297,0 0-80,210 47 8,-68-47 136,38-10-80,9-12-272,-10-1 0,-51 9-1120,-43 2-7474</inkml:trace>
  <inkml:trace contextRef="#ctx0" brushRef="#br0" timeOffset="-154421.339">20728 8719 29086,'0'0'579,"20"0"-352,220-17 97,23-21 76,205-27 273,53 17-673,673 28 355,-963 20-271,234 19-892,-439-18-906</inkml:trace>
  <inkml:trace contextRef="#ctx0" brushRef="#br1" timeOffset="-72546.49">19575 5766 25309,'0'0'1353,"0"0"486,-2-21-918,-6-62-222,0 53 135,4 49-313,6 151-73,12 122-63,-13 2 0,-13 5-385,-110 545 82,68-546-108,13 2 0,-1 283 26,41-565-43,1 1-213,1-45-122,21-184-1432,-5 83-413</inkml:trace>
  <inkml:trace contextRef="#ctx0" brushRef="#br1" timeOffset="-71943.446">19941 5278 12019,'30'1'14025,"178"8"-10711,155 19-3275,-169-12 273,2673 248 399,-2412-222-1006,-3 19 0,-2 21 1,45 31 294,-49 1-2712,-356-98-1235</inkml:trace>
  <inkml:trace contextRef="#ctx0" brushRef="#br1" timeOffset="-71680.147">26241 5689 28558,'0'0'784,"-6"25"-324,-34 248 402,1 1257 924,-77-462-1520,102-875-1262,10-166-187,-3-15-564</inkml:trace>
  <inkml:trace contextRef="#ctx0" brushRef="#br1" timeOffset="-71319.765">20669 9072 29446,'0'0'731,"0"0"-297,31-1-276,246-20 555,178-41-713,-254 32 187,714-66 362,4 40 0,219 42-549,-948 13-173,157 2 405,-112 6-3044,-224-6-3917</inkml:trace>
  <inkml:trace contextRef="#ctx0" brushRef="#br2" timeOffset="-54177.561">10463 3969 26798,'0'0'3084,"0"0"-2046,0 0-591,0-23-99,33-210 420,111-250-484,33-24-284,-157 454 0,-11 22 0,3 0 0,0 1 0,2 0 0,1 1 0,1 1 0,2 0 0,17-20 0,-34 46 0,1 0 0,-1-1 0,1 1 0,0 0 0,0 0 0,-1 0 0,2 0 0,-1 0 0,0 1 0,0-1 0,1 0 0,-1 1 0,1 0 0,-1 0 0,1 0 0,-1 0 0,1 0 0,0 0 0,-1 0 0,1 1 0,0 0 0,0-1 0,0 1 0,-1 0 0,1 0 0,0 1 0,0-1 0,-1 0 0,1 1 0,0 0 0,0 0 0,-1 0 0,1 0 0,-1 0 0,1 0 0,-1 1 0,1-1 0,-1 1 0,0-1 0,0 1 0,0 0 0,0 0 0,0 0 0,0 0 0,0 0 0,-1 1 0,1-1 0,0 2 0,57 213 0,90 825 0,-113-907 0,-36-135 0,0 1 0,0-1 0,0 1 0,0 0 0,1-1 0,-1 1 0,0-1 0,0 1 0,1 0 0,-1-1 0,0 1 0,1-1 0,-1 1 0,0-1 0,1 1 0,-1-1 0,1 1 0,-1-1 0,1 0 0,-1 1 0,1-1 0,-1 0 0,1 1 0,0-1 0,-1 0 0,1 0 0,-1 1 0,1-1 0,0 0 0,-1 0 0,1 0 0,0 0 0,-1 0 0,1 0 0,-1 0 0,1 0 0,0 0 0,-1 0 0,1 0 0,0 0 0,-1-1 0,1 1 0,-1 0 0,1 0 0,0-1 0,-1 1 0,1 0 0,-1-1 0,1 1 0,-1-1 0,1 1 0,-1 0 0,0-1 0,1 0 0,17-41 0,137-596 0,-150 621 0,26-112 0,7 3 0,5 1 0,16-25 0,-58 145 0,0 0 0,1 0 0,-1 0 0,1 0 0,0 0 0,0 0 0,1 0 0,-1 1 0,1-1 0,0 1 0,1 0 0,-1 0 0,1 0 0,-1 0 0,1 1 0,0-1 0,0 1 0,1 0 0,-1 0 0,1 0 0,0 1 0,-1 0 0,1 0 0,0 0 0,0 0 0,1 1 0,-1 0 0,0 0 0,0 0 0,0 1 0,1 0 0,3 0 0,-3 4 0,-1 1 0,0 0 0,0 1 0,-1-1 0,1 1 0,-1 0 0,0 0 0,-1 0 0,1 1 0,-1-1 0,-1 1 0,1 0 0,-1 0 0,0 0 0,-1 0 0,1 0 0,-2 0 0,1 0 0,-1 0 0,0 2 0,2 2 0,16 164 0,-7 1 0,-11 123 0,0-45 0,2 11 0,2-325-732,0 6-1137</inkml:trace>
  <inkml:trace contextRef="#ctx0" brushRef="#br2" timeOffset="-53783.352">12949 2288 24997,'0'0'4832,"-6"24"-3398,-85 412-9,65-204-1385,11 2-1,14 217-39,1-449 0,1 40 0,2 0 0,1-1 0,2 1 0,3-1 0,2 4 0,-11-45-2,0 1-1,1-1 1,0 0-1,-1 1 1,1-1-1,-1 0 1,1 1-1,-1-1 1,1 0-1,0 0 1,-1 1-1,1-1 1,0 0-1,-1 0 1,1 0-1,0 0 1,-1 0-1,1 0 1,0 0 0,-1 0-1,1 0 1,0 0-1,-1-1 1,1 1-1,0 0 1,-1 0-1,1 0 1,-1-1-1,1 1 1,0 0-1,-1-1 1,1 1-1,-1-1 1,1 1-1,-1-1 1,1 1-1,-1-1 1,0 1 0,1-1-1,-1 1 1,0-1-1,1 1 1,-1-1-1,0 1 1,1-1-1,-1 0 1,0 1-1,0-1 1,0 0-1,0 1 1,0-1-1,0 0 1,0 1-1,0-1 1,0 0-1,0 1 1,0-1-1,0 0 1,0 1 0,0-1-1,-1 0 1,1 1-1,0-1 1,0 1-1,-1-1 1,1 0-1,-1 0 3,2-1-54,13-47-1197,-1-14-1303</inkml:trace>
  <inkml:trace contextRef="#ctx0" brushRef="#br2" timeOffset="-53550.82">13628 2523 30094,'0'0'861,"-11"20"-235,-105 150 259,-396 333-585,510-502-300,-57 71-24,58-70 24,0 0-1,-1 1 0,1-1 0,0 0 0,0 0 0,0 1 1,0-1-1,1 1 0,-1-1 0,1 1 0,0-1 0,-1 1 0,1-1 1,0 1-1,0-1 0,1 1 0,-1-1 0,0 1 0,1-1 1,-1 0-1,1 1 0,0-1 0,0 1 0,0-1 0,0 0 0,1 0 1,-1 0-1,0 0 0,1 0 0,0 0 0,-1 0 0,1 0 1,0 0-1,1 0 1,19 12 7,1-1 0,1-2 0,0 0 1,0-1-1,1-1 0,1-2 0,18 4-7,-10-2 2,309 70-70,-196-64-2864,-94-15-4445</inkml:trace>
  <inkml:trace contextRef="#ctx0" brushRef="#br2" timeOffset="-53140.475">14310 2373 31207,'0'0'582,"-16"27"-332,16-27-250,-30 51 137,2 2 1,2 0-1,3 2 0,0 9-137,-5 45 36,4 2 0,6 0 0,4 1-1,6 1 1,5 108-36,1-207 0,2 0 0,-1 1 0,2-1 0,0 1 0,1-1 0,0 0 0,1 0 0,0 0 0,2 0 0,-1 0 0,2-1 0,0 0 0,0 0 0,1-1 0,1 1 0,0-1 0,0-1 0,1 0 0,1 0 0,0-1 0,1 0 0,-1-1 0,2 0 0,-1 0 0,10 4 0,11-2 0,0-2 0,1-1 0,0-2 0,0-1 0,1-1 0,-1-2 0,1-1 0,-1-2 0,18-3 0,89-31-1526,-94 5-2453</inkml:trace>
  <inkml:trace contextRef="#ctx0" brushRef="#br0" timeOffset="-169292.552">3381 5054 31847,'0'0'760,"138"-42"-744,81 5-16,71-13-80,65-5 80,37-4 224,20-2-224,33 0 0,11 11 0,-26 19 0,-38 13 0,-41 18 0,-51 0 0,-30 4 0,-53 8 0,-77-4-600,-55-8-2945</inkml:trace>
  <inkml:trace contextRef="#ctx0" brushRef="#br0" timeOffset="-165870.176">8162 6393 28870,'0'0'1809,"0"0"-1136,0 0-430,0 0 85,28 6 91,205 25-3,-191-29-414,-1-2-1,1-2 1,-1-1 0,0-2 0,31-9-2,-21-2 0,-1-2 0,0-2 0,-1-3 0,12-9 0,-35 20 0,-26 12-1,0 0 1,-1 0-1,1 1 1,-1-1-1,1 0 0,0 0 1,-1 1-1,1-1 1,0 1-1,0-1 0,-1 0 1,1 1-1,0-1 1,0 1-1,-1-1 0,1 0 1,0 1-1,0-1 1,0 1-1,0-1 0,0 1 1,0-1-1,0 1 0,0-1 1,0 1-1,0-1 1,0 1-1,0-1 0,0 0 1,0 1-1,0-1 1,0 1-1,1-1 0,-1 1 1,0-1-1,0 1 1,0-1-1,1 0 0,-1 1 1,0-1-1,1 0 1,-1 1-1,0-1 0,1 0 1,-1 1-1,0-1 1,1 0-1,-1 0 0,1 1 1,-1-1-1,0 0 1,1 0-1,-1 0 0,1 0 1,-1 1-1,1-1 0,-1 0 1,1 0-1,-1 0 1,1 0-1,-1 0 0,1 0 1,-1 0-1,0 0 1,1 0-1,0-1 1,-71 201 32,6-25-30,8 2 0,8 2 0,8 3 0,1 38-2,-16 349-1368,49-529-873</inkml:trace>
  <inkml:trace contextRef="#ctx0" brushRef="#br0" timeOffset="-165482.881">7866 8261 27006,'0'0'3905,"0"0"-3521,0 0-64,164 22 80,-24-42 72,42-29-192,9-6-280,-11 3 0,-25 17 0,-28 11 0,-13-5-584,-32 5-848,-28-4-4554</inkml:trace>
  <inkml:trace contextRef="#ctx0" brushRef="#br0" timeOffset="-165086.532">9490 7446 30935,'0'0'633,"-13"25"-293,-87 177 216,82-157-512,3 2-1,1 0 0,2 1 0,3 0 1,2 1-1,1-1 0,3 22-43,22-76 0,58-125 0,155-344-387,-226 463 349,-4 6 25,0 0 0,0 1 0,0 0 1,0-1-1,1 1 0,0 0 0,0 0 0,1 1 0,-1-1 1,1 1-1,0 0 0,0-1 0,0 2 0,1-1 0,0 0 1,-1 1-1,1 0 0,0 0 0,1 1 0,-1-1 1,0 1-1,1 0 0,3-1 13,-7 4 4,-1-1 0,1 1 0,-1-1-1,1 1 1,-1-1 0,1 1 0,-1 0 0,1 0 0,-1 0 0,1 0 0,-1 0-1,0 0 1,0 0 0,0 0 0,1 0 0,-1 0 0,0 1 0,0-1 0,-1 1 0,1-1-1,0 0 1,0 1 0,-1-1 0,1 1 0,-1 0 0,1-1 0,-1 1 0,0-1 0,0 1-1,1 0 1,-1-1 0,0 1 0,-1 1-4,3 3 21,41 462 550,-43-463-573,1-1 1,-1 1-1,1 0 1,0-1-1,0 1 0,0-1 1,1 1-1,0-1 1,0 0-1,0 1 1,0-1-1,0 0 0,1 0 1,0-1-1,0 1 1,0-1-1,0 1 0,1-1 1,-1 0-1,1 0 1,0 0-1,0-1 0,0 1 1,0-1-1,0 0 1,0 0-1,1 0 1,-1-1-1,1 0 0,-1 0 1,1 0-1,0 0 1,-1-1-1,1 1 0,0-1 1,-1 0-1,1-1 1,0 1-1,-1-1 0,1 0 1,0 0-1,2-1 2,13-9-120,0-1 0,0 0 0,-1-1 0,-1-1-1,0-1 1,-1-1 0,0 0 0,7-11 120,4-2-240,87-91-1218,-11-3-737</inkml:trace>
  <inkml:trace contextRef="#ctx0" brushRef="#br0" timeOffset="-164712.893">10851 6671 28262,'-24'103'2369,"-16"33"-1761,-6 28-88,7 3 80,13-5-192,8-2-408,12-8 0,3-34 0,3-37 0,0-32 0,0-27 0,7-22-232,2-16-1072,-7-19-2545</inkml:trace>
  <inkml:trace contextRef="#ctx0" brushRef="#br0" timeOffset="-164711.893">10145 7340 30366,'0'0'1545,"0"0"-1393,116 53-152,-24-33-8,60-8 8,-19-4-344,-10-8-1521</inkml:trace>
  <inkml:trace contextRef="#ctx0" brushRef="#br0" timeOffset="-164372.951">11366 7693 26022,'0'0'4562,"0"0"-3363,3-18-1010,50-201 121,-48 202-327,0-1 1,-1 1 0,-1-1 0,0 1 0,-2-1-1,0 0 1,-1 0 0,0 1 0,-2-1-1,0 0 1,-1 0 0,-1 1 0,-3-7 16,6 21 0,-1 0 1,0 0-1,-1 0 0,1 0 1,0 1-1,-1-1 1,1 1-1,-1-1 0,0 1 1,0 0-1,0 0 1,0 0-1,0 1 0,-1-1 1,1 1-1,0-1 1,-1 1-1,1 0 0,-1 0 1,1 1-1,-1-1 1,0 1-1,1 0 0,-1 0 1,1 0-1,-1 0 1,0 1-1,1-1 0,-1 1 1,1 0-1,-1 0 1,1 0-1,0 1 0,-1-1 1,1 1-1,0 0 1,-2 1-1,-6 8 30,1 0 0,0 1 0,1 1 0,0-1 0,1 2 0,1-1 0,0 1 0,0 0 0,2 0 0,0 1 0,0-1 0,-1 12-30,-7 31 80,3 0 0,2 0 0,3 1 0,2 7-80,1-55 0,0 0 0,0 0 0,1 0 0,1 0 0,0 0 0,0 0 0,0 0 0,2 0 0,-1 0 0,1 0 0,1 0 0,-1-1 0,2 1 0,-1-1 0,2 0 0,-1 0 0,1 0 0,0 0 1,1-1-1,0 0 0,0 0 0,1-1 0,0 1 0,0-1 0,1-1 0,-1 1 0,2-2 0,-1 1 0,1-1 0,2 1 0,7-1 0,-1 0 0,2-1 0,-1-2 0,0 1 0,0-2 0,1-1 0,-1 0 0,1-1 0,-1-1 0,0-1 0,0 0 0,0-2 0,0 0 0,-1-1 0,0 0 0,0-2 0,13-7 0,4-4 0,-1-1 0,0-2 0,-2-1 0,0-2 0,-2-1 0,-1-1 0,-1-1 0,4-7 0,147-206-1210,-118 140-1733</inkml:trace>
  <inkml:trace contextRef="#ctx0" brushRef="#br0" timeOffset="-163971.269">12609 6277 31351,'0'0'984,"0"0"-728,0 104-80,0 30-176,-7 72 0,3 46 0,-3 30 0,7-16 0,0-39 0,16-35 0,14-66 0,23-37 0,-9-40 0,-7-37-832</inkml:trace>
  <inkml:trace contextRef="#ctx0" brushRef="#br1" timeOffset="-145584.401">6086 11244 23941,'0'0'5425,"0"0"-4993,0 0-64,15 136 57,-15-51 63,0 35-96,-6 38-152,-19 16-112,-3 1-56,4-11-40,9-22 8,8-10-40,7-25 0,0-29-152,7-26-312,6-27-1001,0-23-3176</inkml:trace>
  <inkml:trace contextRef="#ctx0" brushRef="#br1" timeOffset="-145158.765">7506 11062 16123,'0'0'11000,"0"0"-8371,-13 27-2233,2-7-318,0 1 21,0 0 0,1 1 0,1 0 0,2 0 0,0 1-1,1 0 1,1 1 0,0 6-99,-1 14 73,2-1-1,2 0 1,2 1-1,1-1 0,3 0 1,1 0-1,3 0 1,1 0-1,2-1 0,4 7-72,-6-33 6,1-1 0,1 1-1,0-2 1,1 1-1,1-1 1,0-1-1,1-1 1,0 0 0,1 0-1,0-2 1,0 0-1,2 0 1,-1-2 0,1 0-1,0 0 1,1-2-1,-1 0 1,1-2-1,0 1 1,1-2 0,-1-1-1,18 1-5,-21-2-116,0-1-1,0 0 0,-1-1 1,1 0-1,0-2 1,0 1-1,-1-2 1,0 0-1,1-1 0,7-3 117,40-30-5142,-10-9-13893</inkml:trace>
  <inkml:trace contextRef="#ctx0" brushRef="#br1" timeOffset="-144716.688">8135 11210 29790,'0'0'785,"-90"150"-409,27-43-56,-1 7 48,-10 38-160,-1 16-208,9-16-24,23-48-344,12-49-1137</inkml:trace>
  <inkml:trace contextRef="#ctx0" brushRef="#br0" timeOffset="-154902.578">7936 9115 26886,'0'0'2332,"0"0"-1708,28 0-534,358-24 399,339-5-652,1 30-1,407 66 164,-548-30-696,-409-29-864</inkml:trace>
  <inkml:trace contextRef="#ctx0" brushRef="#br1" timeOffset="-146530.545">7688 9364 28406,'0'0'623,"0"0"-196,0 0-141,0 0 74,7-19 42,26-58-66,-31 74-317,1 0-1,-1 0 1,1 0 0,0 0 0,0 0 0,0 1-1,1-1 1,-1 1 0,0 0 0,1 0-1,0 1 1,-1-1 0,1 1 0,0-1-1,0 1 1,0 0 0,0 1 0,0-1 0,0 1-1,0-1 1,0 1 0,2 1-19,14-3 66,852-102 785,295 45-477,-704 46-192,1144-53-141,-756 40-41,-764 29-25,-85-3 5,0 0 1,-1 0-1,1 0 1,-1 0 0,1 0-1,0 1 1,-1-1-1,1 0 1,-1 1-1,1 0 1,-1-1 0,0 1-1,1 0 1,-1 0-1,0-1 1,1 1-1,-1 0 1,0 0 0,0 1-1,0-1 1,0 0-1,0 0 1,0 0 0,0 1-1,0-1 1,0 0-1,-1 1 1,1-1-1,0 1 1,-1-1 0,1 1-1,-1-1 1,0 1-1,0 0 1,1-1-1,-1 1 1,0-1 0,0 1-1,0 0 20,-6 22-1810</inkml:trace>
  <inkml:trace contextRef="#ctx0" brushRef="#br1" timeOffset="-141452.802">5253 15615 24789,'0'0'3574,"0"0"-2519,0 0-524,0 0 105,0 0-168,0 0-222,-5 43 0,-50 565 428,53-307-414,0-295-256,1 0-1,1 1 1,-1-1-1,1 0 1,0 0-1,0 0 1,0 0 0,1 0-1,0 0 1,1 0-1,-1 0 1,1 0 0,0 0-1,0-1 1,1 1-1,0-1 1,0 1-1,0-1 1,0 0 0,1 0-1,0 0 1,0-1-1,1 0 1,-1 1-1,1-1 1,0-1 0,0 1-1,0-1 1,0 0-1,0 0 1,1 0 0,0-1-1,-1 0 1,1 0-1,2 0-3,9-4 5,0 0 0,-1-1-1,1-1 1,-1 0-1,0-2 1,0 0 0,0 0-1,-1-2 1,0 0 0,0 0-1,-1-1 1,0-1 0,-1-1-1,0 0 1,-1 0-1,0-2 1,-1 1 0,0-1-1,-1-1 1,0 0 0,4-10-5,47-52-57,-4-3 0,-4-2 1,-3-3-1,-4-2 1,-3-1-1,-5-3 0,-3-1 1,-4-1-1,-5-2 0,-3-1 1,1-39 56,-22 183 137,-36 431 401,33-150-525,1-319-13,-1 1 0,2 0 0,0 0 0,0 0 0,1-1 0,1 1 0,0-1 0,0 1 0,1-1 0,0 0 0,1 0 0,1-1 0,0 0 0,0 0 0,1 0 0,0 0 0,0-1 0,2 1 0,115 79-235,-61-61-938</inkml:trace>
  <inkml:trace contextRef="#ctx0" brushRef="#br1" timeOffset="-142692.186">9345 11337 29182,'0'0'1238,"0"0"-829,13-24-229,86-163 490,-73 142-633,-3-1-1,-1-2 1,-3 0 0,-1-1 0,-3 0-1,-2-2 1,-2 1 0,-3-2 0,1-31-37,-8 80 0,0 0 0,0 0 0,-1 0 1,1 0-1,-1-1 0,0 1 1,0 0-1,0 0 0,0 0 1,-1 0-1,1 0 0,-1 0 1,0 0-1,0 0 0,0 0 0,0 0 1,-1 0-1,1 1 0,-1-1 1,1 0-1,-1 1 0,0-1 1,0 1-1,0 0 0,0 0 1,-1-1-1,1 2 0,0-1 0,-1 0 1,0 0-1,1 1 0,-1-1 1,0 1-1,0 0 0,0 0 1,0 0-1,0 0 0,0 0 1,-2 1-1,-3 0-1,1 0 0,-1 1 0,0 0 1,1 1-1,-1-1 0,1 2 0,-1-1 1,1 1-1,0 0 0,0 0 0,0 1 1,0 0-1,1 0 0,0 1 0,0 0 1,0 0-1,0 0 0,-3 5 1,-45 41 0,3 2 0,3 2 0,1 3-1,4 1 1,2 2 0,-2 9 0,36-58 0,-11 14-2,1 1 0,1 0 0,2 1 1,1 1-1,1 0 0,1 1 0,2 0 1,1 1-1,-1 13 2,8-38-1,1 1 1,-1-1-1,2 1 0,-1 0 1,1-1-1,0 1 0,0 0 1,1-1-1,0 1 0,0-1 1,0 0-1,1 0 0,0 0 1,0 0-1,1 0 0,-1-1 1,1 1-1,1-1 0,-1 0 1,1 0-1,-1-1 0,1 1 1,1-1-1,-1 0 0,1-1 1,-1 1-1,1-1 0,0 0 1,0 0-1,1-1 0,-1 0 1,0 0-1,1 0 0,-1-1 1,1 0-1,0 0 0,-1-1 1,2 0-1,282 8-275,-283-8 275,0 0 0,0 1 0,0 0 0,0 1 0,0 0 0,0 0-1,0 0 1,-1 1 0,1 0 0,-1 0 0,0 0 0,0 1 0,0 0-1,0 0 1,0 1 0,-1-1 0,0 1 0,0 1 0,-1-1 0,1 0-1,-1 1 1,0 0 0,0 0 0,-1 1 0,0-1 0,0 1 0,-1-1-1,1 1 1,-1 0 0,-1 0 0,1 0 0,-1 0 0,-1 0 0,1 0-1,-1 6 2,0 24 4,-1 1 0,-2 0 0,-1-1 0,-3 1 0,0-1 0,-3-1 0,-1 0 0,-1 0 0,-2-1 0,-2 0 0,-1-2 0,-1 0 0,-9 9-4,4-8-114,23-34 53,0-1 1,0 1-1,0 0 1,0-1-1,0 1 1,0 0-1,1-1 1,-1 1-1,0-1 1,0 1 0,0 0-1,-1-1 1,1 1-1,0 0 1,0-1-1,0 1 1,0-1-1,0 1 1,0 0-1,0-1 1,-1 1-1,1 0 1,0-1-1,0 1 1,0 0-1,-1 0 1,1-1 0,0 1-1,-1 0 1,1 0-1,0-1 1,0 1-1,-1 0 1,1 0-1,0 0 1,-1-1-1,1 1 1,-1 0-1,1 0 1,0 0-1,-1 0 1,1 0-1,0 0 1,-1 0-1,1 0 1,0 0 0,-1 0-1,1 0 1,-1 0-1,1 0 1,0 0-1,-1 0 1,1 0-1,0 0 1,-1 1-1,1-1 1,0 0-1,-1 0 1,1 0-1,0 1 1,-1-1 60,1-37-11567</inkml:trace>
  <inkml:trace contextRef="#ctx0" brushRef="#br1" timeOffset="-142177.05">10112 11039 30551,'0'0'577,"0"0"-362,0 0-150,23 2-4,149 20 81,-145-18-125,-13-4-14,0 1-1,0 1 1,0 0 0,0 0-1,0 2 1,0 0 0,0 0-1,-1 1 1,0 1 0,0 0-1,0 1 1,-1 0 0,0 1-1,-1 0 1,1 1 0,-2 1-1,1-1 1,-1 2 0,-1-1-1,5 7-2,-9-1 12,-1 0-1,0 0 0,-1 0 1,-1 0-1,0 1 0,-1-1 0,-1 1 1,-1-1-1,0 0 0,-1 1 0,-2 4-11,-15 60 74,-3-1 0,-4 0 0,-4-2-1,-35 68-73,33-75 39,-40 88-274,69-181-1473,3-19-1594</inkml:trace>
  <inkml:trace contextRef="#ctx0" brushRef="#br1" timeOffset="-141798.125">10886 10964 28070,'0'0'2921,"0"0"-2729,0 0-136,154 69-24,-56-40 88,34 11 8,-5 1 0,-15 5-48,-27 11 32,-32 20 32,-29 43-24,-24 40-24,-53 12-96,-54 1 0,-29-11-256,29-54-224,6-17-1377</inkml:trace>
  <inkml:trace contextRef="#ctx0" brushRef="#br1" timeOffset="-139150.555">7063 15156 5529,'0'0'20301,"0"0"-15523,0 0-4131,0 0-130,0 0-69,0 0-173,11-2-75,268-16-128,-1-2-72,-273 20 0,0 1 0,0 1 0,-1-1 0,1 1 0,0 0 0,-1 0 0,0 0 0,1 0 0,-1 1 0,0 0 0,0 0 0,0 0 0,-1 0 0,1 1 0,-1-1 0,0 1 0,0 0 0,0 0 0,0 0 0,-1 0 0,1 0 0,-1 1 0,0-1 0,0 1 0,-1 0 0,0 0 0,0-1 0,0 1 0,0 0 0,0 0 0,-1 0 0,0 0 0,0 0 0,-1 3 0,7 112 0,-6 1 0,-4-1 0,-20 110 0,-6 166 0,33-181-1898,5-180-621</inkml:trace>
  <inkml:trace contextRef="#ctx0" brushRef="#br1" timeOffset="-138582.355">4670 13678 25429,'0'0'2986,"0"0"-1911,1 26-533,4 151 303,-3-14-409,8 0-1,6 0 0,17 48-435,-30-191 18,2 1 1,1-1-1,0 0 0,1-1 1,1 1-1,1-2 0,1 1 1,0-1-1,3 1-18,-6-13 6,1 0-1,0 0 0,0-1 1,0 0-1,1-1 1,0 0-1,0 0 0,0-1 1,0 0-1,0 0 0,1-1 1,-1-1-1,1 1 1,0-2-1,-1 1 0,1-1 1,0-1-1,-1 1 1,1-2-1,-1 1 0,1-2 1,-1 1-1,0-1 0,1 0 1,-2-1-1,1 0 1,4-3-6,16-11 7,0-2 0,-1 0 0,-1-2 1,-1-2-1,-1 0 0,-1-1 0,-2-2 0,0 0 1,-2-1-1,-1-1 0,-1-1 0,13-30-7,20-37-36,-3-1-1,-6-3 1,-3-1-1,-5-2 1,10-64 36,-21 8-200,-24 159 200,1 1 1,0-1 0,-1 1-1,1-1 1,-1 1 0,1 0-1,0-1 1,-1 1 0,1 0-1,-1-1 1,1 1 0,-1 0-1,1-1 1,-1 1 0,1 0-1,-1 0 1,1 0 0,-1 0-1,1-1 1,-1 1 0,0 0-1,1 0 1,-1 0 0,1 0-1,-1 0 1,1 0 0,-1 0-1,0 1 1,1-1 0,-1 0-1,1 0 1,-1 0 0,1 0-1,-1 1 1,1-1 0,-1 0-1,1 1 1,-1-1 0,1 0-1,-1 1 1,1-1 0,0 0-1,-1 1 1,1-1 0,0 1-1,-1-1 1,1 1 0,0-1-1,-1 1 1,1-1 0,0 1-1,0-1 1,0 1 0,0-1-1,-1 1 1,1 0 0,0-1-1,0 1 1,0-1 0,0 1-1,0-1 1,0 1 0,1 0-1,-1-1 1,0 1-1,0-1 1,0 1 0,0-1-1,1 1 1,-1-1-1,-80 223 272,60-145-222,4 0 1,3 2-1,3-1 0,4 1 0,4 41-50,27 31 0,-23-147 0,0-1 0,0 0 0,0 0 0,1 0 0,-1-1 0,1 1 0,0 0 0,0-1 0,1 0 0,-1 0 0,1 0 0,-1 0 0,1-1 0,0 1 0,0-1 0,0 0 0,1 0 0,-1 0 0,0-1 0,1 1 0,-1-1 0,1 0 0,-1-1 0,1 1 0,-1-1 0,1 0 0,0 0 0,-1 0 0,1-1 0,-1 1 0,5-2 0,22-4-104,-1-2 0,0-1 0,-1-1 0,0-1 0,-1-2 0,11-6 104,68-45-1841</inkml:trace>
  <inkml:trace contextRef="#ctx0" brushRef="#br1" timeOffset="-138048.914">7210 13631 29966,'0'0'1191,"0"0"-911,3-26-257,14-163 85,-17 169-91,2 16-15,-1-1-1,0 0 0,0 1 1,0-1-1,-1 0 0,1 0 0,-1 1 1,0-1-1,-1 0 0,1 0 1,-1 0-1,0 1 0,0-1 0,0 1 1,-1-1-1,0 0 0,0 1 1,0 0-1,0 0 0,-1 0 1,1 0-1,-1 0 0,0 0 0,0 0 1,-1 1-1,1 0 0,-1-1 1,0 1-1,1 1 0,-1-1 1,-1 0-1,1 1 0,0 0 0,0 0 1,-3 0-2,-6 3 7,-1 0 1,1 1 0,-1 1 0,1 1-1,0-1 1,0 2 0,1 0 0,-1 0-1,1 2 1,0-1 0,1 1 0,0 1-1,0 0 1,0 1 0,1 0 0,0 0-1,1 1 1,0 0 0,1 1 0,0 0-1,-3 5-7,-1-4 43,1 1-1,0 0 0,1 0 0,0 1 0,1 0 1,1 1-1,0 0 0,1 0 0,0 1 0,1 0 0,1 0 1,1 0-1,0 1 0,1 0 0,1-1 0,0 12-42,5-24 4,-1 0 0,1-1 0,0 0 0,1 0 0,-1 1 0,0-2 0,1 1 0,0 0 0,0-1-1,0 0 1,0 0 0,0 0 0,0 0 0,0 0 0,1-1 0,-1 0 0,0 0 0,1 0 0,-1-1 0,1 1-1,-1-1 1,1 0 0,-1 0 0,1-1 0,-1 1 0,1-1 0,-1 0 0,1 0 0,-1-1 0,0 1 0,1-1-4,29-8-5,0 0 1,-1-3 0,-1-1-1,0-1 1,0-1 0,-2-2 0,26-20 4,38-19-81,-15 28 57,-64 43 29,-14 1 19,0 1 1,-2-1-1,1 1 0,-2-1 0,0 1 0,-1-1 0,0 0 1,-2 0-1,0 2-24,-179 517 89,180-518-256,-1 0-1,2 0 1,0 0 0,1 1-1,0-1 1,2 1-1,0-1 1,2 16 167,3-12-3206</inkml:trace>
  <inkml:trace contextRef="#ctx0" brushRef="#br1" timeOffset="-137351.262">9365 14449 5273,'0'0'19704,"0"0"-14728,0 0-4365,23 11-183,-2-1-335,1-1-1,0-1 1,1-1 0,0-1 0,0-1 0,1-1-1,-1-1 1,1-1 0,16-1-93,228-12 463,97-23-463,143-9 202,-241 33 73,266 24-275,-522-13 0,32 2 0,-1 2 0,1 1 0,-2 3 0,1 1 0,4 3 0,-18 3-74,-37-6-380,-50-2-1476,-4-7-1901</inkml:trace>
  <inkml:trace contextRef="#ctx0" brushRef="#br1" timeOffset="-137073.751">9479 13266 27422,'0'0'3257,"22"116"-3025,0 18-136,2 34 144,-2 17 248,-7-5-32,-2-16-224,-4-12-152,0-38-56,-3-33-24,1-40-112,2-19-184,2-22-200,-3-6-640,1-23-2097</inkml:trace>
  <inkml:trace contextRef="#ctx0" brushRef="#br1" timeOffset="-136714.936">10139 13090 27966,'385'-4'2803,"499"38"-2127,345 53-346,-1026-61-414,-204-26 83,0 0 0,0 1 0,0-1 1,0 1-1,0-1 0,0 1 0,0-1 0,0 1 1,1 0-1,-1-1 0,0 1 0,0 0 1,1 0-1,-1 0 0,1-1 0,-1 1 0,0 0 1,1 0-1,-1 0 0,1 0 0,0 0 0,-1 0 1,1 0-1,0 0 0,0 0 0,0 0 1,-1 0-1,1 0 0,0 0 0,0 0 0,1 0 1,-1 0-1,0 0 0,0 1 0,0-1 1,1 0-1,-1 0 0,0 0 0,1-1 0,-1 1 1,1 0-1,-1 0 0,1 0 0,0 0 0,-1 0 1,1-1-1,0 1 0,0 0 0,-1 0 1,1-1-1,0 1 0,0-1 0,0 1 0,0-1 1,0 1-1,0-1 0,0 1 0,0-1 0,0 0 1,0 0-1,0 1 0,0-1 0,0 0 1,0 0-1,0 0 0,0 0 0,0 0 0,0 0 1,-64 15 205,55-15-171,1 1-1,0-1 1,0 1 0,0 0 0,0 1-1,0-1 1,0 1 0,1 1-1,-1-1 1,1 1 0,-1 1 0,1-1-1,0 1 1,0 0 0,0 0-1,1 1 1,-1-1 0,1 1 0,0 1-1,1-1 1,-1 1 0,1 0-1,0 0 1,1 0 0,-1 0 0,1 0-1,-1 4-33,-4 172 15,10 831-107,-12-901-585,-6-33-963</inkml:trace>
  <inkml:trace contextRef="#ctx0" brushRef="#br1" timeOffset="-135100.945">7671 13800 24045,'0'0'4897,"0"0"-4289,0 0 72,160 36-7,-33-28-153,42-6-152,15-2-200,-11 0-72,-20-4-56,-48-2-40,-23 0-80,-15-10-416,-29 2-985,-12-5-13794</inkml:trace>
  <inkml:trace contextRef="#ctx0" brushRef="#br1" timeOffset="-134737.029">8626 13501 18620,'0'0'11690,"0"0"-11201,130 23-361,-56 1 16,7 7 344,0 9-64,-11 5-200,-13 5-112,-24 5-16,-26 6 0,-7 4-24,-46 8-72,-62 45-120,14-17-424,0-12-1001</inkml:trace>
  <inkml:trace contextRef="#ctx0" brushRef="#br1" timeOffset="-136197.175">9093 15858 23493,'0'0'4142,"0"0"-2784,0 0-675,0 0-82,0 0-81,15 19 16,46 86 6,-54 68-127,-43 405 62,39-260-477,-4-316-14,1-1 1,0 0-1,-1 1 0,1-1 0,0 1 1,0-1-1,0 0 0,0 1 0,0-1 1,0 1-1,1-1 0,-1 0 0,0 1 1,1-1-1,-1 0 0,1 1 1,-1-1-1,1 0 0,0 0 0,-1 1 1,1-1-1,0 0 0,0 0 0,0 0 1,0 0-1,0 0 0,0 0 0,0 0 1,0 0-1,0-1 0,1 1 1,-1 0-1,0-1 0,0 1 0,1-1 1,-1 1-1,0-1 0,1 1 0,-1-1 1,0 0-1,1 0 0,-1 0 0,1 0 1,-1 0-1,1 0 0,-1 0 1,1-1 13,34-95-3951,-23 24-6536</inkml:trace>
  <inkml:trace contextRef="#ctx0" brushRef="#br1" timeOffset="-135811.887">9895 15686 26886,'354'-1'3046,"463"-19"-1941,555 0-171,-1351 20-923,78 9 9,-97-9-19,1 1 0,-1 0 0,0 0 0,1 0 0,-1 1 0,0-1 0,0 0 0,0 1 0,0-1 0,0 1 0,0 0 0,0 0 0,-1 0 0,1 0 0,-1 0 0,1 0 0,-1 0 0,0 0 0,0 1 0,0-1 0,0 0 0,0 1 0,0-1 0,-1 1 0,1-1 0,-1 1 0,0-1 0,1 1 0,-1-1 0,0 1 0,-1 0 0,1-1 0,0 1 0,-1-1 0,0 1 0,-55 192 596,42-94-556,4 1 1,5 1-1,6 72-41,0-71 8,-2-31-13,3 0 1,3 0-1,3 0 1,4-1-1,9 26 5,-23-93-1979,-6-17-583,-16-16-8813</inkml:trace>
  <inkml:trace contextRef="#ctx0" brushRef="#br1" timeOffset="-135507.561">10020 16933 30390,'235'0'617,"50"-10"-449,-20-4-56,-6 3 480,-18 5-8,-29 0-280,-34 0-304,-51-2 0,-48-2-16,-40-22-744,-30 3-1129,-9-7-20299</inkml:trace>
  <inkml:trace contextRef="#ctx0" brushRef="#br1" timeOffset="-116215.127">4659 8405 26958,'0'0'2062,"-22"0"-1442,-148 12-239,147-3-260,-1 0 1,2 2-1,-1 0 0,1 2 0,1 0 0,0 2 1,1 0-1,1 1 0,0 1 0,-15 18-121,-61 69 132,3 3 0,6 4 0,4 5 0,6 2-1,5 4 1,-48 115-132,57-113 48,6 3-1,5 2 0,6 2 1,6 2-1,6 1 1,5 2-1,0 56-47,25-136 5,3-1-1,2 0 1,2 1 0,3-1-1,2 0 1,3-1 0,2 0-1,3-1 1,1-1-1,3-1 1,4 4-5,26 45 0,4-2 0,4-3 0,22 23 0,-64-97 2,-2 1-1,0 1 1,-1 0-1,-2 0 1,0 2 0,-2-1-1,-1 1 1,0 1-1,-2 0 1,2 18-2,-3-4 3,-3 1-1,-1-1 1,-2 1 0,-2-1 0,-1 1 0,-2-1-1,-2 0 1,-2 0 0,-1-1 0,-3 0-1,0-1 1,-3-1 0,-4 6-3,-27 53-28,-5-1 1,-4-3-1,-63 78 28,44-92-162,75-78 153,1 0-1,-1 0 1,0 0 0,1 1 0,-1-1 0,0 0 0,1 0 0,-1 0 0,0 0 0,1 0 0,-1 0 0,0 1 0,0-1 0,1 0 0,-1 0 0,0 0 0,0 1 0,1-1 0,-1 0 0,0 0 0,0 1 0,0-1 0,1 0 0,-1 1 0,0-1 0,0 0 0,0 0 0,0 1 0,0-1 0,0 0 0,0 1 0,1-1 0,-1 0 0,0 1 0,0-1 0,0 0 0,0 1 0,-1-1-1,1 0 1,0 1 0,0-1 0,0 0 0,0 1 0,0-1 0,0 0 0,0 1 0,-1-1 0,1 0 0,0 0 0,0 1 0,0-1 0,-1 0 0,1 0 0,0 1 0,0-1 0,-1 0 0,1 0 0,0 0 0,0 1 0,-1-1 0,1 0 0,0 0 0,-1 0 0,1 0 9,40 1-191,-22-1 165,-11 1 24,-1 1 0,0 1 0,1-1 0,-1 1 0,0 0 0,-1 0 0,1 1 0,-1 0 0,1 0 0,-1 0 0,0 0 0,-1 1 0,1 0 0,-1 0 0,0 0 0,0 1 0,0-1 1,-1 1-1,0 0 0,0 0 0,0 0 0,-1 0 0,0 1 0,0-1 0,-1 1 0,0-1 0,0 1 0,0-1 0,-1 1 0,0 6 2,17 300 12,32 897 783,100 408-795,-107-1329 29,-23-193-42,-19-95 6,1 0 0,0 0-1,0 0 1,-1-1 0,1 1 0,0 0 0,0-1 0,0 1 0,0-1 0,0 1-1,0-1 1,0 1 0,0-1 0,0 0 0,0 1 0,0-1 0,0 0-1,0 0 1,0 0 0,0 0 0,0 0 0,0 0 0,0 0 0,0 0 0,1 0-1,-1-1 1,0 1 0,0 0 0,0-1 0,0 1 0,0-1 0,-1 1-1,1-1 1,0 1 0,0-1 0,0 0 0,0 1 0,0-1 0,-1 0-1,1 0 1,0 1 0,-1-1 0,1 0 0,0 0 0,-1 0 0,1 0 0,-1 0-1,0 0 1,1 0 0,-1 0 0,0 0 0,0 0 0,1 0 0,-1 0-1,0 0 1,0 0 0,0 0 0,0-1 0,0 1 0,-1 0 0,1 0 0,0 0-1,-1-1 8,21-55-697,-4-12-1253</inkml:trace>
  <inkml:trace contextRef="#ctx0" brushRef="#br1" timeOffset="-79802.413">5167 5995 26270,'0'0'518,"0"0"1280,0 0-1018,0 0-461,0 0 14,-2 2-49,-7 16-71,26 177 353,-6 303 46,-21 0-1,-40 185-611,12 257 135,46-792-123,-8-147-23,0 0-1,0 0 1,0 0 0,0 1 0,0-1-1,0 0 1,0 0 0,1 0-1,-1 0 1,0 1 0,1-1 0,-1 0-1,1 0 1,-1 0 0,1 0-1,-1 0 1,1 0 0,0 0 0,0 0-1,-1 0 1,1 0 0,0-1-1,0 1 1,0 0 0,0 0 0,0-1-1,0 1 1,0-1 0,0 1-1,0-1 1,1 1 0,-1-1 0,0 0-1,0 1 1,0-1 0,0 0-1,1 0 1,-1 0 0,0 0 0,0 0-1,0 0 1,1 0 0,-1 0-1,0-1 1,0 1 0,0 0 0,0-1-1,0 1 1,0-1 0,1 1 0,-1-1-1,0 0 1,0 1 0,0-1-1,-1 0 1,1 0 0,0 1 0,0-1-1,0 0 1,-1 0 0,1 0-1,0 0 1,0-1 11,65-203-2355,-40 77-1361</inkml:trace>
  <inkml:trace contextRef="#ctx0" brushRef="#br1" timeOffset="-79369.414">5479 5403 29166,'0'0'471,"26"0"-302,353 21 107,234 16 431,444-36-707,599-82 24,383 53-6,-871 98-1628,-599-26-264,-448-37-2812</inkml:trace>
  <inkml:trace contextRef="#ctx0" brushRef="#br1" timeOffset="-79110.029">13462 5192 28534,'0'0'872,"0"118"-280,0 0-95,0 58 47,6 39-96,-4 30-144,-2 9-104,0-11-88,-22-7-56,-6-22-16,-5-29-24,-4-25-8,0-24-8,2-12-40,8-25-112,1-18-280,11-30-128,1-31-1305</inkml:trace>
  <inkml:trace contextRef="#ctx0" brushRef="#br1" timeOffset="-78711.703">6643 8999 29326,'0'0'712,"164"41"-175,33-37-33,68-4-216,42-31-80,24-15-32,-11-1-16,9 4-88,0 3-40,-7 9-16,13 7-16,-4 2-48,-81 10-424,-44-1-1521</inkml:trace>
  <inkml:trace contextRef="#ctx0" brushRef="#br2" timeOffset="-52797.048">9751 5012 30615,'0'0'1114,"49"-11"-695,458-73-191,2123-102 163,-1396 139-391,-880 15 0,-320 27-105,-20-3-422</inkml:trace>
  <inkml:trace contextRef="#ctx0" brushRef="#br0" timeOffset="-15048.936">4657 13059 24869,'0'0'3434,"-12"25"-2371,-79 234-81,50-22-500,10 1-1,11 2 1,10 0 0,14 105-482,-4-335 1,-1 3-8,0 1 1,1-1 0,1 1 0,0-1 0,0 1 0,1-1-1,1 1 1,0-1 0,1 0 0,1 0 0,0-1 0,0 1 0,2-1-1,-1 0 1,1-1 0,1 0 0,1 1 6,-9-11-13,1 0-1,-1-1 1,1 1 0,0 0-1,-1-1 1,1 1 0,0-1 0,-1 1-1,1-1 1,0 1 0,0-1-1,-1 1 1,1-1 0,0 1 0,0-1-1,0 0 1,0 0 0,0 0-1,-1 1 1,1-1 0,0 0 0,0 0-1,0 0 1,0 0 0,0 0-1,0 0 1,0-1 0,0 1 0,-1 0-1,1 0 1,0-1 0,0 1-1,0 0 1,0-1 0,-1 1 0,1-1-1,0 1 1,0-1 0,-1 1-1,1-1 1,-1 0 0,1 1 0,0-1-1,-1 0 1,1 0 0,-1 1-1,1-1 1,-1 0 0,0 0 0,1 0-1,-1 0 14,36-164-3043,-24 61-3266</inkml:trace>
  <inkml:trace contextRef="#ctx0" brushRef="#br0" timeOffset="-14636.626">4784 12498 25085,'27'-5'2930,"265"-28"-1048,-57 34-240,140 21-1642,674 45 607,-506-70-355,25-26-252,-357 11 36,369-15-39,-578 32-1,-1 1 0,0 0 0,1-1 0,-1 1 0,0 0 0,1 0 0,-1 0 0,0 0 0,1 0 0,-1 0 0,1 0 0,-1 0 0,0 1 0,1-1 0,-1 0 0,0 1 0,1-1 0,-1 1 0,0-1 0,0 1 0,1 0 0,-1 0 0,0 0 0,0-1 1,0 1-1,0 0 0,0 0 0,0 0 0,0 1 0,-1-1 0,1 0 0,0 0 0,0 0 0,-1 1 0,1-1 0,-1 0 0,1 0 0,-1 1 0,0-1 0,1 0 0,-1 1 0,0-1 0,0 1 0,0-1 0,0 0 0,0 1 0,0-1 0,-1 1 0,1-1 0,0 0 0,-1 1 0,1-1 0,-1 1 4,-109 49 167,97-48-151,0 0 0,0 1 0,1 1 0,0 0 0,-1 0 0,2 1 0,-1 1 0,1 0 0,0 0 0,0 1 0,1 1 0,0 0 0,1 0 0,0 1 0,0 0 0,1 0 0,0 1 0,1 0 0,0 1 0,1-1 0,-3 8-16,-4 30 6,2 1 0,2 0 0,2 0 0,3 1 0,1 0 0,3-1 0,2 2-6,-2 18 2,35 716-2,-4-291-289,-32-449-964,-3-22-1190</inkml:trace>
  <inkml:trace contextRef="#ctx0" brushRef="#br0" timeOffset="-14193.489">4124 15114 27758,'0'0'3265,"138"0"-3009,48-10-144,60-11 176,30-7 216,7-4-104,-11 7-216,-7 7-184,2 10 0,3 8 0,-11 4 0,-18 16 0,-66-2-288,-54-3-2137</inkml:trace>
  <inkml:trace contextRef="#ctx0" brushRef="#br0" timeOffset="-13525.397">4808 14986 2569,'0'0'20945,"0"0"-15649,0 0-4392,0 0-289,0 0-61,13 26-120,0 2-348,0 2 0,-2-1-1,-1 2 1,-2-1 0,-1 1-1,-1 1 1,-1-1 0,-1 19-86,-6 936 727,-7-392-690,16-549-397,4-60-90,22-157-1214,-25 67-319</inkml:trace>
  <inkml:trace contextRef="#ctx0" brushRef="#br0" timeOffset="-13114.397">5040 14941 21381,'23'-2'5920,"547"-76"-1915,-11-1-3436,1 45-314,24 24-255,57-2 60,-138-6-269,-440 12-2331,-50 2-2032</inkml:trace>
  <inkml:trace contextRef="#ctx0" brushRef="#br0" timeOffset="-12703.736">8199 14735 29678,'0'0'873,"0"113"-473,-7 11-24,-2 64 240,3 40-72,2 25-264,4-6-280,0-17 0,0-5 0,0-26 0,6-25 0,1-50 0,1-47 0,-3-35 0,-5-30-608,-11-9-816,-13-3-2089</inkml:trace>
  <inkml:trace contextRef="#ctx0" brushRef="#br0" timeOffset="-12279.868">4957 17328 29166,'132'4'624,"41"-4"33,52 0 191,12 0-112,-2 0-184,6 0-368,2 1-184,-8 9 0,-12 4 0,-10 2 0,-20-4 0,-53-2-624,-39-8-968</inkml:trace>
  <inkml:trace contextRef="#ctx0" brushRef="#br0" timeOffset="-6758.483">3208 14872 22269,'0'0'2288,"0"0"-783,0 0-817,0 0-480,0 0-80,0 0-128,0 0-1088</inkml:trace>
  <inkml:trace contextRef="#ctx0" brushRef="#br0" timeOffset="-4351.115">1665 15096 29590,'0'0'751,"0"0"-328,0 0-191,10-21 51,37-69-1,-43 82-245,1 1 0,1 0 0,-1 0 0,1 0 0,1 1 0,-1-1-1,1 2 1,0-1 0,0 1 0,1 0 0,-1 0 0,1 1 0,0 0 0,0 0-1,1 1 1,-1 0 0,1 1 0,0 0 0,-1 0 0,1 1 0,0 0-1,0 0 1,0 1 0,0 0 0,0 1 0,0 0 0,0 1 0,7 1-37,18-1 38,663 40 97,279-62-135,1018 34 0,-245 73 0,992-45 0,76 126 0,-1996-78-60,-762-79-559,-27-6-1335</inkml:trace>
  <inkml:trace contextRef="#ctx0" brushRef="#br0" timeOffset="-3551.203">13858 13864 28302,'0'0'1398,"0"0"-669,0 0-234,0 0-35,0 0-56,37-23-121,477-251 81,-265 162-337,-237 107-21,0 0 1,0 0-1,1 1 1,0 1-1,-1 0 1,1 1-1,0 0 1,1 1-1,-1 1 1,0 0-1,0 0 1,0 1-1,0 1 1,0 0-1,0 1 1,-1 1-1,1 0 1,-1 0-1,0 1 1,0 1-1,0 0 1,-1 1-1,0 0 1,7 6-7,226 224 149,-207-204-149,1-2 0,2-2 0,1-1 0,1-3 0,1-1 0,1-2 0,1-2 0,1-2 0,1-2 0,0-2 0,1-2 0,0-2 0,14-1 0,-3-3 0,1-3 0,0-3 0,0-2 0,0-3 0,0-2 0,-1-3 0,0-2 0,49-19 0,53-31 0,-2-7 0,-4-7 0,44-34 0,-67 38 0,-129 70 0,0-1 0,1 0 0,-1 0 0,0 1 0,1-1 0,0 1 0,-1 0 0,1 0 0,0 1 0,0-1 0,0 1 0,0-1 0,0 1 0,1 0 0,-1 1 0,0-1 0,0 1 0,1 0 0,-1 0 0,0 0 0,0 1 0,1-1 0,-1 1 0,0 0 0,0 0 0,0 1 0,0-1 0,0 1 0,0 0 0,0 0 0,2 2 0,-2 2 0,0 1 0,0-1 0,0 0 0,1-1 0,0 1 0,0-1 0,0 0 0,1 0 0,0-1 0,0 1 0,0-1 0,0 0 0,0-1 0,1 0 0,0 0 0,0 0 0,0-1 0,0 0 0,0 0 0,0-1 0,3 1 0,73 4 0,1-3 0,-1-4 0,12-4 0,-66 3 0,284-9-1455,-238 11-2555</inkml:trace>
  <inkml:trace contextRef="#ctx0" brushRef="#br0" timeOffset="-2619.616">5235 17184 28406,'0'0'1147,"-21"4"-275,-137 24 874,250-31-1150,457-88-596,-151 46 0,1 17 0,277 20 0,1048 43 0,444-66 0,1192-20 0,-2928 43-133,-331-6-2487,-51-7-7942</inkml:trace>
  <inkml:trace contextRef="#ctx0" brushRef="#br0" timeOffset="-2215.696">13705 16791 30262,'0'0'869,"0"0"-260,16-21-250,-4 7-300,4-7 27,0 0 0,2 2-1,0 0 1,1 1 0,1 1-1,17-10-85,-2 1 8,1 2 0,1 1 0,1 2 0,1 1 0,1 3 0,0 1 0,2 1-1,-1 3 1,2 2 0,-1 1 0,1 2 0,34 0-8,-67 8 0,1 0 0,-1 1 0,1 0 0,-1 1 0,0 0 0,0 1 0,0 0 0,0 0 0,-1 1 0,0 0 0,0 1 0,0 0 0,-1 1 0,1 0 0,-2 0 0,1 0 0,-1 1 0,0 0 0,0 1 0,-1-1 0,-1 1 0,3 6 0,3 2 0,1 0 0,0 0 0,1-1 0,1 0 0,0-1 0,2-1 0,-1 0 0,2-1 0,-1-1 0,2-1 0,0 0 0,0-1 0,0-1 0,2-1 0,-1-1 0,1 0 0,9 1 0,23-2 0,1-2 0,0-2 0,0-3 0,-1-2 0,1-2 0,-1-3 0,36-10 0,355-117 0,-339 99 0,344-97 0,-395 138-1308,-44 3-2097</inkml:trace>
  <inkml:trace contextRef="#ctx0" brushRef="#br0" timeOffset="5153.261">17552 651 24509,'0'0'4556,"0"-24"-3088,-15-185 247,14 205-1702,0 1 0,0 0-1,-1 0 1,1-1-1,-1 1 1,0 0 0,0 0-1,0 1 1,-1-1 0,1 0-1,-1 1 1,1-1 0,-1 1-1,0 0 1,0 0 0,0 0-1,0 0 1,0 0 0,-1 1-1,1 0 1,0-1 0,-1 1-1,1 0 1,-1 1 0,1-1-1,-1 1 1,1-1 0,-1 1-1,1 0 1,-1 0-1,0 1 1,1-1 0,-1 1-1,1 0 1,-1 0 0,1 0-1,0 0 1,-1 0 0,1 1-1,0 0 1,-2 1-13,-26 12 0,1 1 0,1 2 0,1 1 0,0 1 0,-19 19 0,20-18 0,-119 95 0,6 7 0,4 6 0,-75 96 0,210-224 0,-14 15 0,0 0 0,1 1 0,1 0 0,1 1 0,0 1 0,1 0 0,1 1 0,1-1 0,1 2 0,1-1 0,0 1 0,-2 16 0,9-28 0,0-1 0,1 1 0,0-1 0,0 1 0,1-1 0,0 1 0,1-1 0,-1 0 0,2 0 0,-1 0 0,1 0 0,0-1 0,1 1 0,0-1 0,0 0 0,0 0 0,1-1 0,0 0 0,0 0 0,2 1 0,145 95 0,182 34 0,-330-133 0,1 1 0,-1-1 0,0 1 0,0 1 0,0-1 0,-1 0 0,1 1 0,-1 0 0,0 0 0,0 1 0,-1-1 0,0 1 0,0-1 0,0 1 0,0 0 0,-1 0 0,0 0 0,0 1 0,-1-1 0,0 0 0,0 1 0,0-1 0,-1 1 0,0-1 0,0 1 0,-1-1 0,0 1 0,0-1 0,0 0 0,-1 1 0,0-1 0,0 0 0,-1 0 0,1 0 0,-16 21 0,0 0 0,-2-1 0,-1 0 0,0-2 0,-2-1 0,-1-1 0,-1 0 0,-1-2 0,0-1 0,-14 6 0,-139 93 0,159-100 0,38-8 0,-2-10 0,0 1 0,0 1 0,0 0 0,0 1 0,0 1 0,0 1 0,-1 0 0,0 0 0,0 2 0,0 0 0,-1 1 0,0 0 0,-1 1 0,0 0 0,0 1 0,-1 1 0,8 8 0,-4 6 0,0 0 0,-1 2 0,-2 0 0,0 0 0,-2 1 0,-1 1 0,-2-1 0,0 2 0,-2-1 0,-2 1 0,0 0 0,12 100 0,-5 1 0,-6 0 0,-6 0 0,-6 0 0,-7 20 0,-34 182 0,-44 137 0,80-387 0,40-91-584,-4-26-1505</inkml:trace>
  <inkml:trace contextRef="#ctx0" brushRef="#br0" timeOffset="6002.888">18992 90 29014,'0'0'928,"0"0"-23,0 0-369,0 0-32,0 0-184,0 0-200,-5-6-16,34 26 0,6 2-48,2 0-24,-2 1-32,-2 1 0,-4 2-144,-7 15-376,-7-4-240,-13-7-1089</inkml:trace>
  <inkml:trace contextRef="#ctx0" brushRef="#br0" timeOffset="6366.975">18702 435 26110,'0'0'3928,"0"0"-3471,0 0-49,0 0 120,0 0-88,141 29-72,-100-29-176,-3 2-120,-3 0-72,-5 4-104,-5 16-456,-8-1-816,-15 1-2761</inkml:trace>
  <inkml:trace contextRef="#ctx0" brushRef="#br0" timeOffset="6367.975">18494 1058 29150,'0'-5'904,"0"5"-479,0 0-9,0-5 128,147 33-96,-64-51-136,5-3-168,0-4-112,-7 8-32,-7 3-80,14-5-320,-20 6-672,-20-2-1409</inkml:trace>
  <inkml:trace contextRef="#ctx0" brushRef="#br0" timeOffset="6747.009">19042 874 29070,'-26'105'936,"6"17"-263,9 16-265,11-29-24,0-32-32,2-22-144,12-15-104,8-7-64,6-11-24,9-14 48,9-10 88,7-42-48,10-17-104,5-16-72,31-53-432,-18 20-768,-13 3-1921</inkml:trace>
  <inkml:trace contextRef="#ctx0" brushRef="#br0" timeOffset="7073.887">20213 1 30519,'0'0'896,"0"0"-632,-7 106-16,-6-45 88,-2 10-152,4 4-88,0 2-88,4 0-8,5-6-208,2-18-200,0-25-128,13-26-553,13-16 521,5-39 8,2-16-96,17-30-104,-8 16-416,-7 14-1977</inkml:trace>
  <inkml:trace contextRef="#ctx0" brushRef="#br0" timeOffset="7074.887">20603 81 22373,'0'0'3304,"0"0"-1535,0 0-849,0 0-432,0 0-176,0 0-144,83 115-168,-83-87-56,-6-3-1296</inkml:trace>
  <inkml:trace contextRef="#ctx0" brushRef="#br0" timeOffset="7494.75">19840 371 29222,'0'0'1140,"0"0"-611,0 0-219,0 0 26,0 0-12,0 0-147,2 23-113,9 137-167,-9 7-1053,-18-127 865,22-47 309,0 0 0,0 0 0,1 1 1,0 0-1,1 0 0,-1 1 0,1 0 0,0 0 1,0 0-1,0 1 0,1 0 0,0 1 0,3-1-18,-7 2 13,61-22 240,2 3 0,1 2-1,51-5-252,-42 8 24,2 6-54,-82 25-98,-125 81 94,3-21 32,73-47-3,1 2 0,1 2 0,1 3 1,3 1-1,0 3 0,-25 29 5,37 4-869,36-55-670,16-12-1191</inkml:trace>
  <inkml:trace contextRef="#ctx0" brushRef="#br0" timeOffset="7864.367">20344 800 28430,'0'0'1072,"0"0"-143,0 0-257,0 0-208,-15 104-288,13-72-104,2-1-72,0-5-200,4-6-288,11-11-297,10-9-263,-4-11-920,-3-11-3561</inkml:trace>
  <inkml:trace contextRef="#ctx0" brushRef="#br0" timeOffset="7865.367">20542 831 23525,'0'0'3185,"0"0"-1625,0 0-344,0 0-255,0 0-321,-9 120-184,-7-78-144,-1 1-128,-5 3-136,0 1-48,2-2-120,-4 9-272,4-13-432,5-11-1761</inkml:trace>
  <inkml:trace contextRef="#ctx0" brushRef="#br0" timeOffset="8233.654">21122 111 30078,'0'0'722,"0"0"-401,0 0-145,0 0 132,0 0 77,0 0-93,12-10-170,-9 7-108,30-25 24,-33 29-36,-1-1-1,1 1 1,0-1-1,0 1 0,0-1 1,-1 1-1,1-1 1,0 1-1,0-1 1,0 1-1,0-1 1,0 1-1,0-1 1,0 1-1,0-1 1,0 1-1,0-1 1,0 1-1,0-1 0,1 0 1,-1 1-1,0-1 1,0 1-1,0-1 1,1 1-1,-1-1 1,0 1-1,1-1 1,-1 0-1,0 1 1,1-1-1,-1 0 1,0 1-1,1-1 1,-1 0-1,1 1 0,-1-1 1,0 0-1,1 0 1,-1 0-1,1 1 1,-1-1-1,1 0 1,-1 0-1,1 0 1,-1 0-1,1 0 1,-1 0-1,1 0 1,-1 0-1,1 0 0,-1 0 1,1 0-1,-1 0 1,1 0-1,-1 0 1,1-1-1,-1 1 1,0 0-1,1 0 1,-1-1-1,1 1 1,-1 0-1,1 0 1,-1-1-1,0 1 1,1 0-1,-1-1 0,0 1 1,1-1-2,-7 21 5,-1 1 0,0-2 0,-1 1 1,-2-1-1,0 0 0,0-1 0,-2-1 0,0 1 0,-1-2 0,-12 12-5,24-27-2,-177 185-1086,34-100-2611,97-74-1373</inkml:trace>
  <inkml:trace contextRef="#ctx0" brushRef="#br0" timeOffset="8234.654">21002 192 28054,'0'0'2000,"-31"215"-1383,-4-77-377,4 0 96,5-12-128,9-3-208,10-25-16,7-23-608,0-31-1201,0-32-2168</inkml:trace>
  <inkml:trace contextRef="#ctx0" brushRef="#br0" timeOffset="8670.442">21208 581 26974,'0'0'1484,"18"-6"-601,128-22 145,-138 27-984,0-1 0,-1 1 0,1 1 0,0-1 0,0 1 0,0 0 0,0 1 0,-1 0 0,1 1 0,0-1 0,-1 1 0,1 1 0,-1-1 0,1 1 0,-1 1 0,0-1 0,0 1-1,-1 0 1,1 1 0,-1 0 0,0 0 0,0 0 0,-1 1 0,1-1 0,-1 1 0,-1 1 0,1-1 0,1 4-44,-5 5-5,0 0 0,-2 0 0,1 1 0,-2-1 0,0 0 0,-1 0 0,0 0 1,-1-1-1,-1 1 0,-1-1 0,0 0 0,0 0 0,-1-1 0,-1 1 0,-1-2 0,1 1 0,-2-1 0,0-1 0,0 1 0,-1-2 0,-5 4 5,9-6-16,5-5-1,-10 14-111,0 0-1,-1-1 0,0-1 1,-2 0-1,1-1 0,-2 0 0,0-1 1,0-1-1,-2-1 0,1 0 0,-1-1 1,-1-1-1,0-1 0,0 0 0,0-2 1,-9 2 128,-3-7-2470</inkml:trace>
  <inkml:trace contextRef="#ctx0" brushRef="#br0" timeOffset="8671.442">21328 551 30551,'0'0'776,"0"0"-224,-83 154-80,20-54-128,-12 31-272,-8 24-72,10-14 0,25-39-64,22-43-576,21-49-136,3-6-457,2-4-575</inkml:trace>
  <inkml:trace contextRef="#ctx0" brushRef="#br0" timeOffset="8961.815">21254 1042 29934,'0'0'1265,"0"0"-793,118 164-224,-52-89-32,41 20-216,-12-20-56,-12-14-1304</inkml:trace>
  <inkml:trace contextRef="#ctx0" brushRef="#br0" timeOffset="10970.572">23836 368 22293,'0'0'2603,"0"0"-712,0 0-768,0 0-307,0 0-72,0-11-165,0-22-188,0 56 246,0-22-627,1 20 69,-1 1-1,-1-1 1,-1 0 0,-1 0-1,0 0 1,-2 0 0,-1 0-1,-3 7-78,-34 62-10,-4-3 0,-5-1-1,-2-3 1,-5-2 0,-2-2-1,-41 36 11,37-38-41,50-54-32,33-22-63,97-7 228,0-6 1,0-4-1,107-31-92,-198 42 22,55-14 63,207-29 14,-242 39-3068,-38 1-416</inkml:trace>
  <inkml:trace contextRef="#ctx0" brushRef="#br0" timeOffset="11266.197">24217 719 28478,'0'0'1136,"0"0"-576,-83 116-87,46-43-89,0 6-32,1 6-152,8 2-112,4-3-88,6-3-88,12-10-200,6-12-456,9-19-681,6-24-1127</inkml:trace>
  <inkml:trace contextRef="#ctx0" brushRef="#br0" timeOffset="11267.197">24608 892 30230,'0'0'713,"0"0"-537,0 0-56,0 0-24,138 22-40,-44-12-56,-11-4-304,-2-6-1889</inkml:trace>
  <inkml:trace contextRef="#ctx0" brushRef="#br0" timeOffset="11663.029">25576 502 26614,'0'0'3472,"0"0"-2502,0 0-753,-5 21 57,-30 138 381,34-142-629,0 0 1,1 0 0,1 0 0,1-1 0,0 1 0,1 0 0,1-1 0,1 0-1,0 0 1,1 0 0,1 0 0,0-1 0,5 8-27,139 183 37,-148-202-36,0-1-1,0 1 0,-1 0 1,1 0-1,-1 0 1,0 0-1,0 0 0,0 0 1,-1 1-1,1-1 1,-1 1-1,0-1 0,0 1 1,-1-1-1,1 1 0,-1 0 1,0-1-1,-1 1 1,1-1-1,-1 1 0,1 0 1,-1-1-1,-1 1 1,1-1-1,-1 0 0,0 1 1,0-1-1,0 0 1,0 0-1,-1 0 0,-1 1 0,-13 5 4,0 0-1,-1-1 0,-1-1 1,0-1-1,0-1 1,0 0-1,0-1 0,-1-1 1,0-1-1,0-1 1,-10-1-4,13 1-16,5 1-48,1 0 0,-1-1 0,1 0 0,-1-1 1,0 0-1,1 0 0,-1-2 0,0 1 0,0-2 0,1 1 0,-1-2 0,1 1 0,-1-2 0,1 0 0,0 0 0,0 0 0,1-2 1,-1 1-1,1-1 0,0-1 0,1 0 0,0 0 0,0-1 0,-7-7 64,-2-29-1690</inkml:trace>
  <inkml:trace contextRef="#ctx0" brushRef="#br0" timeOffset="11919.797">25791 513 28718,'0'0'752,"0"0"-504,0 0-192,171 62-56,-101-41-544,-4-5-2000</inkml:trace>
  <inkml:trace contextRef="#ctx0" brushRef="#br0" timeOffset="12263.062">26710 523 28638,'0'0'912,"0"0"-536,0 0-176,0 0 361,0 0 103,0 0-216,-29 146-96,14-83-136,-3 8-80,-4 4-72,3 2-32,-1-2-32,2-8-24,7-13-200,11-19-256,13-35-304,18 0-401,6-31-1967</inkml:trace>
  <inkml:trace contextRef="#ctx0" brushRef="#br0" timeOffset="12601.556">27187 454 27454,'0'0'3049,"0"0"-2553,0 117-112,-13-54-32,-2 4 0,-5 4-128,-4 4-136,-2 2-88,-1 0-120,3-10-312,-4-16-288,8-17-1193,3-23-18763</inkml:trace>
  <inkml:trace contextRef="#ctx0" brushRef="#br0" timeOffset="12602.556">26569 871 29862,'0'0'753,"0"0"-545,0 0-88,0 0 16,180-22-136,-70 18-24,-16 0-1313,-9 0-4576</inkml:trace>
  <inkml:trace contextRef="#ctx0" brushRef="#br0" timeOffset="12877.337">27575 809 30398,'0'0'577,"0"0"-332,0 0-97,0 0 91,6 21 5,18 67-96,-23-79-152,1 1 0,-1 0 1,-1-1-1,1 1 0,-2 0 0,1 0 1,-2 0-1,1-1 0,-1 1 1,-1-1-1,1 1 0,-2-1 0,1 0 1,-1 0-1,-1 0 0,1 0 0,-2-1 1,1 0-1,-1 0 0,-5 6 4,-42 82-53,53-94 57,-1 0 1,0 1-1,1-1 0,0 1 1,-1-1-1,1 0 1,0 1-1,0-1 0,1 1 1,-1-1-1,0 0 0,1 1 1,-1-1-1,1 0 1,0 1-1,0-1 0,0 0 1,0 0-1,0 0 1,0 0-1,1 0 0,-1 0 1,1 0-1,-1 0 0,1 0 1,0-1-1,0 1 1,0-1-1,0 1 0,0-1 1,0 0-1,0 0 1,0 0-1,0 0 0,0 0 1,1 0-1,-1-1 0,0 1 1,1-1-1,-1 1 1,1-1-1,-1 0 0,0 0 1,1 0-1,-1 0 1,1-1-1,-1 1 0,0 0 1,1-1-1,-1 0 0,0 0 1,3 0-5,8 2-46,1 0 0,0-1 0,-1-1-1,1 0 1,0 0 0,-1-1 0,1-1 0,-1 0 0,0-1 0,0-1 0,0 0 0,-1-1 0,0 0 0,0 0-1,0-2 1,7-5 46,-2-8-2041,-14 1-3170</inkml:trace>
  <inkml:trace contextRef="#ctx0" brushRef="#br0" timeOffset="13883.184">22852 312 28438,'0'0'990,"0"0"-284,0 0-249,0 0-67,0 0-83,0 0-87,14 3-73,44 10-81,-56-12-64,0 1 0,-1-1 0,1 0 0,-1 0 0,1 1 0,-1-1 0,1 1 0,-1 0 0,0-1 0,0 1 0,1 0 0,-1-1 0,-1 1 0,1 0 0,0 0 0,0 0 0,-1 0 0,1 0 0,-1 0 0,1 0 0,-1 0 0,0 0 0,0 0 0,0 0 0,0 0 0,0 1 0,-1-1 0,1 0 0,-1 0 0,1 0-1,-1 1-1,-1 8 6,0 2-18,-1 0-1,-1 0 1,0-1 0,-1 0 0,0 1-1,-1-2 1,-1 1 0,0-1-1,0 0 1,-1 0 0,0-1-1,-8 8 13,-25 37-19,40-53 18,0 0 0,1 0 0,-1 1 0,1-1 0,-1 0 0,1 0-1,0 0 1,0 1 0,0-1 0,0 0 0,0 0 0,1 1 0,-1-1-1,1 0 1,-1 0 0,1 0 0,0 0 0,0 0 0,0 0 0,0 0-1,0 0 1,0 0 0,0 0 0,1 0 0,-1 0 0,1-1 0,-1 1-1,1-1 1,0 1 0,-1-1 0,1 0 0,0 0 0,0 0 0,0 0-1,0 0 1,0 0 0,0 0 0,1 0 0,-1-1 0,0 1 0,0-1-1,0 0 1,1 0 0,-1 0 0,0 0 0,0 0 0,1 0 0,-1 0-1,0-1 1,0 1 0,1-1 1,11 4 4,-9-2-4,128 48 25,-130-48-16,0 1 1,0 0-1,0 0 1,0 0-1,0 0 1,-1 1-1,1-1 1,-1 1-1,0-1 0,1 1 1,-1 0-1,-1 0 1,1 0-1,0 0 1,-1 0-1,1 1 1,-1-1-1,0 0 0,0 1 1,0-1-1,-1 1 1,1-1-1,-1 0 1,0 1-1,0 0 1,0-1-1,0 1 0,-1-1 1,1 0-1,-1 1 1,0-1-1,0 1 1,0-1-1,-1 0 1,1 0-1,-1 1 0,0-1 1,0 1-10,-156 166-262,138-141-507,4-7-1105</inkml:trace>
  <inkml:trace contextRef="#ctx0" brushRef="#br2" timeOffset="17439.386">23290 1693 23525,'0'0'1271,"0"0"668,0 0-501,0 0-489,0 0-262,-4 0-242,-5 1-107,25 2-91,41 2 46,529-5 180,-108-4-325,142 29-148,520 53-8,-656-67-2419,-408-11-1798</inkml:trace>
  <inkml:trace contextRef="#ctx0" brushRef="#br2" timeOffset="18343.337">4893 15038 25349,'0'0'1306,"-25"6"214,-191 41 159,201-44-1426,-14 2 144,37-3 627,53-2-860,255 0 514,173-29-678,770-151 291,-569 74-197,-664 102-93,1349-161 10,-1216 161-106,-123 11-656,-18 3-1204</inkml:trace>
  <inkml:trace contextRef="#ctx0" brushRef="#br2" timeOffset="19392.556">15123 12361 30086,'0'0'611,"0"0"-227,0 0-209,0 0 44,0 0 74,-11 21-86,-14 31-148,2 0-1,2 2 1,2 1 0,-1 18-59,13-44 19,1 1 1,1 0-1,2-1 1,1 2-1,2-1 1,3 29-20,-2-51 0,0 0 1,0 0-1,1 0 1,0 0-1,1 0 1,-1 0-1,2-1 1,-1 0-1,1 1 1,0-1-1,0 0 1,1-1-1,0 1 1,0-1-1,1 0 1,0 0-1,0-1 1,0 0-1,1 0 1,-1 0-1,1-1 1,0 0-1,1 0 1,-1-1-1,1 0 1,-1 0-1,7 1 0,6 0-125,0-1 1,0-2-1,1 0 0,-1 0 0,0-2 1,0-1-1,1 0 0,-1-2 0,-1 0 1,1-1-1,-1-1 0,0-1 0,0 0 0,0-2 1,-1 0-1,-1-1 0,0-1 0,1-1 125,58-44-2672</inkml:trace>
  <inkml:trace contextRef="#ctx0" brushRef="#br2" timeOffset="19780.544">15494 12448 28350,'0'0'1096,"0"0"-520,-128 186-79,63-37-41,5 17-216,17-8-160,25-22-80,18-35-104,0-9-360,20-30-721,-5-25-1631</inkml:trace>
  <inkml:trace contextRef="#ctx0" brushRef="#br2" timeOffset="19781.544">15509 13395 29926,'0'0'817,"0"0"-537,0 0-72,0 0 8,0 0-128,0 0-88,0 0-328,103 95-392,-64-117-1097,-4-8-15707</inkml:trace>
  <inkml:trace contextRef="#ctx0" brushRef="#br2" timeOffset="20130.097">16574 12125 30062,'0'0'771,"0"0"-339,-21 24-169,-17 19-117,3 1-1,1 1 1,2 2 0,-14 31-146,6-3 52,3 1 0,4 2 0,3 1 1,3 2-1,4 1 0,3 0 0,4 2 0,4 0 0,0 53-52,11-130 2,-1 0 1,1 0-1,1 0 0,-1 0 0,1 0 0,0 1 0,1-1 0,0 0 1,0 0-1,1 0 0,-1 0 0,1 0 0,1 0 0,0-1 0,0 1 0,0-1 1,0 1-1,1-1 0,0 0 0,1 0 0,-1-1 0,1 0 0,0 1 1,0-1-1,1-1 0,0 1 0,-1-1 0,1 0 0,1-1 0,5 4-2,0-3-8,0-1-1,0 0 0,1-1 1,-1-1-1,1 1 0,-1-2 1,1 0-1,-1 0 0,0-1 1,1-1-1,-1 0 0,0-1 1,0 0-1,0-1 0,0 0 1,0-1-1,-1 0 0,0-1 1,4-3 8,6-4-73,0-1 1,-1-1-1,-1-1 1,0-1 0,-1-1-1,-1 0 1,-1-1 0,-1-1-1,4-5 73,17-55-115,-36 79 121,-1-1-1,1 1 1,0-1-1,-1 1 0,1 0 1,0-1-1,-1 1 0,0 0 1,1 0-1,-1-1 0,0 1 1,0 0-1,1 0 0,-1 0 1,0 0-1,0 0 0,0 0 1,-1 0-1,1 0 1,0 0-1,0 0 0,0 1 1,-1-1-1,1 0 0,0 1 1,-1-1-1,1 1 0,0 0 1,-1-1-1,1 1 0,0 0 1,-1 0-1,1 0 0,-1 0 1,1 0-1,-1 0 1,1 0-1,0 0 0,-1 1 1,1-1-1,-1 0 0,1 1 1,0-1-1,-1 1 0,1 0 1,0-1-1,-1 2-5,1-2 1,-22 6 47,0 1 1,1 2 0,0 0-1,0 1 1,1 1 0,1 2 0,-17 11-49,-29 16 52,-171 79-156,194-97-987,33-18-803</inkml:trace>
  <inkml:trace contextRef="#ctx0" brushRef="#br2" timeOffset="23132.676">15728 15190 26118,'0'0'1172,"0"0"404,0 0-845,0 0-259,0 0-33,-1 5-127,-5 152 285,-3-116-586,-1-1 0,-2 0 0,-2 0 0,-2-2-1,-1 0 1,-19 29-11,6-6 9,-142 275 15,166-325-17,1 0 1,0 1-1,0-1 1,2 1-1,-1 0 1,2 0-1,-1 0 0,2 0 1,-1 0-1,2 7-7,0-16 3,0 0 0,0 0 0,0 0 0,1-1 0,-1 1 0,1 0 0,0 0 0,0-1 0,0 1 0,0-1 0,1 1 0,-1-1 0,1 1 0,-1-1 0,1 0-1,0 1 1,0-1 0,0 0 0,0 0 0,0-1 0,0 1 0,1 0 0,-1-1 0,0 1 0,1-1 0,-1 0 0,1 0 0,0 0 0,-1 0 0,1 0 0,0-1-1,1 1-2,102 5 109,-95-7-101,31-3-1,-1-2 1,0-1-1,0-3 0,0-1 1,-1-2-1,-1-2 0,0-1 1,-1-2-1,-1-2 0,8-7-7,-36 22-110,0 0 0,-1-1-1,1 0 1,-1 0 0,-1-1-1,1 0 1,-1 0-1,0-1 1,-1 0 0,0 0-1,0-1 1,-1 1 0,0-1-1,0-1 1,-1 1-1,0 0 1,1-9 110,0-28-2543</inkml:trace>
  <inkml:trace contextRef="#ctx0" brushRef="#br2" timeOffset="23489.038">15923 15646 28334,'-31'102'912,"-8"21"-104,-3 21-247,3-2-137,10-16-136,12 2-136,10-21-120,7-28-32,11-18-336,11-28-961,0-17-1487</inkml:trace>
  <inkml:trace contextRef="#ctx0" brushRef="#br2" timeOffset="23490.038">16166 16419 29662,'0'0'1201,"0"0"-1065,0 0-72,0 0-32,51 124-32,-5-118-152,-4-6-513,-3 0-1359</inkml:trace>
  <inkml:trace contextRef="#ctx0" brushRef="#br2" timeOffset="23870.453">16931 15642 28246,'0'0'2038,"0"0"-1398,0 0-408,19 20-77,59 69 14,-74-84-154,0 1 1,-1-1-1,0 1 0,0 0 1,0 0-1,-1 0 0,0 0 1,0 1-1,0-1 0,-1 1 1,0-1-1,0 1 0,-1-1 0,1 1 1,-2-1-1,1 5-15,-1 11 23,-1 12-24,-1 1 0,-2-1 0,-1 0 0,-2 0 0,-1-1 1,-1 0-1,-3-1 0,0 0 0,-2-1 0,-6 9 1,-12 36-28,35-75 35,0 1 0,0-1 0,1 1 0,-1-1 1,1 0-1,-1 0 0,1 0 0,-1 0 0,1-1 1,0 1-1,-1-1 0,1 1 0,0-1 0,-1 0 0,1 0 1,0 0-1,-1 0 0,1-1 0,0 1 0,-1-1 0,1 0 1,-1 1-1,1-1 0,0 0 0,-1 0 0,0-1 0,1 1 1,-1-1-1,0 1-7,267-135 311,-110 48-780,-140 81-2126,-19 7-293</inkml:trace>
  <inkml:trace contextRef="#ctx0" brushRef="#br2" timeOffset="26288.683">14604 17741 28374,'0'0'1439,"0"0"-735,18-19-296,63-60-78,-78 74-290,2 0 0,-1 1 1,0 0-1,1-1 0,0 1 1,0 1-1,0-1 1,0 1-1,1 0 0,-1 0 1,1 0-1,0 1 0,0 0 1,0 0-1,0 0 0,0 1 1,0 0-1,0 0 1,6 1-41,-7 30 24,-9-16-25,0 0 1,-1 0 0,0 0 0,-1-1-1,0 0 1,-2 0 0,1-1 0,-1 0 0,-1 0-1,-7 7 1,-8 15-37,13-19 19,3-6-10,1 1 1,0 0-1,0 0 0,1 1 1,1-1-1,-1 1 0,2 0 0,0 1 1,0-1-1,1 1 0,0 0 1,1 0-1,0 5 28,5-12-15,0 1 0,0-1 0,1 0 0,-1 1 0,1-2 0,0 1 0,1 0 0,-1-1 0,1 0 0,0 0 1,0 0-1,0 0 0,1-1 0,-1 0 0,1 0 0,0-1 0,0 0 0,0 1 0,0-2 0,0 1 0,0-1 0,0 0 0,5 0 15,9 5-39,26 7-13,-33-10 50,0-1-1,0 2 0,0-1 1,0 2-1,-1 0 0,0 0 1,0 1-1,0 1 0,-1 0 1,0 0-1,0 1 0,0 1 1,-1 0-1,-1 0 0,1 1 3,-7 3-33,1 0-1,-2 0 1,1 0-1,-2 1 1,0-1-1,-1 1 1,0-1-1,0 1 1,-2-1-1,0 0 1,0 1-1,-1-1 1,-1 0-1,0 0 1,-1-1-1,-1 1 0,1-1 1,-5 5 33,9-13-69,-23 53-1935,5-13-2732</inkml:trace>
  <inkml:trace contextRef="#ctx0" brushRef="#br2" timeOffset="26637.137">15432 18331 30479,'0'0'1224,"0"0"-1048,0 0-56,0 0 40,37 102-160,16-86-16,-5-8-672,7-8-1905</inkml:trace>
  <inkml:trace contextRef="#ctx0" brushRef="#br2" timeOffset="26895.304">16381 17869 25934,'0'0'1759,"0"0"-993,0 0-333,-8-17 65,-28-53 169,36 69-652,0 0-1,0 0 1,-1 1 0,1-1-1,0 0 1,-1 0 0,1 1-1,0-1 1,-1 0 0,1 1-1,-1-1 1,1 0-1,-1 1 1,0-1 0,1 1-1,-1-1 1,1 1 0,-1-1-1,0 1 1,0-1 0,1 1-1,-1-1 1,0 1 0,0 0-1,1 0 1,-1-1 0,0 1-1,0 0 1,0 0-1,1 0 1,-1 0 0,0 0-1,0 0 1,0 0 0,0 0-1,1 0 1,-1 0 0,0 1-1,0-1 1,0 0 0,1 1-1,-1-1 1,0 0 0,0 1-1,1-1 1,-1 1-1,0-1 1,1 1 0,-1-1-1,1 1 1,-1-1 0,1 1-1,-1 0 1,1-1 0,-1 1-1,1 0 1,-1-1 0,1 1-1,0 0 1,-1 0-1,1 0 1,0-1 0,0 2-15,-3 1 51,-13 25 82,0 0 0,2 1 0,1 1 0,2 0 0,-8 30-133,11-35 51,-5 14 3,1 1 0,2 0 1,2 1-1,1 0 0,2 0 1,2 1-1,2 23-54,1-61 1,-1 0 1,1 0-1,0 1 1,0-1-1,0 0 0,1 0 1,-1 1-1,1-1 1,0 0-1,0 0 1,1 0-1,-1 0 0,1 0 1,0 0-1,0 0 1,0 0-1,0-1 0,1 1 1,0-1-1,-1 0 1,1 0-1,0 0 1,1 0-1,-1 0 0,0-1 1,1 1-1,0-1 1,-1 0-1,1 0 1,0 0-1,0-1 0,0 1 1,0-1-1,0 0 1,1 0-1,-1-1 0,0 1 1,0-1-1,1 0 1,-1 0-1,0 0 1,1-1-1,-1 1 0,0-1 1,4-1-2,1-6 3,1-1 0,-2 0 0,1 0 1,-1-1-1,-1 0 0,0 0 0,0-1 0,-1 0 1,0 0-1,-1 0 0,0-1 0,-1 0 0,-1 0 1,0 0-1,1-4-3,16-121-1415,-20 133-467</inkml:trace>
  <inkml:trace contextRef="#ctx0" brushRef="#br0" timeOffset="32277.227">22769 1833 26926,'0'0'3036,"0"0"-2043,0 0-667,0 0 16,0 0 47,8-8-114,15-7-238,0 0 1,1 2-1,0 1 0,1 0 1,0 2-1,1 1 1,0 1-1,1 1 0,1 2-37,3-4 21,381-81 17,3 18 0,3 19 0,264 5-38,-153 8 9,-521 40-9,259-23 0,260 13 0,-293 50-16,-80-7-3011,-88-28-4268</inkml:trace>
  <inkml:trace contextRef="#ctx0" brushRef="#br0" timeOffset="64405.018">26749 961 12243,'0'0'10766,"0"0"-7435,-22 13-2145,-70 40 730,41-29-351,41-19-199,25-6-972,56-6-394,-1 4 0,1 3 0,0 2 0,-1 4 0,1 3 0,6 5 0,-18-4 0,150 44 0,-208-53 0,-6 4 0,-188-6 0,1-9 0,-143-27 0,250 28 0,0-4 0,0-4 0,2-3 0,0-4 0,2-4 0,-21-12 0,95 36 0,4 3 0,0 0 0,-1 0 0,1-1 0,0 1 0,0-1 0,0 0 0,0 0 0,0 0 0,1 0 0,-1-1 0,1 1 0,-1-1 0,1 1 0,0-1 0,0 0 0,0 0 0,0 0 0,0 0 0,1 0 0,-1-1 0,9-15 0,2 15 0,1-1 0,0 2 0,0-1 0,0 1 0,1 1 0,-1-1 0,1 2 0,-1 0 0,1 0 0,-1 1 0,10 0 0,14-1 0,781-3 0,-769 4 0,25-1 0,-1 4 0,0 2 0,0 4 0,5 4 0,-63 0 0,-53-3 0,-155 6 0,-1-8 0,-56-10 0,252 2 0,0 1 0,0-1 0,0 1 0,0-1 0,0 0 0,0 1 0,-1-1 0,1 0 0,0 0 0,0 0 0,0 0 0,0 0 0,-1 0 0,1 0 0,0 0 0,0 0 0,0-1 0,0 1 0,0 0 0,-1-1 0,1 1 0,0-1 0,0 1 0,0-1 0,0 0 0,0 1 0,0-1 0,1 0 0,-1 0 0,0 1 0,0-1 0,0 0 0,1 0 0,-1 0 0,0 0 0,1 0 0,-1 0 0,1 0 0,-1 0 0,1 0 0,0-1 0,-1 1 0,1 0 0,0 0 0,0 0 0,0 0 0,0-1 0,0 1 0,0 0 0,0 0 0,0 0 0,0 0 0,1 0 0,-1-1 0,0 1 0,1 0 0,-1 0 0,1 0 0,0 0 0,12-8 0,0 1 0,1 1 0,0 0 0,0 1 0,1 0 0,0 1 0,0 1 0,14-2 0,-7 0 0,66-18 0,0 4 0,2 4 0,0 4 0,85-1 0,-172 13 0,-1-1 0,1 1 0,-1-1 0,1 1 0,-1 0 0,1 0 0,-1 0 0,1 0 0,-1 1 0,0-1 0,1 1 0,-1-1 0,1 1 0,-1 0 0,0 0 0,1 0 0,-1 0 0,0 0 0,0 0 0,0 1 0,0-1 0,0 1 0,0 0 0,0-1 0,-1 1 0,1 0 0,-1 0 0,1 0 0,-1 0 0,0 0 0,1 0 0,-1 1 0,0-1 0,0 0 0,-1 1 0,1-1 0,-1 0 0,1 1 0,-1-1 0,1 1 0,-1-1 0,0 1 0,0-1 0,-1 1 0,1-1 0,0 1 0,-1-1 0,-5 7 0,0-1 0,0 0 0,-1 0 0,0 0 0,0-1 0,-1 0 0,0-1 0,0 0 0,-1 0 0,1 0 0,-1-1 0,0-1 0,-1 1 0,1-2 0,-9 3 0,16-5 0,-22 10 0,-2-2 0,1 0 0,-1-1 0,-1-2 0,1-1 0,-1-1 0,0-1 0,0-1 0,0-2 0,-1 0 0,24-1 0,1 0 0,-1 0 0,1 0 0,-1-1 0,1 1 0,0-1 0,-1 0 0,1 0 0,0 0 0,0 0 0,0 0 0,1-1 0,-1 1 0,0-1 0,1 0 0,0 0 0,0 0 0,0 0 0,0 0 0,0-1 0,0 1 0,1 0 0,0-1 0,0 1 0,0-1 0,0 1 0,0-1 0,0 0 0,1 1 0,0-1 0,0 0 0,0 0 0,0 1 0,1-1 0,-1 0 0,1 1 0,0-1 0,0 1 0,0-1 0,1 1 0,-1-1 0,1 1 0,0 0 0,0 0 0,0 0 0,0 0 0,0 0 0,1 0 0,0 0 0,1 0 0,10-12 0,0 0 0,2 1 0,-1 1 0,2 1 0,0 0 0,0 1 0,1 1 0,1 1 0,-1 0 0,1 1 0,1 2 0,-1-1 0,1 2 0,1 1 0,-1 1 0,0 0 0,1 1 0,-1 2 0,1 0 0,0 1 0,-1 1 0,9 2 0,-19-3 0,1 1 0,0 0 0,-1 0 0,0 1 0,0 0 0,0 1 0,0 0 0,0 1 0,-1 0 0,0 0 0,0 1 0,0 1 0,-1-1 0,1 1 0,-2 0 0,1 1 0,-1 0 0,0 0 0,-1 1 0,0 0 0,0 0 0,-1 0 0,1 3 0,-5-8 0,-1 1 0,1-1 0,-1 1 0,0-1 0,0 0 0,-1 1 0,1-1 0,-1 1 0,0-1 0,0 0 0,0 1 0,-1-1 0,0 0 0,0 0 0,0 0 0,0 0 0,0 0 0,-1-1 0,1 1 0,-1-1 0,0 0 0,0 1 0,-1-1 0,1 0 0,-1-1 0,1 1 0,-2 0 0,-34 23 0,-2-2 0,0-1 0,-1-3 0,-1-1 0,-41 11 0,70-24 0,-147 52 0,-2-7 0,-118 19 0,124-53 0,154-19 0,0 1 0,1-1 0,-1 1 0,1-1 0,-1 0 0,1 0 0,-1 0 0,1 0 0,0 0 0,0 0 0,0-1 0,0 1 0,1-1 0,-1 0 0,0 1 0,1-1 0,0 0 0,0 0 0,0 0 0,0 0 0,0 0 0,1 0 0,-1 0 0,1 0 0,0 0 0,0 0 0,0 0 0,0 0 0,0 0 0,1 0 0,-1 0 0,1 0 0,0 0 0,0 0 0,0 0 0,0 0 0,1 0 0,-1 1 0,2-3 0,6-12 0,1 1 0,1 0 0,0 0 0,1 1 0,0 0 0,2 1 0,-1 1 0,2 0 0,0 0 0,0 2 0,9-5 0,25-20 0,0 3 0,2 2 0,2 2 0,0 3 0,2 2 0,1 2 0,0 3 0,2 2 0,39-5 0,-91 20 0,0 0 0,0 0 0,0 0 0,0 1 0,0 0 0,0 0 0,0 1 0,1 0 0,-1 0 0,0 0 0,0 1 0,0 0 0,1 0 0,-1 0 0,0 1 0,0 0 0,-1 0 0,1 1 0,0-1 0,-1 1 0,1 1 0,-1-1 0,0 1 0,0-1 0,-1 2 0,1-1 0,-1 0 0,1 1 0,-2 0 0,1 0 0,0 0 0,-1 0 0,0 1 0,0-1 0,-1 1 0,1 0 0,0 3 0,-2 0 0,0-1 0,-1 1 0,0 0 0,0-1 0,-1 1 0,0 0 0,-1-1 0,0 1 0,0-1 0,0 0 0,-1 1 0,-1-1 0,1-1 0,-1 1 0,-1 0 0,1-1 0,-1 0 0,-1 0 0,1 0 0,-1-1 0,-6 6 0,-153 104 0,154-109 0,1-2 0,-1 1 0,-1-2 0,1 1 0,0-2 0,-1 1 0,0-1 0,0-1 0,-12 1 0,23-3 0,1 0 0,-1 0 0,0-1 0,1 1 0,-1 0 0,0 0 0,1 0 0,-1-1 0,0 1 0,1 0 0,-1-1 0,1 1 0,-1 0 0,0-1 0,1 1 0,-1-1 0,1 1 0,-1-1 0,1 1 0,0-1 0,-1 1 0,1-1 0,0 1 0,-1-1 0,1 0 0,0 1 0,-1-1 0,1 0 0,0 1 0,0-1 0,0 0 0,0 1 0,0-1 0,0 0 0,0 1 0,0-1 0,0 0 0,0 1 0,0-1 0,0 0 0,0 1 0,0-1 0,1 0 0,-1 1 0,0-1 0,1 0 0,-1 1 0,0-1 0,1 1 0,-1-1 0,1 1 0,-1-1 0,1 1 0,-1-1 0,1 1 0,-1-1 0,1 1 0,-1-1 0,1 1 0,-1 0 0,1 0 0,0-1 0,103-116-217,-37 54-870</inkml:trace>
  <inkml:trace contextRef="#ctx0" brushRef="#br0" timeOffset="64887.301">30267 555 29550,'0'0'799,"0"0"-297,3-25-197,25-149 335,2 37-240,-30 135-392,0 0 0,0 0 0,0 1-1,0-1 1,0 0 0,-1 0 0,1 0-1,-1 0 1,1 0 0,-1 0 0,0 1-1,1-1 1,-1 0 0,0 0 0,0 1-1,0-1 1,-1 1 0,1-1 0,0 1 0,0-1-1,-1 1 1,1 0 0,-1 0 0,1 0-1,-1 0 1,0 0 0,1 0 0,-1 0-1,0 0 1,0 0 0,0 1 0,1-1-1,-1 1 1,0 0 0,0-1 0,0 1 0,0 0-1,0 0 1,0 0 0,0 0 0,0 0-1,1 1 1,-1-1 0,0 1 0,0-1-1,0 1 1,0 0 0,1-1 0,-1 1-1,0 0 1,-1 1-8,-16 4 11,0 0-1,0 1 0,0 1 0,1 0 1,0 2-1,1 0 0,0 1 0,1 1 1,0 0-1,-7 8-10,-35 29 12,1 2 0,3 3 0,3 2 0,2 2 0,2 2 0,-8 20-12,30-42 0,3 1 0,1 1 0,2 1 0,1 0 0,3 2 0,1-1 0,2 2 0,3 0 0,1 0 0,2 1 0,1 17 0,4-56 0,0 1 0,1-1 0,-1 0 0,2 1 0,-1-1 0,1 0 0,0 0 0,0 1 0,0-1 0,1 0 0,0 0 0,0 0 0,1 0 0,0-1 0,0 1 0,0-1 0,1 0 0,-1 1 0,1-2 0,1 1 0,-1 0 0,1-1 0,-1 0 0,5 3 0,1-1 0,0 0 0,0-1 0,0 0 0,1-1 0,0 0 0,-1 0 0,2-1 1,-1-1-1,0 0 0,0 0 0,1-1 0,-1-1 0,1 0 0,-1 0 0,1-1 0,-1-1 0,0 0 0,0 0 0,1-1 0,-2-1 0,1 0 1,3-1-1,12-7-3,-1-1 1,0 0-1,0-2 1,-2-1 0,0-1-1,0-1 1,-2-1 0,8-9 2,-2-1-534,0-1 1,-2-1 0,-2-1 0,0-1 0,1-8 533,3-12-3766</inkml:trace>
  <inkml:trace contextRef="#ctx0" brushRef="#br0" timeOffset="65229.344">29831 957 28518,'0'0'1020,"0"0"-318,0 0-145,18 7-86,-15-6-455,12 5 25,0 0 1,1-2-1,-1 0 0,1 0 1,0-2-1,0 0 0,0-1 1,0 0-1,0-1 0,1-1-41,337-76 350,-353 77-338,1 1 1,0 0 0,-1-1-1,1 1 1,-1 0-1,1 0 1,-1 0 0,1 0-1,-1 0 1,1 0-1,-1 1 1,0-1 0,0 0-1,0 1 1,1-1-1,-1 1 1,-1-1 0,1 1-1,0-1 1,0 1-1,-1 0 1,1-1 0,0 1-1,-1 0 1,0 0-1,1-1 1,-1 1 0,0 0-1,0 0 1,0-1-1,0 1 1,0 0-1,-1 0 1,1 0 0,-1-1-1,1 1 1,-1 0-1,1-1 1,-1 1 0,0 0-1,0-1 1,0 1-1,0-1 1,0 1 0,0-1-1,0 0 1,0 1-1,-1-1 1,1 0 0,0 0-1,-1 0 1,1 0-1,-1 0 1,0 0-13,0 3 12,-48 83 14,34-63-31,1 0 0,1 1 0,1 0 0,1 1 1,2 1-1,0 0 0,2 0 0,0 8 5,7 92-1513,16-88-982</inkml:trace>
  <inkml:trace contextRef="#ctx0" brushRef="#br0" timeOffset="65646.143">31131 271 27566,'0'0'1320,"0"0"-784,0 0 192,-42 177 57,3-39-233,-5 18-136,0-2-96,4-12-56,8-19-64,5-19-120,10-23-80,4-28 0,6-15 0,7-9-144,0-13-240,24-28-248,13-27-432,7-18-2721</inkml:trace>
  <inkml:trace contextRef="#ctx0" brushRef="#br0" timeOffset="65647.143">31516 561 29198,'0'0'1465,"-6"116"-953,-7-41-88,-3 10-56,1-2-176,0 0-184,-3-6-8,-6-4-448,4-22-392,1-20-2001</inkml:trace>
  <inkml:trace contextRef="#ctx0" brushRef="#br0" timeOffset="65928.825">30947 857 21221,'0'0'8937,"0"0"-8400,0 0-201,0 0 0,149 10-112,-79-6-152,44 1-72,-18 1-552,-10-6-1881</inkml:trace>
  <inkml:trace contextRef="#ctx0" brushRef="#br0" timeOffset="66140.607">31990 876 29654,'0'0'1075,"0"0"-640,0 0-78,21 8 14,65 28-100,-83-35-264,0 1 1,0 1-1,0-1 1,0 0-1,-1 1 1,1-1-1,-1 1 1,1 0-1,-1 0 1,0 0-1,0 0 0,0 0 1,-1 1-1,1-1 1,-1 0-1,1 1 1,-1-1-1,0 1 1,-1-1-1,1 1 1,-1 0-1,1-1 1,-1 1-1,0 0 1,-1-1-1,1 1 1,0 0-1,-1-1 0,0 1 1,0-1-1,0 1 1,0-1-1,-1 1 1,1-1-1,-1 0 1,0 0-1,0 0 1,0 0-1,-1 0 1,1 0-8,-200 241-44,199-241 43,1 0 1,0 0 0,0 0-1,0 0 1,0 0 0,1 0-1,-1 0 1,1 0 0,0 1-1,-1-1 1,2 1 0,-1-1-1,0 1 1,1-1 0,-1 1-1,1-1 1,0 1 0,1 0-1,-1-1 1,0 1 0,1-1-1,0 1 1,0-1 0,0 0-1,0 1 1,0-1 0,1 0-1,0 1 1,-1-1 0,1 0-1,0 0 1,1 0 0,11 1 9,0 0 0,0-1 0,0-1 0,0 0 0,1-1 0,-1 0-1,1-1 1,-1-1 0,0 0 0,11-3-9,-19 4-111,1-1-1,-1 0 0,1 0 1,-1 0-1,0-1 0,0 0 0,0 0 1,0 0-1,0-1 0,0 0 1,0 0-1,-1-1 0,0 0 1,0 0-1,0 0 0,0 0 1,0-1-1,-1 1 0,0-1 0,2-3 112,-5-4-4000</inkml:trace>
  <inkml:trace contextRef="#ctx0" brushRef="#br0" timeOffset="66478.502">31911 1036 30342,'0'0'817,"0"0"-449,0 0 184,142 42-112,-87-11-192,0 13-248,6 31-96,-15-10-952,-10-4-4001</inkml:trace>
  <inkml:trace contextRef="#ctx0" brushRef="#br0" timeOffset="66808.524">32878 1754 30334,'0'0'0</inkml:trace>
  <inkml:trace contextRef="#ctx0" brushRef="#br0" timeOffset="78454.677">17793 2678 30038,'0'0'809,"0"0"-345,0 0-96,0 0 40,151-38-56,-74 14-120,6 1-136,5 3-96,-5 2 0,-6 4-16,-9 5-224,2-3-320,-20 4-560,-15-4-1633</inkml:trace>
  <inkml:trace contextRef="#ctx0" brushRef="#br0" timeOffset="78782.239">18507 2090 20380,'0'0'8858,"0"0"-8042,-30 197 97,19-37-233,4 21-96,3 3-168,4-15-296,0-25-120,0-15 0,0-29 0,0-29 0,0-29-296,0-21-368,-2-15-496,-16-37-105,3-17-631,-5-19-14220</inkml:trace>
  <inkml:trace contextRef="#ctx0" brushRef="#br0" timeOffset="78783.239">18122 2849 22645,'0'0'5425,"0"0"-4561,-81 126-128,56-61-368,10 3-368,15 3-8,0-20-952,18-25-3793</inkml:trace>
  <inkml:trace contextRef="#ctx0" brushRef="#br0" timeOffset="79144.871">18389 2920 23765,'0'0'6017,"0"0"-5344,0 0-353,0 0-88,0 0-168,0 0-64,160 53-400,-112-53-921,-6-4-3624</inkml:trace>
  <inkml:trace contextRef="#ctx0" brushRef="#br0" timeOffset="79145.871">18952 2202 29214,'0'0'1641,"0"0"-1361,0 0-88,0 0-32,0 0 72,0 0-56,0 0-136,121 99-40,-97-87-336,0-3-336,-4-7-617,-11-2-943,-7-4-9467,-2-7 3362</inkml:trace>
  <inkml:trace contextRef="#ctx0" brushRef="#br0" timeOffset="79759.756">18878 2393 10882,'0'0'13147,"0"0"-8718,0 0-3230,0 0-474,0 0-160,0 0-121,10 13-102,-4-5-291,-4-4-38,1 0 1,-1 0 0,1-1 0,0 1 0,0-1 0,1 0 0,-1 1 0,1-2 0,-1 1 0,1 0 0,0-1 0,0 1 0,0-1 0,0 0 0,1-1 0,-1 1 0,0-1 0,1 0 0,-1 0 0,1 0 0,0 0 0,4-1-14,230-60 64,-246 84-113,-133 129 75,-76 73 54,180-176-77,54-46-52,193-102-594,-109 58 384,-98 59 276,-15-1 44,0 0 0,-1 0 0,0-1 0,-1-1 0,-1 0 1,-1-1-1,-15 12-61,-7 10 74,-107 115 14,144-152-90,0-1 1,1 1-1,-1 0 1,0 0 0,1 0-1,-1 0 1,0 0-1,1-1 1,-1 1-1,1 0 1,-1 0 0,0 0-1,1 0 1,-1 0-1,1 0 1,-1 0-1,0 0 1,1 0-1,-1 0 1,0 0 0,1 1-1,-1-1 1,1 0-1,-1 0 1,0 0-1,1 0 1,-1 1 0,0-1-1,1 0 1,-1 0-1,0 1 1,0-1-1,1 0 1,-1 0 0,0 1-1,0-1 1,1 0-1,-1 1 1,0-1-1,0 0 1,0 1-1,0-1 1,1 0 0,-1 1-1,0-1 1,0 1-1,0-1 1,0 0-1,0 1 1,0-1 0,0 1 0,198-127-525,-184 118 461,6-5-180,0 0 0,1 2 0,0 1 0,1 0-1,0 2 1,0 1 0,4-1 245,-25 8 7,0 0 0,0 0 0,0 0 0,0 0-1,-1 0 1,1 0 0,0 0 0,0 0 0,0 0 0,0 0-1,0 1 1,0-1 0,-1 0 0,1 1 0,0-1 0,0 1-1,0-1 1,-1 1 0,1-1 0,0 1 0,-1-1-1,1 1 1,0 0 0,-1-1 0,1 1 0,-1 0 0,1-1-1,-1 1 1,1 0 0,-1 0 0,0 0 0,1 0 0,-1-1-1,0 1 1,0 0 0,1 0 0,-1 0 0,0 0 0,0 0-1,0 0 1,0-1 0,0 1 0,0 0 0,-1 0-1,1 0 1,0 0 0,0 0 0,-1 0 0,1-1 0,0 1-1,-1 0 1,1 0 0,-1 0 0,1-1 0,-1 1 0,1 0-1,-1-1 1,1 1 0,-1 0-7,-94 116 974,64-87-846,-330 337-184,356-374-2268,10-20-1662</inkml:trace>
  <inkml:trace contextRef="#ctx0" brushRef="#br0" timeOffset="80430.967">19316 3074 29558,'0'0'1513,"0"0"-897,0 0-120,0 0-168,79 128-216,-64-100-112,-6-4-640,-2-15-2081</inkml:trace>
  <inkml:trace contextRef="#ctx0" brushRef="#br0" timeOffset="80743.992">20728 2017 3225,'0'0'26565,"0"0"-25652,0 0-401,-116 112-32,24-3 16,-33 33-64,-13 15-288,4-3-144,22-16 0,35-37 0,23-24 0,21-22 0,15-15 0,12-7-56,19-31-720,20-2-640,13-24-1089</inkml:trace>
  <inkml:trace contextRef="#ctx0" brushRef="#br0" timeOffset="81010.61">20899 2279 30495,'0'0'656,"0"0"-130,-6 18-35,-62 123 91,-227 241-1322,293-380 463,28 4-12,-22 2 316,1-1 0,-2 1 0,1 0 1,-1 0-1,0 0 0,-1 1 0,0-1 0,0 0 0,-1 1 0,0 0 1,-1-1-1,1 1 0,-2 5-27,2 5 67,12 155 332,-12-172-408,0-1 0,0 0 0,0 1 0,0-1-1,0 0 1,0 0 0,0 0 0,1 0 0,-1 0 0,1 0 0,-1 0 0,1 0 0,-1 0 0,1-1 0,-1 1-1,1-1 1,-1 1 0,1-1 0,0 1 0,-1-1 0,1 0 0,0 0 0,-1 0 0,1 0 0,0 0 0,-1 0 0,1 0-1,0-1 1,-1 1 0,1-1 0,0 1 0,-1-1 0,1 0 0,-1 1 0,1-1 0,-1 0 0,1 0 0,-1 0-1,0 0 1,0 0 0,1 0 0,-1-1 0,0 1 9,91-121-1640,17-100-2458,-50 67-5499,-22 44-3411</inkml:trace>
  <inkml:trace contextRef="#ctx0" brushRef="#br0" timeOffset="81463.727">21212 2165 6737,'0'0'18006,"0"0"-13200,27-6-4206,87-15-252,-109 20-317,0 0 0,0 0-1,0 0 1,1 1 0,-1 0-1,0 0 1,0 0 0,0 0-1,1 1 1,-1 0 0,0 0-1,0 0 1,0 1 0,0 0-1,0 0 1,4 2-31,-7-2 9,0 1 0,0-1 0,-1 0 0,1 1 0,-1-1 0,1 1 0,-1-1 0,0 1 0,0 0 0,0 0 0,0-1 0,-1 1 0,1 0 0,-1 0 0,1 0 0,-1 0 0,0 0 0,0 0 0,0 0 0,-1 0 0,1-1 0,-1 1 0,0 3-9,-4 8-8,1 1 0,-2-1 0,0 0 0,-1-1 0,0 1 0,-1-1 0,0-1 0,-1 0 0,0 0 0,-1 0 0,-1-2 0,-1 2 8,-11 14-34,-285 315-170,242-238 322,72-83 32,9-18-113,-1-1-1,0-1 0,0 0 0,0-1 0,0-1 0,0 0 1,0-1-1,-1 0 0,11-5-36,-18 6 8,72-21-32,-1-3 1,-2-4-1,-1-3 0,-2-3 1,-1-3-1,26-22 24,-14-17-1353,-82 75 975,0 1 1,1-1 0,-1 0-1,-1 0 1,1 0 0,0 0-1,-1 0 1,1 0-1,-1 0 1,0-1 0,0 1-1,0 0 1,-1 0 0,1 0-1,-1 0 1,1 0 0,-1 0-1,0 0 1,0 0 0,0 1-1,-1-1 1,0-1 377,-29-34-15469,-11 4 10816</inkml:trace>
  <inkml:trace contextRef="#ctx0" brushRef="#br0" timeOffset="81826.247">21300 2066 20972,'0'0'7418,"-2"18"-5540,2-16-1862,-3 22 116,2 0 1,0 0-1,2 0 1,0 0-1,2-1 1,4 22-133,21 44 366,4-2 0,3-2 0,39 66-366,-41-90-69,-2 2-1,-3 1 1,-2 2 0,-4 0 0,-2 2-1,-4 0 1,7 56 69,-21-105-1792,0-39-829,-2-61-7331,0 66 6072,0-60-4638</inkml:trace>
  <inkml:trace contextRef="#ctx0" brushRef="#br0" timeOffset="81827.247">21769 2522 22829,'0'0'6833,"0"0"-6121,-129 81-215,72-28-225,0 6-112,4 4-80,5-4-80,4-17-328,13-17-945,7-25-1079</inkml:trace>
  <inkml:trace contextRef="#ctx0" brushRef="#br0" timeOffset="82159.19">21651 1697 30455,'0'0'720,"0"0"-432,0 0-80,87 118-136,-58-29-72,-1 34-32,-6-17-720,0-11-4137</inkml:trace>
  <inkml:trace contextRef="#ctx0" brushRef="#br0" timeOffset="89331.634">22771 2709 25461,'0'0'4305,"0"0"-3713,0 0-143,0 0-233,0 0 144,0 0 32,120 24-152,-47-18-128,5-2-80,4-2-32,-1 0 0,-2 0-96,10-2-256,-16 0-504,-23-6-2089</inkml:trace>
  <inkml:trace contextRef="#ctx0" brushRef="#br0" timeOffset="89945.474">23420 2541 29302,'0'0'1363,"0"0"-887,0 0-109,23 13 17,165 75 219,-134-71-496,-29-10-92,-1 0-1,1 1 1,-1 1-1,-1 2 0,0 0 1,0 2-1,-2 0 1,1 1-1,1 4-14,-21-16-1,-1 0-1,1 0 1,-1 0-1,0 1 1,1-1-1,-1 1 0,0-1 1,-1 0-1,1 1 1,0 0-1,-1-1 1,1 1-1,-1-1 1,0 1-1,0 0 1,0-1-1,0 1 0,0-1 1,-1 1-1,1 0 1,-1-1-1,1 1 1,-1-1-1,0 1 1,0-1-1,0 0 1,-1 1-1,1-1 0,-1 0 1,1 0-1,-1 0 1,1 0-1,-1 0 1,0 0-1,0 0 1,0-1-1,0 1 1,-1-1-1,1 1 0,0-1 1,0 0-1,-1 0 1,1 0-1,-1 0 1,1 0-1,-1-1 1,1 1-1,-1-1 1,0 1-1,0-1 2,-165 79-1524,-4-7-1,-60 12 1525,161-65-4281</inkml:trace>
  <inkml:trace contextRef="#ctx0" brushRef="#br0" timeOffset="90325.079">25524 2068 23965,'0'0'4264,"0"0"-2891,0 0-934,0 0 81,-7 22-58,-42 132 164,-52 100-192,100-253-437,0 0 0,0 0 1,1 0-1,-1 0 0,0 0 0,1 1 0,-1-1 1,0 0-1,1 0 0,0 0 0,-1 1 1,1-1-1,0 0 0,-1 0 0,1 1 1,0-1-1,0 0 0,0 1 0,0-1 1,0 0-1,0 0 0,1 1 0,-1-1 0,0 0 1,1 0-1,-1 1 0,1-1 0,-1 0 1,1 0-1,0 0 0,-1 0 0,1 0 1,0 0-1,0 0 0,0 0 0,0 0 0,-1 0 1,1 0-1,1 0 0,-1-1 0,0 1 1,0 0-1,0-1 0,0 1 0,0-1 1,1 1-1,-1-1 0,0 1 0,0-1 0,1 0 1,-1 0-1,0 0 0,2 0 3,147-14-284,-151 27 273,-158 103 125,102-81-104,-179 107-308,235-141 270,0 0 0,0-1 1,0 1-1,0 0 0,0 0 1,0-1-1,0 1 0,0-1 1,0 1-1,0-1 0,-1 1 1,1-1-1,0 0 0,0 1 1,0-1-1,-1 0 0,1 0 1,0 0-1,0 0 0,0 0 1,-1 0-1,1 0 0,0-1 1,0 1-1,0 0 0,-1-1 1,1 1-1,0-1 0,0 1 1,0-1-1,0 1 1,0-1-1,0 0 0,0 0 1,0 1-1,0-1 0,0 0 1,1 0-1,-1 0 0,0 0 1,0 0-1,1 0 28,1-59-4273,12 9-6348</inkml:trace>
  <inkml:trace contextRef="#ctx0" brushRef="#br0" timeOffset="90521.556">25296 2476 11602,'0'0'16428,"0"0"-15572,0 0-32,0 0-248,0 0-55,37 111-257,-19-82-264,12-5-24,18-10-641,18-12-1095,37-6-6602,-17-18-9161,-14 2 14922</inkml:trace>
  <inkml:trace contextRef="#ctx0" brushRef="#br0" timeOffset="90811.05">25903 2666 7626,'0'0'6969,"0"0"3945,-11 19-7557,0 2-3072,6-10-164,-1-1 0,0 0 0,0 0 0,-1 0 0,0-1 0,0 0 0,-1-1 0,0 1 0,-1-1 0,-7 5-121,-182 98 1148,256-109-1222,-56-3 74,1 0 0,-1 1 1,1-1-1,-1 1 0,1 0 0,-1-1 1,1 1-1,-1 0 0,1 0 1,0 1-1,-1-1 0,1 0 0,-1 1 1,1 0-1,-1 0 0,1-1 1,-1 1-1,0 1 0,1-1 0,-1 0 1,0 0-1,0 1 0,0 0 1,0-1-1,0 1 0,0 0 0,0 0 1,-1 0-1,1 0 0,-1 0 0,1 0 1,-1 0-1,0 1 0,0-1 1,0 0-1,0 1 0,0-1 0,-1 1 1,1-1-1,-1 1 0,1 0 1,-1-1-1,0 1 0,0-1 0,0 1 1,0-1-1,-1 2 0,-5 7 8,0-2 1,0 1-1,-1-1 1,-1 0-1,1 0 1,-1-1-1,-1 0 1,1-1-1,-2 0 0,1 0 1,-3 1-9,-6 6 6,14-11-10,-20 18-18,-1 0-1,-1-2 1,0-1-1,-1-1 1,-1-2-1,0 0 1,-2-2-1,1-1 1,-1-2-1,-1-1 1,-2 0 22,31-9-47,0 0 1,0 0-1,0 1 0,0-1 1,0-1-1,0 1 0,0 0 1,0 0-1,0-1 0,0 1 0,0-1 1,0 0-1,1 1 0,-1-1 1,0 0-1,0 0 0,0 0 1,1 0-1,-1-1 0,1 1 1,-1 0-1,1-1 0,-1 1 1,1-1-1,0 0 0,0 1 1,0-1-1,0 0 0,0 1 0,0-1 1,0 0-1,0 0 0,1 0 1,-1 0-1,1 0 0,-1 0 1,1 0-1,0 0 0,0 0 47,-2-58-4029,2 38 1105,2-35-9516,6-3 7813,8 2 6031,10 7 4249,20 19 5531,6 43-6393,33 63-3093,33 47-2483,-80-97-2489</inkml:trace>
  <inkml:trace contextRef="#ctx0" brushRef="#br0" timeOffset="91264.321">26501 1997 1856,'0'0'22447,"0"0"-18714,0 0-2295,-5 19-712,-45 124 371,-99 86-315,149-228-786,0 0 0,1 1 1,-1-1-1,1 0 0,-1 0 0,1 0 0,0 1 1,0-1-1,-1 0 0,1 0 0,0 0 1,0 0-1,0 0 0,0-1 0,0 1 0,0 0 1,0 0-1,0-1 0,0 1 0,1 0 1,-1-1-1,0 1 0,0-1 0,1 1 1,-1-1-1,0 0 0,0 0 0,1 0 0,-1 0 1,0 1-1,1-2 0,-1 1 0,0 0 1,1 0-1,-1 0 0,0-1 0,1 1 0,-1 0 1,0-1-1,0 1 0,0-1 0,1 0 1,-1 1-1,0-1 0,0 0 0,0 0 1,0 0-1,1 0 4,5-1-18,21-3-48,-5 0 34,0 1 0,0 1 1,1 1-1,-1 1 0,1 1 1,-1 1-1,11 2 32,-32-3 0,0 1 0,0-1 1,0 0-1,-1 1 0,1 0 0,0 0 0,0-1 1,0 1-1,0 0 0,-1 0 0,1 1 0,0-1 1,-1 0-1,1 0 0,-1 1 0,0-1 0,1 1 1,-1 0-1,0-1 0,0 1 0,0 0 0,0-1 1,0 1-1,0 0 0,-1 0 0,1 0 0,0 0 1,-1 0-1,0 0 0,1 0 0,-1 0 0,0 0 0,0 0 1,0 0-1,0 0 0,-1 0 0,1 0 0,0 0 1,-1 0-1,0 0 0,1 0 0,-1 0 0,0-1 1,0 2-1,-50 76 91,23-52-117,-2 0 1,-1-2-1,0-2 0,-2-1 0,-1-1 0,0-2 1,-2-1-1,0-2 0,-5 0 26,35-14-91,5-1 30,0 0-1,-1 0 1,1 0-1,0 0 1,-1 0-1,1-1 1,-1 1-1,1 0 1,-1-1-1,0 0 0,1 1 1,-1-1-1,1 0 1,-1 0-1,0 1 1,1-1-1,-1 0 1,0-1-1,1 1 1,-1 0-1,0 0 0,1-1 1,-1 1-1,1-1 1,-1 0-1,1 1 1,-1-1-1,1 0 1,-1 0-1,1 0 1,0 0-1,-1 0 0,1 0 1,0 0-1,0 0 1,0 0-1,0-1 1,0 1-1,0-1 1,0 1-1,0 0 1,1-1-1,-1 1 0,0-1 1,1 0-1,0 1 1,-1-2 61,2-43-4327,15-33-13268,7 15 11568</inkml:trace>
  <inkml:trace contextRef="#ctx0" brushRef="#br0" timeOffset="91655.259">26488 2443 11939,'0'0'13102,"0"0"-9954,0 0-2587,22 15-141,110 86 247,22-16-734,-152-84 69,1 0 0,-1 1 0,0-1 0,1 1 0,-1-1 0,0 1-1,0 0 1,0 0 0,0 0 0,-1 0 0,1 0 0,0 0 0,-1 1 0,0-1-1,1 0 1,-1 1 0,0-1 0,0 1 0,0-1 0,-1 1 0,1 0-1,0-1 1,-1 1 0,0 0 0,0-1 0,0 1 0,0 0 0,0 0 0,0-1-1,-1 1 1,1 0 0,-1-1 0,0 1 0,0-1 0,0 1 0,0-1-1,0 1 1,-1-1 0,1 0 0,-1 1 0,0-1-2,-80 84 394,-116 66 802,197-152-1193,1 0-1,-1 0 0,1 0 1,-1 0-1,1 0 1,-1 0-1,1 0 0,-1 1 1,1-1-1,-1 0 0,1 0 1,-1 0-1,1 1 1,-1-1-1,1 0 0,-1 1 1,1-1-1,0 0 0,-1 1 1,1-1-1,-1 0 0,1 1 1,0-1-1,0 1 1,-1-1-1,1 1 0,0-1 1,0 1-1,-1-1 0,1 1 1,0-1-1,0 1 1,0-1-1,0 1 0,0-1 1,0 1-1,0-1 0,0 1 1,0-1-1,0 1 0,0-1 1,0 1-1,0 0 1,0-1-1,0 1 0,1-1 1,-1 1-1,0-1 0,0 0 1,1 1-1,-1-1 0,0 1 1,1-1-1,-1 1 1,0-1-1,1 0 0,-1 1 1,1-1-1,-1 0 0,0 1 1,1-1-1,0 0-2,37 0 13,161-49-336,-168 38 272,0 1 0,0 2 1,1 1-1,0 1 0,0 2 0,1 1 1,16 1 50,-48 3 6,0 0 0,1 1 0,-1-1 0,0 0 0,1 1 0,-1-1 1,0 1-1,0-1 0,0 1 0,-1-1 0,1 1 0,0 0 1,0-1-1,-1 1 0,1 0 0,-1 0 0,0 0 0,1-1 0,-1 1 1,0 0-1,0 0 0,0 0 0,0 0 0,-1-1 0,1 1 0,0 0 1,-1 0-1,1 0 0,-1-1 0,0 1 0,1 0 0,-1-1 0,0 1 1,0-1-1,0 1 0,0-1 0,-1 1 0,1-1 0,0 0 0,0 1 1,-1-1-1,1 0 0,-1 0 0,1 0 0,-1 0 0,-1 0-6,-34 37 144,-1-1-1,-2-3 1,-2-1-1,-1-2 0,-3-1-143,6-2 65,-15 11-38,-2-2 0,-1-3 0,-2-2 0,-32 11-27,85-40-18,5-1-1,0-1 1,0 1 0,0 0 0,0-1-1,0 0 1,0 1 0,-1-1 0,1 0 0,0 0-1,-1 0 1,1 0 0,-1-1 0,1 1-1,-1-1 1,1 1 0,-1-1 0,1 0 0,-1 0-1,0 0 1,1 0 0,-1-1 0,1 1-1,-1-1 1,1 1 0,-1-1 0,1 0-1,0 0 1,-1 0 0,1 0 0,0-1 0,0 1-1,-1 0 1,1-1 0,0 0 0,1 1-1,-1-1 1,0 0 0,0 0 0,1 0 0,-1 0-1,1 0 1,0-1 0,-1 1 0,1 0 18,-1-73-1709,5 18-4645,8-21-16854</inkml:trace>
  <inkml:trace contextRef="#ctx0" brushRef="#br0" timeOffset="91970.374">26622 3111 29222,'0'0'944,"0"0"-319,37 121-345,-24-70-128,9-7-152,-4-15-328,-3-15-3233</inkml:trace>
  <inkml:trace contextRef="#ctx0" brushRef="#br0" timeOffset="234769.605">18194 4327 29262,'0'0'944,"0"0"-507,0 0-217,0 0 50,-4-23 49,-14-175 25,18 179-334,2 16-3,-1-1 1,0 1 0,0-1 0,-1 0-1,1 0 1,-1 1 0,1-1-1,-1 0 1,0 0 0,-1 1-1,1-1 1,-1 0 0,1 0 0,-1 1-1,0-1 1,-1 0 0,1 1-1,-1-1 1,1 1 0,-1 0-1,0 0 1,0-1 0,-1 1 0,1 0-1,0 1 1,-1-1 0,0 0-1,0 1 1,0-1 0,0 1-1,0 0 1,0 0 0,0 0 0,-1 1-1,1-1 1,-1 1 0,1 0-1,-1 0 1,0 0 0,0 0-1,0 0-6,-5 2 8,1 0 0,0 1 0,0 0 0,1 0 0,-1 0 0,0 1 0,1 0 0,-1 1 0,1 0 1,0 0-1,0 0 0,1 1 0,-1 0 0,1 1 0,0-1 0,0 1 0,0 1-9,-39 37 40,2 2 0,1 1 0,3 3 0,2 1 0,2 2 0,-14 32-40,37-69 6,2 1-1,0 0 0,1 1 1,1 0-1,1 0 0,0 0 1,1 1-1,1 0 0,1 0 1,1 1-1,0-1 0,2 1 1,0 0-1,1-1 0,1 1 1,1 0-1,1-1 0,0 0 1,2 1-1,2 4-5,-2-12-30,0 1-1,1-1 1,1 0 0,0 0-1,1-1 1,0 0-1,1-1 1,0 1 0,0-2-1,1 1 1,1-1 0,-1-1-1,1 0 1,1 0-1,0-1 1,0-1 0,0 0-1,1 0 1,-1-2 0,1 1-1,1-2 1,-1 1 0,0-2-1,1 0 1,-1 0-1,9-2 31,7-2-358,0-2-1,-1-1 1,1-1-1,-1-2 1,-1 0-1,1-2 1,2-3 358,72-36-3639</inkml:trace>
  <inkml:trace contextRef="#ctx0" brushRef="#br0" timeOffset="235159.252">18917 4555 23765,'0'0'5500,"0"0"-4006,0 0-1076,0 0-47,0 0 44,-20-12-120,-65-40-161,15 40-88,60 14-45,-2 3-1,-1 0-1,0 1 1,1 1-1,0 0 1,1 1-1,0 0 1,0 1 0,1 0-1,0 1 1,0 0-1,1 0 1,0 1-1,1 0 1,0 1 0,1-1-1,0 2 1,1-1-1,1 1 1,-1 3 0,-1-1 4,2 1 0,0 0 0,0 0-1,2 0 1,0 0 0,0 1 0,2 0 0,0-1 0,1 1 0,2 10-4,-1-24 0,0 0 1,1-1 0,-1 1-1,1 0 1,0-1 0,0 0-1,0 1 1,0-1 0,0 0-1,1 0 1,-1 0 0,1 0-1,-1-1 1,1 1 0,-1 0-1,1-1 1,0 0 0,0 0-1,0 0 1,0 0 0,0 0-1,0-1 1,0 1 0,0-1-1,0 0 1,0 0 0,0 0-1,0 0 1,0 0 0,0-1-1,0 0 1,0 1 0,0-1-1,0 0 1,0 0 0,0-1-1,-1 1 1,1 0 0,0-1-1,-1 0 1,1 0 0,-1 1-1,0-2 1,1 1 0,-1 0-1,1-2 0,184-202-426,-187 207 426,-1-1 0,1 1 1,0 0-1,-1-1 0,1 1 1,0 0-1,0-1 1,-1 1-1,1 0 0,0 0 1,0-1-1,0 1 1,0 0-1,0 0 0,0-1 1,0 1-1,0 0 1,1-1-1,-1 1 0,0 0 1,0 0-1,1-1 1,-1 1-1,0-1 0,1 1 1,-1 0-1,0-1 0,1 1 1,-1-1-1,1 1 1,-1 0-1,1-1 0,-1 0 1,1 1-1,0-1 1,-1 1-1,1-1 0,-1 0 1,1 1-1,0-1 1,-1 0-1,1 0 0,0 1 1,0-1-1,-1 0 0,1 0 1,0 0-1,-1 0 1,1 0-1,0 0 0,0 0 1,-1 0-1,1 0 1,0 0-1,-1-1 0,1 1 1,0 0-1,0 0 1,-1-1-1,1 1 0,0 0 0,-1 9 51,-1 9 30,0-14-68,0-1 1,0 1-1,1-1 1,-1 1-1,1 0 1,0-1-1,0 1 1,0 0-1,0-1 0,1 1 1,-1 0-1,1-1 1,0 1-1,0-1 1,0 1-1,1-1 0,-1 0 1,1 1-1,0-1 1,0 0-1,0 0 1,0 0-1,0 0 0,1-1 1,-1 1-1,1 0 1,0-1-1,0 0 1,0 0-1,0 0 0,0 0 1,0 0-1,3 1-13,24-4-96,-1-1 1,0-1-1,0-2 0,0-1 0,-1-1 0,0-1 0,0-2 1,-1-1-1,0-1 0,-1-1 0,0-1 0,-2-1 0,14-11 96,0 4-361,59-35-1488,-13 6-1313</inkml:trace>
  <inkml:trace contextRef="#ctx0" brushRef="#br0" timeOffset="235549.577">19617 4404 22237,'0'0'5043,"0"0"-2365,0 0-1825,-22 18-341,-70 62 1,85-73-466,1-1 1,0 1-1,0 1 0,0-1 0,1 1 1,0 0-1,0 0 0,1 1 0,0-1 1,1 1-1,0 0 0,0 0 0,1 0 0,0 0 1,1 0-1,-1 1 0,2-1 0,-1 1 1,2 2-48,-2-9-1,0 0 0,1-1 1,-1 1-1,1 0 0,0 0 1,-1 0-1,1 0 0,1 0 1,-1 0-1,0 0 0,1 0 1,0 0-1,-1-1 0,1 1 1,0 0-1,0 0 0,1-1 1,-1 1-1,1-1 0,-1 1 1,1-1-1,0 1 0,0-1 1,0 0-1,0 0 0,0 0 1,0 0-1,1 0 0,-1-1 1,0 1-1,1-1 0,0 1 1,-1-1-1,1 0 0,0 0 1,0 0-1,-1 0 0,1-1 1,0 1-1,0-1 0,0 0 1,1 0 0,10 0-70,-1 0 0,1-1 0,-1 0 0,0-2 0,1 1 0,-1-2 1,0 0-1,-1 0 0,1-1 0,-1 0 0,0-2 0,0 1 0,-1-1 1,0-1-1,0 0 0,0 0 0,-1-1 0,-1-1 0,9-9 70,64-72-4278,-33 28-7315</inkml:trace>
  <inkml:trace contextRef="#ctx0" brushRef="#br0" timeOffset="235961.016">20202 3826 23557,'-5'17'5520,"-138"325"-2519,99-241-2772,5 1 1,4 2 0,-20 105-230,54-203 0,-1 3 0,-1 0 0,1 0 0,1 0 0,0 0 0,0 0 0,1 0 0,0 1 0,0-1 0,1 0 0,1 0 0,-1 0 0,1 0 0,1 0 0,0 0 0,0 1 0,-1-9 0,1 0 0,-1 1 0,0-1 0,0 0 0,1 0 0,-1-1 0,0 1 0,1 0 0,-1-1 0,1 1 0,-1-1 0,1 0 0,-1 0 0,1 0 0,-1 0 0,1 0 0,-1-1 0,1 1 0,-1-1 0,1 0 0,-1 1 0,0-1 0,1 0 0,-1 0 0,0-1 0,0 1 0,0 0 0,0-1 0,0 1 0,0-1 0,0 0 0,0 0 0,-1 1 0,1-1 0,-1 0 0,1 0 0,-1-1 0,0 1 0,1-1 0,256-380-1616,-214 339 1430,-42 45 193,-1 0-1,1 0 1,-1 0-1,1 0 1,-1 1-1,0-1 1,0 0-1,1 1 0,-1 0 1,0-1-1,0 1 1,0-1-1,-1 1 1,1 0-1,0 0 1,-1-1-1,1 1 1,-1 0-1,1 0 1,-1 0-1,0 0 1,0 0-1,0 0 0,0-1 1,0 1-1,0 0 1,-1 0-1,1 0 1,0 0-1,-1 0 1,0 0-7,1 3 26,1 42 106,13 116 445,-13-156-554,1 0-1,0 0 1,1-1-1,0 0 1,0 1 0,0-1-1,1 0 1,0 0-1,0-1 1,1 1-1,-1-1 1,1 0-1,0 0 1,0 0 0,1-1-1,0 0 1,-1 0-1,1-1 1,1 1-1,-1-1 1,6 2-23,5-1 10,1 0-1,-1-1 1,1-1-1,0-1 1,-1 0 0,1-1-1,0-1 1,0-1 0,-1-1-1,1 0 1,-1-1-1,0-1 1,0 0 0,0-1-1,-1-1 1,0-1 0,0-1-1,14-9-9,-16 11-32,0-1-1,0 0 0,-1 0 1,0-1-1,-1-1 0,1 0 1,-2-1-1,0-1 0,0 1 1,-1-2-1,-1 1 1,0-1-1,0-1 0,-1 0 1,-1 0-1,-1 0 0,0-1 1,0 0-1,-2 0 0,0 0 1,-1-1-1,0 1 0,-1-5 33,-3 15 16,0 0-1,-1 1 0,0-1 1,0 1-1,0-1 0,0 1 1,-1 0-1,0 0 0,0 0 1,0 0-1,0 1 0,0-1 1,-1 1-1,0 0 0,1 0 1,-1 0-1,0 0 0,-1 1 1,1 0-1,0 0 0,-1 0 1,1 0-1,-1 1 0,0-1 1,1 1-1,-1 0 0,0 1 0,0-1 1,0 1-1,0 0 0,1 0 1,-1 0-1,0 1 0,0 0 1,0 0-1,1 0 0,-1 1 1,0-1-1,1 1 0,-1 0 1,1 0-1,0 1 0,0-1 1,0 1-1,-3 2-15,1 3 10,0 0-1,1 1 1,-1 0 0,2 0-1,-1 0 1,1 0 0,1 1-1,0 0 1,0-1 0,1 1-1,0 0 1,0 0-1,1 1 1,1-1 0,0 0-1,0 0 1,1 0 0,0 1-1,1-1 1,0 0 0,1-1-1,0 1 1,0 0 0,1-1-1,0 0 1,1 1 0,0-2-1,0 1 1,3 3-10,6 1-32,-1 0-1,1-1 1,1 0 0,0-2-1,1 1 1,0-2-1,0 0 1,1-1 0,0-1-1,1 0 1,-1-2 0,1 0-1,0-1 1,1 0 0,-1-2-1,1 0 1,-1-1-1,1-1 1,-1 0 0,1-2-1,0 0 1,-1-1 0,0-1-1,0-1 1,0 0 0,-1-1-1,1-1 1,-1-1-1,-1 0 1,8-6 32,40-23-2102</inkml:trace>
  <inkml:trace contextRef="#ctx0" brushRef="#br0" timeOffset="236359.931">17436 5374 21621,'0'0'7985,"0"0"-7617,0 0-208,225 6 80,-23-16 249,46-10 31,28 1-144,9-1 104,-5 2-96,12 2-240,2 7-144,-1 1 0,-12 0 0,-22 4 0,-21 2 0,-36-6 0,-62 2-560,-45-4-2105</inkml:trace>
  <inkml:trace contextRef="#ctx0" brushRef="#br0" timeOffset="236985.176">17374 3626 21749,'-1'22'6164,"-20"1254"-1615,2-647-4643,18-627 43,10-7-702,41-134-3719,-27 47-7889</inkml:trace>
  <inkml:trace contextRef="#ctx0" brushRef="#br0" timeOffset="237537.558">17587 3810 29398,'0'0'1365,"0"0"-905,31 18-187,3 3-184,2-2-1,0-2 1,1-1-1,0-2 1,1-1-1,1-2 1,0-2-1,4-1-88,205 16 245,1-11 0,151-14-245,1207-59 49,-1260 56-212,375-19-1764,-617 12-343,-39-2-5933</inkml:trace>
  <inkml:trace contextRef="#ctx0" brushRef="#br0" timeOffset="237538.558">21416 3794 11370,'0'0'16572,"0"0"-14804,-15 142-847,-1-20-169,-1 50-48,2 23-104,-1 5-520,5-15-80,5-27 0,3-14 0,3-36 0,0-25 0,11-36-872,-2-31-2625</inkml:trace>
  <inkml:trace contextRef="#ctx0" brushRef="#br0" timeOffset="240001.476">23148 3559 22613,'0'0'5161,"0"0"-3423,0 0-1108,0 0-125,-27 30-25,-202 256 278,131-150-580,-33 40-55,7 5 0,9 6 0,8 4 0,-75 188-123,139-222-455,42-154 371,1 1-1,0-1 1,0 0 0,0 0-1,0 0 1,1 1-1,-1-1 1,1 0-1,0 0 1,0 0 0,0 0-1,0 0 1,0 0-1,1 0 1,-1 0-1,1 0 1,0-1 0,0 1-1,0-1 1,0 1-1,0-1 1,1 0-1,0 0 85,26 13-1648</inkml:trace>
  <inkml:trace contextRef="#ctx0" brushRef="#br0" timeOffset="240309.164">23788 4021 30951,'0'0'640,"0"0"-560,0 0-40,0 0 8,140 20 0,-85-20-48,-3 0-208,-8 0-392,-24 17-561,-13 9-767,-7 2-4001</inkml:trace>
  <inkml:trace contextRef="#ctx0" brushRef="#br0" timeOffset="240631.545">23632 4451 27246,'0'0'1704,"-20"16"-768,-63 51-343,51-25-68,68-37-312,-7-8-197,0-1 0,-1-2 0,0-1 0,0-1 0,0-1 1,7-4-17,149-36-467,-182 49 440,0 1 0,0 0 0,0 1 0,0-1 1,0 0-1,-1 1 0,1-1 0,0 0 0,-1 1 1,1 0-1,-1-1 0,0 1 0,0 0 1,1 0-1,-1 0 0,0 0 0,-1 0 0,1 0 1,0 0-1,0 0 0,-1 0 0,0 0 0,1 1 1,-1-1-1,0 0 0,0 0 0,0 0 0,0 1 1,0-1-1,-1 0 0,1 0 0,-1 0 1,1 0-1,-1 0 0,0 1 0,0-1 0,0 0 1,0-1-1,0 1 0,0 0 0,0 0 0,-1 0 1,1-1-1,-1 1 0,-1 1 27,-125 184-204,-116 133 948,206-246-100,38-74-638,0 1-1,0 0 1,0-1-1,0 1 1,0 0 0,0-1-1,0 1 1,0 0-1,0 0 1,0-1-1,1 1 1,-1 0-1,0-1 1,0 1 0,1-1-1,-1 1 1,1 0-1,-1-1 1,0 1-1,1-1 1,-1 1-1,1-1 1,0 1 0,-1-1-1,1 0 1,-1 1-1,1-1 1,-1 0-1,1 1 1,0-1 0,-1 0-1,1 0 1,0 1-1,-1-1 1,1 0-1,0 0 1,-1 0-1,1 0 1,0 0 0,0 0-1,-1 0 1,1 0-1,0 0 1,-1 0-1,1-1 1,0 1-1,-1 0 1,1 0 0,0-1-1,-1 1 1,1 0-1,-1-1 1,1 1-1,0 0 1,-1-1-1,1 1 1,-1-1 0,1 1-1,-1-1 1,1 0-6,27-11 56,0-1 1,0-2 0,-1 0 0,-1-2 0,-1-1-1,0-1 1,-1-2 0,6-7-57,6-3 35,290-237-552,-255 214-912</inkml:trace>
  <inkml:trace contextRef="#ctx0" brushRef="#br0" timeOffset="240927.21">24921 3950 30406,'0'0'985,"0"0"-635,0 0-99,-18 23 124,-59 74-76,-136 183-198,183-223-102,84-53-167,-28-4 89,-22-2 69,0 1 0,0 0 0,0 0 0,0 0 0,0 0 0,0 1 0,1 0 0,-1 0 0,0 0-1,0 0 1,0 1 0,0-1 0,1 1 0,-1 0 0,0 0 0,0 1 0,-1-1 0,1 1 0,0 0 0,0 0 0,-1 0 0,1 0 0,-1 1 0,0 0-1,0-1 1,0 1 0,0 0 0,0 1 0,0-1 0,-1 0 0,0 1 0,1-1 0,-2 1 0,1 0 0,0 1 10,-2 13 6,-2 0-1,0 0 1,-2-1 0,1 1 0,-2-1 0,-1 1-1,0-2 1,-1 1 0,0-1 0,-2 0 0,0 0-1,0-1 1,-9 10-6,-16 32 49,20-33-29,3-6-2,0 0 0,1 0 0,1 1 0,1 0 0,1 0 1,0 1-1,1 0 0,2 1 0,0-1 0,0 4-18,6-22 5,-1 1 0,1-1 0,-1 0 0,1 0 0,0 1 0,0-1 0,0 0 0,0 0 0,0-1 1,0 1-1,1 0 0,-1-1 0,1 1 0,-1-1 0,1 0 0,-1 0 0,1 0 0,0 0 0,-1 0 0,1-1 0,0 1 0,0-1 0,0 0 0,-1 0 0,1 0 0,0 0 0,0 0 0,0 0 0,0-1 0,-1 1 0,1-1 0,0 0 0,-1 0 0,1 0 0,0 0 0,-1-1 0,0 1 0,1-1 0,-1 1 0,0-1 0,1 0 0,-1 0 0,0-1-5,20-13-39,-1 0-1,-1-2 0,-1-1 1,0 0-1,-2-1 0,0-1 1,-1-1-1,11-21 40,-20 34-56,174-299-3804,-129 202-1266</inkml:trace>
  <inkml:trace contextRef="#ctx0" brushRef="#br0" timeOffset="241233.123">25291 3918 29142,'0'0'1268,"0"0"-790,0 0-215,0 0 43,0 0 62,28 14-63,92 42-33,12-28 6,-121-28-269,0 1-1,1 0 1,-1 1 0,0 0 0,-1 1-1,1 0 1,0 1 0,-1 0-1,0 1 1,9 5-9,-16-8 0,-1 0 0,1 0 0,-1 0 0,0 0 0,0 0 0,0 1 0,0-1 0,0 1 0,0 0 0,0 0 0,-1-1 0,0 1 0,1 0 0,-1 0 0,0 0 0,0 0 0,-1 1 0,1-1 0,-1 0 0,1 0 0,-1 0 0,0 0 0,0 1 0,-1-1 0,1 0 0,-1 0 0,1 0 0,-1 0 0,0 0 0,0 0 0,-1 3 0,-54 97 0,41-78 0,-40 72 0,29-50 0,-1 0 0,-2-2 0,-2-1 0,-2-1 0,-3-2 0,32-35-1,-1-1 0,-1 0 0,1 0 0,-1 0 0,0-1-1,0 0 1,0 0 0,0-1 0,-1 1 0,1-1 0,-1-1 0,0 1 0,0-1 0,0 0 0,0-1 0,0 0-1,-1 0 1,1-1 0,0 1 0,-1-1 0,1-1 0,-1 0 1,4-1-64,-1-1-1,1 0 1,0-1 0,1 1-1,-1-1 1,0 1 0,1-1-1,0 0 1,0-1 0,0 1-1,1 0 1,-1-1 0,1 1-1,0-1 1,0 0 0,1 0-1,-1 0 1,1 0 0,0 0-1,1 0 1,-1-1 64,1 5-17,-27-267-3904,22 173-328</inkml:trace>
  <inkml:trace contextRef="#ctx0" brushRef="#br0" timeOffset="241707.337">25166 4001 23229,'0'0'4177,"0"0"-3169,0 0 152,-19 113-263,8-40-321,-7 27-168,-10 24-128,-14 28-144,-2 6-96,7-28-40,13-39-216,17-38-272,7-31-849,0-18-823</inkml:trace>
  <inkml:trace contextRef="#ctx0" brushRef="#br0" timeOffset="241708.337">25125 4327 26158,'0'0'4281,"0"0"-3777,63 132-104,-25-71 56,5 2 8,6-8-216,1-3-248,-2-9-152,14-11-440,-12-13-801,-15-15-1383</inkml:trace>
  <inkml:trace contextRef="#ctx0" brushRef="#br0" timeOffset="242066.39">24835 3607 29638,'0'0'1001,"0"0"-569,0 0-40,0 0 128,114 63-64,-43-42-160,5 1-264,5 6-32,-2 1 0,-9 7 0,-8 5 0,-7 5 0,-9 3 0,0 14-248,-11-12-1344,-13-11-4226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27:18.210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2863 13337 27358,'0'0'664,"23"0"-457,222-16 315,251-48 1045,98 15-1567,210 35 1527,462 63-1527,654 108 494,-476-18-1717,-1319-128-1175</inkml:trace>
  <inkml:trace contextRef="#ctx0" brushRef="#br0" timeOffset="22016.805">21722 13300 29510,'0'0'454,"-18"17"-210,13-13-231,-128 154 406,109-108-346,2 2 0,2 0 1,2 1-1,3 1 0,2 1 0,2 0 0,3 0 1,2 1-1,3 0 0,2 0 0,5 43-73,-1-76 8,0 0-1,1 0 0,1 0 0,1-1 1,1 0-1,2 0 0,0-1 0,1 0 0,0 0 1,2-1-1,1-1 0,0 0 0,1-1 1,1 0-1,1-1 0,1-1 0,0 0 1,1-2-1,7 5-7,-19-16-9,0 1 1,0-1 0,-1 1 0,0 0-1,1 1 1,-1-1 0,-1 1 0,1 0-1,-1 0 1,0 0 0,0 1 0,0 0-1,-1 0 1,0 0 0,0 0-1,0 0 1,-1 0 0,0 1 0,0-1-1,-1 1 1,0-1 0,0 1 0,0 0-1,-1-1 1,0 6 8,-5 15-1,0-1 1,-2 0-1,-1-1 0,-1 0 1,-1 0-1,-1-1 0,-1 0 1,-1-1-1,-2 2 1,-14 26 3,4-5-8,14-29-1,1 0 1,1 1-1,0 0 1,1 1 0,1 0-1,0 0 1,2 1-1,0-1 1,1 1-1,1 8 6,4-24-27,0-1 0,0 0 0,0 1-1,1-1 1,0 0 0,-1 0 0,1 0-1,0 0 1,1 0 0,-1 0 0,0-1-1,1 1 1,0-1 0,-1 1-1,1-1 1,0 0 0,0 0 0,0 0-1,1-1 1,-1 1 0,0-1 0,0 1-1,1-1 28,24 15-69,-13 1 100,-1-1-1,0 2 1,-1 0 0,-1 0-1,-1 2 1,-1-1-1,0 1 1,-2 0-1,0 1 1,-2 0 0,0 1-1,-1-1 1,-1 1-1,-1 0 1,-1 0 0,-1 0-1,-1 0 1,-1 5-31,2-19 16,16 666 711,-16-665-822,0 0 0,0-1 0,1 1 0,0 0 0,1-1 0,0 0 0,0 0 0,0 0 0,1 0 0,1 0 0,-1-1 0,1 0 0,0 0 0,2 2 95,11 7-2375</inkml:trace>
  <inkml:trace contextRef="#ctx0" brushRef="#br0" timeOffset="19820.509">23013 14071 26886,'0'0'897,"0"0"612,0 0-672,0 0-153,0 0-126,0 0-134,-17-4-120,15 4-297,-2-2 5,0 1-1,0 0 1,0 0 0,-1 0 0,1 1 0,0-1 0,-1 1 0,1 0 0,0 0-1,-1 1 1,1-1 0,0 1 0,0 0 0,0 0 0,-1 0 0,1 0 0,0 1-1,0 0 1,1 0 0,-1 0 0,0 0 0,1 1 0,-1-1 0,1 1 0,0 0-1,-1 0 1,2 0 0,-1 1 0,0-1 0,1 0 0,-1 1 0,1 0 0,-2 3-12,-90 145 134,6 4 1,0 18-135,80-160-9,1-1 1,1 1-1,0 0 0,1 0 1,0 1-1,1-1 0,1 1 1,0 0-1,1 0 0,1 0 1,0 0-1,1 1 0,1-1 1,1 5 8,-1-18-26,-1-1 1,1 1-1,0 0 1,0-1-1,0 0 1,0 1 0,0-1-1,0 0 1,0 1-1,1-1 1,-1 0-1,0 0 1,1 0 0,-1 0-1,1 0 1,-1 0-1,1 0 1,-1-1-1,1 1 1,-1-1-1,1 1 1,0-1 0,0 1-1,-1-1 1,1 0-1,0 0 1,-1 0-1,1 0 1,0 0 0,0 0-1,-1 0 1,1-1-1,0 1 1,-1-1-1,1 1 1,0-1-1,-1 0 1,1 1 0,-1-1-1,1 0 1,0-1 25,17-9-310,-1-1-1,0 0 1,-1-2 0,0 0 0,-1-1-1,-1 0 1,0-1 0,0-3 310,56-72-3299</inkml:trace>
  <inkml:trace contextRef="#ctx0" brushRef="#br0" timeOffset="20111.307">23423 13586 28046,'0'0'1278,"0"0"-386,0 0-319,21 10-130,-3-3-343,-11-5-71,1 0-1,-1 1 0,-1 0 0,1 0 1,0 1-1,-1 0 0,0 0 1,0 0-1,0 1 0,0 0 0,-1 0 1,1 0-1,-2 1 0,1 0 0,0 0 1,-1 0-1,0 0 0,-1 1 0,2 2-28,130 376 401,-129-368-405,-2-8-4,-1 0 0,1 1 0,-1-1 0,-1 1 0,0 0 0,0 0 1,-1 0-1,0 0 0,-1 0 0,0 0 0,0 0 0,-2 3 8,-1-9-53,0 0-1,0-1 1,-1 1-1,0-1 1,1 0 0,-1 0-1,0-1 1,-1 1 0,1-1-1,0 0 1,-1 0 0,1 0-1,-1 0 1,0-1-1,0 0 1,1 0 0,-1 0-1,0-1 1,0 1 0,0-1-1,0 0 1,0-1 0,-1 1 53,-3 0-204,-54 3-1674,1-3-1739</inkml:trace>
  <inkml:trace contextRef="#ctx0" brushRef="#br0" timeOffset="20541.104">23592 13483 12507,'0'0'16547,"111"-4"-15875,-36 4-312,4 2-184,-5 20-80,-3 27-96,-19-3-608,-23-1-3545</inkml:trace>
  <inkml:trace contextRef="#ctx0" brushRef="#br0" timeOffset="20542.104">23199 14708 30206,'-72'111'673,"6"-5"-401,9-3-168,27-36-56,19-22-48,11 1-88,13-1-632,20-9-1201,6-23-7225</inkml:trace>
  <inkml:trace contextRef="#ctx0" brushRef="#br0" timeOffset="20764.364">23995 14491 29582,'-14'22'620,"-72"99"-237,19-29-62,4 3 0,4 3 0,2 6-321,52-94 11,1 1 0,0-1 0,1 1 0,0 1 0,0-1 0,1 0 0,1 1 0,0-1 0,1 1 0,0-1 0,0 5-11,3-13-7,0 0 0,0-1-1,-1 1 1,1 0 0,1-1-1,-1 0 1,0 1 0,1-1-1,-1-1 1,1 1 0,-1 0-1,1-1 1,0 0-1,0 0 1,0 0 0,0 0-1,0-1 1,0 1 0,0-1-1,0 0 1,0 0 0,0 0-1,-1-1 1,1 0 0,0 1-1,0-1 1,0-1-1,0 1 1,-1-1 0,1 1-1,0-1 1,-1 0 0,2-1 7,1 0-21,1 0-1,-1 0 1,1-1 0,-1 0 0,0 0 0,0-1 0,-1 0 0,1 0 0,-1 0-1,0-1 1,0 1 0,-1-1 0,0 0 0,0 0 0,0-1 0,-1 1 0,0-1-1,0 0 1,-1-1 21,-2 7-7,0 0-1,0-1 1,-1 1 0,1-1-1,-1 1 1,0-1-1,1 1 1,-1 0 0,0-1-1,0 1 1,0 0-1,0 0 1,0 0 0,0 0-1,0 0 1,0 0-1,0 0 1,0 0 0,-1 0-1,1 0 1,0 0-1,-1 1 1,1-1 0,0 1-1,-1-1 1,1 1-1,-1-1 1,1 1 0,-1 0-1,1 0 1,-1 0-1,1 0 1,-1 0-1,1 0 1,-1 0 0,1 0-1,-1 1 1,1-1-1,-1 1 1,1-1 0,-1 1-1,1-1 1,0 1-1,-1 0 1,1-1 0,0 1-1,-1 1 8,-43 17-860,-1 6-999</inkml:trace>
  <inkml:trace contextRef="#ctx0" brushRef="#br0" timeOffset="21186.505">23050 15921 26598,'0'0'1432,"0"0"-552,0 0-216,0 0-48,0 0-183,0 0-329,0 0-40,5-27-32,-16 64-32,2 5-64,9 5-208,0-9-409,0-13-1631</inkml:trace>
  <inkml:trace contextRef="#ctx0" brushRef="#br0" timeOffset="21578.19">23750 15387 30150,'0'0'735,"0"0"-351,0 0-176,0 0-17,0 0-79,0 0-63,12 4-21,4 1-25,-1-1-1,0 2 0,0 0 0,0 1 0,-1 0 0,0 1 0,0 1 0,-1 0 0,0 0 0,0 2 0,-1 0 0,-1 0 0,0 1 0,0 0 0,-2 1 0,1 0 0,-1 1 0,-1 0 0,1 3-2,-2 13 3,-2 0 0,-1 0 0,-1 0 0,-2 1-1,-1-1 1,-1 1 0,-3 8-3,-13 64-645,0-63-2575,4-23-5795</inkml:trace>
  <inkml:trace contextRef="#ctx0" brushRef="#br1" timeOffset="-174956.574">26888 1507 30647,'0'0'656,"173"-16"-464,-21-11-40,27-9 88,-3 1 0,-36 5-160,-43 10-80,-30 3-152,-16 3-280,4-14-448,-11 5-753,-9-3-3456</inkml:trace>
  <inkml:trace contextRef="#ctx0" brushRef="#br1" timeOffset="-174955.574">27833 1083 18668,'0'0'9882,"0"0"-8866,-136 109-184,33 1-95,-28 40-113,-18 20-128,2 1-208,15-13-152,20-20-72,20-10-64,27-23-112,25-26-48,23-30-200,17-25-200,28-30-560,18-22-777,11-23-2992</inkml:trace>
  <inkml:trace contextRef="#ctx0" brushRef="#br1" timeOffset="-174636.532">27805 1781 29134,'0'0'1321,"0"0"-921,0 0 16,0 0-96,0 0-160,54 121-160,-51-94-216,-1-5-1201,-2-8-3032</inkml:trace>
  <inkml:trace contextRef="#ctx0" brushRef="#br1" timeOffset="-173795.263">27344 2174 16804,'0'0'11778,"0"0"-9089,0 0-2524,27-17-104,167-98 67,-58 52-245,-135 63 113,1 0-1,0 1 1,-1-1 0,1 1-1,0 0 1,-1-1 0,1 1-1,-1 0 1,1 0 0,-1 0-1,0 0 1,1 0 0,-1 0-1,0 0 1,0 1 0,0-1-1,0 0 1,0 1 0,0-1-1,0 1 1,0-1-1,-1 1 1,1-1 0,0 1-1,-1 0 1,1-1 0,-1 1-1,0 0 1,0-1 0,0 1-1,1 0 1,-1 0 0,-1-1-1,1 1 1,0 0 0,0-1-1,-1 1 1,1 0 0,-1-1-1,1 1 1,-1-1 0,0 1-1,1-1 1,-1 1 0,0-1-1,0 1 1,-1 0 4,2-1 1,-73 219 107,-176 516 571,244-698-1190,118-287-2817,-71 139 1363,26-61 127,-11 67 3504,-55 99-1526,0 0-1,1 1 0,0-1 1,0 1-1,0 0 0,0 0 1,1 0-1,0 1 1,-1-1-1,1 1 0,1 0 1,-1 0-1,0 0 0,1 0 1,-1 1-1,1 0 0,0 0 1,1 0-140,-5 2 32,1 1 1,-1 0 0,0 0 0,1 0-1,-1 0 1,0 0 0,1 0-1,-1 0 1,0 0 0,0 1-1,0-1 1,0 0 0,0 1-1,0-1 1,-1 1 0,1-1 0,0 1-1,-1-1 1,1 1 0,-1-1-1,0 1 1,1 0 0,-1-1-1,0 1 1,0 0 0,0-1-1,0 1 1,0 0 0,0-1-1,-1 1 1,1-1 0,0 1 0,-1 0-1,0-1 1,1 1 0,-1-1-1,0 1 1,1-1 0,-2 1-33,-5 19 88,-1 0-1,-1 0 1,0-1 0,-2 0 0,0 0-1,-2-1 1,0-1 0,-1 0 0,-7 5-88,-10 17 165,-45 73 187,111-107-255,2-17-94,1-2 0,-2-2 0,0-1 0,-1-1 0,-1-3 0,32-22-3,-33 21 3,9-7-271,-171 108-28,51-31 228,-734 493 70,790-526 42,14-11-4,1 0 1,-1 0-1,1 1 0,0 0 0,0 0 0,0 1 1,1 0-1,0 0 0,0 0 0,1 1 0,-4 6-40,15-1 103,46-16-51,218-101-12,-249 94-43,782-369-370,-858 418-24,-215 152 745,-237 218-348,488-393 21,-50 68 316,69-83-335,0 0-1,0 0 0,0-1 0,0 1 0,0 0 0,0-1 1,0 1-1,0 0 0,0-1 0,1 1 0,-1 0 1,0-1-1,0 1 0,0 0 0,1-1 0,-1 1 0,0 0 1,1-1-1,-1 1 0,1-1 0,-1 1 0,1-1 1,-1 1-1,1-1 0,-1 1 0,1-1 0,-1 0 0,1 1 1,0-1-1,-1 0 0,1 1 0,-1-1 0,1 0 1,0 0-1,-1 1 0,1-1 0,0 0 0,0 0 0,-1 0 1,1 0-1,0 0 0,-1 0 0,1 0 0,0 0 1,-1 0-1,1-1 0,0 1 0,-1 0 0,1 0 0,0-1 1,-1 1-1,1 0 0,-1-1 0,1 1 0,0 0 1,-1-1-1,1 1 0,-1-1 0,1 1 0,-1-1 0,1 0-1,25-5-64,-1-2 0,0-1 0,0-1-1,-1-2 1,0 0 0,15-11 64,-38 22-3,550-314-6718,-454 280 6660,-39 37 4803,-57 1-4649,1-1-1,-1 1 1,1-1 0,-1 1 0,0-1-1,0 1 1,0 0 0,0 0-1,-1 0 1,1-1 0,-1 1 0,1 0-1,-1 0 1,0 0 0,0 0 0,0 0-1,-1 0 1,1 0 0,-1-1 0,0 1-1,0 0 1,1 0 0,-2 0-1,1-1 1,0 1 0,-1-1 0,1 1-1,-2 1-92,-91 124-1604,88-118-3024</inkml:trace>
  <inkml:trace contextRef="#ctx0" brushRef="#br1" timeOffset="-171657.945">29234 1614 28654,'0'0'960,"0"0"-544,0 0-32,-3 108 113,12-49-113,7 8-192,-1 6-104,0 4-48,-2 8-32,-2 2-8,-8 2-120,-6 11-432,-19-21-1145,-6-24-7601</inkml:trace>
  <inkml:trace contextRef="#ctx0" brushRef="#br1" timeOffset="-170569.423">28576 2273 23997,'0'0'4504,"0"0"-3131,0 0-782,0 0-176,0 0-63,30-13 8,216-72 20,288-75-1684,-480 154 1,-53 7 1282,0-1 0,0 1 0,0-1 0,0 1 0,0 0 0,0-1 0,0 1 0,-1 0 0,1 0 0,0 0 1,0 0-1,0-1 0,-1 1 0,1 0 0,-1 0 0,1 0 0,-1 1 0,1-1 0,-1 0 0,1 0 1,-1 0-1,0 0 0,0 0 0,1 0 0,-1 1 0,0-1 0,0 0 0,0 0 0,0 0 0,-1 0 0,1 1 1,0-1-1,0 0 0,-1 0 0,1 0 0,-1 0 0,1 0 0,-1 1 21,-33 78 815,64-79-176,2-19-576,0-1 0,-2-2-1,0 0 1,-1-2 0,11-13-63,0 2-28,26-19-186,-3-2 0,-3-2-1,-2-4 1,-2-2 0,-4-2-1,-2-2 1,-1-6 214,-27 14 539,-29 60-87,-12 13-336,1 0 0,1 2 0,0 0 0,1 1 0,1 1 0,0 0-1,0 3-115,-8 9 96,-61 75 8,4 4 0,6 4 0,-26 56-104,71-95-237,31-72 211,0-1 1,1 0 0,-1 0-1,0-1 1,0 1 0,0 0 0,1-1-1,-1 1 1,0-1 0,1 0-1,-1 0 1,0 1 0,1-2-1,-1 1 1,0 0 0,1 0 0,-1-1-1,0 1 1,0-1 0,1 0-1,-1 0 1,0 0 0,0 0 0,0 0-1,0 0 1,0-1 0,0 1-1,0 0 1,-1-1 0,2-1 25,175-120-1530,-231 141 2700,-103 74-649,4 7 1,-83 75-522,176-131 122,3 3 0,1 2 1,2 2-1,-44 56-122,79-75 35,23-18-14,4-14-18,0 1-1,1-1 1,-1-1 0,-1 1-1,1-2 1,0 1 0,0-1 0,-1-1-1,1 1 1,-1-1 0,0-1-1,0 1 1,1-3-3,2 1 2,408-256-203,-386 244 216,-46 51 169,-234 188 243,200-183-373,-335 233 228,552-367-885,-129 72 469,144-67-390,-151 86 496,-28 20 46,-10 0 14,-2-1 0,0 1 1,0-1-1,-2-1 1,1 1-1,-2-1 1,0-1-1,0 0 1,-9 9-33,3-2 40,-267 350 696,273-355-703,3-6-10,0-1 1,1 1-1,0 0 0,0 1 0,1-1 0,0 1 0,0 0 0,1 0 1,1 0-1,-1 0 0,1 6-23,1-12 4,0 0 1,1-1-1,-1 1 1,1 0-1,0 0 0,0-1 1,0 1-1,0 0 1,1 0-1,-1-1 1,1 1-1,0 0 0,-1-1 1,1 1-1,0 0 1,1-1-1,-1 1 1,0-1-1,1 0 0,-1 1 1,1-1-1,0 0 1,0 0-1,0 0 1,0 0-1,0-1 0,0 1 1,2 1-5,9 2 7,0-1 0,0 0 0,1-1 1,-1-1-1,1 0 0,0-1 0,0 0 0,-1-1 1,1 0-1,0-1 0,0-1 0,-1 0 0,6-2-7,55-16-22,-2-2-1,0-4 0,-2-2 1,-1-4-1,-1-2 0,19-17 23,-50 32-50,-1-1 1,-1-2-1,0-2 0,-2-1 0,-1-1 0,-1-2 0,-1-1 1,-2-2-1,-1 0 0,-1-2 0,-2-1 0,-2-1 1,0-1-1,13-33 50,-30 52 11,-1 0 0,0 0 0,-2 0 0,0 0 0,0-1 0,-2 1 1,0-1-1,-1 1 0,-1-1-11,2 12 10,-1 1 0,1 0 1,-1-1-1,-1 1 1,1 0-1,-1 0 0,1 0 1,-2 0-1,1 0 0,0 0 1,-1 1-1,0-1 0,0 1 1,0-1-1,-1 1 0,1 0 1,-1 1-1,0-1 1,0 1-1,-1-1 0,1 1 1,-1 0-1,1 1 0,-1-1 1,0 1-1,0 0 0,0 0 1,0 1-1,0-1 0,-2 1-10,3 1 17,-1 0 0,0 0 0,0 0 0,1 1 0,-1-1-1,0 1 1,1 1 0,-1-1 0,0 1 0,1-1-1,0 1 1,-1 1 0,1-1 0,0 0 0,0 1 0,0 0-1,1 0 1,-1 0 0,1 1 0,-1-1 0,1 1-1,0-1 1,1 1 0,-1 0 0,0 1 0,1-1 0,0 0-1,0 0 1,0 3-17,-36 139 331,36-132-329,1 1-1,0-1 0,1 0 1,1 0-1,0 0 0,1 0 1,1 0-1,0-1 0,1 1 1,0-1-1,1 1 0,1-1 1,0-1-1,6 12-1,17 10-63,0-2 0,3 0 0,0-2 0,2-1 0,1-2 0,1-2 0,39 21 63,-21-11-818,-13-9-940</inkml:trace>
  <inkml:trace contextRef="#ctx0" brushRef="#br1" timeOffset="-196992.704">4237 1268 9682,'0'0'18860,"0"0"-18860,0 0-8162</inkml:trace>
  <inkml:trace contextRef="#ctx0" brushRef="#br1" timeOffset="-195776.712">2124 921 22765,'0'0'8114,"0"0"-7642,0 0-288,0 0 96,0 0 16,123 119-24,-64-86-104,7 3-88,4-3-48,-2 3-32,-7-1-104,-26 11-368,-13-9-976,-22-5-6458</inkml:trace>
  <inkml:trace contextRef="#ctx0" brushRef="#br1" timeOffset="-191696.616">13551 1868 28270,'-23'7'1074,"-2"2"-943,0 0 0,0 2 0,1 1 0,1 0 0,0 2 0,0 1 0,2 1 0,0 0 0,-6 8-131,-36 40 138,3 2 0,3 2 0,3 3 0,3 2 0,4 3 0,3 1 0,3 2 0,4 2 0,3 2 0,4 1 0,3 1 0,5 1 0,3 1 1,4 1-1,1 22-138,12-78 26,0-1 1,2 0 0,2 1-1,0-1 1,3 0 0,2 10-27,-4-29 1,1 0-1,0-1 1,0 0 0,1 0 0,0 0-1,1-1 1,1 1 0,-1-1 0,2-1 0,-1 1-1,1-1 1,1-1 0,-1 1 0,1-1-1,1-1 1,0 0 0,4 2-1,18 6-1,1-2 1,0-2-1,1-1 0,0-2 1,0-1-1,1-1 0,0-2 1,0-2-1,0-1 0,0-2 1,0-1-1,17-4 1,-13 2-170,0-2 1,-1-2-1,0-1 1,0-2-1,-1-2 1,-1-1-1,0-2 1,-1-1-1,-1-2 1,11-8 169,37-35-2154</inkml:trace>
  <inkml:trace contextRef="#ctx0" brushRef="#br1" timeOffset="-190832.664">16113 2229 29686,'-34'192'1250,"-8"-1"-1,-35 88-1249,-2 8 506,63-225-487,3 1 0,3 0 0,3 1 0,0 55-19,6-117 0,1 1 0,-1 0 0,1 0 0,0 0 0,0-1 0,0 1 0,0 0 0,1 0 0,-1 0 0,1-1 0,0 1 0,-1 0 0,1-1 0,0 1 0,1 0 0,-1-1 0,0 1 0,1-1 0,-1 0 0,1 1 0,0-1 0,0 0 0,0 0 0,0 0 0,0 0 0,0-1 0,1 1 0,-1 0 0,1-1 0,-1 0 0,1 0 0,-1 1 0,1-1 0,0-1 0,-1 1 0,1 0 0,0-1 0,0 1 0,-1-1 0,1 0 0,0 0 0,0 0 0,0 0 0,0-1 0,-1 1 0,1-1 0,2 0 0,12-1 0,0 0 0,0-1 0,0 0 0,0-2 0,-1 0 0,1 0 0,-2-2 0,1 0 0,-1-1 0,0 0 0,0-1 0,12-11 0,55-39-1,-2-4 0,-3-4 0,-3-2 0,-3-4 0,-3-3 0,-3-3 0,-5-2 0,7-17 1,-23 26-194,-2-1 0,-4-3 0,-2-1 0,-5-1 1,-3-2-1,-3-1 0,-4 0 0,9-72 194,-24 66-88,-8 77 272,-7 29 75,-11 49-34,4 0 1,2 0 0,3 1-1,4 1 1,2 21-226,4-86 5,-7 88 5,4 1 1,4-1-1,4 1 0,4-1 0,4 0 0,5 0 0,6 11-10,-16-70 0,2-1 0,1 0 0,1-1 0,2 0 0,1-1 0,2-1 0,1 0 0,1-1 0,1 0 0,2-2 0,20 21 0,72 10-173,-62-45-2724,-7-7-8132</inkml:trace>
  <inkml:trace contextRef="#ctx0" brushRef="#br1" timeOffset="-190569.28">12424 4904 31127,'340'-12'632,"65"0"-416,-21 8-112,6 4 56,-9 22 24,-4 18-184,-98-5-8,-51-9-1400</inkml:trace>
  <inkml:trace contextRef="#ctx0" brushRef="#br1" timeOffset="-191432.786">14377 1525 30382,'0'0'510,"31"4"-310,-11-1-178,215 51 229,-206-45-170,-1 1 0,0 2 0,-1 1 1,-1 1-1,0 1 0,0 1 0,-2 1 0,0 2 0,-1 0 0,-1 1 0,-1 2 0,0 0 0,-2 1 0,-1 1 0,-1 1 0,0 0 0,11 27-81,-21-27 2,-2-1 0,-1 2 0,-1-1-1,-1 0 1,-1 0 0,-1 1 0,-1-1 0,-1 1 0,-2-1 0,0 0-1,-2-1 1,-1 1 0,0-1 0,-11 21-2,-6 11 0,-4-2-1,-1 0 1,-3-2-1,-2-1 1,-24 26 0,38-51-75,-1 0-1,-1-2 1,-1 0-1,-2-2 1,0 0-1,-1-2 1,-1 0 75,18-15-240,1 0 0,-1 0 0,0-1 1,-1 0-1,1-1 0,-1 1 0,0-2 0,1 0 1,-1 0-1,0-1 0,0 0 0,0 0 0,-1-1 1,1-1-1,0 1 0,-8-3 240,-22-12-5013</inkml:trace>
  <inkml:trace contextRef="#ctx0" brushRef="#br1" timeOffset="-191134.422">14614 1935 29182,'0'0'992,"2"217"-287,-9 4-305,-13 45-8,-6 20 96,2-9-112,7-29-160,3-9-200,10-26-16,4-34 0,0-48 0,15-50 0,3-40-120,2-33-208,26-38-296,-3-17-64,1-24-1769</inkml:trace>
  <inkml:trace contextRef="#ctx0" brushRef="#br1" timeOffset="-192427.429">9070 2963 26926,'0'0'3336,"0"0"-2759,228 0-193,-35-8 32,26-6-144,3 4-56,-27 3-72,-35 7-96,-38 0-48,-32 7-24,-19 13-432,-32-6-832,-13-6-4394</inkml:trace>
  <inkml:trace contextRef="#ctx0" brushRef="#br1" timeOffset="-191979.007">9813 2377 26790,'-15'118'4449,"-5"36"-4057,0 30-192,3-5-88,6-15 56,11 2-72,7-5-96,25-17-232,-1-43-1152,-7-32-15876</inkml:trace>
  <inkml:trace contextRef="#ctx0" brushRef="#br1" timeOffset="-195447.193">677 2387 26430,'0'0'4497,"0"0"-4033,187-18-160,8-23-24,44-11 40,8 1-48,-8 12-72,-30 19-200,-17 18 0,-14 2 0,-22 34 0,-29 11-32,-42-4-736,-34-1-1793</inkml:trace>
  <inkml:trace contextRef="#ctx0" brushRef="#br1" timeOffset="-195446.193">1532 3586 31031,'0'0'640,"0"0"-480,0 0-72,154-51 136,-21-26 48,38-24-128,7-3-88,-31 19-56,-46 24-192,-14-2-456,-30 14-1049,-13 3-6360</inkml:trace>
  <inkml:trace contextRef="#ctx0" brushRef="#br1" timeOffset="-195176.668">2124 3066 29566,'-6'21'1109,"-43"213"-243,38-95-497,7 0-1,5 1 1,9 17-369,-6-107 30,3 0 0,2-1 0,2 0 0,17 46-30,-26-87 0,1 0 0,1 0 0,0 0 0,0 0 0,0-1 0,1 0 0,0 0 0,0 0 0,1-1 0,0 1 0,0-2 0,0 1 0,1 0 0,0-1 0,0 0 0,0-1 0,0 0 0,1 0 0,0 0 0,0-1 0,0 0 0,0-1 0,1 0 0,-1 0 0,0-1 0,1 0 0,3 0 0,-1 0 0,0 0 0,0-1 0,0-1 0,-1 0 0,1 0 0,0-1 0,-1 0 0,1-1 0,-1 0 0,0-1 0,0 0 0,0 0 0,0-1 0,-1-1 0,1 0 0,-2 0 0,1 0 0,-1-1 0,0-1 0,0 1 0,-1-1 0,4-5 0,212-281 0,21-92-145,-149 212-2359,-33 42-6097</inkml:trace>
  <inkml:trace contextRef="#ctx0" brushRef="#br1" timeOffset="-194896.526">3693 2377 16828,'0'0'12538,"0"0"-11970,0 0-120,0 0-7,222-51 7,-56 51-80,23-10-112,-9-6-80,-38-2-112,-48 9-64,-30 5-48,-3-6-472,-10 2-1249,-14-6-4400</inkml:trace>
  <inkml:trace contextRef="#ctx0" brushRef="#br1" timeOffset="-194591.863">4667 2036 26654,'-20'148'3408,"-9"49"-2535,-8 46-345,-7 15-8,1-11-96,5-3-184,10-1-120,12-26-120,12-40 0,4-50-32,0-52-88,0-38-128,2-23-304,-2-26-312,0-17-1017,-2-21-8545</inkml:trace>
  <inkml:trace contextRef="#ctx0" brushRef="#br1" timeOffset="-194294.349">4095 3111 30623,'0'0'712,"-117"215"-472,69-101-160,31-29-80,17-37-32,15-15-176,29-7-248,15-14-321,33-20-799,-4-42-1056,-18-3-5890,-7-10-7866</inkml:trace>
  <inkml:trace contextRef="#ctx0" brushRef="#br1" timeOffset="-194293.349">4603 3296 15507,'0'0'3345,"0"0"3328,147-88-6673,-81 36-720,-7-1-8770</inkml:trace>
  <inkml:trace contextRef="#ctx0" brushRef="#br1" timeOffset="-194032.224">5853 2093 27230,'0'0'4233,"0"0"-3881,-178 95-232,97-40-88,-2 6-32,6 0-64,11-2-200,-2 5-280,20-19-1129,13-15-2608</inkml:trace>
  <inkml:trace contextRef="#ctx0" brushRef="#br1" timeOffset="-193701.6">5717 2466 26806,'-119'292'4139,"32"-85"-3851,8 4 0,10 2-1,1 40-287,38 11-63,34-267-26,51-118 0,0-27 396,-26 54-885,4 3 0,4 0 1,3 2-1,5 3 0,3 1 1,4 2-1,4 3 1,3 2-1,34-31 578,-64 81 454,-9 6-190,1 1 0,2 1 0,0 0 0,1 2 0,1 1 0,0 1 0,1 2 0,4-1-264,-25 12 36,0 1 0,0-1 0,0 1 0,0 1 0,1-1 0,-1 1 0,0 0 1,1 0-1,-1 1 0,1-1 0,-1 1 0,1 0 0,-1 1 0,1 0 0,-1-1 0,1 2 0,-1-1 0,0 1 0,1-1 0,-1 1 1,0 1-1,0-1 0,-1 1 0,1 0 0,0 0 0,-1 0 0,0 1 0,0-1 0,0 1 0,0 0 0,0 0 0,-1 1 0,0-1 1,0 1-1,0 0 0,0-1 0,-1 1 0,0 0 0,2 6-36,2 12 98,-1 0 0,-1 1 0,-1 0 0,-2-1 0,0 1 1,-1 0-1,-4 24-98,-6 29 95,-3 0 0,-4 0 0,-3-2 0,-4 0 0,-2-2 0,-4 0 0,-3-2 0,-27 42-95,45-82-29,-2 0 0,-1 0 0,-1-2 1,-1 0-1,-2-2 0,-1 0 0,-1-1 0,-1-2 1,-1 0-1,-1-2 0,-1-1 0,-1-1 0,-1-1 1,0-2-1,-13 4 29,31-16-161,1-1-1,-1-1 1,0 0 0,1-1 0,-1 0 0,0 0-1,-1-1 1,1-1 0,0 0 0,0-1 0,0 0 0,0-1-1,0-1 1,0 1 0,1-2 0,-1 0 0,1 0-1,0-1 1,0 0 0,0-1 0,1 0 0,-4-3 161,-52-48-5776</inkml:trace>
  <inkml:trace contextRef="#ctx0" brushRef="#br1" timeOffset="-193337.266">5833 3152 28262,'0'0'3257,"184"235"-2881,-70-73-168,-22-24-112,-28-34-64,-18-36-32,-5-19 0,3 2-392,-7-9-672,-15-13-6418</inkml:trace>
  <inkml:trace contextRef="#ctx0" brushRef="#br1" timeOffset="-176865.099">21967 2322 30238,'0'0'857,"0"0"-449,0 0-72,182-65 16,-13 10 56,24-5-240,0 3-168,-24 10 0,-51 15 0,-28 9 0,-29 5 0,7-8-96,-11 2-664,-11-1-1217</inkml:trace>
  <inkml:trace contextRef="#ctx0" brushRef="#br1" timeOffset="-176539.341">22952 1578 17156,'0'0'12410,"-3"168"-11497,3-6-265,16 39-160,1 22 32,-4-2-96,-4-14-216,-9-6-208,0-16 0,0-15 0,-6-44 0,-3-41 0,5-43-272,-1-33-432,-10-20-120,-1-23-569,1-13-4664</inkml:trace>
  <inkml:trace contextRef="#ctx0" brushRef="#br1" timeOffset="-176226.347">22566 2691 25373,'-10'10'517,"-124"134"3447,107-113-3835,1 2 0,1 1 0,2 2 0,1 0 0,-14 34-129,17 19-382,20-87 285,0 0 1,0 0-1,0-1 0,0 1 1,0 0-1,1 0 1,-1-1-1,1 1 0,-1-1 1,1 0-1,0 1 0,0-1 1,-1 0-1,1 0 0,0 0 1,0 0-1,0 0 0,0-1 1,0 1-1,0 0 0,0-1 1,1 0-1,-1 1 0,0-1 1,0 0-1,0 0 0,0 0 1,0-1-1,1 1 1,-1 0-1,0-1 0,1 0 97,2 1-194,17-2-320,-1-1-1,0-2 1,0 0 0,0-1 0,0 0 0,-1-2-1,0-1 1,-1 0 0,5-4 514,165-87-900,91-62 5328,-100 57-2305,-179 104-2128,33-18-381,1-1 0,-2-2 0,-1-1 0,-1-2 0,-1-1 0,7-9 386,17-26-5122,31-48-8377,-25 27 6588</inkml:trace>
  <inkml:trace contextRef="#ctx0" brushRef="#br1" timeOffset="-176225.347">24102 1616 23597,'0'0'5465,"0"0"-4657,-96 104-95,28-41-241,-7 8-64,-1 4-72,6 0-160,10-4-160,14-8-16,18-15-256,19-17-256,20-31-753,33-15-375,0-19-5177,6 0-12916</inkml:trace>
  <inkml:trace contextRef="#ctx0" brushRef="#br1" timeOffset="-175879.053">23815 2142 1768,'0'0'10904,"4"30"289,2 114-6691,-12-101-4111,-1-1-1,-2-1 0,-2 0 1,-2 0-1,-9 18-390,2-4 229,-34 94 198,-60 209 307,106-283-692,8-74-46,0 0 1,1 0-1,-1 0 0,0 0 1,1 0-1,-1 0 1,0 0-1,1 0 0,-1 0 1,1 0-1,0 0 0,-1 0 1,1-1-1,0 1 1,-1 0-1,1 0 0,0-1 1,0 1-1,0 0 1,0-1-1,0 1 0,0-1 1,0 1-1,0-1 1,0 0-1,0 1 0,0-1 1,0 0-1,0 1 1,0-1-1,0 0 0,0 0 1,0 0-1,0 0 0,0 0 1,0 0-1,0-1 1,0 1-1,1 0 0,-1-1 1,0 1-1,0 0 1,0-1-1,0 1 0,-1-1 1,1 1-1,0-1 1,0 0-1,0 1 0,0-1 1,0 0 3,69-84-500,-6-23-237,-35 53 611,2 2 0,3 0-1,2 3 1,1 0 0,4 3-1,1 1 1,2 3 0,34-27 126,-69 63 61,0 0 1,0 0 0,1 1-1,-1 1 1,1-1 0,0 2-1,1-1 1,-1 1 0,1 1-1,0 0 1,0 1 0,0 0-1,0 0 1,0 1 0,1 1-1,3 0-61,-11 1 22,-1 1 0,0 0-1,1 0 1,-1 1 0,0-1-1,0 1 1,0 0 0,-1-1-1,1 1 1,-1 0-1,1 1 1,-1-1 0,0 0-1,0 1 1,-1-1 0,1 1-1,-1-1 1,1 1 0,-1 0-1,0 0 1,-1-1 0,1 1-1,-1 0 1,1 0-1,-1 0 1,0 0 0,-1 0-1,1 0 1,-1 0 0,1-1-1,-1 1 1,-1 0 0,1 1-22,0-2 10,-5 27 19,-2-1 1,-1 0 0,-1-1 0,-1 0 0,-2-1 0,-1 0-1,0-1 1,-3 0 0,0-1 0,-1-1 0,-20 20-30,11-6-4,-3-1 0,0-2 0,-3-1 0,0-1 0,-2-2 0,-2-1 1,-1-2-1,-1-2 0,-1-1 0,-7 1 4,41-23-59,0 0 0,-1 0 1,0-1-1,1 0 0,-1 0 0,0-1 1,0 0-1,0 0 0,0-1 0,0 0 0,0 0 1,-1 0-1,-5-2 59,-10-27-955,20-65-1998,12 24-2449,12-15-7970</inkml:trace>
  <inkml:trace contextRef="#ctx0" brushRef="#br1" timeOffset="-175578.179">23866 2852 8874,'0'0'18860,"0"0"-17044,0 0-1112,120 40-255,-74-3-225,7 3-72,10-3 40,12-5-192,4-12-72,39-20-624,-19-24-689,-11-14-6160</inkml:trace>
  <inkml:trace contextRef="#ctx0" brushRef="#br1" timeOffset="-175311.465">25225 2239 28542,'-9'21'2155,"-38"92"-1453,16-47-438,3 2 1,3 0-1,3 2 0,3 0 0,1 14-264,17-68 4,0 0 0,1 1 0,1-1 0,0 0 0,2 0 0,-1 0 0,2 0 0,0 0-1,1 0 1,1-1 0,0 0 0,1 0 0,2 2-4,-5-10 0,0-1 0,0 0 0,0 1 0,1-1-1,0-1 1,0 1 0,0-1 0,1 0 0,0 0 0,0 0 0,0-1-1,0 0 1,1 0 0,-1-1 0,1 0 0,0 0 0,0 0 0,1-1-1,-1 0 1,0 0 0,1-1 0,-1 0 0,1 0 0,-1-1 0,1 0-1,-1-1 1,1 1 0,3-2 0,4-4 0,0 0 0,-1-1 0,1-1 0,-1 0 0,-1-1 0,0 0 0,0-1 0,-1-1 0,0 0 0,-1-1 0,0 0 0,-1 0 0,0-1 0,-1-1 0,0 1 0,-1-2 0,3-7 0,58-104-369,-5-2 0,28-85 369,-70 162-130,-17 37 119,-4 10 30,0 0-1,0 0 1,0 0-1,0 0 1,1 0-1,-1 0 1,1 1-1,0-1 1,0 0-1,0 1 1,1 0-1,0-1 1,-1 1-1,1 0 1,0 0-1,0 0 1,0 1-1,1-1 1,-1 1-1,1 0 1,-1 0-1,1 0 1,0 0-1,2 0-18,5 14 263,-5 143-91,-15 257-172,9-404 0,-1 6 0,0 1 0,1 0 0,1 0 0,1 0 0,0-1 0,1 1 0,0-1 0,1 0 0,1 0 0,5 12 0,-7-21-6,1 0 0,0 0 1,1 0-1,-1-1 0,1 1 0,0-1 0,0 0 1,0 0-1,0-1 0,1 0 0,-1 0 0,1 0 0,0-1 1,0 1-1,0-1 0,0-1 0,0 1 0,1-1 1,-1 0-1,0-1 0,2 1 6,5 1-75,80 11-1267,2-11-1616</inkml:trace>
  <inkml:trace contextRef="#ctx0" brushRef="#br1" timeOffset="-78507.659">2299 6597 22509,'0'0'5572,"0"0"-3897,0 0-1249,0 0-155,0 0 9,-8 18 31,0-2-231,3-5-40,0-1 0,1 1 1,0 0-1,0 0 0,1 0 1,1 0-1,0 0 0,0 1 0,1-1 1,1 7-41,-7 57 62,-3-2 1,-4 1-1,-2-2 1,-4 0-1,-3-1 1,-3-1-1,-3 0-62,-311 699 144,179-384-252,160-384 108,1 0 0,0 0 0,-1 0 0,1 0 0,0 0 0,0 1 0,-1-1 0,1 0 0,0 0 0,0 0 0,0 0 0,0 0 0,0 0 0,1 1 0,-1-1 0,0 0 0,0 0 0,1 0 0,-1 0 0,1 0 0,-1 0 0,1 0 0,-1 0 0,1 0 0,0 0 0,-1 0 0,1-1 0,0 1 0,0 0 0,0 0 0,0-1 0,-1 1 0,1 0 0,0-1 0,0 1 0,0-1 0,0 1 0,1-1 0,-1 0 0,0 1 0,0-1 0,0 0 0,0 0 0,0 1 0,0-1 0,0 0 0,1 0 0,-1-1 0,0 1 0,0 0 0,0 0 0,0 0 0,0-1 0,0 1 0,0-1 0,1 1 0,0 0 0,84-1 13,0-3-1,0-4 1,0-4-1,73-20-12,66-9 130,63 33 94,-174 10-1384,-65-2-1054</inkml:trace>
  <inkml:trace contextRef="#ctx0" brushRef="#br1" timeOffset="-78113.523">4000 6709 27502,'0'0'869,"-20"-2"-258,10 1-555,0 0-1,0 0 0,-1 1 0,1 1 1,0 0-1,0 0 0,0 1 1,0 0-1,0 1 0,0 0 1,0 0-1,1 1 0,-1 0 1,1 1-1,0 0 0,1 1 0,-1 0 1,1 0-1,-6 6-55,-31 33 221,1 3-1,3 2 1,1 1-1,3 2 1,-7 18-221,2-8 105,3 2-1,3 2 1,3 1-1,3 2 1,2 0 0,4 2-1,3 1 1,4 1 0,2 1-1,4 0 1,2 9-105,7-63 20,1-1-1,0 0 1,2 1 0,0-1 0,2 0-1,0 0 1,1 0 0,1 0 0,0-1-1,2 1 1,0-1 0,1-1 0,2 0-1,-1 0 1,2 0 0,0-1 0,1-1-1,1 0 1,1-1 0,0 0 0,4 2-20,-3-10 1,0-1 0,0 0 1,0-1-1,1 0 0,0-2 1,0 0-1,0 0 0,0-2 1,0 0-1,1-1 0,-1 0 1,0-1-1,0-1 0,7-2-1,2-1 0,0-1-1,0-1 0,-1-1 1,0-1-1,-1-1 0,0-1 1,0-1-1,-2-2 0,1 0 1,-2 0-1,0-2 0,0-1 1,-2 0-1,0-2 0,-1 0 1,-1-1-1,-1 0 0,0-1 1,-2-1-1,7-14 1,-8 11-295,-1-1 0,-2 0 0,0 0-1,-2-1 1,0 0 0,-2 0 0,-1-1 0,-2 0 0,0 1 0,-2-15 295,1-41-4455</inkml:trace>
  <inkml:trace contextRef="#ctx0" brushRef="#br1" timeOffset="-77930.358">3555 7800 29366,'0'0'708,"0"0"-278,26 1-71,-24-1-351,23 2 106,0-1 1,0-2-1,0-1 0,0 0 0,0-2 1,-1-1-1,19-6-114,324-131 384,-360 140-383,-3-1 0,0 1-1,1 0 1,-1 0-1,1 0 1,-1 1-1,1-1 1,0 1-1,-1 0 0,1 1 1,0-1-1,0 1 1,0 0-1,0 0 1,0 0-1,-1 1 1,1 0-1,0 0 1,0 0-1,-1 0 0,1 1 1,-1 0-1,1 0 1,-1 0-1,0 1 1,1-1-1,-1 1 1,-1 0-1,1 0 1,2 2-1,-1 11 17,-1 0 1,-1 0-1,0 0 1,-2 0-1,1 0 1,-2 0-1,0 1 1,-1-1-1,-2 10-17,2-14 15,-64 419 301,52-298-500,25-103-447,9-14-770</inkml:trace>
  <inkml:trace contextRef="#ctx0" brushRef="#br1" timeOffset="-77689.896">5337 6614 28894,'0'0'1464,"0"0"-895,-85 186 47,10-32-8,-8 23-208,-9 5-192,15-9-200,14-23-8,19-26 0,18-29 0,21-32-168,16-23-432,20-13-496,0-19-1209</inkml:trace>
  <inkml:trace contextRef="#ctx0" brushRef="#br1" timeOffset="-77439.337">5589 6796 30158,'44'130'729,"2"34"-289,-2 31-160,-7-4 56,-1-21 80,3 4-208,-2-32-120,-8-40-88,-10-37-232,-3-35-104,-3-14-664,-13-12-753</inkml:trace>
  <inkml:trace contextRef="#ctx0" brushRef="#br1" timeOffset="-77133.594">4912 7530 30895,'0'0'560,"169"-10"-392,-9-14-112,33-5-16,9 1-32,-16 2-8,-57 9-776,-28 3-4113</inkml:trace>
  <inkml:trace contextRef="#ctx0" brushRef="#br1" timeOffset="-75705.86">9991 7480 30318,'0'0'769,"0"0"-409,0 0-152,0 0 96,-99-138-120,82 89-184,1-2 0,5 3-152,3 11-8,-3 17 16,0 20 48,-7 18-72,3 37 56,-1 18 8,12 12-120,11 31-312,19-21-401,9-20-2095</inkml:trace>
  <inkml:trace contextRef="#ctx0" brushRef="#br1" timeOffset="-75325.973">10815 7540 22853,'0'0'4632,"0"0"-3233,12-25-878,37-80 106,-33-12 350,-16 111-970,1-1 0,-1 1-1,0-1 1,0 0-1,-1 1 1,0-1 0,0 1-1,-1-1 1,0 1 0,0 0-1,0-1 1,-1 1 0,0 0-1,0 1 1,0-1-1,-1 0 1,0 1 0,0 0-1,-1 0 1,1 0 0,-1 1-1,0-1 1,0 1 0,0 0-1,-1 0 1,1 1-1,-1 0 1,0 0 0,0 0-1,0 1 1,-1 0 0,1 0-1,0 0 1,-1 1 0,1 0-1,-1 0 1,0 1-1,1-1 1,-1 2 0,1-1-1,-1 1 1,-1 0-7,-3 5 0,1 1 0,-1 0-1,2 0 1,-1 1 0,1 0 0,0 1-1,1 0 1,0 0 0,0 1 0,1 0-1,0 0 1,1 1 0,0 0 0,1 0-1,0 0 1,1 1 0,0-1 0,1 1-1,0 0 1,1 0 0,0 1 0,0 6 0,-2 7 19,2 0 0,0 1-1,1-1 1,2 1 0,1-1 0,1 0 0,5 22-19,-7-40 11,1 0-1,0 1 1,1-1-1,0 0 1,0 0-1,1 0 1,0-1 0,0 1-1,1-1 1,0 0-1,0 0 1,0-1-1,1 1 1,0-1-1,1 0 1,-1-1-1,1 0 1,0 0 0,0 0-1,1-1 1,-1 0-1,1 0 1,0-1-1,0 0 1,6 1-11,-3-2 23,0-1 0,0 0-1,0 0 1,1-1 0,-1-1 0,0 0 0,0 0 0,0-1 0,0 0 0,0-1 0,-1-1 0,1 1-1,-1-2 1,0 1 0,0-2 0,0 1 0,-1-1 0,1-1 0,-1 1 0,-1-2 0,0 1 0,5-6-23,2-3-222,-1 0 1,-1-1-1,0 0 1,-2-1 0,0-1-1,-1 1 1,-1-2 0,0 1-1,-2-1 1,0 0 0,1-12 221,1-24-4239</inkml:trace>
  <inkml:trace contextRef="#ctx0" brushRef="#br1" timeOffset="-76413.41">7819 6952 16892,'0'0'11266,"0"0"-10370,-35 209-136,13-51-71,-5 19-137,1-1-136,4-16-152,5-26-104,6-26-88,4-33-56,7-33-16,0-25-232,42-17-216,-1-19-785,3-21-1767</inkml:trace>
  <inkml:trace contextRef="#ctx0" brushRef="#br1" timeOffset="-76033.582">8167 6784 24685,'0'0'4339,"20"11"-3159,228 95-460,89-24-257,-329-80-463,0 1 0,0 0 0,-1 0 1,1 1-1,-1 0 0,0 0 0,0 1 1,-1 0-1,1 0 0,-1 1 1,0 0-1,0 0 0,-1 0 0,0 1 1,0-1-1,0 1 0,-1 1 0,0-1 1,-1 0-1,1 1 0,-1 0 0,-1 0 1,0 0-1,0 0 0,0 0 0,-1 2 0,-1 40 5,-3 0 0,-2-1 0,-2 0 0,-2 0 0,-3-1 0,-1 0 0,-2-1 0,-3 0 0,-2-2 0,-1 0 0,-25 37-5,-144 265 28,184-335-111,1-1 1,0 1-1,0 0 0,1 0 1,1 1-1,0-1 0,0 1 1,1-1-1,1 1 0,0 0 1,1 0-1,0 3 83,0 14-2046</inkml:trace>
  <inkml:trace contextRef="#ctx0" brushRef="#br1" timeOffset="-74937.044">3029 10471 28558,'0'0'766,"-3"20"-166,-44 156 220,-230 299-239,57-111-725,217-360 139,-1 1-1,1-1 1,0 1 0,0 0-1,0 0 1,0 0-1,1 0 1,0 0 0,0 1-1,0-1 1,1 1-1,0-1 1,0 1-1,0-1 1,1 1 0,0 0-1,0-1 1,0 1-1,1 0 1,-1-1-1,1 1 1,1-1 0,-1 1-1,1-1 1,0 0-1,0 1 1,1-1-1,-1 0 1,1 0 0,3 2 5,14 4 11,0 0 0,1-2 0,0 0 0,1-2 0,0 0 0,0-2 0,0 0 0,1-1 0,0-2 0,0 0 0,12-1-11,46-6 12,0-3-1,-1-4 1,0-3 0,-1-4-1,-1-3 1,-1-4 0,-1-3-1,46-25-11,-85 39-46,94-41-783,-36 13-1003</inkml:trace>
  <inkml:trace contextRef="#ctx0" brushRef="#br1" timeOffset="-74566.432">4382 10418 30551,'0'0'616,"0"0"-472,-141 195-96,49-51-16,-6 18 80,1 1-8,18-9-48,20-21-56,20-25 0,19-29-120,20-34-224,20-45-392,17-8-945,5-29-4984</inkml:trace>
  <inkml:trace contextRef="#ctx0" brushRef="#br1" timeOffset="-74565.432">4533 10398 29486,'0'0'824,"35"176"-279,-26-29-281,-5 27-32,-4-6-16,0-16-128,0-44-88,0-27-144,-6-20-464,-5-29-1049,-5-13-3296</inkml:trace>
  <inkml:trace contextRef="#ctx0" brushRef="#br1" timeOffset="-74179.211">3924 11084 29294,'0'0'680,"0"0"-496,111-55-120,-29 32-8,58-5-56,-17 8-240,-18 6-1456</inkml:trace>
  <inkml:trace contextRef="#ctx0" brushRef="#br1" timeOffset="-73786.841">4695 10424 27910,'0'0'1199,"0"0"-584,-6-18-259,-23-58 32,27 72-366,0 1 0,0 0 1,0 0-1,0 0 0,-1 1 1,1-1-1,-1 1 0,0-1 0,0 1 1,0 0-1,0 0 0,0 0 1,0 0-1,-1 1 0,1-1 1,-1 1-1,1 0 0,-1 0 0,1 0 1,-1 0-1,1 1 0,-1 0 1,0-1-1,1 1 0,-3 1-22,1-2 14,-6 1-3,1 0 1,-1 1 0,1 0 0,-1 1-1,1 0 1,0 1 0,0 0 0,0 0-1,0 1 1,1 0 0,-1 1-1,1 0 1,0 1 0,0-1 0,-4 5-12,-37 29 69,2 1 0,1 2 0,2 3 0,-33 43-69,25-29 76,2 2 0,3 2-1,3 2 1,3 2 0,3 1 0,3 3 0,3 1 0,3 1 0,3 1 0,4 2 0,3 1 0,3 0 0,4 1 0,-1 41-76,12-114 5,1 0 1,0 0 0,-1 1-1,2-1 1,-1 0-1,1 1 1,0-1 0,0 1-1,0-1 1,1 0 0,0 1-1,0-1 1,0 0-1,1 0 1,0 1 0,0-1-1,0 0 1,0-1 0,1 1-1,0 0 1,0-1-1,0 0 1,1 1 0,-1-1-1,1 0 1,0-1 0,0 1-1,0-1 1,1 0 0,-1 0-1,1 0 1,0 0-1,-1-1 1,1 0 0,0 0-1,2 0-5,15 2 1,1-2 0,0 0 0,0-2 0,0 0 0,0-2 1,-1 0-1,1-2 0,0 0 0,-1-2 0,0 0 0,0-2 0,-1 0 0,0-1 0,-1-1 0,0-1 0,0-1 0,-1-1 0,10-9-1,14-12-13,-2-2 1,-2-2 0,-1-2-1,-2-1 1,-1-2 0,-3-2-1,5-11 13,-27 39-370,-1 0 0,0 0 0,-2-1 0,0 0 0,-1 0-1,0-1 1,-2 1 0,0-1 0,-1 0 0,-1-1 0,-1-15 370,0-35-7701</inkml:trace>
  <inkml:trace contextRef="#ctx0" brushRef="#br1" timeOffset="-73514.975">3900 11082 17396,'0'0'10491,"0"0"-7965,0 0-2115,0 0-24,0 0 3,32 12-74,-13-5-277,-9-1-28,1-2 1,0 1 0,0-2-1,0 1 1,1-1 0,-1-1 0,1 0-1,0-1 1,-1 0 0,1-1-1,0 0 1,-1-1 0,1 0-1,0-1 1,-1 0 0,1-1-1,-1-1 1,0 1 0,0-2 0,0 0-12,342-217 57,-251 171-82,-101 50 24,0 1 1,0-1-1,1 1 0,-1 0 1,0 0-1,0 0 1,0 0-1,0 0 1,1 0-1,-1 0 1,0 0-1,0 0 1,0 0-1,0 0 1,1 1-1,-1-1 1,0 1-1,0-1 1,0 1-1,0-1 1,0 1-1,0-1 1,0 1-1,0 0 0,0 0 1,0-1-1,-1 1 1,1 0-1,0 0 1,0 0-1,-1 0 1,1 0-1,-1 0 1,1 0-1,-1 0 1,1 0-1,-1 0 1,1 1-1,-1-1 1,0 0-1,0 0 1,0 0-1,0 0 1,0 1-1,0-1 0,0 0 1,0 0-1,0 0 1,0 0-1,0 1 1,-1-1 0,3 49 60,-3 0-1,-2 0 1,-2 0 0,-3-1-1,-8 32-59,8-44 35,-88 484 204,92-415-275,19-93-205,-7-15 40,-1 0-1,1-1 1,-1 0 0,0 0 0,0 0 0,0-1 0,0-1 0,-1 1 0,1-1 0,-1 0 0,0 0 0,-1-1 0,4-3 201,40-48-4567</inkml:trace>
  <inkml:trace contextRef="#ctx0" brushRef="#br1" timeOffset="-72494.377">5657 10439 29502,'0'0'832,"0"0"-551,0 0-201,-146 198 24,67-48 200,-9 25-96,7 9-88,9-3-72,15-21-24,15-36-24,16-41-64,17-44-168,9-35-248,20-45-249,8-18-791,5-18-15812</inkml:trace>
  <inkml:trace contextRef="#ctx0" brushRef="#br1" timeOffset="-72051.567">5771 10435 29622,'18'113'760,"-9"27"-303,-5 24-313,-4-3 48,0-19 0,4-27-176,3-30-16,0-36-520,-7-21-745,0-11-647,-3-11-2169</inkml:trace>
  <inkml:trace contextRef="#ctx0" brushRef="#br1" timeOffset="-72050.567">5278 11181 27526,'0'0'1528,"0"0"-568,0 0-503,57-130-161,59 79-120,53-9-176,-15 11-280,-16 10-1817</inkml:trace>
  <inkml:trace contextRef="#ctx0" brushRef="#br1" timeOffset="-71659.163">7014 10917 28862,'29'-3'832,"418"-22"201,-439 24-1023,0 0 1,0 1-1,0 0 1,0 1-1,0-1 1,0 1-1,0 1 1,0 0-1,0 0 1,0 0-1,-1 1 1,1 0 0,-1 1-1,0 0 1,0 0-1,0 0 1,0 1-1,-1 0 1,0 0-1,0 1 1,0-1-1,-1 1 1,1 1-1,-1-1 1,-1 1-1,0 0 1,0 0 0,0 0-1,0 0 1,1 8-11,-2 3-32,-1-1 0,-1 0 1,-1 0-1,0 1 0,-2-1 1,1 0-1,-2 0 0,-1 0 1,0 0-1,-1 0 0,0-1 1,-2 0-1,-5 10 32,-117 195-286,120-207 278,-176 234-47,157-205 155,35-38-22,2-6-71,0 0 0,1-1 0,-1 0 1,0-1-1,0 1 0,0-2 0,0 1 0,0-1 1,-1-1-1,0 1 0,0-2 0,7-4-7,13-7 7,606-360-2126,-531 323 539</inkml:trace>
  <inkml:trace contextRef="#ctx0" brushRef="#br1" timeOffset="-71466.952">8790 11082 30230,'0'0'550,"0"0"-325,0 0-174,-13-20-18,-69-130 27,79 143-59,2 0-2,0 0 0,-1 0 0,0 0 0,-1 1 0,0-1 0,0 1 0,0 0 0,0-1 0,-1 1 0,0 1 0,-1-1 0,1 1 0,-1-1 0,0 1 0,0 1 0,-1-1 0,1 1 0,-1 0 0,0 0 0,0 0 0,0 1 0,-1 0 0,-5-2 1,5 7-2,0 0 1,0 0 0,1 1 0,-1-1-1,0 1 1,1 1 0,0-1 0,-1 1-1,2 0 1,-1 1 0,0-1 0,1 1-1,0 1 1,0-1 0,0 0 0,1 1-1,0 0 1,0 0 0,0 1 0,1-1-1,0 1 1,0-1 0,0 1 0,0 6 1,1-11 0,-7 15 38,1 0 1,1 0-1,0 1 0,1 0 0,1 0 0,1 0 0,0 0 0,1 1 0,1 0 0,1 0 1,1-1-1,1 1-38,-1-13 11,1-1 1,0 0-1,0 0 1,1 1-1,-1-1 1,1 0-1,0 0 1,1-1-1,-1 1 1,1 0-1,0-1 1,0 1-1,1-1 0,-1 0 1,1 0-1,0-1 1,0 1-1,0-1 1,0 1-1,1-1 1,-1-1-1,1 1 1,0-1-1,-1 0 1,1 0-1,1 0 1,-1 0-1,0-1 1,2 0-12,13 3 15,0-1 1,0-2-1,0 0 1,0-1-1,0 0 1,0-2-1,15-3-15,40-11-452,-2-4-1,0-2 0,-1-4 1,-2-3-1,14-10 453,18-11-4496</inkml:trace>
  <inkml:trace contextRef="#ctx0" brushRef="#br1" timeOffset="-71129.813">9460 10465 29750,'0'0'737,"0"0"-297,147 105-32,-44-44-64,0-6 16,0 0-160,0 0-120,-22-7-80,7-1-288,11-17-272,-23-16-889,-16-14-1679</inkml:trace>
  <inkml:trace contextRef="#ctx0" brushRef="#br1" timeOffset="-70832.419">10125 10491 29654,'0'0'1201,"-136"112"-1049,59-33-152,0 10-128,25 13-40,21-23-465,22-22-1231</inkml:trace>
  <inkml:trace contextRef="#ctx0" brushRef="#br1" timeOffset="-70831.419">10732 10406 16067,'0'0'14380,"0"0"-13884,111 73-496,-64-34-8,-1-1-168,-5-5-88,18-13-345,-6-10-903,-9-10-5113</inkml:trace>
  <inkml:trace contextRef="#ctx0" brushRef="#br1" timeOffset="-70598.965">11203 10226 30326,'0'0'705,"-114"156"-465,13-30-168,-8 18-72,10-23-48,-11-11-440,38-41-825,0-21-7857</inkml:trace>
  <inkml:trace contextRef="#ctx0" brushRef="#br1" timeOffset="-70323.842">6026 11698 30471,'300'-12'608,"75"10"-448,6 2-72,20 12 24,16 4-48,10-12-40,7-4-8,-6-10 8,-14-14-8,-22 2 24,-26 1 32,-28-1-40,-47 6-32,-87 1-384,-68 5-1481</inkml:trace>
  <inkml:trace contextRef="#ctx0" brushRef="#br0" timeOffset="-898.667">1797 6096 25870,'0'0'2280,"0"0"-1442,0 0-381,0 0-22,-21-18 51,-74-52-49,91 68-420,0 0 0,0 0 0,0 0 0,0 1 0,0-1 0,-1 1 0,1 0 0,0 0 0,-1 0 0,1 1 0,-1 0 0,1 0 0,-1 0 0,1 0 0,-1 1 0,1-1 0,-1 1 0,1 0 0,0 1 0,-1-1 1,1 1-1,0 0 0,0 0 0,0 0 0,0 0 0,0 1 0,1-1 0,-1 1 0,1 0-17,-4 2 20,-36 26 58,1 3 0,2 1-1,1 2 1,-22 28-78,-74 82 109,7 6 1,6 5-1,7 6 1,-13 39-110,103-163 5,1 1 0,3 0 0,1 2 0,2 0 0,2 1 0,2 1 0,2 0 0,2 1 0,-1 28-5,10-66 0,0 1 0,1 0-1,1-1 1,-1 1 0,1-1 0,1 1 0,-1 0 0,2-1 0,-1 0-1,1 0 1,0 0 0,1 0 0,0 0 0,0 0 0,0-1 0,1 0-1,1 0 1,-1 0 0,1-1 0,0 1 0,0-2 0,1 1 0,0 0-1,0-1 1,0-1 0,0 1 0,1-1 0,0 0 0,356 192-204,-228-130 112,-123-60 86,0 1 0,0 0 0,0 1 1,-1 0-1,-1 0 0,1 2 0,-1-1 1,-1 1-1,0 1 0,0 0 0,-1 0 0,-1 1 1,1 0-1,-2 1 0,0 0 0,-1 0 1,0 0-1,0 3 6,-2-2-1,0 1 1,-1 0 0,-1 0 0,-1 0-1,0 0 1,-1 0 0,0 0-1,-1 0 1,-1 0 0,-1 0 0,0 0-1,0-1 1,-2 1 0,0-1-1,0 0 1,-4 5 0,-132 201 3,136-214-3,-256 301 51,260-305-51,-4 3 0,0 0 0,0 1 0,0-1 1,1 1-1,0 0 0,0 0 0,1 0 0,0 1 0,0-1 0,0 1 0,1 0 0,0-1 0,0 1 0,1 0 0,0 0 0,0 0 0,0 1 0,1-1 0,0 0 0,0 0 0,2 6 0,97 125-6,-43-46 10,-4 2-1,-5 2 1,-4 2 0,-4 3 0,-4 0 0,-5 2 0,-5 2-1,12 98-3,-9 2 16,-9 2 0,-8 0 0,-16 175-16,-18-140 153,-11-1-1,-11-1 0,-67 205-152,89-365 37,32-130-341,69-245-1626,-42 125-833</inkml:trace>
  <inkml:trace contextRef="#ctx0" brushRef="#br0" timeOffset="-362.309">1914 9218 29646,'0'0'807,"24"16"-539,10 5-249,0-2 0,1-1 0,0-2 0,1-2 0,1-1 0,37 8-19,153 13 183,2-9 0,0-10 0,1-10 0,20-12-183,-222 7 4,1242-61 153,-737 27-114,4280-40 45,-4769 74-87,755 7-1086,534 83 1085,-1148-64-1681</inkml:trace>
  <inkml:trace contextRef="#ctx0" brushRef="#br0" timeOffset="2770.84">9228 5575 28262,'0'0'728,"20"0"-266,248 5 767,-105 0-1072,0 8 0,0 6 0,-2 7 0,-1 7-1,17 13-156,-19-1 104,-3 7 0,-2 7-1,-3 7 1,-3 6 0,-3 6 0,-4 6-1,-4 7 1,120 104-104,-99-34 7,-7 7 0,-8 7 0,-8 5 0,29 63-7,138 184 83,-113-182 213,171 172-296,-272-329 13,3-3 0,4-4 0,3-4 0,4-5 0,102 56-13,-16-38 0,3-7 0,4-9 0,3-9 0,3-8 0,2-9 0,2-8 0,41-5 0,322 20 0,535-18 0,-799-32 0,41 10 0,-322-13-17,89 24-501,-99-11-825,-11-5-1572</inkml:trace>
  <inkml:trace contextRef="#ctx0" brushRef="#br0" timeOffset="3207.903">17222 9064 29998,'30'8'501,"455"117"-180,-366-94-69,-2 4-1,-1 6 1,-2 4 0,37 26-252,-137-65 19,-1 1 1,1 0 0,-2 1-1,1 1 1,-1 0-1,0 0 1,-1 2 0,0-1-1,-1 1 1,0 1-1,-1 0 1,0 0 0,-1 1-1,0 0 1,-1 0-1,-1 1 1,0 0 0,0 0-1,-2 0 1,3 15-20,-3-15 5,-1 1 1,-1-1-1,-1 1 0,0-1 1,-1 1-1,0 0 0,-2 0 1,1-1-1,-2 1 0,0-1 1,0 0-1,-2 0 0,0 0 1,0 0-1,-1-1 0,-1 1 1,0-2-1,-1 1 0,0-1 1,-5 4-6,-43 44-83,-3-4 0,-3-1 0,-1-4 0,-3-2 0,-54 28 83,-12 5-800,28-24-921</inkml:trace>
  <inkml:trace contextRef="#ctx0" brushRef="#br1" timeOffset="-193032.642">765 4951 31679,'162'0'656,"93"-9"-488,89-17-80,61-12 8,12 1-16,32 1-80,13 13 0,8 9 0,-6 14 0,-3 0 0,-6 14 0,-10 11 0,-15 5 0,-22-4 0,-115-11-576,-67-11-2105</inkml:trace>
  <inkml:trace contextRef="#ctx0" brushRef="#br0" timeOffset="2182.582">1363 4953 26110,'0'0'2588,"0"0"-1742,0 0-438,0 0-42,28-4-73,332-68 417,-140 50-579,1 9 0,176 13-131,-280 2 61,1605 106 156,-1183-56-128,942 70 87,1245-78-63,-1666-43-105,-885 0-293,-1 7 0,164 29 285,-233-15-1034,-53-2-1187</inkml:trace>
  <inkml:trace contextRef="#ctx0" brushRef="#br0" timeOffset="5712.61">21696 6524 18572,'0'0'7500,"0"0"-5198,-25-15-1540,-80-44-180,92 52-510,0 1 0,-1 0 0,0 1 0,0 1 0,0 0 0,0 1 0,0 1 0,-1 0-1,1 1 1,-1 0 0,0 1 0,1 1 0,-1 0 0,1 1 0,-1 1 0,1 0 0,0 1 0,0 1-1,0 0 1,1 0 0,0 2 0,0-1 0,-3 4-72,-118 54 116,3 6 1,3 6-1,4 6 0,3 4 0,4 6 1,-44 50-117,66-52 78,3 4 0,-55 79-78,126-150 3,2 1 0,1 1 1,1 1-1,2 0 1,0 1-1,2 1 1,-6 16-4,18-37 1,0 1 0,0 0 1,1 0-1,0 0 1,0 0-1,1 0 1,0-1-1,0 1 1,1 0-1,0-1 1,0 1-1,1-1 0,0 1 1,0-1-1,1 0 1,0 0-1,0-1 1,0 1-1,1-1 1,0 0-1,1 0 0,-1 0 1,1-1-1,0 0 1,0 0-1,1-1 1,-1 1-1,1-2 1,0 1-1,0 0 1,0-1-1,1-1 0,-1 1 1,1-1-2,70 36 17,1-4-1,2-3 1,51 11-17,21 8 13,-146-49-13,-1 1 0,0-1 1,1 1-1,-1 0 1,0 1-1,0-1 0,0 1 1,0 1-1,-1-1 1,1 1-1,-1 0 1,0 0-1,0 0 0,0 1 1,-1 0-1,0 0 1,0 0-1,0 0 0,0 0 1,-1 1-1,0 0 1,0 0-1,0 0 1,-1 0-1,0 0 0,0 1 1,-1-1-1,1 0 1,-1 5-1,0 11-1,-2 0 0,-1 0 1,0-1-1,-1 1 1,-2 0-1,0-1 0,-1 0 1,-1-1-1,-1 1 1,-1-1-1,-9 14 1,-59 101 0,-6-4 0,-6-4-1,-5-4 1,-5-3 0,-42 31 0,22-17-2,-94 119-48,211-250 45,-1 0 0,0 0 0,1 0 0,0 0 0,0 1 0,0-1-1,0 1 1,0-1 0,1 1 0,0 0 0,-1 0 0,1-1 0,1 1 0,-1 0 0,1 0 0,-1 0 0,1 0 0,0 0 0,0 0 0,1 0 0,-1 0 0,1 0 0,0 0 0,0-1 0,0 1 0,1 0 0,-1 0 0,1-1 0,0 1 0,0-1 0,0 0 0,0 1 0,1-1 5,101 75-18,-60-36 23,-2 2 0,-2 1 0,-2 2 0,-2 2 0,-2 1 0,-3 2 0,-1 1 0,-3 1 0,-3 2 0,-2 0 1,-1 5-6,16 70 65,-7 2 0,-5 1 1,-6 1-1,-6 1 0,-6 0 1,-5 0-1,-10 50-65,-36 360 124,41-452-640,3-122-323,0-19-1447</inkml:trace>
  <inkml:trace contextRef="#ctx0" brushRef="#br0" timeOffset="6436.081">18493 4377 28518,'0'0'1544,"0"0"-1328,0 0-7,154 18-57,-89-18-72,1 0 32,-2-4-24,6 4-88,-15 0-336,-22 2-1457</inkml:trace>
  <inkml:trace contextRef="#ctx0" brushRef="#br0" timeOffset="6810.306">18026 5464 30286,'0'0'609,"0"0"-553,0 0-40,209-12 0,-69-31 24,31-18-40,4-2-16,-26 8-577,-50 17-847,-49 10-3329</inkml:trace>
  <inkml:trace contextRef="#ctx0" brushRef="#br0" timeOffset="6811.306">18647 5894 24197,'0'0'4529,"0"0"-3521,0 0-472,158-15-207,-71-45-65,23-36 8,-1-5-128,36-35-144,-35 31-264,-34 25-1857</inkml:trace>
  <inkml:trace contextRef="#ctx0" brushRef="#br0" timeOffset="7214.947">20192 3888 30575,'-15'22'402,"-106"158"-584,113-168 143,-4 4-23,1 0 0,0 0 1,1 1-1,1 1 0,0-1 0,2 2 0,0-1 0,1 1 0,1 0 1,1 0-1,-1 10 62,5-28-26,0 1 0,0-1 0,0 1 0,0-1 0,0 0 0,1 1 0,-1-1 0,0 0 0,1 0 0,-1 1 0,1-1-1,0 0 1,-1 0 0,1 0 0,0 0 0,0 1 0,0-1 0,0 0 0,-1 0 0,2-1 0,-1 1 0,0 0 0,0 0 0,0 0 0,0-1 0,0 1 0,1-1 0,-1 1 0,0-1 0,0 1 0,1-1 0,-1 0 0,0 1 0,1-1 0,-1 0 0,0 0 0,1 0 0,-1 0 0,1 0 0,-1-1 0,0 1 0,1 0 0,-1 0 0,0-1 0,0 1 0,1-1 26,5 1-49,24-5 17,1-1-1,-2-1 1,1-1-1,-1-2 1,-1-1-1,0-2 0,0-1 1,-1 0-1,7-8 33,13-3-98,268-141-231,-406 242-493,44-31 1132,1 2-1,2 2 0,3 2 0,1 2 1,4 1-1,1 2 0,3 2 1,3 0-1,-3 14-309,22-54-67,1 2 0,1-1 0,1 1 0,0 0 1,2 0-1,0 1 0,1 0 0,1 16 67,34-34-348,121-117 296,-113 84 59,2 2 1,0 2-1,2 2 1,0 1-1,2 3 1,1 1-1,0 3 1,39-8-8,-37 28-1870,-47 15-1636</inkml:trace>
  <inkml:trace contextRef="#ctx0" brushRef="#br0" timeOffset="7670.413">19631 5516 28238,'0'0'1152,"0"0"-712,182-16-256,6-49-88,34-22 136,6-10 145,-24 7-145,-40 13-128,-37 15-64,-37 15-40,-33 17-88,-15-3-368,-10 5-473,-14 3-783</inkml:trace>
  <inkml:trace contextRef="#ctx0" brushRef="#br0" timeOffset="7982.869">20709 4409 1728,'0'0'26430,"0"0"-25198,0 0-632,0 0-15,3 134 143,-14 46-48,-27 42-120,-14 29-336,1 0-224,12-25 0,13-11 0,23-17 0,8-35 0,34-46 0,1-46-928,-5-59-1921</inkml:trace>
  <inkml:trace contextRef="#ctx0" brushRef="#br0" timeOffset="9859.645">11771 6151 19708,'0'0'7634,"0"0"-6298,0 0-728,0 0-112,0 0-112,0 0 89,-75 43 15,112-43-144,9-2-192,14-10-80,10-3-32,9 1-40,54-6-96,-16 4-656,-14-1-2329</inkml:trace>
  <inkml:trace contextRef="#ctx0" brushRef="#br0" timeOffset="10502.815">4257 941 28014,'-22'-23'536,"-3"-3"-427,-1 0 0,-1 1-1,-1 2 1,-1 1 0,-2 1 0,0 2 0,-25-12-109,-7 6 88,0 3 0,-2 2 0,0 3 0,-2 3 0,1 3 0,-1 3 1,-1 3-1,1 3 0,-1 3 0,-58 8-88,7 6 107,2 5 1,0 5-1,2 5 1,1 5 0,-92 43-108,48-11 101,4 7 1,3 7-1,3 6 1,5 6-1,4 7 1,4 6-1,5 5 0,5 6 1,5 5-1,-75 102-101,71-58 93,8 6-1,7 4 1,8 5-1,-48 128-92,110-222 26,3 3 0,5 1 0,3 1 0,5 1 0,3 1 0,5 1 0,4 0 0,4 1 1,5 96-27,7-139 4,2 0 1,3-1 0,1 0-1,3 0 1,3-2 0,1 0 0,2-1-1,3 0 1,2-2 0,2-1-1,1-1 1,3-2 0,2-1-1,1-1 1,2-2 0,2-1 0,8 4-5,60 46 6,2-5 0,5-5 0,2-4 0,4-6 0,2-5 1,4-5-1,1-6 0,50 10-6,11-4 6,2-9 0,3-7 1,1-10-1,1-7 0,2-9 0,-1-9 1,1-8-1,0-9 0,183-34-6,-24-21 17,-2-16-1,-5-15 1,-4-15 0,26-28-17,9-15 59,-7-16 1,219-143-60,-360 174 11,-6-11 0,-6-9 0,-8-9 1,86-96-12,28-90 1,-267 285-1,-4-3 0,-3-2 0,-3-2 0,-3-2 0,-4-2 0,-4-2 0,-3-1 0,-3-1 0,-5-2 0,-3-1 0,9-76 0,-25 99-1,-2 0 0,-4 0 0,-2 0 0,-3 0 1,-3 0-1,-2 0 0,-3 1 0,-4 1 0,-1 0 0,-4 1 0,-2 1 0,-29-52 1,-24-17-2,-7 5-1,-4 2 0,-6 5 1,-5 4-1,-5 5 0,-5 4 1,-3 5-1,-5 4 0,-5 6 1,-2 5-1,-60-25 3,19 11-7,142 86-68,31 18-240,34 20-436,36 15-1334,23 0-2380</inkml:trace>
  <inkml:trace contextRef="#ctx0" brushRef="#br0" timeOffset="11053.714">17606 6271 30286,'0'0'889,"0"0"-449,0 0-184,175 22 96,44-22 32,81-20-224,71-9-160,39-3 0,-5 2 0,-8 7 0,-27 5 0,-30 6 0,-57 8 0,-88 0-656,-59-12-4209</inkml:trace>
  <inkml:trace contextRef="#ctx0" brushRef="#br0" timeOffset="13702.689">21862 7285 30366,'0'0'737,"0"0"-417,0 0-128,0 0 168,-131 158-8,98-89-144,7 12-120,10 4-48,10 1-40,6-1-56,26-4-280,13-22-240,1-29-1553</inkml:trace>
  <inkml:trace contextRef="#ctx0" brushRef="#br0" timeOffset="14172.711">22892 7019 29766,'0'0'614,"0"0"-301,0 0 23,8 22-48,-1-6-233,-3-8-36,-1 1 0,1 0 0,-1 0 0,-1-1 0,0 2-1,0-1 1,0 0 0,-1 0 0,-1 0 0,0 1 0,0-1 0,-1 0 0,0 1 0,0-1 0,-1 0 0,-1 4-19,-133 242 140,135-254-139,-1 0 0,1 1 0,0-1 1,0 1-1,0-1 0,0 1 0,0-1 0,0 1 0,0 0 1,1-1-1,-1 1 0,0 0 0,1-1 0,-1 1 1,1 0-1,0 0 0,0 0 0,0 0 0,0-1 1,0 1-1,0 0 0,0 0 0,0 0 0,1 0 0,-1-1 1,1 1-1,-1 0 0,1-1 0,0 1 0,0 0 1,0-1-1,0 1 0,0-1 0,0 1 0,0-1 1,0 1-1,0-1 0,1 0 0,-1 0 0,1 1 0,-1-1 1,1 0-1,-1 0 0,1-1 0,0 1 0,-1 0 1,1 0-1,0-1 0,0 1 0,-1-1 0,1 0 1,0 1-1,0-1 0,0 0 0,1 0-1,46 0 27,0-2 0,0-2 0,0-2 0,-1-2 0,0-3 0,29-10-27,80-15-735,-83 24-662,-25 3-563</inkml:trace>
  <inkml:trace contextRef="#ctx0" brushRef="#br0" timeOffset="14173.711">21858 8621 29982,'0'0'737,"0"0"-353,-51 130-184,34-65 48,6 0-120,7 0-128,4-4-16,4-13-408,46-37-969,-4-11-151,0-15-21741</inkml:trace>
  <inkml:trace contextRef="#ctx0" brushRef="#br0" timeOffset="14509.015">22776 8248 25349,'0'0'2977,"0"0"-1923,0 0-474,19 4 23,55 21-154,-72-23-434,0-1 0,-1 1 0,0 0 0,1-1 0,-1 1 0,0 0 0,0 0 0,0 0 0,0 0 0,0 0 0,-1 0 0,1 0 0,0 1 0,-1-1 0,0 0 0,1 0 0,-1 0 0,0 1 0,0-1 0,0 0 0,-1 0 0,1 0 0,0 1 0,-1-1 0,0 0 0,1 0 0,-1 0 0,0 0-1,0 0 1,0 0 0,0 0 0,-1 0 0,1 0 0,0-1 0,-1 1 0,1 0 0,-2 0-15,-1 5 17,-174 265-136,178-271 110,-1-1 1,1 1-1,0 0 0,-1-1 0,1 1 1,0-1-1,-1 1 0,1 0 0,0-1 0,0 1 1,0-1-1,0 1 0,-1 0 0,1-1 1,0 1-1,0 0 0,0-1 0,0 1 1,1 0-1,-1-1 0,0 1 0,0 0 1,0-1-1,0 1 0,1-1 0,-1 1 1,0 0-1,1-1 0,-1 1 0,0-1 1,1 1-1,-1-1 0,1 1 0,-1-1 1,1 1-1,-1-1 0,1 0 0,-1 1 1,1-1-1,-1 1 0,1-1 0,-1 0 0,1 0 1,0 1-1,-1-1 0,1 0 0,0 0 1,-1 0-1,1 0 0,0 0 0,-1 0 1,1 0-1,0 0 0,-1 0 0,1 0 1,-1 0-1,1 0 0,0 0 0,-1 0 1,1-1-1,0 1 0,-1 0 0,1-1 1,-1 1-1,1 0 0,-1-1 0,1 1 9,4-1 46,122-16-58,-125 18 22,0-1 0,1 1 0,-1 0 1,0-1-1,0 1 0,0 0 1,0 1-1,0-1 0,0 0 0,0 0 1,0 1-1,0-1 0,-1 1 0,1 0 1,0-1-1,-1 1 0,0 0 1,1 0-1,-1 0 0,0 0 0,0 0 1,0 0-1,0 0 0,0 0 0,-1 1 1,1-1-1,-1 0 0,1 0 1,-1 1-1,0-1 0,0 0 0,0 1 1,0-1-1,0 0 0,-1 3-10,-12 88 359,-95 105-115,44-93-820,34-52-1213,6-11-2874</inkml:trace>
  <inkml:trace contextRef="#ctx0" brushRef="#br0" timeOffset="14926.871">21643 10408 30519,'-68'148'720,"-4"29"-344,17-11-232,13 0-96,20-18-40,16-36-8,6-33-256,0-42-248,31-37-393,-1-13-647,-1-21-8</inkml:trace>
  <inkml:trace contextRef="#ctx0" brushRef="#br0" timeOffset="14927.871">22349 10252 30695,'0'0'816,"0"0"-616,0 0-56,42 142-32,-21-71 112,12 8-72,16 2-88,16-10-64,16-12-136,11-23 72,5-25-112,-1-11 0,23-41-280,-25-6-953,-20-3-2567</inkml:trace>
  <inkml:trace contextRef="#ctx0" brushRef="#br0" timeOffset="15154.105">22969 10209 30094,'0'0'1145,"-120"161"-889,45-21-56,7 24-128,33-4-72,20-20-56,15-47-696,0-26-3321</inkml:trace>
  <inkml:trace contextRef="#ctx0" brushRef="#br0" timeOffset="16091.293">23907 6530 26910,'0'0'2799,"0"0"-1931,0 0-625,15 21-35,-4-5-161,-1 0 3,1-1 0,0 1-1,1-2 1,1 0 0,1 0 0,0-1-1,0-1 1,1 0 0,1-1-50,72 42 144,-63-42-131,-1 1 1,-1 1 0,1 1 0,-2 1 0,0 1-1,-1 1 1,-1 1 0,0 0 0,-2 2 0,0 0 0,-1 1-1,-1 1 1,-1 0 0,-1 1 0,-1 1 0,-1 0-1,2 8-13,-9-8 5,-2 1 0,0 0 0,-1-1 0,-1 1 0,-2 0-1,0 0 1,-2 0 0,-1-1 0,0 1 0,-2-1 0,-1 0 0,-1-1-1,-1 1 1,-1-2 0,0 1 0,-5 4-5,-85 127 33,61-97 112,2 1 1,3 2-1,-23 56-145,54-113 5,1 0-1,0 1 1,0-1 0,1 0-1,-1 1 1,1-1-1,-1 1 1,1 0-1,0-1 1,1 1-1,-1 0 1,1 0 0,-1-1-1,1 1 1,0 0-1,0 0 1,1 0-1,-1 0 1,1-1 0,0 1-1,0 0 1,0-1-1,1 1 1,-1-1-1,1 1 1,0-1 0,0 0-1,0 1 1,0-1-1,0 0 1,1 0-1,0-1 1,2 3-5,3-2 1,1 0-1,0-1 1,-1-1-1,1 1 1,0-1-1,0-1 1,0 0-1,0 0 1,-1-1 0,1 0-1,0 0 1,0-1-1,-1 0 1,1-1-1,-1 0 1,1 0-1,-1 0 1,0-1 0,-1-1-1,1 1 1,-1-1-1,0-1 1,0 1-1,4-5 0,-35 10 127,16 6-124,1 1-1,0 0 1,0 0-1,0 1 1,1 0-1,0 0 1,0 1-1,1-1 1,0 1-1,1 0 1,-3 8-3,-11 33 0,2 1 0,2 0 0,3 1 0,1 0 0,3 1 0,3 0 0,1 0 0,3 1 0,0 85 0,6 0 0,5-1 0,7 0 0,20 64 0,0-18 0,3-1 0,-8 2 0,-8 1 0,-1 123 0,-25-258 0,-1 0 0,-3 0 0,-3 0 0,-1 0 0,-3-1 0,-1-1 0,-21 48 0,3-23 0,-3-1 0,-3-2 0,-4-1 0,-2-2 0,-3-3 0,-14 13 0,45-60-67,0 0 0,0-1-1,-2-1 1,0-1 0,-1 0-1,0-1 1,-1-1 0,-1-1 0,0-1-1,-1 0 1,0-2 0,0 0 0,-1-2-1,-5 1 68,-23-4-1795</inkml:trace>
  <inkml:trace contextRef="#ctx0" brushRef="#br0" timeOffset="16740.363">20398 11988 30423,'0'0'658,"0"0"-259,36-14-246,53-16-28,2 4-1,0 3 1,43-2-125,255-14 384,2 18-1,26 16-383,262-11-7,-145-19 7,450-13 0,-973 46-11,0 1-1,0 1 1,0 0 0,-1 0 0,1 1-1,0 1 1,0 0 0,-1 0 0,1 1-1,-1 0 1,0 1 0,0 0 0,0 0-1,0 1 1,-1 1 0,1 0 0,-2 0-1,3 2 12,4 18-1013</inkml:trace>
  <inkml:trace contextRef="#ctx0" brushRef="#br0" timeOffset="18439.318">5305 4222 25485,'0'0'4151,"0"0"-2723,0 0-901,0 0-112,0 0-6,-10-2-113,11 3-295,-1-1 0,0 1 0,0-1 0,0 1-1,0-1 1,0 1 0,0-1 0,1 1 0,-1-1 0,0 1 0,0-1 0,-1 1 0,1-1 0,0 1-1,0-1 1,0 0 0,0 1 0,0-1 0,0 1 0,-1-1 0,1 1 0,0-1 0,0 1 0,-1-1-1,1 0 1,0 1 0,-1-1 0,1 1 0,0-1 0,-1 0 0,1 0 0,-1 1 0,1-1-1,0 0 1,-1 0 0,1 1 0,-1-1 0,1 0 0,-1 0 0,1 0 0,-1 0 0,1 1 0,-1-1-1,1 0 1,-1 0 0,1 0 0,-1 0 0,1 0 0,-1-1 0,1 1 0,-1 0 0,1 0 0,-1 0-1,1 0 1,-1 0 0,1-1 0,0 1 0,-1 0 0,1 0 0,-1-1 0,1 1 0,-1 0-1,1-1 1,0 1 0,-1 0 0,1-1 0,0 1 0,0-1-1,45 45-9,-28-29 13,767 747-4,-746-726 0,0-2 0,2-2 0,2-2 0,1-1 0,44 21 0,-68-40 0,0-2 0,1 0 0,1-1 0,-1-1 0,1-1 0,0-1 0,0-1 0,1-1 0,-1 0 0,0-2 0,1 0 0,-1-2 0,0 0 0,1-2 0,9-2 0,13-10 0,0-1 0,-1-2 0,0-3 0,-2-1 0,-1-1 0,-1-3 0,4-5 0,82-59 0,-5-4 0,-4-7 0,-4-4 0,-5-4 0,-5-6 0,-5-4 0,-5-3 0,-6-5 0,-6-3 0,-5-4 0,-7-3 0,24-73 0,-86 194 0,0 1 0,-1-1 0,-1 0 0,0 0 0,-2 0 0,0-1 0,0 1 0,-2-1 0,0 1 0,-1-1 0,-2-11 0,1 26 0,1 1 0,0-1 0,-1 0 0,1 1 0,-1-1 0,0 1 0,0-1 0,0 1 0,0 0 0,0 0 0,0 0 0,-1 0 0,1 0 0,-1 0 0,1 1 0,-1-1 0,0 1 0,1 0 0,-1 0 0,0 0 0,0 0 0,0 0 0,0 1 0,0-1 0,0 1 0,0 0 0,0 0 0,0 0 0,0 0 0,0 0 0,0 1 0,0-1 0,0 1 0,0 0 0,0 0 0,0 0 0,1 0 0,-1 1 0,0-1 0,1 1 0,-1-1 0,1 1 0,-1 0 0,1 0 0,0 0 0,-2 2 0,-66 137 0,67-129 0,2-12 0,-1 1 0,0-1 0,0 0 0,1 0 0,-1 0 0,0 0 0,0 0 0,0-1 0,1 1 0,-1 0 0,0-1 0,1 0 0,-1 1 0,0-1 0,1 0 0,-1 0 0,1 0 0,-1 0 0,1 0 0,-1 0 0,1 0 0,0 0 0,-1 0 0,1-1 0,0 1 0,0-1 0,0 1 0,0-1 0,0 1 0,0-1 0,-2-2 0,-1 1-1,0 0 1,0-1-1,1 1 0,-1-1 1,1 0-1,0 0 0,0 0 0,0 0 1,1 0-1,0-1 0,-1 1 1,1-1-1,1 0 0,-1 0 1,1 1-1,0-1 0,0 0 1,0 0-1,1 0 0,0 0 1,0 0-1,0 0 0,0 0 0,1 0 1,0 0-1,0 0 0,0 0 1,1 0-1,0-1 1,11-13-580,-3-6-1941</inkml:trace>
  <inkml:trace contextRef="#ctx0" brushRef="#br0" timeOffset="34598.617">15813 7163 27958,'0'0'2525,"30"0"-1811,946-53-36,-618 43-419,-1 15-1,249 40-258,560 99 210,-942-135-1905,-195-11-1014</inkml:trace>
  <inkml:trace contextRef="#ctx0" brushRef="#br0" timeOffset="35726.007">18649 6896 29534,'129'20'672,"18"8"-375,20 9-9,-18 3 224,-42-5-80,-24-3-152,-28-5-72,-24 5-72,-14 4-40,-17 11-56,-46 14-24,-85 18-16,-88 25 0,-44 13-192,-24-1-368,72-29-744,53-28-1977</inkml:trace>
  <inkml:trace contextRef="#ctx0" brushRef="#br0" timeOffset="36276.995">21509 7392 20324,'0'0'6584,"0"0"-4547,24 0-1361,271-19 523,680-74 245,151 40-1444,-969 51 50,192-1-10,53 18-40,-188-2-2301,-196-13-2131</inkml:trace>
  <inkml:trace contextRef="#ctx0" brushRef="#br0" timeOffset="36611.728">21106 7536 27118,'0'0'1241,"0"0"-511,0 0-154,0 0-51,25-5-126,1058-133 553,-45 54-139,-805 82-1714,-221 2-866</inkml:trace>
  <inkml:trace contextRef="#ctx0" brushRef="#br0" timeOffset="37043.898">21766 7336 27894,'0'0'796,"22"2"-286,176 8 189,0-9 0,1-9 0,-2-8 0,165-37-699,-257 28 171,-105 25-169,1 0 1,0-1 0,0 1-1,-1 0 1,1-1-1,0 1 1,0 0 0,-1-1-1,1 1 1,-1-1-1,1 1 1,0-1 0,-1 1-1,1-1 1,-1 0-1,1 1 1,-1-1 0,1 0-1,-1 1 1,0-1-1,1 0 1,-1 1-1,0-1 1,1 0 0,-1 0-1,0 1 1,0-1-1,0 0 1,0 0 0,0 0-1,0 1 1,0-1-1,0 0 1,0 0 0,0 0-1,0 1 1,-1-1-1,1 0 1,0 0 0,0 1-1,-1-1 1,1 0-1,0 1 1,-1-1 0,1 0-1,-1 1 1,1-1-1,-1 0 1,1 1-1,-1-1 1,0 1 0,1-1-1,-1 1-2,-165-57-188,-6-1-1916,102 29-1486</inkml:trace>
  <inkml:trace contextRef="#ctx0" brushRef="#br0" timeOffset="37950.123">23440 10118 17292,'0'0'8425,"0"0"-5913,0 0-1615,0 0-187,0 0-70,0 0-99,-25-22-122,-93-69-118,10 44-105,50 37-137,0 3-1,-1 2 1,1 2-1,-1 4 1,-28 4-59,-84 10 80,1 8 0,1 7 0,1 8 0,-125 47-80,158-43 41,3 5 0,2 6 0,2 6 0,3 5 0,-35 29-41,128-74 1,1 1 0,1 2 0,1 2 1,0 0-1,2 2 0,1 0 0,2 2 0,0 1 0,2 1 0,1 1 1,1 1-1,2 1 0,2 0 0,-10 26-1,18-31 0,0 0 0,2 0 0,1 1 0,2-1 0,1 1 0,0 0 0,3 0 0,0 0 0,2 0 0,1-1 0,1 1 0,1-1 0,2 0 0,1-1 0,1 1 0,1-2 0,4 5 0,5 5 0,3 0 0,0-1 0,3-1 0,0-2 0,2 0 0,2-2 0,0-1 0,2-2 0,1-1 0,2-1 0,0-2 0,24 11 0,0-4 0,1-3 0,2-3 0,0-2 0,1-3 0,1-3 0,1-3 0,53 4 0,15-4 0,1-6 0,0-6 0,0-6 0,-1-6 0,0-5 0,-1-7 0,-1-5 0,66-25 0,-94 23 0,-2-4 0,-1-5 0,-2-4 0,-1-4 0,-3-4 0,-3-5 0,-2-3 0,-2-4 0,25-28 0,-92 72 0,0-1 0,-1-1 0,-1-1 0,-1-1 0,-1 0 0,-1-1 0,-1 0 0,-2-1 0,0-1 0,-1 0 0,-2-1 0,-1 0 0,-1 0 0,-1-1 0,-1 0 0,-2 0 0,-1 0 0,-1 0 0,-1 0 0,-2 0 0,0 0 0,-2 0 0,-1 0 0,-2 1 0,0 0 0,-2 0 0,-8-16 0,-10-8 0,-3 0 0,-2 2 0,-3 2 0,-1 0 0,-2 3 0,-2 1 0,-2 2 0,-2 2 0,-1 2 0,-2 2 0,-2 2 0,0 2 0,-2 2 0,-2 3 0,-24-8 0,11 10 0,0 4 0,-1 2 0,-1 3 0,-1 3 0,0 3 0,0 3 0,0 3 0,-31 5 0,89-4-2,1 1 0,-1 0-1,0 1 1,0 1 0,0-1 0,1 2 0,-1-1-1,0 2 1,1-1 0,-1 1 0,1 1 0,0 0-1,0 0 1,0 1 0,1 1 0,0-1-1,0 1 1,0 1 0,0 0 0,1 0 0,1 1-1,-1-1 1,1 2 0,0-1 0,1 1 0,0 0-1,0 0 1,1 1 0,-3 9 2,-7 117-1734,15-81-917</inkml:trace>
  <inkml:trace contextRef="#ctx0" brushRef="#br0" timeOffset="38694.784">20766 12148 27422,'0'0'2262,"0"0"-1533,-21-18-586,-73-57-104,36 33 120,1-3 0,2-3 0,3-2 1,2-2-1,2-2 0,2-2 0,1-5-159,-4-23 106,4-2 0,4-2 0,3-1-1,4-2 1,5-2 0,3-1 0,5-1-1,3 0 1,5-1 0,0-93-106,8 60 0,7 50 0,-5 1 0,-2-1 0,-4 1 0,-4 0 0,-2 1 0,-5 0 0,-2 2 0,-21-44 0,-10 23 0,-5 2 0,-4 3 0,-3 3 0,-5 3 0,-3 2 0,-3 4 0,-4 4 0,-19-11 0,-69-48 0,-4 6 0,-7 9 0,-4 7 0,-5 8 0,-4 9 0,-4 8 0,-4 9 0,-4 8 0,-35 1 0,-356-76 0,-5 27 0,-354-15 0,-904-83 0,1447 161 0,396 55-158,1 1 0,-1 0 0,1 1-1,-1 0 1,1 1 0,0 1 0,0 0 0,0 1 0,0 0-1,-8 6 159,-23 8-3843</inkml:trace>
  <inkml:trace contextRef="#ctx0" brushRef="#br0" timeOffset="41516.056">18438 10242 19932,'0'0'392,"0"0"-392</inkml:trace>
  <inkml:trace contextRef="#ctx0" brushRef="#br0" timeOffset="41878.541">17294 11524 27622,'0'0'1920,"134"0"-1672,28-19-184,38-11-32,21-5-24,-2 1 120,-17 10 104,-5 12-128,-17 7-104,-51 5-240,-35-2-1256</inkml:trace>
  <inkml:trace contextRef="#ctx0" brushRef="#br0" timeOffset="42214.359">19035 10974 28182,'0'0'880,"114"6"-600,-33 4-176,9 4 56,-9 3 208,-13 5-48,-18 6-127,-24 3-137,-23 5-16,-14 3-8,-62 10 16,-52 19-8,-46 18-40,-21 3-345,40-20-631,36-23-6065</inkml:trace>
  <inkml:trace contextRef="#ctx0" brushRef="#br0" timeOffset="43056.972">22068 11108 27854,'0'0'576,"0"0"-216,0 0-256,209-24 88,-52 13 208,58-1-96,24 2-104,-2 2-128,-29 4-48,-39 4 8,-35 0 48,-36 0-32,-28 8-48,-2 22-112,-13-5-536,-16-3-1184</inkml:trace>
  <inkml:trace contextRef="#ctx0" brushRef="#br0" timeOffset="43521.126">22759 11148 28246,'0'0'592,"0"0"-112,0 0-392,204 0 56,2-12 152,30-10 0,5-2-104,-26 3-112,-35 5-71,-11 8-9,-18 6-233,-26-2-279,-40 2-1296,-39-4-20445</inkml:trace>
  <inkml:trace contextRef="#ctx0" brushRef="#br0" timeOffset="43522.126">23344 11258 28750,'0'0'680,"180"-33"-472,-33-5-144,19-7-32,-10-1 80,-38 13-16,-35 15-64,-23 8-32,-6 10-376,-10 0-888,-17 0-11179</inkml:trace>
  <inkml:trace contextRef="#ctx0" brushRef="#br0" timeOffset="44518.723">24201 13572 26758,'0'0'707,"0"0"63,-4-18-168,-15-58-143,9 48 87,4 44-23,-10 169-219,-101 1264 980,99-472-691,26-801-559,-14-174 28,-113-50-774,39 10-2663,20 5-5936</inkml:trace>
  <inkml:trace contextRef="#ctx0" brushRef="#br0" timeOffset="44809.006">21198 14114 840,'0'0'0</inkml:trace>
  <inkml:trace contextRef="#ctx0" brushRef="#br0" timeOffset="45182.829">22377 14361 28062,'-335'238'1353,"119"-82"-607,-128 65-746,162-124 141,-5-8 0,-3-7-1,-3-10 1,-3-7 0,-3-10 0,-2-8 0,-2-9-1,-2-8 1,-168 0-141,255-21 28,0-6 0,0-4 1,-1-6-1,2-5 0,-1-5 0,2-5 0,1-5 0,-78-30-28,96 13 1,1-4 0,3-4 1,2-4-1,3-4 0,2-4 0,3-4 0,3-3 0,4-3 0,2-4 0,4-3 0,4-3 0,4-2 0,-41-76-1,-83-166-39,15-8 0,-97-280 39,268 615 0,-37-100-7,-5 2-1,-3 1 0,-5 3 0,-4 2 0,-4 2 1,-4 3-1,-61-66 8,68 103 0,-2 3 0,-2 1 0,-2 4 1,-2 2-1,-1 3 0,-2 3 0,-52-19 0,-24-2 6,-1 7-1,-2 6 0,-46-3-5,110 27 24,0 3-1,-1 3 1,-79 0-24,156 13-35,1 0 0,-1 1 1,0-1-1,1 1 0,-1 0 1,1 1-1,0-1 0,-1 1 1,1 0-1,0 0 0,0 0 0,0 0 1,0 1-1,0 0 0,1 0 1,-1 0-1,1 0 0,0 0 1,0 1-1,0-1 0,0 1 1,0 0-1,1 0 0,-1 1 35,-1 0-194,-14 19-2020</inkml:trace>
  <inkml:trace contextRef="#ctx0" brushRef="#br0" timeOffset="45604.489">15683 11477 27974,'0'0'540,"-23"-9"-305,6 3-224,-2-2-52,-1 1-1,1 1 1,-1 0-1,0 2 1,0 0 0,-1 2-1,-10-1 42,-37 2 106,0 2 0,1 3 1,-1 3-1,1 3 0,0 3 0,1 3 0,1 3 0,1 2 0,0 4 1,-40 22-107,93-42 10,0 0 1,0 0 0,1 1 0,-1 1-1,1-1 1,1 2 0,-1-1-1,1 2 1,1-1 0,0 1 0,0 0-1,0 1 1,1-1 0,1 2 0,0-1-1,0 1 1,1 0 0,0 0 0,1 0-1,0 1 1,-1 8-11,4-3 13,1-1 0,0 1 0,1-1-1,1 1 1,1-1 0,0 0 0,1 0 0,1 0 0,0-1 0,1 1 0,1-1-1,1-1 1,0 1 0,0-1 0,2-1 0,-1 1 0,2-2 0,8 9-13,24 23 40,2-2 1,2-2 0,2-2 0,19 9-41,212 141-479,-182-123-1084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31:50.414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  <inkml:brush xml:id="br2">
      <inkml:brushProperty name="width" value="0.1" units="cm"/>
      <inkml:brushProperty name="height" value="0.1" units="cm"/>
      <inkml:brushProperty name="color" value="#CC0066"/>
    </inkml:brush>
  </inkml:definitions>
  <inkml:trace contextRef="#ctx0" brushRef="#br0">735 849 27118,'0'0'1911,"0"0"-1003,0 0-281,0 0-74,0 0-138,-15 27-126,12-21-272,-9 17 41,0 0-1,2 1 0,1 0 0,0 1 1,2 0-1,1 0 0,1 0 0,1 1 1,0 17-58,-5 869 413,51-141-411,-13-360-27,9 68-2355,-31-436 286</inkml:trace>
  <inkml:trace contextRef="#ctx0" brushRef="#br0" timeOffset="-122342.489">176 12014 30014,'0'0'613,"0"0"-383,0 0-123,1 23 84,7 151 202,-9-140-404,-2 0 0,-1 0 0,-1 0 1,-2 0-1,-1-1 0,-2 0 0,-12 26 11,6-34-350,7-38 31,6-49-104,3 57 400,0-25-10,1 1 0,2 0 0,0 0-1,2 0 1,2 0 0,0 1 0,2 0-1,1 0 1,1 1 0,2 0 0,0 1 33,2 1 52,1 0 0,0 2 0,2 0 0,1 1 0,0 1 0,2 0 0,0 2 0,1 0 0,1 2 0,1 0 0,0 2 0,1 0 0,1 2 0,0 1 0,1 1 0,0 1 0,1 1 0,0 2 0,0 1 0,1 1 0,-1 1 0,1 2 0,0 0 0,0 2 0,2 2-52,-26-2 18,-1 0 0,1 0-1,-1 1 1,1 0 0,-1-1 0,1 2-1,-1-1 1,0 0 0,1 1 0,-1 0 0,0 0-1,0 0 1,0 1 0,0-1 0,-1 1-1,1 0 1,-1 0 0,0 0 0,1 0-1,-1 1 1,-1-1 0,1 1 0,0 0 0,-1 0-1,0 0 1,0 0 0,0 0 0,0 0-1,-1 1 1,0-1 0,0 0 0,0 1-1,0-1 1,-1 1 0,1 0 0,-1-1 0,0 1-1,-1-1 1,1 1 0,-1-1 0,0 1-1,0-1 1,-1 3-18,-7 17 14,0-1 0,-2 0 0,-1 0 0,-1-1 0,0 0-1,-2-2 1,-4 5-14,-7 11-14,-186 295-1957,189-292-1267,10-22-6056</inkml:trace>
  <inkml:trace contextRef="#ctx0" brushRef="#br0" timeOffset="-121973.781">555 12190 28358,'0'0'904,"0"0"-288,-35 169-15,17-82-201,1 4-224,4 2-112,4-7-64,9-7-216,0-17-593,24-37-1199,0-17-2161,5-10-8946</inkml:trace>
  <inkml:trace contextRef="#ctx0" brushRef="#br0" timeOffset="-121972.781">906 12480 28038,'0'0'864,"0"0"-224,-20 126-152,0-71-7,-4 4-241,0 1-152,-5 1-88,-14 10-216,3-14-633,5-18-2311</inkml:trace>
  <inkml:trace contextRef="#ctx0" brushRef="#br1" timeOffset="-217295.109">7249 3342 11482,'0'0'15244,"0"0"-11614,-23-5-3141,-75-13-143,96 17-335,0 1 1,0-1 0,0 1 0,0-1 0,0 1-1,0 0 1,0 0 0,0 0 0,0 0 0,0 0-1,0 0 1,0 0 0,0 1 0,0-1 0,0 1-1,0-1 1,0 1 0,0 0 0,0 0 0,1 0-1,-1 0 1,0 0 0,0 0 0,1 1 0,-1-1-1,1 1 1,-1-1 0,1 1 0,0-1 0,0 1-1,-1 0 1,1-1 0,0 1 0,1 0 0,-1 0-1,0 0 1,0 0 0,1 0-12,-5 9 57,-22 57 58,4 1 1,2 1-1,4 1 1,3 0-1,3 1 0,-1 49-115,3-50 29,2 1 0,4-1 1,3 1-1,3 0 0,3 0 0,5 7-29,-10-69 0,0-1 0,0 0 1,1 0-1,0 0 0,0 0 0,1 0 1,1-1-1,-1 1 0,1-1 0,1 0 1,0 0-1,0-1 0,0 1 0,1-1 1,0 0-1,0 0 0,1-1 0,0 0 1,0 0-1,1-1 0,-1 1 0,1-2 1,0 1-1,0-1 0,1 0 0,-1-1 1,3 0-1,12 2 4,1-2 1,-1-1 0,1-1 0,0-1 0,-1-1 0,1-1 0,0-1 0,-1-2-1,0 0 1,0-1 0,-1-1 0,1-1 0,-1-1 0,-1-1 0,12-8-5,0-1 10,-1-1 1,0-2 0,-2-1 0,-1-2 0,0-1 0,-2-1 0,-1-1-1,-2-1 1,8-12-11,-4-7-8,-2 0 1,-1-2-1,-3 0 0,-2-2 0,-3 0 0,-1-1 0,-3-1 0,-3 0 0,-2 0 0,-2-1 0,-2 0 1,-3 0-1,-3-3 8,4 26-10,-2 1 0,-1-1 1,-2 0-1,-1 1 0,-1 0 1,-2 0-1,-1 0 1,-1 1-1,-2 0 0,-1 1 1,-1 0-1,-1 1 0,-2 0 1,-1 1-1,-1 1 1,-1 1-1,-1 0 0,-17-14 10,17 23-12,0 2-1,0 1 1,-1 0-1,-1 1 1,0 2-1,-1 0 1,0 1-1,-1 1 1,1 2-1,-1 0 1,0 1-1,-1 2 1,1 0-1,-1 2 1,0 1-1,-2 1 13,-19 1-15,0 3 0,0 2 1,0 2-1,1 2 0,0 2 0,1 2 0,0 1 1,-8 7 14,-54 33-8,2 4 0,2 5 0,4 4 0,2 4 0,4 5 1,4 3-1,-54 65 8,73-70 25,3 2 1,4 4-1,3 2 0,-24 50-25,59-91 33,2 1-1,2 1 0,2 0 0,2 2 1,2 0-1,2 1 0,2 0 0,2 0 1,2 1-1,2 16-32,3-49 2,1-1 1,1 1-1,0-1 1,1 1-1,1-1 0,0 0 1,1 1-1,1-2 1,0 1-1,1 0 0,1-1 1,0 0-1,1-1 1,0 0-1,1 0 0,0-1 1,1 0-1,1 0 1,0-1-1,0 0 0,1-1 1,1-1-1,-1 0 1,2-1-1,-1 0 0,1 0 1,0-2-1,0 0 1,1 0-1,4-1-2,35 10-12,0-3 0,1-2 0,1-2 0,0-3 0,0-3 0,12-2 12,19-2-328,1-4-1,-1-3 1,0-4 0,-1-4 0,-1-4 0,-1-4-1,-1-3 1,77-37 328,-28-2-3947</inkml:trace>
  <inkml:trace contextRef="#ctx0" brushRef="#br1" timeOffset="-217075.236">8544 4627 29566,'0'0'2177,"0"0"-1865,0 120-200,0-69-80,0-2-32,14 5-88,8-15-640,-1-15-2921</inkml:trace>
  <inkml:trace contextRef="#ctx0" brushRef="#br1" timeOffset="-213256.463">20488 4948 31623,'0'0'736,"0"0"-736,-26 144-184,0-77-424,4-12-1401</inkml:trace>
  <inkml:trace contextRef="#ctx0" brushRef="#br1" timeOffset="-214260.421">18498 3861 29998,'0'0'649,"0"0"-393,208 71 24,-21-59-112,25-12-24,-6-20-8,-26-17-96,-55 3-40,-16-5-216,-36 9-608,-32 1-1897</inkml:trace>
  <inkml:trace contextRef="#ctx0" brushRef="#br1" timeOffset="-213653.925">19625 3437 27982,'0'0'1200,"-9"185"-264,9-13-231,0 31-217,0 4 16,0-3-128,-18-17-120,-10-6-136,-7-15-96,4-42-24,0-41 0,9-35-104,5-23-64,-1-11-120,10-38-192,3-19-937,5-24-5016</inkml:trace>
  <inkml:trace contextRef="#ctx0" brushRef="#br1" timeOffset="-213652.925">19237 4469 29854,'-138'150'681,"-9"15"-241,39-25-296,32-11-72,30-21-72,26-31-368,15-24-2137</inkml:trace>
  <inkml:trace contextRef="#ctx0" brushRef="#br1" timeOffset="-212887.59">18689 4670 28070,'0'0'2479,"0"0"-1500,26 3-364,187 29-7,253 35-592,-439-65-16,-15-10 0,-25-6 0,-1 1 0,0 1 0,0 0 0,-1 0 0,-1 2 0,0 0 0,-13-6 0,-18-12 0,2 0 0,-11-5 0,1-3 0,2-2 0,1-2 0,3-3 0,-43-46 0,92 89 0,1 0 0,-1 0 0,1-1 0,-1 1 0,1 0 0,-1 0 0,1-1 0,-1 1 0,1 0 0,-1-1 0,1 1 0,-1 0 0,0-1 0,1 1 0,-1 0 0,1-1 0,-1 1 0,0-1 0,0 1 0,1-1 0,-1 1 0,0-1 0,0 1 0,1-1 0,-1 1 0,0-1 0,0 1 0,0-1 0,0 0 0,0 1 0,0-1 0,0 1 0,0-1 0,0 1 0,0-1 0,0 1 0,0-1 0,0 1 0,-1-1 0,1 0 0,0 1 0,0-1 0,-1 1 0,1-1 0,0 1 0,-1 0 0,1-1 0,0 1 0,-1-1 0,158 90 0,94 90-200,-181-123-800</inkml:trace>
  <inkml:trace contextRef="#ctx0" brushRef="#br1" timeOffset="-214801.901">16306 3293 30150,'25'-6'647,"199"-46"-24,2 10 0,201-10-623,-405 51 19,145 11 117,-163-8-131,-1 1 0,1-1 0,0 1 0,-1-1 0,1 1 0,-1 0 0,0 0 0,0 1 0,0-1 0,0 1 0,0-1 0,-1 1 1,0 0-1,0 0 0,0 0 0,0 0 0,-1 0 0,1 1 0,-1-1 0,0 0 0,0 1 0,-1-1 0,1 1 0,-1-1 0,0 0 1,0 1-1,-1-1 0,1 1 0,-1-1 0,0 1 0,0-1 0,0 0 0,-1 0 0,0 1 0,0-1 0,-2 3-5,-61 107 18,-32 3-61,-5-5 0,-5-4 1,-4-5-1,-5-5 0,-4-5 1,-57 29 42,146-100-135,10-4-87,-1-1-1,-1-1 1,0-2 0,-1 0 0,0-1 0,-1-1 0,-1-2 0,0 0 0,0-2 0,-1-1 0,1-1 0,-13 1 222,-3-6-2128</inkml:trace>
  <inkml:trace contextRef="#ctx0" brushRef="#br1" timeOffset="-214800.901">16569 3508 29550,'-63'189'792,"-30"52"-191,-16 51-265,-3 6 8,24-30-24,20-9-152,27-19-104,32-33-64,9-35-168,18-54-328,1-54-312,1-47-1873</inkml:trace>
  <inkml:trace contextRef="#ctx0" brushRef="#br1" timeOffset="-214505.337">16959 4327 30158,'38'102'849,"5"26"159,10 20-608,2-9-216,0-21-120,15 0-64,9-9 0,-18-30-448,-8-26-1945</inkml:trace>
  <inkml:trace contextRef="#ctx0" brushRef="#br1" timeOffset="-215809.247">14285 3143 26686,'0'0'2460,"0"35"-1526,0 517 827,15 703-835,-14-1246-942,-1 0 0,0 1 1,-1-1-1,0 1 0,0-1 0,-1 0 1,0 0-1,-1 0 0,0 0 0,0 0 0,-1 0 1,-3 5 15,6-13-94,-1 1 1,1 0 0,0 0 0,-1-1-1,0 1 1,1-1 0,-1 1 0,0-1 0,0 1-1,1-1 1,-1 0 0,0 0 0,0 0-1,0 0 1,-1-1 0,1 1 0,0 0-1,0-1 1,0 1 0,0-1 0,-1 0 0,1 0-1,0 0 1,0 0 0,-1 0 0,1 0-1,0-1 1,0 1 0,0-1 0,0 0 0,0 1-1,-1-1 1,1 0 0,0 0 0,1 0-1,-1-1 1,0 1 0,0 0 0,0-1-1,1 1 1,-1-1 0,1 1 0,-2-3 93,-26-30-5732</inkml:trace>
  <inkml:trace contextRef="#ctx0" brushRef="#br1" timeOffset="-215299.652">13470 4198 28830,'0'0'720,"0"0"-64,-81 131-175,65-56-225,16-2-176,24-10-80,88-34-304,-2-19-1033,4-14-2704</inkml:trace>
  <inkml:trace contextRef="#ctx0" brushRef="#br1" timeOffset="-215298.652">14743 4125 28374,'0'0'1680,"112"2"-919,-51 16-201,5 8-280,-11 1-280,0 13-104,-16-10-1089,-13-9-7176</inkml:trace>
  <inkml:trace contextRef="#ctx0" brushRef="#br1" timeOffset="-216653.997">10416 4015 29086,'0'0'1481,"0"0"-993,0 0-280,0 0 272,233 67-56,-27-67-72,33-16-136,15-25-184,-15-5-32,-42 13 0,-24 9 0,-39 14 0,-42 8 0,-9 2-440,-30-2-568,-16-5-1721</inkml:trace>
  <inkml:trace contextRef="#ctx0" brushRef="#br1" timeOffset="-216344.638">11913 3220 28558,'-89'140'2481,"-28"47"-2041,-18 44-104,-4 10-168,8-4 64,4 5-8,11-9-144,17-20-80,18-33-48,28-50-104,23-32-176,16-40-456,14-39-1113</inkml:trace>
  <inkml:trace contextRef="#ctx0" brushRef="#br1" timeOffset="-216343.638">11501 4396 18028,'0'0'12939,"119"150"-12323,-25-16-144,11 18-184,-6-2-64,-14-14-72,-6-14-136,0-8-16,-20-27-408,-15-33-1833</inkml:trace>
  <inkml:trace contextRef="#ctx0" brushRef="#br1" timeOffset="-211544.647">23651 1133 26414,'0'0'1025,"-11"-21"502,-74-132-511,82 148-960,-1-1 1,1 1-1,-1 0 0,0 0 0,0 0 0,-1 0 0,1 1 0,-1 0 0,0 0 0,0 0 0,0 0 0,-1 1 0,0 0 0,1 0 0,-1 1 0,0-1 0,0 1 0,0 0 1,0 1-1,-1 0 0,1 0 0,0 0 0,-1 1 0,1-1 0,-1 2 0,1-1 0,0 1 0,-1 0 0,-1 0-56,-17 6 51,-1 0 0,2 1 1,-1 2-1,1 0 0,1 2 0,0 0 0,0 2 1,-10 9-52,-63 40 48,3 4 1,4 4 0,2 4-1,4 4 1,4 3 0,3 3-1,4 4 1,-4 13-49,67-92 1,1 0 0,0 1-1,0 0 1,1 0 0,0 0 0,1 1 0,0 0-1,1 0 1,1 1 0,0-1 0,0 1 0,1 0-1,1 0 1,0 0 0,1 1 0,0-1 0,1 0-1,1 0 1,0 1 0,1-1 0,0 0 0,1 0-1,0 0 1,1-1 0,1 1 0,0-1 0,0 0-1,1 0 1,1-1 0,4 5-1,10 4-9,1-2 0,1-1 0,1-1 0,0-1 0,1 0 0,1-3-1,0 0 1,1-1 0,2-1 9,135 69-115,-156-74 107,0 0 0,0 1 0,-1 0 0,0 0 0,0 1 0,0 0 0,-1 0 0,0 0 0,0 1 0,-1 0 0,0 0 0,-1 1 0,0-1 0,0 1 0,0 0 0,-1 0 0,-1 0 0,0 1 0,0-1 0,0 0 0,-1 1 1,-1-1-1,0 1 0,0-1 0,-1 1 0,0-1 0,0 1 0,-1-1 0,-1 1 8,-13 38-6,-3 0 0,-2-1 0,-2-2 0,-2 0 0,-2-2 0,-1 0 0,-3-2 0,-1-2 0,-2-1 0,-1-1 0,-24 17 6,-14 23 7,-4-4 0,-2-3 0,-61 40-7,180-105-187,-37-4 186,0 1 0,0-1 0,0 1 0,0-1 0,0 1 0,0 0 0,-1 0 0,1 0 0,-1 0 0,1 1 0,-1-1 0,0 1 0,0-1 0,0 1 0,0 0 1,0 0-1,-1 0 0,1 0 0,-1 0 0,0 0 0,1 3 1,7 22 5,-1-1-1,-1 2 1,-1-1 0,-2 1 0,-1-1-1,-1 1 1,-2 0-5,6 202 76,-17 277 320,-64 408-396,-129 870 511,203-1778-511,-18 168 0,8 0 0,7 40 0,5-207 0,-2 3 0,1-1 0,1 1 0,0-1 0,0 1 0,1-1 0,1 0 0,0 1 0,0-1 0,1 0 0,2 2 0,-5-11-17,0 0 0,1-1 0,-1 1 0,0-1 0,1 1 0,-1-1 0,1 0-1,0 0 1,-1 0 0,1 0 0,0 0 0,0 0 0,0 0 0,0-1 0,0 1 0,0-1 0,0 1 0,0-1 0,0 0 0,0 1 0,0-1 0,0 0-1,0 0 1,0-1 0,0 1 0,0 0 0,0-1 0,0 1 0,0-1 0,-1 0 0,1 1 0,0-1 0,0 0 0,0 0 0,-1 0 0,1-1 0,0 1 0,-1 0-1,1-1 1,-1 1 0,0 0 0,1-1 0,-1 0 0,0 1 0,0-1 0,0 0 0,0 0 0,0 1 0,0-1 0,-1 0 0,1 0 0,-1 0 0,1 0-1,-1-1 18,36-64-1820,-12-23-2568</inkml:trace>
  <inkml:trace contextRef="#ctx0" brushRef="#br1" timeOffset="-209455.32">24765 1415 26870,'0'0'2872,"0"0"-2208,0 0-463,0 0-57,0 0 208,118-4-64,-41-20-128,10-3-80,3-1-48,0 3-16,-9 3-16,-11 6-80,5 8-256,-22 6-785,-16 0-1135</inkml:trace>
  <inkml:trace contextRef="#ctx0" brushRef="#br1" timeOffset="-208936.342">25328 1415 29638,'0'0'704,"0"0"-423,0 0-1,-24 128 80,11-57-48,0 10-120,-3 4-112,3 4-80,0 1 0,4 3-272,-6 24-280,4-23-977,-2-19-6128</inkml:trace>
  <inkml:trace contextRef="#ctx0" brushRef="#br1" timeOffset="-208624.719">24824 2616 29302,'0'0'704,"0"0"-408,0 0 161,0 0-9,193 14-80,-71-43-192,34-17-112,11-5-64,-7 0-64,-46 15-432,-38 9-1305</inkml:trace>
  <inkml:trace contextRef="#ctx0" brushRef="#br1" timeOffset="-208381.896">26181 1817 30246,'0'0'721,"0"0"-601,0 0-56,114-13-24,-38-7 96,14-6 8,4-3-80,-1-1-64,12-11-296,-24 5-1137,-24 1-4776</inkml:trace>
  <inkml:trace contextRef="#ctx0" brushRef="#br1" timeOffset="-207912.513">26812 1271 29334,'-42'142'1064,"-6"34"-567,-2 25-209,8-4-88,13-27 144,19-20-104,10-36-72,0-37-64,6-34-56,14-17-32,13-6-16,11-14 0,17-6-32,18-34-200,41-70-160,-14 5-344,-19 0-2105</inkml:trace>
  <inkml:trace contextRef="#ctx0" brushRef="#br1" timeOffset="-207911.513">27487 1166 29262,'0'0'1537,"0"0"-1217,110 158-56,-36-59 112,18 25 48,16 20-96,-5 2-136,-22-10-128,-26-9-64,-27-29 0,-13-21 0,-1-24-224,1-51-248,-2-2-1505,-2-17-3032</inkml:trace>
  <inkml:trace contextRef="#ctx0" brushRef="#br1" timeOffset="-207910.513">28213 1099 31367,'-82'119'776,"-25"43"-464,-22 43-208,-5 20-8,18 3-56,2 13-40,28-54-544,14-33-1489</inkml:trace>
  <inkml:trace contextRef="#ctx0" brushRef="#br1" timeOffset="-205530.448">23995 5272 30078,'0'0'671,"0"0"-343,0 0-148,0 0 10,-2-21 78,0 6-224,0-1 0,2 1 1,0 0-1,0-1 0,2 1 1,0 0-1,0 0 1,2 0-1,-1 0 0,2 0 1,0 1-1,2-1-44,165-363 351,93-129-351,-156 346 49,-107 158-47,1 1 1,-1 0-1,0 0 0,1 0 0,-1 0 1,1 1-1,0-1 0,0 1 1,0-1-1,0 1 0,0 0 1,0 0-1,0 0 0,0 0 0,0 1 1,0 0-1,0-1 0,0 1 1,0 0-1,1 0 0,-1 1 1,0-1-1,0 1 0,0-1 0,0 1 1,0 0-1,0 0 0,0 0 1,0 1-1,0-1 0,0 1 1,-1-1-1,1 1 0,-1 0 1,1 0-1,-1 0 0,0 1 0,0-1 1,1 0-1,-2 1 0,1 0 1,0-1-1,0 1 0,-1 0 1,0 0-1,1 0 0,-1 0 0,0 0 1,-1 0-1,1 0 0,0 3-2,21 58 1,-2 1 0,-4 1-1,-2 1 1,-2 11-1,2 3 0,59 281 0,-25-278 0,-46-82 0,0 0 0,-1-1 0,1 1 0,0-1 0,0 0 0,0 1 0,0-1 0,0 0 0,1 0 0,-1 0 0,0 0 0,0-1 0,1 1 0,-1-1 0,0 1 0,1-1 0,-1 0 0,0 0 0,1 0 0,-1 0 0,0 0 0,1 0 0,-1-1 0,0 1 0,1-1 0,-1 0 0,0 0 0,0 0 0,0 0 0,0 0 0,0 0 0,0 0 0,0-1 0,0 1 0,0-1 0,0 1 0,-1-1 0,1 0 0,-1 0 0,1 0 0,86-159 0,181-537 0,-237 635 0,-32 62 0,0 1 0,1-1 0,-1 0 0,0 1 0,1-1 0,-1 1 0,1-1 0,-1 1 0,1 0 0,-1-1 0,1 1 0,-1-1 0,1 1 0,-1 0 0,1-1 0,0 1 0,-1 0 0,1 0 0,-1 0 0,1-1 0,0 1 0,-1 0 0,1 0 0,0 0 0,-1 0 0,1 0 0,0 0 0,-1 0 0,1 0 0,0 1 0,-1-1 0,1 0 0,0 0 0,-1 0 0,1 1 0,-1-1 0,1 0 0,0 1 0,-1-1 0,1 0 0,-1 1 0,1-1 0,-1 1 0,0-1 0,1 1 0,-1-1 0,1 1 0,-1-1 0,0 1 0,1-1 0,-1 1 0,0 0 0,1-1 0,-1 1 0,0 0 0,0-1 0,0 1 0,0-1 0,0 1 0,0 0 0,0-1 0,0 1 0,0 0 0,0-1 0,0 1 0,0 0 0,0 0 0,14 212 0,-13-122 0,0 53 0,6 0 0,10 29 0,-16-159 0,1-1 0,1 1 0,0-1 0,0 0 0,2 0 0,0 0 0,0 0 0,1-1 0,3 4 0,-9-15-9,1 0 0,0 0-1,0 0 1,0 0 0,0 0 0,0 0 0,0 0 0,0-1-1,0 1 1,0 0 0,0-1 0,0 1 0,0-1-1,1 1 1,-1-1 0,0 0 0,0 1 0,0-1 0,1 0-1,-1 0 1,0 0 0,1 0 0,-1 0 0,0 0 0,0 0-1,1-1 1,-1 1 0,0 0 0,0-1 0,0 1-1,1-1 1,-1 1 0,0-1 0,0 1 0,0-1 0,0 0-1,0 0 1,0 1 0,0-1 0,0 0 0,0 0-1,-1 0 1,1 0 0,0 0 0,0 0 0,-1 0 0,1-1-1,-1 1 1,1 0 0,-1 0 0,1-1 9,85-140-2706,-43 62-305</inkml:trace>
  <inkml:trace contextRef="#ctx0" brushRef="#br1" timeOffset="-205187.462">26461 3816 26350,'0'0'3336,"-33"152"-2575,-24-20-257,-8 24 8,-6 3 88,8-3-184,10-14-192,5-11-160,11-27-64,10-33 0,14-28 0,7-19-168,6-10-248,9-34-320,17-17-777,2-22-3440</inkml:trace>
  <inkml:trace contextRef="#ctx0" brushRef="#br1" timeOffset="-205186.462">26595 4025 30126,'24'100'777,"2"23"-121,1 19-344,-8-6-32,-5-12 80,-6-17-128,-1-22-208,-5-26-24,-2-20-64,0-3-248,0-9-144,-24-13-56,-5-12-937,-6-2-3264</inkml:trace>
  <inkml:trace contextRef="#ctx0" brushRef="#br1" timeOffset="-204820.458">26130 4674 29118,'0'0'928,"0"0"-656,160-28-103,-41 16-169,-19 3-40,-14 1-1433</inkml:trace>
  <inkml:trace contextRef="#ctx0" brushRef="#br1" timeOffset="-202804.338">25330 5996 24789,'0'0'3601,"0"0"-2689,0 0-288,-184 163-39,61-7-81,-13 28-104,7 9-176,19-14-120,32-21-56,23-16-24,24-31-24,22-32-128,9-26-280,13-25-489,3-19-1887</inkml:trace>
  <inkml:trace contextRef="#ctx0" brushRef="#br1" timeOffset="-204092.583">27099 3987 26462,'0'0'2600,"0"0"-1776,0 0-424,0 0 1,0 0-57,169 26-112,-84-24-64,10-2-64,1-6-64,-4-12-16,-11 1-24,-6 9-208,-21 6-416,-23 2-1665</inkml:trace>
  <inkml:trace contextRef="#ctx0" brushRef="#br1" timeOffset="-203608.823">27555 4269 28598,'0'0'1008,"0"0"-264,-18 148-247,12-71-113,-1 4-136,3 4-152,4-2-88,0-8-8,15-2-200,12-20-336,-1-21-1809</inkml:trace>
  <inkml:trace contextRef="#ctx0" brushRef="#br1" timeOffset="-203211.195">28519 3707 30687,'0'0'600,"0"0"-480,25 119-40,25-33 72,29 29 200,22 25-24,4 8-160,-15-4-104,-29-30-56,-28-33-8,-13-22-144,-7-19-136,7-7-280,-5-9-568,-2-14-1097</inkml:trace>
  <inkml:trace contextRef="#ctx0" brushRef="#br1" timeOffset="-203210.195">29335 3567 20500,'0'0'9858,"0"0"-9313,-171 111 7,44-11-144,-36 42 0,-18 28-168,-10 23-168,-9 24-72,56-53-432,10-22-1761</inkml:trace>
  <inkml:trace contextRef="#ctx0" brushRef="#br1" timeOffset="-202034.63">25324 6167 29438,'0'0'656,"50"148"-111,-32-6-153,-5 24-80,-11-4 72,-2-14-144,4-40-152,-2-23-88,3-28-64,-1-17-280,-4-5-272,-6-9-1025,-16-9-3072</inkml:trace>
  <inkml:trace contextRef="#ctx0" brushRef="#br1" timeOffset="-202033.628">24730 6798 27262,'0'0'984,"0"0"-336,199-23-208,-52 7-144,41-6-24,12 3-160,-49 1-112,-41 8-888</inkml:trace>
  <inkml:trace contextRef="#ctx0" brushRef="#br1" timeOffset="-201339.393">26012 6447 29038,'0'0'880,"0"0"-464,0 0-175,136-25 39,-55 1-80,15-4-80,3-1-72,-16 7-48,3 2-8,-3 10-320,-24 7-1017,-22 3-2664</inkml:trace>
  <inkml:trace contextRef="#ctx0" brushRef="#br1" timeOffset="-200771.656">26428 6351 28286,'0'0'912,"0"0"-160,0 0-288,0 0-127,0 0 31,-74 130-88,56-57-104,1 10-72,-1 7-48,7 3-32,5 0-24,6-4-128,8 5-304,12-23-889,2-21-4696</inkml:trace>
  <inkml:trace contextRef="#ctx0" brushRef="#br1" timeOffset="-200326.416">27450 5962 30783,'0'0'608,"0"0"-480,33 144-80,10-59 32,14 12 168,20 17 56,13 4-136,-2-1-104,-12-17-64,-19-19-16,-19-24-200,1-5-168,1-15-296,-12-21-1025,-10-16-9857</inkml:trace>
  <inkml:trace contextRef="#ctx0" brushRef="#br1" timeOffset="-200325.416">28120 5972 30855,'0'0'736,"-188"173"-232,32-19-240,-26 24-136,0 3-40,5 1-88,17-14-56,35-38-632,22-30-1361</inkml:trace>
  <inkml:trace contextRef="#ctx0" brushRef="#br1" timeOffset="-199732.026">21917 7597 27574,'0'0'1123,"0"0"-192,0 0-334,-6 27-95,-79 409 635,55-242-845,9 0-1,8 2 1,9 50-292,4-196 3,2 0 0,2-1 0,2 1 0,3-1 1,1 0-1,3-1 0,2 0 0,2-1 0,2 1-3,-12-35 0,0 0 1,1-1-1,0 0 0,1 0 1,0 0-1,1-1 1,1-1-1,-1 0 0,2 0 1,-1-1-1,1-1 0,1 0 1,-1 0-1,1-1 0,1-1 1,10 4-1,226 44-164,-225-50 118,133 13-794,-24-14-1165</inkml:trace>
  <inkml:trace contextRef="#ctx0" brushRef="#br1" timeOffset="-199284.905">24076 8576 28678,'0'0'1032,"0"0"-255,-127 85-313,5 31-56,-47 73-40,-18 34-104,5 12-152,27-14-56,43-45-32,33-42-24,35-40-80,31-40-272,22-54-272,22 0-1129,2-26-5752</inkml:trace>
  <inkml:trace contextRef="#ctx0" brushRef="#br1" timeOffset="-198876.301">23866 8603 30414,'31'135'569,"6"36"-393,9 36-80,-2-7 136,6-33 144,3-31-16,-3-45-184,-2-32-104,3-23-72,8-9-128,46-27-136,-10 0-296,-17-37-1361</inkml:trace>
  <inkml:trace contextRef="#ctx0" brushRef="#br1" timeOffset="-198668.438">24673 8840 30254,'-106'140'633,"-16"30"-281,12-8-176,7-1 80,13-7-16,22-16-144,22-33-96,22-34-40,20-32-216,15-39-288,17-4-625,5-27-887</inkml:trace>
  <inkml:trace contextRef="#ctx0" brushRef="#br1" timeOffset="-198667.438">24773 8562 29166,'0'0'736,"33"138"-320,-22-2-7,-6 32-33,-5 9 184,-5-11-136,-4-22-184,3-10-136,6-27-104,2-11-152,16-28-488,1-31-1657</inkml:trace>
  <inkml:trace contextRef="#ctx0" brushRef="#br1" timeOffset="-196924.256">28042 8521 28694,'0'0'928,"0"0"-344,-128 150-135,47-46-65,-19 32-56,-14 36-168,6 5-96,27-31-40,33-43-24,28-48 0,16-23-168,4-7-240,8-23-433,19-2-1063,-1-10-5313</inkml:trace>
  <inkml:trace contextRef="#ctx0" brushRef="#br1" timeOffset="-196613.137">28287 8633 29222,'29'118'664,"-5"22"-71,-2 22-249,-18-6 56,-4-20-16,0-23-144,0-27-176,-2-28-64,-5-21-8,3-3-160,-7-11-88,0-5-336,-4-16-1089</inkml:trace>
  <inkml:trace contextRef="#ctx0" brushRef="#br1" timeOffset="-196612.137">27634 9247 20500,'0'0'9050,"0"0"-8554,162-40-136,-39 10-159,37-7-33,2 0-168,-39 9-224,-36 6-2121</inkml:trace>
  <inkml:trace contextRef="#ctx0" brushRef="#br1" timeOffset="-196215.961">28800 8605 25253,'0'0'5298,"0"0"-4938,134-9-176,-58-11 8,8-4 56,1-1-128,1-5-120,14-2-128,-23 7-928,-18 3-2585</inkml:trace>
  <inkml:trace contextRef="#ctx0" brushRef="#br1" timeOffset="-195813.006">29300 8842 29998,'0'0'1129,"-27"130"-633,6-17-152,-10 35 24,2 2-168,5-10-136,9-30-64,10-39-104,5-21-320,14-17-240,12-11-1313,-2-16-7129</inkml:trace>
  <inkml:trace contextRef="#ctx0" brushRef="#br1" timeOffset="-197780.901">25606 9440 29030,'0'0'807,"0"0"-221,-5-22-278,-39-129 30,42 146-334,-1 0-1,1 1 0,-1-1 1,0 1-1,0-1 0,0 1 0,0 0 1,-1 0-1,0 0 0,0 0 1,0 1-1,0 0 0,0 0 1,-1 0-1,1 0 0,-1 1 0,0-1 1,0 1-1,0 0 0,0 1 1,0-1-1,0 1 0,-1 0 1,1 0-1,0 1 0,-1 0 0,1 0 1,0 0-1,-1 0 0,1 1 1,0 0-1,0 0 0,-1 0 1,1 1-1,0 0 0,0 0 1,0 0-1,1 1 0,-1-1 0,1 1 1,-1 0-1,0 1-3,-11 12-2,1 2 0,0 0 1,2 0-1,0 1 0,1 1 0,1 0 0,0 0 1,2 1-1,0 1 0,2-1 0,0 1 0,2 1 1,0-1-1,1 1 0,2 0 0,0 0 0,2 3 2,-2-21 0,0 0 0,1 0 0,0 0 0,0 0 0,0 0 0,1 0 0,0 0 0,0 0 0,0 1 0,0-1 0,1 0 0,0 0 0,0 0 0,0 0 0,1 0 0,0-1 0,0 1 0,0 0 0,0-1 0,1 1 0,0-1 0,-1 0 0,2 0-1,-1 0 1,0 0 0,1-1 0,0 1 0,0-1 0,0 0 0,0 0 0,0 0 0,1-1 0,-1 1 0,1-1 0,0 0 0,-1 0 0,1-1 0,2 1 0,3-2 1,1 0 1,0-1-1,-1 0 1,1 0-1,-1-1 0,0-1 1,1 0-1,-1 0 1,0-1-1,-1 0 1,1-1-1,-1 0 0,0-1 1,0 0-1,0 0 1,-1 0-1,0-1 0,4-5-1,123-150-29,-39 6-108,-96 156 137,1 0 0,-1 0 0,1 0-1,-1 0 1,1 0 0,-1 0 0,1 0 0,-1 0 0,1 0 0,-1 0 0,1 0 0,-1 0 0,1 0 0,-1 0 0,1 0 0,-1 1 0,1-1 0,-1 0 0,1 0 0,-1 1 0,1-1 0,-1 0 0,1 0 0,-1 1 0,0-1 0,1 1 0,-1-1 0,0 0 0,1 1 0,-1-1 0,0 1 0,1-1 0,-1 1 0,0-1-1,0 1 1,0-1 0,0 1 0,1-1 0,-1 1 0,0-1 0,0 1 0,0-1 0,0 1 0,0-1 0,0 1 0,0-1 0,0 1 0,0-1 0,-1 1 0,1-1 0,0 1 0,0-1 0,0 1 0,0-1 0,-1 1 0,1-1 0,0 1 0,-1-1 0,1 0 0,0 1 0,-1-1 0,1 1 0,0-1 0,-1 0-1,0 1 2,1 0 1,-8 223 400,7-221-407,1 0-1,-1 0 0,1 0 0,0 0 0,1 0 0,-1 0 0,0 0 0,1 0 0,-1 0 1,1 0-1,0 0 0,0 0 0,1 0 0,-1-1 0,0 1 0,1 0 0,0-1 0,-1 1 1,1-1-1,0 1 0,0-1 0,1 0 0,-1 0 0,0 0 0,1 0 0,-1 0 1,1-1-1,-1 1 0,1-1 0,0 0 0,0 1 0,0-1 0,0 0 0,0-1 0,0 1 1,0-1-1,0 1 0,0-1 0,0 0 0,0 0 0,0 0 0,0 0 0,0-1 0,0 1 1,0-1-1,0 0 6,59-19-1093,-22-6-2709,3-10-9211</inkml:trace>
  <inkml:trace contextRef="#ctx0" brushRef="#br1" timeOffset="-197257.391">26132 9302 27070,'0'0'1248,"0"0"-400,114 102-416,-54-54-64,-3-3 40,0-4-223,-7-1-185,-4-9-8,4-15-417,-8-10-543,-13-6-2769</inkml:trace>
  <inkml:trace contextRef="#ctx0" brushRef="#br1" timeOffset="-197256.391">26501 9225 29006,'0'0'792,"-152"197"-176,78-96-279,21-28-137,20-20-104,3 8-96,8 16-120,6-10-1201,12-23-16947</inkml:trace>
  <inkml:trace contextRef="#ctx0" brushRef="#br1" timeOffset="-195421.304">29942 8927 30559,'0'0'600,"123"146"-424,-31-34-104,-2 1 312,-9-15-104,-16-13-184,-14-24-96,-1 1-16,1-9-240,-3-31-400,-13-19-1129,-11-3-4320</inkml:trace>
  <inkml:trace contextRef="#ctx0" brushRef="#br1" timeOffset="-195420.304">30569 8813 28406,'-81'116'3025,"-27"48"-2737,-23 41-184,-3 14-104,40-59-16,13-32-760</inkml:trace>
  <inkml:trace contextRef="#ctx0" brushRef="#br1" timeOffset="-164400.227">30749 1086 20748,'0'0'7866,"0"0"-5900,0 0-1635,9 21-45,-5-14-264,-1 2 10,1 0-1,0 0 0,1-1 1,0 0-1,0 1 0,1-1 1,0-1-1,0 1 0,1-1 1,0-1-1,0 1 0,1-1 1,-1 0-1,1-1 0,1 1 1,-1-2-1,1 1 0,0-1 1,4 1-32,141 42 263,-91-30-213,0 3 0,-1 2 0,45 25-50,-85-32 12,0 2-1,-2 0 1,1 1-1,-2 1 1,-1 1-1,0 0 0,-1 2 1,-2 0-1,0 1 1,-1 0-1,-2 1 1,0 0-1,-1 1 1,-2 1-1,0 0 1,-2 0-1,-1 0 1,-1 1-1,-2 0 1,0 0-1,-2 0 1,0 0-1,-2 0 0,-1 0 1,-3 9-12,-1 13 17,-2 0 1,-2-1-1,-1 0 1,-4-1-1,-1 0 1,-2-2-1,-2 0 1,-2-1-1,-2 0 1,-22 28-18,-114 178 19,64-107-111,7 4 1,5 3-1,8 5 1,1 14 91,65-148-31,2-1 0,0 1 0,1 0 0,1 1 0,2-1 0,0 1 0,1 0 0,1 0 0,1 1 0,0-1 0,2 0 0,1 0 0,1 0 0,1 0 0,0 0 0,4 5 31,7-2-8,2 0 0,0-1 1,2-1-1,1-1 0,0 0 1,2-2-1,0 0 0,2-2 0,0 0 1,0-2-1,2 0 0,0-2 0,1-1 1,1 0 7,88 53-12,-106-61 13,0 1 1,-1 0-1,0 0 1,0 1-1,0 0 1,-1 1-1,0 0 0,0 0 1,-1 1-1,0 0 1,-1 0-1,0 0 1,0 1-1,-1 0 1,0 0-1,-1 1 1,0-1-1,0 1 1,-2 0-1,1 0 0,0 8-1,-3 35 60,-2 1-1,-2 0 0,-3-1 0,-3 0 0,-1 0 1,-9 20-60,-28 153 127,38-143-103,4-1 1,3 1-1,4 0 0,3 0 0,5 0 1,16 73-25,165 705 181,-157-676-154,-8 1-1,-8 0 1,-8 1 0,-9 1-1,-19 136-26,1-214 9,-5 0-1,-5-1 0,-4-2 1,-6-1-1,-4-2 0,-4-2 1,-5-2-1,-46 66-8,73-127 0,-1-1 0,-1-2 0,-3 0 0,0-2 0,-3-1 0,-21 17 0,52-48-17,-1-1 0,1 1 0,-1-1 0,0 0 0,0 1 0,0-1 0,0 0 0,0 0 0,0 0 0,0-1 0,-1 1-1,1 0 1,-1-1 0,1 1 0,-1-1 0,0 0 0,1 0 0,-1 0 0,0-1 0,0 1 0,0 0 0,0-1 0,0 0 0,0 0 0,0 0 0,1 0 0,-1 0 0,0 0 0,0-1 0,0 0 0,0 1 0,0-1 0,1 0-1,-1 0 1,0-1 0,1 1 0,-1 0 0,1-1 0,-1 0 0,1 1 0,0-1 0,0 0 0,-1 0 0,2-1 0,-1 1 0,0 0 0,0-1 0,1 1 0,-1-1 0,0 0 17,-22-65-1757,12-27-2844</inkml:trace>
  <inkml:trace contextRef="#ctx0" brushRef="#br1" timeOffset="-164118.576">32300 4297 29150,'0'0'840,"0"0"-552,0 0 105,202 53 55,-48-53-56,47-37-152,10-18-128,-36-3-96,-50 9-16,-35-4-320,-33 13-1041,-11-3-4392</inkml:trace>
  <inkml:trace contextRef="#ctx0" brushRef="#br1" timeOffset="-163844.204">33355 3985 29854,'-31'196'1177,"-11"42"-609,-4-13-136,-4-2-56,2-8-112,4-18-168,9-25-96,6-42 0,14-45-56,8-39-280,7-31-152,0-15-128,7-59-529,8-10-567,1-22-11611</inkml:trace>
  <inkml:trace contextRef="#ctx0" brushRef="#br1" timeOffset="-163330.523">32910 4686 28430,'0'0'664,"-22"24"-377,-75 85-195,88-99-90,1 0 0,0 0-1,0 1 1,1 0 0,0 1 0,1 0 0,1-1 0,0 2-1,0-1 1,1 1 0,1-1 0,0 1 0,1 0 0,0 0-1,1 0 1,0 7-2,1-16-31,0-1-1,0 0 1,1 1-1,-1-1 0,1 0 1,0 0-1,-1 1 1,2-1-1,-1 0 1,0 0-1,1 0 0,-1 0 1,1 0-1,0-1 1,0 1-1,0 0 1,0-1-1,0 1 0,1-1 1,-1 0-1,1 0 1,-1 0-1,1 0 1,0 0-1,0-1 0,0 1 1,0-1-1,0 0 1,0 0-1,0 0 1,1 0-1,-1 0 0,0-1 1,1 1-1,-1-1 1,0 0-1,0 0 1,3-1 31,130-26-218,-72-10 273,-2-3 1,-1-2 0,-2-3-1,31-33-55,-65 58 3,206-191 3,-82 72-2761,-141 132 2444,56-28-6186,-53 43 11414,-8 17-3063,-3-19-1018,0 161 3139,-27 80-2761,18-158-899,9-87-306,1-1 0,0 0 0,0 0 0,0 0 0,0 1 0,0-1-1,1 0 1,-1 0 0,0-1 0,0 1 0,1 0 0,-1 0 0,0-1 0,1 1 0,-1-1 0,1 1-1,-1-1 1,1 1 0,-1-1 0,1 0 0,-1 0 0,1 0 0,-1 0 0,1 0 0,-1 0 0,1 0-1,-1 0 1,1-1 0,-1 1 0,0 0 0,1-1 0,-1 0 0,1 1 0,-1-1 0,0 0 0,1 1-1,-1-1 1,0 0 0,0 0 0,0 0 0,0 0 0,0 0 0,0-1 0,0 1 0,0 0 0,0 0-1,0-1 1,0 1 0,-1 0 0,1-1 0,-1 1 0,1-1-9,36-33-37,-1-3 0,-3 0 0,0-3-1,-3 0 1,6-14 37,-4 8-54,184-297-364,-216 344 422,1 1-1,-1-1 1,0 0-1,0 0 1,0 1-1,0-1 0,1 0 1,-1 0-1,0 0 1,0 1-1,1-1 0,-1 0 1,0 0-1,0 0 1,1 0-1,-1 0 0,0 0 1,1 0-1,-1 1 1,0-1-1,0 0 1,1 0-1,-1 0 0,0 0 1,1 0-1,-1 0 1,0 0-1,1 0 0,-1-1 1,0 1-1,0 0 1,1 0-1,-1 0 1,0 0-1,1 0 0,-1 0 1,0 0-1,0-1 1,1 1-1,-1 0 0,0 0 1,0 0-1,0-1 1,1 1-1,-1 0 0,0 0 1,0-1-1,0 1-3,-5 37 167,-48 172 318,33-141-414,2 2-1,4 0 1,2 0-1,1 32-70,10-99 0,0 0 0,1 0 0,-1 1 0,1-1 0,0 0 0,0 1 0,0-1 0,0 0 0,0 0 0,1 1 0,-1-1 0,1 0 0,0 0 0,0 0 0,1 0 0,-1 0 0,0 0 0,1 0 0,0 0 0,0 0 0,0-1 0,0 1 0,0-1 0,0 1 0,1-1 0,-1 0 0,1 0 0,-1 0 0,1 0 0,0 0 0,0-1 0,0 1 0,0-1 0,0 0 0,0 0 0,3 1 0,9-1 0,0 0 0,0-1 0,1-1 0,-1-1 0,0 0 0,0 0 0,0-2 0,-1 0 0,1 0 0,-1-2 0,0 1 0,0-2 0,0 0 0,-1-1 0,0 0 0,-1-1 0,0 0 0,0-1 0,-1 0 0,0-1 0,-1 0 0,0-1 0,-1 0 0,-1-1 0,7-10 0,28-36-209,-3-2 0,-2-2 1,-3-2-1,-2 0 0,-4-3 0,-3 0 0,-1-6 209,4-22-2091</inkml:trace>
  <inkml:trace contextRef="#ctx0" brushRef="#br1" timeOffset="-162419.551">35054 3407 30046,'0'0'967,"-8"18"-583,2-6-336,-2 5 94,1 0-1,0 1 1,1 0-1,1 0 1,1 0 0,0 1-1,1-1 1,1 2-142,3-16 4,1 0 1,-1 0 0,0-1-1,1 1 1,0 0 0,0-1 0,0 1-1,0-1 1,1 0 0,-1 1-1,1-1 1,0 0 0,0-1-1,0 1 1,0 0 0,1-1 0,-1 0-1,1 0 1,-1 0 0,1 0-1,0 0 1,0-1 0,-1 0-1,1 0 1,0 0 0,0 0-1,0 0 1,1-1 0,-1 0 0,0 0-1,0 0 1,0 0 0,0-1-1,0 1 1,0-1 0,0 0-1,0 0 1,1-1-5,7 2 11,29-5-78,0-1 0,0-2 0,-1-2 0,-1-2 0,1-1 0,-2-2 0,0-2 0,-1-1 0,-1-2 1,10-8 66,-17 10-173,-57 22 173,-5 14 83,1 2 0,0 1 0,2 1-1,0 2 1,1 1 0,-13 16-83,35-34 8,3-4-3,-1 1 0,0-1 0,1 1-1,0 0 1,0 1 0,0-1 0,1 1-1,0-1 1,-1 1 0,2 0 0,-1 0 0,0 1-1,1-1 1,0 0 0,0 1 0,1 0-1,0-1 1,0 1 0,0 0 0,0 0-5,15 4 18,9-10-23,0-1-1,-1-1 1,1-2-1,-1 0 1,1-1-1,-1-1 1,-1-1-1,1-1 1,-2-1-1,1-1 1,15-10 5,5 0-41,450-221-364,-468 230 327,-35 16-17,-39 17-19,-20 11 9,36-21-66,1 3 0,1 1 0,1 1 0,0 2 0,1 1 0,1 1 1,1 2-1,1 1 0,-20 22 171,-27 48-2938,-310 180 4113,258-177-603,143-97-1114,75-16 13,-89 16 542,1 0 0,-1 1 0,0 0 0,0-1 0,1 1 1,-1 0-1,0 0 0,0 0 0,0 1 0,0-1 0,0 0 0,-1 1 0,1-1 0,0 1 0,-1 0 1,1 0-1,-1-1 0,1 1 0,-1 0 0,0 0 0,0 0 0,0 0 0,0 1 0,0-1 0,0 0 1,0 0-1,-1 1 0,1-1 0,-1 0 0,0 1 0,0-1 0,0 0 0,0 1 0,0-1 0,0 0 1,-1 1-1,1-1 0,-1 0 0,1 0 0,-1 1 0,0-1 0,0 1-13,0 9 107,-4 40 165,-2 0-1,-2 0 1,-3-1-1,-2 0 1,-2-1-1,-4 4-271,2-1 193,-112 341 869,125-344-1142,30-56-794,86-139-1444,-82 100 1950,34-55-116,-31 44 656,2 2 0,3 2 0,2 1-1,2 2 1,2 1 0,11-5-172,-25 27 260,1 2-1,0 1 1,2 2-1,0 1 1,2 1-1,0 2 1,1 1-1,0 2 1,1 2-1,1 1 1,0 1 0,0 3-1,15-1-259,4 13-1183,-45 7-1928</inkml:trace>
  <inkml:trace contextRef="#ctx0" brushRef="#br1" timeOffset="-161896.5">35049 4417 27430,'0'0'1360,"0"0"-424,0 0-47,0 0-249,0 0-160,-171 101-136,99-38-192,-3 8-152,5 0 0,11-4-264,22-4-128,15-17-744,17-19-1553</inkml:trace>
  <inkml:trace contextRef="#ctx0" brushRef="#br1" timeOffset="-161603.831">35264 4536 29886,'0'0'673,"0"0"-481,0 0-128,131 112-8,-104-76-56,6-15-120,-7-7-1081,-4-14-2543</inkml:trace>
  <inkml:trace contextRef="#ctx0" brushRef="#br1" timeOffset="-161283.162">35757 4090 26142,'0'0'3670,"-5"31"-2547,-57 249-294,-168 470-83,214-673-1349,30-103 112,63-116-1688,-41 68-212</inkml:trace>
  <inkml:trace contextRef="#ctx0" brushRef="#br1" timeOffset="-160797.438">35884 4177 28990,'0'0'727,"0"0"-439,22-7-136,72-19 148,-89 25-273,0 0 0,0 1-1,0 0 1,0 0 0,0 0 0,0 0-1,0 1 1,0 0 0,0 0 0,0 0-1,0 1 1,0-1 0,-1 1-1,1 0 1,-1 1 0,1-1 0,-1 1-1,0 0 1,0 0 0,0 0 0,-1 0-1,1 1 1,-1-1 0,1 1 0,-1 0-1,0 0 1,-1 1 0,1-1-1,-1 0 1,0 1 0,0 0 0,0-1-1,0 1 1,-1 0 0,0 0 0,0 0-1,0 0 1,-1 0 0,0 0 0,0 0-1,0 0 1,0 0 0,-1 0-1,0 1-26,1 70 114,-3-1-1,-3 1 0,-3-1 1,-4 0-1,-3-1 1,-4 0-1,-2-2 0,-4 0 1,-2-2-1,-16 24-113,43-90-20,1-1 0,0 1 0,-1 0 0,0 0 0,0-1 0,0 1 0,0 0 0,0-1 0,-1 1 0,0-1 0,1 0 0,-1 1 0,-1-1 0,1 0-1,0 0 1,-1 0 0,0 0 0,1-1 0,-1 1 0,0-1 0,0 0 0,0 0 0,-1 0 0,1 0 0,-1 0 0,1-1 0,-1 1 0,1-1 0,-1 0 0,0 0 0,1 0 0,-1-1 0,0 0 0,0 1 0,0-1 0,1 0 0,-1-1 0,0 1 0,0-1 0,0 1 0,1-1 0,-1 0 0,0-1-1,1 1 21,-10-12-187,1 0 0,1-1 0,1-1-1,0 1 1,0-1 0,2-1-1,0 0 1,0 0 0,2-1-1,0 0 1,1 0 0,1 0-1,-2-10 188,-9-57 844,1-123-12686,14 141 12219,-1 1 5306,7 102-404,-1-2-4797,-11 221 804,6-255-1287,1-1 0,-1 1-1,0 0 1,1-1 0,-1 1 0,1-1 0,-1 1 0,1 0 0,-1-1 0,1 1 0,-1-1-1,1 1 1,-1-1 0,1 1 0,0-1 0,-1 0 0,1 1 0,0-1 0,-1 0 0,1 0-1,0 1 1,0-1 0,-1 0 0,1 0 0,0 0 0,0 0 0,-1 0 0,1 0 0,0 0-1,0 0 1,-1 0 0,1 0 0,0 0 0,0-1 0,-1 1 0,1 0 0,0 0 0,-1-1-1,1 1 1,0 0 0,-1-1 0,1 1 0,-1-1 0,1 1 0,0-1 0,-1 1 0,1-1-1,-1 0 2,56 32-21,-40-26 34,-10-5 30,-1 1 0,1 0-1,-1 0 1,1 0 0,-1 0 0,0 1-1,1 0 1,-1 0 0,0 1 0,0-1 0,0 1-1,-1 0 1,1 0 0,-1 1 0,0-1-1,0 1 1,0 0 0,0 0 0,-1 0 0,1 1-1,-1-1 1,0 1 0,0 0 0,-1 0 0,0 0-1,1 0 1,-2 0 0,1 1 0,0 2-43,-5-6-13,1 1 1,-1 0 0,0-1-1,0 0 1,0 1-1,0-1 1,-1 0 0,1-1-1,-1 1 1,1 0 0,-1-1-1,1 0 1,-1 0-1,0 0 1,1 0 0,-1-1-1,0 0 1,0 1 0,0-1-1,0-1 1,1 1 0,-1 0-1,-1-1 13,5 1-9,-25 0-994,3 0-1360</inkml:trace>
  <inkml:trace contextRef="#ctx0" brushRef="#br1" timeOffset="-158914.424">20315 12722 27854,'0'0'2937,"0"0"-2561,0 0-256,0 0-120,0 0-664</inkml:trace>
  <inkml:trace contextRef="#ctx0" brushRef="#br1" timeOffset="-191308.649">17709 8004 27926,'0'0'1164,"0"0"-658,0 0-317,0 0-98,0 0 74,-7 25 62,4-16-202,-29 200 301,19 148 227,-24 69-553,-4 67 305,-2 1186 968,-26 323-1256,69-1982-17,-25 829 0,-43 58 0,-63 121-1810,111-893-637</inkml:trace>
  <inkml:trace contextRef="#ctx0" brushRef="#br1" timeOffset="-192071.274">3880 7562 26862,'0'0'1869,"0"0"-1295,0 0-475,0 0-58,-2 21 91,-11 281 451,13-174-342,-2 263 701,-19 37-942,8-287 55,-55 836 290,60 419-8,59 29-124,-17-740-171,-7 43 34,112 1687 75,27-1098-127,-134-1066-785,-3 218 761,-29-505-842,0-26-1255</inkml:trace>
  <inkml:trace contextRef="#ctx0" brushRef="#br1" timeOffset="-191677.884">4308 8124 28198,'0'0'758,"0"0"-192,26-5-126,207-23 318,28 24-442,763-31-115,1666-156-25,-1605 150-164,192 54-12,900 172-125,-769-2-652,-1167-157-684</inkml:trace>
  <inkml:trace contextRef="#ctx0" brushRef="#br1" timeOffset="-190490.564">5890 17301 29022,'0'0'750,"0"0"-482,0 0-207,25 0-22,321-10 264,1037-151 386,-395 97-81,641 53-608,277 86 579,1651-46-381,-2528-31-1020,-866 2-879,-56 0-2175</inkml:trace>
  <inkml:trace contextRef="#ctx0" brushRef="#br1" timeOffset="-190086.419">17176 15971 30663,'0'0'720,"-9"129"-368,9-17-32,0 40 144,3 6-216,10-6-248,-4-14 0,-9-24 0,0-19-8,-5-16-480,-8-30-248,-7-27-1361</inkml:trace>
  <inkml:trace contextRef="#ctx0" brushRef="#br1" timeOffset="-189323.097">4386 12395 27982,'0'0'1495,"23"1"-588,196 25 105,29 7-680,2-10 0,1-11 0,203-19-332,-259 4 68,1090 24 35,78 30 24,-1344-50-133,98 1-171,-1 6 0,0 5 0,-1 5 0,73 23 177,-115-15-792,-30-4-1122</inkml:trace>
  <inkml:trace contextRef="#ctx0" brushRef="#br1" timeOffset="-188953.462">9467 12610 28462,'0'0'2201,"0"0"-1439,0 0-451,0 0 45,-10 23 16,0 1-334,1 0-1,1 1 1,2-1-1,0 2 1,1-1-1,2 1 1,1-1-1,0 25-37,19 896 3,-34 1358-3,13-1421 0,-21-953-232,6 8-928</inkml:trace>
  <inkml:trace contextRef="#ctx0" brushRef="#br1" timeOffset="-186976.532">3578 11055 22797,'0'0'5489,"0"0"-3845,0 0-1147,0 0-261,0 0-108,14-11 20,-3 2-121,0 1 1,1 0-1,0 1 1,0 0-1,1 1 1,-1 0 0,1 1-1,1 1 1,-1 0-1,1 1 1,-1 0-1,14 0-27,519-38 468,94 23-468,-188 8 8,1195-28 241,-462 28-93,-810 34-132,319 63-24,-482-56 8,194 9-70,3-17 1,0-18 0,123-25 61,-110 13-1523,-375 14-55,-14 2-1738</inkml:trace>
  <inkml:trace contextRef="#ctx0" brushRef="#br1" timeOffset="-186468.652">11504 11109 28942,'0'0'899,"0"0"-291,0 0-345,0 0 0,-3 25 39,-6 197 177,98 307-36,178 989 125,-120-597-568,-12 330 0,-58-351 0,-61-802 0,-17-96-27,1 0 1,0 0-1,0 0 0,0 0 0,0 0 1,0 0-1,0 0 0,1 0 1,-1 0-1,1 0 0,-1 0 0,1 0 1,0 0-1,0 0 0,0 0 0,0-1 1,0 1-1,0 0 0,1-1 1,-1 1-1,0-1 0,1 1 0,-1-1 1,1 1-1,0-1 0,-1 0 1,1 0-1,0 0 0,0 0 0,0 0 1,0 0-1,-1-1 0,1 1 1,0-1-1,0 1 0,1-1 0,-1 0 1,0 0-1,0 0 0,0 0 0,0 0 1,0 0-1,0 0 0,0-1 1,0 1-1,0-1 0,0 1 0,0-1 1,0 0-1,0 0 0,-1 0 1,1 0-1,0 0 0,0 0 0,-1 0 1,1-1-1,0 0 27,27-31-2614</inkml:trace>
  <inkml:trace contextRef="#ctx0" brushRef="#br1" timeOffset="-185402.728">12003 7185 28206,'0'0'852,"0"0"-230,0 0-232,0 0 73,-3 25 4,-40 400 378,-29 1296-82,18 475-604,72-659-159,-13-1332 0,-31 1809 0,-7-733 0,27-1077 0,5-204 0,1 0 0,-1 0 0,0 1 0,1-1 0,-1 0 0,1 0 0,-1 0 0,0 0 0,1 0 0,-1 0 0,0 0 0,1 0 0,-1 0 0,0 0 0,1 0 0,-1 0 0,0 0 0,1 0 0,-1-1 0,0 1 0,1 0 0,-1 0 0,1-1 0,-1 1 0,1-1 0,-1 1 0,0 0 0,1-1 0,0 1 0,-1-1 0,1 1 0,-1-1 0,1 1 0,0-1 0,-1 0 0,1 1 0,0-1 0,-1 1 0,1-1 0,0 0 0,0 1 0,0-1 0,0 0 0,-1 1 0,1-1 0,0 0 0,0 1 0,0-1 0,0 0 0,1 1 0,-1-1 0,0 1 0,0-1 0,0 0 0,0 1 0,1-1 0,-1 0 0,0 1 0,1-1 0,-1 1 0,0-1 0,1 1 0,0-1 0,-22-71-40,14 39-145,-3 0 0,0 1-1,-2 0 1,-2 1 0,0 1 0,-14-20 185,6 19-1292,2 1-1258</inkml:trace>
  <inkml:trace contextRef="#ctx0" brushRef="#br1" timeOffset="-183899.515">3146 8773 28470,'0'0'720,"0"0"-262,0 0-209,0 0 27,0 0 195,10-20-82,136-195-9,198-177-125,77-44-255,-307 320 15,6 4-1,4 6 1,5 5 0,4 7-1,129-69-14,-150 108 12,1 5 0,3 6 0,2 4 0,1 6 0,2 4 0,1 6-1,1 6 1,0 5 0,107 2-12,-103 9 8,1 4 0,-1 7-1,0 4 1,-1 7 0,-1 4 0,6 8-8,84 45 9,-4 9 1,-4 9-1,-3 10 1,102 74-10,-124-68-3,4-8 1,5-9-1,4-8 1,4-8-1,74 13 3,-164-66 1,0-6 1,1-4-1,1-5 0,0-4 1,6-6-2,-36-3 0,0-4 0,0-3 0,-1-4 1,-1-3-1,-1-4 0,0-3 0,70-32 0,169-95 14,-7-14-1,-7-13 0,48-52-13,318-186-21,-460 309 14,-170 98-9,-27 18-17,-32 107-19,-42 48 61,-36 124 63,89-251-48,2-1 0,1 1 0,2 0 0,1 1 0,3-1 0,0 0 0,3 1 0,1-1 0,2 0 0,1-1 0,2 1 0,1-1 0,10 20-24,6-2 35,3-1 1,2-1-1,3-2 0,1-1 0,3-1 0,1-2 1,3-3-1,1 0 0,2-3 0,2-2 0,2-2 1,37 20-36,41 19 19,4-6 1,2-6 0,4-6 0,89 24-20,234 56 85,20-16-85,111 30-653,-527-134-333,-26-9-1436</inkml:trace>
  <inkml:trace contextRef="#ctx0" brushRef="#br1" timeOffset="-183493.058">15063 8818 28782,'-133'148'784,"-34"42"-520,-8-3-176,-10 8-56,-3 9 168,-3-5-80,7 6-120,18-2 0,30-15-368,44-52-592,43-40-2457</inkml:trace>
  <inkml:trace contextRef="#ctx0" brushRef="#br1" timeOffset="-183108.328">15968 9625 30719,'-105'162'600,"-53"65"-584,-67 73-16,-47 33-328,-11-3-80,-15 17 111,11 8-271,22 2-456,70-85-584,50-53-6786</inkml:trace>
  <inkml:trace contextRef="#ctx0" brushRef="#br1" timeOffset="-183107.328">15379 13064 31863,'-151'155'0,"17"-5"-464,35-21-2089</inkml:trace>
  <inkml:trace contextRef="#ctx0" brushRef="#br1" timeOffset="-159117.832">19103 11645 24637,'0'0'3401,"0"0"-2337,0 0-476,0 0-29,-6-17-69,-13-54-54,19 69-423,0 1 1,1-1 0,-1 0-1,0 1 1,1-1 0,-1 0-1,1 1 1,0-1 0,-1 1 0,1-1-1,0 0 1,0 1 0,0 0-1,0-1 1,0 1 0,0 0-1,1-1 1,-1 1 0,0 0-1,1 0 1,-1 0 0,1 0-1,-1 0 1,1 1 0,-1-1-1,1 0 1,0 1 0,-1-1 0,1 1-1,0-1 1,-1 1 0,1 0-1,0 0 1,-1 0 0,1 0-1,1 0-13,4-1 36,4-3-22,1 1 0,0 1 0,0 0 0,0 0 0,1 1 1,-1 1-1,0 0 0,0 1 0,1 0 0,-1 1 0,0 0 0,0 1 0,-1 0 1,1 1-1,0 0 0,-1 1 0,0 1 0,0-1 0,-1 2 0,0-1 0,0 1 1,2 3-15,-9-2-3,0-1 0,0 2 0,-1-1 0,0 0 0,-1 0 0,0 1 0,0-1 0,-1 1 0,0-1 0,0 1 1,-1-1-1,0 1 0,-1-1 0,1 0 0,-2 0 0,1 0 0,-1 0 0,0 0 0,-1 0 0,0-1 0,0 1 1,-1-1-1,0 0 0,0 0 0,0-1 0,-1 0 0,0 0 0,-6 5 3,-88 93-28,-4-3 0,-107 77 28,72-62-5,90-66-1,71-37-44,-17-13 46,39 1 12,0-2 1,0-2 0,0-2-1,0-2 1,-1-2-1,0-2 1,0-2-1,-2-1 1,1-2 0,-2-2-1,0-2 1,-2-1-1,0-3 1,-1 0-1,-2-3 1,0-1 0,-2-1-1,-1-2 1,-2-1-1,-1-1 1,5-10-9,-8 2 3,-1 0 0,-3-2 0,-1 0 0,-3-2 0,-1 0 0,-2-1 0,-2-1 0,-2 0 0,-3 0 1,0-16-4,-6 56-1,0-1 1,0 1 0,-1-1 0,-1 1-1,1-1 1,-1 1 0,0-1 0,-1 0-1,0 1 1,0-1 0,-1 1 0,0-1-1,0 1 1,0 0 0,-1 0 0,0 0-1,-1 0 1,0 1 0,0-1 0,0 1 0,-1 0-1,1 0 1,-2 0 0,1 1 0,0 0-1,-1 0 1,0 0 0,-6-3 0,-14-5 0,-1 2 0,-1 0 0,0 2 0,0 1 0,-1 1 0,0 1 0,0 2 0,0 1 0,-17 1 0,-13-1-2,0 2 0,0 3 0,0 2 0,0 3 0,0 3 0,2 2 0,-1 3 0,1 2 0,1 2 0,1 3 0,1 3 0,-16 11 2,4 3 13,1 3 1,2 3 0,3 2-1,1 3 1,3 2-1,2 3 1,2 3 0,3 1-1,3 2 1,-20 36-14,38-49 40,2 1 1,2 1-1,2 1 0,2 1 1,3 1-1,2 0 0,0 15-40,9-41 20,2 1 0,1-1 0,1 1 0,1 0 0,2-1 0,0 1 0,2 0 0,2-1 0,0 0 0,1 0 0,2 0-1,1-1 1,1 0 0,1-1 0,5 8-20,-2-11 4,2 0 0,0 0 0,1-1 0,2-2 0,0 1 0,1-2 0,0-1 0,2 0 0,0-2 0,0 0 0,2-2 0,0 0 0,0-2-1,1 0 1,0-2 0,11 2-4,26 5 0,0-3-1,1-2 0,0-4 0,1-2 1,0-2-1,24-5 1,12-4-193,-2-5 0,0-4 0,0-5 0,-2-3 0,0-5 0,-2-4-1,-2-4 1,-1-3 0,69-44 193,-73 32-2447</inkml:trace>
  <inkml:trace contextRef="#ctx0" brushRef="#br1" timeOffset="-146748.137">20795 13545 27854,'0'0'2577,"35"20"-1688,145 69-410,75-33-68,75-29-14,332-29-242,501-72-155,-387 17 5,-184 28-5,128 30 0,-378 36 0,-256-13 0,-84-23-15,1 0 1,-1 0-1,1 0 1,-1 1-1,0-1 1,0 1-1,0-1 1,0 1-1,0 0 1,0-1-1,0 1 0,0 0 1,-1 0-1,1 0 1,-1 1-1,1-1 1,-1 0-1,0 1 1,0-1-1,0 0 1,0 1-1,-1-1 0,1 1 1,0 0-1,-1-1 1,0 1-1,0-1 1,0 1-1,0 0 1,0-1-1,0 1 1,-1-1-1,1 1 0,-1 0 1,0-1-1,1 0 1,-1 1-1,0-1 1,-1 1-1,1-1 1,0 0-1,-1 0 1,1 0-1,-1 0 1,0 0-1,0 0 0,0 0 1,1 0-1,-2-1 1,1 1-1,0-1 1,0 1-1,-1-1 15,-41 43-2574</inkml:trace>
  <inkml:trace contextRef="#ctx0" brushRef="#br1" timeOffset="-146747.137">26547 14050 27094,'0'0'5673,"0"0"-5673,-141 65-248,62-35-3177</inkml:trace>
  <inkml:trace contextRef="#ctx0" brushRef="#br1" timeOffset="-147630.373">24955 11580 26286,'0'0'3815,"0"0"-2672,-3 26-722,-18 182 360,7-48-632,-7 0 0,-32 115-149,42-220 23,5-43-854,10-48-89,35-144-3647,-2 62-3546,-19 61 885,-5 17 1363,7-25 2753,4 0 5855,-18 47-458,2 0 0,0 1 0,1 0 0,0 1 0,1 0 1,1 0-1,1 1 0,0 1 0,1 0 0,9-8-2285,64-27 2735,-2 25-2479,0 4 0,2 3 0,0 5 0,1 3 0,68 2-256,150 5 152,-297 0-128,0 1 0,-1 1 1,1-1-1,0 1 0,-1 1 0,1 0 0,0 0 0,-1 0 0,1 1 1,-1 0-1,1 0 0,-1 1 0,0 0 0,0 0 0,0 1 0,0-1 1,-1 2-1,1-1 0,-1 1 0,0 0 0,-1 0 0,1 0 0,-1 1 1,0 0-1,0 0 0,-1 1 0,0-1 0,0 1 0,2 5-24,-6 3 8,1 0-1,-2 0 0,0 0 1,-1 0-1,-1 0 1,0 0-1,-1-1 0,0 1 1,-1-1-1,-1 0 1,0 0-1,-1-1 0,-1 0 1,0 0-1,-1-1 1,0 0-1,0 0 0,-2-1 1,1 0-1,-1-1 1,-1 0-1,-10 6-7,2 5 7,-422 433-269,425-434-265,-1-1-1,-2 0 0,1-2 0,-2 0 0,0-2 1,-1 0-1,-1-1 0,-8 3 528,-13-4-5201</inkml:trace>
  <inkml:trace contextRef="#ctx0" brushRef="#br1" timeOffset="-147223.103">25085 12432 29846,'0'0'1569,"0"0"-1217,0 0-48,0 0 112,175-2-136,-28-13-280,-5 3 0,-21 4 0,-9 8-120,-47 0-664,-8 0-1617</inkml:trace>
  <inkml:trace contextRef="#ctx0" brushRef="#br1" timeOffset="-147222.103">25946 13093 28854,'0'0'3569,"0"0"-3225,0 0-344,0 0 0,0 0 0,0 0-24,0 0-800,75-91-1865</inkml:trace>
  <inkml:trace contextRef="#ctx0" brushRef="#br1" timeOffset="-149573.659">21760 11989 28174,'0'0'1864,"0"0"-1147,0 0-407,0 0-64,0 0 42,7-8-39,64-42 118,-68 50-338,-2 0-16,1 0 0,-1 0 0,0-1-1,1 1 1,-1 0 0,0 0 0,1-1-1,-1 1 1,0 0 0,1-1 0,-1 0-1,0 1 1,0-1 0,0 0 0,0 1-1,0-1 1,1 0 0,-1 0 0,-1 0-1,1 0 1,0 0 0,0 0 0,0 0-1,0 0 1,-1 0 0,1 0 0,0-1-1,-1 1 1,0 0 0,1 0 0,-1-1-1,1 1 1,-1 0 0,0-1 0,0 1-1,0 0 1,0-1 0,0 1 0,0 0-1,0-1 1,0 0-13,2-66 0,-3 66 0,12-11 0,249-69 0,181-32-15,-342 78-1538,-68 16-1016</inkml:trace>
  <inkml:trace contextRef="#ctx0" brushRef="#br1" timeOffset="-149266.971">22579 11326 27854,'-73'377'3953,"5"190"-3133,38-282-680,-9-36-140,38-245 0,-1 1 0,1 0 0,0-1 0,-1 1 0,0-1 0,0 0 0,-1 0 0,1 0 0,-1 0 0,1 0 0,-1 0 0,-1 0 0,1-1 0,0 0 0,-1 1 0,0-1 0,0-1 0,0 1 0,0 0 0,0-1 0,0 0 0,-1 0 0,1 0 0,-1-1 0,1 0 0,-1 1 0,1-1 0,-1-1 0,0 1 0,0-1 0,1 0 0,-1 0 0,0 0 0,0-1 0,-3 0 0,-6-2 0,0-1 0,0 0 0,0-1 0,0-1 0,1 0 0,0-1 0,0 0 0,1-1 0,0-1 0,-11-9 0,8 5 0,0-2 0,1 1 0,0-2 0,1 0 0,1 0 1,1-1-1,0-1 0,1 0 0,-2-7 0,9 17-2,-1 0 0,1 0 1,1 0-1,-1-1 0,1 1 0,1-1 1,0 1-1,0-1 0,0 0 1,1 0-1,1 1 0,0-1 0,0 0 1,0 1-1,1-1 0,0 1 1,1-1-1,0 1 0,0 0 0,1 0 1,0 0-1,0 1 0,4-5 2,11-9-11,0 1-1,2 1 1,0 0 0,1 2-1,1 1 1,1 0-1,14-5 12,443-250-1555,-361 199-532</inkml:trace>
  <inkml:trace contextRef="#ctx0" brushRef="#br1" timeOffset="-148984.602">23563 11077 12283,'0'0'17507,"0"0"-16923,0 0-383,0 0 55,139 2 8,-102 10-264,-20 23-184,-10 1-985,-7 1-1063</inkml:trace>
  <inkml:trace contextRef="#ctx0" brushRef="#br1" timeOffset="-148705.938">22950 11912 440,'0'0'24068,"0"0"-19989,0 0-2458,0 0-1070,25-4-125,101-22-38,-54-2-257,-2-3-1,0-2 1,61-42-131,-77 44 7,-32 19-214,180-114-606,-93 22-7628,-77 41-5873,-27 29 13074,-6-2 5456,1 34-3662,0 1-1,-1-1 0,1 0 1,-1 0-1,0 1 1,0-1-1,1 1 1,-1-1-1,0 1 1,0-1-1,0 1 1,-1 0-1,1-1 1,0 1-1,0 0 1,-1 0-1,1 0 1,-1 0-1,1 0 0,-1 0 1,1 0-1,-1 1 1,0-1-1,1 0 1,-1 1-1,0-1 1,1 1-1,-1 0 1,0 0-554,-20 11 1447,-19 101 369,-261 1126 445,298-1226-2282,4-6-15,-1 0 1,0 0-1,-1 0 1,0-1-1,0 1 0,0 0 1,0-1-1,-1 0 0,0 1 1,0-1-1,-1 0 1,1-1-1,-1 1 0,0-1 1,0 1-1,-1-1 1,0 0 35,-10-12-458,-11-108-2577,15 43-1061</inkml:trace>
  <inkml:trace contextRef="#ctx0" brushRef="#br1" timeOffset="-148245.187">23057 12002 6353,'0'0'19235,"-24"22"-14631,-82 73-3941,99-89-615,-1 1 0,1 0 1,0 0-1,0 1 0,1-1 0,0 1 1,1 1-1,0-1 0,0 1 1,0 0-1,1 0 0,1 1 1,0-1-1,0 1 0,0-1 1,1 1-1,1 0 0,0 2-48,2-9-3,0 0 0,1-1 0,-1 1 1,1-1-1,0 0 0,-1 1 0,1-1 0,0 0 0,1 0 0,-1 0 1,0 0-1,0-1 0,1 1 0,-1-1 0,1 1 0,0-1 0,-1 0 0,1 0 1,0 0-1,0 0 0,-1 0 0,1-1 0,0 1 0,0-1 0,0 0 0,0 0 1,0 0-1,0 0 0,0-1 0,0 1 0,-1-1 0,1 1 0,0-1 0,0 0 1,0 0-1,-1-1 0,1 1 0,-1 0 0,1-1 3,26-8-164,-1-1 0,0-2-1,-1 0 1,0-2 0,-1-1 0,0-1-1,3-5 165,-13 11-105,102-77-710,-83 58 784,2 2 0,1 1 0,1 2 0,1 2 0,1 2 0,1 1 0,3 1 31,-32 15 91,0 0 0,0 1 0,0 1 0,0 0 0,1 1 0,-1 0 1,0 1-1,1 0 0,-1 1 0,1 1-91,-12-1 8,0 0 1,0 0-1,0 0 1,0 0-1,0 0 1,0 0-1,0 0 1,-1 1-1,1-1 1,0 1-1,-1 0 1,1-1-1,-1 1 0,0 0 1,1 0-1,-1 0 1,0-1-1,0 1 1,0 1-1,0-1 1,-1 0-1,1 0 1,0 0-1,-1 0 1,0 0-1,1 1 1,-1-1-1,0 0 1,0 0-1,0 1 1,-1-1-1,1 0 1,0 0-1,-1 2-8,-23 77 148,-34 15 65,45-78-171,0 1-1,2-1 0,0 2 1,1 0-1,1 0 0,1 1 1,-5 19-42,13-38 0,0-1 1,0 0 0,0 1 0,0-1 0,0 1 0,0-1 0,0 0-1,0 1 1,1-1 0,-1 0 0,1 0 0,-1 1 0,1-1-1,-1 0 1,1 0 0,0 0 0,0 0 0,-1 1 0,1-1-1,0 0 1,0 0 0,0-1 0,0 1 0,0 0 0,0 0-1,0 0 1,1-1 0,-1 1 0,0 0 0,0-1 0,1 1-1,-1-1 1,0 0 0,0 1 0,1-1 0,-1 0 0,1 0-1,-1 0 1,0 0 0,1 0 0,-1 0 0,0 0 0,1 0-1,-1-1 1,0 1 0,1 0 0,-1-1-1,71-13-23,204-104-407,-241 125 417,-49 36 130,-159 191 326,139-194-384,-237 255 311,282-297-203,163-130-188,-106 82-389,131-96 17,-60 43-4429,1-2-13434</inkml:trace>
  <inkml:trace contextRef="#ctx0" brushRef="#br0" timeOffset="-138551.158">32873 13454 23373,'162'0'8666,"48"0"-8186,49-12-344,8-5-72,-26 3-16,-8 8-48,-21 6 0,-34 8 0,-29 25 0,-35 1 0,-42-5-608,-32-11-3825</inkml:trace>
  <inkml:trace contextRef="#ctx0" brushRef="#br0" timeOffset="-139764.748">33252 11965 29102,'0'0'807,"0"0"-289,0 0-49,0 0 26,2 17-83,41 127 53,-20-105-409,-2 1-1,-2 0 0,-1 2 1,-2 0-1,-3 1 1,-1 0-1,-1 1 1,-3 0-1,2 44-55,-8-74 0,-1 0 0,0 0 0,-2 0 0,1 0 0,-2-1 0,0 1 0,0 0 0,-1-1 0,-1 1 0,0-1 0,-1 0 0,-1 0 0,0-1 0,0 1 0,-1-1 0,-1-1 0,0 1 0,0-2 0,-1 1 0,-1-1 0,0 0 0,0-1 0,-1 0 0,0-1 0,0 0 0,-7 3 0,7-5-19,-2-1 1,1 0-1,-1-1 0,0-1 1,1 0-1,-2 0 0,1-1 1,0-1-1,0 0 0,0-1 1,-1 0-1,1-1 0,0-1 1,0 0-1,-1-1 19,10 1-54,0 0 1,0-1 0,0 0-1,1 1 1,-1-2-1,1 1 1,0 0-1,0-1 1,0 1-1,0-1 1,1 0-1,-1 0 1,1 0 0,0 0-1,0 0 1,1 0-1,-1-1 1,1 1-1,0-1 1,0 1-1,0-1 1,1 1-1,-1-1 1,1-2 53,-6-65-2831,5-4-5386</inkml:trace>
  <inkml:trace contextRef="#ctx0" brushRef="#br0" timeOffset="-139446.168">33576 11768 25477,'0'0'3537,"0"0"-3049,151 4 32,-78 1-95,-3 7-17,-2 2-272,11 24-136,-18-5-721,-13-1-2287</inkml:trace>
  <inkml:trace contextRef="#ctx0" brushRef="#br0" timeOffset="-139099.168">34091 12638 30310,'0'0'1073,"0"0"-889,0 0 128,0 0 120,0 0-128,11 112-200,20-78-104,24 5-248,-5-7-384,-4-13-1481</inkml:trace>
  <inkml:trace contextRef="#ctx0" brushRef="#br0" timeOffset="-138863.347">35146 12413 29798,'0'0'1057,"2"-25"-728,11-159 244,-13 171-484,1 5-71,1 1 0,-2 0 0,1-1 0,-1 1 0,0-1-1,-1 1 1,0 0 0,0-1 0,0 1 0,-1 0 0,0 0 0,0 0 0,-1 0 0,0 0 0,0 0-1,-1 1 1,0 0 0,0-1 0,0 1 0,-1 1 0,0-1 0,0 1 0,0 0 0,-1 0 0,-5-4-18,3 6-1,1-1 0,-1 1 0,0 1 1,0 0-1,0 0 0,-1 0 0,1 1 1,0 0-1,-1 1 0,1 0 0,0 0 1,-1 1-1,1 0 0,0 0 0,-1 1 1,1 0-1,0 0 0,0 1 1,1 0-1,-1 1 0,0-1 0,1 2 1,0-1-1,0 1 0,0 0 0,-2 2 1,-14 13 0,0 1 1,1 1-1,1 1 0,1 1 0,1 0 0,-5 11 0,6-11 29,2 1 1,0 0-1,2 1 1,1 1-1,1 0 1,1 1-1,2 0 1,0 1-1,2 0 1,-3 28-30,9-49 7,1 0 1,-1 0-1,2 0 1,-1 0 0,1-1-1,0 1 1,1 0-1,-1 0 1,2-1 0,-1 1-1,1-1 1,0 0-1,1 0 1,-1 0 0,1 0-1,1-1 1,-1 1-1,1-1 1,0 0 0,1 0-1,0-1 1,-1 0 0,2 0-1,-1 0 1,0-1-1,1 0 1,0 0 0,6 2-8,6 2-2,-1-2 0,1 0 1,0-1-1,0-1 1,1-1-1,0 0 1,-1-2-1,1 0 1,0-1-1,17-3 2,-17 1-8,0 0-1,-1-1 1,1-1-1,-1-1 1,1-1-1,-1 0 1,-1-2-1,1 0 1,-1-1-1,-1-1 1,0 0-1,0-2 1,-1 0-1,-1 0 1,0-2-1,0 0 1,-1 0-1,-1-1 1,10-16 8,-6-16-977,-14 8-838</inkml:trace>
  <inkml:trace contextRef="#ctx0" brushRef="#br0" timeOffset="-141956.61">28478 11961 27438,'0'0'1948,"0"0"-918,0 0-407,0 0-190,0 0-118,22-4-20,291-19 215,-123 26-391,-183-2-119,0 0 0,0 1 1,0 0-1,0 0 0,0 1 0,-1 0 0,1 0 1,-1 1-1,0 0 0,0 0 0,0 0 0,0 1 0,-1-1 1,0 1-1,0 1 0,0-1 0,0 1 0,-1 0 1,0 0-1,-1 0 0,1 0 0,-1 1 0,0-1 1,0 1-1,-1 0 0,0 0 0,-1 0 0,1 0 1,-1 0-1,0 0 0,-1 1 0,0-1 0,0 0 1,-1 0-1,1 1 0,-2-1 0,1 0 0,-1 0 0,0 0 1,0 0-1,-1-1 0,-3 7 0,-13 38-20,-2 0 1,-3-1-1,-2-1 1,-2-2-1,-2-1 1,-2-1-1,-2-1 1,-22 20 19,30-34-381,-1-1-1,-1-1 1,-2-1-1,-1-2 1,-1-1-1,-1-1 1,-4 0 381,3-10-2279</inkml:trace>
  <inkml:trace contextRef="#ctx0" brushRef="#br0" timeOffset="-141559.74">28401 12067 23253,'0'0'6081,"0"176"-5473,0-6 33,-4 27-217,-7 0-16,2-19-72,7-24-136,2-10-104,0-10-56,0-28-40,0-27-8,0-24-128,0-17-208,15-9-320,0-9-1041,-4-14-7777</inkml:trace>
  <inkml:trace contextRef="#ctx0" brushRef="#br0" timeOffset="-141194.352">29826 12434 26886,'0'0'1528,"0"0"-470,0 0-354,-20-14-195,-69-46-129,84 58-366,1 0 0,-1 0 0,0 1 0,1-1 0,-1 1 0,0 0 0,0 0 0,0 0-1,0 1 1,0 0 0,1 0 0,-1 0 0,0 1 0,0-1 0,0 1 0,0 0 0,0 1 0,1-1-1,-1 1 1,0 0 0,1 0 0,0 0 0,-1 1 0,1-1 0,0 1 0,-2 3-14,-21 15 50,2 2 1,0 1-1,1 1 1,2 0 0,1 2-1,1 1 1,1 1-1,1 0 1,2 1 0,1 1-1,1 0 1,2 1-1,1 1 1,-5 30-51,8-28 56,1 1-1,2 0 1,2 0 0,1 1 0,2-1 0,1 3-56,-1-31 6,1 0 1,-1 0-1,2 0 1,-1-1 0,1 1-1,0 0 1,1-1-1,0 1 1,0-1-1,0 0 1,1 0 0,0 0-1,1 0 1,-1-1-1,1 0 1,1 0 0,-1 0-1,1-1 1,0 1-1,0-1 1,0-1-1,1 1 1,0-1 0,0 0-1,0-1 1,0 0-1,0 0 1,1 0 0,-1-1-1,1 0 1,0 0-1,5 0-6,178 9-18,-166-12-156,-1-2 1,0 0 0,1-2 0,-1-1-1,-1-1 1,1-1 0,-1 0-1,-1-2 1,0-1 0,0-1 0,-1-1-1,0 0 1,14-14 173,54-39-3691</inkml:trace>
  <inkml:trace contextRef="#ctx0" brushRef="#br0" timeOffset="-140813.647">30282 12208 28846,'0'0'1243,"18"0"-801,220-19 431,-131-4-711,65-12-3150,-204 66 1660,15-7 1624,1 2 0,1 0 1,1 0-1,1 1 0,2 1 1,0 0-1,2 1 0,1 0 1,2 0-1,0 0 0,2 1 0,2 0 1,0 6-297,0-21 71,-26 658-121,22-622-2139</inkml:trace>
  <inkml:trace contextRef="#ctx0" brushRef="#br0" timeOffset="-140411.382">30209 13511 30358,'0'0'721,"0"0"-361,0 0-40,171 20-88,-30-24-232,-19-14-336,-3-1-2089</inkml:trace>
  <inkml:trace contextRef="#ctx0" brushRef="#br0" timeOffset="-140114.057">31128 13145 30182,'0'0'1050,"0"0"-707,0 0-170,0 0 177,22 4 106,-8 0-439,0-1 1,1-1 0,-1 0 0,1-1 0,-1-1-1,1 0 1,-1-1 0,1 0 0,-1-1-1,1-1 1,-1 0 0,11-5-18,9-3-1,0-2-1,0-1 1,-2-2 0,0-1-1,-1-2 1,0 0 0,-2-2-1,-1-2 1,0 0 0,-2-2-1,0-1 1,-2-1 0,20-29 1,-40 51-7,0 0 0,0 0 0,-1-1 0,1 0 0,-1 0 0,0 0-1,-1 0 1,1 0 0,-1 0 0,0-1 0,-1 1 0,0 0 0,0-1 0,0 0 0,-1 1 0,0-1 0,0 0 0,0 1 0,-1-1 0,0 1 0,-1-1 0,1 1 0,-1 0 0,0-1 0,-1 1 0,0 0 0,0 0 0,0 0 0,0 1 0,-1-1 0,0 1 0,0 0 0,-1 0 0,1 0 0,-1 1 0,0-1 0,0 1 0,-1 0 0,1 1 0,-1-1 0,-4-1 7,4 4 1,-1 0 1,1-1 0,-1 2 0,0-1 0,1 1-1,-1 0 1,0 1 0,0-1 0,1 1 0,-1 1-1,1-1 1,-1 1 0,1 0 0,0 1-1,-1-1 1,1 1 0,0 0 0,1 1 0,-1 0-1,1 0 1,-1 0 0,1 0 0,0 1 0,1 0-1,-1 0 1,1 0 0,0 0 0,0 1 0,1 0-1,0 0 1,0 0 0,-2 5-2,-6 11 24,1-1 0,2 1 1,0 1-1,2-1 0,0 1 1,1 0-1,2 1 0,0-1 0,1 1 1,2 9-25,0-23 0,0 0 0,0 0 0,2 0 1,-1 0-1,1 0 0,0 0 0,1-1 1,0 1-1,1-1 0,0 1 0,1-1 0,0 0 1,0-1-1,0 1 0,1-1 0,1 0 1,-1-1-1,1 1 0,1-1 0,-1-1 1,1 1-1,0-1 0,8 4 0,9 2-3,1-1-1,0-2 1,1 0-1,0-2 1,0 0 0,1-2-1,0-2 1,-1 0 0,1-2-1,0-1 1,24-3 3,-26 3-20,108-4-636,-21-15-1536</inkml:trace>
  <inkml:trace contextRef="#ctx0" brushRef="#br0" timeOffset="-136167.668">34679 10053 28078,'0'0'1236,"-4"-18"-417,-37-124 35,33 122-799,5 9-38,0 0 0,-1 1 1,0-1-1,-1 1 0,0 0 0,0 1 0,-1-1 0,0 1 0,-1 0 1,0 1-1,0-1 0,-1 1 0,0 1 0,-1-1 0,0 2 0,0-1 1,0 1-1,-8-4-17,13 10 1,1 0-1,0 0 1,0 1 0,-1-1 0,1 1 0,0 0 0,0 0 0,0 0-1,0 0 1,0 0 0,0 1 0,0-1 0,0 1 0,1 0 0,-1 0 0,0 0-1,1 0 1,0 0 0,-1 1 0,1-1 0,0 1 0,0-1 0,1 1 0,-1 0-1,0 0 1,1 0 0,0 0 0,-1 0 0,1 0 0,0 2-1,-29 102 94,25-80 1,1 0 1,1 0 0,2 1-1,1-1 1,1 0 0,1 1-1,4 20-95,-4-41 7,1 1 0,0-1 0,0 0 0,0 0-1,0-1 1,1 1 0,1-1 0,-1 1 0,1-1 0,0 0-1,0-1 1,1 1 0,-1-1 0,1-1 0,0 1 0,1-1 0,-1 0-1,1 0 1,0 0 0,0-1 0,0 0 0,0-1 0,0 0-1,1 0 1,-1 0 0,1-1 0,-1 0 0,1 0 0,0-1 0,0 0-7,74-4-351,-25-8-3278,0-11-10918</inkml:trace>
  <inkml:trace contextRef="#ctx0" brushRef="#br0" timeOffset="-136901.401">33307 9426 22509,'0'0'5893,"0"0"-4145,-18 17-1262,-244 249 1094,244-246-1553,2 1 0,0 0 0,1 1 0,1 0-1,1 2 1,2-1 0,0 1 0,1 1 0,2 0 0,0 0 0,2 1-1,0 0 1,2 0 0,1 0 0,1 15-27,3-36 2,0 0-1,0 0 1,0 0 0,1-1 0,-1 1-1,1 0 1,1-1 0,-1 1-1,0-1 1,1 0 0,0 0 0,0 0-1,1 0 1,-1 0 0,1-1 0,-1 1-1,1-1 1,0 0 0,0 0-1,1-1 1,-1 1 0,1-1 0,-1 0-1,1 0 1,-1 0 0,1-1-1,0 0 1,0 0 0,3 1-2,153 5 8,-150-8-9,28-2-122,-1-1-1,0-2 0,-1-2 0,1-1 1,-2-2-1,1-2 0,-2-1 0,0-2 0,0-1 1,21-15 123,28-24-1819,-8 1-2164</inkml:trace>
  <inkml:trace contextRef="#ctx0" brushRef="#br0" timeOffset="-136630.385">33622 9611 18524,'0'0'10202,"-94"121"-9362,17-13-344,-13 36-95,7 6 7,24-8-248,28-19-160,18-47-488,13-24-1697</inkml:trace>
  <inkml:trace contextRef="#ctx0" brushRef="#br0" timeOffset="-136628.784">33835 10310 29086,'0'0'936,"0"0"-648,0 0-167,17 118-121,3-90-361,9-14-2999</inkml:trace>
  <inkml:trace contextRef="#ctx0" brushRef="#br0" timeOffset="-133238.953">5305 9254 25037,'0'0'3025,"0"0"-2050,0 0-655,0 0-57,0 0 178,1 18 70,3 249 960,-24 198-1471,3-150 336,4 1069 52,24-988-388,58 354 0,-4-423 0,-58-307 0,-3-20 0,-3-180-184,-1-213-2687,0 196-1027</inkml:trace>
  <inkml:trace contextRef="#ctx0" brushRef="#br0" timeOffset="-132839.033">6116 9116 29198,'443'-46'1341,"169"13"-1341,-318 20 365,903-34-46,-1140 47-257,-75 7 4,0 0 1,1 1-1,0 1 0,0 0 0,1 1 0,0 1 0,1 1 0,0 0 0,1 1 0,1 0 0,0 1 0,0 1 0,1 0 0,1 1 1,1 0-1,0 0 0,-5 15-66,-6 14 44,3 1 1,1 1 0,3 0-1,2 1 1,2 1-1,-1 18-44,-7 110 46,8 0-1,11 147-45,24 90 0,18 12 0,-19-207 0,-13-119 0,26 253 0,-14 1 0,-17 23 0,-6-375-3,1 0-1,-1 0 1,0 0 0,0-1 0,0 1-1,0 0 1,0 0 0,0 0 0,0 0-1,-1-1 1,1 1 0,-1 0 0,1 0-1,-1-1 1,0 1 0,0 0 0,0-1-1,0 1 1,0-1 0,0 1 0,0-1-1,0 1 1,0-1 0,-1 0 0,1 0-1,-1 1 1,1-1 0,-1 0 0,1 0-1,-1-1 1,0 1 0,1 0 0,-1 0-1,0-1 1,0 1 0,1-1 0,-1 0-1,0 1 1,0-1 0,0 0 0,0 0-1,1 0 1,-1 0 0,0 0 0,0-1-1,0 1 1,0-1 0,1 1 0,-1-1-1,-1 0 4,-39-18-1171,-6-18-1592</inkml:trace>
  <inkml:trace contextRef="#ctx0" brushRef="#br0" timeOffset="-132515.929">5009 12466 27414,'0'0'3002,"0"0"-2177,44 7-651,61 8 104,1-4 0,0-5 1,52-6-279,1067-126 517,-491 112-517,-672 13 0,0 4 0,0 2 0,0 3 0,-1 3 0,40 13 0,-94-23-13,0 1 0,0 0 1,-1 0-1,1 1 0,-1-1 0,0 2 0,0-1 0,0 1 1,0 0-1,0 0 0,-1 0 0,0 1 0,0 0 1,0 0-1,0 0 0,-1 0 0,0 1 0,2 3 13,-5 0-1153</inkml:trace>
  <inkml:trace contextRef="#ctx0" brushRef="#br0" timeOffset="-130271.472">9827 8866 24173,'0'0'4114,"0"0"-2717,0-17-715,-1-50-104,-4 54 246,2 126-514,-17 1560 379,-24-173-689,36-1200 0,17-338-23,66-421-2620,-52 294-1532</inkml:trace>
  <inkml:trace contextRef="#ctx0" brushRef="#br0" timeOffset="-129745.78">10625 8647 24277,'0'32'5257,"-4"131"-3848,-73 652-42,24-215-1139,26 1 1,46 495-229,11-700 0,-19-348-64,-4-65-309,9-185-2476,-11 77-1099</inkml:trace>
  <inkml:trace contextRef="#ctx0" brushRef="#br0" timeOffset="-129506.033">11245 9243 30815,'-35'248'840,"-5"58"-256,8-8-184,5 10-272,10-3-128,8-15 0,7-21 0,0-21 0,-1-31 0,3-35 0,0-50 0,0-53 0,0-38 0,0-23 0,-4-8 0,0-20-104,-1-20-728,-1-19-1497</inkml:trace>
  <inkml:trace contextRef="#ctx0" brushRef="#br0" timeOffset="-129505.033">12071 8663 31103,'0'197'672,"-2"69"-192,-9 66-80,0 17-288,9-12-112,2 14 0,2-8 0,11-25 0,9-38 0,0-53 0,0-40 0,4-29 0,-12-41 0,-8-33 0,-4-30 0,-4-7 0,-18-7-208,-6-19-3809</inkml:trace>
  <inkml:trace contextRef="#ctx0" brushRef="#br0" timeOffset="-126473.088">4728 13874 26206,'0'0'3306,"0"0"-2307,0 0-585,0 0 76,0 0-37,-6-2-141,-10-14-29,59 0-10,-30 11-257,96-23-11,0 5 0,1 5-1,22 3-4,-115 12 1,399-32-1,39 17 0,-192 10 0,680-6 0,-722 24 0,-1 9 0,1 10 0,-93-13 0,-91-10 0,0-1 0,-1-2 0,1-2 0,0-2 0,0-1 0,35-7 0,-68 9 0,-1 0 0,0-1 0,1 0 0,-1 0 0,0 0 0,0 0 0,0 0 0,0-1 0,0 1 0,0-1 0,0 0 0,0 0 0,-1 0 0,1 0 0,-1 0 0,1-1 0,-1 1 0,0-1 0,0 1 0,0-1 0,0 0 0,-1 0 0,1 0 0,-1 0 0,1 0 0,-4 1 0,0-1 0,-1 1 0,1 0 0,0 1 0,-1-1 0,1 0 0,-1 1 0,1-1 0,-1 1 0,0 0 0,1 0 0,-1 0 0,0 0 0,0 0 0,0 1 0,0-1 0,0 1 0,0 0 0,0 0 0,0 0 0,0 0 0,0 0 0,-2 1 0,-133-2-315,64 1-1098</inkml:trace>
  <inkml:trace contextRef="#ctx0" brushRef="#br0" timeOffset="-125991.527">4518 13815 28006,'0'0'944,"0"0"-340,0 0-22,0 0 50,-6 25-135,-21 164 102,59 257 272,-33-421-983,0-24 78,0 1 0,0-1 1,1 1-1,-1 0 0,0-1 0,1 1 1,-1 0-1,0 0 0,1-1 0,0 1 0,-1 0 1,1 0-1,0 0 0,0 0 0,0-1 1,0 1-1,1 0 0,-1 0 0,0 0 1,1-1-1,-1 1 0,1 0 0,0 0 0,-1-1 1,1 1-1,0-1 0,0 1 0,0 0 1,0-1-1,0 0 0,1 1 0,-1-1 1,0 0-1,1 0 0,-1 1 0,1-1 1,-1 0-1,1 0 0,-1-1 0,1 1 0,0 0 1,-1 0-1,1-1 0,0 1 0,0-1 1,0 0-1,-1 1 0,1-1 0,0 0 1,2 0 33,11-10-1625</inkml:trace>
  <inkml:trace contextRef="#ctx0" brushRef="#br0" timeOffset="-125382.553">4711 13863 28862,'0'0'882,"0"0"-302,28-2-25,303-8 613,151-9-479,102-32-689,276-15 31,215 60-31,-1059 6 0,10-2 0,1 1 0,0 1 0,-1 1 0,1 2 0,-1 1 0,1 1 0,-1 1 0,-1 1 0,1 1 0,-1 1 0,21 12 0,123 77 0,-136-70 0,-77-14 0,35-12 0,1 0 0,-1 0 0,1 1 0,0 0 0,0 0 0,0 1 0,0 0 0,1 0 0,0 1 0,0 0 0,0 0 0,0 1 0,1 0 0,0 0 0,0 0 0,0 1 0,1 0 0,0 0 0,0 1 0,1-1 0,0 1 0,-2 7 0,1 0 0,0 1 0,2 0 0,0 0 0,0 1 0,2-1 0,0 0 0,1 1 0,1-1 0,0 1 0,1-1 0,2 8 0,-4-22-61,1-1 0,-1 0 0,0 1 0,0-1 0,0 1 0,-1-1 0,1 1 0,0-1 0,0 1 0,-1-1 0,1 0 0,-1 1-1,0-1 1,1 0 0,-1 1 0,0-1 0,1 0 0,-1 0 0,0 1 0,0-1 0,0 0 0,0 0 0,0 0 0,-1 0 0,1-1 0,0 1 0,0 0 0,-1 0 0,1-1 0,0 1 0,-1 0 0,1-1 0,0 0 0,-1 1 0,0-1 61,-26 9-6106</inkml:trace>
  <inkml:trace contextRef="#ctx0" brushRef="#br0" timeOffset="-124912.801">4465 14340 29726,'0'0'794,"0"0"-349,0 0 42,30 7 64,223 29 161,1316-54-664,-1208 6-44,1302-27-4,-1543 33 0,-120 6 0,-1 0 0,1-1 0,0 1 0,0 0 0,-1 0 0,1-1 0,0 1 0,0 0 0,0-1 0,-1 1 0,1 0 0,0-1 0,0 1 0,0 0 0,0-1 0,0 1 0,0 0 0,0-1 0,0 1 0,0 0 0,0-1 0,0 1 0,0-1 0,0 1 0,0 0 0,0-1 0,0 1 0,0 0 0,1-1 0,-138-3-468,57 1-1841</inkml:trace>
  <inkml:trace contextRef="#ctx0" brushRef="#br0" timeOffset="-123172.408">3639 14614 28894,'0'0'754,"0"0"-161,0 0 43,-22 0-65,-141 0 208,65 4-599,0 3 0,0 5 0,-73 20-180,-59 19-108,82-15-229,-2-6 0,0-6 0,-2-7 0,-104-3 337,218-18-1685,8-6-1807</inkml:trace>
  <inkml:trace contextRef="#ctx0" brushRef="#br0" timeOffset="-122771.736">2352 14301 30527,'-22'9'526,"-266"141"-135,266-136-375,-1 1 0,2 1-1,0 0 1,2 2 0,-1 1 0,2 0 0,1 1 0,0 1-1,2 0 1,0 1 0,1 1 0,2 1 0,0 0-1,1 0 1,2 1 0,1 0 0,0 1 0,2-1-1,1 2 1,1-1 0,1 2-16,3-19 8,0 0-1,1-1 0,0 1 1,0 0-1,1-1 1,0 1-1,1-1 0,-1 0 1,2 0-1,-1 0 1,1 0-1,0 0 1,1-1-1,0 0 0,0 0 1,0 0-1,1 0 1,0-1-1,0 0 0,1 0 1,0-1-1,0 0 1,0 0-1,0-1 1,7 3-8,14 5 3,1-2 0,1-1 0,-1-1 0,1-2 1,1-1-1,-1-1 0,1-2 0,-1-1 0,1-1 1,9-3-4,-12 3-15,233-26-710,-152-9-3214,-52 6-9277</inkml:trace>
  <inkml:trace contextRef="#ctx0" brushRef="#br0" timeOffset="-121581.498">53 12965 27110,'0'0'1384,"0"0"-433,-9 18-312,1-4-516,3-7-79,1 1 1,0-1-1,0 1 0,0 0 1,1 1-1,0-1 1,1 1-1,0-1 1,0 1-1,1-1 1,0 1-1,1 0 1,-1 0-1,2 6-44,0-8 2,1 0 0,0-1 0,0 1 0,1-1 0,0 1 0,0-1 0,0 0 0,1 0 0,0 0 0,0 0 0,0-1 0,1 0 0,-1 0 0,1 0 0,1 0 0,-1-1 0,1 0 0,0 0 0,-1 0 0,2-1 0,-1 0 0,0 0 0,1-1 0,-1 1 0,1-1 0,0-1 0,0 1 0,-1-1 0,4 0-2,9 1-70,0-1-1,0 0 1,0-1-1,0-1 1,0-1-1,0-1 1,0 0-1,0-2 1,-1 0-1,6-3 71,30-17-102,-1-3 0,-2-3 0,0-1 0,-3-3 0,-1-1 0,-1-3 0,19-23 102,91-72 45,-150 129-39,2-3 8,1 1 1,0 0 0,1 0 0,0 0 0,0 1 0,0 1 0,0 0 0,1 0-1,0 1 1,0 0 0,0 1 0,10-2-15,-19 6 8,0-1 0,-1 0 0,1 0 0,-1 0 0,1 1-1,-1-1 1,1 1 0,-1-1 0,1 1 0,-1-1 0,0 1 0,1 0 0,-1 0 0,0 0 0,1 0 0,-1 0-1,0 0 1,0 0 0,0 0 0,0 0 0,0 0 0,0 1 0,0-1 0,-1 0 0,1 1 0,0-1 0,-1 1-1,1-1 1,-1 1 0,1-1 0,-1 1 0,0-1 0,0 1 0,0-1 0,1 1 0,-1-1 0,-1 1 0,1 0-1,0-1 1,0 1 0,-1-1 0,1 1 0,-1 0-8,1 0 11,0 31 143,-2 0 1,-1 0 0,-2-1 0,-1 1-1,-2-1 1,-1 0 0,-8 18-155,-36 183 685,53-232-677,-1 0 0,0 0 1,1 0-1,-1 1 0,1-1 0,-1 0 0,1 0 1,0 0-1,-1 1 0,1-1 0,0 0 0,0 0 1,0 1-1,0-1 0,0 0 0,0 1 0,0-1 0,0 0 1,0 0-1,1 1 0,-1-1 0,1 0 0,-1 0 1,1 0-1,-1 0 0,1 1 0,0-1 0,-1 0 0,1 0 1,0 0-1,0 0 0,0 0 0,0-1 0,0 1 1,0 0-1,0 0 0,0-1 0,0 1 0,0 0 0,0-1 1,0 1-1,0-1 0,1 1 0,-1-1 0,0 0 1,0 0-1,1 1 0,-1-1 0,0 0 0,1 0 0,-1 0 1,0 0-1,0-1 0,1 1 0,-1 0 0,0 0 1,0-1-1,1 1 0,-1-1-8,8-4 15,0 0-1,-1-1 1,0 0 0,0-1 0,0 0-1,-1 0 1,0-1 0,-1 1 0,1-2-1,-1 1 1,3-7-15,-2 5 6,93-141-493,-7-4 0,-6-4 0,-7-4 0,18-68 487,-50 103-1218,-14 14-1125</inkml:trace>
  <inkml:trace contextRef="#ctx0" brushRef="#br0" timeOffset="-121170.453">1883 11476 26974,'0'0'1229,"0"0"-298,0 0-99,2 25-139,8 159 93,-22 3-368,14-183-417,1-1 1,0 1-1,-1-1 0,1 0 1,1 0-1,-1-1 0,0 1 1,1-1-1,-1 1 1,1-1-1,0 0 0,-1 0 1,1-1-1,0 1 0,0-1 1,0 0-1,1 0 1,-1 0-1,0-1 0,0 1 1,0-1-1,1 0 0,-1 0 1,0 0-1,0-1 1,1 0-1,-1 0 0,0 0 1,4-1-2,6 1 0,14-3-190,0-1 1,0-1 0,0-1-1,-1-1 1,0-2 0,0-1-1,10-6 190,-18 7-1803</inkml:trace>
  <inkml:trace contextRef="#ctx0" brushRef="#br0" timeOffset="-121169.453">1326 12657 30262,'0'0'809,"0"0"-537,0 0 112,235-65 184,-71-22-304,12-15-176,-18 5-48,-36 26-40,-43 26-72,-22 17-320,2 1-384,-13 5-1289,-13 6-6048</inkml:trace>
  <inkml:trace contextRef="#ctx0" brushRef="#br0" timeOffset="-120884.423">2164 12385 28182,'0'0'1040,"-26"120"-400,15-43-7,11 12-273,0 16-216,0-11-128,4 3-16,11 13-336,-2-39-641,-2-11-2615</inkml:trace>
  <inkml:trace contextRef="#ctx0" brushRef="#br0" timeOffset="-120883.423">2525 12758 30414,'0'0'1377,"0"0"-1161,0 0 16,156-16-8,-92 16-168,41 40-56,-15 1-504,-9 2-2377</inkml:trace>
  <inkml:trace contextRef="#ctx0" brushRef="#br0" timeOffset="-118743.685">27342 14068 29422,'0'0'778,"0"0"-286,0 0-61,0 0 89,0 0 25,48-2-183,460-24-145,917-85-217,118 9 0,-1181 97-109,-71 1-965,-47-3-2216</inkml:trace>
  <inkml:trace contextRef="#ctx0" brushRef="#br0" timeOffset="-78197.365">6594 11505 26094,'0'0'3292,"0"0"-2105,0 0-680,0 0-20,0 0 30,3-6-154,-1 2-318,-2 4-41,0 1 0,0-1 0,1 1 1,-1-1-1,0 1 0,1-1 1,-1 1-1,0-1 0,1 0 0,-1 1 1,1-1-1,-1 1 0,1-1 1,-1 0-1,1 0 0,-1 1 1,1-1-1,-1 0 0,1 0 0,-1 0 1,1 1-1,-1-1 0,1 0 1,0 0-1,-1 0 0,1 0 1,-1 0-1,1 0 0,-1 0 0,1 0 1,0-1-1,-1 1 0,1 0 1,-1 0-1,1 0 0,-1 0 0,1-1 1,-1 1-1,1 0 0,-1-1 1,1 1-1,-1 0 0,0-1 1,1 1-1,-1 0 0,1-1 0,-1 1 1,0-1-1,1 1 0,-1-1 1,0 1-1,1-1-4,16 198 52,-19 1336-52,2-1010 0,14-465 0,-13-58-10,0 1 0,0 0 0,0-1 0,0 1-1,0-1 1,0 0 0,0 1 0,0-1 0,0 0 0,0 1 0,0-1 0,0 0-1,0 0 1,0 0 0,0 0 0,0 0 0,0 0 0,0 0 0,1 0 0,-1-1 0,0 1-1,0 0 1,0-1 0,0 1 0,0 0 0,0-1 0,0 1 0,-1-1 0,1 0-1,0 1 1,0-1 0,0 0 0,0 0 0,-1 1 0,1-1 0,0 0 0,-1 0 0,1 0-1,-1 0 1,1 0 0,-1 0 0,1 0 0,-1 0 0,1 0 0,-1 0 0,0 0 0,0 0-1,0 0 1,0 0 0,0 0 0,0 0 0,0 0 0,0 0 0,0 0 0,0-1-1,0 1 1,-1 0 0,1-1 10,8-43-1589</inkml:trace>
  <inkml:trace contextRef="#ctx0" brushRef="#br0" timeOffset="-77834.602">6252 13395 30102,'6'25'837,"50"155"328,-34-132-1054,2 0-1,1-2 1,3-1-1,2-2 1,1 0-1,22 20-110,-51-61 0,0 1 0,0-1 0,1 1 0,-1-1 0,1 0 0,-1 0 0,1 0 0,0 0 0,0 0 0,0-1 0,0 1 0,0-1 0,0 0 0,0 0 0,0 0 0,1 0 0,-1 0 0,0-1 0,1 1 0,-1-1 0,1 0 0,-1 0 0,0-1 0,1 1 0,-1-1 0,0 1 0,1-1 0,-1 0 0,0 0 0,0-1 0,0 1 0,0 0 0,0-1 0,1-1 0,71-132 0,207-460 0,-166 391-2417,-85 145-4544</inkml:trace>
  <inkml:trace contextRef="#ctx0" brushRef="#br0" timeOffset="-76758.564">10120 11659 26750,'0'0'1104,"-19"19"-229,-272 281 1083,-482 588-1201,500-564-707,-248 272-888,440-520-112,24-36-3139,23-24-4260</inkml:trace>
  <inkml:trace contextRef="#ctx0" brushRef="#br0" timeOffset="-76315.929">8117 13302 29182,'-68'121'233,"5"2"-1,5 3 0,6 3 0,6 1 1,5 2-1,-1 32-232,39-149 14,1-12-5,0 1 0,1 0 1,-1 0-1,1-1 0,0 1 0,0 0 0,0 0 1,1 0-1,-1 0 0,1 1 0,0-1 0,0 0 1,1 0-1,-1 0 0,1 0 0,0 0 0,0 0 1,0 0-1,0 0 0,1-1 0,-1 1 0,1 0 1,0-1-1,1 1 0,-1-1 0,2 3-9,7-5-10,0-1-1,-1 0 1,1 0-1,-1-1 1,1-1 0,-1 0-1,1 0 1,-1-1-1,0 0 1,0-1-1,0 0 1,0 0-1,-1-1 1,0-1 0,0 1-1,0-1 1,-1-1-1,0 0 1,0 0-1,4-5 11,15-8-119,358-298-2312,-271 212-922</inkml:trace>
  <inkml:trace contextRef="#ctx0" brushRef="#br0" timeOffset="-73705.479">28708 13945 25685,'0'0'1153,"0"0"1175,226-27-1848,-25-11 152,51 1-63,31 3-137,6 17-136,-12 7-128,-1 4-96,-15 6-56,-18 2-16,-26 19-64,-64-1-376,-41-6-1465</inkml:trace>
  <inkml:trace contextRef="#ctx0" brushRef="#br0" timeOffset="-69296.754">27213 11979 23829,'0'0'5109,"0"0"-3767,0 0-1086,-24 24-17,14-13-208,-5 3 17,0 2-1,1 0 1,0 1-1,2 0 1,0 1 0,1 0-1,0 1 1,2 0-1,0 1 1,2 0-1,-5 16-47,-4 25 74,3 0 0,2 0-1,3 2 1,2-1-1,4 1 1,2 4-74,2-62 10,0 0 0,0 1 1,1-1-1,0 0 0,0 0 0,0 0 1,0-1-1,1 1 0,0-1 1,0 0-1,0 0 0,0 0 0,1 0 1,0-1-1,-1 0 0,1 0 1,1 0-1,-1 0 0,0-1 0,0 0 1,1 0-1,-1-1 0,1 1 1,0-1-1,-1 0 0,1-1 0,0 1 1,0-1-1,-1 0 0,1-1 0,3 0-9,2 1 13,1 0 0,-1-1 0,1-1 0,-1 0 0,1 0 0,-1-1 0,0-1 0,0 0 0,-1 0 0,1-1 0,-1-1 0,0 0 0,0 0 0,-1 0 0,1-2 0,-2 1 0,1-1 0,-1 0 0,0-1 0,2-3-14,11-14 7,-1-1 0,-2-1 0,-1-1 0,-1 0 0,-1-1 0,6-19-7,-1-5-7,-2 0 0,-3-2-1,-2 0 1,-2-1 0,-3 0 0,-2 0-1,-3 0 1,-2-1 0,-5-26 7,4 74-10,-1 0 0,-1 0 0,0 0 0,0 1 0,0-1 0,-1 1 0,-1-1 0,0 1 1,0 0-1,-1 0 0,0 1 0,0-1 0,-1 1 0,0 0 0,0 1 0,-1 0 0,0 0 0,0 0 0,-1 1 0,0 0 0,0 0 0,-1 1 0,1 0 1,-1 0-1,0 1 0,0 0 0,-1 1 0,1 0 0,-7-1 10,-11-1-7,-1 2 1,1 0-1,-1 2 0,0 1 1,1 2-1,-1 0 1,1 2-1,-1 1 0,1 1 1,1 1-1,-1 2 0,1 0 1,1 2-1,0 1 1,0 0-1,1 2 0,-5 5 7,-14 10 0,2 1 0,1 3 0,1 1 0,2 1 0,2 2 0,1 2 0,2 1-1,-24 40 1,36-51 8,2 1 0,1 2 0,1-1 0,2 2 0,1 0 0,2 0 0,1 1 0,1 1 0,2 0-1,2 0 1,1 0 0,2 0 0,1 25-8,1-54 2,1 1 0,-1-1 0,1 0-1,1 1 1,-1-1 0,1 0 0,0 1 0,0-1-1,1 0 1,0-1 0,0 1 0,0 0 0,1-1-1,-1 0 1,1 1 0,1-2 0,-1 1-1,1 0 1,0-1 0,0 0 0,0 0 0,0 0-1,2 0-1,145 39 6,-89-34-146,0-2 0,1-3-1,-1-3 1,1-3 0,-1-2 0,0-3 0,0-3-1,-1-3 1,6-4 140,35-16-1915</inkml:trace>
  <inkml:trace contextRef="#ctx0" brushRef="#br0" timeOffset="-68043.29">26509 14778 26334,'0'0'2369,"0"0"-1691,0 0-511,0 0 131,19 8 85,117 62 55,-128-63-434,0 0 0,-1 1 0,0-1 0,-1 2 1,1-1-1,-1 1 0,-1 0 0,0 0 0,0 0 1,-1 1-1,0 0 0,0 0 0,-1 0 0,-1 0 1,0 1-1,0-1 0,-1 0 0,0 1 1,-1-1-1,0 1 0,-1 0 0,0-1 0,0 0 1,-1 1-1,-1-1 0,0 0 0,0 0 0,-1 0 1,0 0-1,-1-1 0,0 0 0,-3 5-4,-17 29 2,-1-2 0,-3 0 0,-1-2 1,-2-1-1,-2-1 0,-1-2 0,-1-2 0,-2-1 0,-39 24-2,-27-9 204,212-81 45,-1-5 0,-1-5 0,42-27-249,-124 62 40,-1-2 1,0 0 0,-1-1 0,-1-2-1,0 0 1,0-1 0,-2-1-1,0-1 1,-1 0 0,0-2 0,-2 0-1,0-1 1,-1 0 0,-1-1-1,-1-1 1,-1 0 0,-1-1 0,-1 0-1,6-20-40,-10 11 6,-2-1-1,-1 0 0,-1 1 1,-2-1-1,-1 0 0,-1 0 1,-2 1-1,-2-1 0,-7-24-5,9 41-8,-1 1-1,0 0 1,-1 0-1,0 0 1,-2 1 0,1 0-1,-2 1 1,0-1-1,0 1 1,-2 1-1,1 0 1,-1 1-1,-1 0 1,0 0-1,-1 1 1,0 1-1,0 0 1,-1 1-1,0 0 1,0 1 0,-1 1-1,0 0 1,-1 1 8,-7 1-20,1 2 0,-1 0 0,0 1 0,0 1 1,0 1-1,0 2 0,1 0 0,-1 1 0,1 1 0,0 1 1,0 1-1,1 1 0,-1 1 0,2 1 0,0 1 1,0 0-1,-9 8 20,-1 2-18,1 1 0,2 2 1,0 0-1,1 2 0,1 0 1,2 2-1,1 1 0,1 1 1,1 0-1,-11 26 18,15-21 18,1 1-1,2 1 1,1 0-1,2 1 1,2 0-1,1 0 1,2 1-1,2 0 1,1 0-1,2 0 0,2 0 1,1 0-1,2-1 1,2 1-1,2-1 1,1-1-1,2 1 1,7 14-18,-12-37 5,1 1 1,1-1 0,0-1-1,0 0 1,2 0 0,0-1-1,0 0 1,1-1-1,1 0 1,0-1 0,0-1-1,1 0 1,1-1-1,0 0 1,0-1 0,0 0-1,1-2 1,0 0 0,11 2-6,-7-2 2,2-2 0,-1 0 1,0-1-1,1-1 0,0-2 1,-1 0-1,1-1 0,-1-1 1,1-1-1,-1-1 0,0 0 1,0-2-1,0-1 1,-1 0-1,0-2 0,0 0 1,1-2-3,327-237 5,-267 193-813,-13 12-1521</inkml:trace>
  <inkml:trace contextRef="#ctx0" brushRef="#br0" timeOffset="-67759.189">27428 15715 26414,'0'0'4865,"0"0"-4329,0 0-536,0 0-32,0 0-776,0 0-5058</inkml:trace>
  <inkml:trace contextRef="#ctx0" brushRef="#br1" timeOffset="-53688.9">4533 14622 25293,'0'0'1083,"0"0"911,0 0-1083,0 0-366,17-18-14,56-56-124,21 27-10,-76 42-347,53-8 76,0 3-1,1 3 1,0 3 0,42 4-126,-34-1 51,2212-39 555,-2140 41-823,-99 23-1124,-49-7-554</inkml:trace>
  <inkml:trace contextRef="#ctx0" brushRef="#br1" timeOffset="-53221.374">4866 15466 27038,'0'0'1200,"0"0"-688,0 0 248,-4 119-80,4-68-175,0 8-201,0 4-112,0 2-64,0-1-56,-2-5-32,0-10-24,-1-8 0,1-9-16,2-10-136,0-22-312,9 0-505,4-6-975</inkml:trace>
  <inkml:trace contextRef="#ctx0" brushRef="#br1" timeOffset="-52809.521">5193 15356 28438,'0'0'710,"0"0"-170,27 3 72,343 12 459,-75-17-922,127-1-55,0 17 0,100 30-94,-481-40-47,1 2 0,-1 2 0,-1 2 0,1 1 0,-2 3-1,34 15 48,-70-27 13,-1-1 0,0 1 0,0 0 0,1 0 0,-1 0 0,-1 0-1,1 0 1,0 0 0,0 1 0,-1-1 0,1 1 0,-1-1 0,0 1 0,0 0-1,0-1 1,0 1 0,0 0 0,-1-1 0,1 1 0,-1 0 0,0 0 0,0 0-1,0 0 1,0 0 0,0-1 0,0 1 0,-1 0 0,0 0 0,1 0 0,-1-1-1,0 1 1,0 0 0,-1-1 0,1 1 0,0-1 0,-1 1 0,0-1-1,1 0 1,-1 0 0,0 0 0,0 0 0,0 0 0,-1 0 0,-1 1-13,-20 40 208,-13 84-353,-17-38-1215,21-49-841</inkml:trace>
  <inkml:trace contextRef="#ctx0" brushRef="#br1" timeOffset="-52504.633">5171 15829 29606,'0'0'538,"0"0"-304,0 0 124,25 6 147,234 39 129,150-21 184,200-21-818,-455-4 63,159-7-160,-306 8-83,-1-1 0,1 1 0,-1 0 0,1 0 0,-1 1 0,1 0 0,-1 0 0,1 1 0,-1-1 0,0 1 0,0 1 0,0-1-1,0 1 1,0 0 0,0 1 0,-1-1 0,4 4 180,5 15-3664</inkml:trace>
  <inkml:trace contextRef="#ctx0" brushRef="#br1" timeOffset="-52201.972">4989 16496 27678,'0'0'2344,"0"0"-1976,0 0-23,0 0 127,0 0-56,0 0-72,-30 146-136,30-75-32,0 6-40,0-2-24,10-4-72,4-8-24,1-10-16,0-13-64,3-16-216,21-24-184,-6-10-328,-2-24-1593</inkml:trace>
  <inkml:trace contextRef="#ctx0" brushRef="#br1" timeOffset="-51789.741">5289 16303 28966,'0'0'931,"0"0"-416,28-1-16,190-4 466,384 22-170,346-31-699,-562 13-143,-384 1 45,1-1 0,-1 1 0,0 0 1,1-1-1,-1 1 0,0 0 0,1 1 0,-1-1 0,0 0 0,1 1 0,-1-1 0,0 1 0,0 0 0,0 0 0,1 0 0,-1 0 0,0 0 0,0 0 0,0 0 0,0 1 0,-1-1 0,1 1 0,0-1 1,-1 1-1,1 0 0,-1 0 0,1-1 0,-1 1 0,0 0 0,0 0 0,0 1 0,0-1 0,0 0 0,0 0 0,-1 0 0,1 1 0,-1-1 0,1 0 0,-1 1 0,0-1 0,0 0 0,0 1 0,0-1 0,0 0 1,-1 0-1,1 1 0,-1-1 0,1 0 0,-1 0 0,0 1 0,0-1 0,0 0 0,0 0 0,0 0 2,-83 168 152,66-94-176,14-53-178,-1 0-1,0 0 1,-2-1 0,-1 0-1,-1 0 1,-1-1-1,-1 0 1,-4 6 202,-9 2-2286</inkml:trace>
  <inkml:trace contextRef="#ctx0" brushRef="#br1" timeOffset="-51549.497">5145 16784 16011,'0'0'14572,"0"0"-13964,0 0-456,0 0-16,153-57 320,-17 57-64,57 0-176,26 0-40,7 0-128,-7 0-48,-28 0 0,-14 2 0,-19 6 0,-37 2 0,-36 1 0,-8 13 0,-29-4-552,-15 0-1545</inkml:trace>
  <inkml:trace contextRef="#ctx0" brushRef="#br1" timeOffset="-50421.866">28769 13697 28990,'0'0'751,"0"0"-142,30-3-167,2468-136 1523,-2374 135-1955,220-2-10,-322 6-9,-15-1 3,0 0 0,-1 1 0,1 0-1,0 0 1,-1 0 0,1 1 0,-1 0 0,1 0-1,-1 1 1,1 0 0,-1 0 0,0 1 0,0-1-1,0 1 1,0 0 0,3 3 6,7 21-878,-14-3-1457</inkml:trace>
  <inkml:trace contextRef="#ctx0" brushRef="#br1" timeOffset="-48431.807">4654 15135 21661,'0'0'6940,"-19"-1"-5139,-127-2-1346,129 3-422,1 1 0,0 0 0,0 1 1,0 1-1,0 1 0,0 0 0,1 1 0,0 0 0,0 2 0,0 0 0,1 0 0,-1 1 0,2 1 0,0 0 0,-6 5-33,3-2 2,1 0 0,-1 1-1,2 0 1,0 1-1,1 0 1,0 2 0,1-1-1,0 1 1,2 1-1,0 0 1,1 1 0,0 0-1,2 0 1,0 1-1,1-1 1,1 1 0,1 1-1,0-1 1,2 1-1,-1 16-1,6-24 5,0-1 0,1-1 0,0 1 0,0-1 0,1 1 0,1-1 0,0 0 0,0-1 0,1 0 0,0 0 0,0 0 0,1-1 0,0 0 0,1 0 0,0-1 0,0 0 0,7 3-5,36 36 34,-44-39-29,-1 0 0,0 0 0,-1 1 0,0 0 0,0 0 0,0 0 0,-1 1 0,-1 0 0,1 0 0,-1 0 0,-1 0 0,0 1 0,0-1 0,-1 1 0,0 0 0,-1 0 0,0 0 0,0 0 0,-1 0 0,0 0 0,-1 0 0,0 0 0,-1 0 0,0-1 0,-1 1 0,0 0 0,0-1-5,-10 18 6,-2-2 0,-1 0 1,0-1-1,-2 0 0,-1-1 1,-20 19-7,31-34 0,-23 26 76,-1-2 0,-2-1-1,-1-1 1,-37 23-76,33-36 251,37-58-58,5 32-201,1 1-1,1 0 1,-1 0-1,1 0 0,0 1 1,1 0-1,0 0 1,0 0-1,0 1 1,1 0-1,0 0 0,0 0 1,1 1-1,0 0 1,-1 1-1,2-1 1,-1 2-1,0-1 0,1 1 1,-1 0-1,8-1 9,-11 5-1,0 0 0,0 0 0,0 0 0,0 1 0,-1 0 0,1 0 0,-1 0 0,1 0 0,-1 0 0,0 1 0,1 0 0,-2 0 0,1 0 0,0 1 0,0-1 0,-1 1 0,0 0-1,0 0 1,0 0 0,0 0 0,-1 0 0,0 1 0,1-1 0,-2 1 0,1 0 0,0-1 0,-1 1 0,0 0 0,0 0 0,0 0 0,-1 0 0,0 4 1,15 59 30,-4 2-1,-3 0 1,0 48-30,-8-107 4,12 206 228,-10 0-1,-19 143-231,0-106 0,17-253-21,1 1-1,0-1 1,0 1 0,0-1-1,0 0 1,0 0-1,0 1 1,0-1 0,1 0-1,-1 0 1,0 0 0,1 0-1,-1 0 1,1 0 0,-1-1-1,1 1 1,-1 0-1,1-1 1,-1 1 0,1-1-1,0 1 1,-1-1 0,1 0-1,0 0 1,-1 0 0,1 0-1,0 0 1,-1 0-1,1 0 1,0-1 0,-1 1-1,2-1 22,21-1-3526,-23 2 2931,29-7-16069</inkml:trace>
  <inkml:trace contextRef="#ctx0" brushRef="#br1" timeOffset="-45621.214">1109 16356 25461,'0'0'1629,"0"0"-696,0 0 540,0 0-320,0 0-621,17-17-193,55-55-20,-67 67-289,1 1 1,0 0 0,-1 0-1,2 0 1,-1 1-1,0 0 1,1 0 0,-1 1-1,1 0 1,0 0-1,0 0 1,0 1-1,-1 0 1,2 0 0,-1 1-1,0 0 1,0 0-1,0 1 1,1 0-31,3-1 7,-7 2-10,-1 0 1,0-1-1,1 1 1,-1 1-1,0-1 1,0 0-1,-1 1 0,1 0 1,-1-1-1,1 1 1,-1 0-1,0 0 1,0 1-1,0-1 1,0 0-1,-1 1 0,1-1 1,-1 1-1,0-1 1,0 1-1,0 0 1,-1-1-1,1 1 1,-1 0-1,0 0 0,0-1 1,0 1-1,0 0 1,-1 0-1,1-1 1,-1 1-1,-1 2 3,2 1-18,-4 26-41,-1 0 1,-1 0-1,-2 0 0,-2-1 1,-1 0-1,-1-1 0,-1 0 0,-2-1 1,-2-1-1,0 0 0,-2-1 1,-8 9 58,-44 39-16,68-88-104,16-8-106,1 0 0,1 1 1,1 1-1,0 1 0,1 0 0,1 1 1,1 1-1,3-2 226,-13 9-55,0 1-1,1 0 1,0 0 0,0 1-1,0 1 1,1-1 0,0 2-1,0-1 1,0 2 0,0-1-1,1 2 1,1-1 55,-11 3 22,0 0 0,0 0 0,0 0 0,0 0 0,0 0 0,0 0 0,0 1 0,0-1-1,-1 1 1,1-1 0,0 1 0,0 0 0,-1 0 0,1 0 0,0 0 0,-1 0 0,1 0 0,0 0 0,-1 0 0,0 1 0,1-1 0,-1 1 0,0-1 0,0 1 0,0-1 0,0 1 0,0 0 0,0-1 0,0 1 0,0 0 0,-1 0-1,1 0 1,-1 0 0,1-1 0,-1 1 0,0 0 0,0 0 0,0 0-22,1 83 1067,-2-71-965,-14 122 381,16-134-515,-1 0 0,1 0 0,-1 0 1,1 1-1,0-1 0,0 0 0,0 0 1,0-1-1,0 1 0,1 0 0,-1 0 0,0 0 1,1-1-1,-1 1 0,1-1 0,0 1 1,-1-1-1,1 0 0,0 1 0,0-1 1,0 0-1,0 0 0,0-1 0,0 1 0,0 0 1,0-1-1,0 1 0,1-1 0,-1 1 1,0-1-1,0 0 0,0 0 0,1 0 1,-1 0-1,0-1 0,0 1 0,0 0 0,0-1 1,1 0-1,-1 1 0,0-1 0,0 0 1,1-1 31,-2 2-57,43-6-1865</inkml:trace>
  <inkml:trace contextRef="#ctx0" brushRef="#br1" timeOffset="-45289.103">1973 16581 23253,'0'0'3873,"20"-11"-3104,143-95-1102,-102 61-2368,-7 1-3877,-41 33 6186,20-21-1132,-26 18 4568,-5-2 3600,-16-33-2427,10 44-4189,1 1 1,-1 0 0,0 0 0,0 1 0,0-1 0,-1 1-1,1 0 1,-1 0 0,0 0 0,0 1 0,0-1 0,0 1 0,0 0-1,0 1 1,-1-1 0,1 1 0,0 0 0,-1 1 0,1-1-1,-1 1 1,-1 0-29,0 3 0,0 1 0,1 0-1,-1 0 1,1 1 0,0 0-1,0 0 1,0 0 0,0 0-1,1 1 1,0 0 0,1 0-1,-1 1 1,1-1 0,0 1-1,1 0 1,-1 0 0,2 0-1,-1 1 1,1-1 0,0 0 0,0 1-1,1 0 1,0-1 0,0 1-1,1 4 1,-2-7 4,0 0-1,1 1 0,-1-1 1,1 1-1,1-1 0,-1 1 1,1-1-1,0 1 0,0 0 1,0-1-1,1 1 1,0-1-1,0 1 0,0-1 1,1 1-1,0-1 0,0 0 1,0 0-1,1 0 0,0 0 1,0 0-1,0 0 0,0-1 1,1 0-1,0 1 1,0-1-1,0 0 0,0-1 1,1 1-4,9-2-26,1 0 1,-1-1-1,1 0 0,0-1 1,-1-1-1,1-1 1,-1 0-1,0 0 1,1-2-1,-1 0 1,0 0-1,-1-1 0,1-1 1,-1 0-1,0-1 1,-1-1-1,0 0 1,0 0-1,10-10 26,46-27-2015,-11 4-3910</inkml:trace>
  <inkml:trace contextRef="#ctx0" brushRef="#br1" timeOffset="-44897.723">1719 17536 21837,'0'0'7000,"0"0"-5305,0 0-1491,7-21 52,-2 1-182,-2 9-46,0 0-1,0 0 1,1 1 0,0-1 0,1 1 0,0 0 0,1 1-1,0-1 1,0 1 0,1 0 0,7-7-28,-8 9-64,0 0 1,1 1-1,0 0 0,0 1 1,0-1-1,1 1 0,0 1 1,0-1-1,0 1 0,0 1 1,1 0-1,0 0 0,-1 0 1,1 1-1,1 0 64,-8 4-16,-1 0 1,1-1-1,-1 1 0,1 0 1,-1 0-1,0 0 0,0 0 1,0 0-1,0 0 0,0 0 1,0 0-1,0 0 0,-1 1 0,1-1 1,-1 0-1,0 0 0,1 1 1,-1-1-1,0 0 0,-1 1 1,1-1-1,0 0 0,-1 1 1,1-1-1,-1 0 0,1 0 1,-2 2 14,1 1-2,-2 14 45,-2-1-1,0 0 1,-1 0-1,-1-1 1,-1 0-1,0 0 1,-11 15-42,-26 60 150,45-93-157,1 1 0,0-1 0,-1 1 1,1-1-1,0 1 0,-1 0 1,1-1-1,0 1 0,-1 0 0,1 0 1,0-1-1,0 1 0,0 0 1,-1 0-1,1 0 0,0 0 0,0 0 1,-1 0-1,1 0 0,0 0 0,0 0 1,-1 1-1,1-1 0,0 0 1,0 0-1,-1 1 0,1-1 0,0 0 1,-1 1-1,1-1 0,0 1 1,-1-1-1,1 1 0,0-1 0,-1 1 1,1-1-1,-1 1 0,1 0 1,-1-1-1,0 1 0,1 0 0,-1-1 1,0 1-1,1 0 0,-1 0 1,0-1-1,0 1 0,0 0 0,1 0 1,-1-1-1,0 1 0,0 0 1,0 0-1,0 0 0,0-1 0,-1 1 1,1 0-1,0 0 0,0-1 1,0 1-1,-1 0 0,1 0 0,0-1 1,-1 1-1,1 0 0,-1-1 1,1 1-1,-1 0 0,1-1 0,-1 1 7,56-29-278,20-12 348,-73 78 28,-2-30-224,5 31 153,16-24-2755,-7-14-4483</inkml:trace>
  <inkml:trace contextRef="#ctx0" brushRef="#br1" timeOffset="-44515.859">2381 17591 25189,'0'0'5338,"0"0"-5098,0 0-192,0 0-48,0 0-336,0 0-1937</inkml:trace>
  <inkml:trace contextRef="#ctx0" brushRef="#br1" timeOffset="-44308.543">2909 17226 27254,'0'0'3048,"0"0"-2125,0 0-575,-17-22-20,-91-115-153,106 134-200,1 1 0,-1-1 0,0 1 0,0-1 0,0 1 0,-1 0 0,1 0 0,0 0 0,-1 0 0,0 0 0,1 1 0,-1-1 0,0 1 0,0-1 0,0 1 0,0 0 0,0 0 0,0 0 0,0 1 0,-3-1 25,4 3-14,0 0 0,0 0 1,1 0-1,-1 0 0,1 1 0,-1-1 0,1 1 0,0-1 1,0 1-1,0-1 0,0 1 0,0-1 0,1 1 0,-1 0 1,1 0-1,0-1 0,0 1 0,0 0 0,0-1 0,0 1 1,0 0-1,1 0 0,-1-1 0,1 2 14,0 6-20,-2-2 34,0 0 0,1 0 0,0 0-1,1 0 1,0 0 0,0 0 0,1 0 0,0-1 0,0 1-1,1 0 1,-1-1 0,2 1 0,-1-1 0,1 0 0,0 0-1,1-1 1,0 1 0,0-1 0,0 0 0,1 0 0,-1 0-1,1-1 1,1 0 0,-1 0 0,1-1 0,0 0 0,0 0-1,0 0 1,0-1 0,1 0 0,0-1 0,0 1-14,2-2-88,0 0 1,0-1-1,0 0 0,0 0 1,0-1-1,0 0 0,-1-1 1,1 0-1,0-1 1,-1 0-1,0-1 0,1 1 1,-1-2-1,-1 1 1,1-1-1,-1-1 0,1 1 1,-2-2-1,1 1 1,-1-1-1,0 0 0,0 0 1,0-2 87,32-28-3927</inkml:trace>
  <inkml:trace contextRef="#ctx0" brushRef="#br1" timeOffset="-43721.025">4798 15176 27846,'0'0'872,"0"0"-280,11 127 16,-4-56-128,0 8-103,-3 1-137,0-3-120,5-8-64,-4-11-24,-1-17-32,5-15-120,-1-14-256,12-16-337,-2-22-799,-5-6-1825</inkml:trace>
  <inkml:trace contextRef="#ctx0" brushRef="#br1" timeOffset="-43303.822">5193 15202 7330,'0'0'15804,"22"-1"-11271,332 2-1425,-122 10-2816,1-10 1,-1-10-1,114-24-292,-228 16 30,47-8 45,2 8 0,149 4-75,-306 12 1,-1 1 0,1 1 1,-1 0-1,1 0 0,-1 1 0,0 0 0,1 0 1,-1 1-1,0 0 0,-1 1 0,1 0 0,0 0 0,-1 1 1,0 0-1,0 1 0,-1 0 0,4 3-1,-11 48 794,-6-25-673,43 253-213,-37-270-36,-18 89-2493,-1-79-1788</inkml:trace>
  <inkml:trace contextRef="#ctx0" brushRef="#br1" timeOffset="-43047.386">5285 15829 29190,'0'0'656,"0"0"-504,123-37-104,-27 25 345,45 4 151,43 6-200,20 2-136,-7 0-56,-15 18-64,-29 10-88,-8 1-32,-40-3-384,-30-7-1297</inkml:trace>
  <inkml:trace contextRef="#ctx0" brushRef="#br0" timeOffset="-27359.903">28958 14395 28726,'0'0'1769,"0"0"-1329,0 0-112,0 0-8,-149-55 96,98 61-152,-6 23-136,-11 15-48,-6 11-56,-12 12 8,-8 10-32,-2 8 0,1 0-88,8-2-240,19-14-176,28-32-288,23-19-1049,17-18-1432</inkml:trace>
  <inkml:trace contextRef="#ctx0" brushRef="#br0" timeOffset="-27035.389">28506 14600 28870,'0'0'736,"-26"138"-160,-7-53-143,7-14 31,-1 10-232,6 6-168,12-18-64,9-22-288,35-47-521,11-29-679,2-26-2817</inkml:trace>
  <inkml:trace contextRef="#ctx0" brushRef="#br0" timeOffset="-26687.952">29148 14160 23189,'0'0'5137,"0"0"-3550,0 0-1021,0 0-137,0 0-98,9 24-158,20 77-114,-28-96-63,-1 0 0,1 1 1,-1-1-1,0 1 1,-1-1-1,1 1 0,-1-1 1,0 0-1,-1 0 1,1 1-1,-1-1 0,0 0 1,0 0-1,0 0 0,-1-1 1,-3 6 3,-2 5-41,-80 112-696,141-132 503,-50 4 231,-1 0 9,-1 0 0,1 0 1,0 0-1,-1 0 1,1 0-1,0 1 0,-1-1 1,1 1-1,0-1 0,0 1 1,0 0-1,-1 0 1,1 0-1,0 0 0,0 0 1,0 0-1,0 0 0,-1 0 1,1 1-1,0-1 1,0 1-1,-1-1 0,1 1 1,0 0-1,-1 0 0,1 0 1,0 0-1,-1 0 0,1 0 1,-1 0-1,0 0 1,1 1-1,-1-1 0,0 0 1,0 1-1,0-1 0,0 1 1,1 0-7,-4 10 20,0-1 1,-1 1 0,-1-1-1,1 0 1,-2 0-1,1-1 1,-1 1-1,-1-1 1,0 0-1,-1 0 1,1-1 0,-2 0-1,1 0 1,-8 5-21,3 1 21,-112 130 130,145-140-168,193-98-354,-206 95 390,-110 97 274,-92 66 47,223-166-292,262-110-44,-290 111-24,1 0 0,-1 0 0,1 0 0,0 0 0,-1 0 0,1 0 0,-1 0 0,1 1 0,-1-1 0,1 1 1,-1-1-1,1 1 0,-1-1 0,1 1 0,-1 0 0,0 0 0,1 0 0,-1 0 0,0 0 0,0 0 0,0 0 0,1 0 0,-1 0 0,0 0 0,-1 1 0,1-1 0,0 0 0,0 1 0,0-1 0,-1 0 0,1 1 0,-1-1 0,1 1 0,-1-1 0,0 1 1,1 0-1,-1-1 0,0 1 0,0-1 0,0 1 0,0-1 0,-1 1 0,1 0 0,0-1 0,-1 1 0,1-1 0,-1 1 0,1-1 0,-1 0 0,1 1 0,-1-1 0,0 1 0,0-1 0,0 0 0,0 0 0,0 1 0,-1-1 20,-23 46-1592</inkml:trace>
  <inkml:trace contextRef="#ctx0" brushRef="#br0" timeOffset="-26377.953">28384 15739 28526,'0'0'720,"0"0"-104,175-73-39,-46 4-57,-8 0-200,-14 7-168,-26 15-80,-35 21-72,0 3-192,5-11-640,-18 10-1201,-14 3-12626</inkml:trace>
  <inkml:trace contextRef="#ctx0" brushRef="#br0" timeOffset="-26376.953">28942 15378 29150,'0'0'872,"-39"144"-159,19-62-361,9-14-40,0 6-136,5 7-120,6-6-56,0-16-96,0-15-256,24-36-288,-4-8-657,-3-8-903</inkml:trace>
  <inkml:trace contextRef="#ctx0" brushRef="#br0" timeOffset="-26012.49">28644 15770 28286,'0'0'904,"0"0"-456,-90 154-312,71-101-136,19-21-184,2-16-1496,18-16-5466</inkml:trace>
  <inkml:trace contextRef="#ctx0" brushRef="#br0" timeOffset="-26011.49">28714 15782 26710,'0'0'1672,"0"0"-888,145-41-72,-26 1-151,32-19-249,9-12-200,-20-4-112,-46 18-609,-35 11-2839</inkml:trace>
  <inkml:trace contextRef="#ctx0" brushRef="#br0" timeOffset="-25827.752">29817 14845 7874,'0'0'22076,"132"-32"-21603,-45 1-337,10-9-104,-12 5-32,20-22 0,-26 11-953,-26 11-2695</inkml:trace>
  <inkml:trace contextRef="#ctx0" brushRef="#br0" timeOffset="-25363.432">30078 14829 27902,'-75'109'695,"6"3"0,4 4 0,5 1 0,6 4 0,-1 16-695,-12 10 78,67-148-79,0 0 0,0 1 0,0-1 0,0 1 0,0-1 0,0 1 0,-1-1 0,1 1 0,0-1 0,0 1 0,0-1 0,-1 1 1,1-1-1,0 1 0,-1-1 0,1 1 0,-1-1 0,1 1 0,0 0 0,-1-1 0,1 1 0,-1-1 0,1 1 0,-1 0 0,1 0 0,-1-1 0,1 1 1,-1 0-1,1 0 0,-1 0 0,0 0 0,1 0 0,-1-1 0,1 1 0,-1 0 0,1 0 0,-1 0 0,0 1 0,1-1 0,-1 0 0,1 0 0,-1 0 0,1 0 1,-1 0-1,1 1 0,-1-1 0,0 0 0,1 0 0,0 1 0,-1-1 0,1 0 0,-1 1 0,0 0 1,9-58-136,-5 47 122,-1 1-1,1 0 1,1 0-1,0 0 1,0 0-1,1 1 0,0 0 1,0 0-1,1 0 1,0 1-1,0-1 1,1 1-1,0 1 0,0-1 1,0 1-1,1 1 1,0-1-1,0 1 1,1 1-1,-1 0 0,1 0 1,0 0-1,0 1 1,0 0-1,1 1 1,8-1 14,-14 4 5,1 0 1,-1 0 0,1 1-1,-1 0 1,0 0 0,0 0 0,1 0-1,-1 1 1,-1-1 0,1 1-1,0 0 1,-1 0 0,1 1-1,-1-1 1,0 1 0,0-1 0,0 1-1,-1 0 1,1 0 0,-1 0-1,0 1 1,0-1 0,-1 0 0,2 4-6,2 3 3,4-13-153,-8-28-196,-1 24 219,-18-372-1615,1 122 712,16 147-2096,1 31-3374,1 1-5194,-1 71 10065,1-18-656,2-1 4570,-3 24-1818,0-1 1,0 1-1,0-1 1,1 1-1,-1 0 1,0-1-1,1 1 1,-1-1-1,1 1 1,-1 0-1,1 0 1,-1-1-1,1 1 1,0 0-1,0 0 1,-1 0-1,1-1 1,0 1-1,0 0 1,0 0-1,0 1 1,1-1-1,-1 0 1,0 0-1,0 0 1,0 1-1,1-1 1,-1 1-1,0-1 1,1 1-1,-1-1 1,1 1-1,-1 0 1,0 0-1,1-1 1,-1 1-1,1 0 1,-1 0-1,0 1 1,1-1-1,-1 0 1,1 0-1,-1 1 1,0-1-1,1 1-467,5 2 281,-1 1 0,1 0 0,-1 0-1,0 0 1,0 1 0,-1 0 0,1 0 0,-1 1-1,0 0 1,-1-1 0,1 1 0,-1 1 0,3 5-281,4 4 349,80 134 477,-6 4 0,-7 3 0,40 121-826,139 388 494,-247-639-494,36 53-253,-46-80 245,1 0 0,-1 1-1,1-1 1,0 0 0,-1 0 0,1 1 0,0-1-1,-1 0 1,1 0 0,0 0 0,-1 0 0,1 0-1,0 0 1,-1 0 0,1 0 0,0 0 0,-1 0 0,1 0-1,0-1 1,-1 1 0,1 0 0,-1 0 0,1-1-1,0 1 1,-1 0 0,1-1 0,-1 1 0,1 0-1,-1-1 1,1 1 0,-1-1 0,1 1 0,-1-1 0,1 1-1,-1-1 1,0 0 0,1 1 0,-1-1 0,0 1-1,0-1 1,1 0 0,-1 1 0,0-1 0,0 0-1,0 1 1,0-1 0,0 0 0,0 1 0,0-1 0,0 0 8,13-173-1606,-12 61-432,-1-1-1947</inkml:trace>
  <inkml:trace contextRef="#ctx0" brushRef="#br0" timeOffset="-25154.571">30610 14839 29126,'0'0'1681,"0"0"-1329,-54 174-104,23-90-104,-2 5-24,2-8-120,12-28-120,6-15-264,6-32-232,7-18 71,0-41-1071,11-66 320,4 13 96,-6 3-2097</inkml:trace>
  <inkml:trace contextRef="#ctx0" brushRef="#br0" timeOffset="-25153.571">30536 14415 26758,'0'0'2264,"118"-6"-2040,-41 14-224,2 10-744</inkml:trace>
  <inkml:trace contextRef="#ctx0" brushRef="#br0" timeOffset="-24726.803">31305 15009 31343,'0'0'719,"-1"20"-418,-4 161-33,4-180-268,1 1 0,-1-1 1,1 1-1,0-1 0,0 1 0,-1-1 0,1 1 0,0-1 1,1 1-1,-1-1 0,0 1 0,0-1 0,0 1 0,1-1 1,-1 1-1,1-1 0,-1 1 0,1-1 0,0 0 1,0 1-1,-1-1 0,1 0 0,0 0 0,0 1 0,0-1 1,0 0-1,0 0 0,1 0 0,-1 0 0,0 0 0,0-1 1,1 1-1,-1 0 0,0 0 0,1-1 0,-1 1 1,1-1-1,-1 1 0,1-1 0,-1 0 0,1 0 0,-1 0 1,1 0-1,-1 0 0,1 0 0,-1 0 0,1 0 1,-1 0-1,1-1 0,-1 1 0,1 0 0,-1-1 0,1 0 1,-1 1-1,0-1 0,1 0 0,-1 0 0,0 1 0,0-1 1,1-1-1,12-6-46,-1-2 0,0 1 0,0-1 1,-1-1-1,0 0 0,-1-1 0,-1 0 1,7-11 45,5-2-113,22-30-98,-32 37 154,1 1 0,0 1 0,2 0 0,0 1 0,0 0 0,2 2 0,0 0 0,1 0 57,-16 11 2,1 0 1,0 1-1,-1-1 0,1 1 0,0 0 1,0 0-1,-1 0 0,1 0 1,0 1-1,0-1 0,0 1 0,0 0 1,0-1-1,0 1 0,0 1 1,0-1-1,0 0 0,0 1 0,0 0 1,0-1-1,0 1 0,-1 0 1,1 0-1,0 1 0,-1-1 0,1 1 1,-1-1-1,1 1 0,-1 0 1,1 0-1,-1 0 0,0 0 0,0 0 1,0 0-1,0 1 0,-1-1 1,1 1-1,-1-1 0,1 1 0,-1 0 1,0 0-3,36 128 395,-33-113-346,21 73 524,-23-90-568,1-1 1,0 0-1,0 0 0,-1 0 0,1 0 1,0-1-1,0 1 0,-1-1 0,1 1 1,0-1-1,-1 0 0,1 0 1,-1 0-1,1-1 0,-1 1 0,0 0 1,1-1-1,-1 0 0,0 1 1,0-1-1,0 0 0,0 0 0,0 0 1,-1-1-1,1 1 0,0 0 0,-1-1 1,1-1-6,3-1 12,10-12-25,112-97-369,15 41-2177,-76 41-2097</inkml:trace>
  <inkml:trace contextRef="#ctx0" brushRef="#br0" timeOffset="-24288.903">32599 14928 29702,'0'0'881,"0"0"-633,-27 128-112,16-77 264,7-7-400,4-25-56,20-11-816,4-8-1313</inkml:trace>
  <inkml:trace contextRef="#ctx0" brushRef="#br0" timeOffset="-24287.903">32824 14519 30326,'0'0'1777,"0"0"-1585,0 0-152,0 0-16,0 0-24,-22 103-120,57-67-344,-4-9-736,-5-3-1553</inkml:trace>
  <inkml:trace contextRef="#ctx0" brushRef="#br0" timeOffset="-23929.36">33592 13955 29134,'0'0'1497,"0"0"-993,-73 129 40,27-5 64,-9 65-128,-2 36-480,16 12 0,14-10 0,27-42 0,0-47 0,14-45 0,10-42 0,0-27 0,9-8 0,19-16-384,-4-2-640,-12-24-1193</inkml:trace>
  <inkml:trace contextRef="#ctx0" brushRef="#br0" timeOffset="-23575.207">33090 14922 31039,'0'0'704,"0"0"-560,0 0-8,160-14 16,-36 8-152,28-8-240,-21 1-1080,-28-7-4426</inkml:trace>
  <inkml:trace contextRef="#ctx0" brushRef="#br0" timeOffset="-23574.207">34146 14699 30879,'0'0'1336,"0"0"-784,0 0-552,-15 144 0,15-85 0,0 2 0,15-7 0,27-25-768,-5-15-680,-2-14-3257</inkml:trace>
  <inkml:trace contextRef="#ctx0" brushRef="#br0" timeOffset="-23175.153">34286 14158 31487,'0'0'1104,"0"0"-1000,0 0-32,0 125-72,11-19 0,2-11-560,-4-6-4313</inkml:trace>
  <inkml:trace contextRef="#ctx0" brushRef="#br0" timeOffset="-21352.499">4757 16078 29134,'0'0'1489,"0"0"-1105,0 0-8,138-89 120,-46 48-24,35-7-176,35-1-176,11 6-120,-6 11 0,-7 14 0,-13 18 0,-5 0 0,-10 18-208,-40-2-992,-28-4-4001</inkml:trace>
  <inkml:trace contextRef="#ctx0" brushRef="#br0" timeOffset="-17856.832">1283 1423 21869,'0'0'1988,"0"0"919,-2 20-1666,-37 265 843,21 19-413,17 216-1671,3-412 148,5 279 283,4 250-3,-47 310-428,-60-40 0,14-188 0,18 457 0,73-665 0,10-399 0,-16-149-108,-6-214-2174,-3 102-441</inkml:trace>
  <inkml:trace contextRef="#ctx0" brushRef="#br0" timeOffset="-17294.031">1375 2194 17604,'19'-7'9499,"210"-49"-7106,-80 45-2101,1 8 0,-1 5 1,0 8-1,80 17-292,1072 170 400,-1209-183-404,186 28-393,80 31 397,-297-51-383,-80-16 228,-309-20 1124,321 16-950,1 0 1,-1 1-1,1-1 1,0 1-1,-1 1 1,1-1-1,1 1 1,-1 0-1,0 0 1,1 0-1,0 1 1,0 0-1,0 0 1,1 1-1,0-1 1,0 1-1,0 0 1,1 0-1,-1 0 1,1 0-1,1 1 1,-1-1-1,1 1 1,1-1-1,-1 1 1,1 0-1,0 0 1,0 0-1,1 0-19,-16 75 133,3 0 0,3 1 0,5 0 0,3 51-133,1-66 55,7 859 465,96 624-520,-61-1027 0,-23 21 0,-17-18 0,30 1277 0,-24-1580-1075,-6-179-1611</inkml:trace>
  <inkml:trace contextRef="#ctx0" brushRef="#br0" timeOffset="-16574.855">838 8359 30447,'0'0'704,"0"0"-88,0 0-400,0 0-72,230-18 88,-24 40 56,39 9-168,18 11-120,0 5 0,-21 4 0,-1 11 0,2 13 0,2 11 0,1 9-72,-60-22-688,-41-12-1505</inkml:trace>
  <inkml:trace contextRef="#ctx0" brushRef="#br0" timeOffset="-15897.866">4202 2360 25517,'0'0'1670,"0"0"-478,0 0-193,0 0-81,0 0-233,0 0-215,21 5-61,-9-3-365,0 1 1,-1 1-1,1 0 1,-1 1-1,0 0 0,0 0 1,0 1-1,-1 1 0,0 0 1,0 0-1,-1 1 0,0 0 1,0 1-1,-1 0 0,0 0 1,1 3-45,146 209 91,-10 7-1,10 44-90,-55-98 16,14 22-16,9-6 0,8-6 0,7-5 0,50 40 0,23 39-1062,-194-231-1333</inkml:trace>
  <inkml:trace contextRef="#ctx0" brushRef="#br0" timeOffset="-15503.619">5585 4455 29262,'-5'20'1319,"-32"169"-283,9 3 1,-4 176-1037,21-220 92,-115 1457-71,116-1286-30,14-297-318,0-9-1129</inkml:trace>
  <inkml:trace contextRef="#ctx0" brushRef="#br0" timeOffset="-15212.778">4492 8840 31415,'0'0'1256,"0"0"-1160,0 0-96,0 0 0,50-102 0,44-23 0,42-48 0,18-21 0,-12-5 0,-21 12 0,-29 17 0,-13-2 0,-27 44-608,-15 24-1265</inkml:trace>
  <inkml:trace contextRef="#ctx0" brushRef="#br0" timeOffset="-13365.507">1169 4299 29326,'0'0'1078,"0"0"-695,0 0-193,28 10 105,240 59 336,-117-35-458,0 8-1,-3 5 1,-2 7 0,-3 6 0,109 65-173,142 101-932,-367-216-1233,-10-6-2556</inkml:trace>
  <inkml:trace contextRef="#ctx0" brushRef="#br0" timeOffset="-12948.978">2924 4619 29606,'0'0'1665,"0"0"-1425,0 0 64,11 122 144,0-61-56,0 8-280,-6 8-112,-1 8 0,-4 6 0,0 1 0,0 1 0,-13-4 0,-16 13-328,-1-23-800,1-18-2673</inkml:trace>
  <inkml:trace contextRef="#ctx0" brushRef="#br0" timeOffset="-12668.244">932 5591 31199,'0'0'714,"19"1"-473,709 63 372,271 76-613,-831-97 0,-153-33-34,-37-11-508,-106-48-2376,56 11-694</inkml:trace>
  <inkml:trace contextRef="#ctx0" brushRef="#br0" timeOffset="-12667.244">1787 4638 30366,'0'0'745,"0"0"-465,-66 133-40,35-51 0,-2 23 64,3 21-152,8-9-104,7-15-16,8-15-32,5-24-160,2 4-192,9-14-368,6-25-1657</inkml:trace>
  <inkml:trace contextRef="#ctx0" brushRef="#br0" timeOffset="-12369.994">2026 4879 30254,'0'0'825,"-49"103"-409,25-32-168,-2 11-48,11 1-64,4-4-136,4-4-64,7-12-232,5-21-288,14-23-1065,1-19-3672</inkml:trace>
  <inkml:trace contextRef="#ctx0" brushRef="#br0" timeOffset="-12142.714">2521 5039 30695,'0'0'752,"-9"100"-232,1-34-104,1 1-32,0 4-384,1 2 0,-1 2 0,-6 27 0,2-17-344,-6-14-1472</inkml:trace>
  <inkml:trace contextRef="#ctx0" brushRef="#br0" timeOffset="-11670.879">1574 5903 28806,'0'0'1480,"0"0"-967,0 0-193,0 0 32,-50 150-24,41-63-24,0 23-112,0-3-56,1-11-72,-3-11-40,2-16-24,2 4-80,-1 2-184,1-18-16,5-17-64,2-26-336,0-14-1297,0 0-10818</inkml:trace>
  <inkml:trace contextRef="#ctx0" brushRef="#br0" timeOffset="-11232.668">1690 6203 29822,'0'0'854,"0"0"-459,19 4-118,278 54 315,-272-57-582,0 2-11,-1-1 0,1-2 0,0 0 0,0-1 0,0-2 0,0 0 0,-1-2 0,0-1 0,1-1 0,-2 0 0,13-7 1,-18 0 783,-20 660-738,-21-478-1531,15-140-1365</inkml:trace>
  <inkml:trace contextRef="#ctx0" brushRef="#br0" timeOffset="-10914.808">1410 7177 30831,'0'0'1120,"0"0"-936,0 0 56,127 40 120,-15-32-328,30-5-32,-6-1 0,-24-2 0,11 2 0,-44 2 0,-14 0-1360</inkml:trace>
  <inkml:trace contextRef="#ctx0" brushRef="#br0" timeOffset="-8641.983">1690 7722 28622,'0'0'1260,"0"0"-581,0 0-227,0 0-42,0 0-94,-8-12-143,-45-63-59,52 73-113,0 0 1,-1 0-1,1 0 1,-1 0-1,0 0 1,1 0-1,-1 0 1,0 1 0,0-1-1,0 0 1,0 1-1,0 0 1,0-1-1,-1 1 1,1 0 0,0 0-1,-1 1 1,1-1-1,0 0 1,-1 1-1,1-1 1,-1 1-1,1 0 1,-1 0 0,1 0-1,-1 0 1,1 0-1,-1 1 1,1-1-1,-1 1 1,1-1 0,-1 1-1,1 0 1,0 0-1,0 0 1,-1 0-1,1 0 1,0 1 0,-1 0-3,-71 68 5,65-58-3,2 0 0,0 0 1,1 0-1,0 1 0,0 0 1,2 0-1,-1 1 0,2 0 1,0-1-1,1 1 0,0 0 1,1 0-1,0 0 0,1 1-1,0-12-1,1 0 1,-1 0-1,1 0 0,0 0 1,-1-1-1,1 1 0,0 0 0,1 0 1,-1-1-1,0 1 0,1-1 1,0 0-1,-1 1 0,1-1 0,0 0 1,0 0-1,0 0 0,0 0 1,1 0-1,-1 0 0,0-1 0,1 1 1,0-1-1,-1 0 0,1 0 1,0 0-1,-1 0 0,1 0 0,0 0 1,0-1-1,2 1 1,95 0 19,-97-1-17,10-2-27,0-2-1,0 1 1,-1-2-1,1 1 1,-1-2 0,0 0-1,-1 0 1,1-1 0,-1 0-1,0-1 1,-1 0 0,0-1-1,0 0 1,-1-1 0,0 0-1,-1 0 1,0-1 0,-1 0-1,0 0 1,0-1 0,-1 0-1,-1 0 1,0-1 0,-1 1-1,0-1 1,-1 0 0,0 0-1,-1 0 26,37-37-2223,-34 46 1654,19-12-2959</inkml:trace>
  <inkml:trace contextRef="#ctx0" brushRef="#br0" timeOffset="-8267.735">2519 7844 21557,'0'0'7312,"0"0"-5389,0 0-1499,0 0-77,0 0-79,-22-15-123,-114-82-82,131 92-67,0 1 0,0-1 0,0 1 0,-1 0 0,1 1 0,-1-1 0,0 1 0,0 1 0,0-1 1,0 1-1,-1 0 0,1 0 0,-1 1 0,1-1 0,-1 1 0,0 1 0,1 0 0,-1 0 0,1 0 0,-5 1 4,9 1-9,1 0 0,-1 0 1,1 1-1,-1-1 0,1 1 0,0-1 0,0 1 0,0-1 0,0 1 0,0 0 1,0-1-1,1 1 0,-1 0 0,1 0 0,0 0 0,0-1 0,0 1 0,0 0 1,1 0-1,-1 0 0,1-1 0,-1 1 0,1 0 9,0 0-12,4 11-156,0-1 1,1 0-1,1 0 1,0 0-1,1-1 0,1 0 1,0 0-1,0-1 0,1-1 1,0 1-1,1-2 0,0 1 1,1-1-1,0-1 1,0 0-1,0-1 0,1 0 1,1-1-1,-1-1 0,11 3 168,27 17-3834</inkml:trace>
  <inkml:trace contextRef="#ctx0" brushRef="#br0" timeOffset="-7966.77">3203 7889 27782,'0'0'1520,"0"0"-640,0-17-317,-2-56-216,1 67-347,-1 0 0,1 1 1,-1-1-1,0 1 0,0-1 0,-1 1 1,0 0-1,0 0 0,0 0 0,0 0 1,-1 0-1,0 1 0,0 0 0,0-1 1,0 2-1,-1-1 0,1 0 0,-1 1 1,0 0-1,0 0 0,-1 0 0,1 1 1,0 0-1,-1 0 0,0 0 0,1 0 1,-1 1-1,0 0 0,0 0 0,1 1 1,-1 0-1,0 0 0,0 0 0,0 1 1,0-1-1,1 2 0,-1-1 0,0 0 1,1 1-1,-1 0 0,1 1 0,-1-1 1,-4 4-1,1 3 0,0 0-1,1 1 1,0 0 0,0 1 0,1 0 0,1 0 0,-1 0 0,2 1-1,0 0 1,0 0 0,1 1 0,1-1 0,0 1 0,0 0 0,2-1 0,-1 1-1,2 0 1,0 0 0,0 0 0,2 7 0,-1-12 9,1-1 1,-1 1-1,2-1 1,-1 0-1,1 0 1,0 0-1,0 0 0,1 0 1,0-1-1,0 1 1,1-1-1,0 0 1,0-1-1,0 1 0,1-1 1,-1 0-1,1 0 1,0-1-1,1 0 1,-1 0-1,1 0 1,0-1-1,0 0 0,0 0-9,12 5-113,1-1-1,-1 0 1,1-2-1,0 0 1,0-1-1,0-1 1,1-1 0,9-1 113,-16-2-2445,-12-2-3940</inkml:trace>
  <inkml:trace contextRef="#ctx0" brushRef="#br0" timeOffset="-7685.159">1600 8467 23645,'0'0'5260,"0"0"-3939,0 0-1110,0 0 115,0 0 22,0 0-143,-14 17-109,-43 57-31,55-71-57,0 0-1,1 0 0,-1 0 0,0 0 1,1 0-1,0 0 0,0 1 0,0-1 1,0 1-1,1-1 0,-1 0 0,1 1 1,0-1-1,0 1 0,0-1 0,0 1 1,1-1-1,-1 1 0,1-1 0,0 1 1,0-1-1,0 0 0,0 1 0,1-1 0,0 0 1,-1 0-1,1 0 0,0 0 0,0 0 1,1-1-1,-1 1 0,0-1 0,1 1 1,0-1-1,-1 0 0,1 0 0,0 0 1,0 0-1,0-1 0,1 1 0,-1-1 1,0 0-1,0 0 0,1 0 0,-1 0 1,1 0-1,-1-1 0,1 0 0,-1 1 1,1-1-1,1-1-7,-2 2 20,1 0 1,-1 0 0,0-1-1,1 1 1,-1-1 0,0 0-1,1 0 1,-1 0 0,0-1-1,1 1 1,-1-1 0,0 0-1,1 0 1,-1 0 0,0 0-1,0 0 1,0-1 0,0 0-1,0 1 1,0-1-1,-1 0 1,1 0 0,-1-1-1,1 1 1,-1 0 0,0-1-1,0 1 1,0-1 0,0 0-1,0 0 1,0 0 0,-1 0-1,2-3-20,40-122-112,-40 126 100,0 1-1,-1 0 1,1 0-1,0 0 1,0 0-1,0 0 1,0 1-1,0-1 1,0 1-1,-1 0 1,1 0-1,0 0 1,0 0-1,0 0 1,0 1-1,0-1 1,0 1-1,0 0 1,0 0-1,-1 0 1,1 0-1,0 1 1,-1-1-1,1 1 1,-1-1-1,1 1 1,-1 0-1,0 0 1,1 0-1,-1 0 1,0 0-1,0 1 13,14 8-38,163 50-1159,-97-49-2361,-7-5-7862</inkml:trace>
  <inkml:trace contextRef="#ctx0" brushRef="#br0" timeOffset="-7313.122">2927 8649 30382,'0'0'737,"0"0"-449,0 0-152,-130-14 24,95 4-48,0 0-72,4 2-24,1 4-16,-1 4 0,9 0-8,2 10 0,7 10-16,9 8-72,4 1-184,37 13-224,9-9-353,2-3-1103</inkml:trace>
  <inkml:trace contextRef="#ctx0" brushRef="#br0" timeOffset="-6971.793">3179 8929 23669,'0'0'2107,"0"0"-293,0 0-575,9-17-498,28-54-353,-24 10 342,-53 61-259,36 2-432,-1 1 1,1 1 0,0-1 0,0 0-1,0 1 1,0 0 0,1 0-1,0 0 1,-1 1 0,1-1 0,1 1-1,-1-1 1,1 1 0,0 0 0,0 0-1,0 0 1,1 0 0,-1 0-1,1 1 1,0-1 0,1 0 0,0 1-1,-1-1 1,2 0 0,-1 1-1,1-1 1,-1 0 0,2 4-40,2-4-9,0-1-1,0 0 1,1 0 0,-1 0-1,1-1 1,0 1 0,0-1-1,0 0 1,0-1 0,0 1-1,1-1 1,-1 0 0,1 0-1,-1-1 1,1 0 0,0 0-1,0 0 1,-1-1 0,1 1-1,0-1 1,0-1 0,0 1-1,-1-1 1,1 0 0,0 0-1,-1-1 1,1 0 0,0 0-1,-1 0 1,0-1-1,5-2 11,47-28-866,-7-8-1182</inkml:trace>
  <inkml:trace contextRef="#ctx0" brushRef="#br0" timeOffset="-2840.679">1991 3232 25645,'0'0'3197,"0"0"-1953,0 0-678,0 0-103,0 0-86,-4-5-124,-29-49 451,30 47-692,1 0 0,-1 0 0,-1 0-1,1 1 1,-1-1 0,0 1 0,0-1 0,-1 2-1,0-1 1,0 0 0,0 1 0,-1 0-1,0 0 1,0 0 0,0 1 0,-1 0-1,1 0 1,-1 1 0,0 0 0,0 0-1,0 0 1,0 1 0,0 0 0,-1 0-1,1 1 1,-1 0 0,-6 0-12,4 6 0,-1 0 0,1 0 0,0 1 0,1 0 0,-1 0 0,1 1 0,0 1 0,1-1 0,0 1 0,0 1 0,1 0 0,0 0 0,0 0 0,1 1 0,0 0 0,1-3 0,-11 14 0,0 2 0,2-1 0,0 2 0,2 0 0,0 1 0,2 0 0,1 0 0,0 1 0,2 1 0,2-1 0,0 1 0,1 0 0,1 25 0,3-43 0,0 0 0,0 0 0,1 1 0,0-1 0,1 0 0,0 0 0,0 0 0,1-1 0,0 1 0,0-1 0,1 1 0,1-1 0,-1 0 0,1 0 0,0-1 0,1 1 0,0-1 0,0-1 0,1 1 0,-1-1 0,1 0 0,6 4 0,140 46 0,-97-41 0,-46-12 0,1 0 0,0 0 0,0-1 0,0-1 0,0 1 0,0-2 0,0 1 0,0-2 0,1 0 0,-1 0 0,0-1 0,0 0 0,-1 0 0,1-2 0,0 1 0,-1-1 0,0-1 0,0 0 0,0 0 0,-1-1 0,5-4 0,1-2 0,0 0 0,-2 0 0,0-2 0,0 0 0,-1 0 0,-1-1 0,0-1 0,-1 0 0,-1 0 0,-1-1 0,0 0 0,-1 0 0,-1-1 0,0 0 0,-1 0 0,-2 0 0,1-1 0,-2 1 0,-1-1 0,0 0 0,-1 1 0,-3-17 0,-61-93 0,60 120 0,0 0 0,0 0 0,-1 0 0,0 1 0,-1 0 0,0 0 0,0 0 0,0 1 0,-1 0 0,0 0 0,0 0 0,0 1 0,-1 0 0,0 1 0,0 0 0,0 0 0,0 0 0,-1 1 0,1 1 0,-1-1 0,-2 1 0,-89 8 18,98-5-24,-1-1-1,0 1 0,1-1 1,-1 1-1,1 0 0,-1 0 1,1 0-1,-1 0 0,1 1 1,0-1-1,-1 1 0,1-1 1,0 1-1,0 0 0,0 0 1,0 0-1,1 0 0,-1 0 1,1 0-1,-1 0 0,1 1 1,-1-1-1,1 1 1,0-1-1,0 1 0,1-1 1,-1 1-1,0-1 0,1 1 1,-1 0-1,1-1 0,0 1 1,0 0-1,0 2 7,6 13-1567,12-6-2315</inkml:trace>
  <inkml:trace contextRef="#ctx0" brushRef="#br0" timeOffset="-1921.65">3071 3269 28606,'0'0'818,"0"0"-248,0 0-57,0 0-75,0 0-156,-20-5-153,-64-16-70,79 20-49,0 0 0,0 0 0,-1 0 1,1 1-1,0 0 0,0 0 0,0 0 1,0 1-1,-1-1 0,1 1 0,0 1 1,0-1-1,0 1 0,1 0 0,-1 0 1,0 0-1,1 0 0,-1 1 0,1 0 1,0 0-1,-1 0 0,-2 4-10,-10 6 44,-8 3-29,1 2 0,0 1 0,2 0 1,0 2-1,1 0 0,1 2 0,1 0 0,1 1 0,2 1 0,0 1 0,1 0 0,2 1 1,1 0-1,1 1 0,-4 17-15,12-32-5,0 0 1,2 0-1,-1 0 1,1 0-1,1 0 1,1 0-1,0 0 1,0 0-1,1 0 0,1 0 1,0 0-1,1-1 1,0 1-1,1-1 1,0 0-1,1 0 1,1-1-1,-1 0 1,2 0-1,7 8 5,-1-5-21,1-1 0,0 0 0,1-1-1,1-1 1,0-1 0,0 0 0,1-2-1,0 0 1,0 0 0,1-2 0,0 0 0,1-2-1,-1 0 1,1 0 0,-1-2 0,1-1 0,0 0-1,0-2 1,0 0 0,-1-1 0,8-2 21,-5-2-33,0-1 0,-1-1 0,0-1 0,-1 0 0,0-2 1,0 0-1,-1-2 0,0 0 0,-1-1 0,-1 0 0,0-2 0,-1 0 0,-1 0 1,2-5 32,-4 4 43,-1 0 1,0-1-1,-2-1 1,0 0-1,-1 0 1,-1-1-1,0 0 1,-2-1-1,0 1 1,-2-1 0,0 0-1,-1 0 1,-1-1-1,-1 1 1,-1-1-1,-1 1 1,-2-8-44,2 19 15,0 0 1,-1 0-1,-1 0 1,0 0-1,0 1 1,0-1-1,-2 1 0,1-1 1,-1 2-1,0-1 1,-1 0-1,0 1 1,0 0-1,-1 0 1,0 1-1,0 0 1,-1 0-1,0 1 1,0 0-1,-1 0 0,1 1 1,-1 0-1,0 0 1,-1 1-1,1 0 1,-1 1-1,-7-2-15,-146-2-647,86 9-612</inkml:trace>
  <inkml:trace contextRef="#ctx0" brushRef="#br0" timeOffset="-1368.987">1796 3413 28638,'0'0'1408,"0"0"-727,0 0-193,0 0-128,-141 16-160,84-2-136,-8 4-32,-10 1-16,0 3-16,10-4 0,8-4-72,19-4-384,21-8-2889</inkml:trace>
  <inkml:trace contextRef="#ctx0" brushRef="#br0" timeOffset="-948.723">2830 3768 30222,'0'0'1161,"0"0"-521,0 0-48,0 0-440,-131 4-152,76 4 0,-13 6 0,-9 6 0,-8 7 0,-42 23 0,21-7-1248,10-3-4898</inkml:trace>
  <inkml:trace contextRef="#ctx0" brushRef="#br0" timeOffset="365.042">2418 821 29542,'0'0'744,"0"0"-391,-42 211 39,27-17 112,0 50 16,2 36-152,-7 18-168,2-10-64,-8 2-128,2 0-8,2-25 0,7-27 0,6-33 0,0-35-152,5-54-616,-3-39-1753</inkml:trace>
  <inkml:trace contextRef="#ctx0" brushRef="#br0" timeOffset="20180.133">25804 17242 24173,'0'0'5036,"0"0"-3741,0 0-1079,18-1-28,105-2 123,-120 4-309,1 0 0,-1 0 1,0 0-1,-1 1 0,1-1 0,0 1 1,0-1-1,0 1 0,-1 0 1,1 0-1,-1 0 0,0 1 0,0-1 1,0 0-1,0 1 0,0 0 1,0-1-1,0 1 0,-1 0 0,1 0 1,-1 0-1,0 0 0,0 0 1,0 0-1,-1 0 0,1 0 1,-1 0-1,1 1 0,-1-1 0,0 0 1,0 0-1,0 0 0,-1 1 1,1-1-1,-1 0 0,0 0 0,0 0 1,0 0-1,0 0 0,0 0 1,-1 0-1,0 0 0,1-1 0,-1 1 1,0 0-1,-1 0-2,-13 19 2,-1-1 1,-1-1-1,-1-1 0,0 0 1,-2-2-1,0 0 0,-1-1 1,-24 13-3,29-18 1,6-2 3,0-1-1,-1 0 0,0-1 1,0 0-1,-1-1 0,0-1 1,0 0-1,0 0 1,-1-1-1,1-1 0,-7 1-3,42-20-90,-3 9 76,1 0-1,0 2 1,0 0 0,1 2 0,-1 0 0,1 1-1,0 1 1,0 1 0,-1 1 0,1 0 0,0 2 14,-15-2 8,1 0 0,-2 0 0,1 1 0,0 0 0,0 0 0,0 0 0,-1 1 0,1 0 0,-1 0 0,0 0 0,0 1 0,0-1 0,0 1 0,-1 0 0,0 1 0,1-1 0,-2 1 0,1 0 0,0 0 0,-1 0 0,0 0 0,0 1 0,-1-1 0,1 1 0,-1 0 0,0-1 0,-1 1 1,1 0-1,-1 0 0,-1 0 0,1 1 0,-1-1 0,0 0 0,0 0 0,-1 0 0,1 0 0,-1 0 0,-1 0 0,1 0 0,-1 0 0,0 0 0,-1-1 0,1 1 0,-1-1 0,-1 1-8,-4 10 16,-1-2 0,-1 0-1,0 0 1,-1-1 0,-1 0 0,0 0 0,-1-2-1,0 1 1,0-2 0,-1 0 0,-1 0 0,0-2-1,0 1 1,0-2 0,-1 0 0,0-1 0,-1-1-1,1 0 1,-1-1 0,0-1 0,0-1 0,0 0-1,0-1 1,-1-1 0,1 0 0,-9-3-16,18 2 1,-1-1-1,1-1 1,-1 0 0,1 0 0,0 0-1,0-1 1,1 0 0,-1-1-1,1 0 1,0 0 0,0 0 0,0-1-1,1 0 1,0 0 0,0-1 0,0 1-1,1-2 1,0 1 0,1 0 0,0-1-1,0 0 1,-3-7-1,-4-14-43,1-1-1,1 0 1,2-1-1,1 0 0,-2-27 44,-3-47-291,4-1 0,5 0 0,10-78 291,-8 163-27,1 1 1,1 0 0,1 0-1,0 1 1,2-1-1,0 1 1,1-1-1,1 2 1,1-1 0,1 1-1,0 0 1,1 1-1,1 0 1,1 0-1,0 1 1,1 1-1,1 0 1,0 1 0,1 1-1,1 0 1,0 1-1,0 0 1,3 1 26,18-3 14,1 3 0,1 1 0,0 2 0,0 1 0,1 3 0,0 1 0,-1 2 0,1 1 0,12 3-14,-26-1 8,1 1 0,-1 1-1,0 1 1,0 2-1,-1 0 1,1 2-1,-2 1 1,1 0-1,-1 2 1,-1 1-1,0 1 1,-1 1-1,-1 0 1,0 2-1,-1 1 1,-1 0 0,3 5-8,23 30-18,-3 2 1,-2 1-1,-2 2 1,14 33 17,-43-67-27,-1 1 0,-1 0 0,-1 0 0,-1 0 0,-1 1 0,-2 0 0,0 0 0,-2 0 0,-1-1 0,-1 1 0,-1 0 0,-1-1-1,-1 1 1,-2 0 27,-20 83-1684,-6-23-3929</inkml:trace>
  <inkml:trace contextRef="#ctx0" brushRef="#br0" timeOffset="20484.945">26939 17962 30967,'0'0'1144,"0"0"-984,0 0-40,0 0-88,0 0-32,0 0-408,0 0-1473</inkml:trace>
  <inkml:trace contextRef="#ctx0" brushRef="#br0" timeOffset="20913.553">28046 16893 27542,'0'0'1340,"0"0"-602,0 0-262,30 2 133,214 11 251,-176-14-739,-36-1-92,0 1-1,1 1 0,-1 2 1,0 1-1,0 2 1,0 1-1,-1 1 0,13 6-28,-39-11 1,0 0 0,0 1 0,0-1 0,-1 1-1,1 0 1,-1 0 0,0 1 0,0-1-1,0 1 1,0 0 0,-1 0 0,1 0-1,-1 0 1,0 1 0,0-1 0,-1 1-1,1 0 1,-1 0 0,0 0 0,0 0 0,-1 0-1,0 0 1,1 0 0,-2 1 0,1-1-1,-1 0 1,0 1 0,0-1 0,0 0-1,-1 1 1,1-1 0,-1 0 0,-2 4-1,-1 8 3,-2-1-1,0 1 1,0-1 0,-2 0 0,0-1 0,-1 1 0,-1-2-1,0 1 1,-9 8-3,-54 55-87,-3-3-1,-3-3 1,-4-4 0,-40 23 87,110-82-176,8-4 4,0-1 0,0 1 0,-1-1 0,0 0 0,0 0 0,0-1 1,0 0-1,0 0 0,-1 0 0,1-1 0,-1 1 0,0-2 0,0 1 0,0-1 1,0 0-1,0 0 0,-6-1 172,4-8-4232</inkml:trace>
  <inkml:trace contextRef="#ctx0" brushRef="#br0" timeOffset="21267.044">28265 17275 28758,'0'0'848,"-48"146"-192,15-33-263,2 29-81,9-12-160,16-27-152,6-30-192,4-14-609,9-12-1119,1-11-11163</inkml:trace>
  <inkml:trace contextRef="#ctx0" brushRef="#br0" timeOffset="21268.044">28329 17806 27886,'0'0'1184,"0"0"-448,0 0-128,0 0-263,144 79-217,-71-55-128,-10-9-521,-4-11-2183</inkml:trace>
  <inkml:trace contextRef="#ctx0" brushRef="#br0" timeOffset="21650.058">29116 17238 22749,'0'0'5533,"0"0"-3942,0 0-1075,0 0-54,-13 18-22,2-4-355,5-8-59,0 1 0,1 0 0,0 1 0,0-1 0,1 1 0,0 0 0,0 0 0,1 1 0,0-1 0,0 1 0,1 0 0,0-1 0,1 1 0,0 0-1,0 2-25,-1 5 16,1 0 0,1 1 0,0-1 0,1 1 0,1-1-1,0 1 1,1-1 0,1 0 0,1 0 0,0-1-1,1 1 1,0-1 0,2 0 0,0-1 0,0 0 0,1 0-1,1-1 1,0 0 0,1 0 0,0-1 0,1-1 0,9 7-16,-6-10-135,0-1 1,0 0 0,1-1 0,0 0 0,0-1 0,1-1 0,-1-1 0,1 0 0,0-1 0,0-1 0,0-1-1,0 0 1,0-1 0,-1-1 0,1-1 0,0 0 0,-1-1 0,1 0 0,-1-2 0,-1 0 0,1-1 0,6-4 134,31-20-3158</inkml:trace>
  <inkml:trace contextRef="#ctx0" brushRef="#br0" timeOffset="22023.749">29429 17398 29502,'0'0'929,"0"0"-417,-101 138-272,64-71-80,8 33-160,12-15-336,8-14-1897</inkml:trace>
  <inkml:trace contextRef="#ctx0" brushRef="#br0" timeOffset="23476.053">27608 17703 28278,'0'0'658,"0"0"-237,0 0-142,26-14-67,109-50 85,-32 32-131,0 5 0,2 4-1,1 5 1,63-1-166,69 5 103,-233 14-101,-1-1-1,0 0 1,1 0-1,-1 0 0,1 0 1,-1 1-1,1 0 0,-1-1 1,1 2-1,-1-1 0,1 1 1,-1-1-1,1 1 0,-1 0 1,0 1-1,1-1 0,-1 1 1,0 0-1,0 0 0,0 0 1,0 0-1,0 1 0,-1 0 1,1 0-1,-1 0 0,0 0 1,0 0-1,0 1 0,0-1 1,0 1-1,-1 0 1,1 0-1,-1 0 0,0 0 1,-1 0-1,1 0 0,0 4-1,-1-1 2,-2-1 0,1 1 0,-1-1 1,0 1-1,0-1 0,-1 1 0,1-1 0,-2 0 0,1 0 0,-1 1 0,1-2 0,-2 1 0,1 0 0,-1-1 0,0 1 0,0-1 0,0 0 0,-1 0 1,1-1-1,-4 3-2,-36 33 19,-2-2 0,-2-2 1,-1-1-1,-28 12-19,-13 9 74,-3-5 1,-2-3-1,-2-5 1,-2-3-1,-68 15-74,23-34 116,141-21-114,0 0 1,0 0-1,0-1 1,0 1-1,1 0 0,-1-1 1,0 0-1,0 1 1,1-1-1,-1 0 0,1-1 1,-1 1-1,1 0 0,-1-1 1,1 1-1,0-1 1,-1 0-1,1 0 0,0 0 1,0 0-1,0 0 0,1 0 1,-1 0-1,0-1 1,1 1-1,0-1 0,-1 1 1,1-1-1,0 1 1,0-1-1,1 0 0,-1 0 1,0 1-1,1-1 0,0 0 1,0 0-1,-1 0 1,2 1-1,-1-1 0,0 0 1,1 0-1,0-2-2,-1-3-6,1-1 0,0 0 0,1 0 0,0 1 0,1-1 0,0 1 0,0 0 0,0 0-1,1 0 1,0 0 0,1 1 0,0-1 0,0 1 0,0 1 0,1-1 0,0 1 0,1-1 0,-1 2 0,1-1 0,6-3 6,43-35-29,2 2 0,2 3 0,1 2-1,2 3 1,5 1 29,49-23-14,2 6-1,3 4 0,1 6 1,41-4 14,1 21-16,-163 22 17,-1 1 1,1 0 0,0-1-1,-1 1 1,1 0 0,0 0-1,0 0 1,-1 0 0,1 0-1,0 0 1,-1 1 0,1-1-1,0 0 1,-1 1 0,1 0-1,0-1 1,-1 1 0,1 0-1,-1 0 1,1 0 0,-1 0-1,1 0 1,-1 0 0,0 0-1,0 0 1,1 0 0,-1 1-1,0-1 1,0 1-1,0-1 1,-1 1 0,1-1-1,0 1 1,0-1 0,-1 1-1,1 0 1,-1-1 0,1 1-1,-1 0 1,0-1 0,0 1-1,0 0 1,0 0 0,0-1-1,0 1 1,0 0 0,0-1-1,-1 1 1,1 0-2,-4 11 26,0 0-1,-1-1 1,0 1 0,-1-1 0,0 0-1,-1 0 1,0-1 0,-1 0-1,0 0 1,-1-1 0,0 0 0,-1-1-1,0 0 1,0 0 0,-1-1-1,0 0 1,-1-1-26,-15 15 22,-120 111-45,152-121-306,31-11-713,17-4-1177</inkml:trace>
  <inkml:trace contextRef="#ctx0" brushRef="#br0" timeOffset="23911.036">28004 17638 26478,'0'0'957,"0"0"-275,0 0-174,38-8 147,43-8-282,1 4 1,-1 3 0,46 3-374,-64 6 132,13-2 21,0 4 1,-1 3-1,1 3 1,2 5-154,-71-13 12,0 1 1,0 0 0,-1 0 0,1 1 0,-1 0-1,1 0 1,-1 1 0,0 0 0,1 0-1,-2 0 1,1 0 0,0 1 0,-1 0 0,1 1-1,-1-1 1,0 1 0,-1 0 0,1 0-1,-1 0 1,0 1 0,0 0 0,-1 0 0,0 0-1,0 0 1,0 0 0,0 0 0,-1 1 0,0-1-1,-1 1 1,0 0 0,0-1 0,0 1-1,-1 0 1,1 0 0,-2 0 0,0 5-13,-1 0 3,-1 0 1,-1 0 0,0-1 0,0 1-1,-1-1 1,0 0 0,-1-1-1,-1 1 1,1-1 0,-1-1-1,-1 1 1,0-1 0,-1 0 0,1-1-1,-2 0 1,1 0 0,-2 0-4,-182 106 25,170-104-22,0 0 0,0-2 0,-1 0 0,0-2 0,-1-1 0,1 0 1,-1-2-1,0-1 0,-24-1-3,45-1 1,-1 0-1,0 0 1,0 0 0,1-1 0,-1 0-1,0 0 1,1 0 0,-1-1 0,1 1 0,-1-1-1,1 0 1,0 0 0,0-1 0,0 1-1,0-1 1,0 0 0,0 0 0,1 0 0,-1 0-1,1-1 1,0 0 0,0 1 0,0-1 0,1 0-1,0 0 1,-1-1 0,1 1 0,1 0-1,-1-1 1,0 1 0,1-1 0,0 0 0,0 1-1,1-1 1,-1 0 0,1 1 0,0-1-1,0 0 1,1 0 0,-1 1 0,2-5-1,1-7-15,1 1 0,0-1 0,1 1 0,0 0 0,2 1 0,0-1 0,0 1 0,1 0 1,1 1-1,0 0 0,1 0 0,1 1 0,-1 1 0,2-1 0,0 2 0,8-7 15,55-43-484,2 2 0,3 4 0,2 3 0,2 5 0,79-33 484,-16 12-3218</inkml:trace>
  <inkml:trace contextRef="#ctx0" brushRef="#br0" timeOffset="24247.623">30595 16642 26206,'0'0'3416,"0"0"-3048,0 0-248,0 0-16,119-14 113,-67 36-89,-1 8-128,-5 7-16,-18 32-361,-10-8-1015,-18-2-16316</inkml:trace>
  <inkml:trace contextRef="#ctx0" brushRef="#br0" timeOffset="24585.501">29953 17546 26318,'0'0'3696,"0"0"-3376,112 0-23,4-12 143,44-24-80,9-5-152,-27 3-128,-39 11-80,-41 11-40,5-6-344,-7 2-1065,-12-1-2824</inkml:trace>
  <inkml:trace contextRef="#ctx0" brushRef="#br0" timeOffset="24586.501">30869 17206 28182,'0'0'1952,"-42"128"-1327,7-11-129,-6 37-128,1 11-48,16-7-168,18-35-152,6-41-144,33-28-360,4-31-1073,0-19-20251</inkml:trace>
  <inkml:trace contextRef="#ctx0" brushRef="#br0" timeOffset="24773.511">32064 16944 30863,'2'130'232,"-2"22"-232,-18-18-200,-12 2 200,1 0 168,9-19-168,5-32-64,4-30-681,-24-8 433,4-11-2856,-10-9-9</inkml:trace>
  <inkml:trace contextRef="#ctx0" brushRef="#br0" timeOffset="25029.67">31544 17372 26790,'0'0'1273,"0"0"-597,0 0-282,0 0-123,0 0 109,7 22-28,-6-19-344,2 5 4,0 1 1,-1 0-1,1 0 1,-2 1-1,1-1 0,-1 0 1,-1 1-1,0-1 1,0 0-1,-1 1 1,0-1-1,0 0 0,-1 0 1,-1 1-1,1-1 1,-1-1-1,-1 1 0,0 0 1,0-1-13,-6 9 8,-1 2-6,-1 0-1,2 1 1,1 0 0,0 0 0,1 1 0,2 0 0,0 0 0,1 1 0,1-1 0,0 10-2,4-30-7,0 0 1,1 1-1,-1-1 1,0 0 0,0 1-1,1-1 1,-1 0 0,1 0-1,-1 0 1,1 0 0,-1 1-1,1-1 1,0 0 0,0 0-1,-1 0 1,1 0 0,0-1-1,0 1 1,0 0 0,0 0-1,0 0 1,0-1 0,0 1-1,1 0 1,-1-1 0,0 1-1,0-1 1,0 0-1,0 1 1,1-1 0,-1 0-1,0 0 1,1 1 0,-1-1-1,0 0 1,0 0 0,1-1-1,-1 1 1,0 0 0,0 0-1,1-1 1,-1 1 0,0 0-1,0-1 1,0 1 0,1-1-1,-1 0 1,0 1 0,1-2 6,0 2-8,28-9-184,0 0 0,-1-2 0,0-2 1,-1 0-1,0-2 0,-1-1 0,-1-1 0,-1-2 1,1-1 191,26-17-745,75-49-4719,-20 9-9864</inkml:trace>
  <inkml:trace contextRef="#ctx0" brushRef="#br0" timeOffset="25317.533">32550 17234 22117,'0'0'2760,"0"0"-1119,0 0-705,0 0 232,0 0-288,-41 104-408,-5-44-136,2-1-63,11-4-137,13-10-80,16-9-56,4-14-112,15-15-241,29-8-119,-5-21-536,-6-8-2625</inkml:trace>
  <inkml:trace contextRef="#ctx0" brushRef="#br0" timeOffset="25536.714">32241 17001 29942,'-30'134'737,"5"18"-249,23-22-80,2-21 80,20-22-112,13-26-208,11-16-136,17 1-32,73-13-112,-9-7-496,-5-20-1513</inkml:trace>
  <inkml:trace contextRef="#ctx0" brushRef="#br0" timeOffset="26058.008">33554 16843 30062,'0'0'389,"28"-7"-224,182-35-62,-207 40-106,1 1 1,-1 0 0,1 0 0,-1 0 0,1 0 0,-1 1 0,1 0 0,0-1 0,-1 1 0,1 1 0,0-1-1,-1 0 1,1 1 0,0 0 0,-1 0 0,1 0 0,-1 0 0,0 1 0,1-1 0,-1 1 0,0 0 0,0 0-1,0 0 1,0 0 0,0 0 0,0 1 0,-1-1 0,1 1 0,-1 0 0,0 0 0,0 0 0,0 0 0,0 0-1,0 0 1,0 1 0,-1-1 0,0 0 0,0 1 0,0-1 0,0 1 0,0 0 0,-1-1 0,1 1 0,-1 1 2,-1 15-26,-1-1 1,-1 0 0,0 0 0,-1 0 0,-1 0 0,-1 0 0,-1-1 0,0 0-1,-2-1 1,0 0 0,0 0 0,-4 2 25,-83 132-82,-6-5 1,-7-4-1,-66 62 82,27-43 380,148-149-217,259-181-289,148-65-239,-392 226 371,1 1 1,0 1-1,0 0 0,0 2 1,1 0-1,0 0 0,0 2 1,0 0-1,17 0-6,-32 2 13,1 0-1,-1 0 0,1-1 1,0 2-1,0-1 1,-1 0-1,1 0 1,-1 1-1,1-1 1,0 1-1,-1 0 1,1 0-1,-1 0 1,1 0-1,-1 1 0,0-1 1,0 0-1,1 1 1,-1 0-1,0-1 1,0 1-1,0 0 1,-1 0-1,1 0 1,0 0-1,-1 1 0,1-1 1,-1 0-1,0 1 1,0-1-1,0 1 1,0-1-1,0 1 1,-1-1-1,1 1 1,-1 0-1,1-1 0,-1 1 1,0 0-1,0-1 1,0 1-1,-1 0 1,1-1-1,-1 3-12,-3 16 41,0 0 1,-2-1-1,-1 1 0,0-1 0,-1-1 1,-1 1-1,-1-2 0,-1 1 0,0-1 1,-2-1-1,0 0 0,0-1 0,-13 12-41,11-11 32,-2 4-1,-7 11-3,-1-2 0,-2 0-1,-1-2 1,-1-1 0,-15 10-28,32-32 8,19-25-120,105-131-1849,-43 66-371</inkml:trace>
  <inkml:trace contextRef="#ctx0" brushRef="#br0" timeOffset="26441.767">34622 16731 26598,'0'0'1399,"22"-4"-739,160-25 439,11 20 134,-189 9-1224,0 0 0,1 0-1,-1 1 1,0 0 0,0 0-1,1 0 1,-1 0 0,0 1-1,0 0 1,0-1 0,0 1-1,-1 1 1,1-1 0,-1 1-1,1-1 1,-1 1 0,0 0-1,0 0 1,0 0 0,0 1-1,-1-1 1,1 1 0,-1-1-1,0 1 1,0 0 0,0 0-1,0 0 1,-1 0 0,0 0-1,0 0 1,0 0 0,0 1-1,0-1 1,-1 0 0,0 1-1,0-1 1,0 0 0,-1 1-1,1-1 1,-1 1-9,-4 19 2,-1-1-1,-1 0 1,0-1 0,-2 0-1,-1 0 1,-1-1 0,0 0-1,-2 0 1,0-2 0,-1 1-1,-1-2 1,-1 0 0,-5 4-2,-6 10-17,-69 93-137,96-122 151,1 0 1,0 0-1,0-1 0,0 1 1,0-1-1,1 1 1,-1-1-1,1 0 1,-1 1-1,1-1 0,0 0 1,0 0-1,0 0 1,0 0-1,0 0 1,0-1-1,1 1 1,-1-1-1,0 1 0,1-1 1,-1 0-1,1 0 1,0 0-1,-1 0 1,1-1-1,0 1 0,0-1 1,-1 1-1,1-1 1,0 0-1,0 0 1,-1 0-1,1 0 1,0-1-1,1 0 3,22 7 8,-23-6-4,0 1-1,0 0 0,0 0 0,-1 0 0,1 0 0,0 0 1,-1 0-1,1 1 0,-1-1 0,1 1 0,-1 0 1,0 0-1,0 0 0,0 0 0,0 0 0,0 0 1,0 1-1,0-1 0,-1 1 0,1-1 0,-1 1 1,0 0-1,0-1 0,1 3-3,2 29-3983,-4-28-4852</inkml:trace>
  <inkml:trace contextRef="#ctx0" brushRef="#br0" timeOffset="26810.453">35051 16498 29358,'0'0'515,"0"0"-291,0 0 60,0 0 224,0 0-160,0 0-198,2 34 20,-6 309 389,-28-173-430,-7-1 0,-8-2 0,-7-2 0,-7-3 0,-7-2-129,47-106-9,-28 87-1259,37-110-426</inkml:trace>
  <inkml:trace contextRef="#ctx0" brushRef="#br0" timeOffset="27058.69">34229 17638 30591,'0'0'584,"0"0"-344,0 0 16,163-122 8,-78 75-264,64-30-72,-20 12-568,-10-1-1369</inkml:trace>
  <inkml:trace contextRef="#ctx0" brushRef="#br0" timeOffset="27484.004">35273 16774 30607,'0'0'590,"-7"30"-103,-61 383 595,44-219-1082,8 0 1,8 63-1,8-251-1,-1 0 1,1 0-1,0 0 1,0 0-1,1 0 1,0-1-1,0 1 0,0 0 1,1 0-1,0-1 1,0 1-1,0-1 1,0 0-1,1 0 0,0 0 1,0 0-1,1 0 1,-1 0-1,1-1 1,0 1-1,0-1 1,1 0-1,-1-1 0,1 1 1,0-1-1,0 0 1,0 0-1,0 0 1,0-1-1,1 0 0,-1 0 1,1 0-1,0 0 1,-1-1-1,1 0 1,0-1-1,0 1 0,0-1 1,0 0-1,0 0 1,-1-1-1,1 0 1,0 0-1,0 0 0,-1-1 1,1 0-1,1 0 1,104-97-746,-94 80 496,50-61-1469,-6-1-1284</inkml:trace>
  <inkml:trace contextRef="#ctx0" brushRef="#br0" timeOffset="27800.19">35566 17058 29798,'0'0'665,"0"0"-321,-81 134 216,53-66-56,6 4-152,13 3-80,9-2-8,13-7-256,29-11-8,15-12 0,11-9 0,4-11 0,3-7 0,-1-8 0,-4-6 0,14-2 0,-19-6-584,-12-10-1297</inkml:trace>
  <inkml:trace contextRef="#ctx0" brushRef="#br0" timeOffset="28228.011">29572 18419 24389,'0'0'5721,"190"16"-5312,32-16 15,56 0 0,27-4-48,-9-10 40,-31 7-120,-13 1-96,-20 0-104,-15-2-80,-24 0-16,-15 0-112,-49 4-408,-41 0-776</inkml:trace>
  <inkml:trace contextRef="#ctx0" brushRef="#br0" timeOffset="45531.962">22799 16409 26446,'0'0'3784,"-108"125"-3263,34-9-137,-12 44-104,9 7-24,18-7 8,13-18-96,20-27-96,11-21-72,12-21-80,12-15-256,17-25-744,3-15-2145</inkml:trace>
  <inkml:trace contextRef="#ctx0" brushRef="#br0" timeOffset="45825.112">23458 17098 30519,'0'0'585,"-9"-18"-341,-65-124-183,68 130-38,-55-86-115,58 95 83,1 0 0,0 0-1,-1 1 1,1-1 0,-1 1-1,0 0 1,1 0-1,-1 0 1,0 0 0,0 0-1,-1 0 1,1 1-1,0 0 1,-1 0 0,1 0-1,0 0 1,-1 0-1,1 0 1,-1 1 0,1 0-1,-1 0 1,1 0-1,-1 0 1,0 0 0,1 1-1,-1 0 1,1-1-1,0 1 1,-1 0 0,0 1 9,-10 8-4,2 0-1,-1 1 1,1 0 0,1 1 0,0 0 0,0 1 0,2 0 0,-1 1 0,2 0 0,0 0-1,1 1 1,0 0 0,-2 7 4,0 1 28,0 1 1,1 1-1,2 0 0,0 0 0,2 0 0,0 0 0,2 1 1,1 8-29,0-31 9,1 1-1,-1 0 1,1-1 0,0 1 0,0-1 0,0 1-1,1 0 1,-1-1 0,1 1 0,0-1 0,0 1 0,0-1-1,0 1 1,0-1 0,1 0 0,0 1 0,0-1 0,0 0-1,0 0 1,0 0 0,0-1 0,1 1 0,0 0 0,-1-1-1,1 0 1,0 0 0,0 1 0,0-2 0,0 1 0,1 0-1,-1-1 1,0 1 0,1-1 0,-1 0 0,1 0 0,-1 0-1,2-1-8,118-4 50,71-87-1033,-107 35-1363</inkml:trace>
  <inkml:trace contextRef="#ctx0" brushRef="#br0" timeOffset="46122.154">24293 16441 29766,'0'0'659,"-27"3"-335,8 0-285,0-2 4,-1 2 1,1 0 0,0 1 0,0 1-1,1 1 1,-1 0 0,1 2 0,1 0-1,-14 8-43,6 2 59,0 1 0,0 1 0,2 0 0,1 2 0,1 1 0,0 1 0,2 1 0,1 0-1,1 1 1,1 1 0,1 1 0,2 0 0,1 1 0,1 0 0,1 0 0,2 2 0,1-1 0,-3 28-59,9-53 5,0 0 0,1 1 1,0-1-1,0 1 0,0-1 1,0 1-1,1-1 0,0 1 1,0-1-1,0 1 0,1-1 1,0 0-1,0 0 0,0 0 1,1 0-1,-1 0 0,1 0 1,1-1-1,-1 0 0,0 1 1,1-1-1,0 0 0,0-1 1,0 1-1,1-1 0,-1 1 1,1-1-1,0-1 0,0 1-5,9 5-116,0 0 0,0-2 0,1 0 0,0 0 0,0-1 0,1-1 0,-1-1 0,1 0 0,0-1 0,0-1 0,0 0 0,0-1 0,-1-1 0,1 0 0,0-1 0,0-1 0,-1-1 0,1 0 0,-1-1 0,0 0 0,0-1 0,-1-1 0,0 0 0,9-7 116,25-22-2974</inkml:trace>
  <inkml:trace contextRef="#ctx0" brushRef="#br0" timeOffset="46386.512">24024 16855 29334,'0'0'1178,"0"0"-590,0 0-332,19-2-51,271-16-39,-286 17-166,0 1 0,0-1 0,0 1 1,0 0-1,0 0 0,0 0 0,0 0 1,-1 0-1,1 1 0,0 0 0,0 0 0,0 0 1,-1 0-1,1 1 0,0-1 0,-1 1 1,1 0-1,-1 0 0,0 0 0,0 1 0,1-1 1,-2 1-1,1 0 0,0 0 0,0 0 1,-1 0-1,0 0 0,0 0 0,0 1 0,2 2 0,-1 15 81,0 1 0,-1-1 0,-1 0 0,-1 1 0,-1-1 0,-1 1 0,0-1 0,-2 0 0,-1 0 0,-1 3-81,-8 38-342,3 0 0,2 2 1,3-1-1,2 26 342,4-51-2674</inkml:trace>
  <inkml:trace contextRef="#ctx0" brushRef="#br0" timeOffset="46752.361">22158 18047 29310,'0'0'1794,"0"0"-1133,35 0-339,550-15 358,-502 10-680,348-21 0,-3-19 0,348-85 0,-696 114 0,-1-5 0,0-2 0,-2-4 0,-1-4 0,-2-2 0,-1-4 0,8-9 0,-72 40 0,0 0 0,0-1 0,0 0 0,-1 0 0,0-1 0,-1 0 0,0-1 0,0 0 0,0 0 0,-1 0 0,-1-1 0,0 0 0,0 0 0,-1 0 0,0 0 0,0-1 0,-1 0 0,-1-2 0,1-24 0,-2-1 0,-2 1 0,-2 0 0,-1 0 0,-1 0 0,-3 0 0,0 0 0,-3 2 0,-1-1 0,-1 1 0,-2 1 0,-2 0 0,-1 2 0,-1 0 0,-14-16 0,-44-80 0,-7 4 0,-4 3 0,-6 4 0,-5 5 0,-5 3 0,-46-32 0,109 102-24,-2 1 0,-2 2 0,-1 2 0,-2 2 0,-1 2 0,-2 2 0,0 3 0,-2 2 0,-1 2 0,0 2 0,-1 3 0,-1 3 0,0 1 0,-1 4 0,0 1 0,-1 4 0,1 1 0,-33 5 24,24 13 20,0 3 1,2 2-1,0 4 0,2 2 1,1 2-1,1 4 1,2 2-1,1 2 0,2 3 1,1 2-1,3 3 1,2 1-1,1 3 0,-13 21-20,5-11 12,3 2-1,3 2 0,2 2 0,3 2 1,3 3-1,3 1 0,4 1 1,2 2-1,4 2 0,3 0 0,4 2 1,3 0-1,3 2-11,12-51 0,1 1 0,1 0 0,1 0 0,2 0 0,1 0 0,2 0 0,0-1 0,2 1 0,2-1 0,0-1 0,2 1 0,1-1 0,1-1 0,1 0 0,2-1 0,1 0 0,0-1 0,2-1 0,14 14 0,4-4-12,1-1 0,2-1 0,1-3 0,1-1 0,1-2 0,2-2 0,0-2 0,1-2 0,2-2 0,0-2 0,0-2 0,1-2 0,1-2 0,16 0 12,258 11-2935,-166-28-4708</inkml:trace>
  <inkml:trace contextRef="#ctx0" brushRef="#br0" timeOffset="46919.086">24979 17910 32431,'0'0'336,"0"0"-336,0 0-776,0 0-1009,0 0 1281,0 0-5409</inkml:trace>
  <inkml:trace contextRef="#ctx0" brushRef="#br0" timeOffset="47234.067">24620 18268 27206,'0'0'5425,"0"0"-5289,0 0-136,0 0 0,0 0 0,235-44 0,1 17 0,38 11 0,11 6 0,-11-4 0,-88 0 0,-32-15-1624</inkml:trace>
  <inkml:trace contextRef="#ctx0" brushRef="#br2" timeOffset="75417.45">9055 12971 23765,'0'0'2055,"0"0"574,1-22-1417,5-70-477,-7 89-695,1 0 0,0 0 0,0 0 0,0 0 0,1 0-1,-1 0 1,1 0 0,0 0 0,-1 0 0,1 0 0,1 1 0,-1-1 0,0 0 0,1 0 0,-1 1 0,1-1 0,0 1 0,0 0 0,0-1 0,0 1 0,0 0-1,0 0 1,1 0 0,-1 0 0,1 1 0,-1-1 0,1 1 0,0-1 0,-1 1 0,1 0 0,0 0 0,0 0 0,0 1 0,0-1 0,0 0 0,0 1 0,0 0-1,1 0-39,-2 1 16,0 0-1,0 0 0,0 0 1,-1 1-1,1-1 0,0 0 1,0 1-1,-1 0 0,1-1 1,-1 1-1,1 0 0,-1 0 0,0 0 1,0 0-1,0 0 0,0 0 1,0 0-1,0 0 0,0 0 1,-1 0-1,1 1 0,-1-1 0,1 0 1,-1 0-1,0 1 0,0 0-15,1 3 35,7 44 68,-3 1 1,-1 0 0,-3 0-1,-4 21-103,2 17 7,-14 689-7,12-616-449,13-332-2073,-2 84-1771,-1-23-11328</inkml:trace>
  <inkml:trace contextRef="#ctx0" brushRef="#br2" timeOffset="75948.023">9246 12776 28486,'0'0'1102,"0"0"-239,27 1-205,347 24 849,296-38-1345,32-32-162,465-14-11,-1071 57 11,223 14 0,116 61 0,-440-73 0,-1 1 0,1 0 0,-1 0 0,1 0 0,0 0 0,-1 1 0,1 0 0,0 0 0,0 0 0,0 1 0,1 0 0,-1 0 0,0 0 0,1 0 0,0 1 0,0-1 0,0 1 0,0 0 0,1 1 0,-1-1 0,1 1 0,0-1 0,1 1 0,-1 0 0,1 0 0,-2 4 0,-9 30 0,0 0 0,3 1 0,1 0 0,3 1 0,1-1 0,1 1 0,3 0 0,2 22 0,-2-17 0,-2 683 0,2-726-47,0 0 0,0-1 0,-1 1 0,1-1 0,-1 1 0,1-1 0,-1 1-1,0-1 1,0 0 0,0 0 0,0 0 0,-1 0 0,1-1 0,0 1 0,-1 0 0,1-1 0,-1 0 0,1 0 0,-1 1 0,0-2 0,1 1 0,-1 0 0,0 0-1,0-1 1,0 0 0,0 1 0,0-1 0,1 0 0,-1 0 0,0-1 0,0 1 0,0-1 0,0 1 0,1-1 0,-1 0 0,0 0 0,0 0 0,1 0-1,-1-1 1,-1 0 47,0 1-232,-51-14-4462</inkml:trace>
  <inkml:trace contextRef="#ctx0" brushRef="#br2" timeOffset="76179.038">9448 13975 30783,'0'0'632,"0"0"-528,0 0 32,162 30 312,4-3 168,71-5-568,37-10-48,22-12 0,-5-12 0,-17-18 0,0-3 0,-11 5 0,-19 6 0,-21 11 0,-25 11 0,-58 0 0,-39 2-976</inkml:trace>
  <inkml:trace contextRef="#ctx0" brushRef="#br2" timeOffset="76917.829">13965 13504 29182,'0'0'870,"0"0"-111,0-23-277,-1-72-34,2 92-420,-1-1 0,1 0 0,-1 1 0,0-1 0,0 1 0,-1-1 0,1 1 0,-1-1 0,0 1 0,0-1 0,0 1 0,0-1 0,0 1-1,-1 0 1,0 0 0,1 0 0,-1 0 0,-1 0 0,1 0 0,0 0 0,-1 0 0,1 1 0,-1-1 0,0 1 0,1 0 0,-1 0 0,0 0-1,-1 0 1,1 1 0,0-1 0,0 1 0,-1 0 0,1 0 0,-1 0 0,1 0 0,-2 0-28,-5 1 2,0 1 0,0 0-1,0 0 1,0 1 0,0 0 0,0 1 0,1 0 0,-1 0-1,1 1 1,0 1 0,-1 0-2,-27 14 0,0 2 0,2 2 0,0 1 0,2 1 0,0 2 0,2 2 0,-23 27 0,49-51 0,0 0 0,0 1 0,0-1 0,1 1 0,0 0 0,0 1 0,1-1 0,0 0 0,0 1 0,0 0 0,1 0 0,0 0 0,0 0 0,0 0 0,1 0 0,1 1 0,-1-1 0,1 0 0,0 1 0,1-1 0,-1 0 0,2 0 0,-1 1 0,1-1 0,0 0 0,0 0 0,1-1 0,0 1 0,3 6 0,12 3-1,0 0 1,1-1-1,0-2 1,2 1-1,-1-2 1,1-1-1,1-1 1,0 0-1,1-2 0,14 4 1,47 21-41,-79-32 39,1 0-1,-1 0 0,0 1 0,1 0 0,-1 0 1,0 1-1,0-1 0,-1 1 0,1 0 0,-1 0 1,1 0-1,-1 1 0,0 0 0,0 0 0,0 0 1,-1 0-1,1 0 0,-1 1 0,0 0 0,-1-1 1,1 1-1,-1 0 0,0 0 0,0 1 1,0-1-1,-1 0 0,0 1 0,0-1 0,0 1 1,-1-1-1,1 1 0,-2 4 3,-4 1 4,0-1 0,-1 1 0,0-1 0,-1 0-1,0-1 1,-1 0 0,0 0 0,0 0 0,-1-1 0,0-1 0,0 1 0,-1-1-1,0-1 1,-8 4-4,3 1 9,-21 14 3,-1-1 0,-1-2 0,-1-2 0,-1-1 0,-1-2 0,-22 5-12,61-22-3,-49 8 12,50-8-12,0 0 1,0 0-1,0-1 0,0 1 1,0 0-1,1-1 1,-1 1-1,0-1 0,0 1 1,0-1-1,1 1 0,-1-1 1,0 0-1,1 1 0,-1-1 1,0 0-1,1 1 1,-1-1-1,1 0 0,-1 0 1,1 0-1,0 0 0,-1 1 1,1-1-1,0 0 0,0 0 1,-1 0-1,1 0 0,0 0 1,0 0-1,0 0 1,0 0-1,0 0 0,0 0 1,0 0-1,1 1 0,-1-1 1,0 0-1,0 0 0,1 0 1,-1 0-1,0 0 1,1 0-1,-1 1 0,1-1 1,-1 0-1,1 0 0,0 1 1,-1-1-1,1 0 0,0 1 1,-1-1-1,1 1 1,0-1-1,0 1 0,0-1 1,0 1 2,141-165-1749,-53 77-798</inkml:trace>
  <inkml:trace contextRef="#ctx0" brushRef="#br2" timeOffset="77288.2">14649 13504 28798,'0'0'1552,"0"0"-806,0 0-322,0 0 40,0 0-101,0 0-183,-15-12-111,5 4-63,6 3-5,0 1 0,0 0-1,-1 1 1,0-1 0,0 1-1,0 0 1,0 0 0,0 0-1,0 1 1,-1-1 0,1 1-1,-1 1 1,0-1 0,1 1-1,-1 0 1,0 0 0,0 1-1,0 0 1,-5 0-1,-6 4 2,-1 2 0,1-1 0,0 2 0,1 0 0,0 1-1,0 1 1,0 1 0,1 0 0,1 0 0,0 2 0,0 0 0,1 0 0,1 1 0,0 1 0,1 0 0,-4 6-2,11-14 0,0 0 1,1 0 0,-1 0 0,1 0 0,0 0 0,1 1-1,0 0 1,0-1 0,0 1 0,1 0 0,0 0 0,0 0-1,0 0 1,1 0 0,0 0 0,1 0 0,0 0-1,0 0 1,0 0 0,1 0 0,0-1 0,0 1 0,0-1-1,1 1 1,0-1 0,1 0 0,-1 0 0,1 0 0,0 0-1,1-1 1,-1 1 0,1-1 0,0-1 0,4 4-1,252 127 21,-257-133-21,-1 0 0,0 0-1,1 1 1,-1-1 0,0 1 0,-1-1 0,1 1-1,0 0 1,-1 0 0,1 0 0,-1 0-1,0 1 1,0-1 0,0 1 0,-1-1 0,1 1-1,-1-1 1,0 1 0,0 0 0,0 0 0,-1 0-1,1 0 1,-1-1 0,0 1 0,0 0 0,0 0-1,0 0 1,-1 0 0,0 0 0,0 0-1,0-1 1,0 1 0,0 0 0,-1-1 0,1 1-1,-1-1 1,0 1 0,-2 1 0,-13 15-2,-2-1-1,0-1 1,-1 0 0,-1-1-1,-1-2 1,0 0 0,-3 0 2,-38 28-89,-40 35-542,84-54-1748,19-23-1315</inkml:trace>
  <inkml:trace contextRef="#ctx0" brushRef="#br2" timeOffset="77674.483">14938 13600 30342,'0'0'597,"0"22"-327,4 298 446,-1 21-1181,-12-358-106,0-31 243,2-1 0,2-1 0,2 1 0,3-50 328,0 71-125,0-2 38,-2 16 66,1-1-1,1 1 1,1-1 0,0 1 0,0 0-1,2-1 1,0 1 0,0 0 0,1 0-1,1 1 1,1-1 0,-1 1 0,2 0 0,3-5 21,3 2 39,0 0 1,1 1-1,0 1 1,1 0-1,1 1 1,0 0-1,1 2 1,0 0-1,1 1 1,0 0 0,1 2-1,0 0 1,0 1-1,1 1 1,-1 1-1,1 0 1,0 2-1,1 0 1,-1 1-1,0 2 1,1 0 0,-1 1-1,14 2-39,-25-1 46,0 0 0,-1 0-1,1 1 1,-1 0 0,0 0 0,0 1-1,0 0 1,0 0 0,-1 1 0,0 0 0,1 1-1,-2-1 1,1 1 0,-1 1 0,0-1-1,0 1 1,-1 0 0,0 0 0,0 1-1,-1-1 1,1 1 0,-2 0 0,1 1 0,-1-1-1,-1 0 1,1 1 0,-1 0 0,-1-1-1,0 1 1,0 0 0,-1 0 0,0 0-1,0 0 1,-1-1 0,0 1 0,0 0-1,-1 0 1,-1-1 0,1 1 0,-1-1 0,-1 0-1,0 0 1,0 0 0,-5 7-46,-19 25-22,-3-1 0,-1-2 1,-1-1-1,-2-1 0,-2-2 0,-1-2 0,-1-1 1,-9 2 21,46-30-10,-108 77-793,10-11-939</inkml:trace>
  <inkml:trace contextRef="#ctx0" brushRef="#br2" timeOffset="78123.89">13255 14758 30999,'0'0'1312,"197"-20"-1064,27-13-104,54-7-80,33-3-64,1 2 0,-16 11 0,-9 6 0,-18 7 0,-30 13 0,-37 4 0,-51 25 0,-59 5 0,-41-1-2056</inkml:trace>
  <inkml:trace contextRef="#ctx0" brushRef="#br2" timeOffset="79597.7">13518 15906 26758,'0'0'941,"0"0"966,0 0-945,0 0-498,0 0-91,-5 2-102,2 0-246,1 1-1,-1 0 1,0 0-1,1 1 1,0-1-1,0 0 1,0 1-1,0 0 1,1-1-1,-1 1 0,1 0 1,0 0-1,0 0 1,0 0-1,0-1 1,1 1-1,0 0 1,0 0-1,0 1 1,0-1-1,0-1 1,1 1-1,0 0 1,0 0-1,0 1-24,0 23 91,2 356 297,4-370-388,6-41 0,148-429-3,-155 436-20,1 1-1,0 0 0,1 1 0,1 0 0,1 0 1,1 1-1,0 0 0,1 1 0,1 0 1,0 1-1,1 1 0,3-2 24,-15 14-2,0 1 0,-1-1 0,1 1 0,0 0 0,0-1 0,0 1 0,0 0 0,0 0 0,0 0 0,0 1 0,1-1 0,-1 0 0,0 1 0,0 0 0,1-1 0,-1 1 0,0 0 0,1 0 0,-1 0 0,0 0 0,0 1 0,1-1 0,-1 1 0,0-1 0,0 1 0,0 0 0,0 0 0,1 0 0,-1 0 0,0 0 0,-1 0 0,1 1 0,0-1 0,0 1 0,-1-1 0,1 1 0,0 0 0,-1-1-1,0 1 1,1 0 0,-1 0 0,0 0 0,0 0 2,27 103 3,-12 366 282,10-356-263,-23-113-95,1-1 1,-1 1-1,1-1 1,-1 1 0,1-1-1,-1 0 1,1 0 0,0-1-1,0 1 1,0-1-1,-1 0 1,1 0 0,0 0-1,0 0 1,0-1-1,-1 0 1,1 1 0,0-2-1,-1 1 1,1 0-1,-1 0 1,1-1 0,-1 0-1,1 0 1,-1 0 0,0 0-1,0 0 1,0-1-1,0 0 1,-1 1 0,1-1-1,1-2 73,31-29-2491</inkml:trace>
  <inkml:trace contextRef="#ctx0" brushRef="#br2" timeOffset="80061.903">14364 15837 30166,'0'0'703,"0"0"-332,5 25-83,38 159 494,32 31-330,-75-213-452,1 0 0,-1 0 0,1 1 0,0-1 0,0 0 0,0 0 1,0 0-1,0 0 0,0-1 0,0 1 0,1 0 0,-1 0 0,1-1 0,-1 1 0,1-1 1,0 1-1,0-1 0,-1 0 0,1 0 0,0 0 0,0 0 0,0 0 0,0 0 1,0 0-1,1-1 0,-1 1 0,0-1 0,0 1 0,0-1 0,0 0 0,1 0 0,-1 0 1,0 0-1,0 0 0,1-1 0,-1 1 0,0-1 0,0 1 0,0-1 0,0 0 1,0 0-1,0 0 0,0 0 0,0 0 0,0 0 0,74-120 0,-62 92 0,143-304-392,-99 263-1230,-37 52 91</inkml:trace>
  <inkml:trace contextRef="#ctx0" brushRef="#br2" timeOffset="80631.969">15374 15752 29606,'0'0'1335,"0"0"-872,0 0-336,-11 20 59,-63 137 460,61-112-598,3 1 0,1 0 0,2 0 0,3 1 0,1 1-48,14-50-5,117-207-131,-117 191 78,12-23-67,1 1-1,2 0 0,2 2 0,1 2 1,2 0-1,2 2 0,3-1 126,-34 33-1,-1 0 1,0 0-1,1 0 0,0 0 0,-1 0 1,1 0-1,0 0 0,0 1 1,0-1-1,0 1 0,0-1 1,1 1-1,-1 0 0,0 0 0,0 0 1,1 0-1,-1 0 0,1 1 1,-1-1-1,1 1 0,-1 0 0,1-1 1,-1 1-1,1 0 0,-1 0 1,1 1-1,-1-1 0,1 0 0,-1 1 1,1 0-1,-1-1 0,1 1 1,-1 0-1,0 0 0,1 1 0,-1-1 1,0 0-1,0 1 0,0-1 1,0 1-1,0 0 0,0 0 0,1 1 1,1 190 279,-7-10-183,4-181-101,1 0 0,-1-1 0,1 1-1,-1-1 1,1 1 0,0-1 0,-1 1-1,1-1 1,0 0 0,0 0 0,0 0 0,0 0-1,0 0 1,0 0 0,1-1 0,-1 1 0,0-1-1,0 1 1,0-1 0,1 0 0,-1 0-1,0 0 1,0 0 0,1 0 0,-1-1 0,0 1-1,0-1 1,0 1 0,0-1 0,1 0 0,-1 0-1,0 0 1,0 0 0,0 0 0,-1 0-1,1 0 1,0-1 0,0 1 0,-1-1 0,1 1-1,-1-1 1,1 0 0,-1 0 0,1 0 5,185-234-1663,-186 234 1673,-1 1-1,1 0 1,0-1 0,0 1 0,-1 0 0,1 0 0,0-1-1,0 1 1,0 0 0,1 0 0,-1 0 0,0 0 0,0 1-1,0-1 1,1 0 0,-1 0 0,0 1 0,1-1 0,-1 1-1,1-1 1,-1 1 0,1-1 0,-1 1 0,1 0 0,-1 0-1,1 0 1,-1 0 0,1 0 0,-1 0 0,1 0 0,-1 1-1,0-1 1,1 0 0,-1 1 0,1-1 0,-1 1 0,1 0-1,-1-1 1,0 1 0,0 0 0,1 0 0,-1 0 0,0 0-1,0 0 1,0 0 0,0 0 0,0 0 0,0 0-1,0 0 1,0 1 0,-1-1 0,1 0 0,0 1 0,-1-1-1,1 0 1,-1 1 0,1-1 0,-1 1 0,0 0-10,8 73 578,-8-62-551,0 0-1,1-1 1,0 1 0,1 0 0,0-1 0,1 1-1,1-1 1,0 0 0,1 0 0,0 0 0,0-1 0,1 1-1,1-2 1,0 1 0,0 0 0,6 4-27,-8-11-112,0 0-1,1 0 1,-1-1 0,1 1 0,0-1 0,0-1-1,0 1 1,0-1 0,0 0 0,1 0 0,-1-1-1,0 0 1,1 0 0,-1-1 0,7 0 112,18 1-2434</inkml:trace>
  <inkml:trace contextRef="#ctx0" brushRef="#br2" timeOffset="80996.175">16560 15961 28550,'0'0'851,"0"0"-274,23 2-185,-1 0-294,-12 0-55,0-1 1,0 0-1,1 0 0,-1-1 1,0-1-1,0 0 1,0 0-1,0-1 0,0 0 1,0-1-1,0 0 1,0 0-1,2-3-43,-2 2-3,0-1 1,-1 0-1,0-1 1,0 1-1,0-2 1,0 0-1,-1 0 0,-1 0 1,1-1-1,-1 0 1,0 0-1,-1-1 1,0 0-1,0 0 0,-1-1 1,0 1-1,-1-1 1,0 0-1,0-1 1,-1 1-1,-1 0 0,0-1 1,0 0-1,-1 1 1,0-1-1,-1 0 1,0-5 2,-2 11-7,0 1 1,0-1 0,0 1 0,0 0 0,-1-1-1,0 1 1,0 0 0,0 1 0,0-1-1,0 1 1,-1-1 0,0 1 0,1 0 0,-1 0-1,0 1 1,-1-1 0,1 1 0,0 0-1,-1 0 1,1 0 0,-1 1 0,0-1-1,1 1 1,-1 0 0,0 1 0,0-1 0,0 1-1,0 0 1,0 0 0,1 0 0,-1 1-1,0 0 1,0 0 0,0 0 0,1 0 0,-1 1-1,1 0 1,-1 0 0,1 0 0,0 0-1,-1 1 1,1 0 6,-7 9 52,0 0 1,1 1-1,0 0 0,1 0 0,0 1 0,2 1 1,-1-1-1,2 1 0,0 1 0,1-1 0,0 1 1,1 0-1,1 0 0,0 0 0,2 0 0,-1 0 1,2 1-1,0-1 0,1 0 0,1 1 0,3 11-52,-3-17 3,0 0 0,1 0 0,0-1 0,1 1 0,0-1 0,0 0 0,1 0 0,1 0 0,0-1 0,0 0 0,0 0 0,1 0 0,1-1 0,-1 0-1,1-1 1,1 1 0,-1-2 0,1 1 0,1-1 0,5 3-3,128 12-1001,-77-21-656</inkml:trace>
  <inkml:trace contextRef="#ctx0" brushRef="#br2" timeOffset="81292.978">17551 15871 29830,'0'0'1393,"0"0"-1025,0 0 64,0 0 64,0 0-248,0 0-248,132 100 0,-86-94-272,-9-4-440,0-2-1105</inkml:trace>
  <inkml:trace contextRef="#ctx0" brushRef="#br2" timeOffset="81554.669">17849 15464 26262,'0'0'4477,"0"0"-3364,0 0-930,20 7-76,127 60 335,-93-35-297,-33-21-140,-1 0-1,0 2 1,0 0 0,-2 1 0,1 1-1,-2 1 1,0 1 0,13 16-5,-27-28 0,-1 0 0,1 0 0,-1 0 0,0 1 1,0-1-1,-1 1 0,0-1 0,1 1 0,-2-1 0,1 1 0,-1 0 0,0-1 0,0 1 0,0-1 1,-1 1-1,0 0 0,0-1 0,-1 1 0,1-1 0,-1 0 0,0 1 0,-1-1 0,1 0 1,-2 1-1,-82 111-96,81-111 81,-338 310-588,306-273 711,38-35-97,5-8-141,0-1 1,1 0-1,-1 0 0,0 0 0,-1-1 1,1 0-1,0 0 0,0 0 1,-1-1-1,1 1 0,-1-1 1,0-1-1,0 1 0,0-1 1,0 0-1,-1 0 0,0 0 1,0-1-1,0 0 0,0 1 1,2-5 129,15-20-4519</inkml:trace>
  <inkml:trace contextRef="#ctx0" brushRef="#br2" timeOffset="81789.017">14605 16770 31335,'281'-6'800,"58"-21"-568,-3-5-152,-1-1-56,-13-1 16,-10 3 152,-30 5-128,-43 8-64,-46 10 0,-61 8 0,-49 0-256,-37 18-112,-28 4-800,-18-1-2841</inkml:trace>
  <inkml:trace contextRef="#ctx0" brushRef="#br2" timeOffset="82334.621">13974 14717 30759,'0'0'120,"142"-30"-120,-78 8-3633</inkml:trace>
  <inkml:trace contextRef="#ctx0" brushRef="#br1" timeOffset="92697.107">5728 2541 10762,'0'0'15000,"0"0"-11509,0 0-3039,0 0-172,0 0 28,5-10 79,-1 0-293,-3 7-75,0 0-1,0 0 1,0 0 0,1 0 0,-1 0 0,1 0 0,0 0 0,0 1 0,0-1 0,0 0 0,0 1 0,1 0 0,-1 0 0,1-1 0,-1 1 0,1 1 0,0-1 0,0 0 0,0 1 0,0-1 0,2 0-19,338-61 627,47 23-497,1 17 1,289 24-131,221 33 27,57-52-43,-538-6 3,421-29-143,2 38 1,391 58 155,616 175-116,-1580-191-128,1-11 0,62-12 244,-139-19-1971,-51-11-3292</inkml:trace>
  <inkml:trace contextRef="#ctx0" brushRef="#br1" timeOffset="94216.034">4514 1 26574,'0'0'2767,"0"0"-1914,0 0-683,0 0-87,0 0 51,4 25 134,15 179 227,-8 0 0,-16 190-495,-57 346 523,22-352-178,14 98-345,27-300 12,-1-181-58,0 0 0,0 1 0,1-1 0,0 1 0,0-1 0,0 0 0,1 0 1,0 0-1,0 0 0,0 0 0,1 0 0,-1 0 0,1-1 0,0 1 0,1-1 0,-1 0 0,1 0 0,0 0 0,0 0 0,0-1 0,0 1 1,0-1-1,1 0 0,0-1 0,4 3 46,22 7-1589</inkml:trace>
  <inkml:trace contextRef="#ctx0" brushRef="#br1" timeOffset="95335.249">16937 56 17092,'0'0'9494,"0"0"-6963,0 0-1926,-11 20-243,-36 87 79,26 49 105,-66 662 1134,-73 206-1680,114-655-1348,41-307-425</inkml:trace>
  <inkml:trace contextRef="#ctx0" brushRef="#br1" timeOffset="96318.005">6925 409 28582,'0'0'832,"0"0"-114,0 0-115,0 0-109,0 0-132,-12 9-84,-260 243 597,231-214-877,-26 22-38,3 2 0,2 3 1,4 3-1,-36 54 40,63-65-529,33-31-957,15-26-2560,16-11-10954</inkml:trace>
  <inkml:trace contextRef="#ctx0" brushRef="#br1" timeOffset="96319.005">6964 736 26750,'-17'119'3544,"-21"25"-2855,1 21-49,6-5-72,12-20-120,3-4-320,10-25-128,6-26 0,0-28 0,0-18 0,0-5 0,0-14-328,17-24-376,-1-28-440,3-21-1601</inkml:trace>
  <inkml:trace contextRef="#ctx0" brushRef="#br1" timeOffset="96320.005">7453 551 25822,'0'0'3648,"0"0"-3080,188-28-39,-96 24-177,3 2-144,-8 2-104,-8 0 16,-6 8-120,-19 20-248,-14-2-585,-31-1-1551</inkml:trace>
  <inkml:trace contextRef="#ctx0" brushRef="#br1" timeOffset="96321.005">7337 1283 24949,'0'0'4761,"0"0"-4113,0 0-191,8 104-161,106-108 16,46-53 0,14-20-120,-10-9-128,-41 11-32,-44 21-32,-27 13-32,-1-18-264,-12 7-800,-13 1-1609</inkml:trace>
  <inkml:trace contextRef="#ctx0" brushRef="#br1" timeOffset="96692.125">7878 338 7498,'-31'103'21964,"-4"33"-20627,-11 29-865,-2 3-64,2-14 8,2 2-144,5-6-152,8-8-96,9-32-24,11-33-88,7-34-120,4-27-224,2-14-152,33-51-192,0-16-753,-2-24-5616</inkml:trace>
  <inkml:trace contextRef="#ctx0" brushRef="#br1" timeOffset="97056.561">8121 358 29670,'0'0'1417,"-63"108"-985,26-31-160,-5 28 0,7 17-32,13-12-168,11-9-72,11-2-424,4-40-880,7-12-4386</inkml:trace>
  <inkml:trace contextRef="#ctx0" brushRef="#br1" timeOffset="97057.561">7630 1389 27470,'-116'105'3417,"-13"25"-2977,19-6-248,7 3-128,13-11-32,31-17-32,31-24-80,28-12-120,0-28-945,11-17-3600</inkml:trace>
  <inkml:trace contextRef="#ctx0" brushRef="#br1" timeOffset="97347.212">7850 1462 30382,'0'0'697,"0"0"-305,68 111-216,-38-52-32,3 2-32,7-4-112,8-5-72,35-25-320,-13-11-1761,-2-16-4280</inkml:trace>
  <inkml:trace contextRef="#ctx0" brushRef="#br1" timeOffset="97678.831">8880 768 31007,'0'0'644,"-8"21"-354,-67 235 277,66-184-608,3 0 0,4 0-1,2 0 1,4 14 41,-3-87-12,0 1 0,-1-1 1,1 1-1,-1-1 0,1 0 0,0 1 1,-1 0-1,1-1 0,0 1 0,-1-1 1,1 1-1,0 0 0,0-1 0,0 1 1,-1 0-1,1 0 0,0 0 0,0 0 1,0 0-1,-1-1 0,1 1 1,0 1-1,0-1 0,0 0 0,0 0 1,-1 0-1,1 0 0,0 1 0,0-1 1,-1 0-1,1 1 0,0-1 0,0 0 1,-1 1-1,1-1 0,0 1 0,-1-1 1,1 1-1,-1 0 0,1-1 0,0 1 1,-1-1-1,0 1 0,1 0 0,-1 0 1,1-1-1,-1 1 0,0 0 0,1 0 1,-1-1-1,0 1 0,0 0 0,0 0 1,0 0-1,0-1 0,0 1 0,0 0 12,76-175-526,-72 165 510,20-48-12,2 1 0,3 1 0,2 2 0,2 1 0,3 1 0,38-41 28,-53 74 80,1 2-1,0 0 1,2 1 0,0 2 0,0 0 0,1 2 0,0 1 0,1 0 0,0 2 0,1 1-1,2 1-79,6-1 87,1 1 0,0 1 0,0 2 0,0 2 0,0 1 0,0 2 0,10 3-87,-38-5 10,0 1 1,0 1-1,0 0 1,0 0-1,0 0 1,0 1 0,0 0-1,-1 1 1,0 0-1,0 0 1,0 0-1,0 1 1,0 0 0,-1 0-1,0 1 1,0 0-1,-1 0 1,1 0-1,-1 1 1,0 0-1,-1 0 1,0 0 0,0 0-1,-1 1 1,0-1-1,1 2-10,-2 3 3,0 1 0,-1-1-1,0 1 1,-1-1 0,0 1 0,-1-1-1,0 0 1,-1 1 0,-1-1 0,0 0-1,0 0 1,-1 0 0,-1 0-1,0-1 1,0 0 0,-1 0 0,-5 6-3,-10 13-1,-1-1 0,-1-1 0,-1-1 1,-1-2-1,-15 12 1,8-8 0,-1-1 0,-1-1 0,-1-2 0,-2-2 0,0-1 0,-1-2 0,-1-1 0,-19 4 0,55-20-3,0-1 1,0 0-1,-1-1 0,1 1 1,0 0-1,-1-1 1,1 0-1,-1 0 0,0 0 1,1 0-1,-1 0 0,0-1 1,0 0-1,1 0 0,-1 0 1,0 0-1,0 0 1,1-1-1,-1 0 0,0 0 1,1 0-1,-1 0 0,1 0 1,-1-1-1,1 1 0,0-1 1,-1 0-1,1 0 1,0 0-1,0-1 0,0 1 1,1-1-1,-1 1 0,1-1 1,-1 0-1,1 0 0,0 0 1,0 0-1,0-1 1,0 1-1,1-1 0,0 1 1,-1-1-1,0-3 3,3-14-22,1 0 0,1 0 0,1 0 0,1 0 0,1 1 0,0 0 0,2 0 0,0 0 0,1 1 0,1 0 0,1 1 0,0 0 0,1 1 0,1 0 0,1 1 0,1 0 0,0 2 0,1-1 0,4-1 22,24-33-135,134-159-2577,-127 121-1754,-4-9-9328,-16 16 4212</inkml:trace>
  <inkml:trace contextRef="#ctx0" brushRef="#br1" timeOffset="97965.055">9807 279 7578,'0'0'17926,"-5"20"-13588,-62 299-2875,15 2-1,-8 268-1462,53-295 0,7-275 0,-1-15 0,0 0 0,-1 0 0,2 1 0,-1-1 0,1 0 0,-1 1 0,1-1 0,0 0 0,1 1 0,-1-1 0,1 1 0,0-1 0,0 0 0,0 0 0,0 1 0,1-1 0,0 0 0,0 0 0,0-1 0,0 1 0,1 0 0,-1-1 0,1 1 0,0-1 0,0 0 0,0 0 0,0 0 0,1 0 0,-1 0 0,1-1 0,0 0 0,0 0 0,0 0 0,0 0 0,0 0 0,3 0 0,2-3 0,0 1 0,1-2 0,-1 1 0,0-1 0,0-1 0,0 0 0,-1 0 0,1-1 0,-1 0 0,1 0 0,-1-1 0,-1 0 0,1 0 0,-1-1 0,0 0 0,0 0 0,0-1 0,-1 0 0,0 0 0,1-3 0,95-106-117,-6-5-1,-5-4 1,-5-3 0,3-20 117,86-187-764,-111 186-2373,-23 42-3477,-2 0-5318,-1-5 7698</inkml:trace>
  <inkml:trace contextRef="#ctx0" brushRef="#br1" timeOffset="98811.137">10804 220 8082,'0'0'17450,"0"0"-12826,0 0-3881,-17 24-186,-101 157 406,112-171-936,1 1 1,0 0-1,1 1 0,0-1 1,0 1-1,2 0 0,-1-1 1,1 1-1,1 0 0,0 1 1,1-1-1,1 7-27,0-15 0,0 0 1,0 0-1,0 0 1,1 0-1,-1 0 0,1 0 1,0-1-1,1 1 1,-1-1-1,0 1 0,1-1 1,0 0-1,0 0 1,0 0-1,0-1 0,0 1 1,1-1-1,-1 1 1,1-1-1,0 0 0,-1 0 1,1-1-1,0 1 1,0-1-1,0 0 0,0 0 1,0 0-1,0-1 1,0 1-1,1-1 0,136 2-5,-73-14-29,-1-3 0,0-2 0,-1-4 0,-2-3 0,0-2 0,22-15 34,220-117-446,-296 149 769,-28 18-30,-310 236-265,216-194-1521,92-29 1599,1 1 0,2 1 0,0 0 0,1 1 0,2 0 0,0 2 0,2 0 0,1 0 0,1 1 0,1 0 0,2 0 0,-2 11-106,-23 91 48,5 1 0,7 1 0,4 1 0,7 1 0,6 37-48,13-174 0,41-147 0,0-12-182,7 3-1,7 2 1,47-76 182,-30 113-925,-80 117 927,0 1 1,1 0 0,-1-1 0,1 1 0,-1 0 0,1 0-1,0 0 1,0 1 0,0-1 0,0 1 0,0-1-1,0 1 1,0 0 0,1 0 0,-1 0 0,0 1-1,1-1 1,-1 1 0,0 0 0,1 0 0,-1 0 0,0 0-1,1 1 1,-1-1 0,0 1 0,1 0 0,-1 0-1,0 0 1,0 0 0,0 1 0,0-1 0,0 1-1,0 0 1,0-1 0,-1 1 0,1 1 0,1 0-3,2 10 93,-1 0 0,-1 1 1,0-1-1,0 1 0,-1-1 1,-1 1-1,-1 0 0,0 0 1,0 0-1,-2 0 0,-1 13-93,2 7 107,-3 38-68,-4 1 1,-2-1-1,-4-1 0,-3 0 0,-3 0 0,-10 19-39,-27 35 0,49-121-4,0 1-1,0-1 1,0 0 0,-1 0 0,1-1-1,-1 0 1,0-1 0,0 0 0,0 0-1,0 0 1,-1-1 0,1 0 0,0-1-1,0 0 1,-1 0 0,1-1-1,0 0 1,0 0 0,-1-1 0,-6-2 4,1-2-11,1 0 1,0-1-1,0-1 1,0 0-1,1 0 0,1-1 1,-1-1-1,1 0 1,1-1-1,0 0 1,0 0-1,1-1 1,1 0-1,0-1 1,1 0-1,0 0 1,1 0-1,0-1 1,1 0-1,1 0 1,0 0-1,1-1 0,0 0 1,1 1-1,1-1 1,0 0-1,1 0 1,1 0-1,1-4 11,-1 7 8,1-1 0,0 1 0,1 0-1,0 0 1,1 0 0,0 0 0,1 0 0,0 1-1,1 0 1,1 0 0,-1 0 0,2 1-1,-1 0 1,1 1 0,1-1 0,0 2 0,0-1-1,1 1 1,0 1 0,0-1 0,1 2 0,0-1-1,0 2 1,0-1 0,1 2 0,-1-1-1,1 2 1,1-1 0,-1 2 0,0 0 0,1 0-1,-1 1 1,1 1 0,-1 0 0,1 0 0,-1 1-1,2 1-7,-3 2 0,0 0 0,0 1 0,-1 0-1,1 0 1,-1 1 0,-1 1 0,1 0 0,-1 0-1,0 0 1,0 1 0,-1 1 0,0 0-1,-1 0 1,0 0 0,0 1 0,-1 0 0,-1 0-1,1 0 1,-1 1 0,-1 0 0,0 0-1,-1 0 1,0 1 0,1 8 0,-2-13-46,-2-5 14,0 0 0,0 0 0,0-1 0,1 1 0,-1 0 0,0 0 0,1-1 0,-1 1 0,1 0 0,-1-1 0,1 1 0,0-1 0,0 1 0,0-1-1,0 1 1,0-1 0,0 0 0,0 1 0,0-1 0,0 0 0,1 0 0,-1 0 0,0 0 0,1 0 0,-1 0 0,1 0 0,0 0 0,-1-1 0,1 1 0,-1 0-1,1-1 1,0 1 0,0-1 0,-1 0 0,1 0 0,0 0 0,-1 0 0,1 0 0,0 0 0,0 0 0,-1 0 0,1-1 0,0 1 0,0-1 32,112-89-3712,-53 25-238</inkml:trace>
  <inkml:trace contextRef="#ctx0" brushRef="#br1" timeOffset="99530.805">12518 255 24021,'0'0'4597,"0"0"-2953,0 0-1041,0 0 3,-24 24-75,-165 150-19,-67 14-704,191-168-498,64-20 663,0-1 0,0 1-1,0-1 1,0 1 0,0-1-1,0 1 1,0-1 0,1 0 0,-1 1-1,0-1 1,0 0 0,1 0 0,-1 0-1,1 0 1,-1 1 0,0-1 0,1 0-1,0 0 1,-1 0 0,1 0-1,0 0 1,-1 0 0,1 0 0,0 0-1,0 0 1,0 0 0,0 0 0,0-1-1,0 1 1,0 0 0,0 0 0,0 0-1,1 0 1,-1 0 0,0 0-1,1 0 1,-1 0 27,0-7-223,5-43-276,2 1 1,1 0-1,3 0 1,3 1-1,16-42 499,-22 68 91,7-18 1560,-14 47-916,-35 228 1049,24-196-1726,2 1 0,1-1 0,2 2 0,2-1 1,2 0-1,1 0 0,3 6-58,-2-38-34,0 1 1,0-1-1,1 0 1,1 1-1,-1-1 0,1 0 1,0 0-1,1-1 0,-1 1 1,1-1-1,1 1 1,-1-1-1,1-1 0,0 1 1,0-1-1,1 1 1,0-1-1,0-1 0,0 1 1,0-1-1,1 0 1,-1-1-1,1 0 0,0 0 1,0 0-1,1-1 1,-1 0-1,0 0 0,1-1 1,6 1 33,14 0-582,-1-2 0,1 0 1,0-2-1,-1-1 0,0-1 0,23-7 582,20-9-3946,-3-4-3775,-61 22 7116,92-33-5103,0 17 9338,-47 36-310,-50 23 6337,-35 24-5751,-48 16-3570,55-56 34,-42 39-183,-2-2 0,-3-4 1,-3-3-1,-33 16-187,23-46-204,86-26 186,-1 1-1,1 0 1,0-1-1,0 1 1,0-1-1,0 1 1,0-1-1,-1 0 1,1 1-1,0-1 1,0 0-1,1 0 1,-1 0-1,0 0 1,0 1-1,0-1 1,1 0-1,-1-1 1,0 1-1,1 0 1,-1 0-1,1 0 1,-1 0-1,1 0 1,0-1-1,-1 1 1,1 0-1,0 0 1,0 0 0,0-1-1,0 1 1,0 0-1,0 0 1,0-1-1,0 1 1,0 0-1,1 0 1,-1 0-1,1-2 19,-1-7-156,6-85-496,45-127-7887,-23 148 9000,-18 59 5180,-8 41-3580,-2-23-2195,-17 211 2081,2 82-956,16-288-991,0-1 1,0 1-1,0-1 0,1 1 0,0-1 1,1 0-1,0 0 0,0 0 0,0 0 1,1 0-1,0-1 0,0 0 0,1 1 1,0-2-1,0 1 0,0 0 0,0-1 1,1 0-1,0 0 0,0-1 0,1 0 1,-1 0-1,1 0 0,0-1 0,0 0 1,0 0-1,0-1 0,0 0 0,1 0 1,-1 0-1,1-1 0,0-1 0,33 4-32,1-3 0,0-1-1,-1-2 1,1-2 0,-1-2 0,0-2-1,0-1 1,-1-2 0,0-2 0,-1-2-1,35-18 33,-6 0-1773</inkml:trace>
  <inkml:trace contextRef="#ctx0" brushRef="#br1" timeOffset="100010.779">13112 1137 26678,'0'0'3174,"0"0"-2029,0 0-643,24 14-74,-24-14-428,11 7 42,0 0 1,0-1-1,0-1 0,1 0 1,0-1-1,0 0 1,0 0-1,1-1 1,-1-1-1,2 0-42,16-3 49,1-1 1,-1-2 0,0-1-1,0-1 1,-1-1-1,9-5-49,914-275 119,-930 282-119,10-5 0,1 2 0,0 1 0,0 2 0,1 1 0,-1 2 0,1 1 0,22 2 0,-53 0 0,1 0 0,-1-1 0,0 1 0,0 0 0,0 0 0,0 1 0,0-1 0,0 1 0,0-1 0,0 1 0,-1 0 0,1 0 0,-1 0 0,1 1 0,-1-1 0,0 1 0,0-1 0,0 1 0,0-1 0,0 1 0,-1 0 0,1 0 0,-1 0 0,0 0 0,0 0 0,0 0 0,0 1 0,0-1 0,-1 0 0,1 0 0,-1 3 0,2 16 0,-1 0 0,-2-1 0,0 1 0,-1 0 0,-1-1 0,0 1 0,-2-1 0,-1 0 0,-1-1 0,-5 11 0,-13 28 0,-2-2 0,-4-1 0,-1-2 0,-3-1 0,-2-2 0,-3-1 0,-40 39 0,67-71-3,-2-2 0,0 1 1,-1-2-1,0 0 0,-1-1 0,-1-1 0,0 0 0,-1-2 1,0 0-1,-1-1 0,0-1 0,-1 0 0,0-2 0,0-1 1,0 0-1,-1-2 0,-16 2 3,32-7-68,1-1 0,-1 0 0,0 0 0,1 0 0,0-1 0,-1 1 0,1-1 1,0-1-1,0 1 0,1-1 0,-1 0 0,1 0 0,0 0 0,0 0 0,0-1 0,0 0 0,1 1 0,0-1 0,0-1 0,0 1 0,1 0 0,-1-1 1,1 1-1,1-1 0,-1 0 0,1 0 0,0 1 0,0-1 0,1 0 0,-1 0 0,1 0 0,1 0 0,-1-2 68,-6-83-2079</inkml:trace>
  <inkml:trace contextRef="#ctx0" brushRef="#br1" timeOffset="100367.652">14432 383 26358,'0'0'4113,"-48"186"-3465,-29-7-16,-17 34-200,-3 6 8,16-18-296,26-29-144,23-38 0,10-33-504,8-46-1104,4-37-4522</inkml:trace>
  <inkml:trace contextRef="#ctx0" brushRef="#br1" timeOffset="100673.419">7216 2159 23213,'272'-34'6073,"92"-5"-5425,41 9-15,45-1 207,25 5-328,16 12-256,22 2-152,11 4-80,17 1-24,10-3-72,-3-2-496,-136 2-889,-77 0-2487</inkml:trace>
  <inkml:trace contextRef="#ctx0" brushRef="#br1" timeOffset="103970.233">6153 8063 12355,'-2'-19'12385,"-10"-46"-9366,-38-128-1600,48 188-1388,-59-122 929,59 123-919,-1 0 1,0 0-1,-1 0 0,1 0 0,-1 0 1,0 1-1,0-1 0,0 1 0,0 0 0,0 1 1,-1-1-1,1 1 0,-1 0 0,0 0 1,1 0-1,-1 0 0,0 1 0,0 0 1,0 0-1,0 0 0,-1 1 0,1 0 1,0 0-1,0 0 0,-5 1-41,-1 3 27,0 0 0,0 0 0,0 2 1,0-1-1,1 1 0,-1 1 0,2-1 0,-1 2 0,1 0 0,0 0 1,1 0-1,0 1 0,0 0 0,1 1 0,0 0 0,0 0 0,-4 10-27,-23 33 60,3 1 0,2 1 0,2 2 0,3 1 1,3 1-1,2 0 0,3 2 0,2 0 0,3 0 0,-2 46-60,11-99 6,0 1 1,1-1 0,-1 1 0,2 0 0,-1 0 0,1-1 0,1 1 0,0 0 0,0 0 0,0-1 0,1 1 0,0-1-1,1 1 1,0-1 0,0 0 0,1 0 0,0 0 0,1-1 0,-1 1 0,1-1 0,1 0 0,-1 0 0,1-1 0,1 0 0,-1 0-1,1 0 1,0-1 0,0 0 0,0 0 0,1-1 0,0 0 0,0 0-7,11 3 4,0-1 1,1-1-1,0-1 1,-1-1-1,1 0 0,0-2 1,0 0-1,1-1 1,-1-1-1,0-1 1,0-1-1,-1 0 0,1-2 1,-1 0-1,1-2 1,-2 0-1,1 0 1,-1-2-1,0-1-4,15-13 2,-1-2 0,-1-2 0,-2 0 0,-1-2 0,0-1 0,-3-2 0,-1 0 0,20-35-2,-35 57 0,-2 0-1,1-1 1,-1 0 0,-1-1 0,0 1-1,0-1 1,-2 0 0,1 0-1,-1-1 1,-1 0 0,0 1 0,-1-1-1,0 0 1,-1 0 0,-1 0 0,0 0-1,-1 0 1,0 0 0,-1 0-1,0 0 1,-1 0 0,0 1 0,-1-1-1,-1 1 1,0 0 0,-1 0 0,0 1-1,0 0 1,-5-5 0,1 7-6,-2 1-1,1 0 1,-1 0 0,-1 2 0,1-1-1,-1 1 1,0 1 0,0 1 0,-1 0-1,0 0 1,1 1 0,-1 1-1,0 0 1,0 1 0,0 1 0,0 0-1,0 1 1,0 0 0,0 1 0,-7 2 6,17-3-48,0 0 1,0 1-1,0-1 1,0 1-1,0 0 1,1 0-1,-1 0 1,0 0-1,1 1 1,0-1-1,-1 1 1,1 0-1,0 0 1,0 0-1,1 0 1,-1 1-1,1-1 1,-1 1 0,1 0-1,0-1 1,1 1-1,-1 0 1,1 0-1,-1 0 1,1 0-1,0 1 1,1-1-1,-1 0 1,1 0-1,0 0 1,0 1-1,0-1 1,0 0-1,1 0 1,0 2 47,10 26-2022</inkml:trace>
  <inkml:trace contextRef="#ctx0" brushRef="#br1" timeOffset="104361.129">7898 7751 29654,'-33'0'707,"-290"18"-41,270-10-609,1 3 0,0 2 0,0 2-1,2 2 1,0 3 0,1 2 0,1 2 0,1 2 0,2 2 0,0 2 0,2 1 0,2 3 0,1 2 0,-25 28-57,54-54 21,1 0-1,0 1 0,1 0 1,0 0-1,0 1 1,1 0-1,1 1 1,0 0-1,1 0 0,0 1 1,1-1-1,1 1 1,0 0-1,1 1 0,0-1 1,0 15-21,3-24 3,1 1 0,0 0 0,1-1 1,-1 1-1,1-1 0,0 1 0,0-1 0,0 0 1,1 0-1,0 0 0,0 0 0,0 0 0,1-1 0,0 1 1,-1-1-1,2 0 0,-1 0 0,0 0 0,1-1 1,-1 0-1,1 0 0,0 0 0,0 0 0,1-1 1,-1 0-1,0 0 0,1 0 0,3 0-3,170 20 10,-109-31-11,0-3 1,-1-2-1,0-4 1,-1-3-1,-2-2 1,0-4-1,-2-2 1,-1-3 0,-1-3-1,-2-2 1,-2-3-1,27-25 1,-45 35-491,-2-2 0,-1-1 0,-1-2 0,-2-2 0,-2-1 0,18-28 491,-1-7-6653</inkml:trace>
  <inkml:trace contextRef="#ctx0" brushRef="#br1" timeOffset="104734.305">8998 7950 19660,'0'0'8525,"0"0"-6532,0 0-1789,0 0 15,0-23 88,0-165-23,0 188-284,2-7 2,-1 0 0,0 1 0,0-1-1,0 0 1,-1 0 0,0 0 0,0 0-1,-1 0 1,0 1 0,0-1 0,-1 0 0,0 1-1,0-1 1,0 1 0,-1-1 0,0 1 0,0 0-1,-1 0 1,1 0 0,-1 1 0,-1-1-1,1 1 1,-1 0 0,0 0 0,0 1 0,0-1-1,-1 1 1,1 0 0,-1 1 0,0-1 0,0 1-1,-1 0-1,0 3 1,1 0 1,-1 0-1,1 1 0,-1 0 0,1 0 0,-1 1 0,1-1 0,-1 1 0,1 1 0,0-1 0,0 1 1,0 0-1,1 1 0,-1-1 0,1 1 0,0 0 0,0 1 0,0-1 0,0 1 0,1 0 0,0 0 1,0 0-1,0 1-1,-24 24 81,2 1-1,2 1 1,0 1 0,3 1 0,0 2 0,3 0 0,1 0 0,1 2-1,2 0 1,2 1 0,0 7-81,10-39 14,1 0 1,0 0-1,0-1 0,0 1 0,1 0 0,0 0 0,1 0 0,0 0 1,0 0-1,0 0 0,1 0 0,0-1 0,0 1 0,0-1 1,1 1-1,0-1 0,1 0 0,-1 0 0,1 0 0,0 0 1,0-1-1,1 0 0,0 0 0,0 0 0,0 0 0,0-1 1,1 0-1,0 0 0,0 0 0,0-1 0,0 0 0,1 0 0,-1-1 1,7 2-15,3-1-9,1 0 1,0-2 0,0 0 0,0-1-1,0 0 1,0-2 0,0 0-1,0 0 1,-1-2 0,1 0 0,-1-1-1,0-1 1,0 0 0,-1-1-1,0-1 1,0-1 0,0 0 0,-1 0-1,7-7 9,8-34-935,-61 24-4856,-15 16-13018</inkml:trace>
  <inkml:trace contextRef="#ctx0" brushRef="#br1" timeOffset="105133.415">4038 10004 1856,'0'0'21589,"-10"-18"-16564,2 4-4856,-80-99 802,80 107-893,0 0 1,-1 0-1,0 0 0,0 1 0,-1 1 0,0-1 0,1 2 0,-1-1 0,0 1 0,-1 1 1,1 0-1,0 0 0,-1 1 0,-1 0-78,5 3 22,-1 0 1,0 0-1,1 1 1,0 0-1,0 0 0,0 0 1,0 1-1,0 0 1,1 0-1,-1 1 1,1 0-1,1 0 1,-1 1-1,1-1 0,-1 1 1,2 0-1,-1 1 1,1-1-1,0 1 1,0 0-1,0 0 0,1 0 1,1 0-1,-1 1 1,1-1-1,0 1 1,1-1-1,-1 1-22,-15 43 54,2 0-1,3 1 1,1 0 0,3 1-1,2 0 1,3 0 0,1 0-1,4 13-53,0-59 4,0-1 0,1 1 0,-1-1 0,1 0 0,0 0 0,1 0 0,0 0 0,0-1 0,0 1 0,0-1 0,1 0 0,0 0 0,0-1-1,0 1 1,1-1 0,-1 0 0,1-1 0,0 1 0,0-1 0,1-1 0,-1 1 0,1-1 0,-1 0 0,1 0 0,-1-1 0,1 1 0,0-2 0,0 1-1,0-1 1,0 0 0,-1 0 0,1-1 0,0 0 0,0 0 0,-1-1 0,1 0 0,0 0 0,0-1-4,27-7 3,-1-1 1,-1-1-1,0-2 0,-1-2 1,-1 0-1,0-2 1,-1-2-1,-1 0 0,-1-2 1,-1-1-1,-1-1 0,-1-1 1,19-26-4,-29 38-216,-2-1 1,1 0-1,-2-1 1,0 0-1,0-1 0,-2 0 1,0-1-1,-1 0 1,0 0-1,-2-1 1,2-7 215,-5-11-4547</inkml:trace>
  <inkml:trace contextRef="#ctx0" brushRef="#br1" timeOffset="105429.055">4187 11691 25878,'0'0'3783,"0"0"-2741,0 0-877,-3-28-57,-23-180 287,23 193-382,-1 1-1,0 0 1,-1 0 0,-1 1 0,0-1 0,0 1 0,-1 1 0,-1-1-1,-3-3-12,8 13-1,0-1 0,0 0 0,-1 1 0,1 0 0,-1 0 0,1 0-1,-1 0 1,0 0 0,0 1 0,-1 0 0,1 0 0,0 0-1,-1 0 1,1 1 0,-1 0 0,0-1 0,1 2 0,-1-1 0,0 1-1,1-1 1,-1 1 0,0 0 0,0 1 0,1-1 0,-1 1-1,0 0 1,1 0 0,-1 1 0,1-1 0,-1 1 0,1 0 1,-10 6-9,2 1 0,-1-1 0,1 2 0,1 0 0,0 0 0,0 1 0,1 1 0,0 0 0,1 0 0,0 0 0,1 1 0,-4 11 9,-12 20-8,3 2 1,1 1 0,3 0 0,1 2 0,3 0-1,2 0 1,2 1 0,2 0 0,3 0 0,1 32 7,1-74 11,0 0 1,1-1-1,0 1 1,0 0-1,1 0 1,0 0-1,0 0 1,1 0 0,0-1-1,1 1 1,-1 0-1,1-1 1,1 1-1,0-1 1,0 0-1,0 1 1,1-1-1,0-1 1,0 1 0,0-1-1,1 1 1,0-1-1,1-1 1,-1 1-1,1-1 1,0 0-1,0 0 1,1-1-1,0 1 1,-1-2 0,1 1-1,1-1 1,-1 0-1,0 0 1,1-1-12,5 0 6,-1-2 0,1 0 0,0 0 0,-1-1 1,1 0-1,0-1 0,-1-1 0,0 0 0,1-1 0,-1 0 1,-1-1-1,1 0 0,-1-1 0,0 0 0,0-1 0,0 0 1,1-2-7,154-156-215,-141 134 55,-1-1-1,-1-1 1,-2 0-1,-1-2 1,-2 0-1,-1-4 161,15-76-3033,-27 56-4092</inkml:trace>
  <inkml:trace contextRef="#ctx0" brushRef="#br1" timeOffset="105769.988">4496 12567 30118,'0'0'1003,"0"0"-644,0 0-88,0 0 46,0 0-33,-16-22-140,-53-67-96,67 86-49,1 0 0,-1 1-1,0-1 1,0 0 0,0 0-1,0 1 1,-1-1 0,1 1-1,0 0 1,-1 0 0,0 0-1,0 0 1,0 0 0,1 0-1,-1 1 1,-1 0 0,1-1 0,0 1-1,0 0 1,0 1 0,-1-1-1,1 0 1,0 1 0,-1 0-1,1 0 1,-1 0 0,1 0-1,0 0 1,-1 1 0,1-1-1,0 1 1,0 0 0,-1 0-1,1 1 1,0-1 0,0 0-1,0 1 1,0 0 0,0 0-1,1 0 1,-1 0 0,1 0 0,-1 1 1,-61 111-44,60-107 46,1 0-1,1 0 0,-1 1 1,1-1-1,1 0 1,-1 1-1,1-1 0,0 1 1,1-1-1,0 1 1,0 0-1,1-1 0,0 1 1,0-1-1,0 1 1,1-1-1,1 0 0,-1 1 1,1-1-1,0 0 0,1-1 1,-1 1-1,6 6-1,1-10-1,1 0 0,1 0-1,-1-1 1,0-1 0,0 0 0,1 0-1,-1-1 1,1-1 0,-1 0 0,0 0-1,1-1 1,-1-1 0,0 1 0,0-2-1,-1 0 1,1 0 0,-1-1-1,0 0 1,0-1 0,8-6 1,183-116-1176,-112 59-589</inkml:trace>
  <inkml:trace contextRef="#ctx0" brushRef="#br1" timeOffset="106681.191">10042 6542 28782,'0'0'1352,"0"0"-983,0 0-65,0 0 280,0 197-88,-16-51-208,-4 20-48,1 2-96,1-13-80,9-24-40,5-27-24,4-31-40,0-29-176,2-23-264,14-11-208,6-32-809,-5-17-567,-2-20-16156</inkml:trace>
  <inkml:trace contextRef="#ctx0" brushRef="#br1" timeOffset="107035.528">10140 6716 22269,'0'0'4921,"14"-23"-3342,50-73-926,-59 90-605,0 1-1,0 0 1,0 0-1,0 0 1,1 1-1,-1-1 1,1 1-1,1 1 0,-1-1 1,0 1-1,1 0 1,-1 1-1,1-1 1,0 1-1,0 1 1,0-1-1,0 1 1,0 1-1,4-1-47,-5 0 32,367-7 745,-54 21-535,-310-12-226,1 0 1,-1 0-1,1 1 1,-1 1-1,0 0 1,0 0-1,0 0 1,-1 1-1,1 1 1,-1 0-1,0 0 0,0 0 1,0 1-1,-1 0 1,0 0-1,0 1 1,-1 0-1,1 0 1,-2 1-1,1 0 1,-1 0-1,0 0 1,-1 1-1,0-1 1,0 1-1,-1 0 1,0 0-1,0 3-16,8 234 415,-13-157-315,11 385-236,-17-395-1173,-14-53-2571,-9-8-9223</inkml:trace>
  <inkml:trace contextRef="#ctx0" brushRef="#br1" timeOffset="107333.783">10248 7816 11787,'0'0'18587,"0"0"-17970,0 0-457,0 0-8,111 24 160,-16-24 56,32-24-176,-7-7-120,-12-3-72,-21 5-112,-19-15-312,-11 9-752,-13-5-2305</inkml:trace>
  <inkml:trace contextRef="#ctx0" brushRef="#br1" timeOffset="107693.101">10526 7223 30519,'0'0'760,"0"0"-280,-22-107-264,22 14 8,9-29 40,39-24-136,16-2-128,17 10-8,-5 33-272,10 11-256,-20 25-808,-16 19-2897</inkml:trace>
  <inkml:trace contextRef="#ctx0" brushRef="#br1" timeOffset="108018.967">11094 7187 30543,'0'0'648,"63"-126"-472,49-14-152,33-26-24,19 0 0,-4 20-176,-24 22-336,-40 33-385,-32 16-1751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34:48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2328 26318,'0'0'2939,"0"0"-1936,0 0-630,0 0-190,-4 39 41,-3 77 61,5 1-1,11 91-284,22 95 243,208 2466 672,-174-1551-915,-54 56 0,-24-932 0,-9-70 0,-21 45 0,39-301 0,4-13-1,0 1 1,0-1 0,0 0 0,-1 0-1,1 0 1,-1 1 0,0-1 0,0 0 0,0 0-1,-1 0 1,1-1 0,-1 1 0,1 0 0,-1 0-1,0-1 1,0 1 0,0-1 0,-1 0 0,1 1-1,0-1 1,-1 0 0,0 0 0,-1 1 0,-30-18-83,-81-179-1627,53 62-605</inkml:trace>
  <inkml:trace contextRef="#ctx0" brushRef="#br0" timeOffset="-21430.731">1510 12917 27006,'0'0'2400,"0"0"-1564,0 0-510,0 0-82,-13 17 8,6-8-203,-26 42 128,33-49-170,0-1 0,0 0 0,1 0 0,-1 1-1,0-1 1,0 0 0,1 0 0,-1 0 0,1 0 0,-1 1 0,1-1 0,-1 0 0,1 0 0,0 0 0,0 0 0,-1 0 0,1 0 0,0 0 0,0-1 0,0 1 0,0 0 0,0 0 0,0-1 0,0 1 0,0 0 0,0-1 0,0 1 0,1-1 0,-1 0 0,0 1 0,0-1 0,0 0 0,1 0 0,-1 1 0,0-1 0,0 0 0,1 0 0,-1-1 0,0 1 0,0 0 0,1 0 0,-1-1 0,0 1 0,0 0 0,0-1 0,0 1 0,1-1 0,-1 0 0,0 1 0,0-1 0,0 0 0,0 1 0,0-1 0,0 0-7,41-10 113,0-2 0,0-2 0,-2-1-1,0-2 1,-1-2 0,23-16-113,650-412 327,-406 246-271,-296 196-58,70-43-707,-2-4-1,-2-4 1,-3-2 0,31-36 709,-52 36-2426</inkml:trace>
  <inkml:trace contextRef="#ctx0" brushRef="#br0" timeOffset="-21079.784">2915 11653 21533,'-1'23'6130,"-5"733"-3064,0 906-2466,6-1622-609,2 13-33,-3-1 1,-2 0 0,-2 0 0,-3 0-1,-9 32 42,16-78-9,0-1-1,-1 1 0,0-1 1,0 0-1,0 1 0,-1-1 1,0 0-1,1-1 0,-2 1 1,1 0-1,-1-1 1,1 0-1,-1 1 0,0-2 1,-1 1-1,1 0 0,-1-1 1,1 0-1,-1 0 0,0 0 1,0-1-1,-1 1 0,1-1 1,0-1-1,-1 1 0,1-1 1,-1 0-1,1 0 1,-1 0-1,0-1 0,1 0 1,-1 0-1,0 0 0,1-1 10,-6-2 1,1 0-1,0-1 0,0 0 1,0-1-1,1 0 1,-1-1-1,1 1 0,1-2 1,-1 1-1,1-1 1,0-1-1,0 0 0,1 0 1,0 0-1,1-1 0,0 0 1,0 0-1,1 0 1,0-1-1,1 0 0,-1 0 1,2 0-1,0 0 1,-2-10-1,-10-21-3,3-1 0,0 0 0,3-1 0,2 0 0,1 0 0,3 0 1,1-40 2,4 64 7,1 0 0,0 0 0,1 0 0,1 0 0,1 1 0,1-1 0,0 2 0,1-1 0,1 1 0,1 0 0,0 1 0,1 0 0,2 0-7,-5 3 6,309-397 287,-119 167-2597,-153 182-848</inkml:trace>
  <inkml:trace contextRef="#ctx0" brushRef="#br0" timeOffset="-20741.053">3393 12637 29822,'0'0'1193,"0"0"-1041,0 0-80,140-26 32,-63-21 0,11-22-80,12-14-24,43-53-456,-27 20-937,-17 5-2896</inkml:trace>
  <inkml:trace contextRef="#ctx0" brushRef="#br0" timeOffset="-20323.909">4493 11609 29702,'-12'23'793,"-170"366"331,154-324-1081,3 2 0,2 0 0,4 2 0,2 0-1,4 1 1,3 0 0,2 1 0,4 0 0,3 0 0,3 2-43,-1-67-4,0 0 0,0 0 0,1 0 0,-1 0 0,1-1 0,0 1 0,1 0 0,-1-1 0,1 0 0,0 0 0,1 0 0,-1 0-1,1 0 1,0-1 0,0 1 0,0-1 0,1 0 0,0 0 0,0-1 0,-1 0 0,2 1 0,-1-2 0,0 1 0,1 0 0,-1-1 0,1 0 0,0-1 0,0 1 0,-1-1-1,6 0 5,10 2-1,0-1-1,0-1 0,0-1 0,1-1 0,-1-1 0,0-1 0,0-1 0,1-1 2,20-5-1,-18 3 0,1 0 0,1 2 0,-1 1 0,1 1 0,-1 1 0,1 1 0,0 1 0,0 2 0,16 2 1,-36-2 0,0 0 0,-1 0 0,1 1-1,0 0 1,-1 0 0,1 0 0,-1 0 0,0 1-1,0 0 1,0 0 0,-1 0 0,0 1-1,1 0 1,-1-1 0,-1 2 0,1-1-1,-1 0 1,0 1 0,0-1 0,-1 1-1,1 0 1,-1 0 0,-1 0 0,1 0-1,0 3 1,1 11 2,0 0 0,-1 0 0,-1 0 0,-1 0-1,-1 1 1,-1-1 0,-3 14-2,-11 31 5,-2 0 0,-3-2 0,-3 0 0,-3-2 0,-2 0-1,-28 40-4,15-28 4,-3-1 0,-4-3 0,-2-1 0,-3-3 0,-3-2-1,-3-3 1,-2-3 0,-14 7-4,72-60-23,0 0 0,0-1 0,-1 1 0,1-1 0,-1 0 0,0-1-1,0 1 1,0-1 0,0 0 0,0 0 0,0 0 0,0-1 0,-1 0 0,1 0 0,-1 0 0,1-1-1,-1 1 1,1-1 0,-1-1 0,1 1 0,-1-1 0,1 0 0,-1 0 0,1-1 0,0 1 0,0-1-1,0 0 1,-3-2 23,-4-8-142,0-1-1,0-1 0,1 0 0,1 0 0,0-1 0,1-1 1,1 1-1,0-1 0,1-1 0,-3-12 143,-60-203-5048,55 151-974,7 1-4527,6 44 8250,4 12 4742,4 8 6349,4 8-3301,17 3-1303,-22 4-4011,11 3 80,1 0 0,0 1 0,-1 0 0,0 2 0,0 0 0,0 0 0,-1 2 0,1 0 0,-1 1 0,-1 0 0,0 1 0,0 1 0,-1 0 0,0 1 0,-1 0 0,2 3-257,8 3 181,163 138 396,140 103-856,-221-197-2101,-34-42-7469</inkml:trace>
  <inkml:trace contextRef="#ctx0" brushRef="#br0" timeOffset="-20020.556">5859 11424 30390,'0'0'609,"0"0"-457,171-53-104,-73 25-32,27-13 80,-9-5 16,-10-3-112,-14-4-160,-24 3-416,11-31-241,-14 12-1415,-23 6-5834</inkml:trace>
  <inkml:trace contextRef="#ctx0" brushRef="#br0" timeOffset="-19631.417">6738 10664 20420,'0'0'6824,"0"0"-4856,0 0-1418,-12 25-54,-80 245 678,-132 605-512,203-738-1105,22-137 415,0 1-1,-1 0 1,1 0 0,0-1 0,0 1 0,0-1-1,0 1 1,0-1 0,0 1 0,0-1 0,0 0 0,0 1-1,0-1 1,0 0 0,0 0 0,0 0 0,0 1-1,0-1 1,0 0 0,0-1 0,0 1 0,0 0 0,0 0-1,0 0 1,0-1 0,0 1 0,0 0 0,0-1-1,0 1 1,0-1 0,0 1 0,0-1 0,0 1-1,0-1 1,-1 0 0,1 0 0,0 1 0,-1-1 0,1 0-1,0 0 1,-1 0 0,1 0 0,-1 1 0,1-1-1,-1-1 29,159-247-1410,-156 244 1434,0 1 0,0-1 1,0 1-1,0 0 1,1 0-1,0 1 1,0-1-1,0 1 1,0 0-1,0 0 1,1 0-1,-1 0 1,1 1-1,0 0 1,0 0-1,-1 0 1,2 1-1,-1-1 1,0 1-1,0 0 1,0 1-1,0-1 1,1 1-1,-1 0 1,2 0-25,-4 2 14,-1 0 0,1 0 1,-1 0-1,1 0 1,-1 0-1,0 1 0,0-1 1,1 0-1,-2 1 0,1 0 1,0 0-1,-1-1 1,1 1-1,-1 0 0,0 0 1,0 0-1,0 0 0,0 1 1,0-1-1,-1 0 1,1 0-1,-1 0 0,0 1 1,0-1-1,0 0 0,-1 0 1,1 0-1,-1 1 1,0 1-16,1 5 57,-5 29 35,-2-1-1,-1 0 1,-1-1 0,-3 0 0,-1 0 0,-1-1 0,-3-1 0,0 0-1,-14 17-90,-7 23 88,9-16 6,54-113-122,-14 38-19,-2-1 18,2-1-1,0 2 0,1 0 0,1 0 0,1 1 0,0 0 1,0 1-1,2 1 0,11-8 30,-26 20 2,0 1-1,0-1 1,1 0 0,-1 1-1,0-1 1,0 1 0,0-1-1,1 1 1,-1-1 0,0 1 0,1 0-1,-1 0 1,0 0 0,1 0-1,-1 0 1,0 0 0,1 0-1,-1 0 1,0 0 0,1 1 0,-1-1-1,0 0 1,0 1 0,1-1-1,-1 1 1,0 0 0,0-1-1,0 1 1,0 0 0,0 0 0,0 0-1,0 0 1,0-1 0,0 1-1,0 1 1,0-1 0,0 0-1,-1 0 1,1 0 0,0 0-1,-1 0 1,1 1 0,-1-1 0,0 0-1,1 1 1,-1-1 0,0 0-1,0 0 1,1 1 0,-1-1-1,0 0 1,-1 1 0,1-1 0,0 0-1,0 1 1,0-1 0,-1 0-1,1 1 1,-1-1 0,1 0-1,-1 0 1,1 1 0,-1-1 0,0 0-1,0 0 1,0 1-2,-3 22 24,-2 0 0,0 0 0,-1 0 0,-2-1 1,0 0-1,-1 0 0,-2-1 0,-10 15-24,-5 14 23,8-14-61,2 2-225,-2-2 1,-2 0-1,-1-1 0,-2-1 1,-1-1-1,-1-2 1,-12 10 262,3-17-4987,8-12-11276</inkml:trace>
  <inkml:trace contextRef="#ctx0" brushRef="#br0" timeOffset="-19316.817">6133 12718 28742,'0'0'912,"0"0"-552,0 0 32,-20 130 17,29-108-185,30-14-152,16-8-72,33-48-208,19-44-497,20-36-1023,-17 11-2377,-29 22-14083</inkml:trace>
  <inkml:trace contextRef="#ctx0" brushRef="#br0" timeOffset="-19084.349">7029 12179 25742,'0'0'1595,"0"0"-414,-2 21-183,0-4-880,-1 0 0,-1 0 1,0 0-1,-1 0 0,-1 0 1,-1-1-1,0 0 0,-1-1 1,0 1-1,-2-2 0,0 1-118,-105 144 80,-6-6 0,-7-5 0,-7-6 0,-5-6 0,-54 34-80,-212 130-1564,-77 24 1564,367-242 40,149-98 449,494-377 228,-58 48 99,236-120-816,-621 416 64,2 3 1,2 4-1,65-21-64,-149 61-33,1-1 0,-1 1 0,1 0-1,0 0 1,-1 0 0,1 1 0,0-1 0,0 1-1,0 1 1,0-1 0,0 0 0,0 1 0,0 0-1,0 1 1,0-1 0,0 1 0,0 0 0,0 0-1,0 0 1,0 1 0,0-1 0,-1 1 0,1 1-1,-1-1 1,1 0 0,-1 1 0,0 0-1,0 0 1,2 3 33,10 29-1627</inkml:trace>
  <inkml:trace contextRef="#ctx0" brushRef="#br0" timeOffset="-18599.461">5745 14196 30230,'0'0'553,"0"0"-344,20-26-169,199-210 32,-100 130-22,5 6 0,3 5-1,16-2-49,9 30 86,-150 67-85,0-1 0,0 1 0,1-1 0,-1 1 0,0 0 1,0 0-1,1 0 0,-1 0 0,0 0 0,0 1 0,1-1 0,-1 1 1,0-1-1,0 1 0,0 0 0,1 0 0,-1 0 0,0 0 0,0 0 0,-1 1 1,1-1-1,0 0 0,0 1 0,-1 0 0,1-1 0,-1 1 0,1 0 1,-1 0-1,1-1 0,-1 1 0,0 0 0,0 1 0,0-1 0,0 0 1,-1 0-1,1 0 0,-1 0 0,1 1 0,-1-1 0,0 0 0,1 0 1,-1 1-1,0-1 0,-1 0 0,1 1 0,0-1 0,-1 0 0,1 0-1,1 35 29,-2-1 0,-2 0 0,-1 0-1,-1 0 1,-2 0 0,-2-1 0,-5 12-29,-19 69 46,-6-1 0,-5-2 0,-5-2 0,-5-2 0,-28 38-46,-2-35 10,83-112-12,1 1-1,0 0 0,-1-1 0,1 1 0,0-1 0,-1 1 0,1-1 0,-1 1-1,1-1 1,-1 1 0,1-1 0,-1 1 0,1-1 0,-1 1 0,0-1 0,1 0 0,-1 0 0,0 1 0,1-1 0,-1 0 0,0 0 0,1 1 0,-1-1 0,0 0 0,1 0 0,-1 0 0,0 0 0,1 0 0,-1 0 0,0 0 0,0-1-1,1 1 1,-1 0 0,0 0 0,1 0 0,-1-1 0,1 1 0,-1 0 0,0-1 0,1 1 0,-1 0 0,1-1 0,-1 1 0,1-1 0,-1 1 0,1-1 0,-1 1 0,1-1 0,-1 1 0,1-1 0,0 0 0,-1 1 0,1-1-1,0 0 1,-1 1 0,1-1 0,0 0 0,0 1 0,0-1 0,0 0 0,0 1 0,0-1 0,0 0 0,0 1 0,0-1 0,0 0 0,0 0 0,0 1 0,0-1 0,1 0 3,-2-208-2265,8 77-319</inkml:trace>
  <inkml:trace contextRef="#ctx0" brushRef="#br0" timeOffset="-18241.82">6547 13154 29582,'-64'172'672,"-8"37"-255,2-2-121,9-2 120,23-22-160,19-44-176,12-47-80,7-42-136,20-50-376,6-4-881,3-36-10969</inkml:trace>
  <inkml:trace contextRef="#ctx0" brushRef="#br0" timeOffset="-18009.734">7255 13207 30783,'0'20'588,"0"1"-485,-18 189 176,-22-119 44,39-88-321,0 0-1,-1-1 1,1 1-1,-1 0 1,0-1-1,0 0 1,0 1-1,0-1 1,0 0-1,0 0 1,0 0-1,-1 0 1,1-1-1,-1 1 1,1-1 0,-1 1-1,0-1 1,1 0-1,-1 0 1,0 0-1,0 0 1,0-1-1,0 1 1,0-1-1,0 0 1,0 1-1,0-1 1,0-1-1,0 1 1,-2-1-2,0-3-24,1 0 0,0 0 0,0-1 0,0 0 0,1 1 0,-1-1 0,1-1 0,0 1 0,1 0 0,-1-1 0,1 1 0,0-1 0,1 0 0,-1 0 0,1 0 0,0 0 0,1 0 0,-1 0 0,1 0 0,0 0 0,1 0 0,0 0 24,-2 0-26,-1-21-144,1-1 0,2 1 1,0-1-1,2 1 0,1-1 0,1 1 0,1 0 1,1 1-1,2 0 0,1 0 0,0 0 0,15-22 170,-17 31 0,2 1-1,0 0 1,0 1 0,2 0-1,0 1 1,0 0-1,2 1 1,-1 1-1,2 0 1,-1 0-1,2 1 1,0 1 0,0 1-1,0 1 1,1 0-1,0 1 1,1 0-1,2 1 1,-15 5 49,0 0 0,1 1 0,-1-1 0,1 1 0,-1 0 0,0 1 0,1 0-1,-1-1 1,0 1 0,0 1 0,1-1 0,-1 1 0,0 0 0,0 0 0,-1 1 0,1-1-1,0 1 1,-1 0 0,0 1 0,1-1 0,-1 1 0,-1-1 0,1 1 0,0 0 0,-1 1-1,3 3-48,49 139 775,-45-77-541,-3-1 0,-3 1-1,-3 0 1,-8 65-234,6-117-4,-1 0-1,-1 0 1,0-1-1,-1 1 1,-1-1-1,0 1 1,-2-2-1,0 1 1,0-1-1,-2 0 1,0 0 0,-1-1-1,0-1 1,-1 1-1,-1-2 1,0 0-1,-1 0 1,-6 4 4,-203 130-2726,105-89-2342</inkml:trace>
  <inkml:trace contextRef="#ctx0" brushRef="#br0" timeOffset="-17630.568">2816 15255 30647,'0'0'640,"167"-69"-440,24 43-104,56 4 80,38 13 152,29 3 152,17-6-280,28-8-200,27-11 0,19-17 0,16-5 0,0 4 0,-18-3 0,-23-1 0,-30 2 0,-27-2 0,-89 15-992,-63 6-2225</inkml:trace>
  <inkml:trace contextRef="#ctx0" brushRef="#br0" timeOffset="-7820.215">12161 8954 29606,'-82'113'1761,"-7"40"-1537,-17 57-144,3 38 24,-13 36 200,-31 59 8,-39 70-128,-44 62-80,-42 56-56,-26 43-40,-11 16 24,-2 7-32,13-9 0,30-29 0,38-45-192,44-70-392,67-134-936,38-103-3097</inkml:trace>
  <inkml:trace contextRef="#ctx0" brushRef="#br0" timeOffset="-7485.408">13096 11235 30711,'-111'106'680,"-25"26"-416,-29 24-128,8-6 128,14-12 32,12-2-128,14-6-112,25-25-56,31-30-16,28-28-264,33-37-240,0-8-656,24-4-4578</inkml:trace>
  <inkml:trace contextRef="#ctx0" brushRef="#br0" timeOffset="-7144.474">13127 12138 27998,'-16'17'530,"-123"131"2227,-169 196-2331,259-288-460,3 2-1,3 3 1,3 1 0,2 1 0,3 3-1,-17 46 35,49-95-764,23-48 259,-8 12 415,85-135-1657,6 6 0,103-111 1747,-197 248-10,-3 3 77,1 0-1,0 0 1,0 1 0,0 0-1,1 0 1,0 1 0,0 0-1,0 0 1,1 1 0,0 0-1,0 0 1,1 1 0,-1 1-1,1-1-66,-7 4 61,0 0 0,0 0 0,0 0 0,0 0 1,0 0-1,0 1 0,0-1 0,0 1 0,0 0 0,0 0 0,-1 0 0,1 0 0,0 0 0,0 1 0,-1-1 0,1 1 0,-1 0 0,0-1 0,1 1 1,-1 0-1,0 1 0,0-1 0,0 0 0,0 1 0,-1-1 0,1 1 0,-1-1 0,1 1 0,-1 0 0,0 0 0,0-1 0,0 1 0,0 0 0,-1 0 0,1 0 1,-1 0-1,0 0 0,0 3-61,9 43 301,-2 0-1,-3 1 1,-1-1 0,-3 1 0,-5 36-301,-94 721 1212,109-782-1428,22-67-167,55-108-631,-26 30-2970,16-40-10268</inkml:trace>
  <inkml:trace contextRef="#ctx0" brushRef="#br0" timeOffset="-5965.998">14256 10876 29838,'0'0'623,"-1"19"-189,0 6-325,-1 0 0,-2-1 1,0 0-1,-2 1 0,0-2 1,-2 1-1,-1 1-109,-31 69-72,-4-1-1,-4-2 1,-3-2 0,-29 31 72,52-81-619,-3-2 0,0-1 0,-3-2 0,-1-1 1,-1-1-1,-32 19 619,61-46-83,1-2 124,-1 1 1,1 0 0,0 0-1,0 0 1,0 1 0,1 0 0,-1 0-1,1 0 1,0 1 0,1 0 0,-1 0-1,1 0 1,1 0 0,-1 1-1,1-1 1,0 1 0,0 0 0,1 0-1,-1 2-41,-1 141 2409,3-146-2385,1 0 0,-1 0 1,1-1-1,0 1 0,1 0 0,-1 0 1,1 0-1,-1-1 0,1 1 0,0 0 0,0-1 1,1 1-1,-1 0 0,1-1 0,0 0 1,0 1-1,0-1 0,0 0 0,1 0 1,-1 0-1,1 0 0,0-1 0,-1 1 1,1-1-1,0 0 0,1 1 0,-1-1 0,0-1 1,1 1-1,-1 0 0,1-1 0,-1 0 1,1 0-1,0 0 0,2 0-24,13-2-7,1-2 0,-1 0 1,0-1-1,0-1 0,0-1 0,-1 0 0,1-2 1,-2 0-1,1-1 0,-1-1 0,0 0 0,-1-1 1,-1-1-1,0-1 0,0 0 0,4-6 7,15-8-70,30-24-50,166-112-269,-228 162 384,0-1 0,1-1 0,-1 1 0,1 0 0,0 0 0,0 0-1,0 0 1,0 1 0,1-1 0,-1 1 0,0 0 0,1-1 0,-1 2-1,1-1 1,-1 0 0,1 1 0,-1 0 0,1-1 0,-1 1 0,1 1-1,-1-1 1,1 0 0,0 1 0,-1 0 0,0 0 0,1 0-1,-1 0 1,0 1 0,1-1 0,-1 1 0,0 0 0,0-1 0,2 3 5,3 94-15,-20-14 103,-4 0 0,-3-2 1,-4 0-1,-4-1 0,-3-1 0,-25 46-88,-226 456 776,168-358-377,81-138-184,38-80-167,39-29-47,142-170-206,-148 146 137,405-471-784,-313 395 772,-131 122 81,1 1-1,0-1 1,-1 1 0,1-1 0,0 1 0,0 0-1,-1-1 1,1 1 0,0 0 0,0 0 0,0 0 0,0-1-1,-1 1 1,1 0 0,0 0 0,0 0 0,0 0-1,0 1 1,-1-1 0,1 0 0,0 0 0,0 0 0,0 1-1,0-1 1,-1 0 0,1 1 0,0-1 0,0 1-1,-1-1 1,1 1 0,0-1 0,-1 1 0,1-1 0,-1 1-1,1 0 1,-1-1 0,1 1 0,-1 0 0,1 0-1,-1-1 1,0 1 0,1 0 0,-1 0 0,0-1 0,1 1-1,-1 0 1,0 0 0,0 0 0,0 0 0,0-1-1,0 1 1,0 0 0,0 0 0,0 0 0,0 0 0,0-1-1,-1 1 1,1 0 0,0 0 0,-1 0 0,1-1-1,0 1 1,-1 0 0,1 0 0,-1-1 0,1 1 0,-1 0-1,1-1 1,-1 1 0,0 0-1,-3 34 72,-1-1 0,-3 1 0,0-1 0,-3 0 0,0-1 0,-8 12-72,-348 838 763,324-755-763,43-128 0,0-1 0,1 1 0,-1-1 0,0 1 0,1 0 0,-1-1 0,1 1 0,-1 0 0,1 0 0,-1-1 0,1 1 0,-1 0 0,1 0 0,-1 0 0,1-1 0,-1 1 0,1 0 0,-1 0 0,1 0 0,-1 0 0,1 0 0,0 0 0,-1 0 0,1 0 0,-1 0 0,1 1 0,-1-1 0,1 0 0,-1 0 0,1 0 0,-1 1 0,1-1 0,-1 0 0,1 0 0,-1 1 0,0-1 0,1 0 0,-1 1 0,1-1 0,-1 1 0,0-1 0,1 0 0,-1 1 0,0-1 0,1 1 0,-1-1 0,0 1 0,0-1 0,0 1 0,1-1 0,-1 1 0,0-1 0,0 1 0,0-1 0,0 1 0,0-1 0,0 1 0,0 0 0,0-1 0,0 1 0,0-1 0,0 1 0,-1-1 0,1 1 0,16-12 0,-1 0 0,-1-1 0,0-1 0,-1 0 0,0-1 0,-1 0 0,0-1 0,2-6 0,9-8 0,194-269-23,-14-9 1,113-237 22,-237 390-395,-73 134 69,-1 0-1,-1 0 1,-1-1-1,0 1 1,-2-1-1,0 0 1,-1 0 0,-2-10 326,1-21-1715,2-1-1663,3-1 0,3 1-1,1 1 1,3 0 0,7-18 3378,89-243-7819,-56 212 9840,12 4 4556,-59 92-6476,98-126 15411,-76 104-14184,1 7-446,-15 27-244,-32 129 539,14-116-1069,-35 117 387,19-69-288,2 0 0,4 1 0,-4 43-207,18-96 1,2 1 0,0-1-1,1 0 1,0 1 0,2-1 0,-1 0 0,2 0-1,1 0 1,0-1 0,0 1 0,2-1 0,0-1-1,0 1 1,2-1 0,0 0 0,0-1 0,1 0-1,1-1 1,0 0 0,7 6-1,331 290 0,-341-300 0,0-1 0,0 1 0,0 1 0,-1-1 0,-1 1 0,1 1 0,-1-1 0,-1 1 0,0 0 0,0 0 0,-1 0 0,0 1 0,-1 0 0,0 0 0,-1 0 0,0 0 0,-1 0 0,0 0 0,-1 0 0,0 0 0,0 1 0,-1-1 0,-1 0 0,0 0 0,-1 0 0,0 0 0,0-1 0,-2 3 0,-13 16 0,-1 0 0,-1-1 0,-1-1 0,-2-2 0,-1 0 0,-21 17 0,29-26 0,-104 95-39,-4-6 1,-4-5-1,-55 27 39,179-125-1,-23 18-9,-2-2 0,0-1 0,-1-1 0,-1-2 0,-18 6 10,47-19-2,0-1 0,0 1 0,0 0 0,0-1 0,-1 1 0,1-1-1,0 0 1,-1 0 0,1 1 0,0-2 0,-1 1 0,1 0 0,0 0 0,0-1 0,-1 1-1,1-1 1,0 0 0,0 0 0,0 0 0,0 0 0,0 0 0,0 0 0,0 0 0,0-1-1,0 1 1,1-1 0,-1 1 0,0-1 0,1 0 0,-1 1 0,1-1 0,0 0 0,0 0-1,-1 0 1,1 0 0,1 0 0,-1-1 0,0 1 0,0 0 0,1 0 0,-1-2 2,-5-20-98,2 0-1,0 0 1,1-1 0,1 0 0,2 0 0,0 1 0,2-1 0,1 0 0,1-2 98,4-17-192,1 0 1,2 0-1,2 1 1,2 1 0,2 1-1,2 0 1,1 1-1,3 1 1,20-28 191,-37 59 64,0 0 0,0 0 0,0 1 0,1 0 0,0 0 1,1 1-1,0 0 0,-1 0 0,2 1 0,-1 0 0,1 0 1,-1 1-1,1 0 0,1 1 0,-1 0 0,0 0 0,1 1 0,-1 0 1,1 1-1,0 0 0,0 0 0,-1 1 0,1 1 0,0-1 0,0 2 1,-1-1-1,1 1 0,-1 1 0,0 0 0,1 0 0,-1 0 1,0 2-1,-1-1 0,1 1 0,-1 0 0,0 0 0,0 1 0,0 1 1,1 1-65,79 125 376,38 42-650,-88-140-657,2-2-1,2-1 1,1-3-1,22 12 932,49 13-9702</inkml:trace>
  <inkml:trace contextRef="#ctx0" brushRef="#br0" timeOffset="-5204.278">17215 10546 15859,'0'0'11788,"0"0"-9079,0 0-2474,0 0 27,10 30 114,57 276 413,3 281-353,-52-535-584,-17-52 138,0 1 0,1 0 1,-1-1-1,0 1 0,0-1 0,1 1 0,-1-1 0,0 0 0,0 0 0,1 1 0,-1-1 0,0 0 0,1 0 0,-1 0 0,0 0 0,1-1 0,-1 1 0,0 0 0,1 0 0,-1-1 0,0 1 0,0-1 0,1 1 0,-1-1 0,0 1 0,0-1 0,0 0 0,0 0 0,0 0 0,0 1 0,0-1 0,0 0 0,0 0 0,0 0 0,-1 0 0,1-1 0,0 1 0,-1 0 0,1 0 0,0 0 0,-1-1 0,0 1 0,1-1 10,132-213-324,-105 170 257,-1-2-20,3 1 0,1 2 0,3 0 0,1 3 0,9-6 87,-31 35 4,1 0-1,1 1 1,0 1 0,0 1 0,1 0 0,0 1 0,0 0 0,1 2 0,0 0 0,0 0 0,1 2 0,-1 0-1,1 1 1,17 0-4,-32 4 14,0 0-1,0 0 1,-1 0-1,1 1 1,0-1-1,0 1 1,-1 0-1,1-1 0,-1 1 1,1 1-1,-1-1 1,0 0-1,0 0 1,0 1-1,0-1 1,0 1-1,0 0 1,-1-1-1,0 1 0,1 0 1,-1 0-1,0 0 1,0 0-1,0 0 1,-1 0-1,1 0 1,-1 0-1,0 1 1,0-1-1,0 0 0,0 0 1,0 0-1,-1 0 1,1 0-1,-1 0 1,0 0-1,0 0 1,0 0-1,0 0 1,-1 0-1,1 0 0,-1 0 1,0-1-1,-1 3-13,-82 158 135,34-71-133,11-16-53,-4-1-1,-3-3 1,-38 45 51,76-107-40,6-5 16,-1 0 1,1 0-1,-1-1 1,-1 1 0,1-1-1,0 0 1,-1 0-1,0 0 1,0-1 0,0 0-1,0 0 1,-1 0-1,1-1 1,-4 2 23,6-9-245,4 1 212,-1-1 0,1 0 0,0 1 0,1-1 0,-1 1 0,1 0 0,0-1 0,0 1 0,0 0 0,1 0 0,0 0 0,-1 0 0,1 1 0,1-1 0,-1 1 0,0-1 0,1 1 0,-1 0 0,1 1 0,0-1 0,0 1 0,0-1 0,1 1 0,-1 1 0,0-1 0,1 0 0,-1 1 0,1 0 0,0 0 0,-1 0 0,1 1 0,0 0 0,0 0 33,-3 0 15,0 1-1,0 0 0,0 0 1,0 0-1,0 0 1,-1 0-1,1 0 0,0 0 1,0 1-1,-1-1 0,1 1 1,-1-1-1,1 1 0,-1 0 1,0 0-1,1-1 1,-1 1-1,0 0 0,0 0 1,0 0-1,-1 0 0,1 0 1,0 0-1,-1 0 0,0 1 1,1-1-1,-1 0 1,0 0-1,0 0 0,0 1 1,0-1-1,-1 2-14,-3 79 462,-3-54-398,-1-1 0,-1 0 0,-2 0 0,0-1 1,-2 0-1,-7 9-64,-45 110-634,54-112 293,-1-1 0,-2-1 0,-1 0 0,-1-1 0,-2 0 0,-1-1 0,-1-2 0,-22 25 341,-123 125 1281,166-179-1267,-1 1 1,0 0 0,1 0 0,-1 0-1,0-1 1,1 1 0,-1 0 0,1 0-1,-1 0 1,0 0 0,1 0 0,-1 0 0,0 0-1,1 0 1,-1 0 0,1 0 0,-1 0-1,0 0 1,1 0 0,-1 0 0,1 0-1,-1 0 1,0 1 0,1-1 0,-1 0 0,0 0-1,1 0 1,-1 0 0,0 1 0,1-1-1,-1 0 1,0 1 0,1-1 0,-1 0-1,0 0 1,0 1 0,0-1 0,1 0 0,-1 1-1,0-1 1,0 0 0,0 1 0,0-1-1,1 1 1,-1-1 0,0 0 0,0 1-1,0-1 1,0 1 0,0-1 0,0 0 0,0 1-1,0-1 1,0 1-15,206-146 947,-43 30-658,-45 34-586,-4-5 0,60-61 297,-75 27-4503,-54 28-7706,-27 35 3599</inkml:trace>
  <inkml:trace contextRef="#ctx0" brushRef="#br0" timeOffset="-4817.458">18232 11619 9922,'0'0'6483,"-7"19"3624,-60 187-5272,-28 152-4835,50-172-9,-7-2-1,-60 134 10,109-307 2,0 0 1,-1-1-1,0 1 1,-1-1-1,0 0 1,-1 0-1,0 0 1,0-1-1,-1 0 1,0 0-1,-1-1 1,1 0-1,-2 0 1,1-1-1,-1 0 1,0 0-1,-1-1 0,1-1 1,-1 1-1,-4 0-2,13-6 1,-1-1 0,1 1 0,0 0 0,0-1-1,0 0 1,0 1 0,0-1 0,-1 0 0,1 1-1,0-1 1,0 0 0,1 0 0,-1 0 0,0 0-1,0 0 1,0 0 0,1 0 0,-1 0 0,0 0-1,1-1 1,-1 1 0,1 0 0,-1 0 0,1 0-1,0-1 1,0 1 0,-1 0 0,1 0 0,0-1-1,0 1 1,0 0 0,0-1 0,0 1 0,1 0-1,-1 0 1,0-1 0,1 1 0,-1 0 0,1 0-1,-1-1 1,1 1 0,-1 0 0,1 0 0,0 0-2,0-7 2,6-26-12,2 1-1,1 0 1,1 1-1,2 0 1,1 1-1,2 1 0,1 0 1,1 1-1,16-18 12,-20 22 4,2 1 0,1 1 0,1 0 0,1 1 0,1 2 0,0 0 0,2 1 0,0 0 0,1 2 0,1 1 0,1 1 0,0 1 0,0 1 0,2 2 0,-1 0 0,12-1-4,-35 11 3,1 0 0,-1 0 0,1 1 0,0 0 0,-1-1 0,1 1 0,-1 0 0,1 1 0,0-1 0,-1 1 0,1 0 0,-1 0 0,1 0 0,-1 0 0,1 0 0,-1 1 0,0 0 0,0-1 0,0 1 0,0 0-1,0 1 1,0-1 0,0 0 0,-1 1 0,1 0 0,-1-1 0,0 1 0,1 0 0,-2 0 0,1 1 0,0-1 0,0 0 0,-1 0 0,0 1 0,0-1 0,0 1 0,0-1 0,0 1 0,-1 0 0,0-1 0,1 1 0,-1 0 0,-1-1-1,1 1 1,0-1 0,-2 4-3,5 99 28,-4 1 0,-5-1 0,-5 0 0,-5-1-28,-12 139 26,27-131 525,2-112-543,0 1 1,0-1-1,0 0 1,0 1 0,0-1-1,0 0 1,0 0 0,0 0-1,0 0 1,1 0 0,-1 0-1,1 0 1,-1 0-1,0 0 1,1-1 0,-1 1-1,1-1 1,0 1 0,-1-1-1,1 1 1,-1-1 0,1 0-1,0 0 1,-1 0-1,1 0 1,0 0 0,-1 0-1,1 0 1,-1 0 0,1-1-1,0 1 1,-1-1-1,1 1 1,-1-1 0,1 0-1,-1 1 1,0-1 0,1 0-1,-1 0 1,1 0-9,22-13 33,-1-1 0,-1-1 0,-1 0 0,0-2 0,-1 0 0,12-15-33,-17 18 6,104-102-272,-6-6 0,90-128 266,-135 141-1923,-53 75-1347</inkml:trace>
  <inkml:trace contextRef="#ctx0" brushRef="#br0" timeOffset="-4475.417">19628 13051 30382,'0'0'1145,"0"0"-1001,0 0-144,0 0-688,0 0-2849</inkml:trace>
  <inkml:trace contextRef="#ctx0" brushRef="#br0" timeOffset="-4120.014">23710 9033 28846,'0'0'1144,"-90"203"-792,-29 48 81,-43 82-17,-37 68-56,-31 48-32,-11 11-48,-29 37-88,-30 26-104,-25 0-48,-4-7-32,12-12-8,29-29-40,43-27-184,37-44-400,67-120-1241,41-79-10889</inkml:trace>
  <inkml:trace contextRef="#ctx0" brushRef="#br0" timeOffset="-47246.761">2431 2849 16828,'0'0'11011,"0"0"-8237,0 0-2379,0 0-122,20-13 59,209-101 245,-167 89-536,0 3 1,2 2 0,0 4 0,1 2-1,0 3 1,1 2 0,0 4 0,0 3-1,0 2 1,0 3 0,0 3 0,0 4-1,34 9-41,-52-3 6,0 1-1,-2 3 0,0 2 1,-1 2-1,-2 1 0,0 3 1,11 11-6,-32-22 0,-1 1-1,-1 1 1,0 1 0,-2 0 0,0 1 0,-1 1-1,-2 1 1,0 1 0,-1 0 0,-2 0 0,0 1-1,-2 1 1,0 0 0,0 7 0,-3 3 0,-2 1 0,-1 0 0,-2 0 0,-2 0 0,-1 0 0,-1 1 0,-3-2 0,-1 1 0,-1 0 0,-2-1 0,-2-1 0,-10 23 0,-16 32 0,-5-2 0,-3-2 0,-4-2 0,-18 19 0,-140 187 0,-139 142 0,164-214-8,-10-8 0,-8-9 0,-208 160 8,206-227-316,200-133 298,0 1 1,0 0-1,0-1 0,-1 1 1,1-1-1,0 0 1,-1 1-1,1-1 0,-1 0 1,0-1-1,1 1 1,-1 0-1,0-1 0,1 1 1,-1-1-1,0 0 1,0 0-1,1 0 0,-1-1 1,0 1-1,0 0 1,1-1-1,-1 0 0,1 0 1,-1 0-1,0 0 0,1 0 1,0 0-1,-1 0 1,1-1-1,0 1 0,-1-1 1,1 0-1,0 0 1,0 0-1,1 0 0,-1 0 1,0 0-1,1 0 1,-1-1-1,1 1 0,0 0 1,-1-1-1,1 1 1,0-1-1,1 0 0,-1 1 1,0-1-1,1 0 0,0 1 1,-1-1-1,1 0 1,0 0-1,0 0 18,-23-139-1418,14 34-2392,4-33-9003</inkml:trace>
  <inkml:trace contextRef="#ctx0" brushRef="#br0" timeOffset="-46758.321">2650 3545 29606,'-28'190'800,"-7"-1"0,-22 46-800,-9 46 311,-237 1441 695,1-404-946,206-1000-113,52-213-401,43-116-23,12-147-2595,0 53-586</inkml:trace>
  <inkml:trace contextRef="#ctx0" brushRef="#br0" timeOffset="-46757.321">2584 5968 25645,'0'0'4930,"70"100"-4306,-6-7-176,12 27-16,14 28-48,7 2-80,-16-28-304,-15-29 0,-18-36 0,0-7 0,9 7 0,13 8 0,11 12-16,22 20-688,-17-19-840,-23-18-2681</inkml:trace>
  <inkml:trace contextRef="#ctx0" brushRef="#br0" timeOffset="-46150.406">6464 5220 26510,'0'0'3400,"0"0"-2357,0 0-696,-4-19-99,-12-129 427,15-134-272,1 271-403,0 0 1,-1 0 0,0 0 0,0 0-1,-1 0 1,-1 0 0,0 0 0,0 1-1,-1-1 1,0 1 0,-1 0 0,0 0-1,-1 1 1,0 0 0,0 0-1,-1 0 1,0 0 0,-1 1 0,0 1-1,0-1 1,-1 1 0,1 1 0,-2-1-1,1 1 1,-1 1 0,1 0 0,-4-1-1,-7 1-4,0 0 1,-1 1 0,1 1-1,-1 1 1,0 1 0,0 1-1,1 1 1,-1 0 0,0 2-1,1 0 1,-1 2 0,1 0-1,0 1 1,1 1 0,0 1-1,-2 1 4,-17 10-2,0 1-1,2 2 1,0 1-1,1 2 1,2 2-1,1 0 1,-16 20 2,-8 15 2,3 4 0,2 1 0,4 2 0,3 3-1,3 1 1,3 2 0,4 2 0,2 1 0,5 2 0,3 0 0,3 2 0,4 0 0,3 1 0,0 61-2,9-112 7,3 0 1,0 0-1,2 0 1,1 1-1,2-1 1,1-1-1,2 1 1,0 0-1,3-1 1,0-1-1,2 0 1,1 0-1,2-1 1,1 0-1,1-1 1,1-1-1,1-1 1,2 0-1,0-2 1,2 0-1,0-1 1,17 12-8,-19-22 0,0-2 0,1 1 0,1-2 0,-1-1 0,2-1 0,-1-1 0,1 0 0,0-2 0,0-1 0,1-1 0,-1 0 0,1-2 0,-1-1 0,1-1 0,-1-1 0,1-1 0,-1-1 0,0-1 0,0-1 0,0-1 0,-1-1 0,19-9 0,8-10 0,-2-1 0,0-3 0,-2-2 0,-2-1 0,0-3 0,-3-1 0,-1-2 0,-3-1 0,0-3 0,-3 0 0,-2-2 0,-2-2 0,-2 0 0,-2-2 0,-3-1 0,-1-1 0,-3 0 0,-2-1 0,-3-1 0,-1-1 0,-4 0 0,-1 0 0,-3-1 0,-3-16 0,0 34-176,-2 1 0,-2 0 1,-1 0-1,-2 0 0,-1 0 0,-7-16 176,-13-20-4962,0 9-13034</inkml:trace>
  <inkml:trace contextRef="#ctx0" brushRef="#br0" timeOffset="-45584.149">9885 3354 2569,'0'0'22490,"0"-1"-18804,-11-17-2397,-43-62-906,50 76-355,0 0-1,0 1 1,0-1 0,-1 1-1,1 0 1,-1 0 0,0 1-1,0 0 1,0-1 0,0 2-1,0-1 1,-1 1 0,1-1-1,0 1 1,-1 1 0,1-1-1,-1 1 1,1 0 0,0 0-1,-1 0 1,1 1 0,-1 0-1,1 0 1,0 1 0,-1-1-1,1 1 1,-3 2-28,-123 62 271,-51 82-54,68-44-161,5 5 0,4 4 0,6 5 0,5 5 0,6 3 0,5 4 0,5 3 0,7 4-1,6 2 1,6 3 0,6 3 0,6 2 0,7 2 0,7 1 0,6 2 0,-4 112-56,27-209 28,3 0 0,3-1 1,2 1-1,3 7-28,-5-47 5,1 0 0,1 0 0,0-1 0,1 1 0,0-1 0,1 0 1,1-1-1,0 1 0,1-1 0,0-1 0,1 1 0,1-2 0,0 1 0,0-1 1,1-1-1,10 8-5,-4-7 2,2-2 0,0 1 0,0-2-1,0-1 1,1 0 0,0-1 0,1-1 0,-1-2 0,1 1 0,0-2 0,-1-1 0,1-1 0,18-2-2,2 2 0,1-2 0,-1-3 0,0 0 0,-1-3 0,1-2 0,-1-1 0,-1-2 0,34-16 0,14-12-1,-2-3 1,-2-5-1,-2-3 0,-3-3 1,-2-4-1,-2-3 0,-3-3 1,-4-3-1,-2-3 0,25-39 1,-66 78-268,0-1 0,-3-2 0,0 0 0,-3-1 0,-1-1 0,-1-1 0,-3 0 0,-1-1 0,4-25 268,-6-25-2174</inkml:trace>
  <inkml:trace contextRef="#ctx0" brushRef="#br0" timeOffset="-45216.148">8699 5094 28462,'24'4'2334,"55"5"-2225,0-3 0,0-3 0,1-4 1,-1-3-1,0-4 0,-1-3 0,52-16-109,102-42 184,-4-10 0,207-104-184,-372 163 8,-63 20-7,1 0 0,0-1 0,0 1 0,0 0 0,0 0 1,0 0-1,0 0 0,-1 0 0,1 0 0,0 1 0,0-1 0,0 0 0,0 0 0,0 1 0,-1-1 0,1 0 0,0 1 0,0-1 0,0 1 0,-1-1 0,1 1 0,0-1 0,-1 1 1,1 0-1,0-1 0,-1 1 0,1 0 0,-1-1 0,1 1 0,-1 0 0,0 0 0,1 0 0,-1-1 0,0 1 0,1 0 0,-1 0 0,0 0 0,0 0 0,0 0 0,0 0 0,0-1 1,0 1-1,0 0 0,0 0 0,0 0 0,0 0 0,0 0 0,0 0 0,-1-1 0,1 1 0,0 0 0,-1 0 0,1 0-1,-24 231 564,-134 1109-353,79-455-211,39-677-1132,19-154-1233</inkml:trace>
  <inkml:trace contextRef="#ctx0" brushRef="#br0" timeOffset="-44879.747">1574 8021 30543,'0'0'582,"41"-17"-363,167-59-128,55 30-45,63 14 68,1802-83 1062,-655 47-1180,1634-171 4,-2576 194 0,-44 9-2,436-46-871,-753 55-3501</inkml:trace>
  <inkml:trace contextRef="#ctx0" brushRef="#br0" timeOffset="383.587">1723 2636 27382,'636'-46'3116,"311"-74"-3116,-811 101 193,682-98 190,1102-149 448,306 64-831,-185 176 46,-735 132-1828,-1238-99 1290,101 11-3612</inkml:trace>
  <inkml:trace contextRef="#ctx0" brushRef="#br0" timeOffset="754.434">12090 1902 29470,'0'23'638,"11"1176"1554,-15-456-1725,-44 149-467,-110 666 0,68-578 0,86-806-1459,4-153-1131</inkml:trace>
  <inkml:trace contextRef="#ctx0" brushRef="#br0" timeOffset="10020.868">6492 7722 29654,'0'0'1133,"0"0"-776,0 0-276,0 0 5,25-3 72,163-20 129,-179 22-280,-3 0-5,0-1-1,0 1 1,1 0 0,-1 1-1,0 0 1,1 0 0,-1 0-1,1 1 1,-1 0 0,0 0 0,0 0-1,0 1 1,1 0 0,-2 0-1,1 1 1,0 0 0,0 0-1,-1 0 1,1 0 0,-1 1-1,0 0 1,0 0 0,-1 1-1,1-1 1,-1 1 0,3 4-2,-2 5-11,-1 0 1,0 0-1,-1 0 0,-1 0 1,-1 0-1,0 0 1,0 1-1,-1-1 1,-1 0-1,-1 1 0,0-1 1,0 0-1,-2 0 1,-1 4 10,-20 52-49,-2-1 0,-4-1 0,-3-1 0,-2-2 0,-3-2 0,-3-2 0,-17 17 49,3-4-25,-3-3 0,-4-2 0,-2-3 0,-3-3 0,-39 27 25,65-63 0,42-28 0,0 1 0,0 0 1,1-1-1,-1 1 0,0-1 0,0 1 1,0 0-1,0-1 0,0 1 1,0-1-1,0 1 0,0 0 1,0-1-1,0 1 0,0-1 1,0 1-1,0 0 0,0-1 0,0 1 1,-1-1-1,1 1 0,0 0 1,0-1-1,0 1 0,-1 0 1,1-1-1,0 1 0,0 0 0,-1-1 1,1 1-1,0 0 0,0 0 1,-1-1-1,1 1 0,0 0 1,-1 0-1,1 0 0,-1-1 0,1 1 1,0 0-1,-1 0 0,1 0 1,0 0-1,-1 0 0,153-158-35,-28 45-107,5 6-1,4 6 0,110-62 143,-229 154-2,1 0 0,0 1 0,1 1 0,0 0 0,0 1 0,0 1 0,1 0 0,10 0 2,-24 4 2,0 1 0,0 0 0,0 0 0,0 0 0,0 0 0,-1 1 0,1-1 1,0 1-1,0 0 0,0-1 0,0 1 0,-1 1 0,1-1 0,0 0 0,-1 1 0,1-1 0,-1 1 0,0 0 0,1 0 0,-1 0 0,0 0 0,0 0 0,0 0 0,0 0 0,-1 1 0,1-1 0,-1 1 0,1-1 0,-1 1 0,0 0 0,0 0 0,0-1 0,0 1 0,-1 0 1,1 0-1,-1 1-2,6 22 13,-1-1 0,-2 1 0,-1 0 0,-1 0 1,0 0-1,-3 0 0,0-1 0,-1 1 0,-2 2-13,-19 62 50,-4-1-1,-4-1 0,-3-2 1,-5-2-1,-3-1 0,-3-2 1,-40 50-50,-44 68 38,100-159-43,21-40-16,42-123-1217,1 27-1377</inkml:trace>
  <inkml:trace contextRef="#ctx0" brushRef="#br0" timeOffset="10446.63">7847 7791 29718,'-9'815'2360,"15"-682"-2071,-5-131-287,1 1 1,0-1-1,0 0 0,0 0 1,0 0-1,0-1 0,0 1 1,0 0-1,1-1 0,-1 1 1,1-1-1,-1 0 0,1 0 1,0 0-1,-1 0 1,1-1-1,0 1 0,-1-1 1,1 1-1,0-1 0,0 0 1,0 0-1,-1 0 0,1 0 1,0-1-1,0 1 0,0-1 1,-1 0-1,1 0 0,0 0 1,-1 0-1,1 0 1,-1 0-1,1-1 0,-1 1 1,0-1-1,0 1 0,1-1-2,12-13 3,1 1 0,-2-2 0,0 0 0,-1-1 0,-1 0 0,0-1 0,-2 0 0,0-1 0,4-9-3,181-423-293,-103 222 31,-18 85-19,-74 142 280,1 0-1,0 0 1,-1 1 0,1-1 0,0 0 0,0 1 0,0-1-1,0 1 1,0 0 0,1-1 0,-1 1 0,0 0 0,0-1 0,1 1-1,-1 0 1,1 0 0,-1 0 0,1 0 0,0 1 0,-1-1-1,1 0 1,0 1 0,-1-1 0,1 1 0,0-1 0,0 1-1,0 0 1,-1 0 0,1 0 0,0 0 0,0 0 0,0 0-1,-1 0 1,1 1 0,0-1 0,0 1 0,-1-1 0,1 1 0,0 0-1,-1 0 1,1-1 0,0 1 0,-1 0 0,1 0 0,-1 1-1,0-1 1,1 0 0,-1 0 0,0 1 0,0-1 0,0 1-1,0-1 1,0 1 0,0-1 1,7 22 8,-2 0-1,0 1 1,-1-1-1,-2 1 1,0 0-1,-1 0 1,-2 8-8,2 13 20,39 521 288,-37-541-281,0 1 0,2-1 0,0 0 0,2 0 0,1-1 0,1 0 0,1 1-27,-7-20 9,-1-1 1,1 0 0,0 0 0,0 0 0,0-1 0,1 1 0,-1-1 0,1 0 0,0 0 0,0 0 0,0-1 0,0 0 0,0 0 0,0 0 0,0-1 0,1 0 0,-1 0 0,1 0 0,-1 0 0,1-1 0,-1 0 0,1 0 0,0-1-1,-1 1 1,1-1 0,-1 0 0,0-1 0,1 1 0,-1-1 0,0 0 0,0-1 0,0 1 0,0-1 0,-1 0 0,1 0 0,-1 0 0,1-1 0,-1 0 0,0 0 0,0 0 0,-1 0 0,1 0 0,1-4-10,31-29 19,-2-1 1,-2-2-1,-1-1 1,-2-2-1,-2-1 1,5-15-20,20-33 0,-4-2 1,-5-3-1,-3-1 0,-5-1 1,-4-3-1,-5 0 0,-4-2 1,5-80-1,-25 171-73,-1 0 0,-1 0 0,0-1 0,0 1 0,-2 0 0,1 0 0,-2 0 1,0 1-1,0-1 0,-4-7 73,-30-34-3786,-4 14-8070</inkml:trace>
  <inkml:trace contextRef="#ctx0" brushRef="#br0" timeOffset="-38621.98">14469 4188 16892,'46'-130'10143,"-35"105"-9784,1 2-1,2-1 1,0 2 0,1 0 0,1 1 0,19-20-359,39-32 283,3 3 0,3 3 1,4 3-1,77-43-283,-39 34 77,4 5 0,2 6 0,3 5 1,3 7-1,1 5 0,2 6 0,2 6 0,1 6 0,2 6 0,0 7 0,61 4-77,-139 11 4,-1 2-1,1 3 1,-1 3-1,-1 3 0,0 2 1,0 4-1,-2 1 1,0 4-1,11 7-3,47 36 15,-2 5-1,-3 5 1,-4 5 0,-4 4-1,-3 5 1,-5 4 0,-3 4-1,19 34-14,295 356 229,-131-151 84,44 18-313,-130-165 113,9-8 1,8-9 0,6-9-1,8-10 1,16-4-114,-123-84 16,2-5 0,4-5 0,1-5 0,3-6 0,2-6 0,1-5 0,1-5 0,2-7 0,45 0-16,-32-12 43,0-6 1,127-13-44,-103-24 0,-165 31-50,-1 1 0,1-1 0,0 1 0,-1-1 0,1 0 0,-1 0 0,1 0 0,-1 0 0,0 0 0,0 0 0,0-1 0,0 1 0,0-1 0,-1 0-1,1 1 1,-1-1 0,0 0 0,0 0 0,0 0 0,0 0 0,0 0 0,0 0 0,-1 0 0,1 0 0,-1 0 0,0 0 0,0 0 0,0 0 0,-1 0 0,1-1 0,-1 1 0,0 0 0,1 0 0,-1 0 0,-1 1 0,1-1 0,0 0 0,-1 0 50,-24-43-3391</inkml:trace>
  <inkml:trace contextRef="#ctx0" brushRef="#br0" timeOffset="-38081.22">16937 4022 10802,'0'0'13933,"8"17"-10257,2 8-3393,0-1-1,-2 2 0,-1-1 1,-1 1-1,-1 0 0,-1 1 1,0 9-283,5 653 1327,-51 914-684,40-1446-630,0 90 16,10 0-1,14 24-28,-13-197 3,3 0 0,4 0 0,3-1 0,3-2 0,3 0 0,3-1 0,3-2 0,3-1 0,5 2-3,-33-58 1,0 1-1,0-1 1,1-1 0,0 1 0,1-1-1,0-1 1,1 1 0,0-2 0,1 1-1,-1-1 1,1 0 0,1-1-1,0 0 1,0-1 0,0 0 0,1-1-1,-1 0 1,1-1 0,1 0 0,3 0-1,13-2 0,1-1 0,-1-2 1,0 0-1,0-2 0,0-2 1,0 0-1,0-2 0,26-10 0,30-17 1,-1-4 0,-2-3 1,-2-4-1,-2-3 0,-3-4 0,4-6-1,154-100 1,-133 98 14,3 4-1,2 5 1,2 5-1,2 4 1,2 5-1,106-20-14,153-10 206,143 2-206,-176 26-6,-321 36 6,310-37 0,191 4 0,79 30 0,-583 5 0,-5 2 0,0 0 0,0-1 0,0 0 0,0-1 0,0 0 0,0 0 0,0-1 0,0 1 0,0-2 0,-1 1 0,1-1 0,-1 0 0,0-1 0,0 0 0,0 0 0,0 0 0,-1-1 0,1 0 0,-1 0 0,0-1 0,-1 0 0,0 0 0,3-3 0,-4-7-180,0 0 0,-1 0 1,-1 0-1,0 0 0,-1 0 0,-1 0 0,-1 0 0,0 0 1,-1 0-1,-1 0 0,0 0 0,-1 0 0,-1 1 0,0-1 1,-1 1-1,-1 0 0,0 1 0,-1 0 0,-5-7 180,-42-79-6137</inkml:trace>
  <inkml:trace contextRef="#ctx0" brushRef="#br0" timeOffset="-37573.261">19681 5881 29734,'-83'169'881,"-9"58"-393,-5 57-216,18 10-56,31-20 0,28-17-96,20-34-40,35-58-32,18-60-40,0-50-8,6-39-272,37-40-152,-8-21-769,-9-16-13338</inkml:trace>
  <inkml:trace contextRef="#ctx0" brushRef="#br0" timeOffset="-37024.295">19972 5806 30326,'0'0'649,"0"164"-481,3-9-72,3 33 128,-1 11 112,-5-10-144,0-23-184,-18-12-8,-17-20-280,-4-27-216,-32-19-841,12-28-1695,-4-23-9123</inkml:trace>
  <inkml:trace contextRef="#ctx0" brushRef="#br0" timeOffset="-36425.357">16757 8218 8330,'156'0'22004,"72"-6"-21443,65-21-401,29-15-160,-32-1-152,-18 4 120,-18 17 32,-26 20 0,-20 2-256,-59 0-729,-46 0-3432</inkml:trace>
  <inkml:trace contextRef="#ctx0" brushRef="#br0" timeOffset="-36026.888">17678 7964 27382,'157'-30'2096,"45"-9"-2064,26-12-32,-13-5-464,-51-3 56,-19-14-248,-44 18-32,-27 0-136</inkml:trace>
  <inkml:trace contextRef="#ctx0" brushRef="#br0" timeOffset="1168.568">18458 0 23165,'0'0'7057,"-72"144"-6360,-14 10-297,-19 35-88,-7 19-48,-4 9 56,6 0-136,-1 17-88,-6 23-64,8 1-8,8-25-24,26-55-112,27-66-152,26-63-240,22-51-32,11-21-689,7-23-1695</inkml:trace>
  <inkml:trace contextRef="#ctx0" brushRef="#br0" timeOffset="1513.942">18421 573 28606,'24'148'2313,"-2"36"-2089,-5 31-112,-6-10-48,-11-28 48,0-13-16,2-40-96,3-39-104,-5-43-360,0-31-1145,-5-11-2376</inkml:trace>
  <inkml:trace contextRef="#ctx0" brushRef="#br0" timeOffset="1514.942">17741 1287 29598,'0'0'1305,"173"-7"-1145,-13 9-16,29-4-136,8 2-8,-4-18-176,-2-38-432,-40 7-881,-26-4-3624</inkml:trace>
  <inkml:trace contextRef="#ctx0" brushRef="#br0" timeOffset="1851.626">20249 258 29750,'-20'-1'870,"-180"18"-59,142 4-717,1 3 1,2 2-1,0 3 1,2 1-1,1 4 1,2 1-1,-12 13-94,45-35 10,-16 10 2,0 1-1,1 2 0,2 1 1,1 1-1,1 2 0,1 1 1,-12 21-12,35-47 2,0 0 1,1 0-1,0 0 1,0 0 0,0 1-1,1-1 1,0 1 0,0 0-1,0 0 1,1 0-1,0 0 1,0 0 0,0 0-1,1 0 1,0 0 0,0 0-1,1 0 1,-1 0 0,1 0-1,1 0 1,-1 0-1,1 0 1,0-1 0,0 1-1,1-1 1,0 1 0,0-1-1,0 0 1,0 0-1,1 0 1,0 0 0,0-1-1,0 1 1,0-1 0,1 0-1,0 0 1,2 1-3,19 7 7,1 0-1,0-2 1,0-1 0,1-1-1,0-1 1,1-2 0,0 0-1,3-2-6,384 29 26,-412-33-26,1 0 0,0 1 0,0 0 0,0 0 0,-1 0 0,1 0 0,0 1 0,0 0 0,0 0 0,-1 0 0,1 0 0,-1 1 0,1 0 0,-1 0 0,1 0 0,-1 0 0,0 1 0,0 0 0,0 0 0,-1 0 0,1 0 0,-1 0 0,1 1 0,-1-1 1,0 1-1,0 0 0,-1 0 0,1 0 0,-1 1 0,0-1 0,0 1 0,0-1 0,-1 1 0,0-1 0,0 1 0,1 3 0,-2 0 0,-1-1 0,1 1 0,-1 0 0,-1-1 0,1 1 0,-1-1 0,-1 0 0,1 0 0,-1 0 0,-1 0 0,1 0 0,-1 0 0,0-1 0,-1 0 0,1 0 0,-1 0 0,0 0 0,-1-1 0,-2 3 0,-51 49-5,-2-2-1,-3-4 1,-20 12 5,-399 261-528,348-259-228,109-66-290,11-13-1233</inkml:trace>
  <inkml:trace contextRef="#ctx0" brushRef="#br0" timeOffset="2460.895">21312 340 29206,'-11'21'979,"-70"147"-163,8 4 0,6 2 1,-18 95-817,66-200 33,3 1 0,2 1 1,4 0-1,1 39-33,8-108 0,0 1 0,0-1 0,0 1 0,1 0 0,0-1 0,-1 1 0,1 0 0,0-1 0,0 1 0,0-1 0,0 1 0,1 0 0,-1-1 0,1 1 0,0-1 0,0 1 0,0-1 0,0 1 0,0-1 0,0 1 0,0-1 0,1 0 0,-1 0 0,1 0 0,0 0 0,0 0 0,-1 0 0,1 0 0,1-1 0,-1 1 0,0 0 0,0-1 0,0 0 0,1 0 0,-1 0 0,1 0 0,-1 0 0,1 0 0,-1 0 0,1-1 0,0 1 0,1-1 0,5 0 0,0 0 0,-1-1 0,1 0 0,0 0 0,-1-1 0,1 0 0,-1 0 0,0-1 0,1 0 0,-1-1 0,-1 0 0,1 0 0,0 0 0,-1-1 0,0 0 0,3-4 0,49-39 0,-2-2 0,-2-3 0,38-49 0,34-41-68,-6-6 1,-7-5-1,-7-5 0,82-164 68,-153 254 39,-51 105 162,-30 68-171,16-30-30,2 2 0,4 0 0,3 1 0,4 1 1,3 1-1,4 0 0,1 33 0,7-105 0,0 1 0,0 0 0,0 0 0,1 0 0,1-1 0,-1 1 0,1 0 0,0 0 0,1-1 0,0 1 0,0-1 0,1 1 0,0-1 0,0 0 0,0 0 0,1 0 0,0-1 0,1 1 0,-1-1 0,1 0 0,0 0 0,1 0 0,-1-1 0,1 0 0,0 0 0,7 3 0,7 1-32,2-2-1,-1 0 1,1-1-1,0-2 1,1 0 0,-1-1-1,1-1 1,-1-2-1,1 0 1,-1-1 0,1-1-1,-1-1 1,0-1-1,0-1 1,0-1-1,0-1 1,-1-1 0,0-1-1,-1-1 1,13-8 32,114-61-1843,-20-9-2259</inkml:trace>
  <inkml:trace contextRef="#ctx0" brushRef="#br0" timeOffset="2781.213">23425 185 27382,'-23'13'3287,"-223"154"-2132,153-96-970,3 4 0,3 4 0,4 4-1,3 3 1,-26 42-185,43-18 20,62-106-20,-1 0 0,0 0 0,1 1 0,0-1 0,0 0 0,0 1 0,1-1 0,0 0 0,-1 1 0,1-1 0,1 1 0,-1-1 0,1 0 0,-1 1 0,1-1-1,1 0 1,-1 1 0,1-1 0,-1 0 0,1 0 0,0 0 0,1 0 0,-1-1 0,1 1 0,1 1 0,5 2 0,0 0 0,0-1 0,1 0 0,0-1 0,0 0 0,0 0 0,1-1 0,0 0 0,0-1 0,0-1 0,0 1 0,10-1 0,440 19 0,-454-21 0,0 0 0,0 0 0,1 0 0,-1 1 0,0 0 0,0 0 0,0 1 0,-1-1 0,1 2 0,0-1 0,-1 1 0,1 0 0,-1 0 0,0 1 0,0 0 0,0 0 0,0 0 0,-1 1 0,5 5 0,-10-7 0,1 1 0,-2 0 0,1-1 0,0 1 0,-1-1 0,1 1 0,-1 0 0,0-1 0,0 0 0,-1 1 0,1-1 0,-1 0 0,0 1 0,1-1 0,-1 0 0,-1 0 0,1 0 0,0-1 0,-1 1 0,1-1 0,-1 1 0,0-1 0,0 0 0,0 0 0,0 0 0,0 0 0,0 0 0,-1-1 0,-1 1 0,-300 156 0,-41-9-1054,-6-14 0,-68 2 1054,264-96-2677</inkml:trace>
  <inkml:trace contextRef="#ctx0" brushRef="#br0" timeOffset="3092.829">17824 2702 16804,'0'0'12005,"34"-16"-9215,148-63-2584,99-10-96,89-6 86,346-50 132,7 31 0,327 6-328,1231 46 0,-1925 64 0,-61 12 0,-84 4-97,-64-1-390</inkml:trace>
  <inkml:trace contextRef="#ctx0" brushRef="#br0" timeOffset="11230.579">19648 2609 29462,'0'0'1009,"0"0"-721,173-28-160,22-21-96,53-16 112,39-12 24,22 2 32,9 4-88,13 2-32,0 8-56,-11 14-24,-24 11-24,-77 16-344,-48 3-1545</inkml:trace>
  <inkml:trace contextRef="#ctx0" brushRef="#br0" timeOffset="11837.342">26294 1491 15923,'0'0'13307,"0"0"-12603,-44 126-408,9-14 161,-13 46-49,-9 16-40,-2-1-48,2-11-160,8-20-72,6-12-56,12-27-24,13-34-8,12-32-208,10-37-184,18 0-729,2-19-695</inkml:trace>
  <inkml:trace contextRef="#ctx0" brushRef="#br0" timeOffset="12231.448">27094 1469 27310,'0'0'2947,"0"29"-2196,-62 484-408,39-363 81,6 1 1,3 91-425,13-240 4,0 0-1,0 1 1,1-1-1,-1 0 0,1 0 1,-1 1-1,1-1 1,0 0-1,0 1 1,0-1-1,0 0 1,0 1-1,1-1 0,-1 0 1,1 0-1,-1 1 1,1-1-1,0 0 1,0 0-1,0 0 1,0 0-1,0 0 0,0 0 1,1 0-1,-1 0 1,1 0-1,-1-1 1,1 1-1,0 0 1,-1-1-1,1 0 0,0 1 1,0-1-1,0 0 1,0 0-1,0 0 1,1 0-1,-1 0 1,0-1-1,0 1 0,1-1 1,-1 1-1,0-1 1,1 0-1,-1 0 1,0 0-1,1 0 0,-1 0 1,0-1-1,0 1 1,1-1-1,-1 1 1,0-1-1,0 0 1,2-1-4,12-7 10,0 0 1,-1-2 0,-1 0 0,1 0 0,-2-2 0,0 0-1,0 0 1,-1-1 0,6-10-11,-14 19 1,148-195-214,-8-8 0,76-153 213,-215 351-10,68-104-66,-73 114 75,0 1 1,0-1-1,0 1 0,1 0 0,-1-1 0,0 1 1,0-1-1,0 1 0,0-1 0,1 1 1,-1-1-1,0 1 0,1-1 0,-1 1 0,0-1 1,1 1-1,-1-1 0,1 0 0,-1 1 1,0-1-1,1 1 0,-1-1 0,1 0 0,-1 0 1,1 1-1,-1-1 0,1 0 0,0 0 0,-1 0 1,1 1-1,-1-1 0,1 0 0,-1 0 1,1 0-1,0 0 0,-1 0 0,1 0 0,-1 0 1,1 0-1,-1 0 0,1-1 0,-1 1 0,1 0 1,0 0-1,-1 0 0,1-1 1,-27 562 420,26-558-416,-1 0 1,0 0-1,1 1 0,-1-1 0,1 0 0,0 0 0,0 1 1,0-1-1,1 0 0,-1 0 0,1 0 0,0 1 0,0-1 1,0 0-1,0 0 0,0 0 0,1 0 0,-1 0 1,1-1-1,0 1 0,0 0 0,0-1 0,0 1 0,0-1 1,1 0-1,-1 0 0,1 0 0,-1 0 0,1 0 0,0 0 1,0-1-1,0 1 0,0-1 0,0 0 0,0 0 0,0 0 1,0 0-1,0-1 0,3 1-4,3-1 8,0 0 0,-1 0 0,1-1 0,-1 0 1,1-1-1,-1 0 0,1 0 0,-1 0 0,0-1 0,0-1 0,0 0 0,-1 0 1,1 0-1,-1-1 0,0 0 0,0 0 0,-1 0 0,1-1 0,3-5-8,105-138 24,-113 146-23,29-39-137,-3-1 0,-1-2 0,-2-1 0,-3-1 0,-1-1-1,-2 0 1,-3-2 0,-2 0 0,-2 0 0,-2-2 0,-2 1 0,-2-5 136,-6-4-1983</inkml:trace>
  <inkml:trace contextRef="#ctx0" brushRef="#br0" timeOffset="12658.322">28670 692 28102,'-24'-15'2054,"-19"-11"-1879,-1 3 1,-1 1-1,-1 3 1,0 1-1,-6 1-175,-24-3 37,-1 3 0,-1 3 0,-1 4 0,0 3-1,0 4 1,0 3 0,0 3 0,0 4 0,1 3-1,-47 14-36,22 9 4,1 3-1,2 5 0,2 5 0,2 4 1,2 4-1,2 3 0,3 5 0,3 4 1,-1 7-4,-52 51 35,7 5 1,5 6 0,6 5 0,6 5 0,7 6-1,-58 110-35,94-140 34,6 3 0,6 3 0,-16 54-34,54-119 35,2 2 0,3 0 0,2 1-1,4 1 1,2 0 0,4 0 0,2 1 0,3 10-35,0-56 5,0 0 1,1 0-1,1 0 1,1 0 0,0 0-1,2-1 1,1 0 0,0 0-1,1 0 1,2-1-1,0 0 1,0 0 0,2-1-1,0-1 1,2 1 0,0-2-1,0 0 1,1-1-1,1 0 1,1-1 0,0 0-1,1-2 1,0 0 0,1-1-1,0 0 1,1-2 0,8 3-6,1-3 4,0-2 0,1-1 0,0-1 0,0-2 0,0 0 0,7-2-4,49-7 2,0-3 1,-1-4 0,0-4 0,-1-3 0,-1-4-1,-1-4 1,-2-3 0,-1-3 0,-1-4 0,1-5-3,312-164-2,-10-16 0,281-223 2,-516 345 2,-4-6 0,-5-6 0,-5-6 0,-6-5 1,-5-6-1,80-114-2,-176 213-1,-1-1 1,-2-1-1,-2-1 1,0-1 0,-3 0-1,0-1 1,-3-1-1,-1 0 1,-2-1-1,-1 0 1,-2-1-1,-2 0 1,-1 0-1,-2-35 1,-6 53-17,-1 0 0,0 1 0,-2-1-1,0 1 1,-1 0 0,-1 1 0,-1 0 0,-1 1-1,-1 0 1,0 0 0,-1 1 0,-1 1 0,0 0-1,-1 1 1,-1 1 0,-1 0 0,0 1 0,0 1-1,-1 0 1,-1 2 0,0 0 0,0 1 0,-1 1-1,0 0 1,-1 2 0,1 0 0,-1 2 0,0 0-1,-9 1 18,-29-6-147,0 2 0,-1 4 0,1 2 0,-1 2 0,-1 3 147,-178 35-3652,78 4-6322</inkml:trace>
  <inkml:trace contextRef="#ctx0" brushRef="#br0" timeOffset="12959.635">28403 3520 31695,'0'0'0,"0"0"-1913</inkml:trace>
  <inkml:trace contextRef="#ctx0" brushRef="#br0" timeOffset="18055.612">11369 5067 27542,'0'0'1016,"0"0"-544,191 45 8,41-39-88,75-6-24,53-6-23,25-13-121,-14-1-104,4 2-72,-14 2-24,-25 8-8,-47 5-16,-54-9-168,-80 2-665,-56-12-2855</inkml:trace>
  <inkml:trace contextRef="#ctx0" brushRef="#br0" timeOffset="18296.112">14170 4517 29518,'147'17'608,"33"9"-416,31 6-128,-10-1-40,-23 1 33,-7 3 111,-38 3-48,-41-3-64,-48-1-32,-44 9-24,-61 28 8,-106 36 48,-111 37 0,-71 13-24,-34-5-32,17-29-320,118-46-1033,55-30-14450</inkml:trace>
  <inkml:trace contextRef="#ctx0" brushRef="#br0" timeOffset="29269.538">789 11024 27526,'0'0'2184,"20"200"-1840,1 19-48,1 71 193,5 47-41,-5 32 16,-7-2-168,3 13-176,-10-1-64,-8-20-40,0-35-16,0-56-104,0-59 24,7-73-304,2-63-48,13-73-40,2-23-353,-7-35-1607</inkml:trace>
  <inkml:trace contextRef="#ctx0" brushRef="#br0" timeOffset="29834.026">1208 9963 28862,'19'0'1654,"237"21"-1259,-23 4-386,2023 97 570,-1349-96-500,965 15-233,-196-75-490,-784-3-1818,-714 29-1019</inkml:trace>
  <inkml:trace contextRef="#ctx0" brushRef="#br0" timeOffset="29835.026">9261 10297 30142,'-22'153'617,"0"70"-465,2 77-56,11 39 152,5 17 120,4 26-32,9 17-208,8 1-72,5-7 0,-7-18-56,5-26-8,-4-34-176,8-46-32,2-56-184,-2-79-889,0-59-1655</inkml:trace>
  <inkml:trace contextRef="#ctx0" brushRef="#br0" timeOffset="30230.894">12645 10182 29958,'-53'152'769,"3"69"-449,-1 91-96,14 57 24,-4 25 24,-3 44 56,-7 14-64,-6 5-144,-8-11-120,-10-30-16,-2-43-200,7-57-64,15-75-40,23-82-200,16-70-713,14-57-935</inkml:trace>
  <inkml:trace contextRef="#ctx0" brushRef="#br0" timeOffset="30605.283">12248 10519 30134,'1315'-26'684,"-1074"27"-595,73 0 71,2194-49 280,359-218-1039,-2448 222 239,279-29-844,-785 99 283,73-24 1012,-1 1-1,1 0 0,0 0 0,0 2 0,0 0 0,1 1 1,-1 0-1,1 0 0,1 2 0,-1 0 0,1 0 0,1 1 1,-1 0-1,2 1 0,-1 1 0,1 0 0,1 0 0,0 1-90,-6 17 130,1 2 0,1 0 0,2 1 0,1 0 0,1 0 0,2 1 0,-1 22-130,-26 201 962,3 167-962,16-178 169,-23 744-452,38-761-2547,0-163-2059</inkml:trace>
  <inkml:trace contextRef="#ctx0" brushRef="#br0" timeOffset="30889.734">13197 14342 31223,'0'0'520,"358"-39"-392,97-4-40,113 5-40,61 16 8,-6 22 80,-51 0-32,28 0-104,-141 0-280,-71-9-1409</inkml:trace>
  <inkml:trace contextRef="#ctx0" brushRef="#br0" timeOffset="50179.613">29286 14956 29390,'0'0'656,"-48"108"-504,17-35 8,-4 10 9,2-4 87,5-12-96,8-9-128,11-17-32,9-17-96,0-18-224,29-36-273,1-17-943,-3-15-16612</inkml:trace>
  <inkml:trace contextRef="#ctx0" brushRef="#br0" timeOffset="50468.728">29676 13796 25237,'0'0'3401,"0"0"-2937,24 116 40,-19-3-24,-3 43-264,11 7-216,-2-32-112,6-41-1504</inkml:trace>
  <inkml:trace contextRef="#ctx0" brushRef="#br0" timeOffset="50868.63">30099 15145 28598,'0'0'1619,"-16"23"-851,-91 151-28,80-81-500,27-92-244,-1 1-1,1-1 1,0 1-1,0-1 1,0 0-1,0 1 1,1-1-1,-1 1 1,0-1-1,0 1 1,1-1-1,-1 1 1,1-1-1,-1 0 1,1 1-1,0-1 1,0 0-1,-1 0 1,1 1-1,0-1 1,0 0-1,0 0 0,0 0 1,0 0-1,1 0 1,-1 0-1,0-1 1,0 1-1,0 0 1,1 0-1,-1-1 1,1 1-1,-1-1 1,0 1-1,1-1 1,-1 0-1,1 0 1,-1 1-1,1-1 1,-1 0-1,1 0 1,-1 0-1,0-1 0,1 1 1,-1 0-1,1-1 1,-1 1-1,1 0 1,-1-1-1,0 0 5,79-28-342,-30-3-195,-2-1 0,-1-3 0,-2-2 0,36-38 537,-46 43-424,261-247-8750,-240 234 9435,29 3 6377,-83 45-6528,0 0-1,0-1 1,0 1 0,0 1 0,0-1 0,-1 0 0,1 0-1,-1 0 1,1 1 0,-1-1 0,0 1 0,0-1 0,0 1-1,0 0 1,-1-1 0,1 1 0,-1 0 0,1-1 0,-1 1 0,0 0-1,0 0 1,0-1 0,0 1 0,-1 0 0,1-1 0,-1 1-1,0 0 1,0-1 0,0 1 0,0-1 0,0 1 0,0-1-1,-1 2-109,-80 264 1169,82-266-1170,-1 82 39,1-82-46,1 0-1,0 0 0,-1 0 0,1 0 0,0-1 1,0 1-1,0 0 0,0 0 0,0-1 0,1 1 1,-1 0-1,1-1 0,-1 0 0,1 1 0,-1-1 1,1 0-1,0 0 0,-1 1 0,1-1 0,0-1 1,0 1-1,0 0 0,0 0 0,0-1 0,0 1 1,0-1-1,0 0 0,0 1 0,0-1 0,0 0 1,0 0-1,0 0 0,0-1 0,0 1 0,0 0 1,1-1-1,-2 1 0,1-1 0,1 0 9,12-3-214,0-1 0,0-1 0,-1 0 0,0-1 0,0-1 0,0 0-1,-1 0 1,-1-2 0,4-2 214,50-47-2808</inkml:trace>
  <inkml:trace contextRef="#ctx0" brushRef="#br0" timeOffset="50869.63">31484 14277 21533,'0'0'7465,"0"0"-6937,-41 156-24,10-55-128,-4 25-39,-2 20-81,6-14-168,9-27-88,11-38-128,7-20-473,-1-9-679,-1-15-2241</inkml:trace>
  <inkml:trace contextRef="#ctx0" brushRef="#br0" timeOffset="51267.082">30838 14879 4801,'0'0'20084,"0"0"-15629,20 12-3971,-14-8-449,14 9 58,1-1 0,1-2 0,0 0 0,0 0 0,1-2 0,0-1 1,2-1-94,167 21 126,37 8-2006,-156-15-2912,-3 8-3484,-12 9 1422,-23-9 8298,-13-10 3135,0 0 3515,42-2-2301,-2-45-3941,31-77-1548,-92 105-273,11-14-34,-1 0 0,0-1 0,-1 0 0,-1-1 0,-1 0 0,0-1 1,-1 1-1,-1-1 0,-1 0 0,-1-1 0,0 0 0,-1 1 0,-1-1 0,-1 0 0,-1 0 0,-1-17 3,-1 33-1,0 0 0,1 1 0,-1-1 0,0 1 0,-1-1 0,1 1 0,0 0 0,-1 0 0,1 0 0,-1 0 0,1 1 0,-1-1 0,0 1 0,0-1 0,0 1 0,0 0 0,0 0 0,0 0 0,0 1 0,0-1 0,0 1 0,0-1 0,-1 1 0,1 0 0,0 0 0,0 1 0,0-1 0,0 1 0,0-1 0,0 1 0,-1 0 0,2 0 0,-1 1 0,0-1 0,0 0 0,0 1 0,1 0 0,-1-1 0,0 1 0,1 0 0,0 1 0,-1-1 0,1 0 0,0 1 0,0-1 0,1 1 0,-1 0 0,0-1 0,0 3 1,-13 15 54,0 0-1,2 2 1,0-1 0,1 2 0,2 0-1,0 0 1,1 1 0,2 0 0,0 0 0,2 1-1,0-1 1,2 1 0,1 0 0,1 1-1,1-1 1,2 12-54,-1-26-2,2-1 0,-1 1-1,2-1 1,-1 0 0,1 1 0,1-2 0,-1 1-1,2 0 1,-1-1 0,2 0 0,-1 0-1,1-1 1,0 0 0,1 0 0,0-1 0,0 1-1,0-2 1,1 1 0,0-1 0,1-1-1,-1 0 1,1 0 0,0-1 0,0 0 0,1 0-1,-1-1 1,1-1 0,-1 0 0,1 0-1,0-1 1,0-1 0,0 1 0,0-2 0,-1 0-1,1 0 1,9-2 2,15-3-300,1-2 0,-1-1-1,-1-2 1,0-1 0,0-1-1,6-6 301,67-42-2568</inkml:trace>
  <inkml:trace contextRef="#ctx0" brushRef="#br0" timeOffset="51585.576">32826 14486 10562,'0'0'19404,"0"0"-18651,0 0-201,-79 184-96,64-60-32,10 22-168,5-10-152,0-27-72,7-38-32,-3-20-160,-4 14-368,-2-10-336,-18-11-1625</inkml:trace>
  <inkml:trace contextRef="#ctx0" brushRef="#br0" timeOffset="51866.573">29038 15976 30222,'0'0'641,"252"87"-465,60-54-56,93-7 256,60-26 88,4 0-208,-46-12-120,-31-2-72,-45 2-40,-52 6-24,-58-3-240,-79-1-592,-62 0-4593</inkml:trace>
  <inkml:trace contextRef="#ctx0" brushRef="#br0" timeOffset="53734.901">29878 9932 26622,'0'0'1248,"0"0"664,-141-2-1223,111-8-81,25 0-200,25 0-112,77 2-168,52 2-64,26 4-24,-2 2-16,-39 0-24,-44 8-144,4 2-456,-30-4-937,-12-6-3112</inkml:trace>
  <inkml:trace contextRef="#ctx0" brushRef="#br0" timeOffset="54160.08">30307 10166 28222,'-68'171'325,"8"3"0,7 2 0,8 2 0,8 2 0,8 1 0,2 54-325,23-140-1706,-2-111 1796,2-1 0,-1 0 1,2 0-1,0 0 0,1 0 0,1-1 0,1 1 1,0 0-1,1-1 0,1 1 0,1 0 0,0 0 1,1 0-1,1 0 0,0 0 0,7-12-90,10 6 75,1 0 0,0 2-1,1 1 1,2 1 0,0 1 0,1 1 0,0 1-1,1 2 1,1 1 0,6-1-75,-12 3 15,386-186-983,-299 135-1957,-33 10-6250</inkml:trace>
  <inkml:trace contextRef="#ctx0" brushRef="#br0" timeOffset="54161.08">30901 9904 29030,'0'0'552,"0"0"-552,0 0-216,0 0 136,123 2 80,-40-14-96,-8-16-960,-14-5-4521</inkml:trace>
  <inkml:trace contextRef="#ctx0" brushRef="#br0" timeOffset="54536.902">31081 9930 27902,'-50'124'1208,"-7"24"-600,17-2-304,7 0 8,16-8-39,10-30-177,7-29-56,0-33-40,7-21-72,13-9-185,15-16-135,-2-8-552,-7-19-3025</inkml:trace>
  <inkml:trace contextRef="#ctx0" brushRef="#br0" timeOffset="54537.902">31088 10383 28670,'0'0'712,"0"0"-520,0 0-152,142 0-16,-52 0-24,-13 10-488,-9 0-1432</inkml:trace>
  <inkml:trace contextRef="#ctx0" brushRef="#br0" timeOffset="54874.505">31129 10918 28830,'0'0'912,"0"0"-632,0 0-280,0 0-96,0 0-400,0 0-408</inkml:trace>
  <inkml:trace contextRef="#ctx0" brushRef="#br0" timeOffset="54875.505">31669 9618 30887,'0'0'840,"0"0"-728,175-53-112,-98 25-128,-1 2 80,34-5-160,-20 5-889,-13 5-1951</inkml:trace>
  <inkml:trace contextRef="#ctx0" brushRef="#br0" timeOffset="55085.06">32100 9908 29622,'-17'112'736,"-1"17"-391,10-17-97,1-17 8,3-16 8,-1-20-136,3-8-128,0 0-40,2-5-280,0-25-424,0-19-1209,13-6-5440</inkml:trace>
  <inkml:trace contextRef="#ctx0" brushRef="#br0" timeOffset="55086.06">32188 10111 29326,'0'0'984,"0"0"-583,0 0-105,112-43-80,-77 43-160,0 8-56,-9 15-696,-10 3-1825</inkml:trace>
  <inkml:trace contextRef="#ctx0" brushRef="#br0" timeOffset="55301.629">32098 10687 29846,'0'0'1137,"0"0"-969,0 0 216,0 0 112,151-104-152,-83 40-224,5-5-120,28-35-328,-20 19-376,-13 6-1401</inkml:trace>
  <inkml:trace contextRef="#ctx0" brushRef="#br0" timeOffset="55662.648">32999 9328 29582,'0'0'800,"0"0"-575,118-12-153,-72 6 16,-4 2-24,-5 2-64,-4 2-537,-11 0-503,-9 0-1384,-8 0-15908</inkml:trace>
  <inkml:trace contextRef="#ctx0" brushRef="#br0" timeOffset="55663.648">33183 9452 9562,'-13'115'15651,"-2"21"-13722,-7 24-865,-2-7-256,-7-14-384,0-7-248,9-14-176,9-37-392,7-28-1728</inkml:trace>
  <inkml:trace contextRef="#ctx0" brushRef="#br0" timeOffset="55664.648">33220 10018 28702,'0'0'800,"0"0"-464,0 0-16,158-15-47,-94 13-145,26-2-128,-18 2-441,-11-4-2743</inkml:trace>
  <inkml:trace contextRef="#ctx0" brushRef="#br0" timeOffset="56014.421">29499 11932 27758,'225'-8'4121,"91"-31"-3793,83-27-304,37-18-24,-19-13 0,3-2 152,-12 3 8,-27 5-112,-36 10-48,-32 16-112,-46 14-408,-80 17-624,-58 6-3529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37:16.77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  <inkml:brush xml:id="br2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30854 8617 27622,'0'0'2452,"0"0"-1749,24 6-587,150 48 12,-148-44-59,-16-7-56,0-1 1,-1 1-1,0 1 0,0 0 1,0 0-1,0 1 0,-1 0 0,0 0 1,0 1-1,0 0 0,-1 0 1,1 1-1,-1 0 0,-1 0 0,0 1 1,0 0-1,4 7-13,-10-11 0,0 1-1,0-1 1,0 0-1,-1 1 1,1-1-1,-1 0 1,0 1-1,0-1 1,-1 0 0,0 0-1,1 0 1,-1 0-1,-1 0 1,1 0-1,0-1 1,-1 1-1,0-1 1,0 1 0,0-1-1,0 0 1,0 0-1,-1-1 1,1 1-1,-1-1 1,0 1-1,0-1 1,0 0 0,-72 49 20,-2-4 1,-2-3-1,-2-4 1,-24 6-21,82-35 1,-340 131 143,415-146 80,401-86-172,-176 63-52,-272 26-2,-1 0 1,1 0-1,0 0 1,-1 1-1,1-1 1,0 1-1,-1 0 0,1 0 1,0 0-1,0 1 1,-1-1-1,1 1 1,-1 0-1,1 0 1,0 0-1,-1 0 1,0 1-1,1 0 0,-1-1 1,0 1-1,0 0 1,0 0-1,0 1 1,0-1-1,0 1 1,-1-1-1,1 1 1,-1 0-1,0 0 0,0 0 1,0 0-1,0 1 1,0-1-1,-1 0 1,1 1-1,-1-1 1,0 1-1,0 0 2,0 7-3,0 1 0,-1-1 0,0 1 0,-1-1 0,0 1 0,-1-1 0,0 1 0,-1-1 0,0 0 0,-1 0 0,0 0 0,0-1 0,-2 1 0,1-1 0,-1 0 0,0-1-1,-1 1 1,-7 6 3,-155 144 36,134-130-25,-2-2 0,0-2 0,-2-1 0,-1-2 0,-1-1 0,0-3-1,-24 8-10,29-21 0,28-15-57,35-44-296,149-147-3245,-82 98-3299</inkml:trace>
  <inkml:trace contextRef="#ctx0" brushRef="#br0" timeOffset="389.805">31724 8945 26254,'0'0'1485,"25"1"-763,161 24 602,-182-24-1298,0-1 1,0 1-1,0 0 1,0 0-1,0 1 1,0-1-1,0 1 0,0 0 1,-1 0-1,1 0 1,-1 0-1,1 1 0,-1 0 1,0-1-1,0 1 1,0 0-1,0 1 1,-1-1-1,1 0 0,-1 1 1,0-1-1,0 1 1,0 0-1,0 0 1,-1-1-1,0 1 0,1 0 1,-1 0-1,-1 1 1,1-1-1,-1 0 0,1 0 1,-1 0-1,0 0 1,-1 1-1,1-1 1,-1 0-1,0 0 0,0 0 1,0 0-1,0 0 1,-2 2-27,-100 110 139,83-98-116,-294 263 287,282-242-277,32-40-31,1 1-1,-1 0 1,1-1 0,-1 1-1,1 0 1,-1-1 0,1 1-1,0 0 1,-1 0-1,1 0 1,-1 0 0,1-1-1,0 1 1,-1 0 0,1 0-1,-1 0 1,1 0 0,0 0-1,-1 0 1,1 1-1,0-1 1,-1 0 0,1 0-1,-1 0 1,1 1 0,-1-1-1,1 0 1,0 0 0,-1 1-1,1-1 1,-1 0 0,1 1-1,-1-1 1,0 1-1,1-1 1,-1 1 0,1-1-1,-1 1 1,0-1 0,1 1-1,-1-1 1,0 1 0,0-1-1,1 1 1,-1 0 0,0-1-1,0 1 1,0-1-1,0 1 1,0 0 0,0-1-1,0 1 1,0 0 0,0-1-1,0 1 1,0-1 0,0 1-1,0 0 1,0-1-1,-1 1 1,1-1-2,206-78 28,479-271-2604,-587 293-514</inkml:trace>
  <inkml:trace contextRef="#ctx0" brushRef="#br0" timeOffset="621.323">33011 8538 20100,'0'0'6723,"0"0"-4765,-24-3-1319,8 1-511,8 0-69,0 0 0,-1 0 1,1 2-1,0-1 0,-1 1 0,1 0 0,0 0 1,-1 1-1,1 0 0,0 1 0,0 0 1,0 0-1,0 1 0,0 0 0,1 0 1,-1 1-1,1 0 0,0 0 0,-4 3-59,-24 24 115,0 2 0,3 2 0,0 0 0,3 3 0,1 0 1,2 1-1,1 2 0,3 1 0,1 0 0,2 2 0,-4 15-115,13-30 57,1 1-1,1 0 1,2 0 0,1 1-1,1 0 1,0 20-57,4-45 4,0 1 1,0-1-1,1 0 1,-1 1-1,1-1 1,1 0-1,-1 0 1,1 0-1,0 0 1,0 0-1,1 0 0,0 0 1,0-1-1,0 1 1,1-1-1,-1 0 1,1 0-1,1 0 1,-1-1-1,1 0 1,-1 1-1,1-2 1,0 1-1,1 0 0,-1-1 1,3 1-5,6 4-14,0-1-1,0 0 1,1-1 0,0-1 0,0 0 0,0-1-1,1 0 1,-1-2 0,1 0 0,0 0-1,0-2 1,15 0 14,-16-2-127,0 0-1,-1 0 0,1-2 0,-1 0 1,1 0-1,-1-2 0,-1 1 1,1-2-1,-1 0 0,0 0 1,0-2-1,-1 1 0,0-1 1,-1-1-1,0 0 0,4-6 128,37-37-1927</inkml:trace>
  <inkml:trace contextRef="#ctx0" brushRef="#br0" timeOffset="941.74">32719 9004 27134,'0'0'1453,"0"0"-510,0 0-317,0 0-42,0 0-95,0 0-251,11-5-120,33-8-108,2 1-1,0 3 0,0 1 1,0 2-1,1 3 0,45 2-9,-89 0 0,-1 0-1,1 1 0,0 0 0,0 0 1,0 0-1,-1 0 0,1 0 1,0 0-1,0 1 0,-1-1 0,1 1 1,0 0-1,-1 0 0,1 0 0,-1 0 1,1 0-1,-1 0 0,1 1 0,-1 0 1,0-1-1,0 1 0,0 0 0,0 0 1,0 0-1,0 0 0,0 0 0,-1 0 1,1 1-1,-1-1 0,0 0 0,1 1 1,-1 0-1,0-1 0,0 1 1,-1-1-1,1 1 0,-1 0 0,1 0 1,-1-1-1,0 1 0,0 0 0,0 0 1,0-1-1,0 1 0,-1 2 1,-1 15 17,-1 1 0,-1 0 0,0-1 0,-2 0 1,0 0-1,-2 0 0,0-1 0,-1 0 0,-11 17-17,-14 35 5,28-58-10,-1 1-41,0 0 0,1 0 0,1 1 0,0-1 0,1 1 0,0 1 0,1-1 0,1 0 0,1 1 0,0-1 0,1 3 46,0-16-71,1-1 1,-1 0-1,1 1 0,-1-1 0,1 0 1,-1 1-1,1-1 0,0 0 0,0 0 1,0 0-1,0 0 0,0 0 0,0 0 1,0 0-1,0 0 0,0 0 0,0 0 1,0 0-1,1-1 0,-1 1 0,0 0 1,1-1-1,-1 1 0,0-1 0,1 0 1,-1 1-1,1-1 0,-1 0 0,0 0 1,1 0-1,-1 0 0,1 0 0,-1 0 1,1 0-1,-1 0 0,0-1 0,2 1 72,0-1-402,36-1-4840</inkml:trace>
  <inkml:trace contextRef="#ctx0" brushRef="#br0" timeOffset="1355.554">33517 8386 26830,'0'0'3163,"0"0"-2340,20 3-638,434 74 733,-454-77-918,125 45 79,-120-43-78,-1 0 1,0 1 0,0-1 0,-1 1 0,1 0 0,-1 0 0,1 0 0,-1 1 0,0-1 0,0 1-1,0 0 1,-1 0 0,1 0 0,-1 0 0,0 0 0,0 1 0,-1-1 0,1 1 0,-1-1-1,0 1 1,0-1 0,0 1 0,-1 0 0,0-1 0,0 1 0,0 0-2,-2 7 0,-1-1 1,-1 0-1,0 0 1,0-1-1,-1 1 1,-1-1-1,1 0 1,-2-1-1,1 1 1,-1-1-1,-1 0 0,0-1 1,0 0-1,0 0 1,-1-1-1,0 0 1,-1 0-1,0-1 0,-2 4 0,-279 188 0,249-160-27,50-30-7,247-5-143,-131 23 89,-121-25 86,0 0-1,-1 0 1,1 0-1,0 1 1,0-1-1,-1 1 1,1 0-1,-1 0 1,0 0-1,1 0 1,-1 0-1,0 0 1,0 0-1,0 1 1,-1-1-1,1 1 1,0 0-1,-1-1 1,0 1-1,0 0 1,0 0-1,0 0 1,0 0-1,0 0 1,-1 0-1,1 0 1,-1 0-1,0 0 1,0 0-1,0 0 1,0 0-1,-1 0 1,1 0 0,-1 0-1,0 0 1,0 0-1,0 0 1,0 0-1,-2 2 3,-6 8-1,0 0-1,-1-1 1,-1-1-1,0 1 1,0-2-1,-1 1 1,-1-2 0,0 0-1,0 0 1,-1-1-1,0-1 1,0 0-1,-3 0 2,-3 4-19,-1-2 0,0 0-1,0-1 1,-1-1-1,0-1 1,0-1 0,0-1-1,-1-1 1,1-1 0,-1-1-1,0 0 1,0-2-1,-1-1 20,19 0-21,-1 1-1,0-1 1,0 0-1,1 0 0,-1 0 1,1-1-1,0 0 0,0 0 1,0 0-1,0 0 1,0-1-1,1 0 0,0 0 1,-1-1-1,2 1 1,-1-1-1,0 1 0,1-1 1,0 0-1,0-1 1,0 1-1,1-1 0,0 1 1,0-1-1,-1-5 22,-13-148-1157,17 148 1035,-1-109-3068,4 4-5950</inkml:trace>
  <inkml:trace contextRef="#ctx0" brushRef="#br0" timeOffset="1356.554">33741 8390 27766,'-16'111'1664,"-32"37"-639,-13 33-417,-1 11-208,12-9 0,11 10-160,8 8-240,2-9-208,10-52-808,-1-47-3289</inkml:trace>
  <inkml:trace contextRef="#ctx0" brushRef="#br0" timeOffset="1928.414">30856 10075 29918,'202'20'721,"70"-9"-201,63-9-96,16-2-64,-27-13 24,-6-3-160,-20 0-88,-35 4-72,-42 2-64,-61 2-48,-32-5-256,-54 1-376,-39-4-1121</inkml:trace>
  <inkml:trace contextRef="#ctx0" brushRef="#br1" timeOffset="20198.865">30786 9901 22405,'0'0'4030,"0"0"-2912,0 0-786,3-18 82,16-57 70,-17 71-448,0 1 0,0 0-1,0 1 1,1-1-1,0 0 1,-1 1-1,1-1 1,0 1-1,0 0 1,0 0 0,0 0-1,1 0 1,-1 1-1,1-1 1,-1 1-1,1 0 1,-1 0-1,1 0 1,0 0 0,-1 1-1,1 0 1,0-1-1,-1 1 1,1 0-1,0 1 1,0-1-1,-1 1 1,1 0 0,-1 0-1,1 0 1,0 0-1,-1 0 1,0 1-1,1 0 1,-1 0-1,0 0 1,0 0 0,0 0-1,0 0 1,0 1-1,-1 0 1,1-1-1,-1 1 1,1 1-36,13 19 103,-2 1-1,0 0 1,-2 1 0,-1 0 0,-1 1 0,-1 0-1,-1 0 1,-2 1 0,0 0 0,-2 1 0,-1-1-1,0 19-102,11 227 565,-14-272-562,0 1 1,-1 0 0,1-1 0,0 1 0,0 0 0,0 0 0,1-1 0,-1 1 0,0 0 0,1-1 0,-1 1 0,1 0 0,-1-1 0,1 1 0,0-1 0,0 1 0,0-1 0,0 1 0,0-1-1,0 0 1,0 1 0,0-1 0,0 0 0,1 0 0,-1 0 0,0 0 0,1 0 0,-1 0 0,1 0 0,-1 0 0,1-1 0,-1 1 0,1-1 0,0 1 0,-1-1 0,1 1 0,0-1 0,0 0-1,-1 0 1,1 0 0,0 0 0,-1 0 0,1 0 0,0-1 0,-1 1 0,1 0 0,0-1 0,-1 1 0,2-1-4,97-79 196,63-95-358,81-120 162,-83 98-226,-150 184 207,-7 6 14,1 0 0,0 1 0,1 0 0,-1 0 0,1 0 0,0 0 0,1 1 0,-1 0 0,1 1 0,0-1 0,0 1 0,1 0 0,-1 1 0,1 0 1,0 0 4,-6 3-1,0 0 1,0 0 0,0 0-1,0 0 1,0 1 0,0-1 0,0 0-1,0 1 1,0 0 0,0-1 0,0 1-1,0 0 1,-1 0 0,1 0 0,0 0-1,-1 0 1,1 1 0,0-1-1,-1 0 1,0 1 0,1-1 0,-1 1-1,0-1 1,0 1 0,0 0 0,0 0-1,0-1 1,0 1 0,0 0-1,-1 0 1,1 0 0,-1 0 0,1 0-1,-1 0 1,0 0 0,1 0 0,-1 0-1,0 0 1,-1 0 0,1 1 0,2 238 181,-62 236 362,60-474-543,0-1 0,0 1 0,0 0 0,0-1 0,0 1 0,1 0 0,-1-1 0,1 1 0,0-1 0,0 1 0,0-1 0,0 1 0,0-1 0,0 1 0,1-1 0,-1 0 0,1 0 0,0 0 0,-1 0 0,1 0 0,0 0 0,0 0 0,0-1 0,0 1 0,1-1 0,-1 1 0,0-1 0,1 0 0,-1 0 0,1 0 0,-1 0 0,1 0 0,-1-1 0,1 1 0,0-1 0,-1 1 0,1-1 0,0 0 0,104-28 0,-49-10 0,-2-3 0,-2-2 0,-2-3 0,-2-1 0,37-48 0,-31 37 0,-18 16 0,-21 22 0,1 1 0,1 1 0,0 0 0,1 2 0,1 0 0,19-10 0,-39 25 0,0-1 0,1 1 0,-1 0-1,1 0 1,-1 0 0,1 0 0,-1 1 0,1-1 0,-1 0 0,1 0-1,0 1 1,0-1 0,-1 1 0,1 0 0,0 0 0,0-1 0,-1 1-1,1 0 1,0 0 0,0 1 0,0-1 0,-1 0 0,1 0 0,0 1-1,0 0 1,-1-1 0,1 1 0,0 0 0,-1-1 0,1 1-1,-1 0 1,1 0 0,-1 0 0,0 1 0,1-1 0,-1 0 0,0 0-1,0 1 1,1 0 0,11 73 3,-13-67-1,2 36-1,14 110-1,-14-149 0,-1 1 0,1-1 0,0 0 0,0 0 0,1 0 0,0 0 0,0 0 0,0 0 0,0-1 0,1 1 0,-1-1 0,1 0 0,0 0 0,1-1 0,-1 1 0,1-1 0,-1 0 0,1 0 0,0 0 0,0-1 0,0 0 0,1 0 0,-1 0 0,0 0 0,2-1 0,7 1 3,0 0 0,1-2 0,-1 1 0,0-2 0,0 0 0,0-1 1,0 0-1,0-1 0,-1 0 0,1-2 0,-1 1 0,0-2 0,0 1 0,0-2 0,-1 0 0,0 0 0,0-1 0,-1-1 1,0 0-4,17-15-253,-1 0 1,-2-2-1,0-1 1,-2-1-1,-1-1 1,16-28 252,-2-8-2113</inkml:trace>
  <inkml:trace contextRef="#ctx0" brushRef="#br1" timeOffset="-55989.174">8415 3875 30150,'0'0'1129,"0"0"-729,0 0-136,0 0-136,0 0-128,0 0-368,141-85-1433</inkml:trace>
  <inkml:trace contextRef="#ctx0" brushRef="#br1" timeOffset="-58163.738">2631 1969 30102,'0'0'1185,"0"0"-713,0 0-320,0 0 64,0 0 64,149 57-128,-92-25-72,4 3-80,-6 9-24,4 33-240,-19-10-512,-23-6-1521</inkml:trace>
  <inkml:trace contextRef="#ctx0" brushRef="#br1" timeOffset="-57780.496">1570 3496 31407,'0'0'488,"0"0"-488,202-87-16,-12-7 16,45-19 0,4-1 16,-9 13 0,-33 30-16,-21 16-104,-36 13-448,-48 19-1041,-33 5-6816</inkml:trace>
  <inkml:trace contextRef="#ctx0" brushRef="#br1" timeOffset="-57779.496">2361 3831 31047,'0'0'560,"0"0"-480,0 0-24,0 0-40,235-112 200,-80 15 88,-3 3-112,-34 15-104,-39 27-88,-24 17-56,21-28-240,-12 10-792,-11-1-1465</inkml:trace>
  <inkml:trace contextRef="#ctx0" brushRef="#br1" timeOffset="-57316.053">2993 3198 29630,'-36'353'1526,"15"1"0,17 56-1526,22-107 85,-18-296-85,1 0 0,1 1 0,-1-1 0,1 0 0,1-1 0,-1 1 0,1 0 0,0-1 0,0 1 0,1-1 0,0 0 0,0 0 0,2 2 0,-4-8 0,-1 1 0,1 0 0,-1-1 0,1 1 0,0-1 0,-1 0 0,1 0 0,-1 1 0,1-1 0,0 0 0,-1 0 0,1 0 0,0-1 0,-1 1 0,1 0 0,0-1 0,-1 1 0,1-1 0,-1 1 0,1-1 0,-1 0 0,1 1 0,-1-1 0,1 0 0,-1 0 0,0 0 0,1 0 0,-1 0 0,0-1 0,1 0 0,120-167 0,317-566-113,-349 585-726,-17 16-1202</inkml:trace>
  <inkml:trace contextRef="#ctx0" brushRef="#br1" timeOffset="-57315.053">5062 1949 29790,'0'0'961,"0"0"-409,0 0-400,116-21-16,15-21 0,43-19-56,10-4-48,-11 6-32,-39 18-120,-51 19-192,-9 4-408,-28 8-1241,-17 2-4880</inkml:trace>
  <inkml:trace contextRef="#ctx0" brushRef="#br1" timeOffset="-56999.318">5697 1878 28702,'-133'135'1384,"-30"40"-807,-1 22-265,-11 13-144,4 12-104,17 5-32,34-10-32,41-43-160,35-48-456,29-55-1169,15-59-12354</inkml:trace>
  <inkml:trace contextRef="#ctx0" brushRef="#br1" timeOffset="-56621.187">5426 2914 30743,'-163'416'1413,"-32"23"-1413,164-373 10,-26 54 13,6 1 0,4 3 0,-16 79-23,60-172-1,28-62-21,149-230 11,68-103-634,110-110 645,-251 352-47,4 4 1,6 5-1,76-57 47,-181 165 7,27-19-20,-33 24 16,1 0 0,-1-1 0,1 1 0,-1 0 0,1 0 0,-1-1 0,1 1 0,0 0 0,-1 0 0,1 0 0,-1 0-1,1 0 1,-1 0 0,1 0 0,-1 0 0,1 0 0,-1 0 0,1 0 0,0 0 0,-1 0 0,1 1 0,-1-1 0,1 0 0,-1 0 0,1 1 0,-1-1 0,1 0-1,-1 1 1,0-1 0,1 0 0,-1 1 0,1-1 0,-1 0 0,0 1 0,1-1 0,-1 1 0,0-1 0,0 1 0,1-1 0,-1 1 0,0-1 0,0 1 0,0-1 0,1 1-1,-1-1 1,0 1 0,0-1 0,0 1 0,0 0 0,0-1 0,0 1 0,0-1 0,0 1 0,0-1 0,-1 1 0,1-1 0,0 1 0,0-1 0,0 1 0,0-1-1,-1 1-2,-54 172 513,28-113-432,4 2 0,2 1 1,2 0-1,4 2 0,2-1 1,3 2-1,3 0 0,2 37-81,5-91 1,1 1 0,1 0 0,0-1-1,1 0 1,0 0 0,1 0-1,0 0 1,1 0 0,0-1 0,1 1-1,0-1 1,0-1 0,2 1 0,-1-1-1,1-1 1,1 1 0,-1-1 0,2-1-1,-1 0 1,5 3-1,43 39 0,2-3 0,3-2 0,1-3 0,47 22 0,8 7 0,-116-70 0,-1 0 0,1 0 0,-1 0 0,0 0 0,0 1 0,1-1 0,-1 0 0,0 1 0,0-1 0,0 1 0,0-1 0,-1 1 0,1-1 0,0 1 0,-1 0 0,1-1 0,-1 1 0,1 0 0,-1 0 0,0-1 0,0 1 0,0 0 0,0 0 0,0-1 0,0 1 0,0 0 0,-1-1 0,1 1 0,-1 0 0,1 0 0,-1-1 0,1 1 0,-1-1 0,0 1 0,0-1 0,0 1 0,0-1 0,0 1 0,-1 0 0,-14 12 0,-1-1 0,-1-1 0,0 0 0,-1-2 0,0 0 0,0-1 0,-14 5 0,-3 2 0,-68 32 0,-2-5 0,-2-4 0,-1-5 0,-2-4 0,-1-6 0,-16-2 0,31-21 0,94-1 0,1-1 0,-1 0 0,0 1 0,1-1 0,-1 0 0,1 0 0,-1 0 0,1-1 0,-1 1 0,1-1 0,0 1 0,0-1 0,0 0 0,0 1 0,0-1 0,0 0 0,0-1 0,1 1 0,-1 0 0,1 0 0,-1-1 0,1 1 0,0-1 0,0 1 0,0-1 0,0 1 0,1-1 0,-1 0 0,1 1 0,-1-1 0,1 0 0,0 1 0,0-1 0,0 0 0,1 0 0,-1 1 0,1-1 0,-1 0 0,1 1 0,0-1 0,0 1 0,0-1 0,0 1 0,0-1 0,1 1 0,-1-1 0,13-32 0,2 0 0,1 1 0,1 0 0,2 2 0,2 0 0,0 2 0,27-28 0,-40 47 0,183-211-95,10 8 0,47-24 95,-100 94-503,-16 14-820</inkml:trace>
  <inkml:trace contextRef="#ctx0" brushRef="#br1" timeOffset="-55110.895">10912 2654 29566,'0'0'635,"-15"32"-299,15-32-336,-27 59 104,3 0-1,2 2 0,3 1 1,3 1-104,-10 236 566,26-289-545,-2 2 1,1 0 1,0-1-1,1 1 0,0 0 1,1 0-1,1-1 1,-1 1-1,2-1 1,0 1-1,0-1 1,1 0-1,0 0 1,1 0-1,0-1 1,1 0-1,0 0 0,1 0 1,0-1-1,0 0 1,8 8-23,-3-10 9,0 0 0,0-1 0,0 0 0,1-1 0,0-1 1,0 0-1,0 0 0,1-1 0,-1-1 0,1-1 0,-1 1 0,1-2 1,2 0-10,17 0 11,-1 0 1,1-2-1,0-2 1,-1-1 0,0-1-1,0-2 1,-1-1 0,0-2-1,0-1 1,-1-1 0,-1-2-1,0 0 1,-1-2 0,-1-2-1,-1 0 1,0-2 0,-2 0-1,0-2 1,-2 0 0,0-2-1,-2-1 1,0 0 0,5-12-12,-3 3-13,-1-2-1,-2 0 1,-1 0 0,-2-2 0,-2 0 0,-1-1 0,-2 0 0,-2-1 0,-2 0 0,-1-12 13,-2 13-11,-1-1-1,-3 0 1,-2 0 0,-1 1 0,-2-1 0,-1 1-1,-3 0 1,-1 0 0,-2 1 0,-7-13 11,7 23-6,-1 0 0,-1 0 1,-2 2-1,-1 0 0,0 0 0,-3 2 1,0 0-1,-1 1 0,-1 2 1,-2 0-1,0 1 0,-1 1 0,-1 2 1,0 0-1,-2 2 0,0 1 0,-1 1 1,0 2-1,-1 1 0,-9-2 6,6 7-3,0 2 0,0 1 1,0 1-1,0 2 0,-1 2 0,1 1 0,0 1 0,0 2 0,1 1 1,0 2-1,0 1 0,0 1 0,2 2 0,-1 1 0,2 1 0,-5 5 3,-26 17 11,3 2-1,1 3 0,2 2 1,2 3-1,2 2 0,3 2 1,-11 17-11,18-20 31,2 1-1,3 3 1,2 1 0,2 1 0,2 1-1,3 2 1,3 1 0,1 1 0,4 0-1,2 2 1,3 0 0,2 0 0,4 1 0,1 0-1,4 48-30,2-77 14,2 1 1,1-1-1,1 0 0,2 0 0,2 0 0,1 0 0,1-2 0,1 1 1,2-1-1,2-1 0,0 0 0,2-1 0,1-1 0,2-1 1,0 0-1,2-1 0,0-2 0,6 4-14,0-7-2,1 0 1,0-2-1,1-1 1,1-2-1,1-1 1,1-1-1,-1-2 0,2-1 1,0-1-1,0-2 1,1-2-1,-1-1 1,1-2-1,13-1 2,24-1-104,1-3-1,-1-3 1,0-3 0,0-3-1,-1-4 1,21-9 104,90-34-759,-36-3-707</inkml:trace>
  <inkml:trace contextRef="#ctx0" brushRef="#br1" timeOffset="-52873.268">16767 2930 29654,'0'0'1094,"0"0"-522,0 0-132,0 0-37,0 0-68,-18-25-109,-55-87-183,69 104-43,0-1 0,1 0 0,0 0 0,0 0 0,1 0 0,0-1 0,1 1 0,0-1 0,0 1 0,1-1 0,0 0 0,1-4 0,0-23 0,-2 10 0,-1 0 0,-1 0 0,-2 1 0,0-1 0,-2 1 0,-4-10 0,9 28 0,-1 1 0,0 0 0,-1 0 0,0 0 0,0 0 0,0 0 0,-1 1 0,0 0 0,0 0 0,0 0 0,-1 1 0,0-1 0,0 1 0,-1 1 0,1-1 0,-1 1 0,0 0 0,0 1 0,0 0 0,-1 0 0,1 0 0,-1 1 0,-3-1 0,-1 2 0,0 0 0,0 0 0,0 2 0,0-1 0,0 1 0,0 1 0,0 0 0,0 1 0,0 0 0,1 0 0,0 2 0,0-1 0,0 1 0,0 1 0,1 0 0,-1 1 0,2 0 0,-1 0 0,1 1 0,0 0 0,1 0 0,-3 5 0,-15 16 0,2 1 0,1 1 0,2 2 0,1 0 0,1 1 0,-5 16 0,2-2 0,2 0 0,2 1 0,3 1 0,1 1 0,3 0 0,2 0 0,2 1 0,2 0 0,3 1 0,2-1 0,2 0 0,3 0 0,2 0 0,2 0 0,2-1 0,10 25 0,-18-67 0,-1 1 0,1-1 0,1 0 0,0 0 0,0 0 0,1 0 0,0-1 0,0 1 0,1-1 0,0-1 0,0 1 0,1-1 0,0 0 0,0-1 0,1 1 0,0-2 0,0 1 0,0-1 0,1 0 0,7 3 0,-4-5 0,-1-1 0,1-1 0,0 0 0,-1 0 0,1-1 0,0 0 0,-1-1 0,1-1 0,-1 1 0,1-2 0,-1 0 0,0 0 0,0-1 0,0 0 0,0-1 0,-1-1 0,0 1 0,0-1 0,0-1 0,-1 0 0,0-1 0,0 1 0,-1-2 0,4-3 0,23-27 0,-2-2 0,-2-1 0,-1-2 0,20-41 0,-47 79 0,92-178-37,-7-4 0,-10-4 0,-7-4 0,-9-2 0,-9-2 0,-9-3 0,-8-2 0,-10 0 0,-4-79 37,-16 113-44,-41 474 257,-36 103-64,11-82-141,14 1-1,3 193-7,43-504 0,-3 47 0,3 0 0,3 0 0,3 0 0,5 20 0,-10-78-2,-1 3-2,1 0 1,-1 0-1,1 1 0,1-1 0,-1 0 0,1 0 1,0 0-1,0 0 0,1 0 0,0-1 0,0 1 0,0-1 1,1 0-1,-1 0 0,1 0 0,1 0 0,-1-1 0,0 1 1,1-1-1,0 0 0,0 0 0,1-1 0,-1 0 0,1 0 1,3 2 3,8-5-157,0-1 0,0 0 0,0-2 1,0 1-1,0-2 0,-1 0 0,1-1 1,-1-1-1,0-1 0,-1 0 0,5-3 157,87-51-2059</inkml:trace>
  <inkml:trace contextRef="#ctx0" brushRef="#br1" timeOffset="-52393.315">18329 2719 31095,'0'0'769,"0"0"-187,0 0-325,-9-20-198,-46-128-54,55 145-5,0-3 0,0 1 0,1 0 0,-2-1 0,1 1 0,-1 0 0,1 0 0,-1-1 0,-1 1 0,1 0 0,-1 0 0,0 0 0,0 0 0,0 0 0,-1 1 0,0-1 0,0 1 0,0 0 0,0-1 0,-1 1 0,1 1 0,-1-1 0,0 0 0,0 1 0,-1 0 0,1 0 0,-1 0 0,1 1 0,-1-1 0,0 1 0,0 0 0,0 1 0,0-1 0,0 1 0,-2 0 0,-4 3 0,0 1 0,1 1 0,-1 0 0,1 0 0,0 1 0,0 1 0,1-1 0,0 2 0,0-1 0,0 1 0,1 0 0,0 1 0,0 0 0,1 0 0,0 1 0,0 0 0,-4 7 0,-24 30 0,2 0 0,2 2 0,2 1 0,2 2 0,2 1 0,3 0 0,2 2 0,2 0 0,3 2 0,2-1 0,3 2 0,1 12 0,11 83 0,-1-147 0,-1 1 0,1-1 0,1 0 0,-1 1 0,1-1 0,0 0 0,0 0 0,1 0 0,-1 0 0,1 0 0,0-1 0,0 1 0,1-1 0,-1 0 0,1 0 0,0 0 0,0 0 0,0-1 0,1 0 0,-1 1 0,1-2 0,0 1 0,0 0 0,3 0 0,1 0 0,0-1 0,0 0 0,1-1 0,-1 0 0,1-1 0,-1 1 0,0-2 0,1 1 0,-1-1 0,1-1 0,-1 0 0,0 0 0,0-1 0,0 0 0,0 0 0,0-1 0,-1 0 0,0-1 0,7-5 0,138-128 0,-88 60-20,-4-3 0,-4-3 0,-3-2 0,-4-2 1,-4-2-1,-4-2 0,-4-2 0,-4-1 0,-4-2 0,-4-1 0,-5-1 0,8-97 20,-11-60-885,-12-125 885,-13 355-33,-10 61 83,-43 273 276,26-94-66,10 1 1,9 1-1,10 101-260,7-255 0,3-1 0,2 0 0,4 0 0,2-1 0,2 0 0,3-1 0,3-1 0,16 28 0,-37-82-8,1 0 0,0-1 0,0 1 0,0 0 0,1-1 0,-1 1 0,1-1 0,0 0 0,0 1 0,0-1 0,0 0 0,0 0 0,1 0 0,0-1 0,-1 1 0,1-1 0,0 1 0,0-1 0,1 0 0,-1 0 0,0 0 0,1 0 0,-1-1 0,1 0 0,-1 1 0,1-1 0,0 0 0,-1-1 0,1 1 0,0-1 0,0 0 0,-1 0 0,1 0 0,0 0 0,0 0 0,0-1 0,-1 0 0,1 0 0,0 0 0,2-1 8,18-14-312,-1-1 0,0-1 0,-1-1 1,-1-1-1,-1 0 0,8-12 312,49-69-2154</inkml:trace>
  <inkml:trace contextRef="#ctx0" brushRef="#br1" timeOffset="-52000.945">19465 2285 26190,'0'23'3699,"5"545"-821,-31 92-2878,42-814 0,3 49 0,5 0 0,5 1 0,4 2 0,4 1 0,5 2 0,47-79 0,-81 163 0,0 1 0,1 0 0,1 1 0,1 0 0,-1 0 0,2 1 0,0 0 0,0 1 0,1 1 0,0 0 0,1 0 0,0 2 0,1 0 0,0 0 0,0 1 0,0 1 0,1 1 0,0 0 0,12-2 0,-3 5-192,0 1-1,1 1 1,-1 1-1,0 1 1,0 1-1,0 1 1,0 2-1,0 0 1,-1 2-1,0 0 1,-1 2 0,0 0-1,7 6 193,55 22-4435</inkml:trace>
  <inkml:trace contextRef="#ctx0" brushRef="#br1" timeOffset="-51678.544">21909 1975 30390,'0'0'973,"0"0"-659,-22 23-151,6-6-118,3-4 6,0 0 1,1 1 0,0 1-1,1 0 1,1 0 0,0 1 0,1 0-1,1 1 1,0 0 0,1 0 0,-3 14-52,0 20 44,3 2 1,1-1 0,3 0 0,2 1-1,3 0 1,1-1 0,11 47-45,-8-60 0,2 0 0,1-1 0,3 0 0,1-1 0,1-1 0,2 0 0,2 0 0,1-2 0,2-1 0,1 0 0,1-1 0,2-2 0,1 0 0,10 6 0,97 87 0,-132-122 0,0 0 0,0 1 0,0-1 0,0 0 0,0 1 0,-1-1 0,1 1 0,-1-1 0,1 1 0,-1-1 0,0 1 0,1-1 0,-1 1 0,0 0 0,0-1 0,0 1 0,0-1 0,-1 1 0,1-1 0,0 1 0,-1 0 0,1-1 0,-1 1 0,1-1 0,-1 0 0,1 1 0,-1-1 0,0 1 0,0-1 0,0 0 0,0 0 0,0 1 0,0-1 0,0 0 0,0 0 0,-1 0 0,1 0 0,0 0 0,-1-1 0,1 1 0,-1 0 0,1 0 0,0-1 0,-1 1 0,1-1 0,-1 0 0,0 1 0,1-1 0,-1 0 0,1 0 0,-1 0 0,0 0 0,1 0 0,-1 0 0,1 0 0,-1-1 0,1 1 0,-1-1 0,1 1 0,-1-1 0,-414 50 0,-148-13-43,553-35-21,0 0 0,0-1 0,0-1-1,0 1 1,0-2 0,0 0 0,1 0-1,-1-1 1,1 0 0,-1-1 0,1 0-1,0 0 1,0-1 0,1-1 0,0 1 0,0-2-1,0 1 1,0-1 0,1 0 0,0-1-1,1 0 1,0 0 0,0-1 0,-3-6 64,-31-48-1641</inkml:trace>
  <inkml:trace contextRef="#ctx0" brushRef="#br1" timeOffset="-51214.73">22303 1924 27958,'132'-4'2985,"-3"4"-2649,-4 0 32,-42 2-192,-6 25-176,-16-3-168,-6-2-624</inkml:trace>
  <inkml:trace contextRef="#ctx0" brushRef="#br1" timeOffset="-50557.995">16670 4457 27430,'0'0'2411,"0"0"-1624,0 0-447,-4 21-125,1 1-154,-40 107 374,3-73-320,-2-2 1,-2-3-1,-3-1 1,-2-2-1,-2-2 1,-2-3-1,-2-2 1,-11 4-116,-111 69 23,-4-9 0,-5-7 0,-5-8 0,-2-9 0,-5-9 0,-2-8 0,-67 7-23,160-44-11,-1-4 1,-1-5-1,-1-5 0,0-4 0,-1-6 0,-3-4 11,112 2-35,-1-1-1,0 1 1,0-1 0,0 0-1,1 0 1,-1 0 0,0 0-1,0-1 1,0 1 0,0-1-1,1 1 1,-1-1 0,0 0-1,1 0 1,-1 0 0,0-1-1,1 1 1,-1-1 0,1 1-1,0-1 1,0 0 0,0 0 0,0 0-1,0 0 1,0 0 0,0 0-1,0-1 1,1 1 0,-1 0-1,1-1 1,0 0 0,0 1-1,0-1 1,0 0 0,0 1-1,0-1 1,1 0 0,-1 0-1,1 0 1,0 1 0,0-1-1,0 0 1,0 0 0,1 0-1,-1-1 36,7-45-3052,14-5-6273</inkml:trace>
  <inkml:trace contextRef="#ctx0" brushRef="#br1" timeOffset="-50048.386">14952 4942 29310,'-20'17'1349,"-931"728"-613,914-715-704,-9 7 16,1 3 1,2 1-1,2 2 0,-8 13-48,45-52 8,1-1 0,-1 1 1,1 0-1,0 0 0,0 0 0,0 0 0,1 1 1,0-1-1,-1 0 0,2 1 0,-1 0 0,0 0 1,1-1-1,0 1 0,0 0 0,0 0 0,1 0 1,0 0-1,0 0 0,0 0 0,1 0 0,-1 0 1,1 0-1,0 0 0,0 0 0,1 0 0,0-1 0,0 1 1,0-1-1,0 1 0,1-1 0,-1 0 0,1 1 1,0-1-1,0-1 0,1 1 0,-1 0 0,1-1 1,0 0-1,0 0 0,0 0 0,3 1-8,23 9 30,0-2-1,0-1 0,1-1 1,0-2-1,0-1 0,1-1 1,26-1-30,139 7-786,0-9 1,1-8 0,82-19 785,-241 20-3472</inkml:trace>
  <inkml:trace contextRef="#ctx0" brushRef="#br1" timeOffset="-49641.659">9904 6445 29966,'0'0'750,"0"0"-375,0 0-162,-18-20-106,-56-70-41,27-36 50,46 121-114,0-1-1,0 0 1,0 1-1,-1-1 1,0 1-1,0-1 1,-1 1-1,0 0 1,1 0-1,-2 0 1,1 0-1,0 0 1,-1 1-1,0 0 1,0 0-1,-1 0 1,1 0-1,-1 0 1,1 1-1,-1 0 1,0 0-1,-1 0 1,1 1-1,0 0 1,-1 0-1,1 0 1,-1 0-1,0 1 1,1 0-1,-1 0 1,0 1-1,0 0 1,0 0-1,-2 0-1,-2 4-1,1 1 1,0 0-1,0 0 0,1 1 1,0 0-1,0 0 0,0 1 0,0 0 1,1 0-1,1 1 0,-1 0 1,1 0-1,0 0 0,1 1 1,0 0-1,1 0 0,-1 1 0,2-1 1,-2 4 0,-24 58 12,2 1 1,4 2-1,3 0 1,4 1-1,2 1 0,4 0 1,3 1-1,4 0 1,3 9-13,13 52 123,-12-133-112,0-1 0,1 1 0,-1-1 0,1 0 0,1 1 0,-1-1 0,0 0 0,1-1 0,0 1 0,0 0 1,0-1-1,0 1 0,1-1 0,-1 0 0,1 0 0,0-1 0,0 1 0,0-1 0,0 0 0,0 0 0,1 0 0,-1 0 0,0-1 0,1 1 0,-1-1 1,1-1-12,3 2 23,-1-1 0,1 0 1,-1-1-1,1 0 1,-1 0-1,1-1 1,0 1-1,-1-2 0,0 1 1,1-1-1,-1 0 1,0-1-1,0 0 1,0 0-1,0 0 1,-1-1-1,1 0 0,-1 0 1,0 0-1,0-1 1,1-2-24,100-139 117,-23-15-122,-8-3-1,-7-4 1,31-124 5,-63 177-404,-5-1 0,-5-2 1,-5 0-1,-6-2 0,1-108 404,-17 76-600,1 151 612,-1 0 0,1-1 0,-1 1 0,0-1 0,1 1 0,-1 0 0,0-1 0,0 1 0,0-1-1,0 1 1,0-1 0,0 1 0,-1-1 0,1 1 0,0 0 0,-1-1 0,1 1 0,-1 0 0,0-1 0,1 1 0,-1 0 0,0-1 0,0 1 0,1 0 0,-1 0 0,0 0 0,0 0 0,0 0 0,-1 0 0,1 0 0,0 0 0,0 1 0,0-1 0,-1 0 0,1 1 0,0-1 0,-1 0 0,1 1 0,0 0 0,-1-1 0,1 1 0,-1 0 0,1 0 0,-1 0 0,1 0-12,-20 46 304,-22 250 314,26-46 191,13 142-809,2-343-16,3-1 0,2 1 0,2 0 1,2-1-1,2 0 0,2-1 0,3 0 1,1-1-1,2 0 0,14 23 16,8-13-693,-6-25-840</inkml:trace>
  <inkml:trace contextRef="#ctx0" brushRef="#br1" timeOffset="-49216.999">11306 6167 17004,'0'0'12166,"0"0"-9317,-21-12-2558,-71-41-190,-15-45 97,101 89-194,-1 1 0,-1-1 0,1 1 0,-1 1 0,0 0 0,-1 0 0,0 0 0,0 1 0,0 0 0,-1 1 1,0 0-1,0 1 0,0 0 0,-8-2-4,13 5-5,0 0 1,0 1 0,0 0 0,0 0-1,0 0 1,0 0 0,0 1 0,0 0-1,0 0 1,1 0 0,-1 1 0,0 0-1,0 0 1,1 0 0,-1 0 0,1 1-1,0-1 1,0 1 0,0 0 0,0 1 0,0-1-1,-1 2 5,-10 15-5,0 1 1,1 0-1,1 1 0,2 1 0,0 0 0,1 0 0,1 1 0,1 0 0,-1 10 5,-9 35-2,3 0 1,3 1-1,4 1 0,2 0 0,4 62 2,0-127 3,1 0-1,-1 0 1,2 0-1,-1 0 1,1 0-1,0 1 1,0-1-1,0 0 1,1 0-1,0 0 1,0 0 0,1 0-1,0 0 1,0 0-1,0 0 1,1-1-1,0 1 1,0-1-1,0 0 1,0 1 0,1-2-1,0 1 1,0 0-1,1-1 1,-1 0-1,1 0 1,0 0-1,0 0 1,0-1 0,0 0-1,1 0 1,-1 0-1,1-1 1,0 0-1,2 1-2,2-1 6,-1 0 1,1-1-1,0 0 0,0 0 0,0-1 0,-1-1 0,1 0 0,0 0 0,0-1 0,-1 0 0,1 0 1,-1-1-1,0-1 0,0 1 0,0-2 0,0 1 0,0-1 0,-1 0 0,0-1 0,0 0 0,-1 0 1,1-1-1,-1 0 0,-1 0 0,0-1 0,1 0-6,35-50-3,-3-2-1,-3-2 1,-2-1-1,-3-1 1,13-43 3,6-20-369,-6-1 0,-5-3 1,6-51 368,7-208-5593,-48 283-1990</inkml:trace>
  <inkml:trace contextRef="#ctx0" brushRef="#br1" timeOffset="-48928.83">11429 4875 25742,'0'0'2128,"0"0"-1120,-17 172-24,17-1-119,0 44-225,0 20-128,0-4-96,6-22-144,7-18-128,-2-43-88,-2-43-56,2-42 0,0-28-56,4-5-144,29-26-296,-4-4-280,-1-12-1001</inkml:trace>
  <inkml:trace contextRef="#ctx0" brushRef="#br1" timeOffset="-48452.568">12157 5885 30983,'0'651'1784,"18"-772"-1784,27-89-9,9 3 1,13-13 8,-65 209-7,0 0 1,1 0-1,0 0 1,0 0 0,1 1-1,1-1 1,0 1-1,0 0 1,1 1 0,0-1-1,1 1 1,0 0-1,0 1 1,1 0 0,0 0-1,0 1 1,1-1-1,0 2 1,0-1 0,1 2-1,0-1 1,0 1-1,0 0 1,0 1 0,5-1 6,-7 5 0,0 0-1,0 0 1,-1 1 0,1 0 0,0 0 0,0 1 0,-1-1 0,1 2 0,-1-1 0,1 1 0,-1 1 0,0-1 0,0 1 0,0 0-1,-1 1 1,0-1 0,1 1 0,-2 1 0,1-1 0,-1 1 0,1 0 0,1 3 0,26 23-37,133 100-1273,-87-81-805</inkml:trace>
  <inkml:trace contextRef="#ctx0" brushRef="#br1" timeOffset="-48265.871">13367 4948 28974,'-29'106'2641,"5"33"-2385,16 20-144,8-11-64,26-41 72,15-24 168,3-26-88,11-12-136,15 1-64,11-9-88,14-11-216,38-34-304,-23-26-737,-16-17-1407</inkml:trace>
  <inkml:trace contextRef="#ctx0" brushRef="#br1" timeOffset="-48264.871">14038 4968 29246,'-71'102'1897,"-14"40"-1529,-20 38-136,-3 13-112,8 6-32,1 16-88,29-49-176,6-28-1225</inkml:trace>
  <inkml:trace contextRef="#ctx0" brushRef="#br1" timeOffset="-47853.392">13078 6581 30567,'-19'10'638,"-219"101"-175,-540 204 393,-653 165-856,1016-360 61,-4-18 0,-5-18-1,-3-18 1,-135-9-61,219-43 0,1-15 0,-277-39 0,298 3-11,255 35-41,66 2 16,0 0-1,1 1 0,-1-1 0,0 1 1,1-1-1,-1 1 0,0 0 0,0-1 1,1 1-1,-1-1 0,0 1 0,0-1 1,0 1-1,0 0 0,0-1 0,0 1 1,0-1-1,0 1 0,0 0 1,0-1-1,0 1 0,0-1 0,0 1 1,0-1-1,0 1 0,-1 0 0,1-1 1,0 1-1,-1-1 0,1 1 0,0-1 1,-1 1-1,1-1 0,0 1 0,-1-1 1,1 0-1,-1 1 0,1-1 0,-1 0 1,1 1-1,-1-1 0,1 0 1,-1 1-1,1-1 0,-1 0 0,1 0 1,-1 0-1,0 1 0,1-1 0,-1 0 1,0 0 36,4 2-166,22 18-1973</inkml:trace>
  <inkml:trace contextRef="#ctx0" brushRef="#br0" timeOffset="-27961.301">10579 10471 24989,'0'0'1783,"0"0"-277,0 0-748,24-15-286,76-47-131,-98 60-321,0 1 1,0-1-1,0 0 1,0 1-1,0-1 1,0 1-1,0 0 1,1 0-1,-1 0 0,1 0 1,-1 0-1,0 1 1,1-1-1,0 0 1,-1 1-1,1 0 1,-1 0-1,1 0 0,-1 0 1,1 0-1,-1 0 1,1 1-1,0-1 1,-1 1-1,0 0 0,1 0 1,-1 0-1,1 0 1,-1 0-1,0 0 1,0 1-1,0-1 1,0 1-1,0-1 0,0 1 1,0 0-1,0 0 1,0 0-1,-1 0 1,1 0-1,-1 0 0,1 1-20,7 91 524,-17-66-451,0-1 1,-2 0-1,-1-1 1,-2 0-1,0 0 1,-2-1-1,0-1 1,-2-1-1,0 0 1,-2-1-1,-8 7-73,25-27 7,-147 170 254,148-171-261,0-1 1,0 1-1,0 0 1,0 0-1,1-1 1,-1 1-1,0 0 1,0 0-1,1 0 1,-1 0-1,0 0 1,1 0-1,-1 0 1,1 0-1,0 0 1,-1 0-1,1 0 1,0 1-1,0-1 0,-1 0 1,1 0-1,0 0 1,0 0-1,0 1 1,0-1-1,0 0 1,1 0-1,-1 0 1,0 0-1,1 0 1,-1 0-1,0 1 1,1-1-1,-1 0 1,1 0-1,0 0 1,-1 0-1,1 0 1,0-1-1,0 1 1,-1 0-1,1 0 0,0 0 1,0-1-1,0 1 1,0 0-1,0-1 1,0 1-1,1 0 0,59 11 117,-28-15-96,-1-1 1,0-2-1,0-1 0,-1-2 1,0-1-1,-1-1 0,0-2 1,0-1-1,-2-1 0,0-1 1,0-2-1,-2 0 0,0-2 1,-1-1-1,17-20-21,-4 9 0,-2-2 0,-2-1 0,-1-2 0,-1-1 0,-3-1 0,-1-2 0,-2-1 0,-1 0 0,-3-2 0,-2-1 0,-1-1 0,-3-1 0,-1 0 0,-3 0 0,-2-2 0,-2 1 0,-2-1 0,-2-1 0,-2-36 0,-2 72 0,0-1 0,-1 0 0,-1 0 0,0 0 0,-1 1 0,0-1 0,-1 1 0,-1 0 0,0 0 0,-1 0 0,-1 1 0,0 0 0,-1 0 0,0 0 0,-1 1 0,0 1 0,-1 0 0,0 0 0,-1 0 0,0 2 0,0-1 0,-1 1 0,-1 1 0,1 0 0,-3 0 0,-10 2 0,-1 0 0,0 2 0,0 1 0,0 1 0,0 1 0,0 1 0,0 1 0,-1 2 0,2 0 0,-21 7 0,-18 11 0,0 2 0,2 4 0,1 2 0,1 3 0,2 2 0,1 3 0,2 3 0,2 2 0,1 2 0,3 2 0,1 2 0,3 3 0,-26 37 0,29-41 0,2 2 0,2 2 0,3 2 0,1 1 0,3 1 0,3 2 0,2 1 0,3 1 0,2 1 0,3 1 0,2 0 0,3 1 0,3 1 0,3 0 0,2 0 0,3 1 0,5 24 0,-3-71 0,2-1 0,0 1 0,1-1 0,1 0 0,0 0 0,1 0 0,1-1 0,0 1 0,2-1 0,-1-1 0,2 0 0,0 0 0,0 0 0,1-1 0,1 0 0,0-1 0,1-1 0,0 0 0,1 0 0,0-1 0,1-1 0,0 0 0,0-1 0,1 0 0,14 4 0,9-2 0,1-2 0,1-1 0,-1-3 0,1-1 0,0-2 0,0-1 0,4 0 0,1-2 0,-1-3 0,0-1 0,0-1 0,0-3 0,41-15 0,67-37-279,-4-7 1,-2-6-1,31-27 279,-62 31-1439,-25 11-1991</inkml:trace>
  <inkml:trace contextRef="#ctx0" brushRef="#br0" timeOffset="-27754.875">12280 11274 15707,'0'0'14635,"0"0"-14058,0 0-321,46 125 48,-33-94-160,-2-7-144,-5-8-1569</inkml:trace>
  <inkml:trace contextRef="#ctx0" brushRef="#br0" timeOffset="-27174.823">15375 8943 29774,'0'0'745,"0"0"-385,0 0-24,0 0-48,142 104-24,-105-80-24,-2-4-128,-2-1-104,-4 1-8,-9 2-304,-7-5-472,-13-7-2385</inkml:trace>
  <inkml:trace contextRef="#ctx0" brushRef="#br0" timeOffset="-26782.96">14895 9254 29198,'0'29'770,"15"417"483,3 62-870,-18-489-542,15 64-1573,3-87-30,43-139-11688,-47 98 9829,-1 12 5879,0 1 0,3 0 0,0 1 0,2 1 0,1 1 0,13-15-2258,-5 11 904,2 2 0,1 0 0,1 2 0,1 2 0,3 0-904,25-15 260,2 4 0,1 2 0,2 3 1,1 3-1,2 3 0,7 0-260,36-5 256,2 6 0,0 4 0,2 5 0,0 5-1,0 5 1,75 6-256,-183 0 6,1 1 1,-1-1-1,1 1 0,-1 0 0,1 1 1,-1 0-1,0 0 0,1 0 0,-1 1 0,0 0 1,0 0-1,0 1 0,0 0 0,-1 1 1,1-1-1,-1 1 0,0 0 0,0 1 0,0-1 1,0 1-1,-1 0 0,0 1 0,0-1 1,2 4-7,-6-4-87,0-1 0,0 1 0,0-1 0,-1 1 0,1-1 0,-1 1 0,0-1 0,-1 1 0,1 0 0,-1-1 0,0 1 0,0-1 0,0 0 0,-1 1 1,1-1-1,-1 0 0,0 0 0,0 0 0,-1 0 0,1 0 0,-1-1 0,0 1 0,0-1 0,0 1 0,-1-1 0,1 0 0,-1 0 0,1-1 0,-1 1 1,0-1-1,0 0 0,-2 1 87,-50 27-4263</inkml:trace>
  <inkml:trace contextRef="#ctx0" brushRef="#br0" timeOffset="-26482.613">15820 9676 29918,'-101'131'697,"-18"22"-257,-12 19-232,8-12 56,20-18-64,18-8-104,21-23-96,29-33-192,33-24-304,2-27-793,6-19-1087</inkml:trace>
  <inkml:trace contextRef="#ctx0" brushRef="#br0" timeOffset="-26481.613">16122 9986 29198,'0'0'952,"125"-16"-399,-50 6-185,3 1-48,-7 3-168,-8 0-152,-1-2-104,-16 2-776,-16-2-2601</inkml:trace>
  <inkml:trace contextRef="#ctx0" brushRef="#br0" timeOffset="-26153.268">15749 10465 30070,'-210'188'665,"-31"37"-233,28-14-224,12 2-56,17-10-48,35-23-104,41-48-16,47-45-256,39-46-400,28-49-257,23-23-1063,8-21-2473</inkml:trace>
  <inkml:trace contextRef="#ctx0" brushRef="#br0" timeOffset="-25814.913">16109 10331 29198,'51'-18'287,"56"-22"220,3 4 0,1 5-1,103-15-506,-92 45 500,-119 1-546,0 1-1,0 0 0,0 0 0,0 0 1,0 0-1,0 0 0,0 1 0,0-1 1,0 1-1,-1 0 0,1 0 0,-1 0 1,1 0-1,-1 0 0,0 0 0,0 1 1,0-1-1,0 1 0,0 0 0,0-1 0,-1 1 1,1 0-1,-1 0 0,0 0 0,0 0 1,0 0-1,0 0 0,-1 0 0,1 1 1,-1-1-1,0 0 0,0 0 0,0 3 47,-3 4-469,-1 1-1,0-1 0,-1 0 0,0 0 0,0 0 1,-1-1-1,0 1 0,-1-2 0,0 1 1,-1-1-1,1 0 0,-2 0 0,1-1 0,-1 0 1,0-1-1,0 0 0,-1 0 0,-9 4 470,-7 8-806,16-11 715,-43 29 1715,2 2 1,2 2-1,1 2 1,2 3-1,-20 27-1624,4 18 557,4 3-1,4 3 0,5 2 0,3 2 0,5 2 1,-8 42-557,45-133 38,-9 35 82,28-59-72,73-89-242,3 4 0,5 4 0,4 5 0,37-23 194,-118 100-7,0 0 0,1 1 1,0 0-1,1 2 0,0 0 1,0 2-1,1 0 0,0 2 1,0 0-1,1 1 0,-1 2 1,1 0-1,0 1 0,16 2 7,-37-1 6,1 0-1,-1 0 1,1 0 0,-1 1-1,1-1 1,-1 1-1,0-1 1,1 1-1,-1 0 1,0 0 0,0 0-1,0 0 1,1 0-1,-1 0 1,0 1-1,0-1 1,-1 1-1,1 0 1,0-1 0,0 1-1,-1 0 1,1 0-1,-1 0 1,0 0-1,1 0 1,-1 0 0,0 0-1,0 1 1,0-1-1,-1 0 1,1 1-1,-1-1 1,1 0-1,-1 1 1,0-1 0,0 1-1,0-1 1,0 0-1,0 1-5,-33 96 271,-25-19-208,-3-2-1,-4-3 1,-2-3-1,-4-2 1,-24 14-63,2-1-1078,72-69-1108</inkml:trace>
  <inkml:trace contextRef="#ctx0" brushRef="#br0" timeOffset="-24656.185">18595 8974 28942,'0'0'755,"-1"23"41,-26 170 90,-138 246-449,165-439-445,1 0 1,-1 0-1,0-1 0,0 1 1,0 0-1,1 0 0,-1 0 0,0 0 1,0 0-1,1 0 0,-1 0 1,0 0-1,0 0 0,1 0 0,-1 1 1,0-1-1,0 0 0,0 0 1,1 0-1,-1 0 0,0 0 0,0 0 1,0 0-1,1 1 0,-1-1 1,0 0-1,0 0 0,0 0 1,1 0-1,-1 1 0,0-1 0,0 0 1,0 0-1,0 0 0,0 1 1,0-1-1,0 0 0,0 0 0,1 1 1,-1-1-1,0 0 0,0 0 1,0 1 7,28-33-56,-18 20-5,41-46-58,3 3 0,1 2-1,3 2 1,2 3 0,2 2 0,2 3 0,2 4 0,51-23 119,-103 56 35,-1 2 0,2-1 0,-1 2 0,0 0 0,1 0 0,0 2 0,-1-1 0,1 2 1,4 0-36,-17 0 14,0 0-3,-1 0 0,0-1 0,1 1 0,-1 0 0,1 0 0,-1 0 0,1 0 0,-1 0 0,1 0 0,-1 0 0,1 0 0,-1 1 0,0-1 0,1 1 0,-1-1 0,1 1 0,-1-1 1,0 1-1,0 0 0,1 0 0,-1 0 0,0-1 0,0 1 0,0 0 0,0 1 0,0-1 0,0 0 0,0 0 0,0 0 0,0 0 0,-1 1 0,1-1 0,0 0 0,-1 1 0,1-1 0,-1 1 1,0-1-1,1 0 0,-1 1 0,0 0-11,0 7 22,-1-1 1,-1 1-1,0-1 1,0 1 0,0-1-1,-1 0 1,0 0-1,-1 0 1,0 0-1,0 0 1,0-1 0,-1 0-1,0 0 1,-1 0-1,0 0 1,0-1 0,-4 3-23,-4 8 26,-153 174 153,-139 120-179,133-165 27,186-148-30,411-184-209,-335 145 171,288-115-118,-353 155 196,-38 29-17,-178 139 64,-89 44 4,-236 130-88,850-508-76,-294 149 60,8-5-10,1 2 0,1 2-1,1 3 1,1 1-1,6 2 27,-56 12 0,0 0-1,1 0 0,-1 0 0,1 0 0,-1 1 0,1-1 1,-1 0-1,1 1 0,-1-1 0,1 1 0,0 0 1,-1 0-1,1-1 0,0 1 0,-1 0 0,1 0 0,0 0 1,-1 1-1,1-1 0,0 0 0,-1 1 0,1-1 1,-1 1-1,1-1 0,0 1 0,-1 0 0,0 0 0,1 0 1,-1 0-1,1 0 0,-1 0 0,0 0 0,0 0 1,0 0-1,0 1 0,1-1 0,-2 0 0,1 1 0,0-1 1,0 1-1,0-1 0,-1 1 0,1-1 0,-1 1 1,1-1-1,-1 1 0,1 0 0,-1-1 0,0 1 0,0 0 1,0-1-1,0 1 0,0 0 0,0-1 0,-1 1 1,1 0-1,-1 0 1,0 8-1,-1-1 1,0 1 0,-1-1 0,0 0-1,0 0 1,-1 0 0,0 0 0,-1-1-1,1 0 1,-2 1 0,1-2-1,-1 1 1,0-1 0,-1 0 0,-1 1 0,0 2 0,-486 529 50,486-529-41,-43 76 158,58-75-135,7-11-30,-1 0 0,0-2 0,1 1 0,-1-2 0,0 0 0,0 0 0,0-1 0,-1-1 0,0 0 0,1 0 0,-2-2 0,1 1-1,0-2-1,0 2-2,58-33-33,-48 25 26,0 1 0,1 1 1,0 1-1,1 1 0,1 1 0,16-3 9,-28 20-27,-14 3 28,0-1 0,-1 1 0,0-1 0,-1 0 0,0 0 0,0 0 0,-1 0 0,0 0 0,-1-1 0,0 0 0,-1 0 0,-3 4-1,-6 15 4,-260 499 182,273-521-182,-2 1 12,0 0-1,1 0 1,0 1-1,0-1 0,1 1 1,0 0-1,0 0 1,1 0-1,0 0 1,1 0-1,0 0 1,0 0-1,0 3-15,3-9 16,-1 1 0,1-1 0,0 1 0,0-1 0,0 0 0,0 0 0,0 0 0,1-1 0,-1 1 0,0-1 0,1 1 0,-1-1 0,1 0 0,-1-1 0,1 1 0,0-1 0,-1 1 0,1-1 0,0 0 0,-1 0 0,1-1 0,0 1 0,-1-1 0,1 0 0,-1 0 0,1 0 0,0-1-16,25-8 26,-1-2 0,0-1 0,-1-1 0,-1-1 0,0-1 0,-1-2 0,-1-1 1,0 0-1,-2-2 0,17-19-26,-30 32 10,246-253 82,-254 280-1778,-5 4-829</inkml:trace>
  <inkml:trace contextRef="#ctx0" brushRef="#br0" timeOffset="-24333.625">15401 12132 30038,'0'0'1737,"131"0"-1521,106-17-24,88-21 104,78-19-8,31-10-288,-15 16 0,-3 23 0,-10 28 0,-23 37 0,-102 11 0,-64-3-2256</inkml:trace>
  <inkml:trace contextRef="#ctx0" brushRef="#br0" timeOffset="-4179.887">24769 10355 29974,'0'0'673,"165"30"-521,74-22-56,83-8 80,66-10 176,33-28 16,-12-1-152,6 1-72,-25 15-48,-35 13-96,-37 10-88,-97 0-552,-56 6-1273</inkml:trace>
  <inkml:trace contextRef="#ctx0" brushRef="#br0" timeOffset="-5344.422">26249 8384 26118,'0'0'1864,"0"0"-1192,0 0-440,0 0 192,-53 138 216,-13-9-23,-21 40-209,-8 17-128,3-3-104,16-15-56,14-24-88,16-10 0,18-25-32,15-35-56,13-28-208,46-40-400,11-6-1065,11-12-3592</inkml:trace>
  <inkml:trace contextRef="#ctx0" brushRef="#br0" timeOffset="-4969.707">27106 8538 29190,'-26'35'239,"-57"70"154,6 3-1,4 4 1,5 3 0,-18 50-393,78-147 34,0 0 1,2 1 0,0-1-1,1 1 1,1 1-1,1-1 1,1 0-1,0 2-34,2-15 2,0 0 0,0-1 0,1 1-1,0-1 1,0 1 0,0-1 0,0 0-1,1 1 1,0-1 0,0 0 0,1 0 0,-1 0-1,1 0 1,0-1 0,0 1 0,1-1 0,-1 1-1,1-1 1,0 0 0,0-1 0,0 1-1,1-1 1,-1 0 0,1 0 0,0 0 0,0-1-1,0 1 1,0-1 0,5 1-2,11 1-30,1-1-1,-1-1 1,1-1-1,0-1 1,-1-1-1,1-1 1,0-1 0,-1 0-1,0-2 1,0-1-1,0 0 1,-1-1-1,0-2 1,0 0 0,-1-1-1,0-1 1,0 0-1,-2-2 1,1 0-1,-2-1 1,0 0 0,11-14 30,-23 25-8,0-1 1,-1 0 0,1 0 0,-1 0-1,0 0 1,0 0 0,-1 0-1,1-1 1,-1 1 0,0-1 0,0 0-1,-1 0 1,1 0 0,-1 0 0,0 0-1,0 0 1,-1 0 0,0-2 7,0 4-1,-1 0 0,-1 0 0,1 1 0,0-1 0,-1 1 0,1-1 0,-1 1 0,0 0 1,0-1-1,0 1 0,0 0 0,0 0 0,0 0 0,0 1 0,-1-1 0,1 0 0,-1 1 0,1 0 0,-1-1 0,0 1 0,1 0 0,-1 0 1,0 1-1,0-1 0,0 1 0,0-1 0,0 1 0,0 0 0,1 0 0,-1 0 0,0 0 0,0 1 0,-2 0 1,-1-2 0,-70-2 40,-1 3 0,0 4 0,1 3 0,0 3 0,0 4 0,-72 23-40,113-24-25,48-8-343,55-9-2286,5-9-2951</inkml:trace>
  <inkml:trace contextRef="#ctx0" brushRef="#br0" timeOffset="-4601.409">28669 8511 28438,'-23'-2'647,"-176"-2"-172,176 9-419,1 1 1,-1 1 0,1 1 0,1 1-1,-1 1 1,2 1 0,0 0-1,0 2 1,1 0 0,0 2 0,1 0-1,1 0 1,0 2 0,2 0-1,-7 9-56,-2 5 36,2 0 0,1 2 0,2 0 1,1 1-1,2 1 0,1 1 0,2 0 0,-9 37-36,5 102 20,18-168-20,0 1 0,1-1 0,0 0 0,0 0 0,0 0 0,1 0 0,0 0 0,0-1 1,1 1-1,0-1 0,0 0 0,0 0 0,1-1 0,0 1 0,0-1 0,0 0 0,1 0 1,0 0-1,0-1 0,0 0 0,0 0 0,1-1 0,6 3 0,2 1-3,0-2 0,0 0 0,1 0-1,-1-2 1,1 0 0,0 0 0,0-2 0,0 0-1,0-1 1,5 0 3,-4-3-184,0 0 0,-1-1 0,1-1 0,-1 0 0,0-1 0,0-1 0,0 0 0,-1-1 0,-1-1 0,1-1 0,-1 0 0,-1 0 0,12-12 184,30-29-3044</inkml:trace>
  <inkml:trace contextRef="#ctx0" brushRef="#br0" timeOffset="-4371.009">28305 8945 26774,'0'0'1291,"0"0"-790,0 0-306,22 5 13,159 26 123,56-30-265,-235-1-59,-1-1-1,1 1 1,0 0-1,-1 0 1,1 0-1,-1 0 1,1 0-1,0 1 1,-1-1-1,1 0 1,0 1-1,-1-1 1,1 1 0,-1 0-1,1-1 1,-1 1-1,0 0 1,1 0-1,-1 0 1,0 0-1,1 0 1,-1 0-1,0 0 1,0 1-1,0-1 1,0 0-1,0 1 1,0-1-1,0 1 1,-1-1-1,1 1 1,0-1-1,-1 1 1,1-1-1,-1 1 1,0-1-1,1 1 1,-1 0-1,0-1 1,0 1-1,0 0 1,0-1 0,0 1-1,-1 0 1,1-1-1,0 1 1,-1-1-1,1 1 1,-1-1-1,0 2-6,1 4 88,-39 227 1387,24 157-2237,8-333-925</inkml:trace>
  <inkml:trace contextRef="#ctx0" brushRef="#br0" timeOffset="2310.505">29254 8564 23005,'0'0'4530,"0"0"-3215,0 0-768,0 0-27,0 0-48,21 22-161,66 73-152,-82-90-154,-1 0 1,0 0 0,0 1 0,0 0 0,-1 0 0,0 0 0,0 0 0,0 0 0,-1 0-1,0 1 1,0-1 0,-1 1 0,0 0 0,0-1 0,0 1 0,-1 0 0,0 0-1,0-1 1,-1 3-6,0 14 6,-1-10-5,0-1-1,-1 1 1,-1-1 0,0 0-1,-1 0 1,0 0 0,0-1-1,-2 0 1,1 0 0,-1 0-1,-1-1 1,0 0 0,0 0-1,-1-1 1,0 0 0,-1-1-1,0 0 1,0 0 0,-5 2-1,-19 19-18,33-22-8,90-5-163,35 10 132,-121-11 58,-1 0 1,0 0-1,0 0 1,0 0 0,1 1-1,-1-1 1,0 0 0,-1 1-1,1 0 1,0-1-1,0 1 1,-1 0 0,1 0-1,-1 0 1,1 0 0,-1 0-1,0 0 1,0 1-1,0-1 1,0 0 0,0 1-1,-1-1 1,1 0 0,-1 1-1,1-1 1,-1 1-1,0-1 1,0 1 0,0-1-1,0 0 1,-1 1 0,1-1-1,0 1 1,-1-1-1,0 0 1,0 1 0,1-1-1,-2 2-1,-58 74 235,42-62-224,0-1-1,-1-1 1,0 0 0,-1-2 0,-1 0 0,0-1 0,-1-1 0,0-1 0,0-1 0,-1-2 0,-6 2-11,26-8-18,1 1 1,1-1-1,0 1 0,-1-1 0,1 1 0,0-1 1,-1 0-1,1 0 0,-1 0 0,1 0 1,0 0-1,-1 0 0,1 0 0,-1 0 0,1-1 1,-1 1-1,1 0 0,0-1 0,-1 1 0,1-1 1,0 0-1,0 1 0,-1-1 0,1 0 1,0 0-1,0 0 0,0 1 0,0-1 0,0 0 1,0-1-1,0 1 0,0 0 0,1 0 1,-1 0-1,0-1 0,1 1 0,-1 0 0,0 0 1,1-1-1,-1 0 18,-2-133-3884,3 59-3136</inkml:trace>
  <inkml:trace contextRef="#ctx0" brushRef="#br0" timeOffset="2581.202">29171 8562 26886,'0'0'1088,"0"0"-256,-57 166-24,13-18-208,0 33-231,11 22-201,11-47-168,7-36-1265</inkml:trace>
  <inkml:trace contextRef="#ctx0" brushRef="#br1" timeOffset="18956.867">25315 10270 24661,'0'0'978,"-9"-25"-371,0-1-491,-33-144 685,49 55 330,-7 112-1090,1 1 1,0-1-1,1 0 1,-1 1 0,0-1-1,1 1 1,0-1-1,-1 1 1,1 0-1,0 0 1,0 0-1,0 0 1,0 0-1,1 0 1,-1 0-1,1 1 1,-1-1-1,1 1 1,-1 0-1,1-1 1,0 1-1,-1 1 1,1-1-1,0 0 1,0 1-1,0-1 1,0 1 0,-1 0-1,1 0 1,0 0-1,0 0 1,0 0-1,0 1 1,0-1-1,0 1 1,-1 0-1,1 0 1,0 0-42,10 5 96,1 0 1,-1 1 0,-1 0 0,1 1-1,-2 0 1,1 1 0,-1 1 0,0 0-1,-1 0 1,0 1 0,-1 0-1,0 1 1,0 0 0,-2 0 0,3 5-97,41 67 366,-4 3 0,-4 1 0,27 80-366,27 56 323,-97-223-322,0 0 0,0 1-1,0 0 1,0 0-1,1 0 0,-1 0 1,0 0-1,1-1 1,-1 1-1,1 0 1,0 0-1,0-1 0,-1 1 1,1 0-1,0-1 1,1 1-1,-1-1 1,0 1-1,0-1 0,0 0 1,1 1-1,-1-1 1,1 0-1,-1 0 1,1 0-1,0 0 0,-1 0 1,1 0-1,0-1 1,-1 1-1,1 0 1,0-1-1,0 1 0,0-1 1,0 0-1,0 0 1,-1 0-1,1 0 0,0 0 1,0 0-1,0 0 1,0 0-1,0-1 1,-1 1-1,1-1 0,0 0 1,0 1-1,-1-1 1,1 0-1,0 0 1,-1 0-1,2-1 0,68-122 0,2-18 0,137-232 0,-205 365 0,1-1 0,0 1 0,0 0 0,1 0 0,0 1 0,1 0 0,0 0 0,0 1 0,0 0 0,1 0 0,0 1 0,1 0 0,-1 1 0,1 0 0,0 0 0,0 1 0,1 0 0,-1 1 0,1 0 0,0 1 0,0 0 0,0 1 0,0 0 0,0 1 0,0 0 0,0 1 0,10 1 0,-11 4 0,0 0 0,0 1 0,-1 0 0,0 1 0,0 0 0,0 0 0,-1 1 0,-1 0 0,1 1 0,-2-1 0,1 1 0,-1 1 0,-1-1 0,0 1 0,1 2 0,0-2 0,27 58 0,-26-50 0,1 0 0,1-1 0,1-1 0,0 1 0,1-1 0,1-1 0,0 0 0,1-1 0,1 0 0,0-1 0,8 4 0,-16-14 0,0-1 0,0 0 0,0 0 0,1-1 0,0 1 0,-1-2 0,1 1 0,0-1 0,0 0 0,0 0 0,0-1 0,0 1 0,0-2 0,0 1 0,0-1 0,0 0 0,0-1 0,-1 1 0,1-1 0,0-1 0,-1 1 0,1-1 0,-1 0 0,0-1 0,0 1 0,0-1 0,-1-1 0,1 1 0,-1-1 0,4-4 0,15-14 0,-2-1 0,0-1 0,-2-1 0,-1-1 0,14-26 0,56-116-301,-78 165-171,-10 29 218,-2-18 247,1 55-60,-3-31 92,2 0 0,1 0 0,2 0 0,1 0 0,1-1 0,2 1 0,1-1 0,2 0 0,9 22-25,-17-48 12,1 0 0,0-1 0,1 0 0,-1 1 0,1-1 0,-1 0 0,1 0 0,0 0 0,0-1 0,0 1 0,0-1 0,1 1 0,-1-1 0,1 0 0,0 0 0,-1-1 0,1 1 0,0-1 0,0 0 1,0 0-1,0 0 0,0 0 0,0-1 0,0 0 0,0 0 0,0 0 0,0 0 0,0 0 0,0-1 0,0 0 0,0 0 0,0 0 0,0 0 0,0-1 0,-1 1 0,1-1 0,-1 0 0,1 0 0,-1 0 0,1-1 0,-1 1 0,2-3-12,33-31 16,-1-1 0,-2-2-1,-2-1 1,26-42-16,-13 19-72,36-70-2789,-80 112-2100</inkml:trace>
  <inkml:trace contextRef="#ctx0" brushRef="#br1" timeOffset="25000.374">24923 7781 28142,'0'0'1083,"0"0"-359,0 0-284,0 0-81,0 0-10,-3 3 11,27 58-296,-13-16-26,-1 0 1,-3 1-1,-2-1 0,-1 1 0,-3 43-38,0-45 17,1 202 70,-2-47-42,9-1-1,15 58-44,102 529-184,-120-719-674,-1-96-981,-5-13-1259</inkml:trace>
  <inkml:trace contextRef="#ctx0" brushRef="#br1" timeOffset="25476.652">25350 7629 29182,'0'0'610,"28"-1"-356,278-8 82,2068-56 557,-2092 64-948,136 0-1145,372-52 1200,-703 41-1482,-28 0-1146</inkml:trace>
  <inkml:trace contextRef="#ctx0" brushRef="#br1" timeOffset="25951.629">29640 7394 26542,'0'0'2792,"0"0"-2512,0 103-144,0 13 280,6 81 193,1 38-57,-3 16-200,-4-1-120,0-43-88,0-4-80,0-13-16,0-21-48,-6-19-112,-3-43-456,0-34-2153</inkml:trace>
  <inkml:trace contextRef="#ctx0" brushRef="#br1" timeOffset="26344.217">26562 10266 24389,'0'0'5121,"0"0"-4481,0 0-392,-239 150 89,42-2 23,-40 38-136,-6 23-112,15-4-80,44-28-32,17-15 0,20-20 0,16-14-16,28-29-88,33-26-160,15-14-288,29-27-185,8-16-1599</inkml:trace>
  <inkml:trace contextRef="#ctx0" brushRef="#br1" timeOffset="26345.217">26457 10588 27558,'0'0'3137,"99"189"-2785,-29-23-16,6 21-104,-5-9 112,-10-30 56,-17-42-232,-11-27-96,-11-22-72,-7-9-152,-13 21-448,-2-10-929,-2-12-7849</inkml:trace>
  <inkml:trace contextRef="#ctx0" brushRef="#br1" timeOffset="27039.574">23772 12683 27838,'0'0'1320,"4"-17"-341,42-255 673,-44 252-1636,0-1-1,-1 1 0,0-1 1,-2 0-1,-1 1 0,0-1 1,-2 1-1,0 0 0,-1 0 1,-1 0-1,-1 1 0,-1-1 0,-1 2 1,0-1-1,-1 1 0,-1 1 1,-1 0-1,-1 0 0,0 1 1,-1 1-1,-14-13-15,18 23-1,1 0 0,-1 1 0,0 0 0,0 1 0,0 0 0,-1 0 0,1 1 0,-1 0 0,1 1 0,-1 0 0,1 1 0,-1 0 0,0 1 0,1 0 0,-1 1 1,1 0-1,-1 0 0,1 1 0,0 1 0,0-1 0,0 2 0,1-1 0,-1 2 0,1-1 0,0 1 0,1 0 0,-1 1 0,1 0 0,1 0 0,-1 1 0,1 0 0,-5 8 1,-1-1 3,0 0-1,1 1 1,1 0-1,0 1 1,2 0 0,0 1-1,0 0 1,2 0-1,0 1 1,2 0-1,0 0 1,1 0 0,0 1-1,2 0 1,0-1-1,2 1 1,0 0-1,1 0 1,1-1 0,1 1-1,0-1 1,2 1-1,0-1 1,1 0-1,1-1 1,1 0 0,2 4-3,20 21 20,1-2 0,2-1 0,2-1 0,2-2 0,7 4-20,-5-5 16,-1 2 0,-3 1 0,-1 2 0,27 41-16,-54-70 2,0 0 1,-1 0-1,-1 1 1,0 0 0,0 0-1,-1 0 1,-1 0 0,0 1-1,-1-1 1,0 1-1,-1-1 1,0 1 0,-2 0-1,1 0 1,-2-1-1,0 1 1,0 0 0,-1-1-1,-1 0 1,0 0 0,-1 0-1,-1 0 1,0-1-1,0 0 1,-1 0 0,-1 0-1,-8 9-2,-1-1 18,-2-1 0,0-1-1,-1-1 1,-1 0 0,0-2-1,-1 0 1,-1-1-1,0-2 1,-1 0 0,0-2-1,-1 0 1,0-2 0,-1-1-1,1 0 1,-1-2 0,-1-1-1,-12-1-17,33-2 1,1 0 0,-1-1 0,0 0 0,1 0 0,-1 0 0,0-1 0,1 0-1,-1 0 1,1 0 0,-1-1 0,1 1 0,-1-1 0,1-1 0,0 1 0,0-1 0,0 0-1,0 0 1,1 0 0,-1-1 0,1 0 0,0 0 0,0 0 0,0 0 0,0 0 0,1-1-1,0 0 1,0 0 0,0 0 0,0 0 0,0-3-1,-2-17-9,0 1 0,2 0 1,2-1-1,0 0 0,1 0 0,1 1 1,1-1-1,2 1 0,0-1 0,2 1 0,1 0 1,0 1-1,2 0 0,0 0 0,2 1 1,1 0-1,0 1 0,2 0 0,2-2 9,18-30-97,3 1 0,1 2 0,3 2-1,2 2 1,2 1 0,2 2 0,2 3-1,2 1 1,1 3 0,1 3 0,10-3 97,46-18-1159,-14 11-847</inkml:trace>
  <inkml:trace contextRef="#ctx0" brushRef="#br1" timeOffset="27358.167">25330 12075 29350,'0'0'979,"0"0"-351,0 0-244,0 0-57,-23-10-70,-80-31-124,93 36-129,1 2 1,-1-1 0,0 2 0,0-1 0,0 1-1,0 1 1,0 0 0,0 0 0,0 1 0,-1 0 0,0 1-5,-1-1 0,-16 5 0,1 0 0,0 2 0,0 1 0,1 1 0,0 1 0,0 2 0,1 0 0,1 2 0,0 1 0,1 0 0,0 2 0,2 1 0,0 0 0,-9 12 0,-13 7 11,2 2-1,2 1 1,1 2 0,3 2 0,1 1 0,3 1 0,1 2-1,3 1 1,2 2 0,1 0 0,4 1 0,1 1-1,3 1 1,2 1 0,3 0 0,2 0 0,2 1 0,3 18-11,3-68 8,0 0 0,1 0 1,0 0-1,0 0 0,1-1 0,-1 1 1,1 0-1,1 0 0,-1 0 1,1-1-1,0 1 0,0-1 1,1 1-1,-1-1 0,1 0 1,0 0-1,1 0 0,-1 0 0,1-1 1,0 1-1,0-1 0,1 0 1,-1 0-1,1-1 0,0 1 1,3 1-9,8 2 4,0-1 0,1-1 0,0-1 0,0 0 0,0-1 0,1 0 0,-1-2 0,1 0 1,-1-1-1,1-1 0,-1 0 0,0-1 0,1-1 0,-1-1 0,0-1 0,-1 0 0,1-1 1,-1-1-1,0 0 0,-1-1 0,1-1 0,-2 0 0,1-1 0,-1-1 0,12-11-4,-12 11-247,1-1-1,-1 0 1,-1-1-1,0-1 1,-1 0-1,0 0 1,-1-1-1,-1-1 1,0 0-1,-1 0 1,-1-1-1,-1 0 1,0-1-1,-1 1 1,0-4 247,1-33-5147</inkml:trace>
  <inkml:trace contextRef="#ctx0" brushRef="#br1" timeOffset="27578.447">24559 12803 27662,'0'0'1192,"0"0"-445,0 0-207,21 2-5,153 6 84,5-26-289,-176 18-323,-1-1 0,1 1 0,-1 0-1,1 0 1,-1 0 0,1 0-1,-1 1 1,1-1 0,-1 1-1,1-1 1,-1 1 0,1 0 0,-1 0-1,0 0 1,1 0 0,-1 0-1,0 1 1,0-1 0,0 1-1,0-1 1,0 1 0,0 0 0,-1 0-1,1 0 1,0 0 0,-1 0-1,0 0 1,1 0 0,-1 0-1,0 1 1,0-1 0,0 0-1,0 1 1,-1-1 0,1 1 0,-1-1-1,1 1 1,-1-1 0,0 1-1,0-1 1,0 1 0,0 0-7,0 23 42,-1 0 0,-2 0 0,0 0 0,-2-1 0,0 1 0,-2-1 0,-1 0 0,-2 3-42,5-15-62,0 1-1,1-1 1,1 1 0,0 0 0,1-1-1,1 1 1,0 0 0,1 0 0,1 9 62,-1-21-100,0-1 1,1 1 0,-1 0 0,1-1-1,0 1 1,-1-1 0,1 1-1,0-1 1,0 1 0,0-1-1,0 1 1,0-1 0,0 0-1,1 0 1,-1 0 0,0 1 0,0-1-1,1 0 1,-1-1 0,1 1-1,-1 0 1,1 0 0,0-1-1,-1 1 1,1 0 0,-1-1-1,1 0 1,0 1 0,-1-1-1,2 0 100,26 2-5874</inkml:trace>
  <inkml:trace contextRef="#ctx0" brushRef="#br1" timeOffset="28003.587">25764 12174 29590,'0'0'630,"0"0"-270,0 0-64,3 17 40,5 116 103,-131 284-513,122-411 73,0-4 1,0 0-1,0 0 0,0 0 1,1 0-1,-1 1 1,1-1-1,-1 0 0,1 0 1,0 0-1,0 1 0,0-1 1,0 0-1,0 0 0,1 1 1,-1-1-1,1 0 1,-1 0-1,1 0 0,0 0 1,0 1-1,0-1 0,0 0 1,0-1-1,0 1 0,0 0 1,1 0-1,-1 0 1,1-1-1,0 1 0,-1-1 1,1 1-1,0-1 0,0 0 1,0 0-1,-1 1 0,2-1 1,115 15 9,-103-16-8,0 1 0,0 0 0,0 1 1,0 0-1,0 2 0,0-1 1,-1 2-1,0 0 0,0 1 1,1 0-2,-13-3 3,0-1 0,1 1 1,-1 0-1,0 0 0,0 0 1,-1 0-1,1 0 0,-1 1 1,1-1-1,-1 0 0,0 1 1,0-1-1,-1 1 0,1-1 0,-1 1 1,0-1-1,1 1 0,-2 0 1,1-1-1,0 1 0,-1-1 1,1 1-1,-1-1 0,0 0 1,0 1-1,-1-1 0,1 0 1,-1 1-1,1-1 0,-1 0 1,0 0-1,0 0 0,-1-1 1,1 1-1,0 0 0,-1-1 0,0 0 1,1 1-1,-4 0-3,-37 37 48,-1-1 0,-3-3 0,-1-2 0,-1-2 0,-1-2 0,-27 9-48,60-29-2,-1-1 1,0-1-1,0-1 0,-1 0 0,1-1 1,-2-1-1,1-1 0,0-1 0,-12 0 2,28-2-10,1-1-1,0 0 1,0 0 0,-1 0-1,1 0 1,0 0-1,0 0 1,-1 0 0,1-1-1,0 1 1,0-1-1,0 0 1,0 0 0,0 0-1,0 1 1,0-2-1,0 1 1,0 0 0,0 0-1,0-1 1,1 1-1,-1-1 1,1 1 0,-1-1-1,1 0 1,-1 0-1,1 0 1,0 1 0,0-1-1,0 0 1,0 0-1,0-1 1,0 1-1,1 0 1,-1 0 0,1 0-1,-1 0 1,1-1-1,0 1 1,0-1 10,-6-195-1931,6 89-100</inkml:trace>
  <inkml:trace contextRef="#ctx0" brushRef="#br1" timeOffset="28342.879">25464 12186 27702,'0'0'1032,"0"0"-352,-11 189 32,-9-31-127,1 21-137,5-5-192,10-18-168,4-48-88,0-27-24,4-4-288,10-28-392,1-15-1249</inkml:trace>
  <inkml:trace contextRef="#ctx0" brushRef="#br1" timeOffset="28343.879">26689 12551 30310,'0'0'617,"51"193"-401,-27-92-112,-11-26-72,0-22 8,3 4-16,8 0-24,4-2-192,12-29-593,-5-16-615,-7-10-1168</inkml:trace>
  <inkml:trace contextRef="#ctx0" brushRef="#br1" timeOffset="28644.628">26891 12507 29982,'0'0'673,"-72"119"-289,23-39-224,-3 9-16,1 2-24,5-6-112,5-6-8,3-6-248,6-16-504,10-18-1033,4-29-8217</inkml:trace>
  <inkml:trace contextRef="#ctx0" brushRef="#br1" timeOffset="28912.478">27358 12267 27510,'0'0'1639,"23"3"-1140,-3 1-445,-3-3-6,-1 2 1,0 0-1,0 2 1,0-1-1,0 2 0,-1 0 1,0 1-1,6 3-48,-7-2 77,-1 0 0,1 1 0,-1 0 1,-1 1-1,0 0 0,0 1 0,-1 0 0,0 1 0,-1 1 0,-1-1 0,0 2 0,0-1 1,-2 1-1,1 0 0,-2 1 0,0 0 0,1 6-77,-2 9 6,-2 0 1,-2 0-1,0 0 1,-2 0-1,-2-1 0,0 1 1,-2 0-1,-1-1 1,-2 0-1,0 0 0,-2-1 1,-2 0-1,0-1 1,-1 0-1,-2-1 0,-1 0 1,-1-1-1,-1-1 1,-1-1-1,-17 15-6,32-33-4,-6 4 36,0 0 0,1 1 0,1 0 1,-1 1-1,2 0 0,-1 0 0,2 0 1,-1 1-1,2 0 0,0 1 0,0-1 1,1 1-1,-1 5-32,5-15 10,0 0 0,0-1 0,0 1 0,1 0 0,-1 0 0,1-1 0,0 1 0,0 0 0,0-1 0,0 1 0,0-1-1,1 1 1,-1-1 0,1 0 0,-1 0 0,1 1 0,0-1 0,0 0 0,0-1 0,0 1 0,0 0 0,0 0 0,1-1 0,-1 0 0,0 1 0,1-1 0,-1 0 0,1 0 0,0 0 0,-1 0 0,1-1 0,0 1 0,-1-1 0,2 1-10,103 9 259,-99-10-252,40-4-48,1-3 1,-1-1-1,0-3 0,-1-2 0,-1-1 0,0-3 1,-1-2-1,-1-1 0,0-3 0,22-16 41,21-13-1317</inkml:trace>
  <inkml:trace contextRef="#ctx0" brushRef="#br0" timeOffset="59009.866">26308 11308 8874,'0'0'16874,"-4"-18"-12792,1 3-3891,2 7-113,-1-1 1,0 0 0,0 1 0,-1 0-1,0-1 1,0 1 0,-1 0-1,0 0 1,0 1 0,-1-1 0,0 1-1,-4-5-78,-8-1 88,0 0-1,-1 1 0,0 1 1,-1 0-1,-1 2 1,1 0-1,-1 1 0,-1 1 1,1 1-1,-1 0 1,0 2-1,-1 1 0,1 0 1,-1 2-1,-19 0-87,-117-3 74,0 7 0,0 7-1,1 6 1,-32 14-74,-624 147 31,645-136-6,-213 52 100,-178 76-125,443-127 3,3 4-1,2 6 1,2 4-1,2 5 0,4 5 1,-87 71-3,159-114 0,1 2 0,1 0 0,2 2 0,0 1 0,2 2 0,1 0 0,1 1 0,2 2 0,1 0 0,2 1 0,1 1 0,1 0 0,3 2 0,-7 25 0,14-35 0,2 1 0,1-1 0,1 1 0,1 0 0,2 0 0,0 0 0,2-1 0,1 1 0,2-1 0,0 0 0,2 0 0,1-1 0,3 6 0,24 33 0,4-1 0,2-2 0,3-2 0,2-1 0,3-3 0,3-3 0,1-1 0,3-3 0,2-2 0,40 22 0,27 18 0,4-6 0,3-6 0,4-5 0,2-6 0,3-7 0,2-6 0,3-6 0,1-7 0,18-3 0,232 23 0,2-18 0,2-18 0,313-25 0,-230-19 0,-1-20 0,-3-22 0,290-83 0,-601 111 0,-2-8 0,-2-6 0,-2-8 0,152-78 0,-288 124 0,-1-1 0,-1-2 0,0 0 0,-1-2 0,0-1 0,-2-1 0,0 0 0,-1-2 0,-2-1 0,0-1 0,-1 0 0,-1-1 0,-1-2 0,-2 1 0,0-2 0,-2 0 0,-1 0 0,5-16 0,-9 6 0,-2-1 0,-1 1 0,-2-1 0,-2 0 0,-1 0 0,-2 0 0,-1 0 0,-2 1 0,-2 0 0,-2 0 0,-1 0 0,-1 1 0,-2 0 0,-2 1 0,-4-5 0,-10-16 0,-2 2 0,-3 1 0,-2 1 0,-2 2 0,-2 2 0,-3 1 0,-1 2 0,-43-32 0,-23-1 0,-4 5 0,-3 5 0,-3 5 0,-2 6 0,-3 4 0,-1 7 0,-3 4 0,-2 7 0,-13 3 0,-329-63-297,-3 21 1,-2 21-1,-3 21 0,0 21 0,-1 20 1,-102 32 296,319-21-2933</inkml:trace>
  <inkml:trace contextRef="#ctx0" brushRef="#br0" timeOffset="59498.363">22323 12557 28958,'0'0'947,"0"0"-462,0 0-79,0 0 39,0 0 42,-20-2-44,-176-20 70,-191 12-430,82 14-83,-386 45 0,-143 52 0,704-84 0,-2546 313 0,1728-226 0,-1869 183 0,2302-250 0,-102-22 0,590-15 0,-36 2 0,0-3 0,1-2 0,0-3 0,0-2 0,0-4 0,1-2 0,-48-18 0,105 31-28,-1 0 0,1 0 0,-1 0 0,1 0 0,0-1 0,0 0 0,0 0 0,0 0 0,0 0 0,0 0 0,0-1 0,1 0 0,-1 0 0,1 0 0,0 0 0,0-1 0,0 1 1,0-1-1,0 1 0,1-1 0,0 0 0,0 0 0,0-1 0,0 1 0,1 0 0,-1 0 0,1-1 0,0 1 0,0-1 0,1 1 0,-1-1 0,1 1 0,0-1 0,1 1 0,-1-1 0,1 1 0,-1-1 0,1 1 0,2-4 28,27-45-1344,10 4-758</inkml:trace>
  <inkml:trace contextRef="#ctx0" brushRef="#br0" timeOffset="59892.817">12786 13004 29166,'-32'-1'724,"-477"5"595,272 26-1084,1 10-1,2 11 0,3 9 0,3 10 0,-57 34-234,49 2 271,235-106-272,1 0 1,-1 0-1,1 0 1,-1 0-1,1 0 1,-1 0-1,1 0 1,0 0-1,-1 1 1,1-1-1,-1 0 1,1 0-1,-1 1 0,1-1 1,0 0-1,-1 1 1,1-1-1,-1 0 1,1 1-1,0-1 1,-1 1-1,1-1 1,0 0-1,0 1 1,-1-1-1,1 1 0,0-1 1,0 1-1,0-1 1,0 1-1,0-1 1,0 1-1,-1-1 1,1 1-1,0-1 1,0 1-1,0-1 0,1 1 1,-1-1-1,0 1 1,0-1-1,0 1 1,0-1-1,0 1 1,1-1-1,-1 1 1,0-1-1,0 0 1,1 1-1,-1-1 0,0 1 1,1-1-1,-1 0 1,0 1-1,1-1 1,-1 0-1,0 1 1,1-1-1,-1 0 1,1 0-1,-1 1 1,1-1-1,-1 0 0,1 0 1,35 9-9,620 95 121,-503-71-106,-1 6 0,56 27-6,-196-61-239,0 0-1,0 1 1,0 0 0,-1 0 0,0 1-1,-1 1 1,1 0 0,-1 0 0,-1 1-1,0 0 1,0 1 0,-1 0 239,16 22-6591</inkml:trace>
  <inkml:trace contextRef="#ctx0" brushRef="#br2" timeOffset="67860.082">261 4950 30166,'0'0'515,"0"0"-324,0-20-139,2-64-7,-2 81-34,1 1-1,0-1 0,0 0 1,0 1-1,0-1 0,0 0 0,1 1 1,-1 0-1,1-1 0,-1 1 1,1 0-1,0 0 0,0 0 1,0 0-1,0 0 0,1 0 1,-1 1-1,0-1 0,1 1 1,-1-1-1,1 1 0,-1 0 1,1 0-1,0 0 0,0 0 1,-1 1-1,1-1 0,0 1-10,7-3 50,28-7 28,0 2 0,0 2-1,1 2 1,0 1 0,0 2 0,5 2-78,31-3 49,1997-15 342,-1440 19-366,-600-2-24,968 27 64,-546 16-1,-4 20 0,59 32-64,-234-21-14,-270-73-52,0 0 0,0 0 0,0 1 1,-1-1-1,1 1 0,0 0 0,-1 1 0,0-1 0,1 1 0,-1-1 0,0 1 0,0 1 0,0-1 0,-1 0 0,1 1 0,-1 0 0,0 0 0,0 0 1,0 0-1,-1 0 0,1 1 0,-1-1 0,0 1 0,-1-1 0,2 4 66,-2 11-2310</inkml:trace>
  <inkml:trace contextRef="#ctx0" brushRef="#br2" timeOffset="68173.568">1675 5664 15923,'0'0'12403,"0"0"-11795,2 146-168,-4-32-80,-22 42-40,-7 16-96,3 1-128,6-13-96,9-39-8,0-15-368,2-39-1184,4-31-3705</inkml:trace>
  <inkml:trace contextRef="#ctx0" brushRef="#br2" timeOffset="68458.047">1138 6098 26726,'0'0'2258,"-1"32"-1665,14 292-100,4-225-248,5 0-1,4-2 1,4-1-1,4-1 1,4-2-1,22 33-244,-57-117 10,1 0-1,0 0 0,0 0 1,1-1-1,0 1 0,0-1 1,1 0-1,0-1 0,1 0 1,0 1-1,0-2 0,0 1 1,1-1-1,0-1 0,0 1 1,1-1-1,-1 0 0,1-1 1,0 0-1,0-1 0,1 0 1,-1 0-1,1-1 0,-1 0 1,8 0-10,-9-4 15,0 0 1,-1-1-1,1 0 0,-1 0 1,0 0-1,0-1 0,0 0 1,0-1-1,0 0 0,-1 0 1,0 0-1,0-1 0,-1 1 1,1-2-1,-1 1 1,0 0-1,-1-1 0,0 0 1,0 0-1,0 0 0,-1-1 1,1-2-16,2-1 5,262-518-451,-215 419-425,-15 28-1064</inkml:trace>
  <inkml:trace contextRef="#ctx0" brushRef="#br0" timeOffset="150498.211">3856 11692 12051,'0'0'16115,"0"0"-14795,0 0-680,0 0-23,0 0-121,0 0-168,-46 38 0,103-56 0,18-5-112,10-5-88,23-12-24,-8 5-56,1-4-32,0 1-16,-20 5-64,29-21-456,-25 9-920,-21 1-3866</inkml:trace>
  <inkml:trace contextRef="#ctx0" brushRef="#br0" timeOffset="150856.465">4369 11464 29702,'-107'120'688,"-16"30"-223,-13 29-249,15-3-16,27-14-72,26-10-128,24-34-200,29-27-576,15-44-705,0-35-4192</inkml:trace>
  <inkml:trace contextRef="#ctx0" brushRef="#br0" timeOffset="150857.465">4496 11683 30326,'0'0'753,"0"0"-505,0 0-16,0 0-56,0 0-56,127 86-120,-70-64-280,-8-2-832,-14-6-1377</inkml:trace>
  <inkml:trace contextRef="#ctx0" brushRef="#br0" timeOffset="151158.474">4141 12270 28902,'0'0'760,"0"0"-544,129-61-24,-54 16 112,2-2-143,-7-1-161,0-3-505,-20 14-495,-19 9-2297</inkml:trace>
  <inkml:trace contextRef="#ctx0" brushRef="#br0" timeOffset="151159.474">4457 12121 26118,'0'0'2408,"-84"173"-1360,38-27-143,-2 26-249,15-10-248,20-34-208,9-41-120,4-36-80,0-18 0,2-3-168,13-6-144,12-13-344,6-22-753,-5-23 17,-8-9-14627</inkml:trace>
  <inkml:trace contextRef="#ctx0" brushRef="#br0" timeOffset="151911.782">4509 12397 26238,'0'0'1387,"20"-15"-379,169-107 505,-184 120-1461,-5 1-46,1 1 0,0-1 0,-1 0 0,1 0 0,0 1 0,-1-1 0,1 0 0,0 1 0,0-1 0,0 1 0,0-1 0,-1 1 1,1 0-1,0-1 0,0 1 0,0 0 0,0-1 0,0 1 0,0 0 0,0 0 0,0 0 0,0 0 0,0 0 0,0 0 0,0 0 0,0 0 0,0 1 0,0-1 0,0 0 0,0 0 0,-1 1 0,1-1 0,0 1 0,0-1 0,0 1 0,0-1 0,-1 1 0,1-1 0,0 1 0,0 0 0,-1-1 1,1 1-1,0 0 0,-1 0 0,1-1 0,-1 1 0,1 0 0,-1 0 0,0 0 0,1 0-6,-4 11-10,0-1 1,-1 1 0,0-1-1,-1 0 1,0 0-1,-1-1 1,0 1 0,-1-1-1,0 0 1,0-1-1,-8 7 10,-8 14-44,-352 449-159,344-427 243,39-51-32,13-10 1,0-2 0,0-1 1,-1 0-1,-1-2 0,0 0 0,-1-1 0,0 0 0,-2-2 1,11-12-10,-21 23 0,118-128 21,-178 194-378,-404 454 173,442-494 222,-85 134 417,101-155-452,0 1 0,0 0-1,1 0 1,-1 0 0,0 0 0,1 0-1,-1 0 1,0 0 0,1-1 0,-1 1-1,0 0 1,1 0 0,-1 0-1,0 0 1,1 0 0,-1 1 0,0-1-1,1 0 1,-1 0 0,0 0 0,1 0-1,-1 0 1,0 0 0,1 1 0,-1-1-1,0 0 1,1 0 0,-1 0 0,0 1-1,0-1 1,1 0 0,-1 0 0,0 1-1,0-1 1,0 0 0,1 0 0,-1 1-1,0-1 1,0 0 0,0 1-1,0-1 1,0 0 0,0 1 0,0-1-1,1 0 1,-1 1 0,0-1 0,0 0-1,0 1 1,0-1 0,0 0 0,-1 1-1,1-1 1,0 0 0,0 1-3,186-155 134,-132 102-135,123-111-40,-147 143 38,-30 20 3,-1 1-1,1-1 0,0 0 1,-1 1-1,1-1 1,0 0-1,-1 1 0,1-1 1,0 0-1,-1 1 1,1-1-1,0 0 1,0 1-1,0-1 0,0 1 1,-1-1-1,1 1 1,0-1-1,0 0 0,0 1 1,0-1-1,0 1 1,0-1-1,0 1 0,0-1 1,0 1-1,0-1 1,0 0-1,0 1 1,0-1-1,1 1 0,-1-1 1,0 1-1,0-1 1,0 0-1,1 1 0,-1-1 1,0 1-1,0-1 1,1 0-1,-1 1 0,0-1 1,1 0-1,-1 0 1,1 1-1,-1-1 1,0 0-1,1 0 0,-1 1 1,1-1-1,-1 0 1,0 0-1,1 0 0,-1 0 1,1 0-1,-1 0 1,1 0-1,-1 0 1,0 0-1,1 0 0,-1 0 1,1 0-1,-1 0 1,1 0-1,-1 0 0,1 0 1,-1 0-1,0 0 1,-81 161-21,46-106 1,2-1 10,8-16 9,2 1 0,1 1 0,3 0 0,-10 31 1,24-43-4,13-23-12,4-10 15,0 0-1,0 0 0,0-1 0,0 0 1,-1-1-1,-1 0 0,1-1 0,-1 0 0,0-1 1,-1 0-1,0 0 0,7-11 2,3 1-12,310-346-121,-328 364 137,2-3 53,0 0-1,0 1 0,1 0 0,-1-1 1,1 1-1,0 0 0,0 1 1,0-1-1,1 1 0,-1-1 0,1 1 1,-1 1-1,1-1 0,-1 1 0,1-1 1,0 1-1,0 1 0,0-1 0,4 1-56,6 44 757,-13-28-671,-3-13-94,1 1 0,-1 0 0,1-1 0,0 1 0,0-1 0,0 1 0,1 0 0,-1-1 0,1 1 1,0-1-1,0 1 0,0-1 0,0 1 0,1-1 0,-1 0 0,1 0 0,0 0 0,0 0 0,0 0 0,0 0 0,1 0 0,-1 0 0,1-1 0,0 0 0,0 1 0,-1-1 0,2 0 0,-1 0 0,0-1 0,0 1 0,0-1 0,1 1 8,5-3-178,-1 0-1,1-1 0,0 0 1,0 0-1,-1-1 0,0 0 1,1 0-1,-1-1 0,0 0 0,-1 0 1,1-1-1,2-3 179,47-33-3835</inkml:trace>
  <inkml:trace contextRef="#ctx0" brushRef="#br0" timeOffset="154493.662">25122 11649 26510,'0'0'985,"10"-26"-78,55-173-9,-60 181-744,-1 0 0,-1-1 0,-1 1 1,-1 0-1,0-1 0,-2 1 0,0-1 1,-1 1-1,-3-14-154,3 28 23,-1-1-1,0 1 1,1 0 0,-2 0 0,1 0 0,0 0-1,-1 1 1,0-1 0,0 1 0,0 0-1,0 0 1,-1 0 0,1 1 0,-1-1 0,1 1-1,-1 0 1,0 1 0,0-1 0,0 1-1,0 0 1,0 0 0,0 0 0,0 1-1,0 0 1,0 0 0,-5 0-23,-38 1 39,1 1 1,0 2-1,0 2 0,1 2 1,0 2-1,0 3 0,-22 9-39,63-21 2,-364 117 212,5 15-1,-178 100-213,421-179 60,2 5 1,2 5-1,4 5 0,3 5 1,3 5-1,4 5 0,3 4 0,4 4 1,5 4-1,-20 33-60,62-64 26,2 2-1,4 2 1,3 2-1,2 1 1,4 2-1,4 2 1,-9 35-26,29-79 0,2 1 0,1 0 0,2 1 0,1-1 0,1 1 0,2 0 0,2 0 0,0 0 0,3 0 0,1-1 0,1 1 1,2-1-1,1-1 0,1 1 0,2-2 0,2 0 0,1 0 0,1-1 0,2 1 0,28 31 0,3-3 0,2-2 0,3-2 0,2-3 0,2-2 0,2-3 0,2-2 0,2-4 0,2-2 0,2-3 0,1-3 0,1-2 0,2-5 0,1-2 0,0-3 0,16-1 0,26 0 0,0-5 0,1-6 0,0-4 0,66-8 0,21-10 0,-1-9 0,-1-9 0,-1-9 0,-3-8 0,-2-9 0,379-137 0,2-29 0,1346-541 0,-1569 618 0,-340 142 0,-1-1 0,-1 0 0,1-1 0,-1 0 0,0 0 0,0-1 0,-1-1 0,1 0 0,-2 0 0,1-1 0,-1 0 0,-1-1 0,0 0 0,0 0 0,-1-1 0,0 0 0,-1 0 0,0-1 0,-1 1 0,0-1 0,0-3 0,-2-10 0,0 0 0,-2-1 0,-1 1 0,-1 0 0,-1 0 0,-1 0 0,-1 0 0,-2 0 0,0 0 0,-1 1 0,-2 1 0,-1-1 0,0 1 0,-2 1 0,0 0 0,-7-8 0,-21-28 0,-1 3 0,-3 1 0,-3 2 0,-1 2 0,-23-15 0,-58-42-30,-4 6 0,-4 5 1,-5 7-1,-3 6 0,-4 6 0,-3 7 0,-3 7 1,-2 6-1,-3 7 0,-2 7 0,-1 8 0,-2 6 0,-1 8 1,-1 7-1,0 8 0,-1 6 0,-149 22 30,-108 47-732,84 13-636,58 4-746</inkml:trace>
  <inkml:trace contextRef="#ctx0" brushRef="#br0" timeOffset="157326.357">31661 12318 25373,'0'0'4113,"0"0"-3497,0 0-151,-123 33-193,64 19 72,-18 32-40,-11 37-80,1 27 24,8 6-144,28-28-32,29-37-48,20-40-24,2-15 0,33-11-232,42-23-136,63-47-168,-9-24-881,-2-22-3200</inkml:trace>
  <inkml:trace contextRef="#ctx0" brushRef="#br0" timeOffset="157649.526">32323 11982 25998,'-290'322'3675,"207"-225"-3361,5 4 0,4 3 1,5 3-1,5 3 0,4 3 1,-37 101-315,84-180 67,2 0 0,1 0 0,2 1 0,1 0-1,0 18-66,6-51 2,0 1 0,0 0 0,0-1-1,1 1 1,-1 0 0,1 0 0,0 0-1,0 0 1,0-1 0,0 1 0,0 0-1,1 0 1,-1 0 0,1 0 0,0-1-1,-1 1 1,1 0 0,1-1 0,-1 1-1,0 0 1,1-1 0,-1 0 0,1 1-1,0-1 1,0 0 0,0 0 0,0 0-1,0 0 1,0 0 0,0 0 0,1-1-1,-1 1 1,0-1 0,1 1 0,0-1-1,-1 0 1,1 0 0,0 0 0,0-1-1,-1 1 1,1-1 0,0 1 0,0-1-1,0 0 1,0 0-2,20-2-15,0-1 1,-1-1-1,1-1 0,-1 0 0,0-2 1,0-1-1,-1-1 0,0 0 0,-1-2 1,0 0-1,0-2 0,-1 0 0,-1-1 1,0 0-1,-1-2 0,-1 0 1,0-1-1,4-7 15,22-18-74,-2-1 0,-2-2 0,-1-2 0,-3-1 0,-2-2 0,-2-1 0,1-8 74,-27 53-16,-1-1 0,1 0 0,-1 0 0,-1 0 0,1-1 0,-1 1 0,0 0 0,-1-1 0,0 0 0,0 1 0,0-1 0,-1 0 0,0 1 0,-1-1 0,-1-7 16,-1 12-1,1-1-1,-1 1 0,-1 0 1,1 0-1,0 0 0,-1 1 1,1-1-1,-1 1 0,0 0 1,0 0-1,1 0 0,-2 0 1,1 1-1,0-1 0,0 1 1,0 0-1,-1 0 0,1 1 1,0 0-1,-3-1 2,-19-3 18,1 2 1,0 0 0,-1 2-1,1 0 1,0 2-1,-1 1 1,1 0-1,0 2 1,1 1-1,-1 2 1,-6 2-19,4 7-1,39-10-148,59-12-725,13-13-744</inkml:trace>
  <inkml:trace contextRef="#ctx0" brushRef="#br0" timeOffset="158040.736">32987 12140 29206,'-108'46'622,"2"4"1,2 4-1,-69 51-622,146-87 38,1 1 0,1 0-1,1 2 1,0 1 0,2 2 0,1-1-1,1 2 1,1 1 0,1 1 0,1 0 0,2 1-1,0 1 1,2 0 0,2 1 0,0 0-1,2 2-37,5-23 2,2 0 0,-1 0-1,1 1 1,0-1 0,1 1-1,0-1 1,1 1 0,0-1-1,0 1 1,1-1 0,1 1-1,-1-1 1,1 1 0,1-1-1,0 0 1,0 0 0,1 0-1,0 0 1,0-1 0,3 3-2,6 0-22,1 0 0,1 0 1,0-2-1,0 0 1,1-1-1,0 0 0,1-1 1,-1-1-1,1 0 0,0-2 1,1 0-1,-1-1 0,1 0 1,0-1-1,0-2 0,-1 0 1,15-1 21,-7 1-122,0-2 1,-1 0 0,1-1 0,0-2-1,-1 0 1,0-2 0,-1 0 0,1-2-1,-1 0 1,-1-2 0,0-1 0,-1 0-1,5-5 122,-22 16-52,0-1 0,-1 0 0,0 0 0,1 0-1,-1-1 1,0 1 0,0-1 0,0 0-1,0 0 1,0 0 0,-1 0 0,0 0 0,1 0-1,-1-1 1,0 1 0,-1-1 0,1 1 0,0-1-1,-1 0 1,0 0 0,0 0 0,0 0 0,-1 1-1,1-1 1,-1 0 0,0 0 0,0 0-1,0 0 1,0 0 0,-1 0 0,0 0 0,0 0-1,0 0 1,0 0 0,-1 0 0,1 1 0,-1-1-1,0 1 1,0-1 0,0 1 52,-12-8 64,-1 1 0,0 1 0,-1 0 0,1 2-1,-2-1 1,1 2 0,-1 0 0,0 1 0,-9-1-64,-64-24 1220,89 30-1187,0 0 0,-1 0 0,1 0 0,0-1 0,0 1 0,0 0 0,-1-1 0,1 1 0,0 0 0,0-1 0,0 0-1,0 1 1,0-1 0,0 1 0,0-1 0,0 0 0,0 0 0,0 0 0,0 0 0,0 0 0,0 0 0,1 0 0,-1 0 0,0 0 0,1 0 0,-1 0 0,1 0 0,-1 0 0,1 0 0,0-1 0,-1 1 0,1 0 0,0 0 0,0 0 0,0-1 0,0 1-1,0 0 1,0 0 0,0-1 0,0 1 0,0 0 0,1 0 0,-1-1 0,1 1 0,-1 0 0,0 0 0,1 0 0,0 0 0,0-1-33,14-8 43,1 1 0,0 1 1,0 0-1,1 1 0,0 0 0,1 2 1,-1 0-1,3 1-43,9-5 34,11-2-21,0 2 1,0 1-1,1 2 0,0 2 1,2 1-14,-40 2 0,0 1 1,1-1-1,-1 1 0,0-1 1,0 1-1,1 0 1,-1 1-1,0-1 0,1 0 1,-1 1-1,0 0 1,0 0-1,0 0 0,0 0 1,0 0-1,0 1 1,0-1-1,0 1 0,0 0 1,-1 0-1,1 0 1,-1 0-1,1 0 0,-1 0 1,0 1-1,0-1 1,0 1-1,0 0 0,0 0 1,-1-1-1,1 1 1,-1 0-1,0 0 0,0 1 1,0-1-1,0 0 1,0 0-1,-1 0 0,1 1 1,-1-1-1,0 0 1,0 0-1,-1 3 0,1 10 8,-2 0-1,0 0 1,0-1 0,-2 1-1,0-1 1,0 1 0,-2-1-1,0 0 1,-1-1 0,0 0 0,-6 9-8,-37 94-146,49-116 99,1 0-1,-1 0 1,1 0 0,-1 1 0,1-1 0,0 0 0,-1 0-1,1 1 1,0-1 0,0 0 0,0 0 0,0 1 0,0-1-1,0 0 1,0 1 0,1-1 0,-1 0 0,0 0 0,1 1-1,-1-1 1,1 0 0,-1 0 0,1 0 0,-1 0 0,1 1-1,0-1 1,0 0 0,0 0 0,-1 0 0,1-1 0,0 1-1,0 0 1,0 0 0,0 0 0,1-1 0,-1 1-1,0-1 1,1 1 47,28 2-2964</inkml:trace>
  <inkml:trace contextRef="#ctx0" brushRef="#br0" timeOffset="158389.816">33730 12213 27022,'0'0'3985,"0"0"-3697,0 0-120,85 134-32,-39-70 72,3 3 32,-1 0-120,-4-4-72,-3-8-48,-4-15-208,1-17-80,25-23-224,-8-20-849,-4-15-1847</inkml:trace>
  <inkml:trace contextRef="#ctx0" brushRef="#br0" timeOffset="158775.675">34133 12347 28350,'0'0'808,"-114"109"-488,51-36-192,1 6-56,23 10-72,19-20-256,16-24-2432</inkml:trace>
  <inkml:trace contextRef="#ctx0" brushRef="#br0" timeOffset="158776.675">34622 12413 28414,'0'0'900,"0"0"-268,-3 23-161,2 2-338,0-11-63,0 1 1,-1 0-1,-1-1 1,0 1-1,-1-1 1,0 0-1,-1 0 1,-1 0-1,-2 3-70,-161 317 253,168-330-252,-1-2-1,0 0 0,1 0 1,-1 0-1,1 1 0,0-1 0,-1 1 0,1-1 1,0 1-1,1 0 0,-1-1 0,0 1 0,1 0 1,-1-1-1,1 1 0,0 0 0,0 0 0,0-1 1,0 1-1,1 0 0,-1 0 0,1-1 0,-1 1 1,1 0-1,0-1 0,0 1 0,0-1 0,1 1 1,-1-1-1,1 0 0,-1 1 0,1-1 0,0 0 1,-1 0-1,1 0 0,0 0 0,0 0 0,1 0 0,24-1-5,0 0 0,0-1 0,0-2 0,0-1-1,0-1 1,0-1 0,-1-2 0,0 0 0,8-5 5,24-4-195,58-17-2424,-100 28 878,29-8-10820</inkml:trace>
  <inkml:trace contextRef="#ctx0" brushRef="#br0" timeOffset="159074.974">32239 13133 29110,'259'0'720,"41"-14"-256,-26-20-287,-20-5-129,-21-3-16,-21 7-8,-19 7 64,-26 7-72,-38 7-16,-45 8-785,-41 2-975</inkml:trace>
  <inkml:trace contextRef="#ctx0" brushRef="#br0" timeOffset="161976.623">6109 10761 25477,'0'0'3707,"0"0"-2391,0 0-859,0 0-218,0 0-19,0 0-1,-18 23-61,-118 168-28,-7 83-98,135-242-75,9-31 30,1 1 1,0-1-1,0 0 0,0 0 1,0 0-1,0 0 0,0 0 1,0-1-1,0 1 0,0 0 1,0-1-1,1 0 0,-1 1 1,0-1-1,0 0 0,0 0 1,1 0-1,-1-1 0,0 1 1,0 0-1,0-1 0,1 1 1,-1-1-1,0 0 0,0 0 1,0 0-1,0 0 0,0 0 1,-1 0-1,1-1 0,0 1 1,0 0-1,-1-1 0,2 0 13,78-44-186,-66 34 137,2 2-1,-1 0 1,2 1 0,-1 0-1,1 1 1,0 2-1,1-1 1,0 2 0,-1 1-1,2 0 1,-1 1 0,11 1 49,-27 2 2,0 1 0,1-1 0,-1 1 0,0 0 0,0 0 1,0 0-1,0 0 0,0 1 0,-1-1 0,1 1 0,0-1 1,-1 1-1,1 0 0,-1 0 0,1 1 0,-1-1 0,0 0 0,0 1 1,0-1-1,0 1 0,-1 0 0,1-1 0,-1 1 0,1 0 1,-1 0-1,0 0 0,0 0 0,0 0 0,-1 0 0,1 1 1,-1 0-3,-2 112 113,-10-75-91,-2 0 0,-2-1 0,-1-1 0,-3 0 0,0-2 0,-6 5-22,-109 174 56,-10-7 0,-122 133-56,101-169-86,104-146-455,45-33-430,13-23-1296</inkml:trace>
  <inkml:trace contextRef="#ctx0" brushRef="#br0" timeOffset="162443.485">6031 11665 28982,'0'0'640,"0"0"-440,171-2-136,-106 2-48,10 10-16,-18 8-160,-18 3-1784</inkml:trace>
  <inkml:trace contextRef="#ctx0" brushRef="#br0" timeOffset="162444.485">5636 12704 29566,'0'0'632,"158"-71"-456,13-33-103,22-22-33,-27 5-40,-47 31 0,-56 32-97,-4-5-511,-10 12-912,-17 6-10939</inkml:trace>
  <inkml:trace contextRef="#ctx0" brushRef="#br0" timeOffset="162445.485">6355 12123 27494,'0'0'1464,"0"128"-712,0-32-264,9 33-103,-3-11-129,-1-15-144,-5-23-80,0-26 0,-5-7-32,-6-4 0,0-19-160,0-18-240,-8-20-337,1-19-1055,1-11-2697</inkml:trace>
  <inkml:trace contextRef="#ctx0" brushRef="#br0" timeOffset="163304.653">6052 12616 26934,'0'0'1056,"-50"100"-512,26-39-352,13 14-192,11-17 0,0-23-1160</inkml:trace>
  <inkml:trace contextRef="#ctx0" brushRef="#br0" timeOffset="163305.653">6618 12474 29622,'0'0'913,"0"0"-305,0 0-328,129 33-184,-83-19-96,18 6-48,-14-4-752,-8-5-3809</inkml:trace>
  <inkml:trace contextRef="#ctx0" brushRef="#br1" timeOffset="190339.668">27071 1514 20364,'0'0'2151,"0"0"1868,0 0-2523,0 0-925,0 0 133,-2 19-67,-30 269 572,-13 489-84,21-236-666,-132 1360-427,121-1376-32,39-510 0,21-43 0,88-249-688,-51 100-894,-10 3-1413</inkml:trace>
  <inkml:trace contextRef="#ctx0" brushRef="#br1" timeOffset="190716.079">27875 1758 29766,'0'0'586,"-10"25"-151,-66 228 326,24 112 438,7 138-1199,25-254 20,-85 815-20,76-585-76,45-535-906,18-79-382,-10 31-2410,5-30-9506</inkml:trace>
  <inkml:trace contextRef="#ctx0" brushRef="#br1" timeOffset="191144.557">28772 1377 28566,'-71'205'1346,"9"3"0,10 2-1,-25 212-1345,-29 647 164,70 319-164,32-1270-174,1-98-347,2-75-62,1-40-1077,0-17-1995</inkml:trace>
  <inkml:trace contextRef="#ctx0" brushRef="#br1" timeOffset="191404.865">29776 1263 30390,'-72'205'340,"9"3"-1,9 3 1,10 1-1,9 3 1,9 0 0,10 2-1,9 48-339,1 309 0,39 238 0,-29-773 0,17 211 0,-11 229 0,-10-479-1,-1-1-1,1 1 0,0 0 1,0 0-1,-1 0 1,1-1-1,0 1 1,-1 0-1,1 0 1,0 0-1,0 0 1,-1-1-1,1 1 1,-1 0-1,1 0 1,0 0-1,-1 0 1,1 0-1,0 0 1,-1 0-1,1 0 1,0 0-1,-1 0 1,1 0-1,0 0 1,-1 1-1,1-1 1,0 0-1,-1 0 1,1 0-1,0 0 1,-1 0-1,1 1 1,0-1-1,0 0 1,-1 0-1,1 1 1,0-1-1,0 0 0,-1 0 1,1 1-1,0-1 1,0 0-1,0 0 1,0 1-1,-1-1 1,1 0-1,0 1 1,0-1-1,0 0 1,0 1-1,0-1 1,0 1-1,0-1 1,0 0 1,-17-32-596,-2-18-845</inkml:trace>
  <inkml:trace contextRef="#ctx0" brushRef="#br0" timeOffset="195445.608">24524 11547 21621,'0'0'6520,"-26"-20"-4859,-177-121-834,179 128-778,0 2 0,0 1-1,-1 1 1,0 1 0,-1 1-1,0 1 1,0 1 0,0 1-1,0 2 1,-1 1 0,1 0-1,-1 2 1,1 2 0,-12 2-49,-9 4 27,0 3 1,0 1-1,1 2 0,1 3 1,1 1-1,0 3 1,-18 12-28,-34 29 82,2 5 1,4 3 0,3 4-1,3 4 1,3 3 0,5 4 0,3 3-1,4 3 1,4 3 0,4 3-1,5 2 1,4 3 0,5 2-1,4 2 1,-11 52-83,29-78 4,3 1-1,4 0 1,4 2 0,3-1 0,4 2-1,3-1 1,5 15-4,1-55 0,2 0 0,2 0 0,2 0 0,2-1-1,1 0 1,3-1 0,1-1 0,2 0 0,2-1 0,1-1-1,3 0 1,1-2 0,1-1 0,15 15 0,-9-18 0,1-1 0,2-2 0,1-1 0,1-2 0,2-1 0,0-2 0,1-2 0,2-1 0,0-3 0,1-1 0,43 11 0,-4-7 0,2-3 0,0-4 0,0-4 0,1-4 0,1-3 0,0-4 0,74-9 0,-1-7 0,-1-7 0,-1-7 0,-1-7 0,-3-6 0,-1-7 0,-3-6 0,-2-7 0,-4-6 0,-2-7 0,34-30 0,-75 47 0,-3-4 0,-2-4 0,-4-4 0,-2-4 0,-5-4 0,-2-3 0,-5-4 0,-3-3 0,42-72 0,-94 129 0,-1-1 0,-2 0 0,-2-1 0,-1-1 0,-1-1 0,-2 0 0,-2 0 0,-2-1 0,-1 0 0,-2-1 0,-1 0 0,-2 1 0,-2-1 0,-2 0 0,-1 0 0,-2 1 0,-2-1 0,-1 1 0,-2 1 0,-13-33 0,-1 31 0,-2 1 0,-1 1 0,-1 2 0,-3 1 0,0 1 0,-2 1 0,-2 2 0,-1 2 0,0 1 0,-3 2 0,0 1 0,-1 2 0,-1 2 0,-31-10 0,-38-15 4,-2 5 0,-2 5 0,-1 5 0,-2 5 0,-72-5-4,-182-6-117,-45 14 117,38 2-440,186 3-397,59-9-694</inkml:trace>
  <inkml:trace contextRef="#ctx0" brushRef="#br0" timeOffset="196032.179">25539 6333 29526,'0'0'659,"0"0"-137,0 0-209,0 0 43,30-13 53,0 1-323,0 1-1,1 1 1,0 2-1,1 1 0,0 1 1,0 2-1,1 1 0,16 2-85,372 3 264,958-23-229,909-202-35,-2168 210 0,-386 43-560,143-14-1505</inkml:trace>
  <inkml:trace contextRef="#ctx0" brushRef="#br0" timeOffset="197449.772">27932 1281 26310,'0'0'1081,"0"0"-219,0 0-71,0 0-51,0 0-64,-8-13-140,-26-40-156,33 53-360,0 1 1,0-1-1,0 0 0,0 1 1,0-1-1,0 1 0,0-1 1,0 1-1,0-1 0,0 1 1,1 0-1,-1-1 0,0 1 1,0 0-1,1 0 0,-1 0 1,0 0-1,1 0 1,-1-1-1,1 1 0,-1 0 1,1 0-1,0 0 0,-1 0 1,1 0-1,0 0 0,0 0 1,0 1-1,0-1 0,0 0 1,0 0-1,0 0 0,0 0 1,0 0-1,0 0 0,0 0 1,1 0-1,-1 0 0,0 0 1,1 0-1,0 0-20,-2 1 66,-24 263 353,-22 216-347,-26 21-72,23-198 0,14 2 0,9 74 0,19-120 0,1 19 0,-12-1 0,-17 36 0,-48 178 0,52-169 0,11 145 0,21-468 0,0-1 0,0 1 0,0-1 0,0 1 0,0 0 0,1-1 0,-1 1 0,0-1 0,0 1 0,0 0 0,0-1 0,0 1 0,1-1 0,-1 1 0,0 0 0,0-1 0,1 1 0,-1 0 0,0-1 0,1 1 0,-1 0 0,0 0 0,1-1 0,-1 1 0,0 0 0,1 0 0,-1 0 0,0-1 0,1 1 0,-1 0 0,1 0 0,-1 0 0,0 0 0,1 0 0,-1 0 0,1 0 0,-1 0 0,1 0 0,-1 0 0,0 0 0,1 0 0,-1 0 0,1 0 0,-1 0 0,0 0 0,1 1 0,-1-1 0,0 0 0,1 0 0,-1 0 0,1 1 0,-1-1 0,0 0 0,1 0 0,-1 1 0,0-1 0,0 0 0,1 1 0,-1-1 0,0 0 0,0 1 0,1-1 0,-1 0 0,80-137-397,-41 53-1591</inkml:trace>
  <inkml:trace contextRef="#ctx0" brushRef="#br0" timeOffset="198184.607">29734 1078 26142,'0'0'1228,"0"0"-39,0 0-243,0 0-197,0 0-158,0 0-175,-2-16-120,1 7-224,-3-34-8,1 34 54,2 27 169,-58 490 382,43-267-669,14 227 0,21-211 0,31 126 0,1 9 0,-3 340 0,-36 278 0,-12-919 0,-4-207-331,4 75-1322</inkml:trace>
  <inkml:trace contextRef="#ctx0" brushRef="#br0" timeOffset="200102.355">27538 168 22613,'0'0'5424,"0"0"-3731,0 0-999,0 0-127,0 0-135,6-12-90,-2 4-290,-3 5-31,0 0-1,1-1 1,-1 1 0,1 0 0,0 0 0,0 0 0,0 0 0,0 1-1,1-1 1,-1 0 0,1 1 0,-1-1 0,1 1 0,0 0 0,0 0-1,0 0 1,0 1 0,0-1 0,1 1 0,-1-1 0,0 1 0,1 0-1,-1 0 1,1 1 0,-1-1 0,4 1-21,6-3 20,1 2 1,-1 0-1,1 1 1,-1 0-1,0 1 0,1 0 1,-1 1-1,0 1 1,0 0-1,0 1 0,0 0 1,-1 1-1,1 0 1,-1 1-1,0 1 0,-1 0 1,0 0-1,0 1 1,0 0-1,5 7-20,-12-8 0,-1-1 0,-1 1 0,1 0 0,-1 0 0,0 0 0,0 1 0,-1-1 0,0 0 0,0 0 0,-1 1 0,0-1 0,-1 1 0,1-1 0,-1 0 0,0 1 0,-1-1 0,0 0 0,0 0 0,-1 0 0,0 0 0,0-1 0,0 1 0,-1-1 0,0 1 0,0-1 0,-4 3 0,-27 36 0,-2-3 0,-1-1 0,-3-2 0,-1-2 0,-1-1 0,-3-3 0,0-1 0,-2-2 0,-1-3 0,-36 14 0,133-39 0,346-64 0,-50 46-951,-279 16-1211</inkml:trace>
  <inkml:trace contextRef="#ctx0" brushRef="#br0" timeOffset="200403.739">29701 1 28654,'0'0'1411,"0"0"-715,0 0-161,0 0-84,0 0-58,0 0-87,-22 22-85,-68 73-133,83-87-87,1 0-1,0 0 1,0 1-1,1 0 1,1 0 0,-1 0-1,1 0 1,1 1 0,0 0-1,0-1 1,1 1-1,0 0 1,1 0 0,0 1-1,1-1 1,0 0-1,0 0 1,1 1-1,-1 9 1,0-7-1,0-1 0,0 1 0,1-1 0,0 1 0,2-1 0,-1 0 0,1 1 0,1-1 0,0-1 0,1 1 0,0-1 0,1 1 0,0-2 0,1 1 0,0-1 0,0 0 0,1 0 0,1-1 0,-1 0 0,2 0 0,3 2 0,5-1 0,1 0 0,1-2 0,0 0 0,0-1 0,0-1 0,1-1 0,-1-1 0,1-1 0,0-1 0,1 0 0,-1-2 0,0 0 0,0-2 0,0 0 0,11-3 0,-14 2-31,0-1-1,-1-1 1,1-1-1,-1 0 1,0-1-1,0-1 1,-1 0-1,0-1 1,-1-1 0,0-1-1,0 0 1,0-2 31,60-57-2626,-24 13-4077</inkml:trace>
  <inkml:trace contextRef="#ctx0" brushRef="#br0" timeOffset="200696.329">30102 77 30823,'-68'117'856,"-19"30"-360,-8 35-304,3 8-192,33-58-136,9-21-2081</inkml:trace>
  <inkml:trace contextRef="#ctx0" brushRef="#br0" timeOffset="230247.113">10200 16828 25365,'0'0'3112,"0"0"-1988,0 0-491,0 0-23,0-17-59,0-60 321,-3 96-859,0-1 0,-1 1 0,0 0 0,-2-1 0,0 0 0,-1 0 0,-1-1 0,-1 0 1,0 0-1,-5 3-13,-4 15-4,-255 448-426,271-479 426,-6 9 0,1-1 0,0 1 0,1 0 0,1 1 0,0-1 0,1 1 0,0 0 0,1 0 0,0 6 4,3-18 0,1 1-1,0 0 1,0-1 0,0 1-1,1 0 1,-1-1 0,0 0-1,1 1 1,0-1 0,0 0-1,-1 0 1,1 0 0,0 0-1,1 0 1,-1 0 0,0 0-1,0-1 1,1 1 0,-1-1-1,1 0 1,0 0 0,-1 0-1,1 0 1,0 0 0,-1 0-1,1-1 1,0 1-1,0-1 1,0 0 0,-1 0-1,1 0 1,0 0 0,0-1-1,0 1 1,-1-1 0,1 1-1,2-2 1,4 2 0,57-3-6,0-4 1,0-2-1,-1-4 1,-1-2-1,0-3 1,-1-3-1,-1-2 1,43-24 5,-98 44-117,0 1 1,-1-1 0,1-1-1,0 1 1,-1-1-1,0 0 1,0-1 0,0 1-1,0-1 1,-1 0-1,0-1 1,0 1 0,0-1-1,0 0 1,-1 0-1,0-1 1,-1 1 0,3-6 116,3-25-2262</inkml:trace>
  <inkml:trace contextRef="#ctx0" brushRef="#br0" timeOffset="230664.742">10491 16631 27974,'-1'28'1028,"-14"238"291,-11-2 0,-31 106-1319,50-324 29,-2 0 0,-1 0 1,-3-1-1,-2-1 0,-1 0 0,-3-1 0,-22 37-29,30-65 4,-2-1 0,0 1 0,0-2 1,-1 0-1,-1-1 0,0 0 0,-1-1 0,0-1 0,-1-1 0,0 0 0,0-1 0,-1-1 1,0 0-1,0-1 0,0-2 0,-1 0 0,0 0 0,0-2 0,0 0 0,0-1 0,0-2 1,0 1-1,0-2 0,-17-4-4,21 3-6,0-1 0,0 0 0,0-2 0,1 0 0,0 0 1,0-1-1,0-1 0,1 0 0,0-1 0,0-1 0,1 0 0,1 0 0,0-1 1,0-1-1,1 0 0,0 0 0,1-1 0,1 0 0,0-1 0,0 1 0,-4-15 6,-5-12-26,1-1 0,3-1 0,1 0 0,2-1-1,2 0 1,2 0 0,1-10 26,0 12-23,2 1-1,1 0 0,3-1 1,1 1-1,2-1 1,2 1-1,1 0 1,2 1-1,2 0 1,2 1-1,1 0 1,2 0-1,1 2 1,2 0-1,2 1 1,1 1-1,11-11 24,-3 16 4,0 1-1,2 1 1,1 2 0,1 2-1,1 1 1,1 1 0,1 2-1,0 2 1,1 1 0,1 2-1,1 2 1,0 1-1,0 2 1,1 2 0,0 2-1,0 2 1,1 1 0,-1 2-1,29 5-3,-34-4 10,0 2-1,0 1 1,0 2-1,0 1 0,-1 2 1,0 2-1,-1 1 1,0 1-1,-1 2 1,-1 2-1,0 1 0,-1 1 1,-1 1-1,-1 2 1,-1 1-1,2 4-9,-8-4 19,-1 1 0,-1 1 0,-1 0 0,-2 1 1,0 1-1,-2 1 0,-1 0 0,-1 1 0,-1 1 0,-2 0 0,-1 0 0,-1 1 0,-2 0 0,-1 0 0,-2 0 1,0 1-1,-3 0 0,0-1 0,-5 30-19,1-40-5,-1-1-1,0 0 1,-2-1 0,0 0 0,-1 0 0,-1 0 0,0-1-1,-2 0 1,0-1 0,-1 0 0,-1-1 0,0 0 0,-1-1-1,-1-1 1,0 0 0,-9 5 5,11-8-227,0-1 0,-1-1-1,0 0 1,-1-1 0,0-1 0,0 0 0,0-1-1,-1-1 1,0 0 0,0-1 0,0-1-1,-1 0 1,-7 0 227,-41-1-4409</inkml:trace>
  <inkml:trace contextRef="#ctx0" brushRef="#br0" timeOffset="231180.1">10294 16734 28542,'0'0'720,"0"0"-320,0 0-88,0 0 185,0 0-193,0 0-192,0 0-96,-79 63-16,77-53-72,2-2-312,0-8-233,0 0-927,0 0-1713</inkml:trace>
  <inkml:trace contextRef="#ctx0" brushRef="#br0" timeOffset="231548.486">9954 16678 30134,'0'0'578,"0"0"-277,0 0-115,0 0 151,23 9-36,165 47-48,12-23-173,-196-32-80,-1 0 0,0 0 1,0-1-1,0 2 0,0-1 1,0 0-1,0 1 0,0-1 1,0 1-1,-1 0 0,1 0 1,0 0-1,-1 0 0,0 1 1,1-1-1,-1 1 0,0-1 1,0 1-1,-1 0 0,1 0 1,-1 0-1,1-1 0,-1 2 1,0-1-1,0 0 0,0 0 1,0 0-1,-1 0 0,1 1 1,-1-1-1,0 0 0,0 0 1,0 1-1,0-1 0,-1 0 1,1 0-1,-1 1 0,0-1 1,0 0-1,0 1 0,-7 16 0,-1-1 0,-1 1 0,-1-2 0,0 1 0,-2-1 0,0-1 0,0-1 0,-9 8 0,12-12 0,-89 103 0,-5-4 0,-96 80 0,25-60-7,246-171-261,426-304 105,-474 328 161,-14 8 1,2 0 0,-1 1-1,1 0 1,0 1 0,1 0 0,-1 1 0,1 0-1,0 1 1,12-3 1,-23 8 0,1 0-1,0 0 1,-1 0 0,1 0-1,-1 0 1,1 0 0,-1 1-1,1-1 1,-1 0 0,0 1-1,1-1 1,-1 1 0,0-1-1,0 1 1,0 0 0,-1-1-1,1 1 1,0 0 0,0 0-1,-1 0 1,0 0-1,1-1 1,-1 1 0,0 0-1,0 0 1,0 0 0,0 0-1,0 0 1,0 0 0,0 0-1,-1 0 1,1-1 0,-1 1-1,1 0 1,-1 0 0,0 0-1,0-1 1,0 1 0,0 0-1,0-1 1,0 1 0,0-1-1,0 1 1,-1-1-1,1 0 1,-1 1 0,-18 34 16,-1-1 0,-1-1 0,-2-2 1,-1 0-1,-13 11-16,11-12 18,-237 283 82,233-245-104,32-68-5,-1 1-1,0 0 1,1 0 0,0-1-1,-1 1 1,1 0 0,0-1 0,0 1-1,0-1 1,0 1 0,0-1-1,0 1 1,0-1 0,0 0-1,1 1 1,-1-1 0,0 0 0,1 0-1,-1 0 1,1 0 0,0 0-1,-1-1 1,1 1 0,0 0-1,-1-1 1,1 1 0,0-1-1,-1 0 1,1 1 0,0-1 0,0 0-1,0 0 1,-1 0 0,1 0-1,0 0 1,1-1 9,67 1-892,10-6-962</inkml:trace>
  <inkml:trace contextRef="#ctx0" brushRef="#br0" timeOffset="232259.066">10824 17882 30038,'0'0'1329,"0"0"-913,-120 136-128,78-91 48,16-11-48,17-16-288,11-18-520,24-14-576,3-18-3521</inkml:trace>
  <inkml:trace contextRef="#ctx0" brushRef="#br1" timeOffset="233977.477">406 7054 28934,'0'0'903,"0"0"-394,43-1-296,179-8 145,89-16 5,973-62 324,-509 88-216,89 39-471,540 11-48,-1363-53-395,-73-8-4126,-20-2-7558</inkml:trace>
  <inkml:trace contextRef="#ctx0" brushRef="#br1" timeOffset="234375.94">1211 6413 28070,'0'26'691,"-60"655"870,-92 1223-132,77 1669-1085,77-2878-365,-2-258-91,0-54-71,-4 407-1628,-6-647 764,-5-44-756</inkml:trace>
  <inkml:trace contextRef="#ctx0" brushRef="#br1" timeOffset="234769.886">1 14309 25429,'282'1036'5024,"-193"-649"-4553,-89-383-454,0 1-1,1-1 1,0 0 0,0 1-1,0-1 1,0 0 0,1 0-1,0 0 1,-1 0-1,1 0 1,1-1 0,-1 1-1,0-1 1,1 1 0,0-1-1,0 0 1,0 0 0,0 0-1,1 0 1,-1 0 0,1-1-1,-1 0 1,1 0 0,0 0-1,0 0 1,0 0 0,0-1-1,0 1 1,0-1 0,1 0-1,-1-1 1,0 1 0,0-1-1,1 0 1,-1 0-1,0 0 1,1 0 0,-1-1-1,0 0 1,0 0 0,1 0-1,-1 0 1,3-2-17,13-11 37,0-1-1,-2 0 0,0-2 1,0 0-1,-2-1 1,0 0-1,-1-1 1,-1-1-1,3-7-36,-8 14 12,76-107-334,-6-3 0,-5-4-1,-6-2 1,-6-4 0,-5-2-1,18-77 323,-41 86-2728</inkml:trace>
  <inkml:trace contextRef="#ctx0" brushRef="#br1" timeOffset="235244.182">1533 15996 24525,'0'0'4953,"0"0"-4129,0 0-447,0 0 111,147-2-16,-82-24-96,3-5-216,-4-3-128,-5 5-32,-13 15-360,-11 6-688,-24 8-1369</inkml:trace>
  <inkml:trace contextRef="#ctx0" brushRef="#br1" timeOffset="235544.96">1381 16698 25854,'0'0'3808,"0"0"-3360,0 0-160,0 0 113,119-14-89,-45-35-192,12-10-120,-1-2-8,12-4-208,-25 15-665,-21 17-1271</inkml:trace>
  <inkml:trace contextRef="#ctx0" brushRef="#br1" timeOffset="235545.96">1881 16953 25405,'0'0'4377,"0"0"-3793,0 0-183,0 0 215,0 0-208,0 0-240,81-184-168,-15 58-16,20-36-272,8-11-432,-22 38-953,-19 31-2048</inkml:trace>
  <inkml:trace contextRef="#ctx0" brushRef="#br1" timeOffset="235875.06">2559 15396 18892,'0'0'8151,"0"0"-5492,-4 19-1906,-21 129 20,20 99-712,4-245-96,1 0-1,-1 0 1,1 0-1,0 0 0,0 0 1,0 1-1,0-1 0,0 0 1,1 0-1,-1 0 1,1 0-1,-1 0 0,1 0 1,0 0-1,0 0 1,-1 0-1,2 0 0,-1 0 1,0 0-1,0-1 0,0 1 1,1 0-1,-1-1 1,1 1-1,-1-1 0,1 0 1,0 1-1,0-1 1,-1 0-1,1 0 0,0 0 1,0 0-1,0 0 1,0-1-1,0 1 0,0-1 1,0 1-1,1-1 0,-1 0 1,0 0-1,0 0 1,0 0-1,0 0 0,0 0 1,1 0-1,-1-1 1,0 1-1,0-1 0,0 1 1,0-1-1,0 0 1,0 0-1,0 0 0,-1 0 1,1 0-1,0-1 0,0 1 1,-1 0-1,1-1 1,-1 1-1,1-1 0,-1 0 1,0 1-1,1-2 36,120-189-2387,-90 139 593,2 1 0,3 1 0,1 2-1,18-14 1795,100-57-1398,-31 75 6899,-87 39-3558,-37 7-1862,0 0 0,1-1-1,-1 1 1,1 0 0,-1 0-1,0 0 1,0 0 0,1 0-1,-1 0 1,0 0 0,0 0-1,0 0 1,0 1 0,0-1 0,-1 0-1,1 1 1,0-1 0,-1 1-1,1-1 1,0 1 0,-1-1-1,0 1 1,1-1 0,-1 1 0,0-1-1,0 1 1,0 0 0,0-1-1,0 1 1,0-1 0,0 1-1,-1-1 1,1 1 0,-1-1 0,1 1-1,-1-1 1,1 1 0,-1-1-1,0 1 1,0-1 0,0 0-1,0 1 1,0 0-81,-8 15 122,-1-1 0,-1 1 1,0-2-1,-1 1 0,-1-1 0,0-1 0,-1-1 0,-1 1-122,-3 3 43,-247 237-89,240-242-430,36-41-1219,13-7-1937</inkml:trace>
  <inkml:trace contextRef="#ctx0" brushRef="#br1" timeOffset="236051.528">3052 15495 16684,'0'0'32,"0"0"10722,-46 120-9722,15-63-464,-2 3-344,2-7-224,-6 8-64,9-14-584,4-9-552</inkml:trace>
  <inkml:trace contextRef="#ctx0" brushRef="#br1" timeOffset="236713.783">2591 16219 20276,'0'0'6815,"0"0"-4874,0 0-1324,0 0-24,0 0-171,0 0-194,2 14-32,-2-5-158,-1-8-31,1 0-1,-1 0 1,1 1-1,-1-1 1,1 0 0,0 0-1,-1 0 1,1 1-1,0-1 1,0 0-1,0 0 1,0 1-1,0-1 1,0 0 0,0 1-1,1-1 1,-1 0-1,0 0 1,1 0-1,-1 1 1,1-1-1,-1 0 1,1 0 0,-1 0-1,1 0 1,0 0-1,0 0 1,-1 0-1,1 0 1,0 0 0,0 0-1,0 0 1,0-1-1,0 1 1,0 0-1,0-1 1,1 1-1,-1 0 1,0-1 0,0 0-1,0 1 1,1-1-1,-1 0 1,0 1-1,0-1 1,1 0-1,-1 0 1,0 0 0,0 0-1,1 0 1,-1-1-1,0 1 1,0 0-1,1 0 1,-1-1-1,0 1 1,0-1 0,0 1-1,0-1 1,1 0-1,-1 1 1,0-1-1,0 0 1,0 0-1,0 1 1,-1-1 0,1 0-1,1-1-6,48-33-64,-2-1 1,-2-3-1,-1-1 0,-2-3 1,-1-1-1,-3-2 0,-2-1 0,-2-3 1,-2 0-1,-3-3 0,-1 0 1,-3-2-1,2-13 64,-8 10 39,-19 81 117,-42 213 224,21-150-310,-125 659 257,89-534 204,44-195-309,11-49-159,8 0-96,1 0-1,1 0 0,2 1 0,1 1 1,2 0-1,1 0 0,1 2 0,2 0 1,1 1-1,9-11 34,-15 18 0,1 1 1,1 0 0,1 1-1,1 0 1,0 2-1,2 0 1,-1 1 0,2 0-1,13-7 0,-31 22 2,0-1-1,-1 1 1,1 0-1,0 0 1,0 0-1,0 0 0,0 0 1,0 0-1,0 0 1,0 1-1,0-1 1,0 1-1,0-1 1,0 1-1,0 0 1,1 0-1,-1 0 0,0 0 1,0 0-1,0 0 1,0 1-1,0-1 1,1 1-1,-1-1 1,0 1-1,0 0 1,0 0-1,-1 0 0,1 0 1,0 0-1,0 0 1,0 1-1,-1-1 1,1 0-1,-1 1 1,1 0-1,-1-1 1,0 1-1,1 0 0,-1 0 1,0-1-1,0 1 1,0 0-1,0 0 1,-1 0-1,1 0 1,0 0-1,-1 1 1,0-1-1,1 0 1,-1 0-1,0 0 0,0 0 1,0 1-2,1 39 7,-2-1-1,-2 1 1,-2 0 0,-1-1-1,-2 0 1,-12 34-7,-21 130 117,41-203-116,-1-1 4,0 0 0,0 0-1,1 0 1,-1 0 0,0 0 0,1 0-1,-1 0 1,0 0 0,1 1 0,-1-1-1,1 0 1,0 0 0,-1 0 0,1 1-1,0-1 1,0 0 0,0 0 0,0 1 0,0-1-1,0 0 1,0 0 0,0 1 0,0-1-1,1 0 1,-1 0 0,0 0 0,1 1-1,-1-1 1,1 0 0,0 0 0,-1 0-1,1 0 1,0 0 0,-1 0 0,1 0-1,0 0 1,0 0 0,0 0 0,0-1-1,0 1 1,0 0 0,0-1 0,0 1-1,0 0 1,0-1 0,1 1 0,-1-1-1,0 0 1,0 1 0,0-1 0,1 0-1,-1 0 1,0 0 0,0 0 0,1 0-1,-1 0 1,0 0 0,0 0 0,1 0-1,-1-1 1,0 1 0,0 0 0,0-1-1,0 1 1,1-1 0,-1 0-5,118-109 15,-81 69-14,313-356-1225,-305 332-1321</inkml:trace>
  <inkml:trace contextRef="#ctx0" brushRef="#br1" timeOffset="237133.947">1498 17442 24253,'0'0'7114,"0"0"-6754,0 0-216,230-24 376,-26-25-144,32-8-376,8-3 0,-25 17 0,-33 21 0,-15 16 0,-17 6 0,-32 12 0,-27 18 0,-32 1 0,3 23 0,-16-13 0,-10-7-1760</inkml:trace>
  <inkml:trace contextRef="#ctx0" brushRef="#br1" timeOffset="239918.059">1182 15382 22941,'0'0'3125,"0"0"-1488,0 0-771,0 0-299,0 0-166,-5-3-149,3 2-241,0 1 0,0-1 0,0 1 0,0 0 0,0-1 0,0 1 0,0 0 1,0 0-1,0 1 0,0-1 0,0 0 0,0 1 0,0-1 0,0 1 0,0-1 0,0 1 0,0 0 0,1 0 0,-1 0 0,0 0 0,1 0 0,-1 0 0,0 1 0,1-1 1,0 1-1,-1-1 0,1 1 0,0-1 0,-1 1 0,1 0 0,0-1 0,0 1 0,1 0 0,-1 0 0,0 0 0,0 0 0,1 0 0,0 0 0,-1 0 0,1 0 1,0 0-13,-10 13 67,-468 669 1083,467-667-1131,1-1 0,1 1 1,0 1-1,2-1 0,0 1 0,1 1 0,0-1 0,2 1 0,0 0 0,1 0 0,1 0 0,1 1 0,1 2-18,0-14 2,0 0-1,1 0 1,0-1 0,0 1-1,1 0 1,0-1-1,1 1 1,0-1 0,0 1-1,0-1 1,1 0 0,0-1-1,0 1 1,1-1-1,0 1 1,0-1 0,0-1-1,1 1 1,0-1-1,0 0 1,0 0 0,1-1-1,-1 0 1,1 0 0,0 0-1,1-1 1,-1 0-1,5 1-1,210 42 98,-219-45-98,-1 0 1,1-1-1,0 2 1,0-1-1,0 0 0,-1 0 1,1 1-1,-1-1 1,1 1-1,-1 0 1,1 0-1,-1 0 1,0 0-1,0 0 0,0 1 1,0-1-1,-1 0 1,1 1-1,0-1 1,-1 1-1,0 0 1,0 0-1,0-1 0,0 1 1,0 0-1,0 0 1,-1 0-1,1 0 1,-1 0-1,0 0 1,0 0-1,0 0 0,0 0 1,-1 0-1,1 0 1,-1 0-1,0 0 1,0 0-1,0-1 1,0 1-1,0 0 1,0 0-1,-1-1 0,0 1 1,1-1-1,-116 161 23,77-116-12,-19 23 15,19-27-11,2 3 0,2 1 0,2 2 0,3 1 0,1 1 0,-1 9-15,29-57 0,0 0-1,0 0 1,1 0-1,-1 0 0,1 0 1,-1 0-1,1 0 0,0 1 1,0-1-1,0 0 1,1 1-1,-1-1 0,1 0 1,0 1-1,0-1 0,0 1 1,0-1-1,1 1 1,-1-1-1,1 0 0,0 1 1,0-1-1,0 0 0,0 0 1,1 0-1,-1 1 1,1-2-1,0 1 0,0 0 1,0 0-1,0 0 0,0-1 1,1 1-1,-1-1 0,1 0 1,1 1 0,139 36-84,-124-37 74,-1 1 0,0 1 0,0 0 0,0 1 0,-1 1 0,0 1 0,0 1 0,-1 0 0,1 1 0,4 4 10,-5 4-2,-2 0 0,0 0 0,-1 1 1,0 1-1,-2 0 0,0 1 0,-2 0 0,0 1 1,-1 0-1,-1 0 0,-1 1 0,-1 0 0,0 0 1,-2 0-1,-1 0 0,-1 0 0,0 3 2,13 176 135,-8 2 0,-10-1-1,-24 164-134,24-236 80,4-128-133,1 0-1,0 0 1,0 0-1,0-1 1,1 1-1,-1 0 1,0-1 0,1 1-1,-1-1 1,1 1-1,-1-1 1,1 1-1,-1-1 1,1 0-1,0 0 1,0 0-1,0 0 1,0 0-1,0 0 1,0-1 0,0 1-1,0-1 1,0 1-1,0-1 1,0 0-1,0 0 1,0 0-1,0 0 1,0 0-1,1 0 1,-1 0-1,0-1 1,0 1 0,0-1-1,0 0 1,0 1-1,0-1 1,-1 0-1,1 0 1,0 0-1,0-1 1,0 1-1,-1 0 1,1-1-1,-1 1 1,1-1 53,32-32-4348</inkml:trace>
  <inkml:trace contextRef="#ctx0" brushRef="#br1" timeOffset="250166.008">6169 13881 24685,'0'0'3852,"0"0"-2752,-26-5-736,-4-2-257,-131-11 444,147 19-530,0 1 0,0 1 0,0 0 0,0 1 0,0 1 0,1 0 1,0 0-1,0 2 0,0-1 0,1 2 0,0 0 0,0 0 0,1 1 1,0 0-1,0 1 0,1 0 0,1 1 0,-1 0 0,2 1 0,0 0 1,0 0-1,1 0 0,-3 9-21,-1 4-2,1-1-1,1 1 1,1 0 0,2 1-1,0 0 1,2 0 0,0 0 0,2 0-1,1 1 1,2-1 0,0 1-1,3 13 3,2-19 29,0 1 0,2-1 0,0 0-1,2 0 1,0-1 0,1-1 0,1 0 0,1 0-1,1-1 1,0-1 0,1 0 0,1-1-1,6 4-28,84 105 240,-100-115-238,0 0 0,-1 1 0,0 0 0,-1 0 0,0 0 0,0 0 0,-1 0 0,-1 1 0,0 0 0,-1-1 0,0 1 0,0 0 0,-2 0 0,1-1 0,-1 1 0,-1 0 1,0-1-1,-1 1 0,0-1 0,-4 8-2,-10 25 1,-2-2 1,-2 0 0,-2-1 0,-18 24-2,8-12 5,27-43-9,-2-1-12,1 1 0,0-1 1,1 1-1,0 0 0,1 1 0,0-1 0,1 1 0,0 0 0,0 0 0,1 1 1,1-1-1,0 0 0,0 1 0,1 0 0,1-1 0,0 1 0,0 0 0,1-1 0,1 1 1,0-1-1,2 8 16,90 244-114,-49-8 207,-11 1-1,-12 2 1,-10 0-1,-15 102-92,13 246 399,-7-537-370,42 486 268,-45-555-298,1-1 0,-1 1 0,0 0-1,1 0 1,-1 0 0,0 0 0,1 0 0,-1 0 0,0 0-1,1 0 1,-1 0 0,0 0 0,1 0 0,-1 0-1,0 0 1,1 0 0,-1 0 0,0 0 0,1 0-1,-1 0 1,0 1 0,0-1 0,1 0 0,-1 0-1,0 0 1,1 1 0,-1-1 0,0 0 0,0 0-1,1 1 1,-1-1 0,0 0 0,0 0 0,0 1-1,0-1 1,1 0 0,-1 1 0,0-1 0,0 0-1,0 0 1,0 1 0,0-1 0,0 0 0,0 1-1,0-1 1,0 0 0,0 1 1,11-36-152,1-34-549,-3-18-1300</inkml:trace>
  <inkml:trace contextRef="#ctx0" brushRef="#br0" timeOffset="305571.946">13235 15526 29990,'0'0'726,"0"0"-221,0 0-191,0 0 126,29-21-41,-4 2-327,186-114 230,-173 114-299,1 2-1,1 2 0,0 1 1,1 3-1,0 0 0,1 3 1,0 2-1,1 1-2,-40 4 0,0 0 0,1 1-1,-1-1 1,0 1 0,1-1 0,-1 1 0,1 0 0,-1 0-1,1 1 1,-1-1 0,1 1 0,-1 0 0,0-1-1,1 1 1,-1 1 0,0-1 0,0 1 0,0-1 0,0 1-1,0 0 1,0 0 0,0 0 0,-1 0 0,1 0-1,-1 1 1,1-1 0,-1 1 0,0 0 0,0 0 0,0 0-1,-1 0 1,1 0 0,-1 0 0,1 0 0,-1 0-1,0 1 1,0-1 0,0 0 0,-1 1 0,1-1 0,-1 1-1,0-1 1,0 1 0,0 1 0,-1 12-13,-1-1 0,0 0 0,-1 0 0,-1-1 1,-1 1-1,0-1 0,-1 1 0,0-2 0,-1 1 0,-1-1 0,0 0 0,-2 1 13,-81 124-62,-6-4 0,-6-4 0,-85 80 62,83-75 12,104-136-15,1 1 1,-1-1 0,1 1-1,-1 0 1,1-1 0,-1 1-1,1 0 1,0-1 0,-1 1-1,1 0 1,0 0 0,0-1 0,0 1-1,-1 0 1,1 0 0,0-1-1,0 1 1,0 0 0,0 0-1,0 0 1,0-1 0,1 1-1,-1 0 1,0 0 0,0-1-1,1 1 1,-1 0 0,0 0 0,1-1-1,-1 1 1,0 0 0,1-1-1,-1 1 1,1-1 0,-1 1-1,1 0 1,-1-1 0,1 1-1,0-1 1,-1 0 0,1 1-1,0-1 1,-1 1 0,1-1 0,0 0-1,0 1 1,-1-1 0,1 0-1,0 0 1,0 0 0,-1 0-1,1 0 1,0 0 0,0 0-1,0 0 1,-1 0 0,1 0-1,0 0 1,0 0 0,0-1 2,30 0-36,0-1 1,0-2-1,-1-1 0,1-2 1,-1-1-1,0-1 0,7-4 36,32-9-44,-13 5 17,203-40-24,-254 58 51,-1-1 0,0 2 1,0-1-1,0 0 0,0 1 0,0 0 1,0 0-1,0 0 0,0 0 0,-1 0 1,1 1-1,-1 0 0,1 0 0,-1 0 1,0 0-1,0 0 0,-1 1 0,1-1 1,-1 1-1,1 0 0,-1 0 1,0-1-1,-1 1 0,1 1 0,-1-1 1,0 0-1,0 0 0,0 0 0,0 1 1,-1-1-1,1 1 0,-1-1 0,-1 0 1,1 1-1,0-1 0,-1 0 0,0 1 1,0-1-1,0 0 0,-1 0 0,-1 3 0,-3 22 19,-1 0 0,-1-1-1,-1 0 1,-2 0-1,-1-1 1,-1-1-1,-2 0 1,0-1 0,-1-1-1,-2 0 1,0-1-1,-2-1 1,-2 1-19,-14 22 5,-1-1 0,-3-3 0,-2 0 1,-1-3-1,-2-2 0,-1-2 0,-2-1 0,-27 12-5,71-42-15,0 0 0,0 0 0,-1 0 0,1-1 0,0 1 0,-1-1 0,0 0 0,0 0 1,1-1-1,-1 1 0,0-1 0,0 0 0,-1 0 0,1-1 0,0 0 0,0 0 0,0 0 0,0 0 0,0-1 0,0 0 0,0 0 0,0 0 0,0-1 0,0 1 0,0-1 0,1 0 0,-1-1 0,1 1 0,-1-1 0,1 0 0,0 0 0,0 0 0,0-1 0,1 1 0,-1-1 0,-1-3 15,-20-57-853,12-14-1081</inkml:trace>
  <inkml:trace contextRef="#ctx0" brushRef="#br0" timeOffset="305906.411">13338 15730 27934,'0'102'1048,"0"24"-144,-4 22-127,2-4-257,2-13-208,6-5-136,16-20-104,2-27-72,20-4-192,-9-29-544,0-13-1641</inkml:trace>
  <inkml:trace contextRef="#ctx0" brushRef="#br0" timeOffset="305907.411">14274 16483 27998,'0'0'3321,"0"0"-3017,0 0-200,0 0 96,187 45-40,-71-45-152,44-3-8,15-23-432,-37 0-929,-30 1-3151</inkml:trace>
  <inkml:trace contextRef="#ctx0" brushRef="#br0" timeOffset="306452.01">15892 16521 15027,'0'0'13566,"0"0"-10423,-1-24-2851,6-363 426,4 325-767,-4-1 1,-2 0 0,-3 0-1,-4-15 49,4 75-2,1 1-1,-1-1 0,0 1 1,0 0-1,0-1 0,-1 1 1,1 0-1,-1-1 0,1 1 1,-1 0-1,0-1 1,0 1-1,0 0 0,0 0 1,0 0-1,0 0 0,0 0 1,-1 0-1,1 0 0,-1 0 1,0 1-1,1-1 0,-1 0 1,0 1-1,0 0 1,0-1-1,0 1 0,0 0 1,0 0-1,0 0 0,-1 0 1,1 0-1,0 1 0,-1-1 1,1 1-1,0-1 0,-1 1 1,1 0-1,0 0 1,-1 0-1,1 0 0,-1 1 1,1-1-1,0 0 0,-1 1 1,1 0-1,0-1 0,0 1 1,0 0-1,-1 0 0,1 1 1,0-1-1,0 0 0,0 1 1,1-1-1,-1 1 1,0-1-1,1 1 0,-2 1 3,-16 19-6,1 1 0,0 1-1,2 0 1,1 2 0,1-1 0,1 2-1,-7 21 7,-4 8 18,2 1-1,3 1 0,3 1 1,2 0-1,3 1 0,2 0 1,3 1-1,2 24-17,4-78 3,-1-1-1,1 1 1,0 0 0,1 0 0,-1-1-1,1 1 1,1-1 0,-1 1-1,1-1 1,0 1 0,0-1 0,1 0-1,0 0 1,0 0 0,1 0-1,-1-1 1,1 1 0,1-1 0,-1 0-1,1 0 1,-1 0 0,1-1-1,1 0 1,-1 0 0,1 0 0,-1 0-1,1-1 1,5 2-3,-3-3 1,0-1 0,0 0 0,0 0 0,0 0 0,1-1-1,-1-1 1,0 0 0,0 0 0,0 0 0,0-1 0,0 0 0,0 0 0,-1-1 0,1 0 0,-1-1 0,0 1 0,0-1-1,0-1 1,0 1 0,0-1 0,-1-1 0,0 1 0,0-1 0,-1 0 0,0 0 0,0 0 0,0-1 0,-1 0 0,1 0-1,-2 0 1,1-1 0,1-5-1,48-74-112,-5-2 0,-3-2-1,-4-1 1,1-20 112,0 4-462,-4-3 1,-6 0 0,-4-3-1,-5 0 1,-6-1-1,-1-46 462,-18 129 546,-10 83 424,6-20-1017,-23 134 390,8 2 0,6 1 0,8 0 0,9 52-343,26-19 17,-27-196-108,1 0 0,0 0 0,0 0 0,0 0 0,1 0 0,0-1 0,0 1 0,0-1 0,0 0 0,1 0 0,-1 0 0,1 0 0,0 0 0,0-1 0,1 0 0,-1 0 0,1 0 0,-1 0 0,1-1 0,0 0 0,0 0 0,0 0-1,0 0 1,0-1 0,0 0 0,1 0 0,3 0 91,33 1-2684</inkml:trace>
  <inkml:trace contextRef="#ctx0" brushRef="#br0" timeOffset="306752.601">16747 15887 30254,'0'0'1097,"-37"109"-889,17-38-144,0 4 56,11-8-56,9-22-64,0-21-344,31-42-232,4-25-257,-4-16-3744</inkml:trace>
  <inkml:trace contextRef="#ctx0" brushRef="#br0" timeOffset="306753.601">16848 15339 23885,'0'0'5305,"6"170"-5305,10-88-2808</inkml:trace>
  <inkml:trace contextRef="#ctx0" brushRef="#br0" timeOffset="307171.37">17306 16260 29230,'0'0'975,"0"0"-239,0 0-89,22-21-64,-2 2-491,-5 7-64,-1-1 1,-1 0-1,0-1 0,-1-1 1,0 0-1,-1 0 0,-1-1 0,-1-1 1,8-16-29,-4-1-6,0-1 1,-3-1 0,-1 0 0,-1 0 0,-3 0 0,0-1-1,-3 0 1,-1-7 5,-22-58-194,20 99 189,-1 1 1,0-1 0,0 1 0,0 0 0,0 0-1,0-1 1,0 1 0,0 1 0,-1-1-1,1 0 1,-1 0 0,1 1 0,-1-1-1,0 1 1,1 0 0,-1 0 0,0 0-1,0 0 1,0 1 0,0-1 0,0 1-1,0 0 1,0-1 0,0 1 0,0 1-1,0-1 1,0 0 0,0 1 0,0-1-1,0 1 1,0 0 0,1 0 0,-3 1 4,-5 3 0,0 1 0,1 0 1,0 0-1,0 0 0,1 1 1,0 1-1,0-1 0,0 1 1,1 1-1,0-1 0,1 1 1,0 1-1,1-1 0,-1 1 1,2 0-1,-2 4 0,-14 28 60,3 1-1,1 1 1,2 0 0,2 1-1,3 1 1,1-1 0,2 1-1,1 27-59,3-66 5,1 1 0,0 0 1,0-1-1,0 1 0,1 0 0,1-1 0,-1 1 0,1 0 0,1-1 0,-1 1 0,1-1 0,0 1 1,1-1-1,0 0 0,0 0 0,1 0 0,-1 0 0,1-1 0,1 1 0,0-1 0,-1 0 0,2 0 1,-1-1-1,1 0 0,0 0 0,0 0 0,0 0 0,2 0-5,17 5 0,0-1 0,1-1 0,0-1 0,1-2 0,-1 0 0,1-2 0,0-1 0,0-1 0,-1-1 0,1-2 0,0 0 0,3-3 0,21-1-136,-1-3 0,-1-2 0,0-3 0,0-1 1,-1-3-1,-1-1 0,-1-3 0,-1-1 0,31-23 136,-19 5-2850</inkml:trace>
  <inkml:trace contextRef="#ctx0" brushRef="#br0" timeOffset="379888.458">13084 16710 23749,'0'0'5050,"0"0"-3429,0 0-1180,0 0-235,0 0-16,-2 12 57,11 42 58,69-27-62,302 18 115,2-16-1,141-17-357,215-37 0,328-69 0,-458 35 0,2 11-345,372 28 345,-841 27-1870,-51-2-3557</inkml:trace>
  <inkml:trace contextRef="#ctx0" brushRef="#br0" timeOffset="380211.729">18774 15522 30294,'0'0'655,"25"29"-339,-20-22-302,18 18 25,-1 2 1,-2 1-1,-1 0 0,-1 2 0,-1 0 0,-2 1 0,-1 0 0,3 15-39,1 31 223,-3 0 0,-4 1 1,-4 1-1,-2 66-223,-1-52 183,17 28-84,-19-118-99,-1-1 0,1 0 0,0-1 0,0 1 0,0 0 0,0 0 0,0-1 0,0 1 0,1-1 0,-1 0 0,0 0 0,1 0 0,-1 0 0,1 0 0,-1 0 0,1 0 0,-1-1 0,1 0 0,0 1 0,-1-1 0,1 0 0,-1 0 0,1 0 0,0-1 0,-1 1 0,1-1 0,-1 1 0,1-1 0,2-1 0,16-3 0,0-2 0,0 0 0,-1-1 0,0-2 0,0 0 0,-1 0 0,-1-2 0,1 0 0,-2-2 0,12-11 0,-27 24 0,228-195 0,-7-10 0,192-234 0,-197 206 0,-55 63-220,-30 33-880</inkml:trace>
  <inkml:trace contextRef="#ctx0" brushRef="#br1" timeOffset="398321.6">16729 17055 30431,'0'0'613,"-3"20"-380,-63 278 327,-71 185-560,131-466 11,0 1 0,2 0 0,0 0 0,1 0 0,0 1 0,2-1 0,0 1 0,1-1 0,1 1 0,1-1 0,1 6-11,2-15 28,1-1 1,0 0 0,1 0 0,-1-1-1,1 0 1,1 0 0,-1 0 0,1-1-1,1 0 1,-1 0 0,1-1 0,0-1-1,0 1 1,0-1 0,1-1 0,-1 0-1,1 0 1,0-1 0,0 0 0,0 0-1,0-1 1,0-1 0,0 0 0,0 0-1,3-1-28,218 7 30,0-10 0,0-10 0,155-33-30,-379 47 1,364-50-1,18-3 0,37 16 0,-83 22-1820,-294 9-1529</inkml:trace>
  <inkml:trace contextRef="#ctx0" brushRef="#br1" timeOffset="398970.338">19145 17653 31111,'0'0'856,"0"0"-633,12 20-111,-3-3-73,0 0 9,0-1 0,2-1 0,-1 0 0,2 0 0,0-1 0,0 0-1,2-1 1,1 0-48,210 127 44,-94-66-45,-125-73 1,-1 1 0,0 1 0,0-1 0,0 1 0,0-1 0,-1 1 0,1 1 0,-1-1 0,0 1 0,0 0 0,0 0 0,0 0 0,0 0 0,-1 1 0,0-1 0,0 1 0,0 0 0,-1 0 0,1 0 0,-1 0 0,-1 0 0,1 1 0,-1-1 0,1 0 0,-2 1 0,1-1 0,0 1 0,-1 0 0,0-1 0,-1 1 0,1-1 0,-1 1 0,0-1 0,0 1 0,-1-1 0,0 0 0,0 2 0,-10 7 0,0 0 0,-1-1 0,0 0 0,-1-1 0,-1 0 0,0-2 0,0 1 0,-10 3 0,10-4 0,-85 51-448,-2-3 0,-95 37 448,95-57-1921</inkml:trace>
  <inkml:trace contextRef="#ctx0" brushRef="#br1" timeOffset="399219.781">22198 17002 29614,'0'0'1393,"-35"154"-1081,-2-2 0,0 21-40,6 5 0,5-20-32,10-20-88,5-4-88,2-26-32,5-23-32,4-28-176,0-25-424,18-12-816,-5-20-2937</inkml:trace>
  <inkml:trace contextRef="#ctx0" brushRef="#br1" timeOffset="399431.478">22170 17087 11338,'0'0'16005,"0"0"-12187,19-7-3294,-5 2-434,-6 1-48,0 1-1,0 0 1,0 1 0,0-1 0,1 1 0,0 1-1,-1 0 1,1 0 0,0 1 0,-1 0-1,1 0 1,0 1 0,-1 0 0,1 1 0,7 2-42,2 4-53,-1 1 0,0 0 0,0 2 0,-1 0 0,-1 1 0,0 0 0,0 1 0,-2 1 0,1 0 0,-2 1 1,0 0-1,0 1 0,-2 1 0,0-1 0,-1 2 0,-1-1 0,0 1 0,-1 0 0,-1 1 0,-1 0 0,-1 0 1,0 0-1,-1 0 0,-2 1 0,0-1 0,-1 1 0,0-1 0,-2 1 0,0-1 0,-2 0 0,0 0 0,-1 0 0,0 0 1,-2-1-1,0 0 0,-1 0 0,-6 7 53,-33 40-430,-7-12-3671,38-41 1817,0 0-1,-1-2 1,0 0-1,-1-1 0,0-1 1,0 0-1,-1-1 1,1-2-1,-2 1 0,-10 0 2285,-45 1-1827</inkml:trace>
  <inkml:trace contextRef="#ctx0" brushRef="#br1" timeOffset="399432.478">22089 17722 10562,'0'0'3401,"85"-107"-3193,-21 46 12339,8 8-11467,0 10 0,-4 15-232,-17 20-304,-19 8-239,-18 28-305,-14 23-104,-46 44-945,-7-12-4080,-6-7-14363</inkml:trace>
  <inkml:trace contextRef="#ctx0" brushRef="#br1" timeOffset="399762.267">22192 18146 20364,'0'0'9202,"0"0"-8025,0 0-817,0 0 32,105-101-136,-48 50-120,4-4-136,14-20-248,-16 16-832,-18 9-2257</inkml:trace>
  <inkml:trace contextRef="#ctx0" brushRef="#br1" timeOffset="400063.706">22523 17730 25405,'0'0'3065,"0"0"-3065,0 0-4409</inkml:trace>
  <inkml:trace contextRef="#ctx0" brushRef="#br1" timeOffset="400064.706">22803 17367 23557,'0'0'7098,"0"0"-6554,0 0-152,151-130-32,-63 70-40,8-1-88,5 0-136,0 6-96,0 8-192,-5 9-280,23-3-64,-27 7-1265,-20 10-8225</inkml:trace>
  <inkml:trace contextRef="#ctx0" brushRef="#br1" timeOffset="400510.948">23568 16578 27382,'0'0'3569,"-22"128"-3153,18 12 24,4 36-48,0 21 64,0 0-344,-9-11-112,-11-7 0,-4-7 0,-7-14 0,5-32 0,2-32 0,2-32 0,2-21 0,-6-3-200,-16-29-528,5-5-721,2-10-3256</inkml:trace>
  <inkml:trace contextRef="#ctx0" brushRef="#br1" timeOffset="400511.948">23123 17688 30318,'0'0'1177,"0"0"-1009,145 2-56,-69 8-112,43-10-176,-21 0-648,-12-6-4650</inkml:trace>
  <inkml:trace contextRef="#ctx0" brushRef="#br1" timeOffset="400834.061">24736 16175 30831,'0'0'873,"0"0"-641,0 0-186,8 21 6,25 69 49,-30-82-151,-1 1 0,0-1 0,-1 1 0,0 0 0,0 0 0,0 0 0,-1 0 0,-1 0 0,0-1 0,0 1 0,0 0 0,-1 0 1,-1-1-1,1 1 0,-1-1 0,-1 0 0,0 1 0,0-2 0,0 1 0,-1 0 0,-1 0 50,-127 117-7513,133-125 7497,-59 41-8992,-1-1 5185,-14 4 4487,-39 19 7001,9-5 1650,67-34-8169,35-22-1022,2-2-105,0 0 1,1 0 0,-1 0-1,0 0 1,1 0 0,-1 0-1,1 0 1,-1 0 0,0 0-1,1 1 1,-1-1-1,0 0 1,1 0 0,-1 0-1,0 0 1,1 1 0,-1-1-1,0 0 1,0 0 0,1 1-1,-1-1 1,0 0 0,0 1-1,0-1 1,1 0-1,-1 1 1,0-1 0,0 0-1,0 1 1,0-1 0,0 0-1,0 1 1,1-1 0,-1 0-1,0 1 1,0-1 0,0 1-1,0-1 1,0 0 0,0 1-1,-1-1-19,43-8 86,0-2 0,-1-2 0,-1-1-1,0-2 1,-1-2 0,14-10-86,-3 4 23,299-142-1,-346 163-21,-3 1-1,1 0 0,-1 0 1,1 0-1,0 0 0,-1 0 0,1 0 0,0 0 0,0 1 0,-1-1 1,1 0-1,0 0 0,0 1 0,0-1 0,0 0 0,0 1 1,0-1-1,0 1 0,0-1 0,0 1 0,0-1 0,1 1 1,-1 0-1,0 0 0,0 0 0,0 0 0,0-1 0,1 1 1,-1 1-1,0-1 0,0 0 0,0 0 0,0 0 0,0 1 0,1-1 1,-1 0-1,0 1 0,0-1 0,0 1 0,0-1 0,0 1 1,0 0-1,0-1 0,0 1 0,-1 0 0,1 0 0,0 0 1,0 0-1,-1-1 0,1 1 0,0 0 0,-1 0 0,1 0 1,-1 1-1,1-1 0,-122 189 334,-90 140 139,14 8-1,15 9 1,-93 262-473,252-550-473,130-271-2216,-55 100 314</inkml:trace>
  <inkml:trace contextRef="#ctx0" brushRef="#br1" timeOffset="401306.641">24892 16860 6865,'0'0'17936,"20"-3"-13783,67-10-3573,-83 13-549,0 0 0,0 0 0,-1 1 0,1-1 0,0 1 0,0 0 0,-1 0 0,1 0 0,0 1 0,-1-1-1,1 1 1,-1 0 0,0 0 0,0 0 0,0 1 0,0-1 0,0 0 0,0 1 0,0 0 0,-1 0 0,1 0 0,-1 0 0,0 0-1,0 0 1,0 1 0,0-1 0,-1 1 0,0-1 0,1 1 0,-1 0 0,0 0 0,-1-1 0,1 1 0,-1 0 0,1 0 0,-1 0-1,0-1 1,-1 1 0,1 0 0,-1 0 0,0 0 0,1-1 0,-2 1 0,1 0 0,0-1 0,-1 1 0,1-1 0,-2 2-31,-8 23 6,-2 1 1,-1-2-1,-1 0 1,-1-1-1,-1-1 1,-2 0-1,0-1 1,-1-1-1,-2-1 1,-20 16-7,7-5-2,0-2 1,-2-2-1,-2-1 1,0-2-1,-20 8 2,50-27-5,17-8-2,20-6-10,261-117-98,-317 146 196,-131 88 9,70-51 16,3 3-1,3 4 1,-2 9-106,28 1 184,57-75-183,1 0 0,-1 1 0,0-1 0,0 0 0,1 0 0,-1 0 0,1 0 0,-1 0 0,1 0 0,-1 0 0,1 0 0,0 0 0,-1-1 0,1 1 0,0 0 0,0 0 0,0 0 0,-1-1 0,1 1 0,0-1 0,0 1 0,0 0 0,0-1 0,0 0 0,0 1 0,0-1 0,0 1 0,0-1 0,1 0 0,-1 0 1,0 0-1,0 0 0,0 0 0,0 0 0,0 0 0,0 0 0,0 0 0,1 0 0,-1-1 0,0 1 0,0 0 0,0-1 0,0 1 0,0-1 0,0 1 0,0-1 0,0 0-1,9 1 3,33-6-38,0-1 0,0-2 0,-1-2 0,-1-2 1,0-1-1,28-15 35,-14 7-43,342-135-69,-290 135 429,-94 55 66,-14-26-307,-3 12-15,0 0 0,-2 0 0,0-1 0,-1 0 0,-1 0 0,0-1 0,-2 0 0,0 0 0,-1-1-1,0-1 1,-10 10-61,0 5 23,-14 20-118,-2-1-1,-3-2 1,-1-2-1,-2-1 0,-2-2 1,-33 21 95,2-27-1339,19-37-3545,30-10-5245</inkml:trace>
  <inkml:trace contextRef="#ctx0" brushRef="#br1" timeOffset="401657.706">24785 17826 24901,'0'0'5281,"0"0"-4416,0 0-289,-71 164-56,19-73-112,-12 25-192,-4 22-216,14-11 0,21-33-40,26-25-456,7-39-232,0-14-2273</inkml:trace>
  <inkml:trace contextRef="#ctx0" brushRef="#br1" timeOffset="401969.573">27356 15799 26766,'-9'18'3380,"-10"19"-3089,-40 70-63,6 3 0,4 2 0,5 1-1,5 3 1,6 1 0,-5 44-228,33-78-1219,7-81 968,-1-1 0,1 1 1,-1-1-1,1 1 0,0-1 0,-1 1 0,1-1 0,0 0 0,0 0 0,0 0 0,0 0 1,0 0-1,0 0 0,0-1 0,0 1 0,1 0 0,-1-1 0,0 0 0,0 0 0,0 0 0,1 0 1,-1 0-1,0 0 0,0 0 0,0-1 0,1 1 0,-1-1 0,0 1 0,0-1 0,0 0 1,0 0-1,0 0 0,0 0 0,0 0 0,0-1 0,-1 1 0,1 0 0,0-1 0,0 0 251,74-62-8172,-27 12 5692,-2 1 3817,19-12 7104,5 3-3446,-49 44-4364,0 0 0,0 1 0,1 2 1,1 0-1,1 2 0,-1 0 0,2 2 0,-1 1 0,7-1-631,-32 9 7,1-1 0,-1 1 0,1-1 0,0 1 0,-1 0 0,1-1 0,0 1 0,-1 0 0,1-1 0,0 1 0,0 0-1,-1 0 1,1 0 0,0 0 0,0 0 0,-1 0 0,1 0 0,0 0 0,-1 0 0,1 0 0,0 0 0,0 0 0,-1 1 0,1-1 0,0 0 0,-1 0 0,1 1-1,0-1 1,-1 0 0,1 1 0,0-1 0,-1 1 0,1-1 0,-1 1 0,1-1 0,-1 1 0,1-1 0,-1 1 0,1 0 0,-1-1 0,0 1 0,1 0-1,-1-1 1,0 1 0,1 0 0,-1 0 0,0-1 0,0 1 0,0 0 0,0-1 0,0 1 0,0 0 0,0 0-7,-17 38-239,17-39 233,-32 44-945,-4-2-1104</inkml:trace>
  <inkml:trace contextRef="#ctx0" brushRef="#br1" timeOffset="402362.243">26670 16799 19500,'0'0'8142,"0"0"-5754,0 0-1823,0 0-100,5 22-54,47 168 137,-49-182-557,1-1 0,0-1 0,0 1 0,0-1 0,0 1 0,1-1 1,0 0-1,1-1 0,-1 1 0,1-1 0,0 0 0,1-1 0,-1 1 0,1-1 0,-1-1 1,1 1-1,0-1 0,1 0 0,-1-1 0,0 1 0,1-2 0,0 1 0,-1-1 0,1 0 0,0 0 1,2-1 8,12 0-83,0-1 0,0 0 0,-1-2 0,1-1 0,-1 0 0,1-2 0,-1 0 0,17-8 83,142-69-1699,-179 83 1692,0 1 0,-1-1 0,1 1 0,0-1 0,-1 1 0,1-1 0,0 1 1,-1-1-1,1 1 0,-1 0 0,1-1 0,-1 1 0,1 0 0,-1-1 0,0 1 0,1 0 0,-1 0 0,0-1 0,1 1 0,-1 0 0,0 0 0,0 0 1,0 0-1,0-1 0,0 1 0,0 0 0,0 0 0,0 0 0,0 0 0,0-1 0,0 1 0,-1 0 0,1 0 0,0 0 0,-1-1 0,1 1 0,0 0 1,-1-1-1,1 1 0,-1 0 0,1-1 0,-1 1 0,1 0 0,-1-1 0,0 1 0,1-1 0,-1 1 0,0-1 0,1 1 0,-1-1 0,0 1 1,0-1-1,1 0 0,-1 0 0,0 1 0,0-1 0,0 0 0,1 0 0,-1 0 7,-1 3-10,-301 382 1289,56-72-475,202-237-758,56-70-302,22-11-619,7-20-907</inkml:trace>
  <inkml:trace contextRef="#ctx0" brushRef="#br1" timeOffset="402784.667">27371 17373 19996,'0'0'8474,"0"0"-7778,0 0-400,-46 108 480,0-47-151,-7 5-217,5-1-216,4-4-136,11-6-32,9-10-24,11-9-64,11-14-168,2-18-400,22-4-1241,2-4-5913</inkml:trace>
  <inkml:trace contextRef="#ctx0" brushRef="#br1" timeOffset="402785.667">27678 17653 27598,'0'0'2993,"0"0"-2409,-70 106 208,11-35-144,-23 28-496,-16 27-152,-16 20 0,-5 10 0,12-10 0,19-31 0,25-33 0,17-24 0,-18 5-656,9-14-512,5-13-1977</inkml:trace>
  <inkml:trace contextRef="#ctx0" brushRef="#br1" timeOffset="403391.554">28723 16124 24661,'0'0'4657,"0"0"-3148,0 0-1037,0 0 62,-18 25-21,-287 364-92,254-327-440,-274 367-190,280-346-1654,52-94 669,46-58-4555,8 4-10122,-22 41 15074,-37 24 1199,-1 0 0,1 0 0,0 0 1,0 0-1,0 1 0,0-1 0,-1 0 0,1 1 0,0-1 0,0 1 0,-1 0 1,1-1-1,0 1 0,-1 0 0,1 0 0,-1 0 0,1 0 0,-1 0 0,1 1 1,-1-1-1,0 0 0,1 1 0,-1-1 0,0 1 0,0-1 0,0 1 0,0-1 1,-1 1-1,1 0 0,0-1 0,-1 1 0,1 0 0,-1 0 0,1 0 0,-1-1 1,0 1-1,0 0 0,0 0 0,0 0 0,0 0 0,0-1 0,0 1 0,-1 0 1,1 0-1,-1 0 0,1 0-402,-14 133 4051,-50 61-3204,44-142-399,-97 276 643,108-237-1033,40-94-285,64-115-33,302-424-495,-384 522 802,1 0 0,1 1 0,0 0 0,1 1 0,1 1 0,0 1 0,1 0 0,1 1 1,0 1-1,1 1 0,0 1 0,0 0 0,1 2 0,1 0 0,-1 1 0,1 2 0,3-1-47,-20 5 22,0-1-1,0 1 1,0 0-1,0 0 1,0 1-1,0-1 1,0 1-1,0 0 1,0 1 0,0-1-1,0 1 1,0 0-1,0 0 1,0 0-1,-1 1 1,1 0-1,0 0 1,-1 0-1,1 0 1,-1 1 0,0 0-1,0 0 1,0 0-1,0 0 1,0 1-1,-1-1 1,0 1-1,1 0 1,-1 0-1,-1 0 1,1 1 0,1 1-22,0 15 29,0 0 0,-1 0 1,-2 0-1,0 1 0,-1-1 1,-1 0-1,-3 18-29,1-8-9,-2-1 0,-1 0 0,-1 0 1,-2-1-1,-1 1 0,-1-2 0,-1 0 0,-2 0 1,-1-1-1,-1-1 0,-1-1 0,-1 0 0,-2-1 1,0-1-1,-1-1 0,-1 0 0,-1-2 0,-17 11 9,33-27-93,0 0 0,1 0 0,-1-1 0,0 0 0,-1 0 0,1-1 0,-1 1 0,1-2 0,-1 1 0,1-1 0,-1 0 0,0-1 0,0 0 0,1 0 0,-1 0 0,0-1 0,1 0 0,-1-1 0,0 0 0,1 0-1,-3-1 94,-28-26-2088</inkml:trace>
  <inkml:trace contextRef="#ctx0" brushRef="#br1" timeOffset="403733.36">28603 17008 8458,'0'0'20540,"-42"112"-19484,-10-3-143,-16 29-305,-5 8-136,10-8-232,10-14-152,14-11-56,12-19-32,10-21-80,8-29-240,9-23-144,0-11-200,11-33-625,11-19-927,4-19-19757</inkml:trace>
  <inkml:trace contextRef="#ctx0" brushRef="#br1" timeOffset="403734.36">28513 17706 16420,'0'0'11682,"0"0"-9810,0 0-1199,101 122-129,-70-72-264,-1-1-48,-1-6-200,1-5-32,27-10-312,-6-9-424,-7-19-1793</inkml:trace>
  <inkml:trace contextRef="#ctx0" brushRef="#br1" timeOffset="404435.545">29999 15919 24637,'0'0'5423,"0"0"-4154,0 0-1203,0 0-16,0 0 61,9 18-11,-5-8-91,-1-5-8,0-1 0,-1 1 0,1 0 0,-1 0 0,0 0 0,-1 0 0,1 1 0,-1-1 0,0 0 0,0 1 0,-1-1 0,1 0 0,-1 1 0,-1-1 0,1 1 0,-1-1 0,0 0 0,0 1 0,0-1 0,-1 0 0,0 0 0,0 0 0,0 0 0,0 0 0,-1 0 0,-2 2-1,-59 70 3,-4-3 0,-3-3 0,-3-3 0,-35 21-3,39-29 34,66-44-33,37-22-4,123-46-53,-112 34 38,1 3 0,0 1 0,1 2 0,33-3 18,-78 15 2,0 1 0,1-1 0,-1 0 0,0 0 1,1 1-1,-1-1 0,0 0 0,0 1 0,0-1 0,1 1 1,-1 0-1,0-1 0,0 1 0,0 0 0,0 0 0,0-1 0,0 1 1,0 0-1,0 0 0,0 0 0,-1 0 0,1 1 0,0-1 1,-1 0-1,1 0 0,-1 0 0,1 0 0,-1 1 0,1-1 1,-1 0-1,0 1 0,0-1 0,1 0 0,-1 0 0,0 1 1,0-1-1,-1 0 0,1 1 0,0-1 0,0 0 0,0 1 0,-1-1 1,1 0-1,-1 0 0,1 0 0,-1 1 0,0-1 0,1 0 1,-1 0-1,0 0 0,0 0 0,1 0 0,-1 0 0,0 0 1,0 0-1,0-1 0,0 1 0,-1 0 0,1 0 0,0-1 1,0 1-1,0-1 0,-1 1-2,-192 202 415,194-202-415,-82 79 175,4 4 0,-47 67-175,88-75 43,49-67-43,2-10-21,0-1-1,-1 0 1,1-1 0,-1 0-1,0-1 1,0 0 0,0-1-1,0-1 1,-1 0-1,0-1 1,0 0 0,0-2 21,17-7-85,39-22-116,-41 21 151,0 1-1,1 1 0,1 2 1,0 1-1,1 1 0,4 0 51,-32 11 6,0 1 0,-1-1-1,1 1 1,0 0 0,-1-1-1,1 1 1,-1 0 0,1 0-1,-1 0 1,1 0 0,-1 0-1,1 0 1,-1 0 0,0 1-1,0-1 1,0 0 0,0 1-1,0-1 1,0 1 0,0-1-1,0 1 1,0-1 0,-1 1-1,1 0 1,-1-1 0,1 1-1,-1 0 1,1 0 0,-1-1-1,0 1 1,0 0 0,0 0-1,0-1 1,0 1 0,-1 0-1,1 0 1,0-1 0,-1 1-1,1 0 1,-1-1 0,0 1-1,0 0 1,1-1 0,-1 1-1,0-1 1,0 1 0,0-1-1,-1 1-4,-112 221 359,109-213-352,-9 15 19,0 0 0,2 2 0,1 0 0,1 0 0,2 0 0,0 4-27,7-30 2,0 0-1,1 0 1,-1 1-1,1-1 0,-1 0 1,1 1-1,-1-1 1,1 0-1,0 1 1,-1-1-1,1 1 0,0-1 1,0 1-1,0-1 1,0 1-1,0-1 1,1 0-1,-1 1 1,0-1-1,1 1 0,-1-1 1,1 0-1,-1 1 1,1-1-1,-1 0 1,1 0-1,0 1 0,0-1 1,0 0-1,0 0 1,0 0-1,0 0 1,0 0-1,0 0 0,0 0 1,0 0-1,1-1 1,-1 1-1,0 0 1,0-1-1,1 1 0,-1-1 1,1 1-1,-1-1 1,0 0-1,1 0 1,-1 1-1,1-1 1,-1 0-1,1 0 0,-1 0 1,0-1-1,1 1 1,-1 0-1,1 0 1,-1-1-1,0 1 0,1-1 1,0 0-2,75-43 26,-70 39-113,0 0 0,-1 0 0,0 0 0,0-1 0,0 0 0,-1 0 1,0-1-1,0 1 0,-1-1 0,0 0 0,0 0 0,0-1 0,-1 1 0,0-1 0,0 0 0,-1 0 0,0 0 0,-1 0 1,0 0-1,0 0 0,-1 0 0,1 0 0,-2-1 0,1 1 0,-1 0 0,-1 0 0,1 0 0,-1 0 0,-2-3 87,-22-27-1964</inkml:trace>
  <inkml:trace contextRef="#ctx0" brushRef="#br1" timeOffset="404759.477">29225 16694 8250,'0'0'17720,"0"0"-13530,-8 24-3659,-24 81-138,31-99-378,0 0-1,1 0 1,-1 0-1,1 0 1,1 0-1,-1 0 1,1 0-1,0 0 1,0-1-1,1 1 1,-1 0 0,1 0-1,1-1 1,-1 1-1,1-1 1,0 0-1,0 0 1,0 0-1,1 0 1,0 0-1,0-1 1,0 1 0,0-1-1,1 0 1,0-1-1,0 1 1,0-1-1,0 0 1,0 0-1,1 0 1,-1-1-1,1 0 1,0 0 0,-1 0-1,1-1 1,0 0-1,0 0 1,0-1-1,0 1 1,0-1-1,0 0 1,0-1-1,4 0-14,44-1-127,1-2 0,-1-3 0,-1-2 0,1-2 0,-2-3 0,1-2 0,-2-2 0,-1-2 0,0-3 0,44-27 127,222-111-1800,-203 138 1815,-110 25-19,0-1 0,-1 1 0,1 0 0,0-1 0,-1 1 0,0 1 0,1-1 0,-1 0 0,0 0 0,0 1 0,-1 0 0,1-1 0,0 1 0,-1 0 0,0 0 0,1-1 0,-1 1 0,0 0 0,0 0 0,-1 0 0,1 1 0,-1-1 0,1 0 0,-1 0 0,0 0 0,0 0 0,-1 0 1,1 0-1,-1 1 0,1-1 0,-1 0 0,0 0 0,0 0 0,-1 0 4,2 17-290,-8 39-2506,-49 20-6020,-110 39 1837,72-58 5255</inkml:trace>
  <inkml:trace contextRef="#ctx0" brushRef="#br1" timeOffset="405157.088">28881 18213 30495,'125'-14'1528,"46"-37"-1424,33-18-56,6-14 112,-25 0 176,-17 0-240,-30 12-96,-41 14 0,-38 16-16,-22 7-488,-10-15-536,-12 8-785,-11 1-4896</inkml:trace>
  <inkml:trace contextRef="#ctx0" brushRef="#br1" timeOffset="405158.088">29898 17412 28566,'0'0'2201,"0"0"-1673,59 138-16,-30-51-88,-9 24-56,-16 21-216,-4 10-152,-11-6-104,-24-12-248,7-37-456,-3-22-2849</inkml:trace>
  <inkml:trace contextRef="#ctx0" brushRef="#br1" timeOffset="405774.252">22273 19085 27630,'0'0'3449,"173"-24"-2929,22-21-352,48-12-112,27 0 88,10 5 72,5 15-160,33-1-56,46 3-216,24 3-304,-86 9-665,-45 3-303</inkml:trace>
  <inkml:trace contextRef="#ctx0" brushRef="#br1" timeOffset="406079.224">27088 18998 30559,'0'0'1144,"162"0"-976,47 0-96,60-17 56,38-9 8,7-4-40,-18 9-96,2 7-56,-16-2-312,-76 6-912,-46 0-4826</inkml:trace>
  <inkml:trace contextRef="#ctx0" brushRef="#br1" timeOffset="413426.025">20644 15006 29606,'0'0'921,"0"0"-577,0 0-120,0 0 72,9 151-16,2-89-152,0 1-80,-3-4-24,-1-8-24,0-9-120,-1-17-184,1-17-312,6-37-689,-2-23-1031,0-11-15252</inkml:trace>
  <inkml:trace contextRef="#ctx0" brushRef="#br1" timeOffset="413690.81">20813 14583 29622,'0'0'789,"28"-7"-317,242-48-168,64 42-215,-326 14-77,-1-1 0,1 1 0,-1 0 0,1 0 0,-1 1 0,0 0 0,0 0 0,0 1 0,0 0 0,0 0 0,0 1 0,-1 0 0,0 0 0,0 0 0,0 1 0,0 0 0,0 0 0,-1 0 0,0 1 0,0 0 0,-1 0 0,0 0 0,0 0 0,0 1 0,-1 0 0,0 0 0,0 0 0,0 0 0,-1 0 0,0 0 0,-1 0 0,0 1 0,0-1 0,0 6-12,0 52 258,-3 0 1,-2 0-1,-4 0 0,-13 52-258,-3 30 50,-41 376-146,63-518-105,0 1 1,0-1 0,0 1-1,0-1 1,-1 0-1,0 0 1,0 0-1,0 0 1,-1 0-1,1-1 1,-1 1-1,0-1 1,-1 0-1,1 0 1,-1-1-1,1 1 1,-1-1-1,0 0 1,-1-1-1,1 1 1,-4 1 200,-28 1-7545</inkml:trace>
  <inkml:trace contextRef="#ctx0" brushRef="#br1" timeOffset="413880.791">20723 15511 28950,'0'0'1128,"0"0"-351,0 0-369,0 0-72,0 0 40,169 13-216,0-13-160,-7-11-120,-24-13-328,2-29-753,-54 7-1911,-3-5-15308</inkml:trace>
  <inkml:trace contextRef="#ctx0" brushRef="#br1" timeOffset="414205.26">22047 14862 27158,'0'0'3337,"0"0"-2953,-42 167-16,27-82-232,0 2 160,-1 2-128,1-5-144,2-9-24,4-17-192,5-23-288,4-41-625,4-27-367,11-21-8186</inkml:trace>
  <inkml:trace contextRef="#ctx0" brushRef="#br1" timeOffset="414592.843">22312 14558 29414,'0'0'756,"27"-2"-247,193-6 80,-198 8-537,0 2-1,0 1 1,0 0 0,0 2-1,-1 0 1,0 2 0,0 0 0,0 1-1,-1 1 1,0 1 0,-1 1-1,0 1 1,-1 0 0,0 1-1,-1 1 1,0 1 0,-1 1-1,-1 0 1,-1 1 0,0 0 0,-1 1-1,-1 1 1,-1 0 0,0 0-1,-1 1 1,-2 1 0,0-1-1,-1 1 1,1 8-52,-5-10-17,0 0-1,-1 0 1,-1 0 0,-1 1-1,-1-1 1,-1 0 0,0 1-1,-1-1 1,-1 0 0,-1-1-1,-1 1 1,0-1 0,-2 0-1,0 0 1,-4 5 17,-99 90-2266,56-82-769</inkml:trace>
  <inkml:trace contextRef="#ctx0" brushRef="#br1" timeOffset="414593.843">22242 15169 25253,'0'0'5033,"0"0"-4688,0 0-25,180 20-96,-71-16-32,-6-2-96,46-2-96,-26-8-584,-33-12-1425</inkml:trace>
  <inkml:trace contextRef="#ctx0" brushRef="#br1" timeOffset="414594.843">23483 14783 27438,'0'0'3569,"0"0"-3129,-44 165-128,33-90-176,2-2 64,2-6-120,3-7-80,0-15-184,4-19-264,0-26-632,0-26-561,4-15-18803</inkml:trace>
  <inkml:trace contextRef="#ctx0" brushRef="#br1" timeOffset="415016.285">23605 14495 11034,'0'0'15553,"21"-4"-11870,19-1-3536,0 1-1,0 2 1,0 2-1,0 1 1,0 2-1,6 3-146,37 11 197,-2 3-1,0 4 0,-1 3 1,35 20-197,-107-45 13,0 1 1,0 0-1,0 1 1,0-1-1,0 2 1,-1-1-1,1 1 1,-1 0-1,-1 0 1,1 1-1,-1 0 1,0 0-1,0 1 1,-1 0-1,1 0 1,-2 0-1,1 0 1,-1 1-1,0 0 1,0 0-1,-1 0 0,0 0 1,-1 0-1,0 1 1,0-1-1,-1 1 1,0-1-1,0 1 1,-1 0-1,0 0 1,-1-1-1,0 1 1,0-1-1,0 1 1,-2-1-1,-1 6-13,-12 9 8,-1 0 1,-1-2-1,-1 0 0,-1-1 0,-1-1 0,-1 0 0,0-2 0,-1-1 1,-3 0-9,25-14 0,-16 11-138,0 0 1,-1 0 0,0-2 0,-1 0-1,0-1 1,-1-1 0,0-1 0,-1-1 0,1-1-1,-22 4 138,22-9-1667</inkml:trace>
  <inkml:trace contextRef="#ctx0" brushRef="#br1" timeOffset="415309.396">25100 14514 30863,'-4'21'562,"-85"339"348,46-78-1001,44-283 63,-1 1 0,1 0 0,-1-1-1,1 1 1,-1-1 0,1 1 0,-1 0 0,1 0-1,-1-1 1,1 1 0,0 0 0,-1 0 0,1 0-1,-1-1 1,1 1 0,0 0 0,-1 0 0,1 0-1,0 0 1,-1 0 0,1 0 0,-1 0 0,1 0 0,0 1-1,-1-1 1,1 0 0,-1 0 0,1 0 0,0 1-1,-1-1 1,1 0 0,-1 1 0,1-1 0,-1 0-1,1 1 1,-1-1 0,1 1 0,-1-1 0,0 1-1,1-1 1,-1 1 0,0-1 0,1 1 0,-1-1-1,0 1 1,1 0 0,-1-1 0,0 1 0,0 0 28,12-24-727,-1-1 0,-1 0 0,-1 0 0,-2-1 1,0 0-1,-1-1 0,-2 1 0,-1-1 1,0 0-1,-2-6 727,2 2-589,31-269-12572,-32 288 13822,0 1 0,1 0 0,0 0 0,1 0 0,0 1 0,1-1 0,-1 1 1,2 0-1,0 1 0,0-1 0,0 1 0,1 0 0,0 0 0,1 1 0,-1 0 0,1 1 0,1-1 1,-1 2-1,1-1 0,0 1 0,1 0 0,-1 1 0,1 0 0,0 1 0,0 0 0,0 0 0,0 1 1,0 0-1,1 1 0,2 0-661,-1 1 39,1 0 0,-1 1-1,0 1 1,1 0 0,-1 0 0,0 1 0,0 1 0,-1 0 0,1 0-1,5 4-38,12 9 225,-1 1 0,-1 1 0,0 2 0,-2 0-1,0 2 1,-2 1 0,-1 0 0,0 2-1,-2 1 1,-1 0 0,13 27-225,-26-46 7,0 0 1,-1 1-1,0 0 0,-1 0 1,0 0-1,0 1 0,-1-1 1,0 1-1,-1 0 1,0-1-1,0 1 0,-1 1 1,0-1-1,-1 0 0,0 0 1,-1 0-1,0 0 0,-1 0 1,0 0-1,0 0 0,-1-1 1,0 1-1,-1-1 1,0 1-1,0-1 0,-1-1 1,0 1-1,-1-1 0,0 1 1,0-2-1,-8 8-7,-16 5-106,-1-1 0,-1-1 1,0-2-1,-1-1 0,-1-2 0,-1-1 0,1-2 1,-2-1-1,-5-1 106,-66 12-4318,13-9-10560</inkml:trace>
  <inkml:trace contextRef="#ctx0" brushRef="#br1" timeOffset="416220.065">27384 18588 25838,'0'0'4248,"0"0"-3495,0 0-185,0 0-168,156 83 72,61-79-16,44-4-424,15-4-32,-9-14 0,-28-6 0,-4 7 0,-16 7 0,-46 10 0,-28-8 0,-53 4-1552,-42-12-5386</inkml:trace>
  <inkml:trace contextRef="#ctx0" brushRef="#br1" timeOffset="416867.122">31937 14445 27886,'0'0'1976,"0"0"-1127,0 0-417,0 0-224,0 0 16,0 0-16,0 0-112,46 127-96,-26-78-104,-9 8-256,-29 30-488,-21-12-1361,-16-8-18947</inkml:trace>
  <inkml:trace contextRef="#ctx0" brushRef="#br1" timeOffset="417275.247">31172 15292 24669,'0'0'3664,"0"0"-2493,20-6-911,259-65 857,210-24-1117,-354 84 142,-133 11-144,0-1 1,0 1-1,0 0 1,0 0-1,0 1 1,0-1-1,-1 0 1,1 1-1,0-1 1,0 1 0,0-1-1,-1 1 1,1 0-1,0 0 1,-1 0-1,1 0 1,0 0-1,-1 0 1,0 0-1,1 1 1,-1-1-1,0 0 1,1 1 0,-1-1-1,0 1 1,0-1-1,0 1 1,0 0-1,-1-1 1,1 1-1,0 0 1,-1 0-1,1 0 1,-1 0-1,1-1 1,-1 1 0,0 0-1,0 0 1,0 0-1,0 0 1,0 0-1,-1 0 1,1-1-1,0 1 1,-1 0-1,0 1 2,-44 77 18,-29-16 5,-54 64 4,127-128-28,0 1 1,0 0 0,1 0-1,-1 0 1,0 0-1,0 0 1,1 0 0,-1 0-1,1 0 1,-1 0 0,1 1-1,-1-1 1,1 0-1,0 0 1,-1 0 0,1 1-1,0-1 1,0 0 0,0 0-1,0 0 1,0 1-1,0-1 1,0 0 0,1 0-1,-1 1 1,0-1 0,1 0-1,-1 0 1,0 0-1,1 0 1,0 0 0,-1 0-1,1 1 1,0-1 0,-1-1-1,1 1 1,0 0-1,0 0 1,0 0 0,0 0-1,0 0 1,0-1 0,0 1-1,0-1 1,0 1-1,0 0 1,0-1 0,2 1 0,66 10-22,-54-9 22,38 1 5,-40-3-6,0 0 0,0 0 0,0 2 0,0-1 0,0 2 0,0 0-1,0 0 1,-1 1 0,1 1 0,-1 0 0,7 5 1,-17-9 0,0 1 0,0-1-1,0 1 1,-1 0 0,1 0 0,0 0-1,-1 0 1,0 0 0,1 0 0,-1 0-1,0 1 1,0-1 0,0 0 0,0 1 0,-1-1-1,1 1 1,-1-1 0,1 1 0,-1-1-1,0 1 1,0-1 0,0 1 0,0-1 0,-1 1-1,1-1 1,-1 1 0,1-1 0,-1 0-1,0 1 1,0-1 0,0 0 0,0 1 0,0-1-1,-1 0 1,1 0 0,-1 0 0,-1 2 0,-68 70 21,4-27-54,-1-4-1,-2-2 1,-2-3-1,-2-4 1,-1-3-1,-1-3 1,-53 11 33,125-38-146,-60 13-406,25-19-3315,24-8-4927</inkml:trace>
  <inkml:trace contextRef="#ctx0" brushRef="#br1" timeOffset="417847.703">31564 15582 25541,'0'0'4569,"0"0"-4152,51 167 119,-19-78-56,14 10-80,3-16-120,6 9-120,2-9-88,-9-10-72,-11-10-48,-17-10-88,-22-3-392,-25-17-865,-10-13-7056</inkml:trace>
  <inkml:trace contextRef="#ctx0" brushRef="#br1" timeOffset="418217.486">31417 15716 30094,'0'0'865,"0"0"-473,0 0-128,0 0-56,-111 150-152,104-87-56,7 26-392,11-14-913,6-12-5608</inkml:trace>
  <inkml:trace contextRef="#ctx0" brushRef="#br0" timeOffset="452446.76">18119 4408 28566,'0'0'776,"0"0"-58,-22-12-135,-69-40-115,82 48-424,0 0 0,1 1 0,-1 0 1,-1 0-1,1 1 0,0 0 0,-1 1 0,1 0 1,0 0-1,-1 1 0,1 0 0,-1 1 1,1 0-1,-1 1 0,1 0 0,0 0 0,0 1 1,0 0-1,0 0 0,0 1 0,1 1 1,0-1-1,0 1 0,0 1 0,0-1 1,1 1-1,0 1 0,0-1 0,0 1 0,-3 6-44,2-7 17,-30 28 5,2 1 0,1 2 1,1 1-1,3 2 1,1 1-1,2 2 1,2 0-1,1 2 0,3 1 1,2 0-1,-10 35-22,24-64 1,1 0 0,1 0-1,0 1 1,1-1-1,1 1 1,1 0 0,0-1-1,1 1 1,1 0 0,1-1-1,0 1 1,1 0-1,1-1 1,1 0 0,1 0-1,0-1 1,5 10-1,26 36-4,-30-54-1,1 1 0,-2 1 0,1-1 0,-1 1 1,-1 0-1,0 0 0,0 1 0,-1-1 0,0 1 0,-1 0 1,0 0-1,-1 1 0,0-1 0,-1 0 0,0 1 0,-1-1 0,0 1 1,-1-1-1,0 0 0,-1 1 0,0-1 0,-3 9 5,-9 1 1,0 0-1,-2-1 1,0-1-1,-1 0 1,-1-1 0,0-1-1,-2-1 1,0-1-1,0 0 1,-2-2-1,-300 184 0,292-175-12,51-12-51,-17-10 58,127-13-24,74 4 8,-198 10 22,0 1-1,-1 0 0,1 1 1,0-1-1,-1 1 0,0 1 1,0-1-1,0 1 0,0 0 1,-1 0-1,1 1 0,-1 0 1,0 0-1,-1 0 0,1 0 1,-1 1-1,0 0 0,0 0 1,-1 0-1,1 0 1,-1 0-1,-1 1 0,1 2 0,38 169 92,-23 17 5,-10 0-1,-8 17-96,0-161-2,-37 1227 2,37-1026 0,-36-331-756,11 8-1457</inkml:trace>
  <inkml:trace contextRef="#ctx0" brushRef="#br0" timeOffset="455554.571">19055 4724 1368,'0'0'22893,"0"0"-19012,0 0-2262,0 0-728,0 0-428,0 0-138,-4 7 103,2 0-374,-1 1 0,1 0 0,1-1 0,-1 1 0,1 0 0,1 0 0,-1 0-1,2 0 1,-1 0 0,1 0 0,0 0 0,0 0 0,1 0 0,1 1-54,5 46 89,-1 19-82,-4 2 0,-2-1 0,-4 0 0,-3 0-1,-4 0 1,-2-1 0,-4 0 0,-6 9-7,19-73 0,0 1 0,0-1 0,-1 0 0,0 0 0,0 0 0,-2 0 0,1-1 0,-1 0 0,0 0 0,-1-1 0,0 1 0,0-1 0,-1-1 0,0 1 0,0-1 0,-1-1 0,1 0 0,-2 0 0,1-1 0,-1 0 0,-4 2 0,-22 2 0,-1-2-1,1-1 1,-1-2-1,0-1 1,0-2 0,0-2-1,-10-2 1,37 4-44,0-1 0,-1 0 0,1-1 1,0 0-1,0 0 0,0-1 0,0-1 0,0 0 0,0 0 0,1-1 0,-1 0 0,1 0 0,0-1 0,0 0 0,0-1 0,1 0 0,0 0 0,0-1 0,1 0 0,0-1 0,-1 0 44,-1-10-651,0-1 0,2 0-1,0-1 1,1 0 0,1 0-1,0 0 1,0-19 651,-4-53-10246</inkml:trace>
  <inkml:trace contextRef="#ctx0" brushRef="#br0" timeOffset="455943.439">18794 4868 4273,'0'0'24541,"0"0"-23381,138-37-559,-44 35-385,38 2-216,-20 0-288,-11 4-2977</inkml:trace>
  <inkml:trace contextRef="#ctx0" brushRef="#br0" timeOffset="456263.325">20081 5349 25277,'0'0'4929,"0"0"-3550,0 0-1036,-12-25-180,1 2-129,4 9-17,0 1-1,1-1 0,1 0 0,0-1 1,1 1-1,0-1 0,2 0 1,-1 0-1,2 0 0,0-13-16,12-255 40,-11 281-39,1 1-1,-1-1 0,1 0 1,-1 0-1,0 1 1,1-1-1,-1 0 1,0 0-1,0 0 0,-1 1 1,1-1-1,0 0 1,0 0-1,-1 1 0,1-1 1,-1 0-1,0 1 1,1-1-1,-1 0 0,0 1 1,0-1-1,0 1 1,0-1-1,0 1 1,0 0-1,-1-1 0,1 1 1,0 0-1,-1 0 1,1 0-1,-1 0 0,1 0 1,-1 0-1,1 0 1,-1 1-1,0-1 0,0 0 1,1 1-1,-1 0 1,0-1-1,0 1 1,1 0-1,-1 0 0,0 0 1,0 0-1,1 0 1,-1 0-1,0 0 0,0 1 1,0-1-1,1 1 1,-1-1-1,0 1 0,1 0 1,-2 0-1,-7 7-2,0 0 1,1 0-1,0 1 0,0 0 1,1 1-1,0-1 1,0 2-1,1-1 0,1 1 1,0 0-1,0 1 0,1-1 1,1 1-1,-4 12 2,3-12-31,0 0 0,1 1-1,0-1 1,1 1 0,0 0-1,1 0 1,0 1 0,1-1-1,1 0 1,0 0 0,1 1 0,0-1-1,1 0 1,1 0 0,0 0-1,0 0 1,2-1 0,-1 1-1,2-1 1,-1 0 0,2 1 31,116 72-2702,-66-61-2582</inkml:trace>
  <inkml:trace contextRef="#ctx0" brushRef="#br0" timeOffset="456264.325">20944 5128 15643,'0'0'12294,"-5"-18"-9256,4 12-3007,-1-6 31,-1 1 0,0 0 0,0 0 0,-1 0 0,0 1 0,-1-1 0,0 1 0,-1 0 0,0 1-1,0-1 1,-1 1 0,0 0 0,-1 1 0,0 0 0,0 0 0,-1 1 0,0 0 0,0 0 0,-3 0-62,5 4 7,0 1 0,-1 0-1,1 0 1,-1 1 0,1 0 0,-1 0 0,0 1 0,1 0-1,-1 1 1,0-1 0,1 1 0,-1 1 0,1-1 0,-1 1-1,1 1 1,0-1 0,0 1 0,0 1 0,0-1 0,1 1-1,-1 0 1,1 1 0,0-1 0,0 1 0,0 0 0,1 1-1,0 0 1,-3 3-7,-3 4 7,1 1-1,0 0 1,1 0-1,0 1 1,1 1-1,1-1 1,0 1-1,1 0 1,1 1-1,1-1 1,0 1-1,0 7-6,2-19 0,1-1 0,-1 1 0,1-1 1,0 1-1,1 0 0,-1 0 0,1 0 0,0-1 0,0 1 0,1 0 0,-1 0 0,1 0 0,0-1 0,0 1 0,1 0 0,-1-1 1,1 1-1,0-1 0,0 0 0,1 1 0,-1-1 0,1 0 0,0 0 0,0-1 0,0 1 0,0-1 0,1 1 0,0-1 0,-1 0 0,1 0 1,0-1-1,1 1 0,-1-1 0,0 0 0,1 0 0,2 1 0,4-1-27,-1 0 0,1 0 0,0-1 0,0 0 0,0-1 0,0 0 0,-1-1 0,1 0 0,0 0 0,0-1 0,-1-1 0,0 0 0,1 0 0,-1-1 0,0-1 0,0 0 0,-1 0 0,0 0 0,2-2 27,155-147-2239,-53 41-1117,-64 77-7564,-6 7 814</inkml:trace>
  <inkml:trace contextRef="#ctx0" brushRef="#br0" timeOffset="456676.39">21694 5243 23989,'0'0'4862,"0"0"-3491,0 0-974,0 0-49,0 0 61,12-18-96,38-59-150,-38-3 49,-14 76-196,0-1 0,0 0 0,0 1 0,0-1 1,-1 1-1,1 0 0,-1 0 0,0 0 0,0 0 0,-1 1 0,1-1 0,-1 1 0,0 0 0,0 0 0,0 0 0,0 0 0,-1 1 0,1 0 0,-1 0 1,1 0-1,-1 0 0,0 1 0,0-1 0,1 1 0,-1 1 0,0-1 0,0 1 0,0 0 0,0 0 0,0 0 0,0 0 0,0 1 0,0 0 0,0 0 0,1 0 1,-1 1-1,0 0 0,1 0 0,-1 0 0,1 0 0,-1 1 0,1 0-16,-4 1 1,1 1 0,0-1 0,0 2 0,1-1 0,-1 1 0,1 0 1,1 0-1,-1 1 0,1 0 0,0 0 0,0 0 0,1 0 0,0 1 0,0 0 0,1-1 0,0 1 0,0 1 0,1-1 0,0 0 1,1 1-1,0-1 0,0 1 0,0-1 0,1 1 0,1-1 0,0 3-1,3-4-9,0-1 0,1 1 0,0-1 0,0 0 0,1 0 0,-1 0 0,1-1 0,0 0 0,1 0 0,0 0 0,-1-1 0,1 0 0,1-1 0,-1 1 0,0-1 0,1-1 0,0 1 0,-1-1 0,1-1 0,0 1 0,0-1 0,0-1 0,0 1 0,0-2 0,4 1 9,183 2-2302,-108-2-2036</inkml:trace>
  <inkml:trace contextRef="#ctx0" brushRef="#br0" timeOffset="457067.406">22141 5626 29190,'0'0'2114,"0"0"-1315,0 0-468,9-22-55,80-152-219,223-298-57,-267 411 0,-44 61 0,0-1 0,-1 1 0,1 0 0,0 0 0,0 0 0,-1 1 0,1-1 0,0 0 0,0 0 0,-1 0 0,1 0 0,0 1 0,0-1 0,-1 0 0,1 1 0,0-1 0,-1 1 0,1-1 0,0 1 0,-1-1 0,1 1 0,-1-1 0,1 1 0,-1-1 0,1 1 0,-1 0 0,1-1 0,-1 1 0,0 0 0,1 0 0,-1-1 0,0 1 0,0 0 0,1 0 0,-1-1 0,0 1 0,0 0 0,0 0 0,0-1 0,0 1 0,0 0 0,0 0 0,0 0 0,0-1 0,-1 2 0,2 0 0,24 214 0,-25-179 0,2 1 0,2-1 0,1 0 0,2 0 0,2 0 0,1-1 0,2 0 0,11 24 0,-21-56 0,1 0 0,-1 0 0,1 0 0,0 0 0,0 0 0,0-1 0,0 1 0,0-1 0,1 0 0,0 0 0,-1 0 0,1 0 0,0-1 0,1 0 0,-1 0 0,0 0 0,1 0 0,-1 0 0,1-1 0,-1 0 0,1 0 0,0 0 0,-1-1 0,1 1 0,0-1 0,0 0 0,-1-1 0,1 1 0,0-1 0,0 0 0,-1 0 0,1 0 0,-1-1 0,1 1 0,0-2 0,11-7 0,-1 0 0,-1-1 0,1 0 0,-2-1 0,0-1 0,-1 0 0,0-1 0,0-1 0,5-9 0,0 1 0,46-63 0,-4-4 0,-4-2 0,15-41 0,-70 134 0,0-1 0,0 0 0,0 1 0,0-1 0,-1 0 0,1 1 0,0-1 0,0 1 0,0-1 0,0 0 0,0 1 0,0-1 0,0 1 0,0-1 0,0 0 0,0 1 0,0-1 0,0 0 0,0 1 0,1-1 0,-1 1 0,0-1 0,0 0 0,0 1 0,0-1 0,1 0 0,-1 1 0,0-1 0,0 0 0,1 0 0,-1 1 0,0-1 0,1 0 0,-1 0 0,0 1 0,1-1 0,-1 0 0,0 0 0,1 0 0,-1 0 0,0 1 0,1-1 0,-1 0 0,0 0 0,1 0 0,-1 0 0,1 0 0,-1 0 0,1 0 0,-2 2 0,-32 246 0,45-97 19,-11-146-27,1-1 0,-1 0 0,1 1 0,0-1 0,0 0 0,0 0 0,0 0 0,1 0 0,-1-1 1,1 1-1,0-1 0,0 1 0,1-1 0,-1 0 0,1 0 0,-1-1 0,1 1 0,0-1 0,0 0 0,0 1 0,0-2 0,0 1 0,1 0 0,-1-1 0,0 0 0,1 0 0,-1 0 0,1-1 0,-1 0 0,5 0 8,24-2-1636,-5-13-2365</inkml:trace>
  <inkml:trace contextRef="#ctx0" brushRef="#br0" timeOffset="457427.804">24092 4519 18316,'0'0'12835,"-70"152"-12267,15-4-176,-2 23-32,9 3-64,11-12-296,15-30 0,6-30 0,12-29 0,4-33 0,0-22 0,9-9 0,10-9 0,23-27 0,-5-20-920,1-13-1513</inkml:trace>
  <inkml:trace contextRef="#ctx0" brushRef="#br0" timeOffset="457428.804">24476 4732 26766,'-36'108'4577,"-10"23"-3945,-2 17-240,0-8-104,6-22-176,3-4-112,6-21 0,11-28 0,5-25-352,8-25-1184,0-13-3569</inkml:trace>
  <inkml:trace contextRef="#ctx0" brushRef="#br0" timeOffset="457729.224">23846 5184 30863,'0'0'712,"0"0"-352,121-16-128,-55 10-32,8 4-200,5 0-16,33-6-720,-22 0-1713,-13-6-17515</inkml:trace>
  <inkml:trace contextRef="#ctx0" brushRef="#br0" timeOffset="457999.081">24752 5083 26806,'0'0'3499,"0"0"-2560,25 6-627,82 20 186,-6 12 144,-99-36-640,1-1 0,-1 1 0,0-1 0,0 1 0,0 0 1,0-1-1,-1 1 0,1 0 0,0 0 0,-1 1 0,0-1 1,1 0-1,-1 0 0,0 1 0,0-1 0,0 1 0,0-1 1,-1 1-1,1-1 0,-1 1 0,1-1 0,-1 1 0,0 0 1,0-1-1,0 1 0,0-1 0,-1 1 0,1 0 0,-1-1 1,0 1-1,1-1 0,-1 1 0,0-1-2,-5 9 0,0-1 0,0 0 0,-1 0 0,0 0 0,-1-1 0,0 0 0,0-1 0,-1 0 0,0 0 0,-4 3 0,-13 11 0,4-2 0,3-4 0,0 1 0,1 1 0,1 0 0,0 2 0,2 0 0,0 0 0,-4 11 0,18-30 0,-1 1 0,1 0 0,0-1 0,-1 1 0,1 0 0,0 0 0,0 0 0,0 0 0,1 0 0,-1 0 0,0 0 0,1 0 0,-1 1 0,1-1 0,0 0 0,0 0 0,0 0 0,0 0 0,0 1 0,0-1 0,1 0 0,-1 0 0,1 0 0,-1 0 0,1 0 0,0 0 0,0 0 0,0 0 0,0 0 0,0 0 0,0 0 0,0-1 0,1 1 0,-1 0 0,1-1 0,-1 1 0,1-1 0,0 1 0,-1-1 0,1 0 0,0 0 0,0 0 0,0 0 0,0 0 0,0 0 0,0-1 0,0 1 0,0 0 0,1-1 0,-1 0 0,13 1-74,0 0 0,-1-1 1,1-1-1,0 0 0,0-2 0,-1 1 0,1-2 1,-1 0-1,0 0 0,0-1 0,0-1 0,-1-1 1,0 0-1,0 0 0,-1-1 0,0-1 0,0 0 1,0-1 73,23-24-1897</inkml:trace>
  <inkml:trace contextRef="#ctx0" brushRef="#br0" timeOffset="458501.284">24686 5288 27382,'0'0'4041,"0"0"-3633,0 0-240,0 0-104,153 119-64,-93-94-144,-12-9-1881</inkml:trace>
  <inkml:trace contextRef="#ctx0" brushRef="#br0" timeOffset="459876.604">18373 7146 18156,'0'0'8876,"0"0"-6736,0 0-1922,0 0-111,31-14 30,103-49 14,-116 55-136,1 1 0,1 1 0,-1 0 0,1 1 0,0 2 0,0 0 0,0 1 0,0 0-1,1 2 1,18 2-15,-36-2 0,0 0-1,0 0 0,1 0 0,-1 0 1,0 0-1,0 1 0,0 0 0,1-1 0,-1 1 1,0 1-1,0-1 0,0 0 0,0 1 1,-1-1-1,1 1 0,0 0 0,-1 0 0,1 0 1,-1 0-1,1 0 0,-1 1 0,0-1 1,0 1-1,0-1 0,0 1 0,-1 0 0,1 0 1,-1 0-1,0 0 0,1 0 0,-1 0 1,-1 0-1,1 0 0,0 0 0,-1 1 0,0-1 1,1 0-1,-1 0 0,0 1 0,-1-1 1,1 0-1,-1 0 0,0 1 1,-2 18 4,-2-1-1,-1 1 1,0-1 0,-1-1 0,-2 0-1,0 0 1,-1 0 0,-1-1-1,0-1 1,-2 0 0,0 0-1,-14 13-3,8-5 31,-93 127 694,113-154-719,-1 1-1,1-1 0,0 1 0,0-1 1,-1 1-1,1 0 0,0-1 1,0 1-1,-1 0 0,1-1 0,0 1 1,0 0-1,0 0 0,0 0 1,-1 0-1,1 0 0,0 0 1,0 0-1,0 0 0,-1 0 0,1 1 1,0-1-1,0 0 0,0 0 1,-1 1-1,1-1 0,0 0 0,0 1 1,-1-1-1,1 1 0,0-1 1,-1 1-1,1-1 0,-1 1 1,1 0-1,0-1 0,-1 1 0,1 0 1,-1-1-1,0 1 0,1 0 1,-1 0-1,0-1 0,1 1 0,-1 0 1,0 0-1,0 0 0,0-1 1,1 1-1,-1 0 0,0 0 1,0 0-1,0 0 0,0-1 0,-1 1 1,1 0-1,0 0 0,0 0 1,0-1-1,-1 1 0,1 0 1,0 0-1,-1-1 0,1 1 0,-1 0 1,1 0-6,37-13-128,-1-1 0,0-1 1,-1-3-1,0 0 0,-2-3 1,0 0-1,-1-2 0,-1-2 1,10-10 127,-39 32-37,109-86-4821,-16 4-10787</inkml:trace>
  <inkml:trace contextRef="#ctx0" brushRef="#br0" timeOffset="460216.42">19485 6862 29054,'0'0'968,"0"0"-247,-27 146-297,21-77-64,3 2-64,3-2-144,0 1-112,14-7-40,5-4-88,25-4-144,-4-17-896,1-23-2513</inkml:trace>
  <inkml:trace contextRef="#ctx0" brushRef="#br0" timeOffset="460540.566">20331 6555 28630,'0'0'2086,"0"0"-1505,0 0-467,0 0-37,0 0 130,12 17 42,-2-3-206,-3-4-27,1 1 1,0-1 0,1 0-1,0-1 1,0 0 0,1-1-1,0 1 1,0-2 0,1 0 0,0 0-17,-5-5-4,0 1 0,0-1 1,0 1-1,0 0 1,0 1-1,-1-1 1,0 1-1,1 0 0,-1 0 1,-1 1-1,1 0 1,-1 0-1,0 0 1,0 0-1,0 0 0,-1 1 1,0 0-1,0-1 1,0 1-1,-1 0 1,1 1-1,-2-1 0,1 0 1,-1 1-1,0-1 1,0 1-1,0-1 1,-1 1-1,0-1 0,-1 1 1,0 1 3,-5 4-17,0-1 0,-1 0 0,0 0 0,-1 0 0,0-1 0,-1 0 0,0-1 0,-1 0-1,0 0 1,0-1 0,0 0 0,-1-1 0,-1-1 0,1 1 0,-3 0 17,-20 14-6,67-13-142,-30-9 148,0 0 0,0 0 0,1 0 0,-1 0 0,0 1 0,1 0 0,-1-1 0,0 1 0,1 0 0,-1 0-1,0 1 1,1-1 0,-1 1 0,0 0 0,0 0 0,1 0 0,-1 0 0,0 0 0,0 1 0,0-1 0,0 1 0,-1 0-1,1 0 1,0 0 0,-1 0 0,1 0 0,-1 1 0,0-1 0,0 1 0,0 0 0,0-1 0,0 1 0,0 0 0,-1 0-1,1 0 1,-1 0 0,0 1 0,0-1 0,0 0 0,-1 0 0,1 1 0,-1-1 0,0 0 0,1 1 0,-2-1-1,1 0 1,0 2 0,-7 7 12,0 1 0,-1-1 0,0 0 0,-1-1 0,0 0 0,-1-1 0,0 1 0,0-2 0,-1 0 0,-1 0 0,-2 1-12,-10 9 4,-82 64-374,101-92-1391,13-19-971</inkml:trace>
  <inkml:trace contextRef="#ctx0" brushRef="#br0" timeOffset="460911.606">20995 6632 20916,'0'0'8149,"0"0"-6038,0 0-1744,0 0-59,22 1-9,76 6-117,-88-7-174,-1 2-1,0-1 1,0 1 0,0 0-1,0 1 1,0 0 0,0 0-1,0 1 1,-1 0-1,0 1 1,0 0 0,2 2-8,-7-5 1,-1 0 0,1 1 0,-1-1 0,0 1 0,0-1 0,0 1 0,0 0 0,-1 0 0,1 0 0,-1 0 0,1 0 0,-1 0 0,0 0 0,0 1 0,-1-1 0,1 0 0,-1 1 0,1-1 0,-1 0 0,0 1 1,0-1-1,-1 0 0,1 1 0,-1-1 0,1 0 0,-1 0 0,0 1 0,0-1 0,-1 0 0,-1 3-1,-3 5-4,-1-1 0,-1 1 0,0-1 0,0 0 0,-1-1 0,0 0 0,-1-1 0,0 0 0,-7 5 4,-52 51-31,68-63 25,0 0 0,0 1-1,0-1 1,0 0 0,0 1-1,0-1 1,0 1 0,0 0-1,0-1 1,1 1 0,-1 0-1,1-1 1,-1 1 0,1 0-1,0 0 1,0-1 0,0 1-1,-1 0 1,2 0 0,-1 0-1,0-1 1,0 1 0,1 0-1,-1 0 1,1-1 0,-1 1-1,1 0 1,0-1 0,-1 1-1,1-1 1,0 1 0,0-1-1,0 1 1,0-1 0,1 1-1,-1-1 1,0 0 0,1 0-1,-1 0 1,0 0 0,1 0-1,-1 0 1,1 0 0,0 0-1,-1 0 1,1-1 0,0 1-1,0-1 7,0 1 3,0 1 0,0-1 0,0 0 0,0 0 0,-1 1 0,1-1 0,0 1 0,-1 0 0,1-1 0,-1 1 0,0 0 0,1 0 0,-1 0 0,0 0 0,0 0 0,0 0 0,-1 0 0,1 0 0,0 1 0,-1-1 0,1 0 0,-1 0 0,0 1 0,0-1 0,0 0 0,0 0 0,0 1 0,0-1 0,-1 0 0,1 0 0,-1 1 0,1-1 0,-1 0 0,0 0 0,0 0 0,0 0 0,0 0 0,-1 0-3,-52 72 265,-17 8-2386,69-81-2544</inkml:trace>
  <inkml:trace contextRef="#ctx0" brushRef="#br0" timeOffset="461632.243">21670 7557 23141,'0'0'5257,"0"0"-3561,0 0-983,0 0-284,6-22-138,-4 18-275,3-16 31,2 0 1,0 1 0,1 0-1,1 1 1,1 0 0,1 0-1,0 1 1,2-1-48,61-75 63,4 4 0,57-49-63,-132 135 0,2-2 7,-1 0 0,1 1 0,0-1-1,0 1 1,1 0 0,-1 0 0,1 1-1,0 0 1,0 0 0,0 0 0,0 1 0,0 0-1,1 0 1,-1 0 0,1 1 0,-1 0 0,2 0-7,-4 4 19,1 0 0,-1 1 0,1-1-1,-1 1 1,0 0 0,0 0 0,-1 0 0,1 1 0,-1 0 0,0-1 0,0 1 0,0 0 0,-1 0 0,0 0 0,0 1 0,0-1 0,-1 1 0,1-1 0,-1 1 0,-1-1 0,1 1 0,-1-1 0,0 2-19,6 19 81,-1-9-48,-2-2-28,0-1-1,2 1 1,-1-1 0,2 1-1,0-1 1,1-1-1,0 1 1,1-1 0,0-1-1,1 0 1,4 4-5,-11-15 0,0 0 0,1-1 0,-1 1 0,1-1 0,-1 1 0,1-1 0,-1 0 0,1 0 0,0 0 0,-1 0 0,1 0 0,-1-1 0,1 1 0,-1-1 0,1 1 0,-1-1 0,0 0 0,1 0 0,-1 0 0,0-1 0,1 1 0,-1 0 0,0-1 0,0 0 0,0 1 0,0-1 0,-1 0 0,1 0 0,0 0 0,-1 0 0,1 0 0,-1 0 0,0 0 0,0-1 0,0 1 0,0 0 0,0-1 0,0 1 0,-1-1 0,1-1 0,10-12 0,11-18 0,1 1 0,2 2 0,1 0 0,1 2 0,1 0 0,2 2 0,1 2 0,1 1 0,1 1 0,8-3 0,-38 24 0,-1 0 0,1 0 0,-1 1 0,1-1 0,-1 1 0,1 0 0,0 0 0,0 0 0,0 0 0,-1 0 0,1 1 0,0-1 0,0 1 0,0 0 0,0 0 0,0 0 0,0 0 0,0 1 0,0-1 0,0 1 0,0-1 0,0 1 0,0 0 0,-1 0 0,1 0 0,0 1 0,-1-1 0,1 1 0,-1-1 0,1 1 0,-1 0 0,0 0 0,0 0 0,0 0 0,2 2 0,1 15 0,0 1 0,-1-1 0,-1 1 0,0 0 0,-2 0 0,0 0 0,-2 0 0,0 0 0,-1 0 0,0 39 0,5 41 0,13-90 0,76-37-653,-40-7-918</inkml:trace>
  <inkml:trace contextRef="#ctx0" brushRef="#br0" timeOffset="461948.31">23844 6649 27406,'0'0'3529,"0"0"-3017,-76 162-176,25-57-208,-6 27 128,-6 24-24,8-12-136,15-32-56,18-43-40,18-37-232,4-13-152,2-11 16,35-33-320,1-27-1585,-3-13-9425</inkml:trace>
  <inkml:trace contextRef="#ctx0" brushRef="#br0" timeOffset="461949.31">24024 6764 26430,'0'0'4105,"0"0"-3585,-18 126-232,3-55-56,-5 10-8,3 4-224,-14 27-64,5-19-536,0-26-1969</inkml:trace>
  <inkml:trace contextRef="#ctx0" brushRef="#br0" timeOffset="462291.049">23415 7229 20916,'0'0'9667,"0"0"-9195,0 0-320,184-57-112,-77 41-40,42-11-112,-22 3-1273,-17-2-9793</inkml:trace>
  <inkml:trace contextRef="#ctx0" brushRef="#br0" timeOffset="462511.488">24256 7089 30142,'0'0'697,"0"0"-436,0 0-161,25 10 67,77 35 54,-97-43-215,-1-1 0,0 1-1,1 0 1,-1 0 0,0 0 0,-1 1 0,1-1-1,0 1 1,-1 0 0,1 0 0,-1 1 0,0-1-1,0 1 1,0-1 0,-1 1 0,1 0 0,-1 0-1,0 0 1,0 0 0,0 0 0,-1 1 0,1-1-1,-1 1 1,0-1 0,0 1 0,-1-1 0,1 1-1,-1-1 1,0 1 0,-1-1 0,1 1 0,-1 0-1,1-1 1,-1 1 0,-1-1 0,1 1-6,-84 130 9,73-120 4,-2 2-5,7-10 17,0 0 0,1 1-1,0 0 1,0 0 0,1 0-1,0 1 1,0 0 0,1 0-1,0 0 1,0 0 0,1 1 0,1 0-1,-2 9-24,7-16 9,0 1 0,0-1 0,1 0 0,0-1 0,-1 1 0,1-1 0,0 1 0,0-1 0,0 0 0,0-1 0,0 1-1,1-1 1,-1 0 0,1 0 0,-1 0 0,1 0 0,-1-1 0,1 0 0,-1 0 0,1 0 0,-1-1 0,1 1 0,-1-1 0,0 0 0,1 0 0,-1 0 0,4-3-9,4 1-134,0 0 1,0-2 0,0 1-1,-1-2 1,0 1-1,0-1 1,0-1 0,-1 0-1,0-1 1,0 0 0,-1 0-1,0-1 1,5-6 133,15-24-3154</inkml:trace>
  <inkml:trace contextRef="#ctx0" brushRef="#br0" timeOffset="462512.488">24109 7275 30439,'0'0'864,"0"0"-488,114 79-192,22-32-104,-13-8-80,-5-15-784</inkml:trace>
  <inkml:trace contextRef="#ctx0" brushRef="#br1" timeOffset="514156.504">31102 3037 29838,'0'0'853,"34"0"-496,469 0 494,-283 3-563,-215-1-287,1 0 1,-1-1-1,0 2 0,1-1 1,-1 1-1,0-1 0,-1 2 1,1-1-1,0 0 1,-1 1-1,0 0 0,0 0 1,0 0-1,0 0 0,-1 1 1,0-1-1,0 1 0,0 0 1,0 0-1,-1 0 1,0 1-1,0-1 0,0 0 1,-1 1-1,1-1 0,-1 1 1,-1 0-1,1-1 1,-1 1-1,0 0 0,0-1 1,-1 1-1,1 0 0,-1-1 1,-1 1-1,1-1 0,-1 1 1,0-1-1,0 0 1,-1 2-2,-11 24 3,-1-2 0,-1 0 0,-2-1 0,0 0 0,-2-2 0,-1 0 0,-1-1 0,-14 11-3,-64 62 8,-3-3 1,-5-6 0,-88 55-9,132-96-48,68-41-28,48-14-118,149-55-123,-122 35 225,1 3-1,1 3 0,1 4 1,46-2 92,-126 19 3,1-1 1,1 0-1,-1 1 0,0 0 1,0 0-1,0 0 1,0 0-1,0 0 0,0 1 1,0-1-1,0 1 1,0 0-1,0 0 0,-1 0 1,1 0-1,0 1 1,0-1-1,-1 1 1,1-1-1,-1 1 0,1 0 1,-1 0-1,0 0 1,0 0-1,0 1 0,0-1 1,0 0-1,0 1 1,-1 0-1,1-1 1,-1 1-1,1 0 0,-1 0 1,0 0-1,0-1 1,-1 1-1,1 0 0,-1 0 1,1 0-1,-1 1 1,0-1-1,0 0 0,0 0 1,-1 0-1,1 0 1,-1 0-1,1 0 1,-1 0-1,0 0 0,-1 1-3,-5 16 25,-1 0 0,-1-1-1,-1 0 1,-1-1 0,0 0-1,-2-1 1,0 0 0,0-1-1,-2 0 1,0-1 0,0-1-1,-2 0 1,0-1 0,-9 5-25,17-9-76,1-1 1,-1 0-1,-1-1 1,1 0 0,-1-1-1,0 0 1,-1 0-1,1-1 1,-1 0-1,0-1 1,0 0-1,-1-1 1,1 0-1,-1-1 1,0 0 0,1-1-1,-1 0 1,0-1-1,-9-1 76,-6-14-2499</inkml:trace>
  <inkml:trace contextRef="#ctx0" brushRef="#br1" timeOffset="514430.972">31404 3615 29126,'-52'119'1088,"1"19"-351,1 18-281,19-14-64,18-38-56,9-23-208,4-26-96,0-13-32,0-7-232,19-9-136,34-30-312,-3-30-1009,1-19-5208</inkml:trace>
  <inkml:trace contextRef="#ctx0" brushRef="#br1" timeOffset="514431.972">32277 3268 23709,'0'0'6425,"0"0"-5664,111 36-169,-56-13-168,7 1-56,1-4-176,3-6-192,24-14-112,-18 0-448,-15-2-1313</inkml:trace>
  <inkml:trace contextRef="#ctx0" brushRef="#br1" timeOffset="514785.646">32660 3574 27302,'0'0'3705,"-31"116"-3105,12-25-128,-10 35-160,1 18-160,6-13-152,13-21-488,9-41-968,0-43-6818</inkml:trace>
  <inkml:trace contextRef="#ctx0" brushRef="#br1" timeOffset="514786.646">32318 4351 28142,'0'0'2473,"0"0"-1929,0 0 0,200-47-168,-60 27-216,44-2-48,16-1-112,-45 3-552,-39 6-1857</inkml:trace>
  <inkml:trace contextRef="#ctx0" brushRef="#br1" timeOffset="515139.45">33912 3854 30575,'0'0'702,"0"-25"-410,6-177 8,-4-20-236,-1 219-66,-1 0 0,0 0-1,0 0 1,0 0-1,0 0 1,0 0-1,-1 0 1,1 0-1,-1 0 1,0 0-1,0 0 1,0 1-1,0-1 1,-1 0-1,1 1 1,-1-1 0,1 1-1,-1-1 1,0 1-1,0 0 1,0-1-1,0 1 1,-1 0-1,1 1 1,-1-1-1,1 0 1,-1 1-1,1-1 1,-1 1-1,0 0 1,0 0-1,1 0 1,-1 0 0,0 0-1,0 1 1,0-1-1,0 1 1,0 0-1,0 0 1,0 0-1,0 0 1,0 0-1,0 1 1,0 0-1,0-1 1,0 1-1,-2 1 3,-11 8-2,0 1 0,1 1-1,0 0 1,1 1-1,0 0 1,1 2 0,1-1-1,0 1 1,1 1-1,1 0 1,-1 2 2,-18 22 43,1 2 0,3 2 1,1 0-1,2 1 1,2 1-1,2 1 0,3 1 1,1 0-1,3 1 0,-6 49-43,17-93 12,0 0 0,0-1 0,0 1 0,1 0 0,-1-1 0,1 1 0,0 0 0,1-1-1,-1 1 1,1-1 0,0 0 0,0 1 0,0-1 0,1 0 0,-1 0 0,1 0 0,0-1 0,0 1 0,0-1 0,1 1 0,-1-1-1,1 0 1,0 0 0,0-1 0,0 1 0,0-1 0,0 0 0,1 0 0,-1 0 0,1-1 0,-1 1 0,3-1-12,11 5 7,1-1 0,0 0 0,0-2 0,0 0 1,1-2-1,-1 0 0,1-1 0,-1 0 0,0-2 0,1 0 1,-1-2-1,0 0 0,0-1 0,-1 0 0,1-2 0,-1 0 1,-1-1-1,1-1 0,-2-1 0,1 0 0,4-5-7,219-151-1427,-139 88-1312</inkml:trace>
  <inkml:trace contextRef="#ctx0" brushRef="#br1" timeOffset="515764.734">34539 2880 30511,'0'0'997,"0"0"-622,0 0-134,23 9 118,-4-1-280,42 15-28,-2 3 1,0 2-1,-3 3 0,13 10-51,-62-36 0,0 1 0,0 0 0,-1 0 0,1 1 0,-1 0 0,-1 0 0,1 0 0,-1 1 0,-1 0 0,1 0 0,-1 0 0,-1 0 0,1 1 0,-2-1 0,1 1 0,-1 0 0,0 0 0,-1 0 0,0 0 0,0 0 0,-1 0 0,0 0 0,-1 0 0,0 1 0,0-1 0,-1-1 0,-2 7 0,-8 13 0,-1-1 0,-1-1 0,-1 0 0,-2-1 0,0 0 0,-1-2 0,-2 0 0,-6 5 0,7-6 0,-181 201-1344,163-185-569</inkml:trace>
  <inkml:trace contextRef="#ctx0" brushRef="#br1" timeOffset="516184.413">35391 2960 29942,'0'0'755,"0"0"-261,0 0 19,0 0 81,-35-7-197,-132-10-325,149 20-72,0 0 0,1 1 0,-1 1 0,1 1 0,0 0 0,0 1 0,0 1 0,-6 5 0,-59 28 0,2 4 0,2 3 0,-70 56 0,140-99 0,1 1 0,0 0 0,0 0 0,0 1 0,1-1 0,0 1 0,0 1 0,1-1 0,0 1 0,0 0 0,1 0 0,0 1 0,1-1 0,-1 1 0,2 0 0,-1-1 0,1 1 0,0 1 0,1-1 0,0 0 0,1 0 0,0 0 0,0 3 0,4-4 0,-1 1 0,1-1 0,0 0 0,1 0 0,-1-1 0,2 1 0,-1-1 0,1 0 0,0-1 0,0 1 0,1-1 0,0-1 0,0 1 0,1-1 0,-1 0 0,1-1 0,0 1 0,0-2 0,1 1 0,-1-1 0,1 0 0,-1-1 0,1 0 0,0-1 0,9 1 0,-8 1 0,370 84 0,-379-87 0,3 0 0,0-1 0,0 1 0,0 0 0,0 0 0,0 0 0,0 0 0,0 1 0,0 0 0,0 0 0,0 0 0,0 0 0,0 0 0,-1 1 0,1 0 0,-1-1 0,1 1 0,-1 1 0,0-1 0,1 0 0,-1 1 0,-1 0 0,1 0 0,0 0 0,0 0 0,-1 0 0,0 0 0,0 1 0,0-1 0,0 1 0,0-1 0,-1 1 0,1 0 0,-1 0 0,0 0 0,-1-1 0,1 1 0,0 0 0,-1 0 0,0 0 0,0 0 0,-1 4 0,-3 1 0,-1 1 0,-1 0 0,0-1 0,-1 0 0,1 0 0,-2-1 0,1 0 0,-1 0 0,0-1 0,-1 0 0,0 0 0,0-1 0,0 0 0,-11 4 0,4 1 0,-157 95 0,-6-7 0,-3-9 0,-47 11 0,159-77 0,140-69-208,-13 8-832</inkml:trace>
  <inkml:trace contextRef="#ctx0" brushRef="#br1" timeOffset="516671.224">29962 5306 30615,'0'0'640,"217"26"-376,59-26 120,86-12 32,63-36 32,26-17-448,-12-6 0,6-2 0,-18 6 0,-28 14 0,-44 16 0,-52 19 0,-60 18 0,-50 0 0,-64 19 0,-54 1-496,-42-10-3321</inkml:trace>
  <inkml:trace contextRef="#ctx0" brushRef="#br1" timeOffset="517072.385">31216 5760 29766,'0'0'1569,"0"0"-1121,120 122 112,-47-33-136,8 37-424,0 44 0,-11 19 0,-24-11 0,-20-42 0,-15-51 0,-6-36 0,1-18 0,-1-1 0,3-10 0,8-16 0,21-48-496,0-21-944,-2-16-8435</inkml:trace>
  <inkml:trace contextRef="#ctx0" brushRef="#br1" timeOffset="517464.621">31959 5854 28486,'0'0'2817,"0"0"-2273,-195 162 16,83-47-200,-2 31-360,9 11 0,39-26 0,35-33 0,31-23-88,9-31-1104,13-11-3369</inkml:trace>
  <inkml:trace contextRef="#ctx0" brushRef="#br1" timeOffset="517465.621">32228 6586 29654,'0'0'2961,"0"0"-2809,0 0-152,0 0 0,0 0 0,16 103 0,8-72 0,0-3 0,2-6-1072</inkml:trace>
  <inkml:trace contextRef="#ctx0" brushRef="#br1" timeOffset="517873.913">32796 6760 31815,'0'-25'793,"0"20"-765,20-227 103,16 116-131,5 0 0,4 3 0,6 2 0,31-45 0,-79 147 0,0 0 0,1 0 0,1 0 0,0 0 0,0 1 0,0 0 0,1 0 0,0 0 0,1 1 0,-1 0 0,1 0 0,1 1 0,-1 0 0,1 0 0,1 0 0,-1 1 0,0 1 0,1-1 0,0 1 0,0 1 0,7-2 0,-10 7 0,1 1 0,-1 0 0,0 0 0,0 0 0,-1 1 0,1 0 0,-1 0 0,1 0 0,-1 1 0,-1 0 0,1 0 0,-1 0 0,1 0 0,-1 1 0,-1 0 0,1 0 0,-1 0 0,0 0 0,-1 0 0,1 0 0,-1 1 0,-1-1 0,1 1 0,0 5 0,-1-9 0,24 83 0,-4 0 0,-4 1 0,-4 1 0,-3 1 0,-3 23 0,-2 0 0,9-138 0,-1-15 0,79-241 0,42-69 0,-127 334 0,38-50 0,-35 71 0,-1 130 0,-25 452 0,15-579-40,0 1-1,0-1 1,0 1-1,1 0 1,0-1-1,0 1 1,1-1-1,0 1 1,1-1 0,-1 1-1,1-1 1,1 0-1,-1 0 1,1 0-1,1 0 1,-1 0 0,1-1-1,0 1 1,1-1-1,-1 0 1,1 0-1,1-1 1,-1 1-1,1-1 1,0-1 0,0 1-1,0-1 1,0 0-1,1 0 1,0-1-1,6 3 41,28-1-2843</inkml:trace>
  <inkml:trace contextRef="#ctx0" brushRef="#br1" timeOffset="518236.313">34247 6302 31759,'0'0'816,"0"0"-624,0 0-192,0 0 0,0 0 0,0 0 0,22 124 0,2-94 0,0-8-1872</inkml:trace>
  <inkml:trace contextRef="#ctx0" brushRef="#br1" timeOffset="518732.144">34924 5616 26110,'0'0'4274,"0"0"-3049,0 17-871,-23 982 450,-4-292-804,42-645 0,-3-94 0,0-233-1374,-12 161-1141</inkml:trace>
  <inkml:trace contextRef="#ctx0" brushRef="#br1" timeOffset="519015.384">35076 5491 30559,'0'0'888,"0"0"-512,0 0 16,129 133 120,-94-70-472,-9 6-40,-4 2 0,-6 0 0,-10-2 0,-6-4 0,-4-4 0,-29-2 0,-9-4 0,-10 3 0,-3-5 0,2 8-576,16-12-608,11-11-4041</inkml:trace>
  <inkml:trace contextRef="#ctx0" brushRef="#br1" timeOffset="519016.384">35681 6649 24509,'0'0'8042,"0"0"-7826,0 0-216,0 0 0,0 0 0,0 0 0,0 0 0,-51 63-832,7-47-18820</inkml:trace>
  <inkml:trace contextRef="#ctx0" brushRef="#br1" timeOffset="519400.418">30199 7462 32087,'0'0'680,"0"0"-680,260 4 0,36 8 0,101-8 0,77-4 0,41-16 0,-9-19 0,0-5 0,-13-5 0,-32-1 0,-49 1 0,-59 17 0,-73 13 0,-87 11 0,-59 4 0,-62 0 0,-50 0-552</inkml:trace>
  <inkml:trace contextRef="#ctx0" brushRef="#br1" timeOffset="530868.428">30810 5243 18524,'0'0'11738,"0"0"-10985,0 0-361,0 0-128,0 0 104,0 0 56,129 175-120,-107 29-304,-22 64 0,-39 49 0,-40 5 0,-11-16 0,2-10 0,23-24 0,41-20 0,24-42 0,24-70-848,17-58-5121</inkml:trace>
  <inkml:trace contextRef="#ctx0" brushRef="#br1" timeOffset="531262.212">33703 4663 27246,'0'0'896,"0"0"72,0 0-320,0 0 209,139 35-193,-10-1-232,59-1-56,34-7-48,10-12-88,0-12-128,-25-2-112,-10-2 0,-15-6 0,-18 8 0,-24 0-136,-41 0-1136,-31 6-2537</inkml:trace>
  <inkml:trace contextRef="#ctx0" brushRef="#br1" timeOffset="531442.64">35694 5111 30254,'0'0'1153,"0"0"-1049,22 189 168,-14-25 248,3 33-56,0 6-464,0-11 0,2-27 0,-2-13 0,3-12 0,-1-29 0,2-15 0,0-33-1064,-8-29-2769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46:28.13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10362 1099 30647,'0'0'808,"0"0"-224,0 0-224,96 107 8,-52-84-368,2-3 0,0 2 0,6 19-64,-10-3-704,-18-1-1321</inkml:trace>
  <inkml:trace contextRef="#ctx0" brushRef="#br0" timeOffset="230.8">10228 2127 28566,'0'0'2569,"0"0"-2089,0 0-40,0 0-32,109 104-208,-8-82-200,-9-8-344,-13 0-1080</inkml:trace>
  <inkml:trace contextRef="#ctx0" brushRef="#br0" timeOffset="-3897.736">2464 744 17092,'0'0'10071,"-4"-18"-7381,-30-112-1083,37 151-967,46 103-418,-5 3 1,-6 1-1,7 61-222,-2 156-8,-29-312-721,1-72 359,10-86-1656,-4 0-1,-7-2 1,-5 0 0,-5 0-1,-7-33 2027,3 119-67,-5-149 7341,6 183-7153,-1 0-1,1 1 0,-1-1 0,2 1 0,-1-1 0,1 1 0,0 0 0,0-1 0,1 1 0,0 0 0,0 0 1,0 1-1,1-1 0,0 1 0,0 0 0,0 0 0,1 0 0,0 0 0,0 1 0,0-1 0,0 1 0,0 1 1,1-1-1,2 0-120,161-54 440,-69 39-260,2 5 0,0 4 0,81 3-180,-37 22 43,-140-13-42,0 0 0,-1 1-1,1 0 1,-1 0-1,0 0 1,1 0 0,-2 1-1,1 0 1,0 0 0,-1 0-1,0 0 1,0 1-1,0 0 1,0 0 0,-1 0-1,0 0 1,0 0-1,0 1 1,-1-1 0,0 1-1,0 0 1,1 4-1,0 6-3,0 0 0,-1 0 0,-1 0 0,-1 1 0,0-1-1,-1 0 1,-1 0 0,0 0 0,-2 0 0,1 0 0,-2 0 0,0-1 0,-1 0 0,0 0 0,-2 0 0,1-1-1,-2 0 1,0 0 0,-1-1 3,-19 27-16,-2-1-1,-2-2 1,-1-2-1,-2 0 1,-23 15 16,-21 14-45,-3-4 1,-2-3-1,-67 31 45,141-82-7,-2 2-9,-1 0 1,0-1-1,0-1 0,0 0 1,-1-1-1,1 0 0,-1-1 1,-1-1-1,1 0 0,-15 0 16,28-3-13,1 1 0,-1-1 0,0 0 0,1 0 0,-1 0 0,0 0 0,1 0 0,-1 0 0,0 0 0,1-1 0,-1 1 0,0-1 0,1 1 0,-1-1 0,1 1 0,-1-1 0,1 0 0,-1 0 0,1 0 0,0 0 0,-1 0 0,1 0 0,0 0 0,0 0 0,0 0 0,0-1 0,0 1 0,0-1 0,0 1 0,0 0 0,0-1 0,1 1 0,-1-1 0,0 0 0,1 1 0,-1-1 0,1 1 0,0-1 0,0 0 0,0 1 0,0-2 13,0-17-232,1-1 1,2 0 0,0 1-1,1-1 1,1 1-1,0 0 1,2 0 0,1 1-1,0 0 1,1 0-1,1 1 1,1 0 0,10-12 231,-11 12-290,172-260-4349,-182 280 4724,0 0-1,0 0 0,-1-1 1,1 1-1,0 0 0,0-1 0,1 1 1,-1 0-1,0 0 0,0-1 1,1 1-1,-1 0 0,1-1 0,0 1 1,-1-1-1,1 1 0,0-1 1,0 1-1,0-1 0,0 1 0,0-1 1,0 0-1,1 0 0,-1 0 1,0 1-1,1-1 0,-1 0 0,0 0 1,1-1-1,-1 1 0,1 0 1,0 0-1,-1-1 0,1 1 0,-1-1 1,1 0-1,0 1 0,0-1 1,-1 0-1,1 0 0,0 0 0,-1 0 1,1 0-1,0 0 0,0-1 0,-1 1 1,1 0-1,0-1 0,-1 1 1,1-1-1,-1 0 0,1 0 0,-1 0 1,1 1-1,-1-1 0,1 0 1,-1-1-1,0 1 0,0 0 0,0 0 1,1-1-1,-1 1 0,0 0 1,0-1-1,-1 1 0,1-1 0,0 1 1,0-1-1,-1 0 0,1 0-84,6 71 528,-3 0 0,-4 0 0,-2 0-1,-6 29-527,-55 504 786,47-228-1816,20-378 573,37-78-1294,-11 18-500</inkml:trace>
  <inkml:trace contextRef="#ctx0" brushRef="#br0" timeOffset="-3603.949">3429 1397 25725,'0'0'1945,"0"0"-633,0 0-408,30 199-87,-39-61-273,-15 16-248,0-24-184,9-33-112,13-44-32,-3-17-144,-3-7 24,-6-7 32,-5-10 8,-30-22-336,6-20-777,-8-9-863</inkml:trace>
  <inkml:trace contextRef="#ctx0" brushRef="#br0" timeOffset="-3306.161">2302 2158 11450,'0'23'14584,"-1"-2"-12852,0-7-1520,0 0 0,1 0 0,0 0 0,1 0 0,1 0 0,0 0 0,1 0 0,0 0 0,1 0 0,1-1 0,0 0-1,1 0 1,0 0 0,1-1 0,3 5-212,3-4 30,0 0-1,1-1 1,0-1 0,1 0-1,0-1 1,1-1-1,0 0 1,0-1 0,1 0-1,0-2 1,0 0-1,1-1 1,0 0 0,0-2-1,0 0 1,0-1-1,0-1 1,1-1 0,-1 0-1,0-1 1,0-1-1,0-1 1,0-1 0,0 0-1,0-1 1,7-4-30,33-18-14,0-3-1,-2-2 1,-2-2 0,-1-3 0,-1-3 0,-3-1-1,-1-2 1,-2-3 0,14-21 14,-38 45-27,17-19-40,-29 28 31,1 1 1,0 0-1,0 1 0,1 0 1,0 0-1,1 1 0,1 1 1,-1 1-1,1 0 0,1 0 1,-1 1-1,1 1 0,4 0 36,-17 5 0,0 0 0,0 1 0,0-1-1,0 1 1,0 0 0,0 0 0,1-1-1,-1 1 1,0 1 0,0-1 0,0 0-1,1 0 1,-1 1 0,0 0 0,0-1-1,0 1 1,0 0 0,0 0 0,0 0-1,0 0 1,0 0 0,-1 0 0,1 1-1,0-1 1,-1 1 0,1-1 0,-1 1 0,1 0-1,-1-1 1,0 1 0,1 0 0,-1 0-1,0 0 1,4 17 17,-1 1 0,-1-1-1,-1 1 1,0 0-1,-2 0 1,0 0 0,-1-1-1,-1 2-16,1 5 27,-51 402 770,52-428-796,-1 3 13,0 0 1,0-1 0,0 1-1,0 0 1,1 0 0,-1 0 0,1 0-1,0 0 1,0 0 0,0 0 0,0 0-1,0 0 1,1 0 0,-1 0 0,1 0-1,0-1 1,0 1 0,0 0 0,0 0-1,0-1 1,1 1 0,-1 0 0,1-1-1,0 0 1,-1 1 0,1-1 0,0 0-1,1 0 1,-1 0 0,0 0 0,1 0-1,-1-1 1,1 1 0,-1-1-1,1 1 1,0-1 0,-1 0 0,1 0-1,0 0 1,0 0 0,1-1-15,8 0 3,0-1-1,0 0 1,-1-1 0,1 0 0,-1-1 0,1 0-1,-1-1 1,0 0 0,0-1 0,0 0-1,-1 0 1,0-1 0,0-1 0,6-5-3,289-196-939,-161 95-810</inkml:trace>
  <inkml:trace contextRef="#ctx0" brushRef="#br0" timeOffset="-2758.565">4489 902 28510,'661'-285'2435,"-244"99"-1701,-207 110-601,-165 71-172,-43 5 25,-1 0 0,0 0-1,1 1 1,-1-1 0,0 0 0,0 1-1,1-1 1,-1 1 0,0-1-1,0 1 1,0 0 0,0-1-1,0 1 1,0 0 0,0 0-1,0 0 1,0 0 0,0 0-1,0 0 1,-1 0 0,1 0-1,0 0 1,-1 0 0,1 1-1,-1-1 1,1 0 0,-1 0-1,1 1 1,-1-1 0,0 0-1,0 0 1,0 1 0,0-1-1,0 0 1,0 1 0,0-1-1,0 0 1,0 1 0,0-1-1,-1 0 1,1 0 0,-1 1-1,1-1 1,-1 0 0,1 0-1,-1 0 1,0 0 0,0 1 14,0 8-79,-6 15-81,0 0 1,-1 0 0,-1-1 0,-2 0 0,0 0 0,-2-1 0,0-1-1,-2 0 1,-16 19 159,-89 107-141,-7-6 0,-6-5 0,-5-6 0,-45 25 141,-64 63 1188,140-110-21,109-96-779,43-18-213,12-16-129,-1-2 0,-2-3-1,0-2 1,5-6-46,-45 26 5,681-432-414,-587 386-59,-105 54 464,-1 0 0,0 0 1,0 0-1,0 0 0,1 0 1,-1 0-1,0 0 0,0 1 1,0-1-1,0 1 0,1 0 1,-1-1-1,0 1 0,0 0 1,0 0-1,-1 1 0,1-1 1,0 0-1,0 1 0,-1-1 1,1 1-1,0-1 0,-1 1 1,0 0-1,1-1 0,-1 1 1,0 0-1,0 0 0,0 0 1,0 0-1,0 0 0,-1 0 1,1 0-1,0 0 0,-1 1 1,0-1-1,1 0 0,-1 0 1,0 0-1,0 1 4,4 33 34,-1 0-1,-2 1 1,-1-1-1,-2 0 1,-1 1-1,-2-1 1,-3 4-34,-41 197 712,-75 216-712,112-410 44,-28 96 148,-5-1 0,-7-2 0,-49 89-192,98-220 2,0 3 0,0 0 0,-1-1 0,1 1 0,-1-1 1,-1 0-1,0 0 0,0-1 0,0 1 0,0-1 0,-1 0 0,0-1 1,-1 0-1,1 1 0,-1-2 0,0 1 0,0-1 0,0 0 1,-1-1-1,0 1-2,6-5-21,0 1 0,0-1-1,0 1 1,0-1 0,0 0 0,1 0 0,-1 0 0,0 0 0,0 0 0,1 0 0,-1-1 0,1 1 0,-1-1 0,1 1 0,-1-1 0,1 1 0,0-1 0,0 0-1,0 1 1,0-1 0,0 0 0,0 0 0,0 0 0,1 0 0,-1 0 0,1 0 0,-1 0 0,1 0 0,0 0 0,0 0 0,0 0 0,0 0 0,0 0-1,0 0 1,1 0 0,-1 0 0,1 0 0,-1 0 0,1-1 21,-3-217-2262,2 104 114</inkml:trace>
  <inkml:trace contextRef="#ctx0" brushRef="#br0" timeOffset="-2387.49">5020 2186 28894,'0'0'968,"-64"138"-399,36-55-361,6 0-40,15-12-96,7-26-72,64-45-521,2-22-951,6-29-592</inkml:trace>
  <inkml:trace contextRef="#ctx0" brushRef="#br0" timeOffset="-2386.49">5583 2040 23805,'0'0'5089,"0"0"-3569,0 0-791,145 12-201,-95 8-192,12-1-336,38-13-96,-14-6-1168,-5 0-7314</inkml:trace>
  <inkml:trace contextRef="#ctx0" brushRef="#br0" timeOffset="-2029.474">6872 79 26846,'27'0'3048,"423"0"-1843,-198 4-1033,-245-5-166,-1 1 0,0 0 0,1 1 0,-1 0-1,1 0 1,-1 0 0,0 0 0,0 1 0,0 0 0,0 1 0,0-1 0,0 1 0,-1 0 0,1 1 0,-1-1 0,0 1 0,0 0 0,0 0 0,0 1 0,-1 0 0,0-1 0,0 1 0,0 1 0,0-1 0,-1 1 0,0-1 0,0 1 0,-1 0 0,1 0 0,-1 0 0,0 0-1,-1 0 1,0 1 0,0 1-6,-2 13 7,-1-1 0,-1 1-1,-1 0 1,-1-1 0,-1 0 0,-1 0-1,0-1 1,-2 1 0,0-2-1,-1 1 1,-1-1 0,0-1-1,-1 0 1,-2 0 0,1-2-1,-3 2-6,6-5 1,-20 32-26,-3-3 0,-1 0 0,-3-3 0,0 0-1,-3-3 1,0-1 0,-3-2 0,0-2 0,-33 15 25,-12-26-758,86-20 628,0 0-1,-1 0 0,1 0 0,0-1 1,0 1-1,0 0 0,0-1 0,0 1 1,1-1-1,-1 0 0,0 1 0,1-1 1,-1 0-1,1 0 0,0 0 0,-1 0 1,1-1-1,0 1 0,0 0 0,0 0 1,1-1-1,-1 1 0,1 0 0,-1-1 0,1-1 131,-4-60-7804</inkml:trace>
  <inkml:trace contextRef="#ctx0" brushRef="#br0" timeOffset="-1724.017">7319 272 29182,'-63'229'1377,"-19"61"-633,-3 4-272,-5 14 40,5 15-104,6 7-336,11-11-72,11-27 0,15-55 0,18-75 0,13-69 0,11-56 0,0-37 0,37-29-224,38-112-232,-1 3-992,-3-23-3217</inkml:trace>
  <inkml:trace contextRef="#ctx0" brushRef="#br0" timeOffset="-1723.017">7297 1028 30615,'0'0'696,"0"0"-528,-9 116-128,23-78-40,27-18-256,64-34-296,-6-26-937,0-15-4024</inkml:trace>
  <inkml:trace contextRef="#ctx0" brushRef="#br0" timeOffset="-1240.3">8154 772 27190,'0'0'1500,"-25"22"-554,-290 238 654,-48 25-500,305-226-697,69-58-375,21-8-28,-1-2 0,0-1 0,0-2 0,-1-1 0,0-1 0,9-7 0,17-8 0,273-133 0,-285 146 0,-44 16 0,0 0 0,0 1 0,0-1 0,-1 1 0,1-1 0,0 1 0,0-1 0,0 1 0,0-1 0,0 1 0,-1-1 0,1 1 0,0-1 0,0 1 0,1-1 0,-1 1 0,0-1 0,0 1 0,0-1 0,0 1 0,0-1 0,0 1 0,1-1 0,-1 1 0,0-1 0,0 1 0,1-1 0,-1 1 0,0-1 0,1 0 0,-1 1 0,0-1 0,1 1 0,-1-1 0,1 0 0,-1 0 0,1 1 0,-1-1 0,1 0 0,-1 0 0,1 1 0,-1-1 0,1 0 0,-1 0 0,1 0 0,-1 0 0,1 0 0,-1 0 0,1 0 0,-1 0 0,1 0 0,-1 0 0,1 0 0,-1 0 0,1 0 0,-1 0 0,1-1 0,-1 1 0,1 0 0,-133 159 0,-181 146-593,-66 30 593,247-220-184,51-31 202,81-83-14,0 0 0,0 0 1,0 1-1,0-1 0,1 0 0,-1 0 0,0 0 0,1 0 1,-1 0-1,1 0 0,-1 0 0,1 0 0,0 0 0,0 0 0,-1 0 1,1 0-1,0 0 0,0 0 0,0-1 0,0 1 0,0 0 0,0 0 1,0-1-1,0 1 0,0-1 0,0 1 0,0-1 0,0 0 1,0 1-1,0-1 0,0 0 0,1 0 0,-1 1 0,0-1 0,0 0 1,0 0-1,1-1 0,-1 1 0,0 0 0,0 0 0,0 0 0,0-1 1,0 1-1,1-1 0,-1 1 0,0-1 0,0 1 0,0-1 1,0 0-1,0 1 0,0-1-4,5 1 16,32-5 34,0-2 1,0-1-1,-1-2 0,0-1 0,-1-2 1,24-13-51,235-111 216,206-133-216,-406 217 6,-69 38-145,8-4-77,-10 7-3001,-23 12-133</inkml:trace>
  <inkml:trace contextRef="#ctx0" brushRef="#br0" timeOffset="-1014.001">7937 1393 30278,'0'0'1161,"-96"174"-777,21-25 16,-1 29 56,12 5-368,20-15-88,24-48 0,16-33 0,4-43 0,7-29 0,19-15-560,11-9 56,29-90-176,-9 0-921,-7-13-1391</inkml:trace>
  <inkml:trace contextRef="#ctx0" brushRef="#br0" timeOffset="-677.597">8187 1247 29918,'0'0'1169,"24"148"-417,-22 4-192,-2 41-192,-4 22-368,-9 8 0,2-20 0,4-35 0,5-48 0,-4-45 0,-14-16-896,0-9 312,-15-13-1217</inkml:trace>
  <inkml:trace contextRef="#ctx0" brushRef="#br0" timeOffset="-318.248">2344 3289 30230,'0'0'977,"0"0"-452,0 0-215,26 2 60,292 2-15,-60-33-355,850-70 0,235 87 0,-865 14 0,1316-2 0,-1102 34 0,-380-6 0,17 17 0,-327-44 0,16 0 0,0 1 0,0 0 0,0 2 0,0 0 0,-1 1 0,1 0 0,-1 2 0,-1 0 0,1 1 0,6 5 0,-20-11-6,-1 1 0,1 0 0,0 0 0,-1 0 0,0 0 0,0 0 0,0 1-1,0-1 1,0 1 0,-1-1 0,1 1 0,-1 0 0,0-1 0,0 1 0,0 0 0,-1 0 0,0 0 0,1 0 0,-1-1 0,0 1 0,-1 0 0,1 0-1,-1 0 1,0 0 0,0 0 0,0-1 0,0 1 0,-1 0 0,1-1 0,-1 1 0,-1 1 6,-27 31-940</inkml:trace>
  <inkml:trace contextRef="#ctx0" brushRef="#br0" timeOffset="35251.762">1522 5222 30262,'0'0'715,"0"0"-155,0 0-214,0 0-169,28 0 19,414 4 198,-422-3-390,1 1 1,-1 0 0,1 2-1,-1 0 1,0 1 0,-1 1-1,1 1 1,6 5-5,-20-8 0,-1 1-1,0 0 1,0 0 0,0 0 0,-1 1 0,0 0-1,0 0 1,0 0 0,-1 0 0,0 0-1,0 1 1,0 0 0,-1-1 0,0 1-1,0 0 1,-1 0 0,0 0 0,0 0-1,-1 1 1,0-1 0,0 0 0,0 0-1,-1 0 1,0 0 0,-1 0 0,1 0-1,-2 0 1,-3 28 0,-2 0 1,-2-1-1,-1 0 0,-1 0 0,-2-2 0,-1 0 0,-2 0 1,-1-1-1,-330 532 73,316-464-61,32-97-12,1 1 0,-1 0 0,0 0 0,1-1 0,-1 1 0,1 0 0,0-1 0,0 1 0,0-1 0,0 1 0,1-1 0,-1 0 0,0 1 0,1-1 0,0 0 0,0 0 0,-1 0 0,1 0 0,0 0 0,1-1 0,-1 1 0,0-1 0,0 1 0,1-1 0,-1 0 0,1 0 0,-1 0 0,1 0 0,-1 0 0,1 0 0,0-1 0,-1 1 0,1-1 0,0 0 0,-1 0 0,1 0 0,22 4 0,1-1 0,-1-1 0,1-1 0,-1-2 0,0 0 0,1-2 0,-1-1 0,0-1 0,10-4 0,29-10-27,-2-4 0,-1-2 0,0-3 0,-3-3 0,0-2 0,-2-2 0,-2-3 0,7-9 27,-10 6-430,-2-2 0,-2-2-1,-2-2 1,23-32 430,23-49-4750,-32 25-9279</inkml:trace>
  <inkml:trace contextRef="#ctx0" brushRef="#br0" timeOffset="35603.452">3115 4835 28462,'0'0'2145,"-77"174"-1681,55-26-224,20 12-40,13-24 104,37-42-96,5-40-104,22-9-88,41-11-16,37-25-72,1-9-144,-19-49-200,-45-12-1105,-48 0-5752</inkml:trace>
  <inkml:trace contextRef="#ctx0" brushRef="#br0" timeOffset="35604.452">3562 5238 29582,'-70'146'752,"2"17"-479,31-21-161,17-5-64,20-7-48,9-24-96,11-35-793,-3-33-3063</inkml:trace>
  <inkml:trace contextRef="#ctx0" brushRef="#br0" timeOffset="35850.309">4231 5125 29798,'127'-37'721,"26"-3"-521,12-3-72,-12 5-80,-43 11-48,-5-17-256,-31 7-1081,-30 1-17763</inkml:trace>
  <inkml:trace contextRef="#ctx0" brushRef="#br0" timeOffset="36125.981">5026 5034 30471,'-15'172'688,"2"25"-208,4-19-344,3 7 24,-5-3 48,-3-7-104,-10-17-96,-2-47-8,-7-36-248,5-32 16,-7-23-48,-5-16-120,-8-4-329,-16-54-783,-21-74-2321,13 6-11346,6 0 9610</inkml:trace>
  <inkml:trace contextRef="#ctx0" brushRef="#br0" timeOffset="36126.981">4349 5701 26214,'0'0'3512,"0"0"-2575,154 26-457,-71-6-280,0-1-120,14 7-80,-25-6-672,-19-6-19637</inkml:trace>
  <inkml:trace contextRef="#ctx0" brushRef="#br0" timeOffset="36937.752">6690 5729 29790,'0'0'1051,"0"0"-557,32-6-100,220-27 360,-85 47-480,-161-12-273,-1-1-1,1 1 0,-1 0 1,0 0-1,0 1 0,0-1 1,0 1-1,0 0 1,0 1-1,-1-1 0,1 1 1,-1 0-1,0 0 0,0 0 1,-1 1-1,1 0 0,-1-1 1,0 1-1,0 0 0,-1 0 1,1 1-1,-1-1 1,0 0-1,0 1 0,-1-1 1,0 1-1,1 4 0,-4 9 0,0 0 0,-1 0 0,-1 0 0,-1-1 0,-1 0 0,0 0 0,-1 0 0,-1-1 0,-1 0 0,0 0 0,-1-1 0,-1 0 0,0-1 0,-1 0 0,-1-1 0,0-1 0,-7 5 0,-24 35 0,15-18 0,16-21 0,0 0 0,1 2 0,1-1 0,1 1 0,0 1 0,0 0 0,2 1 0,0-1 0,-3 13 0,11-28 0,-1 0 0,0 0 0,0 0 0,1 0 0,-1 0 0,1 0 0,0 0 0,0 0 0,0 0 0,0 0 0,0 0 0,0 0 0,0 0 0,0 0 0,1 0 0,-1 0 0,1 0 0,0 0 0,-1 0 0,1 0 0,0-1 0,0 1 0,0 0 0,0 0 0,1-1 0,-1 1 0,0-1 0,1 1 0,-1-1 0,1 0 0,-1 1 0,1-1 0,0 0 0,-1 0 0,1 0 0,0 0 0,0 0 0,0-1 0,0 1 0,0-1 0,0 1 0,0-1 0,0 0 0,0 1 0,0-1 0,24 1 0,1 0 0,-1-2 0,0-1 0,1-1 0,-1-1 0,-1-2 0,1 0 0,12-6 0,60-22-236,-2-4 0,-1-5 0,-2-3 0,-2-5 0,-3-3 0,79-65 236,-97 62-1329</inkml:trace>
  <inkml:trace contextRef="#ctx0" brushRef="#br0" timeOffset="37263.647">8023 4940 19996,'0'0'9548,"0"0"-7287,0 0-2050,23 8-96,12 3-25,0-1 1,1-2-1,0-2 1,0-1-1,19 0-90,252-2 184,-300-4-184,1 1 0,0-1 0,-1 1 0,1 0 0,0 1 0,-1 0 0,1 0 0,-1 1 0,1 0 0,-1 0 0,0 1 0,0-1 0,0 2 0,0-1 0,0 1 0,-1 0 0,1 0 0,-1 1 0,0 0 0,0 0 0,-1 0 0,0 1 0,0 0 0,0 0 0,-1 0 0,1 1 0,-1-1 0,-1 1 0,0 0 0,0 0 0,0 0 0,-1 0 0,1 4 0,-1 23 0,-1 1 0,-2 0 0,-2-1 0,-1 1 0,-1-1 0,-3 0 0,-5 18 0,-234 801 0,224-754 0,5 2 0,4 1 0,-1 98 0,14-199-41,1 0-1,-1 0 1,1 0-1,-1 1 1,1-1 0,0 0-1,0 0 1,-1 0-1,1 0 1,0 0 0,0 0-1,0 1 1,0-1-1,0 0 1,0 0 0,0 0-1,1 0 1,-1 0-1,0 1 1,1-1 0,-1 0-1,0 0 1,1 0-1,0 0 1,-1 0 0,1 0-1,-1 0 1,1 0-1,0 0 1,0-1 0,0 1-1,-1 0 1,1 0-1,0-1 1,0 1-1,0 0 1,0-1 0,0 1-1,0-1 1,1 1-1,-1-1 1,0 0 0,0 0-1,0 1 1,0-1-1,0 0 1,0 0 0,1 0-1,-1 0 1,0 0-1,0 0 1,0 0 0,0-1-1,0 1 1,1 0-1,-1-1 1,0 1 0,0 0-1,0-1 1,0 0-1,0 1 1,0-1 0,0 1-1,0-1 1,0 0-1,0 0 42,23-28-5573</inkml:trace>
  <inkml:trace contextRef="#ctx0" brushRef="#br0" timeOffset="37620.236">9011 5411 31415,'0'0'720,"171"-37"-568,-26 3-104,19-7-24,-23 3-8,-41 7 8,-34 9-24,-15-2-368,-1-23-640,-13 6-1177,-13-7-5416</inkml:trace>
  <inkml:trace contextRef="#ctx0" brushRef="#br0" timeOffset="37621.236">9728 4723 29598,'0'0'1398,"-2"20"-585,-9 157-303,8 0 0,13 76-510,-2-45-62,-16 170 62,5-329 0,-2 0 0,-3 0 0,-2 0 0,-1-1 0,-3-1 0,-2 0 0,-17 35 0,30-76-66,0 1 1,-1 0-1,1-1 0,-1 0 1,0 0-1,-1 0 0,0 0 1,0-1-1,0 1 0,0-1 1,-1-1-1,0 1 0,0-1 0,0 0 1,0 0-1,-1-1 0,1 0 1,-1 0-1,0 0 0,0-1 1,0 0-1,-1 0 0,1-1 1,0 0-1,0 0 0,-1-1 1,1 0-1,-1 0 0,1-1 1,0 0-1,-1 0 0,1-1 1,0 0-1,0 0 0,0 0 0,0-1 1,1 0-1,-1-1 0,1 1 1,-2-2 65,-54-42-3998</inkml:trace>
  <inkml:trace contextRef="#ctx0" brushRef="#br0" timeOffset="37962.489">9301 5727 27942,'0'0'3441,"0"0"-3057,168 41-168,-86-3-216,-4 7-152,-5 24-232,-25-12-1129,-20-7-11353</inkml:trace>
  <inkml:trace contextRef="#ctx0" brushRef="#br0" timeOffset="38327.376">1169 6838 24525,'0'0'3650,"0"0"-2225,24 11-764,105 39-87,56-20-125,78-14-77,2060-47 771,-2017 19-1175,2307-126 32,-1507 73 0,-531 35 0,-55 11 0,-64 11 0,-81 7 0,-90 6-83,-100 8-609,-77 0-1198</inkml:trace>
  <inkml:trace contextRef="#ctx0" brushRef="#br1" timeOffset="109035.168">9439 4419 27382,'-21'0'2586,"-261"-3"-1433,-104-54-767,92 9-321,253 42-8,0 1 0,-1 3 1,0 1-1,1 2 0,-1 2 0,1 2 0,0 1 1,0 3-1,-10 4-57,-8 12 32,2 3 0,1 2 0,1 3 0,2 2 1,1 2-1,2 3 0,2 2 0,1 1 0,3 3 0,-1 5-32,-5 4 8,2 2 0,3 2 0,2 2 0,3 2-1,3 1 1,3 2 0,2 2 0,4 0 0,3 2-1,2 1 1,4 1 0,3 1 0,3 0 0,4 1-1,2 0 1,4 1 0,3-1 0,3 0 0,4 0 0,3 0-1,8 26-7,4-24 8,4 0-1,2-2 1,4-1-1,3-1 0,4-2 1,2-2-1,3-1 1,3-3-1,39 41-7,-53-71 1,1-1-1,2-1 1,1-2 0,1-1 0,1-2-1,2-2 1,1-2 0,0-2-1,2-1 1,0-3 0,1-1-1,1-2 1,0-3 0,1-1 0,0-2-1,0-3 1,25 0-1,16-4 6,-1-3 1,0-4-1,-1-4 1,0-4-1,0-3 1,-2-4-1,80-31-6,-6-9 20,-2-8 0,-3-6 0,87-60-20,-102 54 2,-4-6-1,-4-5 0,-4-6 1,-5-5-1,-4-6 0,-5-4 1,-5-6-1,79-114-1,-154 187 0,-2-1 0,-2-1 0,-2-2 0,-2-1 0,-2-1 0,-3 0 0,-2-2 0,-2 0 0,-3 0 0,-2-1 0,-3-1 0,-2 0 0,-2-38 0,-3 67 0,-2 0 0,-2 0 0,0 0 0,-1 1 0,-2 0 0,-1 0 0,-1 1 0,0 0 0,-3 0 0,0 1 0,-1 1 0,-1 0 0,-1 0 0,-1 2 0,-11-11 0,-7-3 0,-3 2 0,0 1 0,-2 2 0,-1 2 0,-2 1 0,0 2 0,-2 3 0,0 1 0,-1 2 0,-43-12 0,-9 3 0,0 4 0,-2 5 0,0 3 0,-85 0 0,65 9 0,-1 7-1,1 4 1,0 6-1,1 4 1,0 6-1,-77 25 1,145-31-58,1 3 0,1 2 0,0 1 0,1 3 0,2 2 0,-5 5 58,-29 35-883,48-16-1492</inkml:trace>
  <inkml:trace contextRef="#ctx0" brushRef="#br1" timeOffset="129851.882">2571 8755 29502,'0'0'925,"0"0"-412,0 0-109,-6 27 104,-85 248 226,-433 831-553,406-833-181,97-148 0,21-122 0,2 0 0,-1 0 0,0 0 0,1-1 0,-1 1 0,1 0 0,0-1 0,0 1 0,0-1 0,0 0 0,0 1 0,1-1 0,-1 0 0,0 0 0,1-1 0,0 1 0,-1 0 0,1-1 0,0 0 0,0 1 0,0-1 0,0 0 0,0-1 0,0 1 0,0-1 0,0 1 0,1-1 0,-1 0 0,0 0 0,4 2 0,257 12 0,-138-25-1,0-6 1,-1-5-1,-1-5 1,95-35 0,-10 4-18,-184 53-334,-1-2-1,0-1 1,0-1 0,-1-1 0,0-1-1,15-10 353,3-8-2523</inkml:trace>
  <inkml:trace contextRef="#ctx0" brushRef="#br1" timeOffset="130438.7">4351 8658 29286,'0'0'942,"-32"1"-427,7-1-467,1 1 0,0 1 1,0 1-1,0 2 1,0 0-1,1 1 1,-1 1-1,1 2 1,1 0-1,0 1 1,0 2-1,-5 4-48,-25 20 97,1 3 0,3 1 0,1 3 1,2 2-1,2 2 0,2 1 0,2 3 0,3 1 0,-10 20-97,23-32 29,1 2 0,2 0-1,2 1 1,2 1 0,1 0 0,3 1 0,1 1-1,3 0 1,2 1 0,1-1 0,3 1 0,2 0-1,2 3-28,-2-34 8,0-1-1,2 1 1,-1-1-1,2 1 1,0-1-1,1 0 1,1 0-1,0-1 1,1 1-1,0-1 1,1-1-1,1 1 1,0-1-1,1 0 1,0-1-1,1 0 1,0 0-1,1-1 1,0-1-1,1 0 1,0 0-1,1-1 1,0 0-1,0-2 0,1 1 1,1-1-8,10 2 2,1-2 0,-1 0 0,1-2 0,1-1 0,-1-1 0,0-1 0,1-1-1,0-1 1,16-3-2,-28 1-12,-1 0-1,1-1 0,-1 0 1,0-1-1,0-1 0,0 0 1,-1-1-1,0-1 0,0 0 1,0 0-1,-1-1 0,0-1 1,-1 0-1,0-1 0,0 0 1,-1 0-1,0-1 0,4-6 13,43-99-831,-33 28-2797,-12-7-8826</inkml:trace>
  <inkml:trace contextRef="#ctx0" brushRef="#br1" timeOffset="130764.548">3742 9491 26638,'0'0'3953,"0"0"-3697,0 0-152,134 10 64,-58-26 120,12-6-96,8 2-96,-19 16-48,-2 4 152,-23 28 32,-21 45-40,-31 43-72,-9 34-72,-24-8-48,-2-25-40,11-24-376,11-44-696,6-16-3137</inkml:trace>
  <inkml:trace contextRef="#ctx0" brushRef="#br1" timeOffset="130765.548">5754 9017 29862,'0'0'929,"0"0"-641,167-47-120,-7-12 80,24-8-16,-7 4-128,-43 17-56,-37 25-48,-38 9-304,-31 8-1337</inkml:trace>
  <inkml:trace contextRef="#ctx0" brushRef="#br1" timeOffset="131076.808">6046 9641 31079,'0'0'632,"0"0"-528,0 0-48,151-56 24,-70 9 24,9-4-104,-2 7-200,-1 31-432,-23 11-1481,-27 8-14826</inkml:trace>
  <inkml:trace contextRef="#ctx0" brushRef="#br1" timeOffset="131077.808">6414 10258 28942,'0'0'2177,"0"0"-1537,0 0-328,0 0-16,0 0 104,114-85-400,37-100 0,20-36 0,-7-18-32,-25 10-408,-47 26-152,-27 2-472,-27 53-929,-19 26-10089</inkml:trace>
  <inkml:trace contextRef="#ctx0" brushRef="#br1" timeOffset="131738.67">7378 8250 20804,'0'0'5215,"-6"25"-1889,-80 373-1207,99-292-1911,-11-103-206,0 0 0,0 0 0,1-1 0,-1 1-1,0-1 1,1 0 0,0 1 0,-1-1 0,1 0 0,0 0 0,0-1 0,0 1 0,0-1 0,1 1 0,-1-1 0,0 0 0,0 0 0,1-1 0,-1 1 0,1-1 0,-1 1 0,1-1-1,-1 0 1,0-1 0,1 1 0,-1 0 0,1-1 0,-1 0 0,1 0-2,16-4 4,-1-1 0,0-1 0,-1 0 0,1-2 0,-1 0-1,-1-1 1,0-1 0,0 0 0,-1-2 0,-1 0 0,3-3-4,460-416-212,-470 425 210,-1-1 1,1 1-1,1 0 1,-1 1-1,1 0 0,0 1 1,1-1-1,-1 2 1,1-1-1,0 1 1,0 1-1,3-1 2,-13 4 3,1 0 0,0 0 0,0-1 0,0 1-1,0 0 1,-1 0 0,1 0 0,0 0 0,0 0 0,0 0 0,0 0 0,-1 0 0,1 0-1,0 0 1,0 1 0,0-1 0,-1 0 0,1 1 0,0-1 0,0 0 0,-1 1-1,1-1 1,0 1 0,0-1 0,-1 1 0,1-1 0,-1 1 0,1 0 0,-1-1 0,1 1-1,-1 0 1,1-1 0,-1 1 0,1 0 0,-1 0 0,0-1 0,1 1 0,-1 0 0,0 0-1,0 0 1,0-1 0,1 1 0,-1 0 0,0 0 0,0 0 0,0 0 0,-1 0-1,1-1 1,0 1 0,0 0 0,0 0 0,0 0 0,-1-1 0,1 1 0,0 0 0,-1 0-1,1-1 1,-1 1 0,1 0 0,-1-1 0,1 1 0,-1 0-3,-4 16 55,0 1 0,-1-2 1,-1 1-1,-1-1 1,0 0-1,-1 0 0,-1-1 1,0 0-1,-1-1 0,-3 3-55,-125 151 272,-138 130-272,209-228 12,15-9-2,53-52-40,18-17-46,186-131-401,-141 91 379,3 3 0,2 2 0,34-13 98,-98 54 6,46-17-8,-49 18 4,-1 1-1,1-1 1,0 1 0,0 0 0,-1 0 0,1-1-1,0 1 1,0 0 0,-1 0 0,1 0-1,0 0 1,0 0 0,0 0 0,-1 0 0,1 0-1,0 0 1,0 0 0,-1 0 0,1 0-1,0 1 1,0-1 0,-1 0 0,1 1-1,0-1 1,-1 0 0,1 1 0,0-1 0,-1 1-1,1-1 1,0 1 0,-1-1 0,1 1-1,-1 0 1,1-1 0,-1 1 0,0 0-1,1-1 1,-1 1 0,0 0 0,1-1 0,-1 1-1,0 0 1,0 0 0,1-1 0,-1 1-1,0 0 1,0 0 0,0 0 0,0-1 0,0 1-1,0 0 1,0 0 0,-1 0-2,-1 9 24,-1 0 1,0 0-1,-1-1 1,0 1-1,-1-1 1,0 0-1,0 0 1,-1-1-1,0 0 0,-1 0 1,0 0-1,-5 4-24,2 0 19,-409 443 281,367-383-285,55-62-13,81-41-5,-70 22-8,302-182-383,-313 190 393,-1-1 0,1 1 1,-1-1-1,1 1 0,0-1 1,-1 1-1,1 0 0,0 0 1,0 0-1,0 0 0,0 1 1,0-1-1,-1 1 0,1 0 1,0 0-1,0 0 0,0 0 1,0 0-1,0 1 0,0-1 1,0 1-1,0 0 0,0 0 0,0 0 1,2 1 0,-4 10 7,0 1 1,-1-1 0,0 0-1,0 1 1,-2-1-1,1 0 1,-2 1-1,0-1 1,0 0-1,-1-1 1,0 1 0,-3 4-8,-162 357 244,74-181-114,66-100 1,29-91-128,0-1 0,0 1 0,0 0-1,-1-1 1,1 1 0,0 0 0,0-1 0,0 1 0,0 0 0,0 0-1,1-1 1,-1 1 0,0 0 0,0-1 0,0 1 0,1 0 0,-1-1-1,0 1 1,1 0 0,-1-1 0,0 1 0,1-1 0,-1 1 0,1-1-1,-1 1 1,1-1 0,-1 1 0,1-1 0,-1 1 0,1-1 0,0 0-1,-1 1 1,1-1 0,-1 0 0,1 1 0,0-1 0,-1 0 0,1 0-1,0 0 1,0 0 0,-1 0 0,1 1 0,0-1 0,-1 0 0,1-1-1,0 1 1,-1 0 0,1 0 0,0 0 0,0 0 0,-1 0 0,1-1-1,-1 1 1,1 0 0,0-1 0,-1 1 0,1 0 0,-1-1 0,1 1-1,0-1 1,-1 1 0,1-1 0,-1 1-3,14-6 0,-1 0 0,0-1 0,-1-1 0,0 0 0,0 0 0,0-1 0,-1-1 0,0 0 0,-1-1 0,0 1 0,0-3 0,0 3 0,392-471 0,-391 467-128,0 1 0,-1-1 0,-1-1 0,0 1 0,-1-2 0,0 1 0,-2-1 0,2-5 128,-2-10-2401</inkml:trace>
  <inkml:trace contextRef="#ctx0" brushRef="#br0" timeOffset="14319.375">14649 989 2393,'0'0'22106,"0"0"-18456,0 0-2302,-7 19-779,-57 192 312,25 11-479,10 2 0,10 1 1,9 203-403,10-409 6,-1-8-2,1 0-1,0 0 1,1 0 0,0-1 0,1 1 0,0 0-1,0-1 1,1 0 0,0 1 0,1-1 0,1 0 0,0 0-4,-1-5 4,0-1 0,0 1 0,1-1 0,0 0 0,0 0 0,0-1 0,0 0 0,1 0 0,-1 0 0,1 0 0,0-1 0,0 0 0,0 0 0,0 0 0,0-1 0,0 0 0,0 0 0,0-1 0,0 1 0,1-2 0,-1 1 0,0 0 0,0-1 0,0 0 0,1-1 0,-1 0 0,0 1 0,-1-2 0,1 1 0,5-4-4,3-4 5,0-2 1,-1 0 0,-1-1 0,0 0-1,0-1 1,-1 0 0,-1-1 0,-1 0 0,0-1-1,-1 1 1,0-2 0,2-8-6,23-60-35,-4-2 1,-3-1-1,-4 0 1,-5-2-1,-3 0 1,-4-1-1,-4-1 1,-4 1-1,-7-61 35,2 107-30,-2 1 0,-1 1 0,-2-1 0,-3 1 0,-1 0 0,-2 1 0,-18-37 30,25 63-19,-1-1 1,-1 1-1,-1 0 0,0 1 0,-1 0 0,0 1 0,-2 0 0,1 1 0,-2 0 0,0 1 0,0 0 0,-1 1 0,0 1 1,-1 1-1,0 0 0,0 1 0,-1 0 0,-1 2 0,1 0 0,-3 0 19,-1 2-17,-1 2 0,0 0 0,1 1 0,-1 1 1,0 1-1,0 1 0,1 1 0,-1 0 0,1 2 0,0 1 0,0 0 0,1 2 0,0 0 0,0 2 1,1 0-1,-2 1 17,-22 16 18,1 2 0,2 1 1,1 3-1,1 1 1,2 1-1,-11 17-18,15-18 27,1 1-1,2 2 1,2 1-1,2 1 1,1 1-1,2 1 1,2 1 0,1 1-1,3 1 1,1 0-1,3 1 1,-6 37-27,14-40 34,1-1 0,2 0-1,2 1 1,1-1 0,3 0 0,1 0 0,2 0 0,1-1 0,3 0 0,1-1-1,2-1 1,2 0 0,1 0 0,2-2 0,10 13-34,-17-32 4,0-1 0,2-1 0,-1 0 0,2 0 0,0-2 0,1 0-1,0-1 1,1-1 0,0 0 0,1-1 0,0-2 0,1 0 0,0 0 0,0-2 0,0-1 0,1 0 0,0-1 0,0-2 0,0 0 0,0-1 0,19-2-4,0 4-59,0-2 1,-1-1-1,1-2 1,-1-2-1,1-2 1,-1-1 0,-1-2-1,1-2 1,-2-2-1,21-9 59,50-37-2217,-22-3-4582</inkml:trace>
  <inkml:trace contextRef="#ctx0" brushRef="#br0" timeOffset="14614.906">15971 2608 26174,'0'0'5025,"0"0"-4681,0 0-344,0 0-1177,0 0-4272</inkml:trace>
  <inkml:trace contextRef="#ctx0" brushRef="#br0" timeOffset="53543.733">12393 10294 26254,'0'0'2967,"0"0"-2028,13-20-550,-1 0-287,-5 8-35,0 0 0,0 1 0,1 0 0,1 0 1,0 0-1,0 1 0,1 1 0,1 0 0,-1 0 1,3 0-68,12-6 100,1 1 1,0 1 0,2 1-1,-1 2 1,1 0 0,0 2-1,1 1 1,0 2-1,0 0 1,1 2 0,-1 1-1,1 2 1,13 2-101,-36-3 2,0 0 0,0 1 0,0 0 0,1 0 0,-1 1 0,0 0-1,0 0 1,0 0 0,0 1 0,0 0 0,0 1 0,-1 0 0,1 0 0,-1 0 0,1 1 0,-1-1 0,0 2 0,-1-1 0,1 1 0,-1 0 0,0 0-1,0 0 1,0 0 0,-1 1 0,0 0 0,0 0 0,0 0 0,-1 1 0,2 2-2,-5 9-3,0-1-1,0 0 1,-2 0 0,0 0-1,-1-1 1,-1 1 0,0 0-1,-1-1 1,-1 0 0,0 0-1,-1-1 1,-1 0 0,-1 0-1,0 0 1,-1-1 0,0-1-1,-1 0 1,0 0 0,-1-1-1,-1 0 1,0-1 3,-5 9 1,-259 275 60,241-235 20,52-59-74,6-9-7,-1-1 0,0-1 0,0-1 0,-1 0 0,0-2 0,-1 0 0,13-13 0,58-44 0,-4-4 0,-4-3 0,-2-4 0,3-13 0,-58 64 0,-1-1 0,-2-2-1,-1 0 1,-2-1 0,-1-1 0,-1-1-1,-2 0 1,-2-1 0,-2-1 0,-1 0-1,-1 0 1,-3-1 0,-1 0 0,-2 0-1,-1 0 1,-2-1 0,-3-3 0,2 29-5,0 0 1,-1 0-1,-1 0 1,0 0-1,-1 1 0,0-1 1,-1 1-1,-1 0 1,0 0-1,-1 1 0,0 0 1,-1 0-1,0 0 1,-1 1-1,0 1 0,0-1 1,-2 1-1,1 1 1,-1 0-1,-10-6 5,-7 0-2,-1 1 0,-1 1-1,0 2 1,0 1 0,-1 1 0,-1 2-1,1 1 1,-1 2 0,0 0 0,0 3 0,0 0-1,-25 4 3,31 0-2,0 2-1,0 0 1,1 2-1,-1 1 1,1 1-1,1 1 1,0 1-1,0 1 1,1 1-1,1 1 1,0 1-1,1 1 1,1 1-1,0 1 1,1 0-1,1 2 1,-14 19 2,-7 9 5,1 2 0,3 1 0,2 1 0,2 2 0,2 2 0,4 0 0,-15 45-5,28-66 10,2-1 0,1 2-1,2-1 1,1 1 0,2 1 0,1-1 0,2 0-1,2 1 1,1-1 0,2 0 0,1 0 0,2 0-1,10 29-9,-10-46 0,1 0 1,1-1-1,1 0 0,0-1 0,1 0 0,1 0 0,1-1 0,0-1 0,1 0 0,0-1 1,1-1-1,1 0 0,0-1 0,1 0 0,0-2 0,1 0 0,0-1 0,1 0 0,-1-2 1,1 0-1,1-1 0,0-2 0,-1 1 0,20 0 0,15 2-111,1-2 1,-1-3-1,1-2 0,0-2 1,-1-3-1,0-2 0,0-3 0,0-2 1,37-14 110,-27 1-1877</inkml:trace>
  <inkml:trace contextRef="#ctx0" brushRef="#br0" timeOffset="54017.437">14726 10716 31983,'0'0'760,"0"0"-736,0 0-24,0 0 0,0 0 0,0 0-40,0 0-1408</inkml:trace>
  <inkml:trace contextRef="#ctx0" brushRef="#br0" timeOffset="15178.875">18507 1156 25685,'0'0'3649,"0"0"-3257,2 182 232,-2-23-47,0 35-137,0 23-96,-7-4-48,-1-22-104,-1-7-80,0-21-48,0-21-40,5-31-24,4-34-40,0-32-296,13-45-248,13 0-1089,1-29-4064</inkml:trace>
  <inkml:trace contextRef="#ctx0" brushRef="#br0" timeOffset="16247.262">22093 1561 30575,'0'0'608,"0"0"-310,20 8-26,132 55 330,-145-59-594,-1 1 1,0 0 0,1 0-1,-1 0 1,-1 1-1,1-1 1,-1 1-1,0 1 1,0-1 0,-1 1-1,0 0 1,0 0-1,-1 0 1,0 0-1,0 1 1,0-1-1,-1 1 1,0 0 0,-1-1-1,0 1 1,0 0-1,0 0 1,-1 0-1,0 0 1,-1 0-1,-1 5-8,-51 207-96,52-218 97,-147 399-387,138-354 237,10-46 147,0 0 0,0 0 1,0 0-1,0 0 0,0 0 1,0 1-1,0-1 0,1 0 0,-1 0 1,0 0-1,1 0 0,-1 0 1,1 0-1,-1 0 0,1 0 0,0 0 1,-1 0-1,1-1 0,0 1 1,0 0-1,-1 0 0,1 0 0,0-1 1,0 1-1,0-1 0,0 1 1,0 0-1,0-1 0,0 0 0,0 1 1,0-1-1,0 0 0,0 1 1,0-1-1,1 0 0,-1 0 0,0 0 1,0 0-1,0 0 0,0 0 1,0 0-1,0 0 0,0-1 0,1 1 1,-1 0-1,1-1 2,6 1-4,18-2-10,-1-1 0,1-1-1,-1-2 1,-1 0 0,1-2-1,-1-1 1,0 0 0,-1-2 0,0-1-1,-1-1 1,-1 0 0,20-17 14,-31 24-30,123-86-1205,-19-2-2219</inkml:trace>
  <inkml:trace contextRef="#ctx0" brushRef="#br0" timeOffset="16560.839">23491 916 30118,'-17'104'1633,"-5"44"-1433,-2 37-24,-1 13 56,6-3 176,1 4-408,5-5 0,4-23 0,5-39 0,4-47 0,0-39 0,0-27 0,37-23-360,-2-21-760,0-15-1745</inkml:trace>
  <inkml:trace contextRef="#ctx0" brushRef="#br0" timeOffset="16561.839">24079 1294 31143,'-19'14'724,"-118"87"-499,4 5 0,5 6 0,5 6 0,-75 95-225,127-100 0,71-110 0,0 0 0,0-1 0,1 1 0,-1 0 0,1 0 0,-1-1 0,1 1 0,0 0 0,0 0 0,0-1 0,0 1 0,0-1 0,1 1 0,-1-1 0,1 0 0,0 1 0,-1-1 0,1 0 0,0 0 0,0 0 0,0 0 0,1-1 0,-1 1 0,0-1 0,1 1 0,-1-1 0,1 0 0,-1 0 0,1 0 0,0 0 0,0 0 0,-1 0 0,1-1 0,0 0 0,0 1 0,0-1 0,-1 0 0,2 0 0,219 16 0,33-23-623,0-11 0,-1-12 623,-125 12-3827</inkml:trace>
  <inkml:trace contextRef="#ctx0" brushRef="#br0" timeOffset="15402.825">19622 1407 28878,'-8'114'1801,"-25"32"-1105,-7 32-200,1-3-152,10-15-56,10-8-136,5-18-104,12-31-24,2-24-24,0-28-176,7-18-192,39-33-680,-4-9-1585,1-29-14419</inkml:trace>
  <inkml:trace contextRef="#ctx0" brushRef="#br0" timeOffset="15864.761">20194 1561 27566,'0'0'2568,"-116"41"-2023,7 24-209,-3 6-128,7 4-40,17 2-48,29-6-24,2 8-16,11 8 32,26-8-16,20-10-32,35-16-64,94-14-64,-6-17-440,9-18-2185</inkml:trace>
  <inkml:trace contextRef="#ctx0" brushRef="#br0" timeOffset="17197.941">26729 1326 30174,'0'0'655,"0"0"-269,19-5-84,138-18 340,-111 22-511,-27 0-116,0 0 1,0 1 0,0 1 0,0 0 0,0 2 0,0 0 0,-1 1 0,1 1-1,-1 1 1,2 1-16,-14-2 0,-1 1-1,0-1 1,0 1-1,-1 0 0,0 0 1,0 0-1,0 0 1,-1 1-1,0 0 1,0 0-1,0 0 0,-1 0 1,0 0-1,-1 0 1,0 0-1,0 1 1,0-1-1,-1 1 0,0-1 1,0 0-1,-1 1 1,0-1-1,0 0 1,-1 1-1,0-1 0,0 0 1,-1 0-1,0 0 1,0-1-1,0 1 1,-1-1-1,0 0 0,0 0 1,-1 0-1,-1 1 1,2-1 0,-4 10-2,-1-2 1,0 1-1,-2-1 1,1-1-1,-2 1 0,0-2 1,0 0-1,-1 0 1,-12 7 1,24-18-35,-1-1 1,0 1-1,1-1 1,-1 1-1,0-1 1,1 0-1,-1 0 1,0 1-1,1-1 1,-1 0-1,0 0 1,0-1 0,1 1-1,-1 0 1,0-1-1,1 1 1,-1-1-1,1 1 1,-1-1-1,0 0 1,1 1-1,0-1 1,-1 0-1,1 0 1,-1 0-1,1 0 1,0-1 0,0 1-1,-1 0 1,1 0-1,0-1 1,0 1-1,1-1 1,-1 1-1,0-1 1,0 1-1,1-1 1,-1 1-1,0-1 1,1 0-1,0 1 1,-1-1 0,1 0-1,0 1 1,0-1-1,0 0 1,0 0-1,0 1 1,1-1-1,-1 0 1,0 1-1,1-1 1,-1 0-1,1 1 1,0-1 0,-1 1-1,1-1 1,0 1-1,0-1 35,-1-6-796,0-23-3831</inkml:trace>
  <inkml:trace contextRef="#ctx0" brushRef="#br0" timeOffset="17617.934">27316 1288 28726,'0'0'1725,"0"0"-1097,-22 25-239,-153 163 391,-387 399-489,498-499-327,64-87 36,-1 1 0,1-1 0,-1 0 0,1 0 1,-1 0-1,1 0 0,0 0 0,0 1 0,0-1 0,-1 0 0,1 0 0,0 0 0,0 1 1,1-1-1,-1 0 0,0 0 0,0 0 0,1 1 0,-1-1 0,0 0 0,1 0 0,-1 0 1,1 0-1,0 0 0,-1 0 0,1 0 0,0 0 0,-1 0 0,1 0 0,0 0 0,0 0 1,0-1-1,0 1 0,0 0 0,0 0 0,0-1 0,0 1 0,0-1 0,0 1 0,0-1 1,1 0-1,-1 1 0,0-1 0,0 0 0,0 0 0,1 0 0,-1 0 0,0 0 0,0 0 1,0 0-1,1 0 0,-1 0 0,0 0 0,0-1 0,0 1 0,0-1 0,1 1 0,-1-1 1,0 1-1,0-1 0,50-1 29,0-3 1,-1-2 0,0-2 0,40-13-30,-87 22 1,1267-335 136,-1168 300-1489,-80 21-1377</inkml:trace>
  <inkml:trace contextRef="#ctx0" brushRef="#br0" timeOffset="18097.619">27667 1363 30663,'-13'136'776,"-3"38"-232,-8 35-248,-4 4 128,-3-14-360,-6-9-64,4-19 0,9-42 0,11-39 0,8-36 0,5-27 0,22-27-896,9-17-809,2-25-7328</inkml:trace>
  <inkml:trace contextRef="#ctx0" brushRef="#br0" timeOffset="18484.198">28419 1409 31015,'-40'185'640,"-8"54"-288,6 0-104,1 9 120,3-3-224,10-24-144,8-28 0,7-47 0,11-49 0,2-46 0,2-37 0,53-46-264,-3-19-352,1-18-1393</inkml:trace>
  <inkml:trace contextRef="#ctx0" brushRef="#br0" timeOffset="18485.198">28958 1760 27526,'0'0'2877,"0"0"-1983,-31 16-544,-45 26-142,2 2 1,1 4 0,4 3 0,-8 10-209,37-23 42,0 2 1,3 1 0,2 2-1,1 2 1,2 1 0,-18 38-43,45-77 1,1 0 0,0 0 0,0 1 0,1-1 0,0 1 0,0 0 0,1 0 0,0 0 0,1 0 0,0 1 0,0-1 0,0 0 0,1 1 0,1-1 0,-1 0 0,1 1 0,1-1 1,-1 0-1,1 0 0,1 0 0,0 0 0,0 0 0,0-1 0,1 1 0,0-1 0,0 0 0,1 0 0,0 0-1,15 9 0,1 0 0,0-2 0,0 0 0,2-2 0,0 0 0,0-1 0,1-2 0,0 0 0,1-2 0,-1 0 0,2-2 0,-1-1 0,0 0 0,1-2 0,0-1 0,6-2 0,61 9-186,0-4-1,0-4 1,0-4-1,0-4 1,-1-4-1,88-24 187,-133 20-3162</inkml:trace>
  <inkml:trace contextRef="#ctx0" brushRef="#br0" timeOffset="45449.504">26139 3373 29430,'0'0'882,"0"0"-317,37 2-173,393 6 507,1240-52-300,-1386 41-599,0 12 0,0 13 0,35 18 0,-287-35-4,-22-5-1,1 2 1,0-1-1,-1 1 0,1 1 1,-1 0-1,0 0 1,0 1-1,0 1 1,0-1-1,-1 2 0,5 2 5,1 32-656,-17-12-3451,-9 4-10727</inkml:trace>
  <inkml:trace contextRef="#ctx0" brushRef="#br0" timeOffset="45720.765">26135 4926 24349,'0'0'5099,"19"5"-3790,37 10-1078,0 2 0,-1 2-1,-1 3 1,42 24-231,-84-39 13,-1 0 0,1 1 0,-1 1 0,-1 0 0,1 0 0,-2 1 0,1 0 0,-1 1 0,-1 0 0,0 0 0,0 1 0,-2 0 0,1 0 0,-1 1 0,-1 0 1,0 0-1,-1 0 0,-1 1 0,0-1 0,0 1 0,-1 0 0,-1 0 0,-1 0 0,0-1 0,0 1 0,-2 0 0,1 0 0,-2 0 0,0-1 0,-4 11-13,-3 0-48,0 0 0,-2-1 0,-1 0 0,-1-1 0,-1 0 0,-1-1 0,-1-1 0,-6 6 48,-26 33-24,49-60 26,1 1 1,-1 0-1,1-1 1,-1 1-1,0 0 1,1 0-1,-1 0 1,1-1-1,-1 1 1,1 0-1,-1 0 1,1 0-1,-1 0 1,1 0-1,-1 0 1,1 0-1,-1 0 1,1 0-1,-1 0 0,1 0 1,-1 0-1,1 0 1,-1 0-1,1 0 1,-1 1-1,1-1 1,-1 0-1,1 0 1,-1 0-1,1 1 1,-1-1-1,1 0 1,-1 1-1,0-1 1,1 0-1,-1 1 1,0-1-1,1 1 1,-1-1-1,0 1 1,0-1-1,1 0 1,-1 1-1,0-1 1,0 1-1,0-1 1,0 1-1,1-1 1,-1 1-1,0-1 1,0 1-1,0-1 1,0 1-1,0-1 1,0 1-1,0-1 0,-1 1 1,1-1-1,0 1 1,0-1-1,0 1-2,7-2 3,41-10 35,-1-2-1,0-2 1,-1-3-1,0-1 0,30-19-37,-40 21 8,20-12-253,-2-2 0,-1-3 1,-1-1-1,-2-3 0,10-13 245,25-28-2086</inkml:trace>
  <inkml:trace contextRef="#ctx0" brushRef="#br0" timeOffset="46048.141">26948 4668 30695,'0'0'562,"0"0"-382,0 0-125,33 10 42,-7-1-56,12 3 34,-1-1 1,1-1-1,1-3 0,0-1 1,8-1-76,28-1 69,-37-4-58,1 2 0,-1 2 0,0 1 0,0 2 0,0 2 0,28 11-11,-57-15 6,-1 1 0,0 0 1,0 1-1,0 0 1,0 0-1,-1 1 0,-1 0 1,1 0-1,-1 0 1,-1 1-1,1 0 0,-1 0 1,-1 1-1,0-1 1,0 1-1,-1 0 1,0 0-1,-1 0 0,0 0 1,-1 0-1,0 1 1,0-1-1,-1 1 0,-1-1 1,1 0-1,-2 1 1,1-1-1,-2 0 0,1 0 1,-1 0-1,-4 7-6,-89 284 127,-1-5-619,91-259-307,4-16-3951,2-14-10074</inkml:trace>
  <inkml:trace contextRef="#ctx0" brushRef="#br0" timeOffset="46049.141">28112 4768 30647,'0'0'872,"0"0"-600,173-55-184,-77 31 0,9 7-32,3 3-56,-7 8-8,17-2-472,-26 0-1049,-22-4-6016</inkml:trace>
  <inkml:trace contextRef="#ctx0" brushRef="#br0" timeOffset="46457.477">28791 4486 30310,'-6'26'721,"-86"446"648,-77 435-1111,170-904-356,-1 0 0,0 1-1,0-1 1,0 0 0,0 0 0,0 0 0,-1 0 0,0 0 0,1 0 0,-1 0 0,0 0 0,0 0 0,-1 0 0,1 0 0,0 0 0,-1-1 0,0 1 0,0-1-1,0 1 1,0-1 0,0 0 0,0 1 0,0-1 0,-1 0 0,1-1 0,-1 1 0,0 0 0,1-1 0,-1 1 0,0-1 0,0 0 0,0 0 0,0 0-1,0 0 1,0-1 0,0 1 0,0-1 0,0 0 0,-1 0 0,1 0 0,0 0 0,0 0 0,0-1 0,0 1 0,0-1 0,0 0 0,-1 0 98,-7-9-1312,-1-1 0,2 0 1,-1 0-1,2-1 0,-1 0 1,2-1-1,0 0 1,0-1-1,1 1 0,-3-10 1312,-3-2-3127,-24-51-1804,4-2 5548,2-19 5392,12-50 8529,18 144-14485,0 1 1,1-1-1,0 0 1,0 0-1,0 1 1,0-1-1,0 0 1,0 0-1,1 1 0,-1-1 1,1 0-1,0 1 1,0-1-1,0 0 1,0 1-1,0-1 1,0 1-1,1 0 0,-1-1 1,1 1-1,0 0 1,0 0-1,0 0 1,0 0-1,0 0 0,0 0 1,0 1-1,0-1 1,1 1-1,-1 0 1,1-1-1,-1 1 1,1 0-1,0 1 0,-1-1 1,1 0-1,0 1 1,-1-1-1,1 1 1,0 0-1,0 0-53,10 0 60,0 0 0,0 1 0,0 1-1,0 0 1,0 0 0,-1 2 0,1-1 0,-1 2-1,11 5-59,72 18-1559,-86-27-515</inkml:trace>
  <inkml:trace contextRef="#ctx0" brushRef="#br0" timeOffset="46808.917">27616 3567 22957,'0'0'6961,"0"142"-6200,-11-12-49,-6 18-160,-3-2-96,3-14-88,3-15-368,1-15 0,7-23 0,1-22 0,5-15 0,0-11-608,9-7-736,2-20-1505</inkml:trace>
  <inkml:trace contextRef="#ctx0" brushRef="#br0" timeOffset="46809.917">27608 3533 23349,'0'0'6865,"0"0"-6376,-139 56-153,76-1-128,-3 12-120,9 4-88,11-2-40,13-8-696,13-18-1441,16-23-12418</inkml:trace>
  <inkml:trace contextRef="#ctx0" brushRef="#br0" timeOffset="47139.656">27548 3662 26734,'0'0'3368,"0"0"-2575,138 108-249,-59-49-256,9 6-288,24 10-8,-20-18-1120,-22-15-4098</inkml:trace>
  <inkml:trace contextRef="#ctx0" brushRef="#br0" timeOffset="43059.933">19605 4995 18500,'0'0'9334,"0"0"-6999,25-14-1901,-6 2-351,-2 1-22,1 1 0,0 1 0,0 0 0,0 2 1,1 0-1,1 0 0,-1 2 0,1 1 0,1 0-61,10 0 138,0 1 1,0 1-1,0 2 0,1 1 1,-1 1-1,2 3-138,-24-4 16,-1 0 0,1 1 1,-1 1-1,0-1 0,0 2 0,0-1 0,0 1 0,-1 0 0,1 0 1,-1 1-1,0 0 0,0 0 0,-1 1 0,0 0 0,0 0 0,0 0 1,-1 1-1,1 0 0,-2 0 0,1 0 0,-1 0 0,0 1 0,-1 0 1,2 5-17,1 11 6,-1 1 0,-1 0 0,-1 0 1,-2 0-1,0 1 0,-2-1 0,-1 0 1,-1 0-1,-1 0 0,-1 3-6,-16 51 3,-4-1 0,-3-1 0,-3-1 1,-4-2-1,-3-1 0,-9 9-3,-63 127-20,106-201 19,1-4 0,1 0 1,-1 0 0,1 0 0,0 0 0,0 1 0,0-1 0,0 1 0,1-1 0,0 1-1,0-1 1,0 1 0,0 0 0,1 0 0,0-1 0,0 1 0,0 0 0,0-1 0,1 1-1,0 0 1,0-1 0,0 1 0,0 0 0,1-1 0,1 2 0,2-2 0,0-1 0,1 1 0,-1-1 1,1 0-1,0-1 0,0 1 0,0-1 0,1 0 1,-1-1-1,0 0 0,1 0 0,-1 0 0,1 0 0,-1-1 1,3 0-1,21-2-4,0-1 1,-1-2-1,1-1 1,-1-1-1,0-1 1,0-1 0,-1-2-1,-1-1 1,0-1-1,0-2 1,21-15 3,-24 17-13,38-19-388,-1-3-1,-2-2 1,-2-3 0,-1-2 0,-3-3 0,-1-2-1,27-34 402,-35 19-3320</inkml:trace>
  <inkml:trace contextRef="#ctx0" brushRef="#br0" timeOffset="43360.8">21045 4810 28310,'0'0'1608,"0"0"-1264,-48 110 105,32 3-49,16 32-120,3-8-8,27-31-112,12-39-80,2-31-24,8-5-48,10-7-8,3-8-128,-3-16-256,-1-32-913,-17-15-2031,-13-10-15836</inkml:trace>
  <inkml:trace contextRef="#ctx0" brushRef="#br0" timeOffset="43361.8">21347 5054 23845,'0'0'5385,"0"0"-4937,-114 136-272,73-55-136,6 10-40,6 29-152,7-23-392,9-22-2144</inkml:trace>
  <inkml:trace contextRef="#ctx0" brushRef="#br0" timeOffset="43648.839">21781 5092 26958,'0'0'3865,"121"-75"-3577,-38 31-40,16-5 192,0 4-296,-16 11-96,7 3-48,-9 9-296,2-6-176,-24 7-1401,-19 1-9449</inkml:trace>
  <inkml:trace contextRef="#ctx0" brushRef="#br0" timeOffset="43923.707">22489 4699 21557,'-8'24'6770,"-33"127"-5481,6 2 0,7 1 0,4 24-1289,-1 1 157,-8 0 0,-31 90-157,60-256-6,-2 11-48,-1-1 1,-1-1-1,-1 0 0,-1 0 0,0 0 1,-2-1-1,-1-1 0,-3 4 54,10-19-52,-1 1 0,1-1 0,-1 0 0,0-1 1,-1 0-1,1 0 0,-1-1 0,0 1 0,0-2 0,0 1 0,0-1 0,0 0 0,0-1 0,-1 0 0,1 0 0,-1-1 0,1 0 0,0 0 1,-1-1-1,1 0 0,0-1 0,-1 0 0,1 0 0,0-1 0,0 0 0,1 0 0,-1 0 0,1-1 0,-1-1 0,1 1 0,1-1 0,-1 0 1,-3-4 50,0-1-88,0-2 0,1 1 0,1-1-1,-1 0 1,2-1 0,0 0-1,0 0 1,1-1 0,1 0-1,0 0 1,1 0 0,1 0-1,0-1 1,1 0 0,0 1 0,1-1-1,1 0 1,0 0 0,1 1-1,1-1 1,0 0 0,1 1-1,1-1 1,0 1 0,1 0-1,0 0 1,1 1 0,1 0 0,0 0-1,1 0 90,10-2 170,0 1 0,1 1 0,0 1-1,1 0 1,1 2 0,0 0 0,0 2-1,1 0 1,0 1 0,0 1 0,0 1 0,1 2-1,0 0 1,0 1 0,0 1 0,0 1-1,8 2-169,62-9 22,-8-22-483,-61-3-3199,-15 1-8811</inkml:trace>
  <inkml:trace contextRef="#ctx0" brushRef="#br0" timeOffset="44243.127">21027 3429 30671,'0'0'656,"165"8"-440,30-2 8,48 1 0,31-3 72,5-4-16,-27 0-128,-11 0-104,-31 0-48,-41 0 0,-49 0 0,-38 0 0,-36 10-208,-35 12-416,-9 0-977,-2-5-1983</inkml:trace>
  <inkml:trace contextRef="#ctx0" brushRef="#br0" timeOffset="44520.825">22119 3825 30342,'0'0'689,"0"0"-361,-33 154-104,22-77 56,-2 4 80,-2 6-128,1 0-168,6-7-64,1-9-280,7-19-240,0-48-232,9-4-1113,6-32-3840</inkml:trace>
  <inkml:trace contextRef="#ctx0" brushRef="#br0" timeOffset="44521.825">22218 3703 17004,'0'0'13362,"0"0"-12761,-167 108-257,90-44-184,-2 3 0,9 4-56,7-2-104,10 10-160,16-18-912,17-24-2465</inkml:trace>
  <inkml:trace contextRef="#ctx0" brushRef="#br0" timeOffset="44998.064">22347 3764 29854,'0'0'833,"0"0"-249,116 91-304,-65-40-216,8 18-64,-11-14-376,-11-9-3009</inkml:trace>
  <inkml:trace contextRef="#ctx0" brushRef="#br0" timeOffset="55417.165">17411 8940 24485,'0'0'4432,"0"0"-3244,-31 23-952,-9 5-136,2 2 0,0 1 0,3 3-1,1 0 1,1 2 0,-15 24-100,-15 32 101,4 3 1,4 2-1,5 3 1,4 2-1,4 1 1,5 3-1,4 1 1,6 1-1,-6 56-101,15 150 107,16-303-103,1-1-1,0 1 0,1-1 1,0 1-1,0 0 1,1-1-1,1 1 1,0-1-1,0 0 1,1 1-1,0-1 0,1 0 1,0-1-1,0 1 1,1-1-1,1 0 1,-1 0-1,2 0 0,-1-1 1,1 0-1,0 0 1,1 0-1,0-1 1,0-1-1,0 1 1,3 1-4,6-4 1,-1 0 1,1 0-1,0-2 1,-1 0 0,1-1-1,0-1 1,0 0 0,0-1-1,0-1 1,0-1-1,0 0 1,-1-1 0,0-1-1,0 0 1,0-1 0,0-1-1,-1-1 1,9-6-2,8-8-8,-2-2-1,-1-1 1,0-2 0,-2-1-1,-1 0 1,-2-2 0,0-1-1,-3-1 1,0-1 0,-2-1-1,-2-1 1,-1 0 0,10-32 8,-21 58-2,-1-1 1,0 1 0,-1-1-1,0 0 1,0 0 0,-1 0-1,0 0 1,-1-1 0,0 1-1,-1-1 1,0 1 0,-1 0-1,0-1 1,0 1 0,-1 0-1,0 0 1,-1 0 0,0 0-1,-1 0 1,0 1 0,-2-3 1,-10-6 4,-1 0 0,-2 1 0,1 0 0,-2 2 0,0 0 0,-1 2 0,0 0 0,-1 1 0,0 1 1,-1 1-1,0 2 0,-1 0 0,0 1 0,0 1 0,0 2 0,-1 0 0,1 1 0,-1 2 0,0 1 0,-9 1-4,23-2-5,1 2 0,-1-1-1,0 1 1,1 1 0,0 0 0,-1 0-1,1 1 1,0 0 0,0 1 0,0 0 0,1 1-1,0 0 1,-1 0 0,2 1 0,-1 0-1,1 1 1,0-1 0,0 2 0,0-1-1,1 1 1,1 0 0,-1 1 0,1 0-1,1 0 1,0 0 0,0 0 0,0 1-1,2 0 1,-2 2 5,5-8-73,0 0 1,-1-1-1,1 1 0,1 0 0,-1 0 0,0 0 0,1 0 1,0 0-1,0-1 0,0 1 0,1 0 0,-1-1 1,1 1-1,0-1 0,0 1 0,0-1 0,0 0 0,0 0 1,1 0-1,2 2 73,25 18-2122</inkml:trace>
  <inkml:trace contextRef="#ctx0" brushRef="#br0" timeOffset="55807.807">18570 9765 26622,'0'0'3675,"0"0"-2481,0 0-752,-20-14-105,-66-46 9,27-1-188,57 57-159,0 1 1,0 0 0,0-1-1,-1 1 1,0 0 0,0 0 0,0 0-1,0 1 1,0-1 0,0 1 0,-1-1-1,1 1 1,-1 0 0,1 1-1,-1-1 1,0 1 0,0-1 0,0 1-1,0 0 1,0 0 0,0 1 0,0-1-1,0 1 1,-2 0 0,-1 1 0,1 0 0,-1 0 0,0 0 0,1 1 0,-1 0 0,1 0 0,0 0 0,0 1 0,0 0 0,0 1 0,0-1 0,0 1 0,1 0 0,0 0 0,0 1 0,0 0 0,0 0 0,1 0 0,-1 1 0,-28 34 0,1 2 0,2 2 0,2 0 0,2 2 0,2 1 0,2 0 0,2 2 0,2 1 0,3 0 0,1 1 0,3 2 0,-10 156 0,21-204 0,0-1 0,-1 1 0,1 0 0,1-1 0,-1 1 0,1-1 0,-1 1 0,1 0 0,1-1 0,-1 0 0,1 1 0,-1-1 0,1 0 0,1 0 0,-1 1 0,0-2 0,1 1 0,0 0 0,0-1 0,0 1 0,0-1 0,1 0 0,-1 0 0,1 0 0,0 0 0,0-1 0,0 1 0,0-1 0,0 0 0,1-1 0,0 1 0,5 2 0,1 0 0,0-1 0,0-1 0,1 0 0,-1 0 0,0-1 0,0-1 0,1 0 0,-1 0 0,0-1 0,1-1 0,-1 0 0,0 0 0,0-1 0,0 0 0,0-1 0,-1-1 0,0 1 0,0-2 0,0 1 0,0-1 0,-1-1 0,0 0 0,0 0 0,14-13 0,-1 0 0,-1-2 0,-1 0 0,-1-1 0,-1-1 0,-2 0 0,0-2 0,8-18 0,6-24-3,-3-2 1,-3-1 0,6-34 2,22-67-757,-14 73-3596,-2 12-11775</inkml:trace>
  <inkml:trace contextRef="#ctx0" brushRef="#br0" timeOffset="56173.782">19429 9236 2521,'0'0'27085,"0"0"-26068,-59 200-433,22-37-24,4 33 0,0 7-184,5-4-312,4-22-64,2-17 0,6-33 0,10-41 0,6-36 0,0-25 0,0-11 0,37-26-488,0-19-200,5-25-1633</inkml:trace>
  <inkml:trace contextRef="#ctx0" brushRef="#br0" timeOffset="56534.934">20144 9181 27814,'0'105'2913,"-11"45"-2273,-17 41-192,-3 12-152,2-10 160,3-1-256,4-19-200,9-41 0,2-37 0,7-40-96,-12-19-616,1-10-760,-7-17-4570</inkml:trace>
  <inkml:trace contextRef="#ctx0" brushRef="#br0" timeOffset="56535.934">18995 10067 26974,'0'0'4201,"0"0"-3761,112-20-312,11 8-88,48-2 32,20 5-72,-7-1-24,-24-8-472,-59 4-1161,-29-6-13450</inkml:trace>
  <inkml:trace contextRef="#ctx0" brushRef="#br0" timeOffset="56860.304">20677 9875 30799,'0'0'562,"0"0"-344,19 6-68,65 21 139,-75-22-271,1-1 0,-1 1 0,-1 1 0,1 0 0,-1 0 0,0 1 0,0 0 0,0 0 0,-1 1 1,0-1-1,-1 2 0,0-1 0,0 1 0,-1 0 0,0 0 0,0 0 0,-1 1 0,-1 0 0,1 0 1,-2 0-1,1 0 0,-1 0 0,-1 0 0,0 1 0,0-1 0,-1 1 0,0-1 0,-1 0 0,-1 1 1,1-1-1,-1 0 0,-1 0 0,0 0 0,0 0 0,-1 0 0,-1-1 0,1 1 0,-1-1 1,-1 0-1,0 0-18,-44 75-83,-3-3 1,-53 63 82,2-2 11,94-129 2,5-7-4,0 0 0,0 0 0,1 0 0,-1 0 0,2 1 0,-1-1 0,1 1 0,0 0 0,0 0 0,1 1 0,0-1 0,0 0 0,0 1 0,1-1 0,0 7-9,14-5 26,6-10-43,-1-1 1,1-1-1,-1-1 1,0 0-1,0-2 0,0 0 1,-1-1-1,0 0 1,0-2-1,-1 0 1,0-1-1,0 0 1,-1-1-1,-1-1 1,3-3 16,-7 7-320,0 1-1,-1-2 1,1 1 0,-2-1 0,0-1 0,0 0 0,0 0 0,-1 0 0,-1-1 0,0 0 0,0 0 0,3-11 320,0-16-6964</inkml:trace>
  <inkml:trace contextRef="#ctx0" brushRef="#br0" timeOffset="57140.045">20490 10187 23909,'0'0'7346,"0"0"-6954,0 0-296,163 89-56,-95-52-32,8 26-8,-14-7-416,-25-9-1873</inkml:trace>
  <inkml:trace contextRef="#ctx0" brushRef="#br0" timeOffset="57333.581">16543 10998 10642,'0'0'17044,"0"0"-15900,177-12-152,-36 12-263,54 0-153,26 8-80,11 16-16,12 3-168,-1 3-40,29-5-192,21 7-80,10-12 0,-1-12 0,-10-6 0,-27-2 0,-35-4 0,-72-2-240,-48-2-2081</inkml:trace>
  <inkml:trace contextRef="#ctx0" brushRef="#br0" timeOffset="58838.103">23686 9653 26654,'0'0'3424,"0"0"-2895,-26 179-17,6-78-112,0-3 72,3-11-88,-3 0-136,-4 25-144,0-1-64,4-17-40,9-17 0,11-27-16,0-7-320,46-31-376,3-12-1033,1-24-10425</inkml:trace>
  <inkml:trace contextRef="#ctx0" brushRef="#br0" timeOffset="61010.746">29900 9556 10762,'0'0'16476,"0"0"-12631,25 10-3248,-8-3-492,0-1-16,-1 1-1,0 0 1,0 1-1,-1 1 1,0 0-1,0 1 1,-1 1-1,0 0 1,10 12-89,-10-7 8,0 1 1,-2 0 0,1 0 0,-2 2 0,-1-1 0,0 1-1,-1 1 1,-1 0 0,-1 0 0,-1 0 0,0 1 0,-2 0-1,-1 0 1,0 0 0,-1 0 0,-2 1 0,0-1 0,-1 1-1,-1-1 1,-1 0 0,-5 17-9,-12 15 0,-2-1 0,-3-2 0,-1 0 0,-3-1 0,-10 10 0,-27 47 0,34-18 0,32-87 0,0 1 0,0 0 0,1 0 0,-1-1 0,1 1 0,-1 0 0,1 0 0,-1-1 0,1 1 0,0-1 0,0 1 0,0-1 0,0 1 0,0-1 0,0 1 0,1-1 0,-1 0 0,0 0 0,1 0 0,-1 1 0,1-1 0,-1-1 0,1 1 0,-1 0 0,1 0 0,0 0 0,-1-1 0,1 1 0,0-1 0,0 0 0,-1 1 0,1-1 0,0 0 0,0 0 0,-1 0 0,1 0 0,0 0 0,0-1 0,0 1 0,-1 0 0,1-1 0,0 1 0,-1-1 0,2 0 0,6 1 0,35-4 0,0-1 0,0-3 0,0-1 0,-1-2 0,-1-2 0,0-2 0,-1-2 0,15-9 0,-6 6-245,0-3 0,-2-1 0,-1-3-1,-1-2 1,-1-2 0,35-32 245,93-128-6180,-96 91-1668</inkml:trace>
  <inkml:trace contextRef="#ctx0" brushRef="#br0" timeOffset="61405.964">31147 9503 11899,'0'0'3840,"0"0"8715,0 0-11331,0 0-376,-127 82-143,81 39-57,16 29-128,12-10-184,18-30-152,7-39-176,23-27-8,16-5 0,20-5-32,15-11-384,40-31-640,-20-23-689,-12-13-16323</inkml:trace>
  <inkml:trace contextRef="#ctx0" brushRef="#br0" timeOffset="61406.964">31518 9765 29942,'0'0'1161,"-151"138"-689,72-55-112,-11 27-24,29 7-176,10 25-160,20-24-512,25-37-1489</inkml:trace>
  <inkml:trace contextRef="#ctx0" brushRef="#br0" timeOffset="61865.884">32143 10250 30414,'0'0'593,"0"-20"-369,-1-72-136,1 87-77,0 0-1,0 0 1,0-1 0,-1 1 0,0 0 0,0 0 0,0 0 0,0 0 0,-1 0 0,0 0-1,0 0 1,0 0 0,0 1 0,-1-1 0,0 1 0,0-1 0,0 1 0,-1 0-1,1 0 1,-1 1 0,0-1 0,0 1 0,0 0 0,-1 0 0,1 0 0,-1 0 0,1 1-1,-1 0 1,0 0 0,0 0 0,0 1 0,0-1 0,0 1 0,0 0 0,-1 1-1,1-1 1,0 1 0,0 0 0,-1 1 0,1-1 0,0 1 0,0 0 0,0 0 0,0 1-1,0-1 1,0 1 0,0 0 0,0 0 0,1 1 0,-4 1-11,-12 9 1,0 0-1,0 2 1,2 0 0,-1 1-1,2 0 1,1 2 0,0 0 0,1 1-1,1 0 1,0 2 0,1 1-1,4-9 8,0 0 1,1 1 0,1 0-1,0 1 1,1-1 0,1 1-1,0 0 1,1 1-1,0-1 1,1 1 0,1 0-1,1 0 1,0-1 0,1 1-1,1 2-8,2-11 4,0-1-1,1 1 0,0-1 1,0 0-1,0 0 0,1 0 1,0-1-1,0 1 0,0-1 1,0 0-1,1-1 0,0 1 1,0-1-1,1 0 1,-1-1-1,1 0 0,-1 0 1,1 0-1,0-1 0,0 0 1,0 0-1,1 0 0,-1-1 1,0-1-1,0 1 1,1-1-1,-1 0 0,1-1 1,-1 1-1,0-1 0,0-1 1,3 0-4,-5 2 0,37-1-241,1-2 0,-1-2 0,0-1 0,0-3 0,-1-1 1,0-2-1,-1-2 0,0-1 0,-2-3 0,0-1 0,0-1 0,22-19 241,14-13-1859</inkml:trace>
  <inkml:trace contextRef="#ctx0" brushRef="#br0" timeOffset="61866.884">32951 9540 28790,'0'0'2041,"0"0"-1681,-37 154 80,13-26 128,9 34-120,8 17-328,7-3-120,0-16 0,11-26 0,0-30 0,2-33 0,18-25-80,-3-26-896,3-16-745</inkml:trace>
  <inkml:trace contextRef="#ctx0" brushRef="#br0" timeOffset="62105.36">33600 9716 30615,'-4'100'1152,"-14"21"-984,1 21 16,4-8 288,2-16-296,0-3-176,0-21 0,-2-23 0,-12-10-312,10-23-888,-5-14-1577</inkml:trace>
  <inkml:trace contextRef="#ctx0" brushRef="#br0" timeOffset="62108.791">32991 10238 22341,'0'0'8194,"0"0"-7522,0 0-464,0 0-136,140-33-32,-21 33-40,-16 6-408,-9 0-1865</inkml:trace>
  <inkml:trace contextRef="#ctx0" brushRef="#br0" timeOffset="62490.487">33859 10201 30006,'0'0'622,"0"0"-118,22 11-60,140 67 256,-117-58-604,-30-15-104,0 1 0,-1 1-1,0 0 1,0 1 0,-1 0-1,1 1 1,-2 1 0,1 0 0,1 4 8,-11-9-37,-1 1 1,0 0-1,0 0 0,-1 0 1,1 0-1,-1 0 1,-1 0-1,1 0 1,-1 1-1,0-1 1,-1 0-1,1 0 1,-1 0-1,-1 0 1,1 0-1,-1 0 0,0 0 1,0 0-1,0 0 1,-1-1-1,0 1 1,0-1-1,-1 0 1,1 0-1,-1 0 1,0-1-1,-1 1 1,1-1-1,-1 0 1,0 0-1,0 0 0,0-1 1,-3 2 36,-237 218 935,202-158-238,44-63-696,-1-1 0,1 1 0,-1 0 0,1-1 0,0 1 0,0 0 0,0-1 0,-1 1 0,2-1 0,-1 0 0,0 1 0,0-1 0,0 0 0,1 0 0,-1 1 0,0-1-1,1 0 1,-1 0 0,1-1 0,-1 1 0,1 0 0,0 0 0,-1-1 0,1 1 0,0-1 0,0 0 0,-1 1 0,1-1 0,0 0 0,0 0 0,-1 0 0,1 0 0,0 0 0,0 0 0,-1-1 0,1 1 0,0-1-1,-1 1 1,1-1 0,0 0 0,0 1-1,7-1 4,6 2-52,0-2 0,0 0 0,-1-1-1,1 0 1,0-1 0,-1-1 0,0 0 0,0-1 0,0 0 0,4-4 48,44-33-4403,-30 9-9269</inkml:trace>
  <inkml:trace contextRef="#ctx0" brushRef="#br0" timeOffset="62786.562">33743 10532 30455,'0'0'840,"0"0"-648,138 52-48,-64-21-88,1 5-56,2 1-168,23 5-1369,-21-9-10865,-11-9 1255</inkml:trace>
  <inkml:trace contextRef="#ctx0" brushRef="#br0" timeOffset="62787.562">34733 11045 29078,'0'0'2017,"0"0"-1673,0 0-344,0 0-24,9 103-2529</inkml:trace>
  <inkml:trace contextRef="#ctx0" brushRef="#br0" timeOffset="59223.44">24296 9684 29646,'0'0'929,"0"0"-449,-25 158-96,19-79-8,6 0-72,9-6-136,26-14-104,15-12-32,11-15-24,10-14-8,3-17-168,16-16-360,-18-17-688,-15-9-1537</inkml:trace>
  <inkml:trace contextRef="#ctx0" brushRef="#br0" timeOffset="59224.44">24852 9613 20844,'0'0'8226,"-114"144"-7202,33-8-183,-4 20-313,19 4-120,22-16-200,24-22-120,16-23-88,4-28-184,24-30-392,7-27-1105,-1-14-2696</inkml:trace>
  <inkml:trace contextRef="#ctx0" brushRef="#br0" timeOffset="59626.553">25183 9629 26206,'0'0'4289,"0"0"-3753,0 126 56,5-49-144,10 8-112,11 0-136,12-8-128,8-12-32,8-14-40,8-17-104,-1-17-112,9-17-440,-13-19-504,-15-13-2257</inkml:trace>
  <inkml:trace contextRef="#ctx0" brushRef="#br0" timeOffset="59981.516">25733 9605 28198,'-65'117'2409,"-10"23"-1689,-8 17-144,8-5-128,21-21-160,8-9-184,15-22-104,15-27-224,16-27-400,0-26-969,3-19-13394</inkml:trace>
  <inkml:trace contextRef="#ctx0" brushRef="#br0" timeOffset="59982.516">26540 9641 29750,'-44'104'1857,"-2"26"-1337,0 20-128,11 0-144,20-14-248,6-3 0,9-27 0,0-35 0,20-35-240,30-36-568,-4-20-497,-2-18-4656</inkml:trace>
  <inkml:trace contextRef="#ctx0" brushRef="#br0" timeOffset="59983.516">26871 9556 27022,'0'0'4425,"0"0"-3953,-59 203-16,17-59-64,1 18-392,8-4 0,9-16 0,8-36 0,5-33-1032,7-37-1513</inkml:trace>
  <inkml:trace contextRef="#ctx0" brushRef="#br0" timeOffset="60224.83">26303 10075 30583,'0'0'736,"0"0"-440,119-52-112,-36 35-184,57-3-80,-21 8-1281,-10 2-7176</inkml:trace>
  <inkml:trace contextRef="#ctx0" brushRef="#br0" timeOffset="60457.983">27478 10057 26398,'0'0'3856,"0"0"-2819,0 0-712,16 18 43,47 61 3,-60-75-359,0 0-1,0 1 1,-1-1-1,0 1 1,1-1 0,-1 1-1,-1 0 1,1 0-1,-1 0 1,0-1 0,0 2-1,0-1 1,-1 0 0,0 0-1,0 0 1,0 0-1,0 0 1,-1 1-12,0 6 2,-4 11-52,-1 0 1,-1-1 0,0 0-1,-2 0 1,-1 0 0,-1-2-1,0 1 1,-2-1 0,0-1-1,-1 0 1,-15 14 49,7-3-123,-139 180-161,128-136 667,35-72-365,-1 0 1,1 0-1,-1 0 0,1 0 1,0 0-1,0 0 0,0-1 1,0 1-1,1-1 1,-1 1-1,0-1 0,0 0 1,1 0-1,-1 0 1,1 0-1,-1 0 0,1-1 1,0 1-1,-1-1 0,1 1 1,-1-1-1,1 0 1,0 0-1,-1 0 0,1-1 1,0 1-1,-1-1 0,1 1 1,-1-1-1,1 0 1,-1 0-1,3-1-18,21-4-73,0-2 1,-1 0-1,0-2 1,-1 0-1,0-2 1,-1-1-1,0-1 1,-1-1-1,0 0 1,-1-2-1,-1 0 1,-1-2-1,15-17 73,4-12-2014</inkml:trace>
  <inkml:trace contextRef="#ctx0" brushRef="#br0" timeOffset="60669.775">27198 10386 28454,'0'0'2513,"0"0"-2169,188 77-16,-23-53 128,10-10-208,-39-8-248,-40-6-1288</inkml:trace>
  <inkml:trace contextRef="#ctx0" brushRef="#br1" timeOffset="93207.737">23548 847 11787,'0'0'14241,"9"-29"-10923,63-201-2382,-59 192-655,-2 0-1,-1-1 0,-2 0 0,-2-1 1,-2 0-1,-1 0 0,-2-18-280,-2 49 25,-1-1 0,0 1 0,0 0 0,0 0-1,-1 0 1,-1 0 0,0 1 0,0-1 0,0 1 0,-1 0 0,0 0-1,-1 1 1,0-1 0,0 1 0,-1 0 0,1 1 0,-1 0-1,-1 0 1,1 0 0,-1 1 0,0 0 0,-7-3-25,-9-4-4,-1 1 1,0 2 0,-1 0-1,0 1 1,-1 2-1,0 0 1,-12 1 3,-20-2 0,1 2 0,-1 3 0,0 3 0,1 2 0,-1 3 0,1 2 0,0 3 0,1 2 0,-12 7 0,-48 27 0,2 6 0,3 5 0,3 5 0,2 4 0,3 5 0,4 4 0,3 5 0,3 4 0,5 3 0,3 5 0,-22 36 0,42-52 0,4 3 0,3 2 0,4 3 0,4 3 0,3 1 0,4 2 0,5 2 0,3 2 0,5 1 0,4 2 0,4 1 0,0 25 0,15-74 0,1 0 0,3 1 0,2 0 0,2 0 0,3 0 0,1-1 0,3 1 0,2-1 0,2-1 0,3 0 0,1 0 0,19 38 0,-13-50 0,2-1 0,1-1 0,1-1 0,3-1 0,0-2 0,2-1 0,1-1 0,1-1 0,2-2 0,0-1 0,2-2 0,1-2 0,0-1 0,2-2 0,0-1 0,13 2 0,34 8 0,1-4 0,1-3 0,1-4 0,1-5 0,0-3 0,0-4 0,19-4 0,53-11 0,-2-7 0,0-7 0,-1-7 0,-2-7 0,-2-7 0,-1-6 0,-4-8 0,-2-5 0,-3-7 0,-3-7 0,68-52 0,-84 50 0,-5-6 0,-2-5 0,-6-4 0,-3-6 0,-5-4 0,12-24 0,-83 92 0,-2-1 0,-2-2 0,-1-1 0,-2-1 0,-2-1 0,-2-1 0,-2-2 0,-2 0 0,-2-1 0,-2 0 0,-2-2 0,-3 1 0,-1-2 0,-3 1 0,-2-1 0,-2 0 0,-3 1 0,-4-31 0,-8 25 0,-3 0 0,-1 1 0,-4 1 0,-1 0 0,-3 2 0,-2 1 0,-2 1 0,-3 1 0,-2 2 0,-1 1 0,-3 2 0,-5-2 0,-3-2 0,-2 3 0,-2 1 0,-1 3 0,-3 2 0,-1 3 0,-2 2 0,-1 2 0,-1 3 0,-2 3 0,-1 2 0,-1 3 0,0 3 0,-2 2 0,-41-4 0,-2 5 0,0 5 0,0 4 0,-1 5 0,1 5 0,-1 5 0,2 4 0,0 5 0,0 4 0,2 5 0,1 5 0,2 4 0,1 5 0,3 4 0,1 4 0,2 5 0,3 3 0,3 5 0,2 3 0,4 4 0,2 4 0,-19 27 0,37-27-29,4 2 0,3 3 0,3 2 0,4 3 0,-1 11 29,-34 94-1058,36-34-1468</inkml:trace>
  <inkml:trace contextRef="#ctx0" brushRef="#br1" timeOffset="94229.934">26444 8063 24669,'-381'57'4756,"162"-2"-4157,2 10 0,-199 90-599,199-66 207,4 10 1,4 9-1,6 9 1,5 9-1,5 8 1,7 8-1,5 9 1,-29 43-208,67-50 51,6 6 0,7 7 0,7 5 0,-97 169-51,199-299 12,2 0-1,2 2 1,1 0 0,1 0-1,2 2 1,1-1 0,2 2 0,2-1-1,1 2 1,2-1 0,1 0-1,2 1 1,2 0 0,2-1 0,1 1-1,1-1 1,3 0 0,9 34-12,-1-33 6,2-1 0,2 0 0,1-1 1,2-1-1,1-1 0,2-1 0,1-1 1,2-2-1,1 0 0,1-2 0,1-1 1,4 0-7,43 30-2,3-3 1,2-4-1,2-3 1,57 20 1,68 21 0,3-8 0,4-11 0,2-9 0,3-9 0,2-10 0,2-10 0,0-10 0,69-8 0,-119-15 0,-1-7 0,0-7 0,-1-8 0,-1-8 0,102-35 0,-98 15 0,-2-8 0,-2-7 0,-4-8 0,116-71 0,-182 85 0,-3-4 0,-4-4 0,-2-5 0,-3-3 0,-4-4 0,-4-4 0,61-81 0,-109 124 0,-3-1 0,-1-2 0,-2-1 0,-2-1 0,-2-2 0,-2 0 0,-3-1 0,-2-1 0,-2-1 0,-2-1 0,-2 0 0,-2-11 0,-9 32 0,-1 0 0,-2-1 0,-1 1 0,-1 0 0,-2 0 0,-1 1 0,-2 0 0,-1 0 0,-1 1 0,-2 0 0,-1 1 0,-1 0 0,-1 1 0,-2 1 0,-1 1 0,-1 0 0,-20-19 0,-20-17 0,-2 2 0,-2 3 0,-3 4 0,-2 2 0,-3 3 0,-15-4 0,-166-81-7,-7 11-1,-4 12 1,-5 12 0,-27 4 7,-567-172-1623,676 204-606</inkml:trace>
  <inkml:trace contextRef="#ctx0" brushRef="#br1" timeOffset="94770.458">23715 4003 29246,'0'19'662,"7"207"229,70 218 58,-60-358-817,332 1544 755,-247-1260-887,11 30 0,-17 4 0,18 232 0,-107-565 0,-9-35 0,-4-49 0,6 12 0,-76-192-163,-44-206-3722,66 200-4494</inkml:trace>
  <inkml:trace contextRef="#ctx0" brushRef="#br1" timeOffset="95148.805">23636 3950 15347,'0'0'14035,"-16"144"-13499,-14 3-56,-10 35-23,-4 11-33,5-3-120,6-11-192,9-1-112,6-17 0,10-40-248,8-44-336,0-42-1257,4-35-5712</inkml:trace>
  <inkml:trace contextRef="#ctx0" brushRef="#br1" timeOffset="95149.805">23594 3928 26638,'0'0'2912,"147"33"-2200,-5 30 25,23 20-313,-18 2-136,-18 30-248,-43-7-40,-32-25-560,-10-2-2505</inkml:trace>
  <inkml:trace contextRef="#ctx0" brushRef="#br1" timeOffset="95578.752">23719 7234 28102,'0'0'2573,"0"0"-1783,13 18-572,597 874 866,-569-831-1084,98 119 0,-136-177 0,-1 0 0,1 0 0,0 0 0,0 0 0,0 0 0,0-1 0,0 1 0,0-1 0,1 0 0,-1 0 0,1 0 0,-1 0 0,1-1 0,0 0 0,0 1 0,0-1 0,0-1 0,0 1 0,0 0 0,0-1 0,0 0 0,0 0 0,0 0 0,0-1 0,0 1 0,0-1 0,0 0 0,0 0 0,-1 0 0,1-1 0,0 1 0,0-1 0,-1 0 0,1 0 0,-1 0 0,0-1 0,0 1 0,0-1 0,0 1 0,0-1 0,0 0 0,-1 0 0,1-1 0,-1 1 0,1-1 0,118-233 0,-100 190 0,195-489 14,-135 298-3325,-44 114-9683</inkml:trace>
  <inkml:trace contextRef="#ctx0" brushRef="#br1" timeOffset="109324.992">12510 5502 22941,'0'0'5569,"263"-93"-5145,57-47-40,109-45 16,80-30 88,30-2 313,-6 16-329,23-7-216,16-7-152,9-6 296,-15 4-8,-42 18-264,-51 26-120,-63 23-8,-66 25-40,-83 25-200,-97 35-296,-82 23-824</inkml:trace>
  <inkml:trace contextRef="#ctx0" brushRef="#br1" timeOffset="109649.309">17720 2900 27910,'166'-18'3649,"43"-13"-3417,30 3-200,-14 14-32,-41 14 40,-15 2 72,-35 22 96,-38 2-64,-39 1-112,-33 3-8,-19 11-24,-27 20 16,-85 28 16,-97 30-16,-59 15-16,-40 4-200,69-34-456,49-35-929</inkml:trace>
  <inkml:trace contextRef="#ctx0" brushRef="#br1" timeOffset="109960.213">13163 4514 26286,'0'0'3155,"0"0"-1968,-20 7-634,6-3-471,1 0-40,1 0 0,0 0 0,0 1 1,1 1-1,0 0 0,-1 1 0,2 0 0,-1 0 0,1 1 1,1 0-1,-1 1-42,-43 55 127,3 2 0,3 1 1,3 3-1,3 2 0,3 2-127,-109 178 7,20-67 69,125-181-69,1-4-4,0 1 0,-1 0 1,1 0-1,0 0 0,0 0 1,0 0-1,0 0 0,0 0 0,0 0 1,0 1-1,1-1 0,-1 0 1,0 0-1,1 1 0,-1-1 1,1 1-1,-1-1 0,1 0 0,0 1 1,-1-1-1,1 1 0,0-1 1,0 1-1,0-1 0,0 1 1,0-1-1,0 1 0,1-1 0,-1 0 1,0 1-1,1-1 0,-1 1 1,1-1-1,0 0 0,-1 1 1,1-1-1,0 0 0,0 0 0,0 0 1,0 1-1,0-1 0,0 0 1,0 0-1,0 0 0,0-1 1,0 1-1,1 0 0,-1 0 0,0-1 1,0 1-1,1 0 0,-1-1 1,1 1-1,-1-1 0,0 0 1,1 0-4,23 0 17,0-1 1,0-1-1,-1-1 1,1-2-1,-1 0 1,0-2-1,2-1-17,755-249-70,-645 216-520,-32 9-887</inkml:trace>
  <inkml:trace contextRef="#ctx0" brushRef="#br0" timeOffset="138287.636">13047 14864 28798,'25'-2'687,"185"-11"166,-196 13-798,-1 1-1,1 0 0,-1 1 1,1 1-1,-1 0 0,0 1 1,0 0-1,0 1 0,0 1 1,-1 0-1,0 0 0,0 1 1,0 2-55,-7-5 6,0 0 0,0 0 0,0 0-1,-1 1 1,0 0 0,0 0 0,0 0 0,-1 0 0,0 1 0,0-1 0,0 1 0,0 0 0,-1 0 0,0 0 0,0 0 0,-1 0 0,0 0 0,0 0 0,0 1 0,-1-1 0,0 0 0,0 1 0,0-1 0,-1 0 0,0 1 0,0-1 0,-1 0 0,-2 5-6,-5 10 5,-2-1 0,0-1-1,-1 0 1,-1-1 0,-1 0 0,-1-1 0,0 0-1,-1-1 1,0-1 0,-16 11-5,10-7-4,0 0 0,0-2 0,-2 0 0,0-1 0,-1-2 0,-1 0 0,0-2 0,0-1 0,-1-1 0,-1-1 0,-23 4 4,23-12-4,27-1 3,0-1 0,0 1 0,1 0 0,-1 0 0,0-1 0,1 1 0,-1 0 0,1-1 0,-1 1 0,0-1 0,1 1 0,-1-1 0,1 1 0,-1-1-1,1 1 1,-1-1 0,1 1 0,0-1 0,-1 0 0,1 1 0,0-1 0,-1 0 0,1 1 0,0-1 0,0 0 0,0 1 0,-1-1 0,1 0 0,0 1 0,0-1 0,0 0 0,0 0 0,0 1 0,0-1 0,1 0 0,-1 1 0,0-1 0,0 0 0,0 0 0,1 1 0,-1-1 0,0 1-1,1-1 1,-1 0 0,1 1 0,-1-1 0,0 1 0,1-1 0,0 0 1,79-72-113,-43 50 107,1 2 0,1 2 0,1 1 0,1 3 0,0 0 0,1 3 0,0 2 1,1 1-1,22 0 6,-54 7-2,1 1 1,-1 0-1,0 1 1,1 0-1,-1 1 1,0 0-1,1 0 1,-1 1-1,0 1 1,0 0-1,0 1 1,-1 0 0,1 0-1,-1 1 1,0 1-1,0 0 1,-1 0-1,1 0 1,-2 2-1,5 2 2,-3 1 0,-1 0-1,0 0 1,0 1 0,-2 0-1,1 0 1,-1 1-1,-1-1 1,0 2 0,-1-1-1,0 1 1,-1 0-1,-1 0 1,0 0 0,-1 0-1,-1 0 1,0 1-1,-1-1 1,0 0 0,-1 1-1,-1-1 1,0 0-1,-1 0 1,0 0 0,-1 0-1,-1 0 1,0-1-1,-1 0 1,0 0 0,-1 0-1,-5 5 1,-4 7 16,-1-1-1,-2 0 1,0-1-1,-2-1 1,0-1 0,-1-1-1,-1-1 1,-1-1-1,-1-1 1,0-1-1,-1-2 1,-1 0-1,0-2 1,-1 0-1,0-2 1,0-2-1,-1 0 1,-1-2 0,1-1-1,-1-1 1,0-2-1,0-1 1,-8-1-16,25-2 1,0-1 0,0-1-1,0 0 1,1 0 0,-1-1 0,1-1 0,0 0 0,1 0 0,0-1 0,0-1 0,0 0 0,1 0 0,0-1 0,0-1-1,1 0 1,1 0 0,0 0 0,-4-7-1,-9-16-11,2 0 1,1-2-1,1 0 0,2-1 0,-8-31 11,0-14-95,3-2-1,4 1 0,3-2 0,4 0 0,4 0 1,4-40 95,0 88-43,1-1 1,3 0 0,0 1-1,2-1 1,2 1 0,2 0 0,0 1-1,3 0 1,1 1 0,1 0 0,2 1-1,2 0 1,15-21 42,-15 33 13,1 2 0,0 0-1,1 1 1,2 1 0,-1 1-1,2 1 1,0 0 0,1 2 0,0 1-1,1 1 1,0 1 0,0 2 0,1 0-1,1 1 1,-1 2 0,1 1 0,0 1-1,0 1 1,0 1 0,0 2-1,0 0 1,10 3-13,-26-2 9,0 0 0,-1 0 0,1 1 0,0 0 0,-1 1 0,0 0 0,0 0 0,0 1 0,0 1 0,-1 0 0,0 0 0,0 1 0,-1 0 0,1 0 0,-1 1 0,-1 0 0,0 0 0,0 1 0,-1 0 0,0 0 0,0 1 0,-1 0 0,3 8-9,3 11 15,-2 0 0,-1 0 0,-1 1 0,-1 0 0,-2 1 0,-1-1 0,-2 1 0,-1 0-15,1 7 29,-2 1 0,-2-1 0,-2 0 0,-1 0 0,-2 0 0,-2-1 0,-1 0 0,-2 1-29,-60 127 71,-6-4 0,-8-4 0,-6-3 0,-69 80-71,94-142-1063,63-87-1100</inkml:trace>
  <inkml:trace contextRef="#ctx0" brushRef="#br0" timeOffset="145481.856">21615 13148 29958,'0'0'649,"0"0"-345,169-2-96,-80 12-24,-1 12-56,-16 7-72,-19 11-56,-42 45-240,-11-9-841,-13 1-2071</inkml:trace>
  <inkml:trace contextRef="#ctx0" brushRef="#br0" timeOffset="145834.205">21330 14217 1240,'0'0'23357,"1"0"-19526,17-9-2499,185-100 64,176-129-1396,-188 114 95,-138 100-387,-48 34-58,-70 122 127,50-109 214,-213 328 321,219-337-279,3-6 0,1-1 0,0 1-1,1 0 1,0 1 0,0-1-1,0 1 1,1 0-1,0 0 1,1 0 0,0 0-1,0 9-32,3-16 2,0 0 0,0-1-1,1 1 1,-1-1 0,1 1-1,-1-1 1,1 1 0,-1-1-1,1 0 1,0 0 0,0 0-1,-1 0 1,1 0 0,0 0-1,0 0 1,0 0 0,0-1-1,0 1 1,0-1-1,1 0 1,-1 0 0,0 1-1,0-1 1,0-1 0,0 1-1,0 0 1,0 0 0,0-1-1,0 1 1,0-1 0,0 0-1,0 1 1,0-1 0,0 0-1,0 0 1,0 0 0,0-1-2,129-67-201,-117 58 139,1 1 1,1 0-1,0 2 0,0-1 1,1 2-1,0 0 0,0 1 1,1 1-1,0 1 0,15-2 62,-32 7 5,0 0-1,1 0 0,-1 0 1,0 0-1,0 0 1,0 0-1,0 1 1,0-1-1,0 0 1,0 1-1,-1-1 0,1 1 1,-1-1-1,1 1 1,-1-1-1,1 1 1,-1 0-1,0-1 0,1 1 1,-1-1-1,0 1 1,0 0-1,0-1 1,-1 1-1,1-1 0,0 1 1,0 0-1,-1-1 1,1 1-1,-1-1 1,0 1-1,1-1 1,-1 0-1,0 1 0,0-1 1,0 1-1,0-1 1,0 0-1,0 0 1,0 0-1,0 0 0,-1 0 1,1 0-5,-102 107 92,-82 43-860,101-88-1018</inkml:trace>
  <inkml:trace contextRef="#ctx0" brushRef="#br0" timeOffset="138613.436">16451 13870 25758,'0'0'4528,"0"0"-4119,-127-6-73,67 6-168,-10 26-72,-31 33 32,-30 38-80,-34 39-48,-10 18-232,33-18-416,6-24-833,52-49-2040,30-29-17531</inkml:trace>
  <inkml:trace contextRef="#ctx0" brushRef="#br0" timeOffset="138833.513">16725 14059 16275,'0'0'10091,"0"0"-7421,0 0-2069,-11 35-52,-57 127-104,-80-6-177,-89 45-160,-212 134-108,312-256-295,164-107-101,95-45-260,3 5 0,2 5 0,4 6 1,110-31 655,34 19 450,-218 68 283,-56 1-708,0 0 0,0 0 0,1 0 1,-1 1-1,0-1 0,0 0 1,0 1-1,0-1 0,0 1 0,0-1 1,0 1-1,0 0 0,0-1 1,0 1-1,0 0 0,0 0 0,0 0 1,0 0-1,-1 0 0,1 0 1,0 0-1,-1 0 0,1 0 1,-1 0-1,1 0 0,-1 0 0,1 0 1,-1 0-1,0 0 0,0 1 1,0-1-1,1 0 0,-1 0 0,0 0 1,0 1-1,0-1 0,-1 0 1,1 0-1,0 0 0,0 0 0,-1 1 1,1-1-1,-1 0 0,1 0 1,-1 0-1,1 0-25,-1 3 47,-2 6 30,0 0-1,-1-1 0,0 1 0,-1-1 0,0 1 1,-1-1-1,1-1 0,-2 1 0,1-1 1,-1 0-1,-1-1 0,1 1 0,-1-1 0,-2 1-76,-96 83 159,-4-5-1,-4-4 0,-2-6 1,-5-4-159,2-16-608,118-56 578,0 1 1,0-1-1,0 0 1,-1 0 0,1 0-1,0 0 1,0 0 0,-1 0-1,1 0 1,0 0-1,0-1 1,0 1 0,0 0-1,-1-1 1,1 1-1,0-1 1,0 1 0,0-1-1,0 0 1,0 1 0,0-1-1,0 0 1,0 0-1,1 0 1,-1 1 0,0-1-1,0 0 1,1 0-1,-1 0 1,0 0 0,1-1-1,-1 1 1,1 0-1,-1 0 1,1 0 0,0 0-1,-1 0 1,1-1 0,0 1-1,0 0 1,0 0-1,0 0 1,0-1 0,0 1-1,0 0 1,1 0-1,-1 0 1,0-1 0,1 1-1,-1-1 30,15-68-5952,15-2-12748</inkml:trace>
  <inkml:trace contextRef="#ctx0" brushRef="#br0" timeOffset="139044.93">16413 14809 12171,'0'0'16339,"0"0"-15355,-57 144-288,9-57-375,-7 10-121,9-13 16,7 7-120,10-12-96,18-22-376,11-35-561,0-20-871,0-8-4857</inkml:trace>
  <inkml:trace contextRef="#ctx0" brushRef="#br0" timeOffset="139329.683">15901 14906 28438,'0'0'1104,"-9"158"-376,9-3-151,0 23-185,33-1 16,10-36-104,8-49-128,1-31-112,32-27 24,45-28-48,60-28-40,28-49-40,19-39-144,-60 19-392,-38 10-2633</inkml:trace>
  <inkml:trace contextRef="#ctx0" brushRef="#br0" timeOffset="140046.922">18327 13472 27702,'0'0'1283,"0"0"-482,0 0-326,0 0-187,-9 32 34,-49 124-70,32-115-223,-3-1 0,0-1 0,-3-1 0,-1-2-1,-11 7-28,-14 19 17,-13 12-6,-130 164-83,199-235 54,1-3 7,0 1 0,0 0-1,0-1 1,0 1-1,0 0 1,0 0-1,0 0 1,0 0-1,0 0 1,0 0-1,0 0 1,1 0 0,-1 0-1,0 0 1,1 0-1,-1 1 1,1-1-1,-1 0 1,1 0-1,0 1 1,0-1-1,-1 0 1,1 1 0,0-1-1,0 0 1,0 1-1,0-1 1,1 0-1,-1 0 1,0 1-1,0-1 1,1 0-1,-1 1 1,1-1-1,-1 0 1,1 0 0,0 0-1,-1 0 1,1 0-1,0 0 1,0 1-1,0-2 1,0 1-1,0 0 1,0 0-1,0 0 1,0 0 0,0-1-1,0 1 1,0 0-1,1-1 12,172-32-86,196-75 462,-302 94-75,-68 18-217,-168 134 163,23-22-217,6 6 1,-28 40-31,143-133 1,24-30-1,0 1 0,0-1 0,-1 1 0,1-1 0,0 1 0,0-1 0,0 1 0,0 0 0,0-1 0,0 1 0,0-1 0,0 1 0,0-1-1,0 1 1,0-1 0,0 1 0,0 0 0,0-1 0,1 1 0,-1-1 0,0 1 0,0-1 0,1 1 0,-1-1 0,0 1 0,1-1 0,-1 0-1,0 1 1,1-1 0,-1 1 0,1-1 0,-1 0 0,0 1 0,1-1 0,-1 0 0,1 0 0,-1 1 0,1-1 0,-1 0 0,1 0 0,0 0-1,-1 0 1,1 1 0,-1-1 0,1 0 0,-1 0 0,1 0 0,-1 0 0,1 0 0,-1 0 0,1-1 0,0 1 0,-1 0 0,1 0 0,-1 0-1,1 0 1,-1-1 0,1 1 0,-1 0 0,1 0 0,-1-1 0,1 1 0,-1-1 0,0 1 0,1 0 0,-1-1 0,1 1 0,2-1 0,31-5 7,1-2-1,-1-2 0,-1-1 0,0-1 0,0-2 0,25-16-6,152-52 25,-210 82-25,1-1 0,-1 1 0,1-1 0,-1 1 0,1-1 0,0 1 0,-1-1 0,1 1 0,0-1 0,0 1 0,-1 0 0,1-1 0,0 1 0,0 0 0,0 0 0,-1 0 0,1 0 0,0 0 0,0 0 0,0 0 0,-1 0 0,1 0 0,0 0 0,0 0 0,0 0 0,-1 0 0,1 1 0,0-1 0,0 0 0,-1 0 0,1 1 0,0-1 0,0 1 0,-1-1 0,1 1 0,-1-1 0,1 1 0,0-1 0,-1 1 0,1 0 0,-1-1 0,1 1 0,-1 0 0,1-1 0,-1 1 0,0 0 0,1 0 0,-1-1 0,0 1 0,0 0 0,0 0 0,1 0 0,-1-1 0,0 1 0,0 0 0,0 0 0,0 0 0,0-1 0,0 1 0,-1 0 0,1 0 0,0 0 0,0-1 0,-1 1 0,1 0 0,0 0 0,-1-1 0,1 1 0,0 0 0,-7 13 1,0 0 1,-1-1-1,-1 0 0,0 0 1,0-1-1,-2 0 1,1-1-1,-11 9-1,6-4 2,-401 386 17,379-360-19,37-42 0,0 0-1,1 0 1,-1 0 0,1 0-1,-1 0 1,1 1 0,-1-1-1,1 0 1,-1 0-1,0 0 1,1 0 0,-1 1-1,1-1 1,-1 0-1,1 0 1,-1 1 0,0-1-1,1 0 1,-1 1 0,0-1-1,1 0 1,-1 1-1,0-1 1,0 1 0,1-1-1,-1 0 1,0 1 0,0-1-1,0 1 1,0-1-1,1 1 1,-1-1 0,0 1-1,0-1 1,0 1 0,0-1-1,0 0 1,0 1-1,0-1 1,0 1 0,0-1-1,-1 1 1,1-1 0,0 1-1,0-1 1,0 1-1,0-1 1,-1 0 0,1 1-1,0-1 1,0 1-1,-1-1 1,1 0 0,0 1 0,373-153-495,-369 151 495,-3 1 1,0-1 0,0 0 0,0 1 0,0-1-1,0 1 1,0-1 0,0 1 0,0-1 0,0 1 0,0 0-1,0-1 1,0 1 0,0 0 0,0 0 0,0 0 0,0 0-1,0 0 1,1 0 0,-1 0 0,0 0 0,0 0 0,0 1-1,0-1 1,0 0 0,0 1 0,0-1 0,0 1-1,0-1 1,0 1 0,0 0 0,0-1 0,0 1 0,-1 0-1,1-1 1,0 1 0,0 0 0,-1 0 0,1 0 0,0 0-1,-1 0 1,1 0 0,-1 0 0,1 0 0,-1 0 0,0 0-1,1 0 1,-1 0 0,0 0 0,0 0 0,0 0 0,0 0-1,0 0 1,0 0 0,0 0 0,0 1 0,0-1 0,0 0-1,-1 0 1,1 0 0,0 0 0,-1 0 0,1 0 0,-1 0-1,0 1 0,-10 28 55,-2-1-1,-1 0 1,-1 0-1,-1-2 1,-2 0-1,-13 15-54,20-25 16,-80 113 76,-67 96 202,-68 139-294,220-354 1,3-7-2,-1 1 0,1 1 0,0-1 0,0 0 0,1 1 0,-1-1 0,1 1 0,1 0 0,-1 0 1,1 0-1,0 0 0,0 0 0,1 0 0,-1 0 0,1 0 0,1 0 0,0 3 1,0-8-14,0 1 1,0-1 0,0 0-1,0 0 1,0 0-1,0 0 1,0-1-1,0 1 1,1 0-1,-1 0 1,0-1 0,1 1-1,-1-1 1,0 1-1,1-1 1,-1 1-1,1-1 1,-1 0 0,0 0-1,1 0 1,-1 0-1,1 0 1,-1 0-1,1 0 1,-1 0 0,1 0-1,-1-1 1,0 1-1,1-1 1,-1 1-1,1-1 1,-1 0-1,0 1 1,0-1 0,1 0-1,-1 0 1,0 0-1,0 0 1,0 0-1,0 0 14,82-74-1207,-30 12-2891,11-25-11052</inkml:trace>
  <inkml:trace contextRef="#ctx0" brushRef="#br0" timeOffset="143041.676">18090 13651 16123,'0'0'10551,"0"0"-7612,21 18-2099,-5-6-739,-1 1 0,-1 0-1,0 1 1,0 1 0,-2 0 0,0 1-1,-1 0 1,0 1 0,-2 0 0,0 1-1,6 15-100,9 42 107,-3 0-1,-3 1 1,-4 1-1,-3 0 1,-3 1-1,-4 0 1,-3 0-1,-3 0 0,-4-1 1,-4 1-1,-16 64-106,-6-14 9,-7-2 0,-4-2-1,-6-1 1,-21 29-9,64-140 0,0 4 0,-2-1 0,0 0 0,0-1 0,-1 0 0,-1 0 0,0-1 0,-1 0 0,-1-1 0,0 0 0,-3 1 0,13-11 0,1-1 0,-1 1 0,1-1 0,-1 0 0,0 1 0,0-1 0,0 0 0,0 0 0,1-1 0,-1 1 0,0 0 0,-1-1 0,1 1 0,0-1 0,0 1 0,0-1 0,0 0 0,0 0 0,0 0 0,0 0 0,0 0 0,-1-1 0,1 1 0,0-1 0,0 1 0,0-1 0,0 0 0,0 0 0,0 0 0,1 0 0,-1 0 0,0 0 0,0 0 0,1-1 0,-1 1 0,1-1 0,-2-1 0,-2-10 0,1-1 0,1 0 0,0 0 0,1 0 0,0 0 0,1 0 0,1-1 0,0 1 0,1-5 0,-1-12 0,11-190-46,9 1 0,46-205 46,-53 348-40,76-354-104,-48 349 140,-40 82 4,0 0-1,0-1 1,0 1 0,0 0-1,0 0 1,0 0 0,0 0-1,-1 0 1,1 0 0,0 0-1,0 1 1,0-1 0,0 0-1,0 0 1,0 1 0,0-1-1,-1 1 1,1-1-1,0 0 1,0 1 0,0 0-1,-1-1 1,1 1 0,0-1-1,-1 1 1,1 0 0,-1-1-1,1 1 1,-1 0 0,1 0-1,-1 0 1,1-1 0,-1 1-1,1 0 1,-1 0 0,0 0-1,0 0 1,0 0 0,1 0-1,-1 0 1,0 0 0,0-1-1,0 1 1,0 0 0,0 0-1,-1 0 1,1 0 0,0 0-1,0 0 1,-1 0 0,1 0-1,0-1 1,-1 1 0,1 0-1,-1 0 1,1 0 0,-1-1-1,1 1 1,-1 0 0,-2 65 12,-2-1-1,-3 0 1,-3 0 0,-3-1-1,-2-1 1,-8 14-12,6-13 10,13-44-6,-67 237 211,-95 226-215,139-422 1,23-92-1,13-13-1,1 1 1,3 1-1,2 0 0,1 0 0,4-3 1,4-13-9,77-189-1037,-61 155-776</inkml:trace>
  <inkml:trace contextRef="#ctx0" brushRef="#br0" timeOffset="143977.617">19655 13702 20276,'0'0'3809,"0"0"-160,0 0-2449,0 0-304,-33 137-207,-6-86-137,-9 2-160,-14 6-104,-8 2-112,-11 8-104,-24 20-72,-22 26-16,13-9-232,-5 13-312,43-39-1001,36-42-3600</inkml:trace>
  <inkml:trace contextRef="#ctx0" brushRef="#br0" timeOffset="144303.334">19204 14328 29286,'0'0'840,"-1"17"-214,-22 295 549,23-310-1199,0 0 0,0 0 1,0 0-1,1 0 1,-1 0-1,1 0 0,-1 0 1,1 0-1,0 0 0,-1 0 1,1 0-1,0 0 0,0 0 1,1 0-1,-1-1 0,0 1 1,0 0-1,1-1 0,-1 1 1,1-1-1,0 0 0,-1 1 1,1-1-1,0 0 0,0 0 1,0 0-1,0 0 0,-1-1 1,1 1-1,0 0 0,1-1 1,-1 1-1,0-1 0,0 0 1,0 0-1,0 0 0,0 0 1,0 0-1,0 0 0,0 0 1,0-1-1,0 1 0,0-1 1,0 1-1,0-1 0,0 0 1,0 0-1,0 0 0,0 0 1,0 0-1,0-1 24,22-12-523,-2 0-1,0-2 1,0-1 0,-2 0 0,0-2 0,-1 0-1,-1-1 1,8-11 523,-15 17-436,66-78-1773,-9 8 3019,8 6 4732,-81 96-4418,-132 184-704,64-105-1481,-4-3-1,-4-3 1,-80 68 1061,119-121-3724</inkml:trace>
  <inkml:trace contextRef="#ctx0" brushRef="#br0" timeOffset="144617.178">18748 15539 29086,'0'0'976,"0"0"-511,208-69-161,-52-20-136,-7-4-24,-27 9-96,-40 18-48,-17-5-272,-12 12-633,-9 4-1823</inkml:trace>
  <inkml:trace contextRef="#ctx0" brushRef="#br0" timeOffset="144938.197">19515 14993 27118,'0'0'1920,"-7"165"-1064,7-33-336,7 18-103,13-2-161,-1-12-136,-10-31-72,-4-22-48,-5-26-64,0-18-336,0-11-385,-7-10-1215,-2-16-5866</inkml:trace>
  <inkml:trace contextRef="#ctx0" brushRef="#br0" timeOffset="144939.197">19188 15671 21949,'0'0'6345,"-63"105"-5505,41-42-464,13-2-248,9-16-72,40-27-8,14-18 8,12-33-32,2-31-8,0-14-16,0-27-136,13-41-496,-17 22-560,-10 7-2681</inkml:trace>
  <inkml:trace contextRef="#ctx0" brushRef="#br0" timeOffset="145305.114">20078 14306 20380,'0'0'5648,"0"0"-3626,0 0-1051,0 0-67,0 0-48,1 23-296,-7 131-110,5-152-448,0 0 0,0 1 1,0-1-1,0 1 0,1-1 0,-1 1 1,1-1-1,0 1 0,-1-1 1,1 1-1,0-1 0,0 1 0,1-1 1,-1 1-1,1 0 0,-1-1 1,1 1-1,0-1 0,-1 0 0,2 1 1,-1-1-1,0 0 0,0 1 1,1-1-1,-1 0 0,1 0 0,-1 0 1,1 0-1,0-1 0,0 1 1,0 0-1,0-1 0,0 1 0,0-1 1,0 0-1,1 1 0,-1-1 0,1 0 1,-1-1-1,0 1 0,1 0 1,-1-1-1,1 1 0,0-1 0,1 0-2,52 2 1,-47-3-2,0 1 0,1-1 0,-1 1-1,0 1 1,0 0 0,0 0-1,0 1 1,0 0 0,0 0-1,-1 1 1,1 0 0,-1 1-1,0 0 1,1 0 0,-2 1-1,3 1 2,-6 1 9,-1-1 0,0 1 0,-1-1 0,0 1 0,0 0 0,0 0 0,-1 0 0,0 1 0,0-1 0,-1 0 0,0 0 0,0 0 0,0 1 0,-1-1 0,-1 0 0,1 0 0,-1 0 0,0 0 0,0 0 0,-1-1 0,0 1 0,-1 1-9,-42 81 91,36-73-90,0 1 0,1-1 0,1 2-1,1-1 1,0 1 0,2 0-1,0 0 1,0 0 0,2 1 0,-1 13-1,6-27-15,0-1 0,0 0 1,0 0-1,1 0 0,0 0 0,-1-1 1,1 1-1,1-1 0,-1 1 1,0-1-1,1 0 0,0 0 1,-1-1-1,1 1 0,0-1 1,1 0-1,-1 0 0,0 0 1,1 0-1,-1-1 0,1 0 1,-1 0-1,1 0 0,-1 0 1,1-1-1,0 0 0,-1 0 0,1 0 1,0 0-1,1-1 15,20 5-60,-11-2 39,-7-2 20,1 0-1,0 0 0,0 1 1,0 0-1,0 0 0,0 1 0,-1 1 1,1-1-1,-1 1 0,0 1 1,0-1-1,0 1 0,0 1 1,0 0-1,-1 0 0,0 0 1,0 1-1,-1 0 0,1 0 1,-1 1-1,0-1 0,-1 2 1,0-1-1,0 0 0,0 1 1,-1 0-1,-1 0 0,3 5 2,-8 7 24,-1 1-1,-1-1 1,0 0-1,-1 0 1,-2 0-1,0-1 1,0 0-1,-2 0 1,-1-1-1,0 0 1,-1-1-1,-1 0 1,0-1-1,-2 0 1,0-1-1,0 0 1,-1-1-1,-7 4-23,-73 68-575,89-84-2888,5-2-8880</inkml:trace>
  <inkml:trace contextRef="#ctx0" brushRef="#br0" timeOffset="146607.731">21113 15028 27870,'0'0'1495,"1"21"-659,-1-5-719,0-4-54,1 0-1,-1 0 1,2 0-1,0 0 1,0-1-1,1 1 1,0 0-1,1-1 0,1 0 1,0 0-1,3 5-62,91 95 248,-95-108-244,0 0 0,1 0 1,0-1-1,-1 1 0,1-1 0,0 0 0,0 0 1,0-1-1,0 0 0,0 1 0,1-2 1,-1 1-1,0-1 0,0 1 0,1-2 0,-1 1 1,0 0-1,0-1 0,1 0 0,-1 0 0,0-1 1,0 1-1,0-1 0,0 0 0,-1-1 0,1 1 1,1-2-5,122-125-126,-76 66 22,11-3 27,2 4 0,3 2 0,2 4 1,3 2-1,2 4 0,2 3 0,2 4 0,2 3 0,1 3 0,3 4 77,-79 31 0,13-7 44,1 1 1,0 1-1,0 1 0,1 1 1,0 1-1,0 1 1,0 0-1,0 2 0,0 0 1,0 1-1,1 1-44,-21 0 1,0-1 0,0 1 0,0 0 0,0-1 0,0 1 1,0 0-1,0 0 0,0-1 0,0 1 0,-1 0 0,1 0 0,0 0 0,0 0 0,-1 0 0,1 0 1,-1 0-1,1 0 0,-1 0 0,0 0 0,1 0 0,-1 1 0,0-1 0,0 0 0,1 0 1,-1 0-1,0 0 0,0 1 0,0-1 0,-1 0 0,1 0 0,0 0 0,0 0 0,-1 0 0,1 1 1,-1-1-1,1 0 0,-1 0 0,1 0 0,-1 0 0,1 0 0,-1 0-1,-8 13-38,-1-1 0,0 0 0,0 0 0,-1-1 0,-1-1 0,0 0-1,-1 0 1,0-1 0,0-1 0,-8 4 38,1 1-148,-54 37 747,-2-2-3579,-120 84-9864,119-69 10241,-1 16 5572,11 11 9083,53-68-11752,1 0 0,0 1 0,2 0 0,1 0 0,0 1 1,2 1-1,1-1 0,2 1 0,0 1 0,1-1 0,2 1 1,1 3-301,1-28 0,1-1 0,0 0 0,-1 1 1,1-1-1,0 0 0,0 0 0,0 1 1,0-1-1,0 0 0,0 0 0,0 0 1,0 0-1,1 0 0,-1 0 0,0-1 1,1 1-1,-1 0 0,0-1 0,1 1 1,-1-1-1,1 1 0,-1-1 0,1 0 1,-1 1-1,1-1 0,-1 0 0,1 0 1,-1 0-1,1 0 0,-1 0 0,1-1 1,-1 1-1,1 0 0,-1-1 0,1 1 1,-1-1-1,1 0 0,-1 1 0,0-1 1,1 0-1,-1 0 0,0 0 0,0 0 1,0 0-1,1 0 0,-1 0 0,0 0 1,0-1-1,13-10-50,0-1 0,-2-1 1,1 1-1,-2-2 1,0 0-1,-1 0 1,0-1-1,1-4 50,1 0-69,131-198-156,-141 214 239,0 1-1,0 0 1,1 0 0,0 1 0,-1-1 0,1 1-1,0-1 1,0 1 0,0 0 0,0 0-1,1 0 1,-1 0 0,1 1 0,-1-1 0,1 1-1,-1 0 1,1 0 0,0 0 0,-1 1-1,1-1 1,0 1 0,0 0 0,-1 0 0,1 0-1,0 0 1,0 1 0,0 0 0,-1-1-1,1 1 1,-1 1 0,1-1 0,-1 0 0,1 1-1,-1 0 1,0 0 0,1 0 0,-1 0 0,0 0-1,0 1 1,-1 0 0,1-1 0,1 3-14,2 11 11,0 1 0,-1 0 0,-1 0-1,-1 1 1,0-1 0,-1 1 0,-1-1 0,-1 1 0,0 0 0,-4 16-11,3 20-41,2-53 38,0 0-1,-1-1 1,1 1 0,0 0 0,0-1 0,0 1 0,0-1 0,0 1 0,0-1-1,0 0 1,0 1 0,0-1 0,0 0 0,0 0 0,0 1 0,0-1 0,0 0-1,0 0 1,0 0 0,0 0 0,0 0 0,0-1 0,0 1 0,0 0 0,0 0 0,0-1-1,0 1 1,0 0 0,0-1 0,0 1 0,0-1 0,0 0 0,0 1 0,-1-1-1,1 0 1,0 1 0,0-1 0,-1 0 0,1 0 0,0 0 0,-1 1 0,1-1-1,-1 0 1,1-1 3,7-3 0,1 0-1,0 0 1,-1 1-1,2 0 1,-1 1-1,0 0 0,1 0 1,0 1-1,-1 0 1,1 0-1,0 1 1,0 1-1,0 0 1,0 0-1,10 2 1,7-2 122,-17-2-90,-1-1 1,0 0 0,1-1-1,-1 0 1,-1 0 0,1-1-1,-1 0 1,1-1 0,-2 0-1,1 0 1,-1-1 0,1 1-1,-2-2 1,1 1 0,-1-1-1,0 0 1,-1 0 0,0 0-1,0-1 1,-1 0 0,1-2-33,11-14-34,83-131-1775,-58 90-1547</inkml:trace>
  <inkml:trace contextRef="#ctx0" brushRef="#br0" timeOffset="147462.643">23778 13213 27710,'0'0'1296,"0"0"-344,0 0-383,156-20-97,-106 46-136,-4 12-152,-6 5-96,-12 8-88,-15 8-56,-19 34-384,-27-14-977,-13-8-4016</inkml:trace>
  <inkml:trace contextRef="#ctx0" brushRef="#br0" timeOffset="147870.45">23278 14016 27598,'0'0'1045,"0"0"-479,0 0-293,38-5 45,313-69 60,-5-25-362,-341 98-22,-4 0-1,1 0 0,-1 0 0,1 0 0,0 0 0,-1 0 1,1 1-1,-1-1 0,1 1 0,0-1 0,-1 1 0,1 0 0,0-1 0,0 1 0,-1 0 0,1 0 1,0 0-1,0 1 0,-1-1 0,1 0 0,0 1 0,0-1 0,-1 1 0,1-1 0,-1 1 0,1 0 1,0 0-1,-1 0 0,0 0 0,1 0 0,-1 0 0,1 0 0,-1 0 0,0 0 0,0 1 0,0-1 1,0 0-1,0 1 0,0-1 0,0 1 0,0-1 0,0 1 7,-2 7-7,1-1 1,-1 1-1,0-1 1,-1 1-1,0-1 0,0 0 1,-1 1-1,0-1 0,-1-1 1,1 1-1,-1 0 1,-1-1-1,-2 4 7,-5 10-2,-82 154 247,8 3 0,7 5 0,9 2 0,-37 160-245,0 201 180,101-523-248,16-58 108,42-85-56,6 3 0,5 2 0,21-22 16,34-33-77,7 5-1,61-55 78,0-2-802,-108 120-2863,-50 61-2290</inkml:trace>
  <inkml:trace contextRef="#ctx0" brushRef="#br0" timeOffset="148462.735">24304 14385 25910,'-10'20'1563,"-2"5"-1202,-11 16 161,3 2-1,1 1 0,2 0 1,-9 39-522,24-55 130,2-27-128,0-1 0,0 1-1,1-1 1,-1 1 0,0 0-1,0-1 1,1 1 0,-1-1-1,0 1 1,1-1-1,-1 1 1,0-1 0,1 1-1,-1-1 1,1 1 0,-1-1-1,1 0 1,-1 1 0,1-1-1,-1 1 1,1-1 0,-1 0-1,1 0 1,-1 1-1,1-1 1,0 0 0,-1 0-1,1 0 1,-1 0 0,1 0-1,0 0 1,-1 0 0,1 0-1,0 0 1,-1 0 0,1 0-1,-1 0 1,1 0-1,0 0 1,-1-1 0,1 1-1,-1 0 1,1 0 0,-1-1-1,1 1 1,-1 0 0,1-1-1,-1 1 1,1 0 0,-1-1-1,1 1 1,-1-1-1,1 1 1,-1-1 0,0 1-1,1-1-1,14-11-17,0-1-1,0 0 0,-1-2 1,-1 1-1,0-2 0,-1 1 0,-1-2 1,1-2 17,12-15-87,179-245-223,-179 253 388,-24 26-71,0 1 0,-1-1 0,1 0 0,0 1 0,0-1-1,-1 0 1,1 1 0,0-1 0,0 0 0,0 1 0,-1-1-1,1 0 1,0 1 0,0-1 0,0 1 0,0-1 0,0 0-1,0 1 1,0-1 0,0 0 0,0 1 0,0-1 0,0 1 0,0-1-1,0 0 1,0 1 0,0-1 0,0 1 0,1-1 0,-1 0-1,0 1 1,0-1 0,0 0 0,1 1 0,-1-1 0,0 0-1,0 1 1,1-1 0,-1 0 0,0 0 0,1 1 0,-1-1 0,0 0-1,1 0 1,-1 0 0,0 1 0,1-1 0,-1 0 0,0 0-1,1 0 1,-1 0 0,1 0 0,-1 0 0,1 0-7,-120 239 849,59-134-721,46-81-115,1-1 0,1 2-1,0 0 1,2 0 0,2 1-1,0 0 1,1 1 0,2 0-1,0 0 1,1 9-13,6-30 0,1 1 0,-1-1 0,1 0 0,0 0-1,0 0 1,1 0 0,-1 0 0,1-1 0,1 1 0,-1-1 0,1 0 0,0-1 0,0 1 0,0-1-1,1 0 1,-1 0 0,1-1 0,0 0 0,0 0 0,0 0 0,1 0 0,-1-1 0,1 0 0,-1-1 0,1 1-1,0-1 1,5 0 0,41 17-16,-51-17 17,1 1-1,0 0 0,-1 0 1,1 0-1,-1 1 1,1-1-1,-1 0 0,0 1 1,0 0-1,0-1 0,0 1 1,-1 0-1,1 0 1,-1 0-1,0 0 0,1 0 1,-1 0-1,-1 0 0,1 1 1,0-1-1,-1 0 1,0 0-1,0 1 0,0-1 1,0 0-1,0 1 1,-1-1-1,1 0 0,-1 0 1,0 1-1,0-1 0,0 0 1,0 0-1,-1 0 1,1 0-1,-1 0 0,0-1 1,0 1-1,0 0 0,0-1 1,0 1-1,0-1 1,-1 0-1,1 0 0,-1 0 1,0 1-1,-27 23-26,-1 0 0,-1-2 0,-1-2 0,-1-1 0,-1-1 0,0-2 0,-2-1 0,0-2 0,-1-2 0,0-1 0,-22 2 26,-59-3-872,116-11 817,0 0 0,0 0 0,0 0-1,0 0 1,0 0 0,0-1 0,1 0 0,-1 0-1,0 1 1,0-2 0,1 1 0,-1 0 0,1 0 0,-1-1-1,1 1 1,-1-1 0,1 0 0,0 0 0,0 0 0,0 0-1,0 0 1,0 0 0,0-1 0,1 1 0,-1-1-1,1 1 1,0-1 0,-1 1 0,1-1 0,1 0 0,-1 0-1,0 1 1,0-1 0,1 0 0,0 0 0,-1 0-1,1 0 1,0 0 0,1 0 0,-1 0 55,0-3-66,1 1 1,0-1 0,0 0-1,0 1 1,1-1-1,-1 1 1,2 0-1,-1-1 1,0 1-1,1 0 1,0 0 0,0 1-1,0-1 1,1 1-1,0-1 1,-1 1-1,2 0 1,-1 0-1,0 1 1,1-1-1,-1 1 1,1 0 0,0 1-1,0-1 1,6-1 65,144-44 2323,84 40-775,-234 8-1593,0 1 0,0-1 1,0 1-1,-1 0 0,1 0 0,0 1 0,0-1 0,-1 1 0,1 0 1,-1 0-1,1 1 0,-1-1 0,0 1 0,0 0 0,0 0 0,0 1 1,0-1-1,-1 1 0,0 0 0,0-1 0,0 1 0,0 1 0,0-1 1,-1 0-1,0 1 0,0-1 0,0 1 0,0 0 0,-1 0 0,0 0 45,2 33-3202</inkml:trace>
  <inkml:trace contextRef="#ctx0" brushRef="#br0" timeOffset="148966.967">15269 16087 26214,'0'0'1589,"22"-5"-395,199-40 373,190-16-526,1007-118 121,-951 145-1227,0 20-1,312 36 66,-621-9-904,-46-6-1134</inkml:trace>
  <inkml:trace contextRef="#ctx0" brushRef="#br0" timeOffset="149483.641">18156 16482 28942,'0'0'1231,"0"0"-696,0 0-116,4 25 30,18 181 131,-16 160-429,-6-357-154,1 0 0,-1 0 0,1-1-1,0 1 1,1 0 0,0-1 0,1 0 0,-1 1 0,2-1 0,-1 0 0,1 0-1,0 0 1,1-1 0,0 0 0,0 0 0,0 0 0,1 0 0,0-1 0,1 0-1,-1 0 1,1-1 0,0 1 0,0-1 0,1-1 0,0 0 0,-1 0 0,1 0-1,1-1 1,-1 0 0,0-1 0,1 0 0,7 1 3,24-3 1,0-2 0,0-1 0,0-3 1,0-1-1,-1-1 0,0-3 0,3-2-1,45-11 3,575-110 275,5 28 1,145 18-279,-794 86-8,1141-105 8,898-114 0,-1950 205-106,136-20-1424,142-45 1530,-337 66-2469</inkml:trace>
  <inkml:trace contextRef="#ctx0" brushRef="#br0" timeOffset="150096.491">24166 16072 30134,'0'0'761,"0"0"-577,162 47-24,-80-8 32,3 9 144,0 3-56,-6 4-136,-13-2-40,-18-1-56,-26-3-24,-22-2 0,-19 1-24,-54 7-24,-41 4-208,-26 0-176,17-13-408,29-21-1961</inkml:trace>
  <inkml:trace contextRef="#ctx0" brushRef="#br0" timeOffset="158414.391">34253 15949 28566,'0'0'1568,"0"0"-1183,0 0 127,0 0-48,0 0 40,38 132-256,-65-55-160,-8 6-88,-15 30-128,6-21-512,9-19-1569</inkml:trace>
  <inkml:trace contextRef="#ctx0" brushRef="#br0" timeOffset="158629.622">34466 16336 29854,'0'0'1897,"0"0"-1745,0 0-24,0 0 8,0 0-40,0 0-96,136 77-160,-114-63-528,-5-10-1489</inkml:trace>
  <inkml:trace contextRef="#ctx0" brushRef="#br0" timeOffset="158885.646">34924 15795 30631,'0'0'581,"0"0"-334,0 0-94,0 0 14,0 0-23,23 8-60,76 26-48,-88-30-34,-1 1-1,1-1 1,-1 2 0,0-1-1,-1 1 1,1 1 0,-1 0-1,0 0 1,-1 1 0,0 0-1,0 0 1,5 8-2,-10-11 1,0-1-1,0 1 1,0-1 0,-1 1-1,1 0 1,-1 0 0,0 1-1,-1-1 1,1 0 0,-1 0-1,0 1 1,0-1 0,-1 1-1,0-1 1,0 1 0,0-1-1,-1 1 1,1-1 0,-1 1-1,0-1 1,-1 0 0,0 0-1,1 1 1,-2-1 0,1 0-1,0-1 1,-1 1 0,0 0 0,0-1-1,-1 1 1,1-1 0,-2 1-1,-134 115 27,36-47 0,103-72-30,0 0 0,1 0-1,-1 0 1,1 0 0,-1 0 0,1 0 0,-1 0-1,1-1 1,-1 1 0,1 0 0,0 0 0,0 0 0,-1-1-1,1 1 1,0 0 0,0-1 0,0 1 0,0 0-1,0-1 1,0 1 0,0-1 0,0 0 0,0 1 0,0-1-1,0 0 1,0 1 0,0-1 0,0 0 0,0 0-1,0 0 1,0 0 0,0 0 0,1 0 0,-1-1 0,0 1-1,0 0 1,0 0 0,0-1 0,0 1 0,0-1-1,0 1 1,0-1 0,0 0 3,4 1-20,236-1-569,-239 2 601,0 0 0,1 0 0,-1 0-1,0 0 1,0 1 0,0-1-1,0 1 1,0-1 0,0 1 0,-1 0-1,1-1 1,0 1 0,-1 0-1,0 0 1,1 0 0,-1 1-1,0-1 1,0 0 0,0 0 0,0 1-1,0-1 1,-1 0 0,1 1-1,-1-1 1,0 1 0,1-1 0,-1 1-1,0-1 1,0 0 0,-1 1-1,1-1 1,0 1 0,-1-1 0,0 1-1,1-1 1,-1 0 0,0 1-1,0-1 1,0 0 0,-1 0 0,1 0-1,0 0 1,-1 0 0,0 0-1,1 0 1,-1 0-12,-16 21-2,0-1-1,-2-1 1,0-1-1,-1 0 1,-1-2-1,-1-1 1,-1 0-1,0-2 0,-21 10 3,-6 1-814,8-8-931</inkml:trace>
  <inkml:trace contextRef="#ctx0" brushRef="#br0" timeOffset="151435.02">26161 15926 24373,'0'0'1943,"0"0"-600,0 0-479,0 0-201,0 0-219,0 0-101,6 29 119,35 250 351,-40-133-283,-7 0 0,-22 135-530,21-218 70,1 0-611,3-109-1782,3-4-1025</inkml:trace>
  <inkml:trace contextRef="#ctx0" brushRef="#br0" timeOffset="151825.678">26165 15937 27438,'0'0'1671,"0"0"-983,0 0-285,0 0 65,23 22-68,154 134 91,-150-137-427,124 106 293,-145-118-345,-1 0 0,1 0-1,-1 0 1,-1 1-1,0 0 1,0 0 0,0 0-1,-1 0 1,0 1-1,0-1 1,-1 1-1,0 0 1,-1-1 0,0 1-1,-1 0 1,1 0-1,-1 0 1,-1 0 0,0 0-1,-2 6-11,-3 4 5,-2-1 0,0 0 0,-1-1 0,-1 0 0,0 0 0,-1-1 0,-1-1 0,0 0-1,-2 0 1,1-2 0,-2 1 0,-5 3-5,10-8 0,-266 229-746,241-211-615,16-17-1853</inkml:trace>
  <inkml:trace contextRef="#ctx0" brushRef="#br0" timeOffset="152469.649">27331 16016 27966,'0'0'1027,"0"0"-327,0 0-149,0 0-48,0 0-118,0 0-177,-21-9-119,8 4-79,8 2-8,1 0 0,0 1 0,-1-1 0,1 1 0,-1 0 0,0 1 0,1-1 0,-1 1-1,0 0 1,0 0 0,0 1 0,0-1 0,0 1 0,0 0 0,0 1 0,0-1 0,0 1 0,0 0 0,0 0 0,0 0 0,0 1 0,1 0 0,-1 0 0,1 0 0,-1 0 0,1 1 0,0-1 0,0 1-1,0 1 1,-2 1-2,-19 22 42,1 2-1,1 0 0,2 2 1,1 0-1,1 2 0,2 0 1,1 1-1,2 0 0,1 1 1,2 1-1,1 0 1,1 4-42,7-34 1,0 0 1,1 0-1,-1 1 1,1-1 0,0 0-1,1 1 1,-1-1-1,1 0 1,0 1 0,1-1-1,0 0 1,0 1 0,0-1-1,1 0 1,0 0-1,0 0 1,0 0 0,1 0-1,0 0 1,0-1-1,0 1 1,1-1 0,0 0-1,0 0 1,0 0 0,1-1-1,-1 1 1,1-1-1,0 0 1,0-1 0,1 1-1,-1-1 1,1 0-1,0 0 1,0-1 0,0 0-1,0 0 1,1 0-2,12 1-140,1-2 0,-1 0 0,1-1 0,-1-1 0,1-1 1,-1 0-1,0-2 0,0 0 0,0-1 0,0-1 0,-1-1 0,0-1 1,-1 0-1,1-1 0,-1-1 0,-1-1 0,11-9 140,44-32-3559</inkml:trace>
  <inkml:trace contextRef="#ctx0" brushRef="#br0" timeOffset="152868.56">27548 15819 30030,'0'0'633,"0"0"-277,21 3-22,15 3-210,0-3-1,0-1 1,1-1-1,-1-2 1,31-6-124,130-45-723,-267 50-2088,64 6 2891,1 1 0,0 0 0,0 0 0,1 0 0,-1 0 0,1 1 0,0-1 0,1 1 0,-1 0 0,1 1 0,0-1 0,1 0 0,0 1 0,0-1 0,0 1 0,1 0 0,0 0 0,0 0 0,0-1 0,1 1 0,0 0 0,1 0 0,-1 0 0,2 4-80,-2-7 24,0 15 63,0 51-65,-2-1 0,-4 1 0,-3-1 0,-2 0 1,-10 22-23,-4-16-2502,0-15-5395</inkml:trace>
  <inkml:trace contextRef="#ctx0" brushRef="#br0" timeOffset="153202.591">26415 16886 28182,'0'0'1072,"0"0"-640,217-15 176,-35-11-71,33-6-161,11 5-184,-16 3-120,-37 6-72,-37 4 0,-13-1-216,-44 3-608,-27-2-2857</inkml:trace>
  <inkml:trace contextRef="#ctx0" brushRef="#br0" timeOffset="153762.687">27575 16525 29622,'0'0'809,"0"0"-401,0 0-152,120-29 128,-43 17-144,13 4-160,2 0-56,-2 6-8,-9 2-16,-7 0-200,-19 0-496,-20 8-2249</inkml:trace>
  <inkml:trace contextRef="#ctx0" brushRef="#br0" timeOffset="154567.593">26253 16549 21797,'0'0'5777,"0"0"-4985,0 0-240,0 0 0,134-67 168,-64 47-263,11 0-257,28-3-120,32-11-32,32-5 24,0-1-24,-33 11-32,-21 9-16,-51 14-368,-24 2-2025</inkml:trace>
  <inkml:trace contextRef="#ctx0" brushRef="#br0" timeOffset="155519.394">29576 15472 24509,'0'0'4353,"0"0"-3441,0 0-376,0 0 105,0 0-17,0 0-192,-112 126-88,-11 10-72,-56 58-128,-25 25-144,-7 5 0,25-11 0,33-23 0,30-11 0,42-46-192,24-43-1744</inkml:trace>
  <inkml:trace contextRef="#ctx0" brushRef="#br0" timeOffset="156115.82">30510 16139 25597,'0'0'3441,"0"0"-2447,-21 1-551,-128 16 289,103-3-645,0 1 1,2 2 0,0 2 0,1 2 0,1 2 0,1 2-1,-3 4-87,40-27 7,0-1-1,0 1 0,0 0 0,0 0 1,0 1-1,0-1 0,1 1 0,-1 0 0,1 0 1,0 0-1,0 0 0,0 0 0,0 1 1,1 0-1,-1-1 0,1 1 0,0 0 1,0 0-1,0 0 0,0 0 0,1 1 0,0-1 1,0 0-1,0 1 0,0-1 0,1 0 1,0 1-1,0-1 0,0 1 0,0-1 0,1 1 1,-1-1-1,1 1 0,0-1 0,1 0 1,-1 0-1,1 0 0,0 1 0,0-1 0,0-1 1,0 1-1,3 3-6,142 73 113,-129-73-100,1 0 0,-1 2 0,-1 0-1,0 0 1,0 2 0,-1 0-1,0 1 1,-1 1 0,1 1-13,-13-11 2,0 0 0,-1 1 0,1 0 1,-1-1-1,0 1 0,0 0 0,0 0 0,0 0 0,-1 1 0,1-1 1,-1 0-1,0 1 0,-1-1 0,1 0 0,-1 1 0,0-1 1,0 1-1,0-1 0,0 1 0,-1-1 0,0 0 0,0 1 0,0-1 1,0 0-1,-1 0 0,0 0 0,0 0 0,0 0 0,0 0 0,0 0 1,-1 0-1,0-1 0,0 0 0,0 1-2,-118 104 13,113-102-15,-139 83-1774,145-88-981</inkml:trace>
  <inkml:trace contextRef="#ctx0" brushRef="#br0" timeOffset="156514.432">30966 15584 29390,'0'0'655,"0"0"-420,19 6-38,30 6 108,-1 2-1,0 3 1,-2 1 0,0 3-1,39 23-304,-77-38 17,-1 0 0,0 0 0,-1 0 0,1 1 0,-1 0 0,0 0 1,-1 1-1,0-1 0,0 1 0,0 1 0,-1-1 0,-1 0 0,1 1 0,-1 0 0,-1 0 0,0 0 0,0 0 0,0 0 0,-1 0 0,-1 0 0,0 1 0,0-1 0,0 0 0,-1 0 0,-1 1 0,0-1 1,0 0-1,-1 1-17,-14 32 20,-3 0 0,-1-1 0,-2-1 0,-1-1 0,-3-1 0,-1-1 0,-1-2 0,-2 0 0,-2-3 0,-1 0 0,-1-3 0,-19 12-20,13-5-27,-3-1 0,0-3 0,-2-1 0,-2-3 0,0-1 0,-2-3 1,-10 2 26,-48-9-786,76-33-426,19-17-1226</inkml:trace>
  <inkml:trace contextRef="#ctx0" brushRef="#br0" timeOffset="156854.128">30970 16076 29582,'-79'116'808,"-9"20"-287,1 10 39,23-16 48,31-33-152,18-20-296,10-18-96,5-16-64,3-3-216,21-15-296,9-17-160,24-35-737,-9-25-711,-4-7-6234</inkml:trace>
  <inkml:trace contextRef="#ctx0" brushRef="#br0" timeOffset="156855.128">30909 16571 10802,'0'0'16700,"0"0"-14900,0 0-1064,0 0-143,0 0-65,133 23-200,-93 5-160,1 4-136,1-5-32,26-9-240,-11-8-544,-2-10-1313</inkml:trace>
  <inkml:trace contextRef="#ctx0" brushRef="#br0" timeOffset="157057.583">32007 15870 12395,'0'0'13707,"0"0"-10349,-21-15-2549,10 5-675,8 6-104,-1-1 0,0 1 0,0 0 0,-1 0 0,1 1 0,-1-1 1,0 1-1,0 0 0,0 0 0,0 1 0,0 0 0,-1-1 1,1 2-1,-1-1 0,1 1 0,-1-1 0,0 2 0,1-1 0,-1 1 1,0-1-1,0 2 0,0-1 0,1 1 0,-1 0 0,0 0 1,1 0-1,-1 1 0,1 0 0,-1 0 0,1 0 0,-2 2-30,-17 17 74,0 2-1,2 1 0,1 1 1,1 0-1,1 2 0,2 0 1,0 1-1,1 2-73,-7 8 70,1 1 1,2 2-1,2 0 0,1 1 0,3 0 1,1 1-1,2 1 0,2 0 0,2 1 1,2-1-1,2 1 0,3 42-70,2-79 0,0 1-1,1-1 1,-1 0 0,2 0-1,-1 0 1,1-1 0,1 1-1,-1-1 1,1 0 0,0 0-1,1-1 1,0 1-1,0-1 1,0-1 0,1 1-1,-1-1 1,1 0 0,1 0-1,-1-1 1,1 0 0,-1-1-1,1 1 1,0-1 0,0-1-1,1 0 1,-1 0 0,0 0-1,1-1 1,0 0 0,-1-1-1,1 0 1,-1 0 0,1-1-1,-1 0 1,1-1-1,-1 0 1,0 0 0,0 0-1,0-1 1,0-1 0,0 1-1,0-1 1,-1 0 0,0-1-1,0 0 1,5-4 0,6-4-265,0 0 0,-1-2 0,-1 0 0,0 0 0,-1-2 0,-1 0 0,0 0 0,-2-1 0,0-1 0,0 0 0,-2-1 0,-1 0 0,0-1 0,2-12 265,6-30-4092</inkml:trace>
  <inkml:trace contextRef="#ctx0" brushRef="#br0" timeOffset="157394.838">31759 16352 27950,'0'0'1270,"0"0"-382,0 0-208,0 0-201,0 0-119,24 5-150,-22-4-208,17 3 10,0 0-1,1 0 0,0-2 0,-1-1 0,1 0 0,0-1 0,0-2 0,-1 0 0,12-3-11,7-4 4,187-25-36,-224 34 34,1 1 0,-1-1 1,0 0-1,0 0 0,1 1 1,-1-1-1,0 0 0,0 1 0,1 0 1,-1-1-1,0 1 0,0-1 0,0 1 1,0 0-1,0 0 0,0 0 1,0 0-1,0 0 0,-1 0 0,1 0 1,0 0-1,0 0 0,-1 0 1,1 0-1,-1 0 0,1 0 0,-1 1 1,1-1-1,-1 0 0,0 0 1,1 1-1,-1-1 0,0 0 0,0 0 1,0 1-1,0-1 0,0 0 1,0 1-1,-1-1 0,1 0 0,0 0 1,-1 1-1,1-1 0,-1 0 0,1 0-2,-23 59 105,20-55-177,-47 96 126,36-26-3485,14-49-5466</inkml:trace>
  <inkml:trace contextRef="#ctx0" brushRef="#br0" timeOffset="157683.887">32780 15827 11218,'0'0'10333,"0"0"-5848,0 0-2447,0 0-850,0 0-416,0 0-165,22-14-123,73-39-104,-91 51-359,1 0 0,-1 1 0,0 0 0,0 0 0,1 0 0,-1 0 0,0 0-1,1 1 1,-1 0 0,1 0 0,-1 0 0,0 1 0,1-1 0,-1 1 0,1 0 0,-1 0-1,0 1 1,0-1 0,0 1 0,0 0 0,0 0 0,0 0 0,0 1 0,-1-1 0,1 1-1,-1 0 1,0 0 0,0 0 0,0 0 0,2 4-21,2-1 23,1 2-8,-1 0 0,0 0 0,0 1 0,-1 0 0,0 1 0,0-1 0,-1 1 0,-1 0 0,1 0 0,-2 1 0,1-1 0,-2 1 0,1 0 0,-1-1 1,-1 1-1,0 0 0,0 0 0,-1 0 0,-1 0 0,0 0 0,0 0 0,-1 0 0,-1 0 0,0 0 0,0-1 0,-1 1 0,0-1 0,-1 0 0,0 0 0,0-1 0,-1 0 0,-2 2-15,-7 6-148,-2 0-1,0-2 1,0 0-1,-2 0 1,0-2 0,0 0-1,-1-2 1,-1 0-1,0-1 1,0-1-1,-1-1 1,0-1-1,-1 0 1,1-2 0,-1-1-1,0-1 1,0-1-1,-1-1 1,0 0 148,-25-1-2682</inkml:trace>
  <inkml:trace contextRef="#ctx0" brushRef="#br0" timeOffset="158052.661">32737 15908 29622,'0'0'1233,"0"0"-985,-35 169 104,6-90 56,-4 4 0,0 2-248,5 0-136,1-4-24,8-8-328,12-18-336,7-27-681,29-30-223,12-28-904,1-9-12884</inkml:trace>
  <inkml:trace contextRef="#ctx0" brushRef="#br0" timeOffset="158053.661">32848 16403 27134,'0'0'2536,"0"0"-1960,0 0 49,0 0-217,117 118-104,-87-70-232,23 9-72,-7-12-1064,2-13-5042</inkml:trace>
  <inkml:trace contextRef="#ctx0" brushRef="#br0" timeOffset="160543.621">32675 15827 29070,'0'0'654,"0"0"-233,0 0 87,25 4 52,-22-3-549,53 7 203,-1 3-1,0 3 0,-1 1 1,-1 3-1,25 14-213,-71-30 12,-1 0 0,0 1 0,0 0 0,0 0 0,0 0 0,-1 1 0,1-1 0,-1 2 0,0-1 0,0 0 0,-1 1 0,1 0 0,-1 0 0,0 0 1,0 1-1,-1-1 0,1 1 0,-1 0 0,-1 0 0,1 0 0,-1 0 0,0 1 0,0-1 0,-1 1 0,0-1 0,0 1 0,-1-1 0,1 1 0,-1-1 0,-1 1 0,1 0 0,-1-1 0,0 1 0,-1-1 0,0 1 0,-2 4-12,-9 4 4,0-1 0,-1-1-1,-1 0 1,0-1-1,-1-1 1,0 0 0,-1-1-1,0-1 1,-1 0 0,1-2-1,-13 4-3,4 0 3,-210 88-3,208-76 0,61-16 0,242-22 0,-85 2 0,-188 13 0,0-1 0,-1 1 0,1 0 0,0 0 0,-1-1 0,1 1 0,0 0 0,-1 0 0,1 1 0,0-1 0,-1 0 0,1 1 0,0-1 0,-1 1 0,1-1 0,0 1 0,-1-1 0,1 1 0,-1 0 0,1 0 0,-1 0 0,0 0 0,1 0 0,-1 0 0,0 1 0,0-1 0,0 0 0,0 1 0,0-1 0,0 0 0,0 1 0,0-1 0,-1 1 0,1 0 0,0-1 0,-1 1 0,1-1 0,-1 1 0,0 0 0,0-1 0,1 1 0,-1 0 0,0 0 0,0-1 0,-1 1 0,1 0 0,0-1 0,-1 1 0,1 0 0,-1 0 0,-4 10 0,-2-1 0,1 1 0,-1-1 0,-1-1 0,0 1 0,0-2 0,-1 1 0,-1-1 0,1 0 0,-2-1 0,1 0 0,-1 0 0,0-2 0,0 1 0,-4 0 0,0 3 0,-3 2 0,-5 4-1,0-1 0,-1-1 0,0-1 0,-1-1 0,0-1 1,-23 6 0,48-17-39,-1 0 0,1-1 0,-1 1 0,1 0 0,-1 0 0,1-1 0,-1 1 0,1 0 0,0 0 0,-1-1 0,1 1 0,-1-1 1,1 1-1,0 0 0,-1-1 0,1 1 0,0-1 0,-1 1 0,1-1 0,0 1 0,0-1 0,0 1 0,-1-1 0,1 1 0,0-1 0,0 1 0,0-1 0,0 1 1,0-1-1,0 0 0,0 1 0,0-1 0,0 1 0,0-1 0,0 1 0,0-1 0,1 1 0,-1-1 0,0 1 0,0-1 0,0 1 0,1-1 0,-1 1 0,0-1 1,1 1-1,-1-1 0,0 1 0,1 0 0,-1-1 0,1 1 0,-1 0 0,0-1 0,1 1 0,-1 0 0,1-1 0,-1 1 0,1 0 0,-1 0 0,1 0 39,6-11-3638,11-10-12706</inkml:trace>
  <inkml:trace contextRef="#ctx0" brushRef="#br0" timeOffset="162347.793">24791 14448 23829,'0'0'4962,"20"2"-3744,189 5-905,331-56 878,-309 43-839,-92 6-51,1-7-1,-1-6 1,62-16-301,-190 29 0,0-1 0,0-1 0,0 0 0,0 0 0,0-1 0,-1 0 0,1-1 0,-1 0 0,0 0 0,0-1 0,-1-1 0,0 0 0,1 0 0,-2-1 0,1 0 0,-1 0 0,0-1 0,-1 0 0,0 0 0,0-1 0,0 0 0,-1 0 0,-1-1 0,0 0 0,0 0 0,-1 0 0,3-8 0,-3-45 0,-2 0 0,-4 0 0,-1 0 0,-4 1 0,-5-17 0,-1-17 0,-50-375 0,61 464 0,0 0 0,0 0 0,1 0 0,0-1 0,0 1 0,1 0 0,0 0 0,0-1 0,1 1 0,0 0 0,0 0 0,0 0 0,1 0 0,0 0 0,1 0 0,0 0 0,0 0 0,0 1 0,1 0 0,0-1 0,0 1 0,0 1 0,1-1 0,0 1 0,0-1 0,0 2 0,1-1 0,-1 0 0,3 0 0,55-29 0,1 4 0,1 2 0,1 3 0,1 2 0,1 4 0,26-2 0,-75 16 0,67-17 0,1 3 0,0 4 0,2 4 0,62 1 0,-149 10 0,0 0 0,0-1 0,0 1 0,0 0 0,1 0 0,-1 0 0,0 0 0,0 1 0,0-1 0,0 1 0,0-1 0,0 1 0,0-1 0,0 1 0,0 0 0,-1 0 0,1 0 0,0 0 0,0 1 0,-1-1 0,1 0 0,-1 1 0,1-1 0,-1 1 0,1-1 0,-1 1 0,0 0 0,0-1 0,0 1 0,0 0 0,0 0 0,0 0 0,0 0 0,-1 0 0,1 0 0,-1 0 0,1 0 0,-1 0 0,0 0 0,0 0 0,0 0 0,0 0 0,0 0 0,-1 0 0,1 1 0,-2 1-58,0-1 1,0 1-1,0-1 1,0 0-1,0 0 1,-1 0-1,0 0 0,1 0 1,-1 0-1,0-1 1,0 1-1,-1-1 1,1 0-1,0 0 0,-1 0 1,1-1-1,-1 1 1,0-1-1,1 0 1,-1 0-1,0 0 0,0 0 1,0-1-1,0 1 1,0-1-1,0 0 1,0 0-1,1-1 1,-1 1-1,-3-1 58,-21 1-2946</inkml:trace>
  <inkml:trace contextRef="#ctx0" brushRef="#br0" timeOffset="162742.205">27145 12337 31095,'0'0'550,"0"0"-340,0 0-116,30 9 115,209 54 156,-215-59-359,0 1 1,-1 1-1,1 1 1,-1 1-1,0 1 1,-1 1-1,0 1 1,-1 0-1,0 2 1,0 1-1,-2 0 1,0 2-1,0 0 1,-2 1-1,0 1 1,1 2-7,-14-12 4,0 0 0,-1 0 0,0 0 1,0 0-1,0 1 0,-1-1 0,-1 1 0,1 0 0,-2 0 1,1-1-1,-1 1 0,0 0 0,-1 0 0,0-1 0,0 1 1,-1 0-1,0-1 0,-1 1 0,1-1 0,-2 0 0,1 0 1,-1 0-1,-1 0 0,1-1 0,-1 0 0,0 0 0,-1 0 1,-1 1-5,-20 23 4,-2-2 1,-1-1 0,-1-1-1,-2-2 1,-14 9-5,-144 76-601,106-74-2675,16-13-8218</inkml:trace>
  <inkml:trace contextRef="#ctx0" brushRef="#br0" timeOffset="163724.026">29146 12554 23413,'0'0'2413,"0"0"-657,0 0-563,0 0-290,0 0-244,-10 13-225,-264 391 651,199-288-973,6-12 4,4 4 0,-43 98-116,75-90-4,33-115-8,0 0-1,0 1 1,0-1 0,1 1-1,-1-1 1,1 1-1,-1-1 1,1 0-1,0 1 1,-1-1 0,1 0-1,0 0 1,0 1-1,0-1 1,0 0 0,0 0-1,0 0 1,0 0-1,0 0 1,0 0 0,0-1-1,1 1 1,-1 0-1,0-1 1,1 1-1,-1 0 1,0-1 0,1 0-1,-1 1 1,1-1-1,-1 0 1,1 0 0,-1 0-1,1 1 1,-1-2-1,0 1 1,1 0-1,1 0 14,67-7-1011,-7-15-787</inkml:trace>
  <inkml:trace contextRef="#ctx0" brushRef="#br0" timeOffset="164091.786">29615 13221 29374,'0'0'698,"0"0"-83,0 0-149,0 0-191,-7-18-128,1 3-128,-22-108 26,28 100-34,-8-91-84,7 112 68,1-1 1,-1 1-1,0 0 1,1-1-1,-1 1 0,0 0 1,-1 0-1,1 0 1,0 0-1,-1 0 1,1 0-1,-1 0 0,1 0 1,-1 1-1,0-1 1,0 1-1,0-1 1,0 1-1,0-1 1,0 1-1,0 0 0,0 0 1,0 0-1,-1 0 1,1 1-1,0-1 1,-1 1-1,1-1 1,-1 1-1,1 0 0,0 0 1,-1 0-1,1 0 1,-1 0-1,1 1 1,0-1-1,-1 1 1,1-1-1,0 1 0,-1 0 1,1 0-1,-1 0 5,-8 6-4,0-1-1,0 2 0,1-1 0,0 2 0,0-1 0,1 1 0,0 1 1,1 0-1,0 0 0,0 0 0,1 1 0,0 0 0,1 0 0,0 3 5,-4 2 0,1 1 0,1-1 0,1 2-1,1-1 1,0 1 0,1 0-1,1 0 1,0 0 0,2 1 0,0 0-1,1-1 1,1 1 0,0-1-1,2 5 1,-1-18 1,0 1 0,1-1-1,0 0 1,0 0-1,0 1 1,0-1-1,1 0 1,0-1 0,0 1-1,0 0 1,1-1-1,-1 0 1,1 0 0,0 0-1,0 0 1,1-1-1,-1 1 1,1-1 0,-1 0-1,1-1 1,0 1-1,0-1 1,1 0 0,-1 0-1,0 0 1,6 0-1,2 1-40,0-1-1,0-1 1,0 0 0,1-1 0,-1 0 0,0-1-1,0 0 1,0-1 0,0-1 0,0 0 0,3-2 40,156-90-1279,-144 77 971,74-52-1948,-11 6-2143</inkml:trace>
  <inkml:trace contextRef="#ctx0" brushRef="#br0" timeOffset="164497.249">30216 13010 21749,'0'0'3618,"0"0"-1450,0 0-841,0 0-364,0 0-100,0 0-243,4-5-311,-3 3-305,0 1 0,0-1-1,0 0 1,0 0-1,-1 0 1,1 1 0,0-1-1,-1 0 1,1 0 0,-1 0-1,0 0 1,0 0-1,0 0 1,0 0 0,0 0-1,0 0 1,0 0-1,0 0 1,-1 0 0,1 0-1,-1 0 1,0 0-1,1 0 1,-1 0 0,0 0-1,0 1 1,0-1 0,-1 0-1,1 1 1,0-1-1,0 1 1,-1-1 0,1 1-1,-1 0 1,1-1-1,-1 1 1,0 0 0,0 0-1,1 0 1,-1 0-1,-1 0-3,-1-1-7,1 0-1,-1 1 1,0-1-1,0 1 1,1 0-1,-1 0 0,0 0 1,0 1-1,0-1 1,0 1-1,0 0 1,0 0-1,0 0 0,0 1 1,0 0-1,0-1 1,0 1-1,1 0 1,-1 1-1,0-1 0,1 1 1,-1 0-1,1-1 1,-1 2-1,1-1 1,0 0-1,0 1 0,0-1 1,0 1-1,0 0 1,0 0-1,0 1 8,-64 111-220,65-112 223,0 0 1,1 0 0,0-1-1,0 1 1,0 0 0,0 0 0,0 0-1,0 0 1,1 0 0,-1 0-1,1 0 1,0 1 0,0-1-1,0 0 1,0 0 0,1 0-1,-1 0 1,1 0 0,0 0 0,0 0-1,0 0 1,0 0 0,0 0-1,1-1 1,-1 1 0,1 0-1,0-1 1,0 1 0,0-1-1,0 0 1,0 1 0,0-1 0,1 0-1,-1 0 1,1-1 0,-1 1-1,1-1 1,0 1 0,2 0-4,18 1-47,1-1 0,-1-1 1,0-2-1,0 0 0,1-1 1,-1-1-1,-1-2 0,1 0 1,21-8 46,20-9-1341</inkml:trace>
  <inkml:trace contextRef="#ctx0" brushRef="#br0" timeOffset="164942.425">30834 12888 19500,'0'0'7099,"0"0"-5180,0 0-1255,-4 22 124,-32 149 239,-79 123-363,108-266-656,23-33-74,146-151-769,-140 134 679,-2 2 6,0 0-1,1 1 1,1 1 0,1 1 0,0 1-1,10-4 151,-32 19 2,-1 0-1,1 1 1,0-1-1,-1 0 1,1 0-1,0 1 0,0-1 1,0 1-1,0-1 1,0 1-1,0-1 1,0 1-1,0-1 0,0 1 1,0 0-1,0 0 1,0 0-1,0-1 1,0 1-1,0 0 0,0 0 1,0 0-1,0 0 1,0 1-1,0-1 1,0 0-1,0 0 0,0 1 1,0-1-1,0 0 1,0 1-1,0-1 1,0 1-1,-1-1 0,1 1 1,0 0-1,0-1 1,0 1-1,-1 0 1,1 0-1,0-1 0,-1 1 1,1 0-1,0 0 1,-1 0-1,1 0 1,-1 0-1,0 0 1,1 0-1,-1 0 0,0 0 1,0 0-1,1 0 1,-1 0-1,0 0 1,0 0-1,0 0 0,0 0 1,0 0-1,0 0 1,-1 0-1,1 0 1,0 0-1,-1 1-1,-21 67 376,11-46-250,6-16-101,1 1 1,0 0 0,0 0 0,1 0 0,0 1-1,0-1 1,1 1 0,0 0 0,0 0 0,1 0-1,1 0 1,-1 2-26,33 0-1129,-6-11-2181</inkml:trace>
  <inkml:trace contextRef="#ctx0" brushRef="#br0" timeOffset="165277.887">31424 13140 29182,'0'0'1281,"0"0"-1081,0 0 24,-117 89-40,102-73-184,15-16-128,0 0-825,18-10-2079</inkml:trace>
  <inkml:trace contextRef="#ctx0" brushRef="#br0" timeOffset="165481.212">31601 12568 29662,'0'0'785,"0"0"-417,-28 120-72,12-60-24,8 5-144,5 0-96,3 0-32,3-6-8,21-8-184,26-21-448,-6-14-841,0-16-2320</inkml:trace>
  <inkml:trace contextRef="#ctx0" brushRef="#br0" timeOffset="165482.212">32283 12481 27318,'0'0'2952,"0"0"-2375,0 0-89,0 0-8,0 0-192,-140 166-128,94-67-112,10-5-16,10 5-32,9 0 0,10-26-64,1-4-104,3-18-112,-3-14-176,-3-17-713,0-12-911</inkml:trace>
  <inkml:trace contextRef="#ctx0" brushRef="#br0" timeOffset="165665.767">31632 13026 28030,'0'0'928,"0"0"-560,0 0 112,164 0-256,-78-2-224,-3-2-824</inkml:trace>
  <inkml:trace contextRef="#ctx0" brushRef="#br0" timeOffset="166097.378">33335 12590 28302,'0'0'1792,"0"0"-1640,0 0 16,0 114 185,0-64-17,0 5-144,0 6-120,13 0-32,11 0-24,16-9 8,17-15-8,13-13 0,11-18-16,4-6-168,25-36-448,-24-7-849,-19-3-2632</inkml:trace>
  <inkml:trace contextRef="#ctx0" brushRef="#br0" timeOffset="166547.747">33936 12613 27422,'0'0'1272,"0"0"-344,-154 125-208,71-21-239,8-1-209,14-6-168,22-9-72,19-17-32,20 24-184,0-12-713,13-26-3520</inkml:trace>
  <inkml:trace contextRef="#ctx0" brushRef="#br0" timeOffset="166980.167">34398 13162 27038,'0'0'2799,"0"-22"-1995,0-147-182,-21 45-189,21 121-436,-2 0 0,1 0 0,0 0 0,0 0 0,-1 1 0,0-1 0,1 0 0,-1 1 0,0-1 0,0 1 0,0 0 0,-1 0 0,1 0 0,-1 0 0,1 0 0,-1 0 0,0 0 0,1 1 0,-1-1 0,0 1 0,0 0 0,0 0 0,0 0 0,0 0 0,0 1 0,0-1 0,0 1 0,-1 0 0,1 0 1,0 0-1,0 0 0,0 1 0,0-1 0,0 1 0,0-1 0,-1 1 0,2 0 0,-2 1 3,-9 5-13,0 0 1,1 1 0,0 1-1,1 0 1,0 0-1,1 1 1,-1 1-1,2-1 1,0 2 0,0-1-1,1 1 1,0 1-1,-1 3 13,-2 0 2,1 0-1,1 1 1,0 0-1,1 0 1,1 1-1,0 0 0,2 1 1,0-1-1,1 1 1,1 0-1,0 0 1,2 0-1,0 16-1,3-29-14,0 0 0,1 0 0,-1-1 0,1 1 0,0-1 0,1 1-1,-1-1 1,1 0 0,0-1 0,0 1 0,0 0 0,1-1 0,0 0 0,0 0 0,0-1 0,0 1 0,0-1 0,1 0-1,0-1 1,-1 1 0,1-1 0,0 0 0,0-1 0,0 1 0,0-1 0,0 0 0,1-1 0,-1 0 0,0 1-1,0-2 1,0 1 0,4-2 14,41 4-1391</inkml:trace>
  <inkml:trace contextRef="#ctx0" brushRef="#br0" timeOffset="166981.167">34716 13168 28598,'0'0'1480,"0"0"-1216,0 0 169,0 0 87,0 0-176,0 0-184,0 0-120,37-10-16,-37 34-24,0 3 0,-2 1-48,2-4-280,0-13-472,11-7-841,4-4-1527</inkml:trace>
  <inkml:trace contextRef="#ctx0" brushRef="#br0" timeOffset="167346.927">34874 12799 29198,'0'0'746,"0"0"-239,0 0-135,0 0-47,0 0-130,0 0-127,-20 4-44,7-2-22,5-1-2,0 0 0,-1 1 1,1 0-1,0 0 0,0 1 0,0 0 1,1 0-1,-1 1 0,1 0 1,-1 0-1,1 1 0,1 0 0,-1 0 1,1 1-1,0 0 0,-5 6 0,-11 12 48,2 2 0,1 1 0,1 0 0,1 1 0,2 1 0,1 0 0,1 2 0,1-1 0,2 1-1,1 1 1,2 0 0,1 0 0,-2 26-48,8-54 6,0-1 1,0 0-1,0 1 0,0-1 1,0 0-1,1 1 0,0-1 0,-1 0 1,1 1-1,0-1 0,1 0 0,-1 0 1,1 0-1,-1 0 0,1 0 1,0 0-1,0 0 0,0-1 0,0 1 1,1-1-1,-1 1 0,1-1 0,-1 0 1,1 0-1,0 0 0,0-1 1,0 1-1,0 0 0,0-1 0,0 0 1,0 0-1,1 0 0,-1 0 0,0 0 1,1-1-1,-1 0 0,1 1-6,9-1 5,-1 0 0,1 0 0,0-1 0,-1-1 0,1 0 0,-1-1 0,0 0 0,0-1 0,0 0 0,0-1 0,-1-1 0,1 1 0,-1-2-1,-1 0 1,1 0 0,-1 0 0,-1-2 0,1 1 0,-1-1 0,-1 0 0,0-1 0,0 0 0,-1-1 0,3-5-5,1 3-36,-1-1-1,-1 0 1,-1-1-1,0 0 1,-1 0 0,0-1-1,-1 0 1,-1 0-1,-1 0 1,0-1 0,-1 0-1,-1 1 1,0-1-1,-1-3 37,-1 18-13,0-1 0,0 0 0,-1 1 0,1-1 0,0 1 0,-1-1 0,0 1 0,1-1 0,-1 1-1,0-1 1,0 1 0,0-1 0,-1 1 0,1 0 0,-1 0 0,1 0 0,-1 0 0,0 0-1,0 0 1,1 0 0,-1 0 0,0 1 0,-1-1 0,1 1 0,0 0 0,0-1 0,-1 1 0,1 0-1,-1 0 1,1 0 0,-1 1 0,1-1 0,-1 1 0,1-1 0,-1 1 0,0 0 0,1 0-1,-1 0 1,1 0 0,-1 1 0,0-1 0,1 1 0,-1-1 0,1 1 0,-1 0 0,0 0 13,-62 51-1138,44-18-717</inkml:trace>
  <inkml:trace contextRef="#ctx0" brushRef="#br0" timeOffset="167713.965">35135 13322 27566,'0'0'2873,"0"0"-2617,0 0-80,0 0 176,-44 126-168,28-87-120,3 5-64,0-9-128,4-5-96,7-16-176,2-12-1,0-2 137,13-24-376,7-14-376,4-9-48,13-38-352,-6 10-1193,-2 4-17523</inkml:trace>
  <inkml:trace contextRef="#ctx0" brushRef="#br0" timeOffset="167714.965">35299 12990 20276,'0'0'4449,"0"0"-1968,0 0-1001,0 0-704,0 0-72,0 0-407,0 0-217,-11 138-80,11-102-40,0-5-369,7 3-343,6-10-384,-2-7-2065</inkml:trace>
  <inkml:trace contextRef="#ctx0" brushRef="#br0" timeOffset="167955.824">35378 13369 26358,'0'0'1696,"0"0"-648,0 0-232,0 0-143,-2 114-361,2-92-208,0-2-96,0-6-8,15-6-192,7-8-176,2 0-25,11-30-367,-4 0-1696,-7-1-20637</inkml:trace>
  <inkml:trace contextRef="#ctx0" brushRef="#br0" timeOffset="167956.824">35597 13347 17476,'0'0'10802,"0"0"-10314,0 0-208,0 0 176,0 0-168,0 0-184,0 0-104,44 61-104,-33-61-384,0-2-576,-2-13-2225</inkml:trace>
  <inkml:trace contextRef="#ctx0" brushRef="#br0" timeOffset="168280.848">35930 12848 29014,'0'0'1104,"0"0"-856,0 0 41,0 0 63,-22 103-200,11-60-104,-4 5-48,2-1-160,0-4-569,11-11-1351,2-14-2313,0-14-15443</inkml:trace>
  <inkml:trace contextRef="#ctx0" brushRef="#br0" timeOffset="168658.186">36092 12980 27270,'0'0'1472,"0"0"-824,0 0 248,0 0-295,-41 133-257,32-86-176,5 2-32,4 4-72,0 1-40,0-1-24,0-2-56,0-3-104,0-7-136,0-7-449,-3-13-975,-5-13-3105</inkml:trace>
  <inkml:trace contextRef="#ctx0" brushRef="#br0" timeOffset="168659.186">35689 13182 10322,'0'0'19820,"0"0"-19139,0 0-369,0 0 112,121-4-192,-12 23-232,-12-1-328,-7-4-1585</inkml:trace>
  <inkml:trace contextRef="#ctx0" brushRef="#br0" timeOffset="192259.784">12076 12124 17156,'0'0'8472,"0"0"-6094,0 0-1801,0 0-110,0 0-39,4 1 40,80 1-223,0-4 0,0-3-1,-1-4 1,61-16-245,-7 4 70,1094-106 483,319 44-553,-930 56 19,6584-278 195,-6056 258-209,1894-48 33,36 94 141,88 63-167,-1979-35-202,-739-14-268,-85-6-711</inkml:trace>
  <inkml:trace contextRef="#ctx0" brushRef="#br1" timeOffset="132239.72">3034 12288 3577,'16'18'22518,"81"98"-19686,-5 3 0,14 34-2832,286 503 434,-276-453 55,-107-186-494,-8-13-21,0 0 0,1-1 0,0 1 1,0 0-1,0-1 0,0 0 0,1 1 0,-1-1 0,1 0 0,0 0 0,-1 0 0,1-1 0,1 1 1,-1-1-1,0 1 0,1-1 0,-1 0 0,2 0 26,-5-16-339,-68-52-2053,21 32-1675</inkml:trace>
  <inkml:trace contextRef="#ctx0" brushRef="#br1" timeOffset="132664.846">2889 13312 30038,'0'0'681,"0"0"-385,-15 130-16,15-87 56,22-3-152,6-5-112,5-3-72,7-10-192,1-18-216,34-46-280,-12-21-601,-1-18-2512</inkml:trace>
  <inkml:trace contextRef="#ctx0" brushRef="#br1" timeOffset="133091.644">3845 12712 26790,'0'0'4017,"0"0"-3665,0 0-200,114 34 8,-59-13-16,8 3-120,5-2-24,27-7-400,-19-5-1113,-14-10-3208</inkml:trace>
  <inkml:trace contextRef="#ctx0" brushRef="#br1" timeOffset="133492.337">4755 13059 30511,'0'0'1056,"120"-106"-848,12 7 32,54-29 288,13-8-304,-3 12-224,-47 29 0,-57 34 0,-18-6 0,-30 21-704,-18 1-1481</inkml:trace>
  <inkml:trace contextRef="#ctx0" brushRef="#br1" timeOffset="133802.636">5366 11927 17212,'0'122'13363,"9"38"-12795,8 35-176,12 3-232,-7-13 240,0-5-184,-5-19-168,-4-36-48,-6-43-192,-5-34-176,-2-40-256,0-8-905,-11-10-2375</inkml:trace>
  <inkml:trace contextRef="#ctx0" brushRef="#br1" timeOffset="133803.636">4748 12193 30158,'0'0'857,"0"0"-625,83 138-128,-32-67-56,6 4-48,35-2-216,-13-19-1569,-5-31-18907</inkml:trace>
  <inkml:trace contextRef="#ctx0" brushRef="#br1" timeOffset="133804.636">5805 12059 30639,'-132'107'728,"-30"37"-400,-31 39-200,2 20-72,29 2-56,20-5-40,36-40-336,47-54-705,35-53-1359,24-51-17628</inkml:trace>
  <inkml:trace contextRef="#ctx0" brushRef="#br1" timeOffset="134021.329">5704 12781 30246,'0'0'833,"195"2"-601,-145 16 32,-21 10-64,-5 7-128,-4 10-72,-10 7 0,-31 9-464,-23-14-721,-18-17-1247</inkml:trace>
  <inkml:trace contextRef="#ctx0" brushRef="#br1" timeOffset="134299.462">2703 12373 30302,'215'79'625,"83"19"-425,68 17 16,24-5 104,-24-13 272,-11-2-128,-8-13-416,-30-18-48,-32-21 0,-33-25 0,-41-18-112,-67-8-680,-43-32-1065</inkml:trace>
  <inkml:trace contextRef="#ctx0" brushRef="#br1" timeOffset="134300.462">5645 11941 30511,'-274'154'1504,"-86"100"-1080,-34 91-224,-45 85-112,-26 71-88,115-100-336,52-58-1184</inkml:trace>
  <inkml:trace contextRef="#ctx0" brushRef="#br1" timeOffset="225287.95">176 14403 27574,'0'0'2899,"0"0"-1969,0 0-629,0 0-141,0 0 14,24-14 32,106-52-14,-34 33-126,3 4 0,0 4 0,3 5-66,-54 10 10,530-95 21,4 26 0,3 25-1,2 25 1,14 27-31,1303 63 0,1847-121 0,-2546 28 0,-939 36 0,-224-2-119,0 1 1,1 3-1,-2 1 0,1 2 1,24 10 118,-26 2-2168</inkml:trace>
  <inkml:trace contextRef="#ctx0" brushRef="#br1" timeOffset="227137.332">224 15843 27414,'0'0'3265,"0"0"-2777,0 0-32,0 0-112,0 0-104,0 0 0,123-14-16,-27 0-128,3-4-96,2-1 0,-7-3 0,-6 2 0,-12 4 0,-12 7-248,-11 9-456,-18 0-905,-18 0-2439</inkml:trace>
  <inkml:trace contextRef="#ctx0" brushRef="#br1" timeOffset="227446.508">667 16024 17156,'0'0'11010,"-210"227"-10146,78-69-304,9 2-264,33-8-176,29-10-120,26-22-72,20-41-832,15-38-3409</inkml:trace>
  <inkml:trace contextRef="#ctx0" brushRef="#br1" timeOffset="227831.501">610 16537 30495,'0'0'941,"0"0"-650,-4 24-135,-19 155 317,28-43-486,-4-135-3,0 1 1,-1-1 0,1 1-1,0-1 1,0 1-1,0-1 1,0 0-1,0 1 1,1-1-1,-1 0 1,0 0-1,0 0 1,1 0-1,-1 0 1,1 0-1,-1 0 1,1-1 0,-1 1-1,1 0 1,-1-1-1,1 1 1,0-1-1,-1 0 1,1 1-1,0-1 1,-1 0-1,1 0 1,0 0-1,-1 0 1,1-1-1,0 1 1,-1 0 0,1-1-1,0 1 1,-1-1-1,1 1 1,-1-1-1,1 0 1,-1 0-1,1 1 1,-1-1 15,55-47-700,29-117-1134,-72 133 1857,1 1 0,1 1 0,2 1 0,1 0 0,14-16-23,-30 41 72,0 1-1,1 0 1,-1 0-1,1 0 1,0 0-1,0 0 1,0 0 0,0 1-1,0 0 1,0-1-1,1 1 1,-1 1-1,1-1 1,0 0-1,-1 1 1,1 0-1,0 0 1,0 0-1,0 0 1,0 0-1,0 1 1,2 0-72,6 37 598,-12-28-501,-4 15-39,-1-1 0,-1 0 0,-1 0 0,-1-1 0,-1 0 0,-1 0-1,-1-1 1,-1 0 0,-1-1 0,0-1 0,-2 0 0,0 0 0,-4 1-58,-49 53-49,67-72 38,1-1 0,0 1 0,-1-1 0,1 1 0,-1-1 0,1 0-1,-1 1 1,1-1 0,-1 0 0,1 0 0,-1 1 0,1-1 0,-1 0 0,1 0 0,-1 0 0,0 1 0,1-1 0,-1 0 0,1 0 0,-1 0 0,0 0 0,1 0 0,-1 0-1,1 0 1,-1 0 0,0-1 0,1 1 0,-1 0 0,1 0 0,-1 0 0,1-1 0,-1 1 0,1 0 0,-1-1 0,1 1 0,-1 0 0,1-1 0,-1 1 0,1 0 0,-1-1 0,1 1-1,0-1 1,-1 1 0,1-1 0,0 1 0,-1-1 0,1 1 0,0-1 0,0 0 0,0 1 0,-1-1 0,1 1 0,0-1 0,0 1 0,0-1 0,0 0 0,0 1 0,0-1-1,0 1 1,0-1 0,0 0 0,1 1 0,-1-1 0,0 1 0,0-1 0,0 1 0,1-1 0,-1 0 0,0 1 11,7-53-1760,11-13-2527</inkml:trace>
  <inkml:trace contextRef="#ctx0" brushRef="#br1" timeOffset="228141.814">1487 15170 28870,'0'0'1432,"0"0"-1079,0 0 103,57 111 8,-29-76-104,16-1-72,4-9-112,5-3-136,-3-2 16,-1-1-56,-14 5 0,-20 10-136,-15 9-168,-11 10-96,-53 44-216,3-14-585,2-8-1559</inkml:trace>
  <inkml:trace contextRef="#ctx0" brushRef="#br1" timeOffset="228691.86">1495 15843 30326,'0'0'609,"0"0"-217,-7 23-16,-36 157 295,15 288-875,92-683-2553,-59 201 2648,4-20 131,2 0 0,1 2 0,1-1 0,2 2 1,2 0-1,0 1 0,2 0 0,2 2 0,0 0 0,23-21-22,-38 43 54,0 0-1,0 1 1,1 0-1,0 1 1,0 0-1,0 0 1,1 0 0,-1 1-1,1 0 1,0 0-1,0 1 1,0 0-1,0 0 1,0 1 0,0 0-1,0 0 1,1 1-1,-1 0 1,0 1-1,0 0 1,0 0 0,0 1-1,0 0 1,0 0-1,0 1 1,0 0-1,-1 0 1,1 1 0,-1 0-1,0 0 1,0 0-1,0 1 1,-1 1-1,0-1 1,0 1 0,0 0-1,-1 0 1,1 0-1,-2 1 1,1 0-1,3 6-53,-2 6 8,-1 1 0,0 0 0,-2 0-1,0 0 1,-1 0 0,-1 0 0,-1 0-1,-1 1 1,0-1 0,-2 0 0,0 0-1,-2 0 1,0-1 0,-1 1-1,-7 15-7,-1-2-138,-2-1 0,0 0 0,-2-1 0,-2-1 0,-1 0 0,-1-2 0,-1-1-1,-1 0 1,-2-2 0,0-1 0,-2-1 0,0-2 0,-2 0 0,-8 3 138,-70 7 13,107-30-9,-1-1 1,1 0-1,-1 0 0,0 0 1,1 0-1,-1 0 0,1 0 0,-1 0 1,0 0-1,1 0 0,-1-1 1,1 1-1,-1-1 0,1 1 1,-1-1-1,1 0 0,-1 1 0,1-1 1,0 0-1,-1 0 0,1 0 1,0 0-1,0 0 0,0-1 1,0 1-1,0 0 0,0 0 0,0-1 1,0 1-1,0 0 0,0-1 1,1 1-1,-1-1 0,1 1 1,-1-1-1,1 1 0,0-1 0,-1 0 1,1 1-1,0-1 0,0 1 1,0-1-1,0 0 0,0 1 1,1-1-1,-1 1 0,0-1 0,1-1-4,34-78 66,3 36-8,2 1-1,2 2 1,2 2-1,42-29-57,-29 22 12,-14 12-57,-8 8-192,-2-1 1,0-2-1,-2-1 0,-1-1 0,17-27 237,-26 20-2060</inkml:trace>
  <inkml:trace contextRef="#ctx0" brushRef="#br1" timeOffset="229057.898">1835 15922 21621,'-35'307'8578,"13"-166"-8190,-6-2-1,-6-1 1,-6-1-1,-9 5-387,46-128-34,-2 0 0,1-1 1,-2 1-1,0-1 0,-1 0 0,0-1 0,0 0 0,-2 0 0,1 0 0,-2-1 0,1 0 0,-2-1 0,1 0 0,-1-1 0,-1 0 0,1 0 0,-2-2 0,1 1 0,-1-2 0,0 1 0,0-2 0,-1 0 0,0 0 0,0-1 0,0-1 0,0-1 0,0 0 0,-1 0 0,-8-1 34,14-3-110,-1 0 0,1 0 0,0 0 0,0-1 0,0-1 0,0 1 0,0-2 0,1 1 1,0-1-1,0 0 0,0-1 0,0 0 0,1 0 0,0 0 0,0-1 0,1 0 0,0-1 0,0 1 0,1-1 0,-3-5 110,-76-181-4037,51 17 275,32 172 4024,0 0 1,1-1-1,-1 1 0,1 0 1,0-1-1,0 1 1,0 0-1,1-1 0,0 1 1,0 0-1,0 0 0,1 0 1,0 0-1,0 0 1,0 0-1,0 0 0,1 0 1,0 1-1,0-1 1,0 1-1,1 0 0,-1 0 1,1 0-1,0 1 1,0-1-1,0 1 0,0 0 1,1 0-1,0 0 0,-1 1 1,1-1-1,4 0-262,3 0 136,-1 1-1,1 1 1,0 0-1,-1 1 1,1 0-1,0 1 1,-1 0-1,1 1 1,-1 1 0,1-1-1,-1 2 1,0-1-1,0 2 1,0-1-1,-1 2 1,1-1-1,-1 1 1,-1 1-1,5 3-135,166 159 492,-147-134-346,35 39-27,-21-22-81,1-1-1,3-3 1,33 22-38,-69-60-92,1 0-1,0-1 1,1-1-1,0-1 1,0 0 0,0-1-1,1-1 1,0 0-1,0-2 1,1 0-1,-1-1 1,0-1 0,1-1-1,-1 0 1,1-1-1,-1-1 1,0-1 0,0-1-1,0 0 1,0-1-1,0-1 1,-1-1 0,0-1-1,0 0 93,85-51-2687</inkml:trace>
  <inkml:trace contextRef="#ctx0" brushRef="#br1" timeOffset="229486.881">2730 14977 29254,'0'0'1947,"0"0"-1445,24 7-396,82 29 133,-100-34-212,0 1 0,0 0 0,0 0 0,-1 0 0,1 1 0,-1 0 0,0 0 0,0 0 0,0 1 0,0-1 0,-1 1 0,0 0 0,0 1 0,0-1 0,-1 1 0,0-1 0,0 1 0,0 0 0,-1 0 0,0 1 0,0-1 0,0 0 0,-1 1 0,0-1 0,0 1 0,-1-1 0,1 1 0,-2 5-27,0 5-3,-1-1-1,-1 0 0,-1 0 0,0-1 1,-1 1-1,0-1 0,-2 0 0,1 0 1,-2 0-1,-1 0 4,-13 22-108,-1-2 0,-2-1 1,-1 0-1,-2-2 0,-1-1 0,-1-2 1,-2-1-1,-1-1 0,-1-2 0,-9 5 108,36-26-115,-1 0-1,1 0 1,-1-1-1,0 1 1,0-2-1,0 1 0,0-1 1,-1 0-1,1-1 1,-1 0-1,1 0 0,-7-1 116,11-1-80,1 0 0,-1 0-1,1 0 1,0 0-1,-1-1 1,1 1 0,0-1-1,0 0 1,0 0-1,0 0 1,0 0 0,1-1-1,-1 1 1,1-1-1,-1 0 1,1 1 0,0-1-1,0 0 1,0 0-1,1-1 1,-1 1 0,1 0-1,-1 0 1,1-1-1,0 1 1,1-1-1,-1 1 1,0-1 0,1 0 80,-5-11-356,-14-45-1136,-21-91-8639,29 60 10843,20 75 9440,22 33-7527,-22-3-2472,-1 2-1,0-1 1,-1 1-1,-1 0 1,0 1-1,-1 0 1,-1 0-1,-1 0 1,0 0 0,-1 0-1,-1 2-152,0-14 25,18 198 602,-8 1-1,-11 55-626,0-193 65,-38 730 206,15-451-500,21-272-616,21-210-1321,-6 40-1433</inkml:trace>
  <inkml:trace contextRef="#ctx0" brushRef="#br1" timeOffset="229732.213">2666 15750 29942,'0'0'569,"0"0"-409,0 0 80,0 134-96,0-90-144,57-37-568,2-7-785,11-17-1159</inkml:trace>
  <inkml:trace contextRef="#ctx0" brushRef="#br1" timeOffset="230063.392">3332 15728 24637,'0'0'3129,"0"0"-2130,-24 17-402,-168 117 965,-72 53-546,228-150-890,46-35-116,10-4-11,0-1 1,0-1-1,0-1 0,-1 0 0,0-2 0,0 0 1,14-8 0,128-35-40,-160 50 39,0 0 1,0 0 0,1 0-1,-1-1 1,0 1-1,1 1 1,-1-1-1,0 0 1,1 0-1,-1 0 1,0 1-1,1-1 1,-1 0 0,0 1-1,0-1 1,0 1-1,1 0 1,-1-1-1,0 1 1,0 0-1,0 0 1,0 0 0,0-1-1,0 1 1,0 0-1,-1 0 1,1 1-1,0-1 1,0 0-1,-1 0 1,1 0 0,-1 0-1,1 1 1,-1-1-1,1 0 1,-1 0-1,0 1 1,0-1-1,0 0 1,1 1 0,-1-1-1,0 0 1,-1 1-1,1-1 1,0 0-1,0 0 1,-1 1-1,1-1 1,0 0-1,-1 0 1,1 1 0,-30 69 6,-11-14-99,-3-2 0,-2-2 1,-2-2-1,-55 45 93,49-45-132,-201 198-146,235-219 368,20-29-87,0 0 1,0 0-1,0-1 1,0 1-1,0 0 1,0 0-1,0-1 1,0 1-1,0 0 1,0-1-1,0 1 1,1 0-1,-1 0 1,0-1 0,1 1-1,-1 0 1,0-1-1,1 1 1,-1-1-1,1 1 1,-1 0-1,1-1 1,-1 1-1,1-1 1,-1 0-1,1 1 1,0-1-1,-1 1 1,1-1-1,0 0 1,-1 1-1,1-1 1,0 0-1,-1 0 1,1 1 0,0-1-1,0 0 1,-1 0-1,1 0 1,0 0-1,0 0 1,-1 0-1,1 0 1,0 0-1,-1-1 1,1 1-1,0 0 1,0 0-1,-1 0 1,1-1-1,0 1 1,-1 0-1,1-1 1,0 1-1,-1-1 1,1 1-4,6-1 32,30-5 72,0-1 0,-1-2 0,0-2 0,-1-1 0,0-1 0,-1-3 0,32-18-104,-30 16 62,386-201-297,-422 219 185,-1 0 0,0 0 0,1 1 1,-1-1-1,1 0 0,-1 0 0,0 1 0,1-1 0,-1 0 1,0 0-1,1 0 0,-1 0 0,0 0 0,1 0 0,-1 0 1,0 0-1,1 0 0,-1-1 0,0 1 0,1 0 0,-1 0 1,1-1-1,-1 1 0,0 0 0,1 0 0,-1-1 0,1 1 1,-1-1-1,1 1 0,-1-1 0,1 1 0,0 0 1,-1-1-1,1 0 0,-1 1 0,1-1 0,0 1 0,-1-1 1,1 1-1,0-1 0,0 0 0,0 1 0,-1-1 0,1 0 1,0 1-1,0-1 0,0 1 0,0-1 0,0 0 0,0 1 1,0-1-1,0 0 0,0 1 0,1-1 0,-1 0 0,0 1 1,0-1-1,0 1 0,1-1 0,-1 0 0,0 1 0,1-1 1,-1 1-1,1-1 0,-1 1 0,0-1 0,1 1 1,0-1 49,-2 1-96,-33-6-3266</inkml:trace>
  <inkml:trace contextRef="#ctx0" brushRef="#br1" timeOffset="230424.688">2892 16330 26710,'0'0'2360,"0"0"-1360,-27 138-407,12-45-129,4 25-176,2-5-136,5-13-152,4-21-104,11-35-520,9-15-1705,-1-15-9377</inkml:trace>
  <inkml:trace contextRef="#ctx0" brushRef="#br1" timeOffset="230640.82">3028 16425 30350,'0'0'1097,"0"0"-729,33 154 168,-16-28-120,1 43-416,6 23 0,6-9 0,-6-49-240,3-49-1848</inkml:trace>
  <inkml:trace contextRef="#ctx0" brushRef="#br1" timeOffset="231038.719">4650 14898 28838,'0'0'718,"0"0"-105,0 0-19,-21-5-48,10 2-509,0 0-1,1 1 0,-1 1 1,0-1-1,0 2 0,0 0 1,0 0-1,0 1 0,0 0 1,0 1-1,0 0 0,0 1 1,1 0-1,-1 0 0,1 1 0,0 1 1,-5 3-37,-121 73 153,3 7 0,-28 30-153,141-104 10,-222 178 107,234-187-112,0 1 0,1 0-1,0 0 1,0 1 0,0 0-1,0 0 1,1 1 0,1-1 0,-1 1-1,1 1 1,0-1 0,1 1-1,0-1 1,1 1 0,0 0-1,0 1 1,0-1 0,1 0 0,1 1-1,0 0 1,0 6-5,1-13-1,1 1 0,0-1 0,0 1 0,0-1 1,0 0-1,1 1 0,-1-1 0,1 0 0,0 0 0,-1 0 0,1 0 1,1-1-1,-1 1 0,0 0 0,1-1 0,0 1 0,-1-1 0,1 0 1,0 0-1,0 0 0,0-1 0,0 1 0,0 0 0,1-1 0,-1 0 1,0 0-1,1 0 0,-1 0 0,1-1 0,-1 1 0,2-1 1,52 11-13,1-2-1,0-3 0,1-3 0,-1-2 1,24-4 13,13 2-46,-1 4-41,-92-1 86,-1-1-1,1 1 1,-1-1 0,0 1-1,1 0 1,-1 0 0,0 0-1,0-1 1,0 1 0,0 0-1,0 0 1,-1 1 0,1-1-1,-1 0 1,1 0 0,-1 0-1,0 0 1,0 0 0,0 1-1,0-1 1,0 0 0,0 0-1,-1 0 1,1 0 0,-1 0-1,1 0 1,-1 0 0,0 0-1,0 0 1,0 2 1,-86 128 13,-246 240 6,328-365-18,1-5 0,0 0-1,1 1 0,-1-1 0,1 1 0,0 0 0,0 0 1,0 0-1,0 1 0,1-1 0,-1 1 0,1-1 1,0 1-1,0 0 0,0 0 0,0 0 0,1 0 1,0 0-1,0 0 0,0 1 0,0-1 0,1 0 0,-1 1 1,1-1-1,0 0 0,0 0 0,1 1 0,-1-1 1,1 0-1,0 1 0,0-1 0,1 0 0,-1 0 1,1 0-1,0 0 0,0 0 0,105 74 0,-75-46 25,-1 1-1,-2 1 1,-1 2-1,-2 1 1,-1 0 0,-3 2-1,-1 1 1,-1 1-1,-3 1 1,-1 0 0,-2 1-1,-2 0 1,3 28-25,1 7 43,-4 2 0,-3 0 1,-3 0-1,-5 0 0,-5 58-43,3-114-13,0 0 1,-1 1-1,-2-1 1,-1 0-1,0-1 1,-2 1-1,0-1 1,-2 0-1,-1-1 1,-3 6 12,-17 2-1071,17-28-606</inkml:trace>
  <inkml:trace contextRef="#ctx0" brushRef="#br1" timeOffset="234304.982">5647 15060 24453,'0'0'5777,"0"0"-5080,0 0-217,0 0-24,0 0-16,145-114-152,-73 88-152,7 2-96,-2 6-40,-1 7 0,-6 3 0,-2 8-96,5 0-448,-16 0-664,-16 0-1697</inkml:trace>
  <inkml:trace contextRef="#ctx0" brushRef="#br1" timeOffset="234650.65">6208 14922 29846,'0'0'825,"-35"104"-273,13-13-240,2 31-48,9 22-96,9-11-168,2-19-192,5-43-904,1-39-1457</inkml:trace>
  <inkml:trace contextRef="#ctx0" brushRef="#br1" timeOffset="234651.65">5770 15827 27574,'0'0'3169,"0"0"-2745,0 0-168,0 0 112,125-4-24,-51-25-200,14-11-144,2-11-136,30-44-376,-23 13-1033,-16 1-4376</inkml:trace>
  <inkml:trace contextRef="#ctx0" brushRef="#br1" timeOffset="235070.423">6881 14583 30214,'0'0'609,"0"0"-457,180 9-96,-99 11 192,0 6-8,-11 7-120,-15 7-88,-18 3-16,-24 5 16,-13 1-32,-19 4 0,-27 0-40,-18-1-80,-11-3-144,-32 2-320,17-13-385,13-17-2031</inkml:trace>
  <inkml:trace contextRef="#ctx0" brushRef="#br1" timeOffset="235559.736">6949 14849 29974,'0'102'793,"-20"23"-153,-2 19-224,5-10 136,8-18-160,7-17-392,2-22 0,0-24 0,4-13 0,16-9-464,24-29-320,-3-2-953,1-20-3968</inkml:trace>
  <inkml:trace contextRef="#ctx0" brushRef="#br1" timeOffset="235984.384">8128 14683 28430,'0'0'2086,"-16"-17"-1547,-55-54-503,68 67-35,0 1 1,-1 0-1,1 0 1,0 1-1,-1-1 1,0 1 0,0-1-1,0 1 1,0 1-1,0-1 1,0 0-1,0 1 1,-1 0 0,1 0-1,0 0 1,-1 0-1,1 1 1,-1 0-1,1 0 1,-1 0 0,1 0-1,0 1 1,-1 0-1,1 0 1,0 0-1,-1 0 1,1 1 0,0-1-1,0 1 1,-3 2-2,-83 81-9,77-68 28,0 0-1,1 1 1,2 1 0,-1 0-1,2 0 1,1 1-1,-3 11-18,8-24 14,1 0 0,0 1-1,0-1 1,1 0 0,0 1 0,0-1-1,1 1 1,0-1 0,0 1-1,0-1 1,1 0 0,1 1 0,-1-1-1,1 0 1,0 1 0,1-1-1,0 0 1,0-1 0,0 1 0,1 0-1,0-1 1,0 0 0,1 1-14,13 10 26,1-1 0,1-1 0,0-1 0,1 0 0,0-2 0,1 0 0,0-2 0,7 2-26,99 56 84,-125-66-82,0 0 1,0-1-1,-1 1 0,1 0 1,0 1-1,-1-1 0,0 0 1,1 1-1,-1-1 1,0 1-1,0 0 0,-1 0 1,1 0-1,-1 0 1,1 0-1,-1 0 0,0 0 1,0 0-1,0 0 0,0 1 1,-1-1-1,1 0 1,-1 1-1,0-1 0,0 0 1,0 1-1,-1-1 0,1 0 1,-1 1-1,0-1 1,1 0-1,-2 0 0,1 0 1,0 0-1,0 0 1,-1 0-1,0 0 0,0 0 1,0 0-1,0-1 0,0 1 1,-1 0-3,-17 15-12,0 0-1,-2-1 1,0-2 0,-1 0-1,-1-1 1,-24 10 12,26-13-53,-65 33-502,7-7-884</inkml:trace>
  <inkml:trace contextRef="#ctx0" brushRef="#br1" timeOffset="235985.384">5252 16208 30166,'0'0'1249,"125"-16"-1017,33-7-88,42 1 128,21 6 168,5 4-176,-9 2-264,11-3 0,4-7 0,3 0 0,-1 0 0,-1-5 0,-19 3 0,-56 2-1200,-42-1-2713</inkml:trace>
  <inkml:trace contextRef="#ctx0" brushRef="#br1" timeOffset="236716.071">9336 14817 27654,'0'0'1041,"0"0"-147,0 0-147,0 0-130,0 0-239,-7 7-226,3-3-141,0 0 1,0 0-1,1 0 1,0 0 0,0 1-1,0-1 1,0 1-1,1 0 1,-1-1 0,1 1-1,0 1 1,1-1-1,-1 0 1,1 0 0,0 0-1,0 5-11,-31 295 168,47-313-169,189-362-650,-202 364 652,0 1 0,1-1 0,0 0 1,0 1-1,0-1 0,0 1 0,1 0 0,0 0 0,0 0 0,0 1 0,1-1 1,0 1-1,-1 0 0,1 0 0,1 1 0,-1 0 0,1 0 0,-1 0 0,1 0 1,0 1-1,0 0 0,0 0 0,0 1 0,0-1 0,0 1 0,6 0-1,-8 4 16,-1-1 0,1 1 0,-1 0 0,0 0 0,0 0 0,0 0 0,-1 0 0,1 1 0,-1 0 0,0-1 0,0 1-1,0 0 1,0 0 0,0 0 0,-1 0 0,0 0 0,0 0 0,0 4-16,49 307 473,-50-312-480,0 0 0,1-1 0,0 1 0,-1 0 0,1 0 0,0-1-1,0 1 1,1 0 0,-1-1 0,0 1 0,1-1 0,0 0-1,-1 1 1,1-1 0,0 0 0,0 0 0,0 0 0,1 0-1,-1-1 1,0 1 0,1 0 0,-1-1 0,1 0 0,0 1-1,-1-1 1,1 0 0,0-1 0,-1 1 0,1 0 0,0-1 0,0 1-1,0-1 1,0 0 0,0 0 0,0 0 0,-1-1 0,1 1-1,0-1 1,0 1 0,0-1 0,-1 0 0,1 0 0,0 0-1,-1 0 1,1-1 0,1 0 7,40-26-916,0-10-1198</inkml:trace>
  <inkml:trace contextRef="#ctx0" brushRef="#br1" timeOffset="237114.789">10419 14805 28134,'0'0'2387,"0"0"-1592,0 0-520,0 0-15,-8-23-75,-39-130-178,46 150-19,1 0 1,0 1-1,-1-1 1,1 0-1,-1 1 1,0-1-1,0 0 1,0 1-1,0-1 1,0 1-1,-1-1 1,1 1-1,-1 0 1,1 0-1,-1-1 1,0 1-1,0 0 1,0 1-1,0-1 1,0 0-1,-1 1 1,1-1-1,0 1 1,-1-1 0,1 1-1,-1 0 1,0 0-1,1 0 1,-1 1-1,0-1 1,1 1-1,-1-1 1,0 1-1,0 0 1,1 0-1,-1 0 1,0 0-1,0 1 1,1-1-1,-1 1 1,0-1-1,-2 2 12,-77 91-161,64-66 197,1 0 1,1 1-1,1 1 0,2 1 1,1 0-1,1 0 1,1 1-1,2 1 0,2 0 1,-3 26-37,8-56 3,1 0 0,-1-1 0,0 1 0,1 0 1,0 0-1,-1 0 0,1 0 0,0 0 0,0 0 0,0 0 1,0 0-1,0 0 0,1 0 0,-1 0 0,1 0 0,-1 0 1,1 0-1,0 0 0,-1-1 0,1 1 0,0 0 0,0 0 1,0-1-1,1 1 0,-1-1 0,0 1 0,1-1 0,-1 1 1,0-1-1,1 0 0,0 0 0,-1 0 0,1 0 0,0 0 1,0 0-1,-1 0 0,1 0 0,0-1 0,0 1 1,0-1-1,0 1 0,0-1 0,0 0 0,0 0 0,0 0 1,0 0-1,0 0 0,1 0-3,10-3-3,0 0 1,0-1 0,0-1-1,0 0 1,-1 0-1,0-2 1,0 1-1,-1-1 1,0-1-1,0 0 1,0-1 0,-1 0-1,-1 0 1,1-1-1,-2 0 1,3-4 2,-2 5-19,159-212-534,-167 221 559,0 0 0,0 0 0,0 0-1,0 1 1,0-1 0,-1 0 0,1 1 0,0-1 0,0 1 0,0-1-1,0 1 1,0-1 0,-1 1 0,1-1 0,0 1 0,0 0 0,-1 0-1,1-1 1,-1 1 0,1 0 0,0 0 0,-1 0 0,0 0-1,1 0 1,-1 0 0,1-1 0,-1 1 0,0 0 0,0 0 0,0 0-1,1 0 1,-1 0 0,0 0 0,0 0 0,0 0 0,-1 0 0,1 0-1,0 0 1,0 0 0,0 0 0,-1 0 0,1 0 0,-1 0 0,1 0-1,0 0 1,-1 0 0,0 0 0,1-1 0,-1 1 0,1 0 0,-1 0-1,0-1 1,0 1-6,1 8 39,0-4-27,-1 1-12,0 0-1,0 1 0,1-1 0,0 0 1,0 1-1,1-1 0,-1 0 0,2 1 0,-1-1 1,0 0-1,1 0 0,0 0 0,1 0 1,-1 0-1,1-1 0,0 1 0,1-1 0,-1 1 1,1-1-1,0 0 0,0-1 0,1 1 1,0-1-1,2 2 1,33 13-738,1-13-1325</inkml:trace>
  <inkml:trace contextRef="#ctx0" brushRef="#br1" timeOffset="237491.179">11013 14454 30166,'0'0'506,"-8"21"-267,-50 144 369,46-125-545,2 1 1,2 0 0,2 1 0,1 0-1,2 7-63,14-60-20,192-422-1228,-202 431 1266,0 0-1,-1 0 1,1-1-1,0 1 1,0 0-1,0 0 1,1 1-1,-1-1 1,0 0-1,1 0 1,-1 0 0,1 1-1,0-1 1,-1 1-1,1 0 1,0-1-1,0 1 1,0 0-1,0 0 1,0 0-1,0 0 1,0 0-1,1 1 1,-1-1-1,0 1 1,0-1-1,0 1 1,1 0-1,-1 0 1,0 0 0,1 0-1,-1 0 1,0 0-1,0 1 1,1-1-18,22 102 618,-22-80-738,22 96 295,19-55-2961,-24-52-2375</inkml:trace>
  <inkml:trace contextRef="#ctx0" brushRef="#br1" timeOffset="237787.157">11793 14527 23597,'0'0'6361,"0"0"-4788,0 0-1401,0 0-60,-16-16 26,-50-54-234,64 68 69,1 0 0,0 0 0,-1-1 0,1 1 0,-1 0 0,0 1 0,0-1-1,0 0 1,0 0 0,0 1 0,0-1 0,0 1 0,0 0 0,0-1 0,-1 1 0,1 0-1,-1 0 1,1 1 0,-1-1 0,1 1 0,-1-1 0,1 1 0,-1 0 0,1-1-1,-1 1 1,1 1 0,-1-1 0,0 0 0,1 1 0,-1-1 0,1 1 0,-1 0-1,1 0 1,0 0 0,-1 0 0,1 0 0,0 0 0,0 0 0,0 1 0,-1 0-1,2-1 1,-1 1 0,0 0 0,0 0 0,0 0 0,1 0 27,-44 98-106,44-95 111,-20 151 331,21-154-327,0 0 0,-1 0-1,1 0 1,0-1-1,0 1 1,0 0 0,0 0-1,1 0 1,-1-1 0,0 1-1,1 0 1,-1 0 0,1-1-1,0 1 1,-1 0 0,1-1-1,0 1 1,0-1-1,0 1 1,0-1 0,0 1-1,1-1 1,-1 0 0,0 1-1,1-1 1,-1 0 0,1 0-1,-1 0 1,1 0-1,-1 0 1,1-1 0,0 1-1,-1 0 1,1-1 0,0 1-1,0-1 1,0 0 0,-1 1-1,1-1 1,0 0 0,0 0-1,0 0 1,-1-1-1,1 1 1,0 0 0,0 0-1,-1-1 1,2 0-9,6-1 10,1-1 1,-1 0-1,0-1 0,0 0 0,0 0 1,0-1-1,-1 0 0,0-1 0,0 1 1,0-2-1,-1 1 0,0-1 0,0 0 1,0-1-1,-1 1 0,2-5-10,3-1-37,45-53-794,-9 5-1575</inkml:trace>
  <inkml:trace contextRef="#ctx0" brushRef="#br1" timeOffset="240529.618">12037 13484 27854,'0'0'1312,"0"0"-384,0 0-279,0 0-65,0 0-152,0 0-184,0 0-120,97-103 8,-1 74 16,5-1-64,11-4-40,4 3-48,-22 3-176,25-7-336,-30 7-712,-27 5-1441</inkml:trace>
  <inkml:trace contextRef="#ctx0" brushRef="#br1" timeOffset="240745.348">12449 13328 27942,'0'0'1056,"0"0"-336,0 0-160,-24 148-87,24-85-169,0 8-160,13 24-80,-2 33-64,-4-18-464,-5-15-1761</inkml:trace>
  <inkml:trace contextRef="#ctx0" brushRef="#br1" timeOffset="240746.348">12143 14377 26862,'0'0'3112,"0"0"-2423,0 0-265,0 0-16,140-155-96,-55 82-192,10-10-120,27-40-296,-23 23-568,-20 9-2073</inkml:trace>
  <inkml:trace contextRef="#ctx0" brushRef="#br1" timeOffset="240747.348">13179 13028 26998,'0'0'2288,"0"0"-1744,0 0-128,141 71 121,-113-35-129,-10 5-184,-18 0-120,0 3-48,-25 1-8,-16 1-24,-10 1-24,-8-6-40,-2-3-176,4-11-232,-9-19-465,16-8-839,12 0-2793</inkml:trace>
  <inkml:trace contextRef="#ctx0" brushRef="#br1" timeOffset="240748.348">12840 13247 27054,'0'0'1384,"0"0"-296,0 0-175,65 120-217,-49-51-200,-3 24-120,-4 26-152,-5-11-104,0-9-88,1-18-32,3-28-248,10-10-216,30-39-616,-2-4-841,-2-39-17427</inkml:trace>
  <inkml:trace contextRef="#ctx0" brushRef="#br1" timeOffset="240749.348">13858 13030 28510,'2'0'2814,"-27"14"-2482,2-3-259,7-3-38,0 0-1,1 1 1,0 1 0,0 0 0,1 1-1,0 1 1,1 0 0,0 0 0,-3 6-35,6-7 8,-1 1 1,2 0 0,0 1-1,0 0 1,1 0 0,1 1-1,0 0 1,1 0 0,0 0-1,2 1 1,-1 0 0,2 0-1,0 0 1,1 1 0,0-1-1,1 1 1,1-1 0,0 1-1,1-1 1,1 0 0,1 1-1,1 4-8,0-11 0,1 0 0,1 0-1,-1 0 1,1 0 0,1-1-1,0 0 1,0 0 0,0-1 0,1 0-1,0 0 1,0-1 0,1 0-1,0 0 1,0-1 0,0 0 0,1-1-1,0 0 1,0 0 0,0-1-1,0-1 1,98 55 10,-107-56-9,1 1 0,0-1 0,-1 1-1,0-1 1,1 1 0,-1-1 0,0 1-1,0 0 1,1 0 0,-1 0 0,-1 0-1,1 0 1,0 0 0,0 0 0,-1 0-1,1 0 1,-1 0 0,0 0 0,0 0-1,1 0 1,-1 0 0,-1 0 0,1 1 0,0-1-1,0 0 1,-1 0 0,1 0 0,-1 0-1,0 0 1,0 0 0,1 0 0,-1 0-1,0 0 1,-1-1 0,1 1 0,0 0-1,0-1 1,-2 2-1,-67 65-53,63-62 35,-168 129-1508,87-73-1736</inkml:trace>
  <inkml:trace contextRef="#ctx0" brushRef="#br1" timeOffset="241660.364">5803 16914 1856,'0'0'22561,"0"0"-18816,0 0-2307,0 0-689,0 0-159,0 0-133,0 0-236,-6 8-117,3-2-89,1-1-1,0 0 0,0 1 0,1-1 1,-1 1-1,1-1 0,0 1 0,1 0 0,-1 0 1,1-1-1,0 1 0,1 0 0,-1 0 1,1-1-1,0 1 0,1 0 0,-1-1 0,1 1 1,0-1-1,0 0 0,1 0 0,0 0 1,0 0-1,0 0 0,2 2-14,0 5 19,138 342 640,-2 50-659,-113-347 12,-17-71-12,48-417 0,-52 388-3,-4 12-1,2 0 1,0 0 0,2 0-1,2 1 1,0 0 0,2 0-1,2 1 1,0 1 0,2 0-1,1 1 1,3-3 3,118-103-1152,-71 80-793</inkml:trace>
  <inkml:trace contextRef="#ctx0" brushRef="#br1" timeOffset="242024.979">7369 16658 29718,'0'0'670,"0"0"-130,0 0-123,-26 5-75,8-2-293,2-1-27,0 1 0,0 1 0,1 0 1,-1 1-1,1 0 0,0 1 0,1 1 0,0 1 0,0 0 1,-9 7-23,-21 20 7,3 3 0,0 1 0,3 1 0,1 3 0,3 1 0,1 1 1,2 2-1,3 1 0,1 1 0,3 2 0,-8 25-7,20-45 9,2 0-1,1 1 1,1 0 0,2 1-1,1 0 1,1 0-1,2 0 1,2 0 0,2 18-9,-2-47 1,1 1 0,0 0 0,0-1 1,1 1-1,-1-1 0,1 0 0,0 1 1,0-1-1,1 0 0,-1 0 1,1 0-1,0-1 0,0 1 0,0-1 1,0 1-1,1-1 0,-1 0 1,1 0-1,0 0 0,0-1 0,0 0 1,0 1-1,0-1 0,1-1 1,-1 1-1,1 0 0,-1-1 0,1 0 1,2 0-2,138 1 81,-117-9-79,0-2 0,0 0 0,-1-2-1,0-2 1,-1 0 0,-1-1 0,0-2 0,-1-1 0,0 0-1,-2-2 1,0 0 0,-1-2 0,-1 0 0,0-3-2,-5 6-273,0 0-1,-1-1 1,-1 0 0,-1-1 0,-1-1 0,-1 0 0,-1 0 0,2-7 273,4-23-2883</inkml:trace>
  <inkml:trace contextRef="#ctx0" brushRef="#br1" timeOffset="242565.893">7077 17117 29214,'0'0'715,"0"0"-246,0 0-36,25-17 60,84-55-144,-103 68-325,1 0 0,-1 1 0,1-1 0,-1 1 0,1 1-1,0-1 1,0 1 0,0 1 0,0-1 0,0 1 0,0 0-1,1 1 1,6 0-24,-1-1 39,-7 2-20,0-1 1,0 1 0,0 0 0,1 1 0,-1 0 0,0 0 0,-1 0 0,1 0 0,0 1 0,-1 0 0,1 0 0,-1 1 0,0-1 0,0 1-1,0 0 1,-1 1 0,1-1 0,-1 1 0,0 0 0,0 0 0,-1 0 0,1 0 0,-1 1 0,-1-1 0,1 1 0,0 2-20,45 164 104,-37 55-1273,-19-194-218,-7-11-1271</inkml:trace>
  <inkml:trace contextRef="#ctx0" brushRef="#br1" timeOffset="242767.509">5839 16970 29902,'0'0'689,"151"155"-177,35-34-96,38 11-144,8-10 40,-22-15-112,-39-17-120,-19-9-80,-38-25-184,-9-29-320,-35-21-720,-22-6-1449</inkml:trace>
  <inkml:trace contextRef="#ctx0" brushRef="#br1" timeOffset="242768.509">7322 16930 30719,'-203'205'632,"-45"63"-488,11-3-144,0-1-168,62-61-552,33-55-3081</inkml:trace>
  <inkml:trace contextRef="#ctx0" brushRef="#br1" timeOffset="259721.494">9959 16940 29822,'0'0'854,"0"0"-518,0 0-208,-15-23 63,-49-80 15,19 7-66,44 88-138,-1 0 0,0 1 0,0-1 1,-1 1-1,0 0 0,0 0 1,-1 0-1,0 0 0,0 1 0,-1 0 1,1-1-1,-2 2 0,1-1 0,0 0 1,-1 1-1,0 0 0,0 1 0,-1-1 1,1 1-1,-1 0 0,0 1 1,0-1-1,0 2 0,0-1 0,-1 1 1,1 0-1,-1 0 0,-5 0-2,2 2-3,0 0-1,0 0 0,0 1 1,0 0-1,0 1 1,0 1-1,0 0 1,1 0-1,-1 1 1,1 0-1,0 1 1,0 0-1,0 0 0,1 1 1,0 1-1,0 0 1,0 0-1,1 0 4,-14 14-10,1 1 0,1 1 0,1 0 0,1 2 0,2 0 0,-5 9 10,-5 12-2,2 2 0,2 0 0,2 2 0,2 0 0,2 1-1,3 1 1,2 0 0,2 0 0,3 1 0,1 0 0,4 1 0,2 33 2,-1-75 1,0 0 1,0 0-1,1 1 1,1-1-1,0 0 1,1 0-1,0-1 0,0 1 1,1-1-1,1 1 1,0-1-1,1-1 1,0 1-1,0-1 1,1 0-1,0 0 1,1-1-1,0 0 1,1 0-1,0-1 1,0 0-1,1-1 0,0 0 1,0 0-1,0-1 1,1 0-1,0-1 1,0 0-1,1-1 1,5 1-2,-7-4 5,1-1 1,-1 0-1,0 0 1,1-1-1,-1-1 0,0 0 1,1 0-1,-1-1 1,0 0-1,-1-1 1,1 0-1,-1 0 1,1-1-1,-1-1 0,-1 1 1,1-1-1,-1-1 1,0 0-1,5-5-5,123-164 29,-129 165-31,79-127-436,-7-3-1,49-120 439,-96 181-1303,-14 18-1852</inkml:trace>
  <inkml:trace contextRef="#ctx0" brushRef="#br1" timeOffset="260212.614">10407 16482 30791,'0'0'514,"2"21"-296,10 256 44,-23-147-263,-6-2-1,-6 0 0,-5-1 1,-43 120 1,53-192 0,-24 141 84,42-194-78,0 0-1,0-1 1,0 1 0,0 0-1,1-1 1,-1 1 0,0 0 0,1-1-1,-1 1 1,1-1 0,-1 1 0,1 0-1,0-1 1,0 1 0,-1-1-1,1 0 1,0 1 0,1-1 0,-1 0-1,0 1 1,0-1 0,0 0 0,1 0-1,-1 0 1,1 0 0,-1 0-1,1-1 1,-1 1 0,1 0 0,-1-1-1,1 1 1,-1-1 0,1 1 0,0-1-1,-1 0 1,1 1 0,0-1-1,0 0 1,-1 0 0,1-1 0,0 1-1,-1 0 1,1 0 0,1-1-6,29-1 39,0 0 1,0-3-1,0 0 1,-1-2-1,0-2 1,0 0-1,-1-2 1,0-2-1,3-2-39,46-17 8,172-79-2585,-183 70-2223</inkml:trace>
  <inkml:trace contextRef="#ctx0" brushRef="#br1" timeOffset="260213.614">11055 16445 31447,'0'0'752,"0"0"-752,0 0 0,0 0 48,136-34 80,-79 26-72,0 2-56,-2 1-160,4 3-432,-17 0-632,-16 0-1649</inkml:trace>
  <inkml:trace contextRef="#ctx0" brushRef="#br1" timeOffset="260544.474">11128 16851 29702,'-20'138'793,"2"28"-513,18-12-168,5-4-64,23-22-48,1-39-641,-5-42-1807</inkml:trace>
  <inkml:trace contextRef="#ctx0" brushRef="#br1" timeOffset="260545.474">11165 17094 31159,'0'0'800,"0"0"-656,0 0-72,127-73 80,-59 39-40,7 1-112,21-5-424,-19 11-736,-23 7-1561</inkml:trace>
  <inkml:trace contextRef="#ctx0" brushRef="#br1" timeOffset="260771.741">11064 17907 29038,'0'0'2329,"0"0"-2177,0 0-80,134-54 48,-29-35 32,31-33-152,0-10-88,-35 27-520,-31 29-1177</inkml:trace>
  <inkml:trace contextRef="#ctx0" brushRef="#br1" timeOffset="261189.36">11816 16644 31071,'0'0'624,"9"126"-504,-9-15-72,0 31 0,0-8-48,0-28-144,0-38-232,0-37-152,0-31-273,0 0-735,0-26-2065</inkml:trace>
  <inkml:trace contextRef="#ctx0" brushRef="#br1" timeOffset="261483.978">11838 16388 30767,'0'0'584,"0"0"-440,153 43-96,-78-11 48,2 5-8,-10 8-56,-14 11-32,-20 7 24,-26 14-8,-18 19 32,-35-1 72,-18 2-48,-17-1-72,-38 15-48,10-15-336,4-17-905</inkml:trace>
  <inkml:trace contextRef="#ctx0" brushRef="#br1" timeOffset="261484.978">9337 18163 27302,'0'0'3745,"0"0"-3457,228 0-40,-5-26 280,54-13-40,27-10-320,5-9-168,-19-1 0,8-2 0,-7-8 0,5 14 0,-15 17 0,-77 15-72,-53 15-2008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54:40.8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958 762 29918,'0'0'1223,"-23"-9"-697,-156-64-55,169 67-452,-1 1 1,0 1 0,0 0 0,-1 0 0,1 1 0,-1 0-1,1 1 1,-1 1 0,0 0 0,0 0 0,0 1 0,0 1 0,0 0-1,1 0 1,-1 1 0,0 1 0,1 0 0,0 0 0,-1 1-1,1 1 1,1 0 0,-1 0 0,1 1 0,0 1 0,-9 7-20,-16 20 6,1 1 1,2 2-1,2 1 0,1 2 1,2 1-1,-18 37-6,12-22 11,2 1-1,3 2 1,3 0-1,2 2 1,2 1-1,4 1 1,2 0-1,3 1 1,-3 50-11,14-98 0,0-1 0,1 1 0,0 0 0,2 0 0,-1 0 0,2-1 0,0 1 0,1-1 0,1 0 0,0 0 0,1 0 0,0-1 0,2 1 0,-1-2 0,2 1 0,0-1 0,0 0 0,1-1 0,1 0 0,0-1 0,0 0 0,1-1 0,1 0 0,0-1 0,0 0 0,10 4 0,5-1-6,0-2 0,1-1 1,0-2-1,0 0 0,1-2 0,-1-2 1,1 0-1,0-2 0,0-1 0,0-2 0,0 0 1,0-2-1,-1-2 0,0 0 0,6-4 6,7-7-108,0-2-1,-2-2 0,0-2 0,-2-1 1,0-2-1,-2-2 0,-1-1 0,-1-1 1,-1-2-1,-2-2 0,24-34 109,57-75-1483,-25 4-1552</inkml:trace>
  <inkml:trace contextRef="#ctx0" brushRef="#br0" timeOffset="443.036">1927 0 19148,'-68'197'7869,"6"2"-3928,15-38-3617,7 1 1,8 2-1,6 1 0,-1 131-324,23-261 24,2 1 1,2-1-1,0 0 1,3 0-1,1 0 1,1 0-1,2 0 1,2-1-1,1 0 1,1-1-1,9 15-24,-18-43-7,0-1-1,1 1 1,-1-1 0,1 0-1,0 0 1,1 0-1,-1 0 1,1-1 0,-1 0-1,1 1 1,0-1-1,0 0 1,1-1-1,-1 1 1,0-1 0,1 0-1,0 0 1,-1 0-1,1-1 1,0 1 0,0-1-1,0 0 1,0-1-1,0 1 1,0-1-1,0 0 1,0 0 0,0-1-1,0 1 1,5-2 7,3-2-36,0-1 0,-1 0 0,1 0 0,-1-1 0,0-1 0,-1 0 0,1-1 0,-2 0 0,1 0 0,-1-1-1,2-3 37,264-308-1424,-103 108-23,-154 189 1277,-15 18 142,0-1 0,0 1-1,1-1 1,0 1 0,0 1-1,0-1 1,0 1 0,1 0-1,0 0 1,0 0-1,0 1 1,0 0 0,1 0-1,0 0 29,-5 3 7,-1-1 0,0 1 0,0-1 0,1 1-1,-1 0 1,0 0 0,1 0 0,-1-1 0,0 1 0,0 0-1,1 1 1,-1-1 0,0 0 0,1 0 0,-1 1-1,0-1 1,0 0 0,1 1 0,-1-1 0,0 1-1,0 0 1,0-1 0,0 1 0,0 0 0,0 0 0,0 0-1,0 0 1,0 0 0,0 0 0,0 0 0,0 0-1,-1 0 1,1 0 0,0 0 0,-1 0 0,1 0-1,-1 1 1,1-1 0,-1 0 0,0 0 0,0 1 0,1-1-1,-1 0 1,0 1 0,0-1 0,0 1-7,1 219 1471,-32 178 10,32-392-1456,-1 0 0,1 0 0,0 0 0,1 0 0,0 0 0,0 0 0,0-1 0,1 1 0,0-1 0,0 1 0,1-1 0,0 0 0,0-1 0,0 1 0,1-1 0,0 1 0,0-1 0,0-1 0,0 1 0,1-1 0,0 0 0,0 0 0,0-1 0,0 1 0,0-1 0,1-1 0,0 1 0,5 0-25,10 3 22,0-1 0,0 0 0,0-2 0,1-1 0,0-1 0,-1 0-1,1-2 1,9-2-22,8-5-31,0-1-1,0-3 1,-1-1-1,0-2 1,-2-2 0,0-1-1,0-2 1,-2-1-1,-1-2 1,0-1-1,-2-2 1,-1-1-1,-1-2 1,-2 0-1,0-2 1,-2-2 0,-2 0-1,-1-1 1,-2-1-1,-1-2 1,-1 0-1,-3 0 1,-1-2-1,-1 0 1,-3 0-1,-1-1 1,-2-1 0,-1 0-1,-2-10 32,-4 48-6,0-1 1,0 1-1,-1 0 1,1 0-1,-1 0 0,1 0 1,-1-1-1,0 1 0,-1 0 1,1 0-1,0 0 0,-1-1 1,0 1-1,0 0 0,0 0 1,0 0-1,0 0 0,-1 0 1,1 1-1,-1-1 0,0 0 1,1 0-1,-1 1 0,-1 0 1,1-1-1,0 1 1,0 0-1,-1 0 0,0 0 1,1 0-1,-1 0 0,0 1 1,0-1-1,0 1 0,0 0 1,0 0-1,0 0 0,-1 0 6,-4 0 7,1 1 0,-1 0 0,0 0 0,0 1 0,1 0 0,-1 0 0,1 1 0,-1 0 0,1 0-1,0 1 1,-1 0 0,1 0 0,1 0 0,-1 1 0,0 0 0,1 1 0,-6 4-7,-12 14 61,1 0 0,0 2 0,2 0 0,1 2 0,1 0 1,1 1-1,1 1 0,2 0 0,1 1 0,1 1 0,2 1 0,1-1 1,0 6-62,4-17 34,1 0 0,1 1 0,1-1 0,0 1 0,2-1 0,0 1 1,2 0-1,0 0 0,1-1 0,3 11-34,-1-23 2,0 0 0,0 0 0,1 0 0,0-1-1,0 1 1,1-1 0,0 0 0,0-1 0,1 0 0,0 0 0,0 0 0,0-1-1,1 0 1,-1 0 0,1 0 0,1-1 0,3 1-2,39 19-1,1-3 0,1-2-1,1-2 1,1-2 0,0-3 0,0-2 0,1-3-1,0-2 1,0-3 0,1-2 0,39-6 1,-45 1-120,0-2-1,-1-2 1,-1-3 0,1-2 0,-2-2 0,22-11 120,80-45-4128,-44 7-10166</inkml:trace>
  <inkml:trace contextRef="#ctx0" brushRef="#br0" timeOffset="787.513">4807 712 19108,'0'0'10122,"-3"20"-7693,-19 203-2144,0 570 417,21-787-714,1-5 14,-1-1 0,0 1 0,1 0 0,-1 0 0,0 0 0,1 0 0,-1 0 0,1 0 0,-1 0 0,1 0 0,0 0 0,-1 0 0,1 0 0,0 0 0,0 1 1,0-1-1,0 0 0,0 0 0,0 0 0,0 0 0,0 0 0,0 0 0,1 0 0,-1 0 0,0 1 0,1-1 0,-1 0 0,1 0 0,-1 0 0,1-1 0,-1 1 0,1 0 0,0 0 0,0 0 0,-1 0 1,1 0-1,0-1 0,0 1 0,0 0 0,0-1 0,0 1 0,0-1 0,0 1 0,0-1 0,0 1 0,0-1 0,0 0 0,0 1 0,0-1 0,0 0 0,0 0 0,0 0 0,0 0 0,1 0 1,-1 0-1,0 0 0,0 0 0,0 0 0,0-1 0,0 1 0,0 0 0,0-1 0,0 1 0,0-1 0,1 1-2,8-10 0,-1 0 0,0-1 0,0 1 0,-1-2 0,-1 1 0,0-1 0,0 0 0,-1-1 0,2-6 0,7-11 0,59-121-11,-13 23-290,5 3 1,55-75 300,-96 167-320,2 1 0,1 2-1,1 0 1,1 2 0,17-11 320,41-30-3203,-71 56 2152,41-31-8685</inkml:trace>
  <inkml:trace contextRef="#ctx0" brushRef="#br0" timeOffset="1199.488">5814 809 28894,'0'0'874,"0"0"-373,0 0-133,1 22 180,3 215 379,-85 300-272,75-438-655,7-100 0,-1 1 0,0 0 0,1 0 0,-1 0 0,0 0 0,1 0 0,-1 0 0,0 0 0,0 0 0,1 0 0,-1 0 0,0 0 0,1 0 0,-1 0 0,0 0 0,1 0 0,-1 0 0,0 0 0,1 0 0,-1 0 0,0 1 0,0-1 0,1 0 0,-1 0 0,0 0 0,0 0 0,1 1 0,-1-1 0,0 0 0,0 0 0,0 1 0,1-1 0,-1 0 0,0 0 0,0 1 0,0-1 0,0 0 0,2-2 0,181-406 0,-170 381-10,6-22-148,3 0 0,2 2-1,2 1 1,2 1-1,2 1 1,2 2 0,2 1-1,1 1 1,33-27 158,101-52-3389,-111 84-1653,2 1-4983,-5 4 4014</inkml:trace>
  <inkml:trace contextRef="#ctx0" brushRef="#br0" timeOffset="1591.466">7091 827 27206,'0'0'2998,"-1"18"-2135,-29 142-279,6-108-338,-29 105 253,53-157-497,0-1-1,0 0 1,0 1-1,1-1 0,-1 1 1,0-1-1,1 1 1,-1-1-1,1 1 1,-1-1-1,0 1 0,1-1 1,-1 1-1,1-1 1,0 1-1,-1 0 1,1-1-1,-1 1 0,1 0 1,-1-1-1,1 1 1,0 0-1,-1 0 1,1 0-1,0 0 0,-1 0 1,1-1-1,-1 1 1,1 0-1,0 0 1,-1 0-1,1 1 0,0-1 1,-1 0-1,1 0 1,0 0-1,-1 0 1,1 1-1,-1-1 0,1 0 1,0 0-1,-1 1 1,1-1-1,-1 1 1,1-1-1,-1 0 0,1 1 1,-1-1-1,1 1 1,-1-1-1,0 1 1,1-1-1,-1 1 0,0 0 1,1-1-1,-1 1 1,0-1-1,0 1 1,0 0-1,1-1 0,-1 1 1,0 0-1,0-1 1,0 1-1,0 0 1,0-1-1,0 1 0,0-1 1,0 1-1,-1 0-1,14-13-47,-1-1-1,0-1 0,-1 0 1,-1 0-1,0-1 1,-1 0-1,0-1 1,1-7 47,0 6-96,144-328-2204,-112 227-2336,-3 1-5797,-21 52 6219,-5 4 7652,-6 28 2523,1 0 3315,-8 101-6921,26 803-1055,-24-685-1300,5 110 0,-13 1 0,-12-1 0,-42 195 0,46-421 0,-4 0 0,-2-2 0,-4 0 0,-2-1 0,-3-2 0,-3-1 0,-34 49 0,44-79 0,-2-1 0,-1-1 0,-2-1 0,-1-2 0,-1-1 0,-1-1 0,-1-1 0,-2-2 0,0-1 0,-2-2 0,0-1 0,-2-2 0,0-1 0,-15 4 0,14-11-37,0-2-1,0-1 1,-1-2-1,0-2 1,0-1-1,1-2 1,-1-2-1,0-1 1,0-2-1,-21-6 38,-72-25-1953,11-10-2977</inkml:trace>
  <inkml:trace contextRef="#ctx0" brushRef="#br0" timeOffset="2023.591">595 2304 29662,'0'0'783,"0"0"-300,21 17-215,95 58-7,77-28 55,116-29 34,96-15-27,1197-56 4,-590 11-333,1052 25 6,-1461 19 0,-170-2-12,-109 0-279,-83 0-934</inkml:trace>
  <inkml:trace contextRef="#ctx0" brushRef="#br0" timeOffset="3595.016">6798 505 26598,'0'0'2928,"0"0"-2392,0 0-280,0 0-23,0 0 175,0 0-80,-110 97-192,104-40-72,6 36-40,0 65-24,8-18-288,1-10-1761</inkml:trace>
  <inkml:trace contextRef="#ctx0" brushRef="#br0" timeOffset="4841.548">6756 708 21181,'0'0'7249,"0"0"-6761,0 0 24,-7 125-192,25-86 72,11-5-31,10-13-153,9-15-40,5-6-80,6-14-40,5-21-48,21-46-248,-13 6-713,-12-2-4584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54:48.4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1606 88 23437,'0'0'4922,"0"0"-3500,0 0-965,-22-14-130,-77-44-92,93 55-220,1 1 1,-1 0-1,0 0 0,0 0 1,0 1-1,0 0 0,0 0 1,-1 0-1,1 1 0,0 0 1,0 0-1,0 1 1,-1-1-1,1 1 0,0 1 1,0-1-1,0 1 0,0 0 1,1 1-1,-1-1 0,0 1 1,-3 3-16,2-3 10,-40 24 37,1 1 1,2 3-1,1 1 0,1 3 1,-12 14-48,47-42 6,-145 133 108,7 7 0,6 6 0,7 5 0,-27 55-114,118-162 34,3 2 0,1 2 0,3 1 0,3 1 0,2 2 0,3 1 0,2 2 0,3 0 0,3 1 0,-5 35-34,22-92 2,0 0 0,0 0 0,0 0-1,1 0 1,0 1 0,0-1 0,0 0 0,1 0 0,0 0 0,1 0 0,-1 0 0,1 0 0,0 0-1,0 0 1,1 0 0,0-1 0,0 1 0,0-1 0,1 0 0,-1 0 0,1 0 0,1 0-1,-1-1 1,0 0 0,1 0 0,0 0 0,0 0 0,0-1 0,1 0 0,-1 0 0,1 0 0,0-1-1,0 0 1,-1 0 0,1 0 0,0-1 0,1 1 0,0-2-2,43 11-1,1-3 1,0-1-1,1-3 1,-1-3-1,26-3 1,-64 2 0,105-2-7,0-7 0,92-18 7,35-13-31,-243 39 27,0 1-1,0-1 1,1 1 0,-1 0-1,1 0 1,-1 0 0,0 0 0,1 0-1,-1 1 1,0-1 0,0 1-1,1 0 1,-1-1 0,0 1-1,0 0 1,0 0 0,0 0 0,0 1-1,0-1 1,0 0 0,0 1-1,0-1 1,0 1 0,-1 0 0,1 0-1,-1-1 1,1 1 0,-1 0-1,0 0 1,0 0 0,0 1 0,0-1-1,0 0 1,0 0 0,-1 1-1,1-1 1,-1 0 0,1 0-1,-1 1 1,0-1 0,0 1 0,0-1-1,0 0 1,-1 1 0,1-1-1,0 0 1,-1 0 0,0 1 0,0-1-1,1 0 1,-1 0 0,0 0-1,-1 0 1,1 0 0,-1 1 4,-7 32-4,-1-1 0,-2-1 0,-2 0 0,-1-1 0,-1 0 0,-17 23 4,-67 99 22,-7-4 0,-7-4 0,-21 11-22,17-17 46,82-98-30,12-16 5,2 1 0,1 1-1,1 0 1,1 2-1,2 0 1,-5 12-21,19-37 1,1 0 0,0-1 0,0 1 0,0 0 0,0 0 0,1 0 0,0 1 0,0-1 0,0 0 0,1 0 0,-1 1-1,1-1 1,1 0 0,-1 1 0,1-1 0,0 0 0,0 0 0,0 0 0,1 0 0,0 0 0,0 0 0,0 0 0,0 0 0,1 0 0,0-1 0,0 0 0,0 1 0,0-1 0,1 0 0,0-1 0,0 1 0,0-1 0,0 1 0,0-1 0,1-1 0,-1 1 0,1 0 0,0-1 0,0 0 0,2 0-1,122 27-83,-113-28 76,1 1 1,-1 0 0,0 1 0,0 1-1,0 0 1,0 2 0,-1 0 0,0 0 0,0 1-1,0 1 1,-1 1 0,0 0 0,-1 1-1,0 0 1,0 1 0,7 8 6,0 10-1,-2 1 1,-1 0 0,-2 2-1,-1-1 1,-1 2-1,-2 0 1,-1 0-1,-1 1 1,-1 5 0,33 194 50,-11 1 0,-9 2 1,-10 189-51,2 2009 561,-80-149-561,16-988 0,42-394 0,25-606 0,-17-295-11,0 0 1,1-1-1,-1 1 0,1 0 0,-1 0 1,1-1-1,0 1 0,0 0 0,0 0 1,0-1-1,0 1 0,0 0 0,1 0 1,-1 0-1,0-1 0,1 1 0,-1 0 1,1-1-1,0 1 0,0 0 0,-1-1 1,1 1-1,0-1 0,0 1 0,1-1 1,-1 0-1,0 1 0,0-1 0,1 0 1,-1 0-1,0 0 0,1 0 1,0 0-1,-1 0 0,1 0 0,-1-1 1,1 1-1,0 0 0,-1-1 0,1 0 1,0 1-1,0-1 0,-1 0 0,1 0 1,0 0-1,0 0 0,0 0 0,-1 0 1,1 0-1,0-1 0,0 1 0,-1-1 1,1 1-1,0-1 0,0 0 11,32-39-1564,-6-26-1634</inkml:trace>
  <inkml:trace contextRef="#ctx0" brushRef="#br0" timeOffset="8756.297">488 11332 29606,'0'0'770,"0"25"-325,1 392 936,70 347-816,-54-589-565,7 0 0,8-2 0,8-1 0,7-2 0,7-3 0,8-1 0,-49-132 0,1-1 0,2-1 0,2 0 0,0-1 0,2-1 0,2-1 0,0-1 0,2 0 0,1-2 0,1-1 0,1-1 0,1-2 0,1 0 0,1-2 0,1-1 0,16 6 0,-9-13 0,0-2 0,1-2 0,0-1 0,1-2 0,0-1 0,-1-3 0,1-1 0,0-2 0,0-1 0,-1-3 0,0-1 0,0-1 0,22-10 0,107-37-215,-27-9-858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54:52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1395 5072 30567,'0'0'592,"-16"24"-284,-207 320 82,-451 737-56,585-919-327,79-132-6,10-30-1,0 1-1,1 0 1,-1-1 0,0 1 0,0 0-1,0-1 1,0 1 0,0-1 0,1 1-1,-1 0 1,0-1 0,0 1 0,1-1-1,-1 1 1,1-1 0,-1 1 0,0-1 0,1 1-1,-1-1 1,1 1 0,-1-1 0,1 1-1,-1-1 1,1 0 0,-1 1 0,1-1-1,0 0 1,-1 0 0,1 1 0,-1-1-1,1 0 1,0 0 0,-1 0 0,1 0-1,0 0 1,-1 0 0,1 0 0,0 0-1,-1 0 1,1 0 0,0 0 0,-1 0-1,1-1 1,-1 1 0,1 0 0,0 0-1,-1 0 1,1-1 0,-1 1 0,1-1 0,-1 1-1,1 0 1,-1-1 0,1 1 0,-1-1-1,1 1 1,-1-1 0,0 1 0,1-1-1,-1 1 1,0-1 0,1 1 0,-1-1-1,0 0 1,0 1 0,1-1 0,203-166-48,488-410-220,-569 498 281,-107 84 6,-15 7-16,-1 1 1,0-1-1,0 1 0,-2-1 1,1 0-1,-2 1 1,1-1-1,-2 0 0,1 0 1,-6 9-4,7-13 3,-56 147 103,-6-3 0,-17 16-106,45-90 32,-150 321 195,169-313-98,18-85-128,0 1 0,0 0 0,0-1 0,0 1 0,1-1 0,-1 1 0,1-1 0,-1 0 0,1 1 0,-1-1 0,1 0 0,0 0 0,-1 0 0,1 0 0,0-1 0,0 1 0,0 0 0,0-1 0,0 1 0,0-1 0,0 0 0,0 1 0,0-1 0,0 0 0,0 0 0,0-1 0,0 1 0,0 0 0,0 0 0,0-1-1,3 1 2,6-1 0,0-1 0,1 0 0,-1 0 0,0-1 0,0-1-1,-1 0 1,1 0 0,-1-1 0,0-1 0,0 1 0,0-2 0,-1 1 0,0-1-1,-1-1 1,5-3-2,96-86-52,-5-4-1,-4-5 0,48-68 53,-135 158-8,205-244-2305,66-119 2313,-227 291-5113,-22 24-12857</inkml:trace>
  <inkml:trace contextRef="#ctx0" brushRef="#br0" timeOffset="420.651">2281 5668 28342,'0'0'750,"0"0"-178,0 0-62,23-5 7,72-14-101,-94 18-409,0 0 1,0 0 0,0 0 0,0 1-1,0-1 1,0 1 0,0-1 0,0 1 0,0-1-1,1 1 1,-1-1 0,0 1 0,0 0-1,0 0 1,1 0 0,-1 0 0,0 0-1,0 0 1,1 0 0,-1 0 0,0 0-1,0 0 1,0 1 0,1-1 0,-1 0-1,0 1 1,0-1 0,0 1 0,0 0 0,0-1-1,0 1 1,0 0 0,0-1 0,0 1-1,0 0 1,0 0 0,0 0 0,-1 0-1,1 0 1,0 0 0,-1 0 0,1 0-1,0 0 1,-1 0 0,0 0 0,1 1 0,-1-1-1,0 0 1,1 0 0,-1 1 0,0 0-8,1 6 32,3 23-4,-2-1 0,-1 1 0,-1 0 0,-1 0 0,-2-1 0,-6 26-28,7-43 4,-43 256 5,18-128-7,6 2 1,7 0 0,5 14-3,9-155 6,-1 0 0,1 0-1,0 0 1,-1 0 0,1 1-1,0-1 1,0 0 0,0 0 0,1 0-1,-1 0 1,0 0 0,1 0 0,-1 0-1,1 1 1,0-1 0,0-1 0,0 1-1,0 0 1,0 0 0,0 0-1,0 0 1,1-1 0,-1 1 0,0 0-1,1-1 1,0 0 0,-1 1 0,1-1-1,0 0 1,0 0 0,0 0-1,-1 0 1,1 0 0,0 0 0,0 0-1,0-1 1,1 1 0,-1-1 0,0 1-1,0-1 1,0 0 0,0 0 0,0 0-1,1 0 1,-1 0 0,0-1-1,0 1 1,0-1 0,0 1 0,0-1-1,0 0 1,0 0 0,0 1 0,0-2-6,15-2 22,-1-2 0,0 0 0,0-1 0,0 0 0,-1-2 0,0 1 0,0-2 0,-1 0 1,-1-1-1,0 0 0,0-1 0,1-3-22,79-78 57,-5-5 0,-3-3 0,-6-4 0,-4-3-1,-4-4 1,41-93-57,-65 107-1319,-39 71-1164</inkml:trace>
  <inkml:trace contextRef="#ctx0" brushRef="#br0" timeOffset="-2449.705">1513 991 19812,'0'0'9210,"0"0"-8538,141-39-112,-60 5-135,13-7-89,9-5-88,2-3-120,0 0-104,-6-3-24,19-21-224,-28 14-480,-17 4-1385</inkml:trace>
  <inkml:trace contextRef="#ctx0" brushRef="#br0" timeOffset="-2063.866">2471 1 27990,'0'0'1160,"0"0"-160,-90 221-287,40-44-193,-3 22-152,7 5-152,7-11-96,6-21-80,5-9-40,6-13-56,6-31-256,5-35-256,-11-9-625,5-31-959,-7-13-16652</inkml:trace>
  <inkml:trace contextRef="#ctx0" brushRef="#br0" timeOffset="-2062.866">1757 1330 28102,'0'0'1016,"0"0"-208,186-96-295,-87 46-185,-1 3-112,-1 2-128,-14 9-56,-13 10-32,-22 23-160,-17 3-569,-24 3-1791</inkml:trace>
  <inkml:trace contextRef="#ctx0" brushRef="#br0" timeOffset="-1654.123">345 2735 29422,'0'0'676,"-9"19"-301,7-13-352,-15 60 115,19-64-134,0 0-1,0 0 1,0-1 0,0 1 0,1 0 0,-1-1 0,1 1 0,-1-1-1,1 0 1,-1 0 0,1 0 0,0 0 0,-1-1 0,1 1 0,0 0 0,0-1-1,0 0 1,-1 0 0,1 0 0,0 0 0,0 0 0,0-1 0,-1 1 0,1-1-1,0 0 1,0 0 0,-1 0 0,1 0 0,-1 0 0,1 0 0,-1-1 0,1 1-1,-1-1 1,2-1-4,198-84 302,246-150 547,40-52-849,-38 21 764,50 1-764,13 32-328,-438 190-977,-52 18-3059,-16 5-9700</inkml:trace>
  <inkml:trace contextRef="#ctx0" brushRef="#br0" timeOffset="-1653.123">2335 1922 23685,'-103'174'5281,"-8"33"-4609,14-4-224,12 4-71,15 4-73,17 0-72,13-6-88,12-19-104,10-48-40,12-45-168,6-52 24,11-41-321,13-4-471,0-29-1048</inkml:trace>
  <inkml:trace contextRef="#ctx0" brushRef="#br0" timeOffset="-650.496">2546 2090 28102,'0'0'984,"0"0"-120,92 102-239,-53-15-145,-8 39-56,-22 46-176,-9 23-104,-27 5-80,-23-23-48,4-49-16,4-35-40,7-34-72,2-21-72,-4-5-128,-24-33-216,8 0-1025,7-23-3464</inkml:trace>
  <inkml:trace contextRef="#ctx0" brushRef="#br0" timeOffset="-357.976">2213 2603 28262,'0'0'731,"0"0"-256,19-1-246,64 3-136,-81-2-92,1 1 0,-1-1 0,1 1 0,-1 0 0,0 0 0,0 0 0,1 0 0,-1 0 0,0 0 0,0 1 0,0-1 0,0 1 0,0-1 0,-1 1-1,1 0 1,0 0 0,-1 0 0,1 0 0,-1 0 0,0 0 0,0 0 0,0 0 0,0 0 0,0 1 0,0-1 0,0 0 0,-1 1 0,1-1 0,-1 1 0,0-1 0,0 1-1,0-1 1,0 1-1,1 1-3,0 22-54,-1-1-1,-2 0 0,0 0 0,-2-1 0,0 1 0,-2-1 1,-1 1-1,0-2 0,-2 1 0,-1-1 0,-1-1 0,-1 1 1,-9 12 57,13-20 19,-22 61 231,30-75-239,0-1 0,0 1 1,0 0-1,0 0 1,0 0-1,0 0 0,0-1 1,1 1-1,-1 0 0,0 0 1,1-1-1,-1 1 1,0 0-1,1 0 0,-1-1 1,1 1-1,-1 0 0,1-1 1,0 1-1,-1-1 1,1 1-1,-1-1 0,1 1 1,0-1-1,0 1 1,-1-1-1,1 0 0,0 1 1,0-1-1,-1 0 0,1 1 1,0-1-1,0 0 1,0 0-1,0 0 0,-1 0 1,1 0-1,0 0 1,0 0-1,0 0 0,0 0 1,-1-1-1,1 1 0,0 0 1,0 0-1,-1-1 1,1 1-1,0 0 0,0-1 1,-1 1-1,1-1 0,0 1 1,-1-1-1,2 0-11,1 1 36,27-8 96,-1-1-1,0-2 0,-1 0 0,-1-2 0,1-1 1,-2-1-1,21-16-131,1 2 82,6-3-534,-2-3 1,-1-2-1,-2-2 1,29-31 451,-21 12-6640</inkml:trace>
  <inkml:trace contextRef="#ctx0" brushRef="#br0" timeOffset="13322.829">3973 2411 20916,'0'0'2465,"0"0"848,0 0-2068,0 0-807,0 0 19,0 0 7,23 0-129,79 1-116,-80-1-199,0 2 1,0 0 0,0 2-1,0 0 1,-1 1 0,0 2-1,0 0 1,0 1 0,-1 1-1,0 1 1,0 1 0,-1 0-1,-1 2 1,0 0 0,-1 1-1,0 0 1,-1 2 0,-1 0-1,0 1 1,-2 0 0,0 1-1,9 16-20,5 14 13,-2 1-1,-2 1 1,-3 1-1,-1 1 1,-3 1-1,-3 0 1,-1 1-1,0 21-12,7 91 192,-6 0 0,-8 0-1,-11 94-191,-6-143 11,-6-1 1,-5-1-1,-4-1 0,-6-1 0,-4-1 0,-25 44-11,16-37-36,-6-3 1,-4-2-1,-5-3 0,-5-3 0,-5-2 1,-4-4-1,-4-3 0,-5-3 1,-40 30 35,112-115-115,0 0 1,-1 0 0,0-2-1,-1 0 1,0 0 0,0-1-1,-1-1 1,0 0 0,0-1-1,0-1 1,-1 0 0,0-1-1,0-1 1,0-1 0,-15 1 114,-14-2-2054</inkml:trace>
  <inkml:trace contextRef="#ctx0" brushRef="#br0" timeOffset="13789.938">3929 3997 20884,'0'0'5492,"0"0"-3762,0 0-968,0 0-177,0 0-86,22 7-58,158 26 65,498-7-281,131 44 184,-690-68-331,-47-3-5,0 3 0,0 3-1,-1 3 1,0 3 0,33 12-73,-47 4 480,-77-23-168,-199-13-469,191 3-1120,9-8-2114</inkml:trace>
  <inkml:trace contextRef="#ctx0" brushRef="#br0" timeOffset="14200.627">6425 4043 29630,'0'0'784,"0"0"-639,0 0-81,176 0 8,-106-4 160,2 2 0,-2 2-112,1 0-120,8-4-96,-18 0-785,-15-8-3936</inkml:trace>
  <inkml:trace contextRef="#ctx0" brushRef="#br0" timeOffset="14685.148">6750 3575 29766,'0'0'584,"0"0"-399,22 113-9,-5-38 216,3 25 24,2 25-168,-9 22-144,-6 7-56,-7-12-16,0-33-32,-13-36-56,2-22-160,-5-9-304,3-11-625,-2-15-1183</inkml:trace>
  <inkml:trace contextRef="#ctx0" brushRef="#br0" timeOffset="14686.148">6533 3632 27678,'0'0'1000,"0"0"-624,0 0-88,0 0 216,0 140-184,6-78-192,3 1-128,18 10-256,-3-16-696,2-20-2288</inkml:trace>
  <inkml:trace contextRef="#ctx0" brushRef="#br0" timeOffset="14687.148">6989 3891 29414,'0'0'888,"0"0"-399,0 0-89,-176 138-120,100-73-160,-1 8-80,11 2-40,14-2-16,17-8-96,21-10-48,14-13-88,14-17-176,23-15-121,35-20-367,-8-17-1192,-5-11-4258</inkml:trace>
  <inkml:trace contextRef="#ctx0" brushRef="#br0" timeOffset="15011.341">7041 3972 25878,'0'0'944,"0"0"-944,125-30-4953</inkml:trace>
  <inkml:trace contextRef="#ctx0" brushRef="#br0" timeOffset="15211.958">7467 3881 26686,'0'0'1551,"0"0"-446,-21 16-454,-121 95 161,94-58-594,107-40-189,-47-12-30,0 1 1,0 0 0,0 1-1,-1 0 1,1 0-1,-1 1 1,0 1-1,0 0 1,0 1-1,-1 0 1,0 0-1,0 1 1,-1 0-1,9 9 1,98 61-6,-114-73 10,0 0 1,-1 0-1,0 0 1,0 0-1,0 0 1,0 0 0,-1 0-1,1 0 1,-1 1-1,0-1 1,0 0-1,-1 0 1,1 0-1,-1 1 1,0-1 0,0 0-1,0 0 1,-1 0-1,0 0 1,1-1-1,-1 1 1,-1 0 0,1-1-1,0 1 1,-1-1-1,0 0 1,1 0-1,-1 0 1,-1 0-1,1 0 1,0 0-5,-34 37 57,24-28-28,1 1 1,0 0-1,1 1 1,0 0-1,1 1 0,1 0 1,1 1-1,-7 15-29,14-30-2,1 1-1,-1 0 1,1 0 0,0 0-1,-1-1 1,1 1 0,0 0-1,0 0 1,0 0 0,1-1-1,-1 1 1,0 0-1,1 0 1,-1 0 0,1-1-1,-1 1 1,1 0 0,0-1-1,0 1 1,0 0 0,0-1-1,0 1 1,0-1 0,0 0-1,0 1 1,1-1 0,-1 0-1,0 0 1,1 0 0,-1 0-1,1 0 1,0 0-1,-1 0 1,1 0 0,0-1-1,-1 1 1,1 0 0,0-1-1,0 0 1,-1 1 0,1-1-1,0 0 1,0 0 0,0 0-1,0 0 1,-1 0 0,1-1-1,0 1 1,0 0-1,0-1 1,-1 1 0,1-1-1,0 0 1,-1 0 0,1 0 2,7 1-11,74 0-134,-86 5 95,-294 189-514,209-144-923</inkml:trace>
  <inkml:trace contextRef="#ctx0" brushRef="#br0" timeOffset="18006.287">1 4037 23861,'0'0'5745,"0"0"-5009,0 0-383,0 0-9,173-10-24,35 8-56,150-30-8,106-23-8,65-20-64,-1-4-24,-70 18-48,-55 26-72,-65 35-8,-62 13-32,-92 25-280,-61-6-864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54:55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1469 4539 29670,'0'0'1198,"0"0"-793,0 25-233,-1 116 111,-2 38 54,8 0 0,23 137-337,-26-307-5,-2-3-33,0 0 0,0 0 0,0 0 0,1 0 0,0 0 0,0-1 0,1 1 0,0 0 0,0-1-1,0 1 1,0-1 0,1 0 0,0 0 0,0 0 0,1 0 0,-1 0 0,1-1 0,0 1 0,0-1 0,1 0 0,-1 0-1,1-1 1,1 1 38,-3-4-23,0 0-1,-1-1 1,1 0-1,0 1 1,0-1-1,-1 0 1,1-1-1,0 1 1,-1 0-1,1-1 0,-1 1 1,1-1-1,-1 0 1,0 0-1,0 0 1,0 0-1,0 0 1,0 0-1,0-1 1,-1 1-1,1 0 1,-1-1-1,1 0 0,-1 1 1,0-1-1,0 0 1,0 0-1,-1 1 1,1-2 23,3-3-71,103-242-2002,-84 185 1811,1 2 0,4 1 0,2 2 0,3 0 0,2 2 1,3 2-1,13-12 262,-22 37 221,2 2 0,1 1 0,1 2 0,1 1 0,2 1 0,0 2 0,1 2 1,1 1-1,0 2 0,1 2 0,1 1 0,0 3 0,35-6-221,59-3 451,1 5 0,0 6 0,75 7-451,-205 0 12,0 0-1,-1 0 0,1 0 1,0 1-1,0 0 1,0 0-1,0 0 0,0 0 1,0 1-1,0 0 1,0 0-1,0 0 0,-1 0 1,1 1-1,0 0 1,-1 0-1,1 0 0,-1 1 1,0 0-1,0-1 1,0 1-1,0 1 0,0-1 1,-1 1-1,1-1 1,-1 1-1,0 0 0,0 0 1,-1 0-1,1 0 0,-1 1 1,0-1-1,0 1 1,0 0-1,0 2-11,-1 2 11,-1 0 0,0 0-1,0 0 1,-1 0 0,0-1 0,-1 1-1,0 0 1,0 0 0,-1-1 0,0 0-1,-1 1 1,0-1 0,0 0 0,0-1-1,-1 1 1,-2 0-11,-33 46 19,-3-2 0,-3-2 0,-1-1 0,-14 6-19,-35 35-20,-5-4-1,-3-6 1,-67 38 20,155-107-54,0-1 1,-1-1 0,0 0-1,-1-1 1,0-1 0,0-1-1,0-1 1,-4 0 53,14-5-140,0 0 0,0-1 0,0 0-1,0 0 1,1-1 0,-1 0 0,0-1 0,1 0 0,0 0 0,-1 0-1,1-1 1,0 0 0,1 0 0,-1-1 0,1 0 0,0 0 0,0-1-1,1 1 1,-1-1 0,1 0 0,0-1 0,1 1 0,-1-2 140,-42-57-4276</inkml:trace>
  <inkml:trace contextRef="#ctx0" brushRef="#br0" timeOffset="365.808">2421 4523 25277,'0'0'1593,"0"0"-617,0 0-344,116 24 16,-116 33 168,-5 32-287,-34 37-321,-14 28-144,3-12-64,11-31-96,14-44-209,14-38-207,3-17-136,3-6-496,3-6-2169</inkml:trace>
  <inkml:trace contextRef="#ctx0" brushRef="#br0" timeOffset="366.808">2997 4616 25501,'0'0'1841,"0"0"-753,-79 174-568,22-86-128,-4 7-24,-3 2-200,14-20-96,0-4-72,6-18-176,0-35-400,13-18-688,9-6-12035</inkml:trace>
  <inkml:trace contextRef="#ctx0" brushRef="#br0" timeOffset="770.078">2587 4691 29230,'-5'109'507,"-6"0"-1,-4-1 1,-13 40-507,-19 123 273,8 140-208,39-404-97,1-1-1,-1 1 1,-1 0 0,1 0 0,-1 0-1,0 0 1,-1-1 0,1 1-1,-1-1 1,-1 1 0,1-1-1,-1 1 1,0-1 0,-1 0 0,1-1-1,-1 1 1,0 0 0,-1-1-1,1 0 1,-1 0 0,0 0 0,0-1-1,-1 0 1,1 0 0,-1 0-1,0-1 1,0 1 0,-5 1 32,8-4 0,-1 1 1,0-1 0,0 0-1,1-1 1,-1 1 0,0 0-1,0-1 1,0 0 0,1 0-1,-1 0 1,0 0 0,0-1-1,0 0 1,0 1 0,1-2-1,-1 1 1,0 0-1,1-1 1,-1 1 0,1-1-1,0 0 1,-1 0 0,1 0-1,0-1 1,0 1 0,0-1-1,1 1 1,-1-1 0,1 0-1,-1 0 1,1 0 0,0-1-1,0 1 1,0 0-1,1-1 0,-5-15-2,1 0 0,1-1-1,1 1 1,1-1 0,1 0-1,0 1 1,1-1-1,2 0 1,0 1 0,1-1-1,0 1 1,2 0 0,1 0-1,4-10 3,0 3 1,2 1-1,1 0 1,1 2-1,1-1 1,2 2-1,0 0 1,1 1-1,0 0 1,2 2-1,1 0 1,0 2-1,1 0 1,1 1-1,1 2 1,0 0-1,8-2 0,-24 11 18,0 1 0,1 1 1,-1-1-1,1 1 0,-1 1 0,1 0 0,0 0 1,0 0-1,0 1 0,0 1 0,8 0-18,-16 0 5,1 1 0,-1-1-1,1 1 1,-1-1 0,1 1-1,-1 0 1,1 0 0,-1 0 0,1 0-1,-1 0 1,0 0 0,0 0-1,0 0 1,1 1 0,-1-1-1,0 0 1,-1 1 0,1-1 0,0 1-1,0-1 1,-1 1 0,1-1-1,0 1 1,-1 0 0,0-1-1,1 1 1,-1-1 0,0 1 0,0 0-1,0-1 1,0 1 0,0 0-1,0 0 1,0-1 0,-1 1 0,1-1-1,-1 1 1,1 0 0,-1-1-1,0 1-4,0 8 23,-3 20 1,-3 0 1,0-1-1,-2 1 0,-1-2 1,-1 1-1,-2-2 0,0 1 1,-2-2-1,-4 4-24,-5 14 38,-209 345 600,199-330-417,34-58-220,0-1 0,1 1 0,-1 0 0,0 0 0,1-1 0,-1 1 0,1 0 0,-1-1 0,1 1-1,-1-1 1,1 1 0,-1 0 0,1-1 0,0 1 0,-1-1 0,1 0 0,0 1 0,-1-1 0,1 0 0,0 1 0,0-1 0,-1 0 0,1 0 0,0 1-1,0-1 1,0 0 0,-1 0 0,1 0 0,0 0 0,0 0 0,0 0 0,-1 0 0,1-1 0,0 1 0,0 0 0,-1 0 0,1-1 0,0 1 0,0 0 0,-1-1-1,1 1 1,0 0 0,-1-1 0,1 1 0,0-1 0,-1 1 0,1-1-1,150-78 21,271-205-11,-318 241-1162,-100 43-817</inkml:trace>
  <inkml:trace contextRef="#ctx0" brushRef="#br0" timeOffset="1184.632">1349 7007 29582,'0'0'696,"0"0"-305,19 7-120,-4-1-197,-5-2-27,-1 1 0,1-2 0,0 0 0,0 0 0,0 0-1,1-1 1,-1-1 0,0 0 0,1 0 0,-1-1 0,1-1 0,-1 1 0,5-2-47,12-8 55,-1-2-1,-1 0 1,0-1-1,-1-2 1,0 0-1,-1-2 1,-1-1-1,18-17-54,326-300-405,-351 322 319,1 0 0,0 1 0,0 1 0,1 1-1,1 0 1,0 1 0,0 1 0,0 0 0,1 2 0,0 0 0,1 1 0,-1 1 0,1 0 0,0 2 0,0 1 0,0 0 0,8 1 86,-18 3 51,-1 0 1,0 1-1,0 0 1,0 0-1,0 1 1,-1 0-1,0 1 1,0 0-1,0 0 1,-1 0-1,0 1 1,0 0-1,0 1 1,-1-1-1,-1 1 1,1 0-1,-1 1 1,0 0-1,-1-1 1,0 1-1,0 1 1,-1-1 0,-1 0-1,2 6-51,36 71 800,-35-82-786,0 1 1,0-1-1,0 0 0,1 0 0,-1-1 0,1 0 1,0 0-1,0 0 0,0-1 0,0 1 0,1-2 1,-1 1-1,1-1 0,-1 0 0,1 0 0,-1 0 1,1-1-1,-1 0 0,1-1 0,0 1 0,-1-1 1,1-1-1,-1 1 0,0-1 0,1 0 0,-1 0 1,0-1-1,0 0 0,0 0 0,-1-1 0,1 1 1,-1-1-1,0 0 0,1-1-14,544-357-766,-538 354 748,1 0 0,1 1-1,-1 0 1,1 1 0,0 0-1,0 1 1,1 1-1,0 0 1,13-1 18,-23 5 10,0 0 0,1 0 0,-1 1 0,0 0 0,0-1-1,0 2 1,0-1 0,0 0 0,-1 1 0,1 0 0,0 0 0,-1 1 0,1-1 0,-1 1 0,0 0-1,0 0 1,0 1 0,0-1 0,0 1 0,-1-1 0,0 1 0,1 0 0,-2 1 0,1-1-1,0 0 1,-1 2-10,42 126 569,-16 54-417,-26-184-195,-1 0 1,0 0-1,1 0 1,-1 0-1,1-1 1,-1 1-1,1-1 1,0 1 0,-1-1-1,1 1 1,0-1-1,0 0 1,0 0-1,0 0 1,0 0-1,1 0 1,-1-1-1,0 1 1,0-1 0,0 1-1,1-1 1,-1 0-1,0 0 1,2 0 42,17-1-1597</inkml:trace>
  <inkml:trace contextRef="#ctx0" brushRef="#br0" timeOffset="-2003.365">1325 1420 30134,'0'0'649,"190"-96"-177,-8-3-56,31-19-168,-3-5-80,-23 17-16,-36 23-80,-30 20-40,-27 18-32,-26 13-168,8-8-344,-12 7-929,-11-3-3824</inkml:trace>
  <inkml:trace contextRef="#ctx0" brushRef="#br0" timeOffset="-1645.164">2359 351 29742,'0'0'729,"-48"144"-353,15-20-56,3 20-80,5 0 32,14-11-88,9-15-120,2-19-64,0-22-192,20-20-280,0-26-753,-3-17-1287</inkml:trace>
  <inkml:trace contextRef="#ctx0" brushRef="#br0" timeOffset="-1644.164">2877 314 24429,'0'0'5657,"0"140"-5296,-31 0-193,-9 33-64,-1 11 64,1-5-16,10-11-104,1-8-48,5-32-272,7-41-681,1-44-1799</inkml:trace>
  <inkml:trace contextRef="#ctx0" brushRef="#br0" timeOffset="-1240.155">2710 1115 30142,'-103'116'753,"-29"42"-257,-30 41-240,-6 22-104,10-10-48,-5 14-64,1 10-16,-4-8-8,8-14-16,20-36 0,41-59 0,45-52-160,41-66-248,11-12-681,2-38-2391</inkml:trace>
  <inkml:trace contextRef="#ctx0" brushRef="#br0" timeOffset="-1239.155">2848 1343 30166,'0'0'1377,"0"0"-1201,118 142-128,-78-63-24,-12 8-24,-3-2 0,-4 18-112,-1-23-408,-11-18-1337</inkml:trace>
  <inkml:trace contextRef="#ctx0" brushRef="#br0" timeOffset="-1011.203">1502 3229 31535,'0'0'552,"178"-73"-400,4-53-120,37-42-8,9-21 64,-13 4 48,-33 33-104,-14 14-32,-29 15-520,-45 33-816,-37 20-2113</inkml:trace>
  <inkml:trace contextRef="#ctx0" brushRef="#br0" timeOffset="-795.73">2763 2464 30871,'-3'130'640,"1"22"-304,2-10-224,0 4-72,0 2 24,0-4-48,0-10-16,-6-31-160,-12-32-168,1-34-24,-12-35-144,3-2-169,0-12-999</inkml:trace>
  <inkml:trace contextRef="#ctx0" brushRef="#br0" timeOffset="-794.73">2397 2937 30198,'-68'134'641,"-3"22"-521,21-18-120,22-25-184,28-17-8,2-34-345,22-37-1303</inkml:trace>
  <inkml:trace contextRef="#ctx0" brushRef="#br0" timeOffset="-497.945">3479 2677 30679,'0'0'664,"132"8"-424,-51 67-240,-9-2-832,-26 10-7778</inkml:trace>
  <inkml:trace contextRef="#ctx0" brushRef="#br0" timeOffset="15620.208">1 422 29286,'0'0'666,"0"0"-177,0 0-129,0 0-40,0 0 3,30 4-2,128 0 12,66-59-63,129-49-137,4 16 0,3 16 0,79 5-133,-10 36-731,1 18 0,245 31 731,-492-10-2859</inkml:trace>
  <inkml:trace contextRef="#ctx0" brushRef="#br0" timeOffset="16067.136">816 4302 29438,'0'0'592,"0"0"-39,0 0-265,130-31-48,93-36 152,66-18-152,38-8 16,-3 8-96,-19 22-80,4 10-72,2 12-8,-2 15-232,-78 12-216,-52 6-1049</inkml:trace>
  <inkml:trace contextRef="#ctx0" brushRef="#br0" timeOffset="16444.472">1233 7350 29662,'0'0'648,"160"32"-183,33-24-17,61-8-112,44-30-72,26-29-16,-4 2-48,11-3-24,7 7-112,-22 16-48,-21 5-16,-38 12-368,-82 13-408,-54-5-2633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56:49.1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60 360 26822,'0'0'3993,"0"0"-3465,0 0-120,0 0-248,-59 104 96,96 9 40,18 33-80,6 14-128,-1-3-88,-8-17 0,-17-35 0,-4-30 0,-7-30-88,-2-21-312,4-14-312,7-48-689,0-19-543,-13-24-13195</inkml:trace>
  <inkml:trace contextRef="#ctx0" brushRef="#br0" timeOffset="252.752">529 263 25557,'28'-13'2954,"46"-17"-2365,1 3 0,1 3-1,32-4-588,168-25 637,2 13-1,2 11 1,124 10-637,-69 28 152,-323-8-149,1 0 1,-1 1-1,0 1 1,0 0-1,0 0 1,-1 1-1,1 1 0,-1 0 1,0 0-1,0 1 1,-1 0-1,3 3-3,-9-4-3,0 1-1,-1 0 0,0 0 0,0 0 1,0 0-1,0 1 0,-1-1 0,0 1 1,-1-1-1,1 1 0,-1 0 1,-1 0-1,1 0 0,-1-1 0,0 1 1,-1 0-1,1 0 0,-1 0 1,-1 0-1,1-1 0,-1 1 0,-1-1 1,1 1-1,-3 3 4,-8 13-8,-1 0-1,-1-1 1,-1 0 0,-1-1-1,0-1 1,-2-1 0,0-1 0,-2 0-1,-11 7 9,-48 40-158,-4-3 0,-2-4 0,-2-4 0,-3-4 0,-2-4-1,-2-4 1,-10 0 158,75-32-327,0-2-1,-1 0 1,0-2-1,0-2 1,0 0-1,-1-2 1,-4-2 327,-50-4-2906,19-19-3761</inkml:trace>
  <inkml:trace contextRef="#ctx0" brushRef="#br0" timeOffset="796.542">1270 307 24309,'0'0'4353,"-9"33"-2713,-124 438-354,100-251-1195,33-218-106,-1 0 1,0 0 0,1 0-1,0 0 1,-1 0-1,1 1 1,0-1 0,0 0-1,0 0 1,0 0-1,0 0 1,1 0 0,-1 1-1,1-1 1,-1 0-1,1 0 1,0 0 0,0 0-1,0 0 1,0-1-1,0 1 1,0 0 0,1 0-1,-1-1 1,0 1-1,1 0 1,-1-1 0,1 0-1,0 1 1,0-1-1,-1 0 1,1 0 0,0 0-1,0 0 1,0 0-1,0 0 1,0 0 0,0-1-1,0 1 1,0-1-1,1 0 1,-1 0 0,0 1-1,0-1 15,12 0-97,-1 0 0,1-1 0,0 0 0,-1-1 0,1-1 0,-1 0 0,0-1 0,0 0 0,0-1 0,-1 0 0,1-1 0,-1-1 0,9-6 97,78-50-1267,-3-4 1,-3-4 0,36-39 1266,-99 85-686,79-53 3481,-109 78-2758,0 0 1,0 1-1,-1-1 1,1 1-1,0-1 1,0 0-1,0 1 0,0-1 1,0 1-1,0-1 1,0 0-1,0 1 1,0-1-1,1 1 1,-1-1-1,0 0 0,0 1 1,0-1-1,0 1 1,0-1-1,1 0 1,-1 1-1,0-1 0,0 0 1,1 0-1,-1 1 1,0-1-1,0 0 1,1 1-1,-1-1 1,0 0-1,1 0 0,-1 0 1,0 1-1,1-1 1,-1 0-1,1 0 1,-1 0-1,0 0 0,1 0 1,-1 0-1,1 0 1,-1 1-1,0-1 1,1 0-1,-1-1 1,1 1-1,-1 0 0,0 0 1,1 0-1,-1 0 1,1 0-1,-1 0 1,0 0-1,1 0 0,-1-1-37,-101 132 1327,90-117-1288,-109 123 151,6 5 1,6 4 0,-22 51-191,127-192-1,0-2-3,-1 1 0,1 0 0,0 0 0,0 0 1,0 1-1,0-1 0,1 1 0,0-1 0,0 1 1,0 0-1,0 0 0,1 0 0,0 0 0,0 0 0,0 0 1,1 0-1,0 0 0,0 0 0,0 1 0,0-1 1,1 0-1,0 0 0,0 0 0,0 0 0,1 0 0,-1 0 1,1-1-1,1 1 0,-1 0 0,1 0 4,4-2-6,0 1-1,0-1 0,0-1 1,1 1-1,-1-1 1,1-1-1,0 1 1,0-1-1,-1 0 0,1-1 1,0 0-1,0 0 1,6-2 6,9 2-6,538-23-16,-555 22 26,0 0-1,0 1 1,0 0 0,0 0-1,0 1 1,0-1 0,0 1-1,-1 0 1,1 1 0,0 0 0,0 0-1,-1 0 1,1 0 0,-1 1-1,1 0 1,-1 0 0,0 0 0,0 1-1,-1 0 1,1 0 0,-1 0-1,0 0 1,0 1 0,0 0-1,-1-1 1,1 1 0,-1 1 0,0-1-1,-1 0 1,1 1 0,-1 0-1,0-1 1,-1 1 0,1 0-1,-1 0 1,0 4-4,3 19 14,-1 0 0,-1 0-1,-2 0 1,-1 0 0,-1 0-1,-2 0 1,0 0 0,-8 20-14,-2-2 13,-2 0 1,-3-2-1,-1 0 1,-2-1-1,-3-1 1,-1-2 0,-1 0-1,-3-2 1,-2 0-14,-48 52 33,-4-4 1,-3-4-1,-18 8-33,47-40 8,-3-2 1,-1-3-1,-3-3 0,-1-3 0,-2-3 0,-1-3 1,-47 16-9,106-46-8,0 0 1,0-1 0,0 0-1,0-1 1,0 0 0,-1-1-1,1 0 1,0 0 0,-1-1-1,1 0 1,-1-1 0,-2-1 7,10 0-28,0-1 0,-1 0 0,1 0 0,0 0 0,0 0 1,1 0-1,-1-1 0,1 1 0,0-1 0,0 0 0,0 1 1,0-1-1,0 0 0,1 0 0,0 0 0,0-1 0,0 1 1,0 0-1,1 0 0,-1 0 0,1-1 0,0 1 0,1 0 1,0-5 27,-2-1-85,-1-51-545,2-1 0,3 1 0,3-1 0,2 1-1,3 1 1,4-7 630,76-210-10211,-88 272 10061,47-103-1558,-3 51 4134,11 31 6905,-14 52-5936,13 91-3320,-46-89 655,-4-9-693,17 42 187,2-1-1,2-1 1,29 41-224,-48-85-97,1-1 0,0 0 0,1-1-1,1 0 1,0 0 0,0-2-1,1 1 1,1-2 0,0 1 0,0-2-1,1 0 1,0-1 0,1 0-1,0-2 1,0 1 0,14 2 97,44-3-3834</inkml:trace>
  <inkml:trace contextRef="#ctx0" brushRef="#br0" timeOffset="1203.565">3164 1368 29502,'0'0'1025,"177"-8"-649,18-57-16,44-30-112,18-25-120,-18-6-56,-35 17-72,-20 3-128,-37-5-480,-51 28-1497,-37 8-17403</inkml:trace>
  <inkml:trace contextRef="#ctx0" brushRef="#br0" timeOffset="1515.504">4624 672 26662,'-133'1003'3092,"-3"15"-2341,75-781-744,61-235-7,0 0 1,-1 0-1,1 0 1,0-1-1,-1 1 1,1 0-1,-1 0 1,0 0-1,0 0 1,0-1-1,0 1 1,0 0-1,0-1 1,0 1-1,0-1 1,0 1-1,-1-1 1,1 0-1,-1 1 1,1-1-1,-1 0 1,1 0-1,-1 0 1,0 0-1,0 0 1,1 0-1,-1-1 1,0 1-1,0-1 0,0 1 1,0-1-1,0 0 1,1 1-1,-1-1 1,0 0-1,0 0 1,0-1-1,0 1 1,0 0-1,0-1 1,0 1-1,0-1 1,0 1-1,1-1 1,-1 0-1,0 0 1,1 0-1,-1 0 1,0 0-1,1 0 1,-1 0-1,1-1 1,-1 1-1,1 0 1,0-1-1,0 1 1,0-1-1,-1 0 1,2 1-1,-2-1 0,-15-26 4,1 0 1,2-1-1,0-1 0,2 0 0,1-1 1,-1-8-5,12 38 0,-147-608 62,137 575 86,7 26-101,0 1-1,1 0 1,-1-1-1,2 1 1,-1-1-1,1 1 0,0-1 1,0 0-1,1 0 1,0 1-1,1-1 1,-1 0-1,2 0 1,-1 1-1,1-1 1,0 1-1,0-1 0,4-5-46,110-97 37,-96 95-35,256-182-83,42-32-920,-124 62-4128,-121 88-8942</inkml:trace>
  <inkml:trace contextRef="#ctx0" brushRef="#br0" timeOffset="1837.278">5187 960 30831,'0'0'720,"0"0"-576,134-60-144,2-24-160,41-43 40,14-19-352,-22-6-441,-55 40-1391,-49 31-9915</inkml:trace>
  <inkml:trace contextRef="#ctx0" brushRef="#br0" timeOffset="2141.484">5996 210 28326,'-29'50'328,"2"2"0,2 1 0,3 1 0,2 1 0,3 0 0,2 2 1,3 0-1,2 0 0,2 6-328,7-52 8,3 211 248,0-212-247,0 1 0,0-1 0,1 1 0,0-1 0,1 0 0,0 0 1,1-1-1,0 1 0,0-1 0,1 0 0,1 0 0,-1-1 0,1 0 0,0 0 1,1 0-1,0-1 0,0 0 0,1-1 0,7 5-9,35 14 32,2-2 0,0-3 0,1-2 0,52 10-32,90 31 167,-189-58-163,0 0 1,0 1 0,0 0-1,-1 0 1,1 1 0,-1 0-1,1 0 1,-1 0-1,0 1 1,0 0 0,0 0-1,-1 0 1,1 1 0,-1 0-1,0 0 1,-1 0 0,1 1-1,-1-1 1,0 1-1,0 0 1,-1 0 0,0 1-1,0-1 1,0 1 0,-1 0-1,0-1 1,0 1-1,-1 0 1,0 0 0,0 0-1,0 0 1,-1 0 0,0 0-1,-1 7-4,-7 5 5,-1 0-1,-1 0 1,-1-1 0,0-1-1,-1 0 1,-1 0-1,-1-1 1,0-1 0,-1 0-1,-1-1 1,-9 6-5,-85 81-12,-4-6 0,-4-5 1,-5-5-1,-2-6 0,-125 58 12,87-83-201,158-55 169,1 1 0,0-1 1,0 0-1,0 0 0,1-1 0,-1 1 0,0-1 1,0 1-1,1-1 0,-1-1 0,1 1 1,0 0-1,-1-1 0,1 0 0,0 1 1,1-1-1,-1-1 0,0 1 0,1 0 1,0 0-1,-1-1 0,2 0 0,-1 1 0,0-1 1,1 0-1,-1 0 0,1 0 0,0 0 1,0 0-1,1 0 0,-1 0 0,1 0 1,0 0-1,0 0 0,0 0 0,1 0 0,-1 0 1,1 0-1,1-4 32,-1-102-1481,1 83-156,1 1-1,1-1 1,2 1 0,1 0 0,0 1 0,2 0 0,1 0-1,1 0 1,6-8 1637,34-34-844,14 15 4692,16 13 4506,4 18-4464,-72 20-3766,0 0 1,0 0 0,0 1-1,0 1 1,0 0 0,-1 0-1,1 2 1,0-1 0,-1 2-1,1 0 1,-1 0 0,0 1-1,-1 0 1,1 1 0,-1 1-1,0 0 1,0 0 0,-1 1-1,4 4-124,20 26 66,-2 1 0,-1 2-1,-2 1 1,-2 1 0,-2 1-1,-2 1 1,11 33-66,18 28-481,19 37-4792,-51-101-5942</inkml:trace>
  <inkml:trace contextRef="#ctx0" brushRef="#br0" timeOffset="2529.521">170 3881 30847,'193'-8'760,"83"-25"-504,92-13-136,53-1 24,4-2 64,29 1-64,30 3-16,9-4-24,7-3-48,0 3-56,-22 4 0,-25 7 0,-32 14 0,-50 3-352,-113 7-736,-73 4-3305</inkml:trace>
  <inkml:trace contextRef="#ctx0" brushRef="#br0" timeOffset="8626.473">8516 2822 29702,'182'0'496,"46"-18"-304,49-20-63,-3-11-49,-14-4 136,6-2-112,-10 1-56,-21 5-48,-36 2-72,-65 15-433,-47 5-2111</inkml:trace>
  <inkml:trace contextRef="#ctx0" brushRef="#br0" timeOffset="8940.305">10638 1983 27478,'0'0'3069,"23"9"-2232,282 114-360,-258-101-339,0 3-1,-2 1 1,0 3-1,20 18-137,-53-38 7,-1 1 0,0 0-1,-1 1 1,0 0 0,-1 0 0,0 1-1,-1 0 1,0 1 0,-1 0 0,0 0-1,-1 0 1,0 1 0,-1 0-1,-1 0 1,0 1 0,-1-1 0,-1 1-1,1 10-6,-4-1 2,-1 0 0,-1 0 0,-1 0 0,-1-1-1,-1 1 1,-1-1 0,-1 0 0,-1-1 0,-1 0 0,-1 0-1,-1-1 1,-1-1 0,-1 0 0,0-1 0,-4 3-2,-30 33 5,-2-1 1,-2-3 0,-3-2 0,-26 17-6,-50 32-157,-4-5 1,-86 43 156,22-46-2449,151-85-2351</inkml:trace>
  <inkml:trace contextRef="#ctx0" brushRef="#br0" timeOffset="10115.566">16725 1701 29902,'0'0'538,"-25"-8"-277,7 3-219,4-1-23,1 1 1,-2 1-1,1 0 1,0 2-1,-1-1 0,1 1 1,-1 1-1,0 1 1,1 0-1,-1 1 0,0 1 1,1 0-1,-1 1 1,-6 2-20,-135 78 160,-55 81 14,55-22-65,6 7 0,7 7 0,7 5 0,-37 67-109,92-116 101,5 3 0,5 4 0,5 3 0,6 2 0,5 3 0,-28 101-101,64-163 47,4 1 0,2 0 0,3 1 0,3 0 0,3 0 0,4 41-47,1-79 6,1 0-1,1-1 1,2 1 0,1-1 0,1 0 0,1 0 0,1-1 0,2 0 0,1-1 0,1 0 0,1-1-1,1-1 1,1 0 0,1-1 0,1 0 0,11 8-6,-8-13 0,1 0 0,1-2 0,0-1 0,1 0 0,1-2 0,0-1 0,1-1 0,0-1 0,1-2 0,0 0 0,0-2 0,1-1 0,-1-1 0,8 0 0,25-1 0,-1-2 0,0-2 0,0-4 0,0-1 0,-1-4 0,15-5 0,1-5-7,-1-3-1,-1-3 1,-1-3-1,-1-3 1,-2-3 0,-2-3-1,-1-3 1,-2-3-1,-2-3 1,-2-2 0,0-6 7,-27 24-218,-1-1 1,-2-2 0,-1-2-1,-2 0 1,-1-2-1,17-35 218,2-35-2962,-29 19-4012</inkml:trace>
  <inkml:trace contextRef="#ctx0" brushRef="#br0" timeOffset="10407.671">15478 3658 28438,'0'0'2245,"22"7"-1615,94 22-504,63-21 16,291-36 333,-445 25-448,117-15 194,0 6 1,122 7-222,-256 4 4,0 0 0,0 0 0,0 1 0,-1 0 0,1 0 0,0 1 0,0 0 1,-1 0-1,1 0 0,0 1 0,-1 1 0,1-1 0,-1 1 0,0 0 0,0 1 1,0 0-1,-1 0 0,1 0 0,-1 1 0,0 0 0,0 0 0,-1 1 0,1 0 1,-1 0-1,0 0 0,-1 0 0,0 1 0,0-1 0,0 1 0,-1 0 0,1 1 1,-1 2-5,2 25 1,-1 0 0,-2 1 0,-2-1 0,-1 1 0,-2-1 1,-1 0-1,-5 20-1,-13 41-122,-5 0 0,-3-2 0,-34 71 122,-19 56-1252,64-159-1303,16-32-3957</inkml:trace>
  <inkml:trace contextRef="#ctx0" brushRef="#br0" timeOffset="10757.397">18974 1932 29822,'0'0'761,"0"0"-297,158-4-88,-90 18-40,-11 23-24,-18 32-80,-32 44-56,-33 47-56,-49 23-56,-30 6-48,-5-21-16,23-48-80,19-31-144,17-32-248,12-17-184,-18-12-657,9-11-551,2-15-3441</inkml:trace>
  <inkml:trace contextRef="#ctx0" brushRef="#br0" timeOffset="11096.191">18674 2171 25485,'0'0'3304,"1"22"-2253,-17 848 1333,-2-260-1853,16 273-519,28-666-428,-26-216 389,-1 0 0,1 0 0,0 0 0,0 0 0,0 0 1,0 0-1,0 0 0,0 0 0,0 0 0,0 0 0,0 0 0,0 0 0,1 0 0,-1 0 1,0 0-1,1 0 0,-1 0 0,1 0 0,-1 0 0,1 0 0,-1-1 0,1 1 0,-1 0 1,1 0-1,0-1 0,0 1 0,-1 0 0,1-1 0,0 1 0,0 0 0,0-1 0,0 1 1,-1-1-1,1 0 0,0 1 0,0-1 0,0 0 0,0 0 0,0 1 0,0-1 0,0 0 1,0 0-1,0 0 0,0 0 0,0 0 0,0 0 0,0 0 0,0-1 0,0 1 0,0 0 27,29-47-4674,-8-9-7663</inkml:trace>
  <inkml:trace contextRef="#ctx0" brushRef="#br0" timeOffset="11480.182">19868 2303 29742,'57'202'738,"-10"1"-1,-8 3 1,-9 1-1,-4 83-737,-17-157 53,9 125-31,44 203-22,-58-438 0,43 125 0,-46-146 0,1 0 0,0 0 0,-1 0 0,1 0 0,0 0 0,0-1 0,0 1 0,0 0 0,0-1 0,0 0 0,0 0 0,0 0 0,1 0 0,-1 0 0,0 0 0,1 0 0,-1-1 0,0 1 0,1-1 0,-1 1 0,1-1 0,-1 0 0,1 0 0,-1 0 0,1-1 0,-1 1 0,1-1 0,-1 1 0,1-1 0,-1 0 0,0 0 0,1 0 0,-1 0 0,12-7 0,-1 0 0,0-1 0,-1 0 0,0-1 0,0 0 0,-1-1 0,-1 0 0,0-1 0,0 0 0,-1-1 0,-1 0 0,0-1 0,3-5 0,1-1 0,113-200 0,-11-6 0,-9-4 0,11-62 0,-84 212 0,234-573 0,-246 632 0,-14 66 0,-6-35 0,12 363 0,-10-176 0,8-1 0,34 177 0,-36-328 0,2 0 0,2 0 0,2-2 0,2 0 0,2 0 0,17 27 0,-31-62 0,1 1 0,0-1 0,0 0 0,1-1 0,0 1 0,0-1 0,1 0 0,-1-1 0,2 0 0,-1 0 0,1 0 0,0-1 0,0 0 0,0 0 0,1-1 0,-1-1 0,1 1 0,0-1 0,0 0 0,1-1 0,-1 0 0,0-1 0,1 0 0,-1-1 0,1 1 0,-1-2 0,1 1 0,-1-1 0,0-1 0,1 0 0,-1 0 0,0-1 0,0 0 0,2-1 0,24-13 0,0-2 0,-1-1 0,-1-1 0,-1-2 0,-2-1 0,0-2 0,-1-1 0,-2-1 0,-1-1 0,-1-1 0,-1-2 0,-2 0 0,12-26 0,65-118 0,-9-5 0,-7-3 0,-9-4 0,-3-18 0,-67 195 0,59-165 0,-8-2 0,6-64 0,-47 152 0,-14 88-3,0 0 0,0 1 1,1-1-1,-1 0 0,-1 1 0,1-1 0,0 0 1,0 0-1,-1 1 0,1-1 0,-1 0 0,1 1 1,-1-1-1,0 1 0,1-1 0,-1 1 0,0-1 1,0 1-1,0 0 0,0-1 0,0 1 1,-1 0-1,1 0 0,0 0 0,-1 0 0,1 0 1,-1 0-1,1 0 0,-1 0 0,1 0 0,-1 1 1,1-1-1,-1 1 0,0-1 0,1 1 0,-1 0 1,0-1-1,1 1 0,-1 0 0,0 0 0,1 0 1,-1 0-1,0 1 0,0-1 0,1 0 0,-1 1 1,1-1-1,-1 1 0,0-1 0,1 1 0,-1 0 1,1 0-1,-1 0 0,1 0 0,-2 1 3,-5 0-71,-71 25-1924,-11 13-3699</inkml:trace>
  <inkml:trace contextRef="#ctx0" brushRef="#br0" timeOffset="11827.129">14941 5505 26710,'0'0'2496,"0"0"-1561,20-14-411,98-40-144,97 41 80,78 12 37,73-3-51,1025-72-108,-260 7-357,82 51 19,370 74 0,380 55-289,-1791-106-1158</inkml:trace>
  <inkml:trace contextRef="#ctx0" brushRef="#br0" timeOffset="21015.32">20480 5351 27374,'0'0'1427,"0"0"-604,0 0-393,13 19 28,3 4-306,1-1 0,1 0 0,0-1 0,2-1 0,1-1 0,4 3-152,50 37 370,-39-28-280,1-2-1,1-2 1,1-1 0,1-2 0,2-1-1,32 11-89,-59-29 6,1-2 0,0 1 0,0-2 0,0 0 0,0-1 0,1 0 0,-1-1 0,0-1 0,0-1 0,1 0 0,-1-1 0,-1-1 0,1-1 0,0 0 0,-1-1 0,0 0 0,-1-1 0,1-1-6,32-20 3,-2-1 1,0-3-1,-3-1 1,27-28-4,36-40-131,-3-4 0,-6-5 1,10-23 130,-56 79-231,-43 58 203,-26 110 98,-54 141 516,72-254-581,0 1 1,1 0-1,-1 0 1,1 0-1,-1 0 0,1 0 1,0 0-1,0 0 0,0 0 1,0 0-1,0 0 1,0 0-1,1 0 0,-1 0 1,0 0-1,1-1 1,0 1-1,-1 0 0,1 0 1,0 0-1,0-1 1,0 1-1,0 0 0,1-1 1,-1 1-1,0-1 1,1 1-1,-1-1 0,1 0 1,-1 0-1,1 1 0,-1-1 1,1 0-1,0 0 1,0-1-1,-1 1 0,1 0 1,0-1-1,0 1 1,0-1-1,0 1 0,0-1 1,0 0-1,0 0 1,0 0-1,2 0-5,25 1 7,0-2 1,0 0-1,0-2 1,-1-1-1,1-2 1,-1-1 0,0-1-1,6-3-7,322-120-31,-323 118-143,0-1-1,-1-2 1,0-1 0,-1-1-1,11-11 175,-5-8-1707,-29 7-1932</inkml:trace>
  <inkml:trace contextRef="#ctx0" brushRef="#br0" timeOffset="21675.318">15618 5499 20236,'0'0'7330,"0"0"-5376,0 16-1598,-2 96 80,3-110-424,0-1 1,0 1 0,0 0 0,0 0-1,0-1 1,1 1 0,-1-1-1,0 1 1,1-1 0,-1 0-1,1 1 1,-1-1 0,1 0-1,0 0 1,0 0 0,-1 0-1,1-1 1,0 1 0,0 0 0,0-1-1,0 1 1,0-1 0,0 0-1,0 0 1,0 1 0,0-1-1,0 0 1,0-1 0,0 1-1,0 0 1,0-1 0,0 1-1,0-1 1,0 1 0,-1-1-1,1 0 1,0 0 0,0 0 0,0 0-1,-1 0 1,2-1-13,203-106 144,-84 43-185,4 4-1,2 6 1,17 1 41,-124 46-8,0 2-1,1 0 1,-1 1 0,1 2-1,0 0 1,0 1 0,0 1-1,2 1 9,-17 1 9,0 0 0,0 0 1,-1 0-1,1 1 0,0 0 0,-1 1 0,0-1 0,1 1 0,-1 0 0,0 1 1,-1 0-1,1 0 0,-1 0 0,1 0 0,-1 1 0,0 0 0,-1 0 0,1 0 0,-1 1 1,0-1-1,-1 1 0,1 0 0,-1 0 0,0 0 0,-1 1 0,1-1 0,-1 2-9,28 181 925,-31-185-911,1 0 0,-1-1 0,1 1 1,0 0-1,0-1 0,1 1 0,-1 0 0,1-1 0,0 1 0,-1-1 0,2 1 0,-1-1 1,0 1-1,1-1 0,-1 0 0,1 0 0,0 1 0,0-1 0,1 0 0,-1-1 0,0 1 1,1 0-1,0-1 0,-1 1 0,1-1 0,0 0 0,0 0 0,1 0 0,-1-1 0,0 1 1,1-1-1,-1 1 0,1-1 0,-1 0 0,1 0 0,-1-1 0,1 1 0,0-1 0,-1 0 1,1 0-1,0 0 0,-1 0 0,4-1-14,35-1 24,0-2-1,-1-2 1,1-2 0,-1-1 0,-1-2-1,0-2 1,2-3-24,-39 15 1,906-340-79,-674 277-92,-181 61 118,-51 5 51,0 0 0,0 0 1,-1 1-1,1-1 1,-1 0-1,1 1 0,-1 0 1,0-1-1,0 1 1,0 0-1,0 0 0,0 0 1,-1 1-1,0-1 0,1 0 1,-1 1-1,0-1 1,-1 0-1,1 1 0,-1-1 1,1 1-1,-1-1 1,0 1-1,0 0 0,-1-1 1,1 1-1,-1-1 1,1 0-1,-1 1 0,0-1 1,-1 1-1,1-1 0,0 0 1,-1 0-1,-2 3 1,-70 85 123,75-91-134,-1-1 0,0 1-1,0 0 1,0-1 0,1 1 0,-1 0 0,0-1-1,1 1 1,-1 0 0,0 0 0,1-1-1,-1 1 1,0 0 0,1 0 0,-1 0 0,0-1-1,1 1 1,-1 0 0,1 0 0,-1 0 0,0 0-1,1 0 1,-1 0 0,1 0 0,-1 0 0,1 0-1,-1 0 1,0 0 0,1 0 0,-1 0 0,1 0-1,-1 0 1,0 1 0,1-1 0,-1 0 0,0 0-1,1 0 1,-1 1 0,1-1 0,-1 0-1,0 0 1,0 1 0,1-1 0,-1 0 0,0 1-1,1-1 1,-1 0 0,0 1 0,0-1 0,0 0-1,1 1 1,-1-1 0,0 1 0,0-1 0,0 0-1,0 1 1,0-1 0,0 1 0,0-1 0,0 0-1,0 1 1,0-1 11,39-17-1375,7-10-1560</inkml:trace>
  <inkml:trace contextRef="#ctx0" brushRef="#br0" timeOffset="23906.633">7589 5585 27886,'0'0'1539,"0"0"-1078,0 0-379,25 3 8,-7-1-64,-4 1 1,0-2-1,-1 1 0,1-2 0,0 0 1,0-1-1,0 0 0,-1-1 0,1 0 1,-1-2-1,1 1 0,5-3-26,10-6 67,-5 1-49,0 1-1,1 1 1,0 2 0,0 0-1,0 1 1,1 2-1,0 1 1,0 1 0,17 1-18,-39 1 0,1 0 0,-1 1 0,0 0 0,1 0 0,-1 1 0,0-1 0,0 1 0,0 0 0,0 0 0,0 0 0,-1 0 0,1 1 0,0-1 0,-1 1 0,0 0 0,0 0 0,0 0 0,0 1 0,0-1 0,-1 1 0,1 0 0,-1-1 0,0 1 0,0 0 0,-1 0 0,1 0 0,-1 1 0,0-1 0,0 0 0,0 0 0,0 1 0,-1 1 0,8 45 13,-2-1 0,-2 2 0,-3-1 0,-1 0 0,-5 16-13,-42 304 156,28-261-228,4 0 1,5 1-1,5 84 72,12-140-993,5-26-1413</inkml:trace>
  <inkml:trace contextRef="#ctx0" brushRef="#br0" timeOffset="24269.118">9398 6106 30551,'0'0'530,"-11"-18"-332,-86-120-174,79 118-24,0-3-2,-1 2-1,0 0 1,-2 2-1,-1 0 1,0 1-1,-3 0 3,23 16-2,0 0-1,0 0 1,0 0-1,0 1 1,0-1 0,0 1-1,-1 0 1,1 0-1,0 0 1,-1 0-1,1 0 1,-1 0 0,1 0-1,-1 1 1,0 0-1,1-1 1,-1 1 0,0 0-1,1 0 1,-1 0-1,1 1 1,-1-1 0,0 0-1,1 1 1,-1 0-1,1 0 1,-1 0-1,1 0 1,-1 0 0,1 0-1,0 1 1,0-1-1,0 1 1,0-1 0,0 1-1,0 0 1,0 0-1,0 0 1,0 0-1,1 0 1,-1 0 0,0 2 2,-1 8-1,0 0 1,1 0 0,0 0 0,0 0 0,1 0-1,1 1 1,0-1 0,1 0 0,1 0 0,-1 1-1,2-1 1,0 0 0,0 0 0,1-1 0,1 1-1,0-1 1,0 0 0,1 0 0,5 7 0,-1-11-41,-1 0 0,1 0 0,0-1 0,0 0 0,0-1 0,1 0 1,0-1-1,0 0 0,0-1 0,0 0 0,1-1 0,-1 0 0,1 0 0,0-2 1,-1 1-1,1-1 0,0-1 0,3-1 41,0 2-135,94-4-1815,-5-17-2207</inkml:trace>
  <inkml:trace contextRef="#ctx0" brushRef="#br0" timeOffset="24486.636">10309 5706 28526,'0'0'902,"0"0"-456,-12-22-198,-47-71 32,52 86-264,1 0-1,-1 0 0,0 1 0,0 0 0,-1 1 0,0 0 1,0 0-1,0 0 0,0 1 0,-1 0 0,0 1 0,1 0 1,-1 0-1,-1 1 0,1 0 0,0 1 0,0 0 0,-1 0 1,-8 1-16,9-1 0,0 0 0,0 0 1,0 1-1,0 0 1,-1 1-1,1 0 0,0 1 1,0 0-1,0 0 1,0 0-1,1 2 0,-1-1 1,1 1-1,0 0 1,0 0-1,0 1 0,0 0 1,1 1-1,0 0 1,0 0-1,0 0 0,1 1 1,0 0-1,0 0 1,1 1-1,0-1 0,0 1 1,1 0-1,0 0 1,0 1-1,1 0 0,0-1 1,-1 8-1,1-8 20,0 1 0,0 0 0,1 1 0,0-1-1,1 0 1,0 1 0,0-1 0,1 0 0,1 1 0,-1-1 0,2 1 0,-1-1 0,1 0 0,0 0 0,1 0 0,0 0-1,1 0 1,0-1 0,0 1 0,0-1 0,1 0 0,1 0 0,-1-1 0,1 1 0,1-1 0,-1 0 0,1-1 0,0 0-1,1 0 1,2 1-20,7 0-2,-1-1-1,1-1 0,1-1 0,-1 0 0,0-1 1,1-1-1,0-1 0,0 0 0,-1-1 0,1-1 1,0-1-1,-1 0 0,1-2 0,-1 0 0,0 0 1,0-2-1,0 0 0,-1-1 0,0-1 0,0 0 1,4-4 2,169-163-1859,-123 90-879</inkml:trace>
  <inkml:trace contextRef="#ctx0" brushRef="#br0" timeOffset="24934.779">7164 5576 25589,'-26'54'443,"3"1"-1,2 1 0,2 0 1,3 2-1,3 0 0,2 1 0,2 0 1,3 1-1,3 0 0,3 0 0,3 22-441,9-19 65,3-1 0,3-1 1,2 0-1,3-2 0,2 0 1,3-2-1,3-1 0,2-1 1,2-2-1,2-1 1,3-2-1,2-2 0,2-2 1,2-1-1,2-3 0,1-2 1,2-2-1,2-2 0,2-3 1,1-2-1,54 22-66,-57-31 18,1-2-1,0-3 0,1-2 1,1-3-1,0-1 1,1-4-1,0-2 1,0-2-1,0-3 1,0-2-1,0-3 0,0-2 1,25-8-18,43-22 11,-2-5 0,-1-5 0,-3-6 0,-2-5 0,-3-4 0,-2-6 0,13-17-11,43-24-7,-5-7 0,-6-7 1,-5-7-1,-5-7 0,-7-6 0,105-139 7,-203 227-20,-1-2-1,-4-2 1,-2-1 0,-2-2 0,-3-1 0,-4-1 0,8-29 19,-28 74-4,0-1 0,-1 0 0,-1-1 0,-1 1 0,-1-1 0,-1 0 0,0 1 0,-2-1 0,0 0 0,-2 1-1,0-1 1,-1 1 0,-1 0 0,-1 0 0,-1 0 0,0 1 0,-11-18 5,2 16-15,-2 0 0,0 1 1,-1 1-1,-1 1 0,-1 1 1,0 1-1,-2 0 0,0 2 1,0 0-1,-1 2 0,-1 1 1,0 1-1,0 0 0,-1 2 1,0 2 14,-56-16-68,-1 5 1,0 2-1,-1 5 0,0 3 1,-1 4-1,-3 4 68,-40 4-59,1 6-1,0 6 0,1 5 0,1 6 1,2 5-1,1 5 0,1 6 0,3 5 1,2 5-1,-15 14 60,-151 100-208,72-26-490,52-20-1186</inkml:trace>
  <inkml:trace contextRef="#ctx0" brushRef="#br0" timeOffset="25241.503">9656 7223 29110,'0'0'288,"0"0"-288</inkml:trace>
  <inkml:trace contextRef="#ctx0" brushRef="#br0" timeOffset="26510.488">7160 6134 30206,'19'-12'399,"89"-54"-273,85-39-162,450-212 182,14 28 0,188-34-146,-460 201 221,-288 102-177,-55 19-28,-44 17-17,-18 4-2,0-1 0,0-1 0,-2-1 0,0-1 1,-1-1-1,-1-1 0,-6 3 3,-19 12 0,-225 127 2,-1572 794 114,1562-818-38,-55 12 114,282-128-116,73-36 14,355-214 131,-24 26-204,1846-985 31,-2014 1104-72,-423 222-71,-14 12 43,-1231 675-1947,1322-731 232</inkml:trace>
  <inkml:trace contextRef="#ctx0" brushRef="#br0" timeOffset="26877.198">2782 6639 10882,'-52'144'19004,"-27"57"-18484,-7 52-295,16-1-129,31-39-48,26-27 64,13-35-48,33-40-24,10-42-40,1-39-104,11-30-320,50-70-233,-10-8-447,-3-23-3753</inkml:trace>
  <inkml:trace contextRef="#ctx0" brushRef="#br0" timeOffset="27252.15">3504 6461 26062,'0'0'3104,"0"0"-2688,-22 140-216,13 12 40,9 22-48,15-8 17,29-46-129,4-45 8,3-30-88,1-23-265,43-22-367,-14-12-568,-2-21-3097</inkml:trace>
  <inkml:trace contextRef="#ctx0" brushRef="#br0" timeOffset="27619.505">3839 6661 22429,'0'0'4961,"0"0"-3704,-24-5-1020,-81-13-35,100 18-179,1-1-1,-1 1 1,0 0 0,0 0-1,0 1 1,0 0-1,0 0 1,1 0-1,-1 0 1,0 1 0,1-1-1,-1 1 1,1 0-1,0 1 1,-1-1 0,1 1-1,0 0 1,1 0-1,-1 0 1,0 0-1,1 1 1,0-1 0,-1 1-1,2 0 1,-1 0-1,0 1-22,1-2 11,-17 26 39,2 0 1,1 1-1,2 1 1,1 1 0,1 0-1,2 1 1,1 0-1,2 0 1,1 1-1,1 0 1,2 0-1,2 29-50,0-51 15,-1-5-5,1 1 0,0-1 0,0 1 0,0-1 0,1 1 1,0 0-1,1-1 0,0 1 0,0-1 0,0 1 0,1-1 0,0 1 0,1-1 0,-1 0 0,1 0 0,1 0 0,-1 0 0,1-1 0,1 1 0,-1-1 0,1 0 0,0-1 0,0 1 1,6 4-11,3-4 4,0-1 1,0-1-1,0 0 1,1-1 0,-1 0-1,1-1 1,0-1 0,0 0-1,0-1 1,-1 0 0,1-2-1,0 0 1,0 0 0,-1-1-1,1-1 1,-1 0-1,0-1 1,0-1 0,-1 0-1,0-1 1,0-1 0,0 1-1,-1-2 1,0 0 0,3-3-5,23-20-162,-1-1 0,-2-2 0,-1-1 0,-2-1 0,-2-2 0,-1-2 0,-2 0 0,-2-2 0,4-11 162,14-41-2471</inkml:trace>
  <inkml:trace contextRef="#ctx0" brushRef="#br0" timeOffset="27989.65">4678 6678 24021,'0'0'3536,"0"0"-2390,0 0-784,0 0-95,7-18-2,21-60-54,-27 73-207,0 0 0,0 0 0,0 1 1,-1-1-1,0 0 0,0 0 1,0 0-1,0 0 0,-1 1 0,0-1 1,0 0-1,0 0 0,-1 1 0,1-1 1,-1 1-1,0-1 0,-1 1 0,1 0 1,-1 0-1,0 0 0,0 0 0,0 1 1,0-1-1,-1 1 0,1-1 1,-1 1-1,0 0 0,0 1 0,0-1 1,0 1-1,0-1 0,-1 1 0,1 1 1,-1-1-1,1 1 0,-1-1 0,0 1 1,0 0-1,1 1 0,-1-1 0,0 1 1,0 0-1,0 1 0,0-1 0,1 1 1,-1 0-1,0 0 0,0 0 1,1 0-1,-1 1 0,-2 1-4,-3 6 31,0 0 0,1 0 1,0 1-1,1 0 0,0 0 0,1 1 0,0 0 0,0 0 1,1 1-1,1 0 0,0 0 0,0 0 0,1 0 1,1 1-1,0 0 0,1 0 0,0 0 0,1 0 0,1 0 1,0 0-1,0 0 0,1 0 0,1 0 0,2 8-31,-3-14-3,1 1 0,0-1-1,0 0 1,1 0-1,0 0 1,0 0 0,0 0-1,1 0 1,0-1 0,1 0-1,-1 0 1,1 0-1,0 0 1,0-1 0,1 0-1,0 0 1,0 0 0,0-1-1,0 0 1,1 0-1,0 0 1,0-1 0,0 0-1,0 0 1,0-1 0,7 1 3,0 0-60,0 0 0,0-2-1,0 1 1,1-2 0,-1 0 0,0-1 0,0 0 0,1-1 0,-1-1 0,0 0 0,-1-1 0,1-1 0,-1 0 0,10-4 60,190-122-2773,-121 64-1774</inkml:trace>
  <inkml:trace contextRef="#ctx0" brushRef="#br0" timeOffset="28658.829">5391 6451 2433,'0'0'8813,"0"0"1740,15-22-5972,45-71-2835,-57 89-1644,0-1 0,-1 1 0,1-1 0,-1 1 0,0-1 0,-1 0 0,1 0 0,-1 0 1,0 0-1,0 0 0,0 0 0,-1 0 0,0 0 0,0 0 0,0-1 0,-1-2-102,-1-13 261,2 12-243,0 1 0,-1 0 1,0 0-1,0 0 0,-1 1 0,0-1 1,0 0-1,-1 0 0,0 1 1,0 0-1,-1-1 0,0 1 0,0 1 1,-4-6-19,4 11-2,0 0 0,-1 1 0,1 0 0,-1-1 1,1 1-1,0 1 0,-1-1 0,1 0 0,0 1 0,-1 0 0,1 0 1,0 1-1,0-1 0,0 1 0,0 0 0,0 0 0,0 0 1,1 0-1,-1 1 0,1-1 0,-1 1 0,1 0 0,0 0 0,0 0 1,0 1-1,1-1 0,-2 2 2,-4 3 7,0-1 0,-3 0 23,1 1 1,1 0-1,0 1 0,0 0 0,0 0 0,1 1 0,0 0 0,1 1 0,1-1 1,-1 1-1,2 1 0,-1-1 0,-3 13-30,10-23 1,-1 1 0,0-1 1,0 0-1,1 0 0,-1 0 1,1 1-1,-1-1 0,1 0 0,-1 0 1,1 0-1,0 0 0,0 0 1,-1 0-1,1 0 0,0 0 0,0 0 1,0 0-1,0 0 0,0-1 1,0 1-1,0 0 0,0-1 1,1 1-1,-1 0 0,0-1 0,0 0 1,1 1-1,-1-1 0,0 0 1,0 0-1,1 1 0,-1-1 0,0 0 1,0 0-1,1 0 0,-1-1 1,0 1-1,1 0 0,-1 0 0,0-1 1,1 1-2,6 0 4,32-2-145,1-1-1,0-3 1,-1-1 0,0-2-1,-1-1 1,0-3 0,0-1-1,6-5 142,58-23-574,-15 4-668</inkml:trace>
  <inkml:trace contextRef="#ctx0" brushRef="#br0" timeOffset="28659.829">5836 6357 23685,'0'0'4049,"0"0"-3713,0 0-336,0 0-384,0 0 80,0 0-1913</inkml:trace>
  <inkml:trace contextRef="#ctx0" brushRef="#br0" timeOffset="28991.579">2833 8671 27622,'-24'3'932,"-85"9"-230,312-73-468,-148 39-166,259-102 334,112-51-30,85-44-143,547-256-81,13-9 255,547-143-403,-1288 520-105,77-26-2860,-303 95-3296</inkml:trace>
  <inkml:trace contextRef="#ctx0" brushRef="#br0" timeOffset="29245.613">2668 8201 14795,'0'0'13243,"152"-171"-12619,119-9-336,107-57 32,104-33 200,64-14 40,-5 16-119,13 17-177,-23 20-176,-60 20-72,-74 34 16,-84 33-32,-85 37-56,-85 42-144,-73 20-377,-48 23-1111,-27 12-6538</inkml:trace>
  <inkml:trace contextRef="#ctx0" brushRef="#br0" timeOffset="29564.972">3975 7613 28174,'171'-49'1680,"70"-38"-1512,70-33-152,31-16-16,-15-2-88,4 6 32,-84 37-248,-49 18-1480</inkml:trace>
  <inkml:trace contextRef="#ctx0" brushRef="#br0" timeOffset="29854.64">7791 8103 10402,'0'0'14935,"-14"25"-11522,-72 135-3196,6 4-1,9 3 0,6 3 1,-37 159-217,89-280 145,2 1 1,2 0 0,3 0 0,1 0 0,3 1 0,3 36-146,0-83 3,1 1 1,0-1-1,0 0 1,0 1-1,0-1 1,1 0 0,-1 0-1,1-1 1,0 1-1,0 0 1,0-1-1,1 0 1,-1 0 0,1 0-1,0 0 1,0 0-1,0-1 1,0 0-1,0 0 1,1 0 0,-1 0-1,0-1 1,1 1-1,-1-1 1,1 0 0,0-1-1,-1 1 1,1-1-1,0 0 1,0 0-1,-1 0 1,1-1 0,0 0-1,-1 0 1,1 0-1,-1 0 1,1-1-1,-1 1 1,0-1 0,1-1-1,1 0-3,17-7 3,0-1 1,0-1-1,-1-1 0,-1-1 0,0-1 0,-1-1 0,-1-1 1,17-18-4,-2 4-23,-2-1 1,-1-2 0,-2-1 0,-1-2 0,-2 0 0,-1-2 0,-3 0 0,-1-2 0,-1-1 0,-3 0 0,11-41 22,-27 80 0,0 0 0,0 0 0,0 0-1,0 0 1,0 0 0,-1-1 0,0 1 0,0 0 0,0 0 0,0 0 0,0 0 0,0-1 0,-1 1-1,0 0 1,1 0 0,-1 0 0,0 0 0,-1 0 0,1 0 0,0 1 0,-1-1 0,0 0-1,1 0 1,-1 1 0,0 0 0,0-1 0,-1 1 0,1 0 0,0 0 0,-1 0 0,0 0 0,1 0-1,-1 1 1,0-1 0,0 1 0,0 0 0,0-1 0,0 1 0,-2 0 0,-12-3 0,0 0-1,0 1 1,0 0 0,-1 2 0,1 0-1,-1 1 1,1 1 0,0 0 0,-1 2-1,1 0 1,0 1 0,0 0 0,1 1 0,-1 1-1,1 1 1,0 0 0,-4 4 0,13 13-2845,34-22-3293</inkml:trace>
  <inkml:trace contextRef="#ctx0" brushRef="#br0" timeOffset="30093.266">9069 8651 25934,'0'0'4320,"0"0"-3991,0 0-273,0 0-56,-68-103 0,44 72-16,0 1-32,0 9-161,-1 9-343,4 10 48,-1 2 128,2 23 256,7 15 96,8 9 24,5 4 0,35 11-104,14-15-648,1-19-2905</inkml:trace>
  <inkml:trace contextRef="#ctx0" brushRef="#br0" timeOffset="30393.433">9961 8314 20380,'0'0'9522,"0"0"-9026,0 0-496,0 0-104,0 0-664,0 0-1000,0 0-5122,0-81-10841,7 81 17251</inkml:trace>
  <inkml:trace contextRef="#ctx0" brushRef="#br0" timeOffset="30394.433">9961 8314 8498,'39'88'17924,"-39"-70"-16596,0-2-528,9-6-528,7-6-272,12-10-32,1-16-976,-8-5-8458</inkml:trace>
  <inkml:trace contextRef="#ctx0" brushRef="#br0" timeOffset="35545.248">16114 9047 29382,'0'0'754,"-14"-24"-282,-96-171-36,108 192-424,-13-24 69,-2 2 0,0 0 0,-1 1-1,-2 0 1,0 2 0,-14-11-81,28 28 4,1 1 0,-1-1 0,0 1 0,-1 1 0,1-1 0,0 1 0,-1 0 0,0 0 0,0 1 0,0 0 0,0 1 0,0-1 0,0 1 0,-1 0 0,1 1 0,0 0 0,-1 0 0,1 1 0,0-1 0,0 2 0,0-1 0,0 1 0,0 0 0,0 0 0,0 1 0,0 0 0,1 0 0,-1 1 0,1 0 0,-5 4-4,-111 107-48,65-43 45,3 3 0,3 2 0,4 2 0,3 2 0,3 2-1,5 2 1,3 1 0,4 2 0,4 0 0,3 2-1,5 1 1,3 0 0,0 68 3,12-99 48,3-1 1,2 0-1,3 0 0,3 0 1,4 10-49,-7-44 30,0 0 1,2 0-1,1-1 1,1 0-1,1 0 1,1-2 0,1 1-1,1-1 1,1-1-1,1-1 1,1 0-1,19 17-30,-21-25 9,1 0 0,0-1 1,1-1-1,0 0 0,1-2 0,0 0 0,0-1 0,0 0 0,1-2 1,0 0-1,1-1 0,-1-1 0,1-1 0,-1-1 0,1 0 0,-1-2 1,1 0-1,0-1 0,-1-1 0,0-1 0,0 0 0,0-2 0,0 0 1,-1-1-1,0-1 0,0-1 0,6-4-9,15-16-71,-2-3-1,-1 0 1,-1-3 0,-1-1-1,-3-1 1,-1-1-1,-1-2 1,-3-1 0,-1-1-1,-2-2 1,-2 0 0,4-17 71,12-47-1342,-21 23-1273</inkml:trace>
  <inkml:trace contextRef="#ctx0" brushRef="#br0" timeOffset="35948.306">15581 9931 25189,'0'0'4529,"0"0"-4209,0 0 0,149 16-79,-44-34-17,-6-9 40,4-3-88,-2 6-72,-29 22-72,-2 6 0,-19 56-32,-25 52 24,-26 52-24,0 25 0,-15-5-16,6-35-128,9-60-464,0-41-1217</inkml:trace>
  <inkml:trace contextRef="#ctx0" brushRef="#br0" timeOffset="36181.808">17966 8850 30743,'-5'19'548,"-3"29"-482,1-1 1,2 2 0,3-1-1,2 0 1,3 23-67,8-3 90,3 0 0,4 0 0,2-2 0,3 0 0,5 2-90,62 201 185,-85-251-174,0 0 0,-1 1 1,0-1-1,-2 1 0,0 0 1,-1 0-1,-1-1 0,-1 1 0,-1 0 1,0 0-1,-2-1 0,0 1 0,-1-1 1,0 0-1,-2 0 0,0-1 0,-1 0 1,-1 0-1,0-1 0,-11 15-11,10-19-76,0 1-1,-1-1 0,-1-1 0,0 0 1,-1-1-1,1 0 0,-2-1 0,0 0 1,0-1-1,0-1 0,-1 0 1,0-1-1,0-1 0,-1 0 0,1-1 1,-1 0-1,0-2 0,0 0 0,0 0 1,-1-2-1,1 0 0,0-1 1,0 0-1,0-2 0,0 0 0,0 0 1,0-1-1,1-1 0,0-1 0,-3-2 77,-44-38-2456</inkml:trace>
  <inkml:trace contextRef="#ctx0" brushRef="#br0" timeOffset="36182.808">18238 8878 28902,'116'-32'760,"-13"7"-760,-5 5-2288</inkml:trace>
  <inkml:trace contextRef="#ctx0" brushRef="#br0" timeOffset="36529.222">19814 9379 27382,'0'0'2946,"-19"-21"-2281,-117-143-927,118 137 261,12 16-63,0 0 1,0 0 0,-1 1-1,0 0 1,-1 0 0,0 1-1,0 0 1,-1 0-1,0 1 1,-1 0 0,0 1-1,0 0 1,-1 0 0,0 1-1,0 1 1,0 0-1,0 0 1,-7-1 63,12 7-16,0 0-1,0 1 1,0 0-1,0 0 1,0 0 0,1 0-1,-1 1 1,1 0 0,-1 0-1,1 1 1,0 0-1,0-1 1,1 2 0,-1-1-1,1 0 1,0 1 0,0 0-1,0 0 1,1 0-1,0 0 1,0 1 0,0-1-1,1 1 1,-1 0 0,0 3 16,-13 29 131,1 1 1,2 0 0,2 1-1,1 0 1,2 1 0,2 0 0,2 0-1,2 1 1,1 7-132,0-41 26,-1 1-1,1-1 0,1 1 1,0-1-1,0 1 0,1-1 1,-1 0-1,2 1 1,-1-1-1,2 0 0,-1 0 1,1 0-1,0 0 1,0 0-1,1-1 0,0 1 1,0-1-1,1 0 1,0 0-1,1-1 0,-1 1 1,1-1-1,0 0 0,0-1 1,1 0-1,0 0 1,1 1-26,175 36-898,-94-40-1121</inkml:trace>
  <inkml:trace contextRef="#ctx0" brushRef="#br0" timeOffset="36973.719">20741 8533 29198,'-7'144'2769,"-21"59"-2321,-5 65-184,0 20-184,11-22-72,13 7-8,5-15 0,-7-25-552,-2-62-648,-14-52-12603</inkml:trace>
  <inkml:trace contextRef="#ctx0" brushRef="#br0" timeOffset="37389.564">16339 12377 18340,'0'0'7630,"-31"1"-5685,14-1-1906,0 0 0,-1 1 0,1 1 0,0 0 0,0 2 0,0 0 0,0 1 0,1 0 0,-1 1 0,2 1-1,-1 1 1,1 0 0,0 1 0,0 1 0,1 0 0,-7 8-39,-32 35 201,2 3 0,3 1 0,3 3 0,2 2 0,2 1 0,4 2 0,3 2 0,-22 59-201,33-73 107,2 1-1,3 0 0,3 1 1,1 1-1,4 0 0,1 1 1,3 0-1,3 0 0,2 0 1,3 1-1,2-1 0,2 0 0,3-1 1,17 55-107,-18-91 16,1-1 0,1 1 0,0-2 0,2 0 0,0 0 0,1-1 0,1 0 0,0-1 0,1-1 0,1-1 0,0 0 0,1-1 0,1 0 0,0-2 1,0 0-1,1-1 0,1-1 0,0 0 0,0-2 0,0 0 0,1-2 0,0 0 0,0-1 0,0-1 0,1-1 0,-1-1 0,14-2-16,-18-2-60,0 0-1,0-2 0,-1 0 0,0-1 1,0 0-1,-1-1 0,1-1 1,-2-1-1,1 0 0,-1-1 1,-1 0-1,1-1 0,-2-1 1,0 0-1,0 0 0,-1-1 1,-1-1-1,0 0 0,-1 0 1,6-12 60,50-75-2348,-21 5-3986</inkml:trace>
  <inkml:trace contextRef="#ctx0" brushRef="#br0" timeOffset="37390.564">15862 13766 22581,'0'0'5988,"0"0"-4285,0 0-1360,34-2-161,131-17 1,259-101 138,-419 118-320,0 1 0,-1 0-1,1 0 1,0 0 0,0 0-1,0 1 1,0 0-1,0 0 1,0 1 0,0-1-1,0 1 1,0 0 0,-1 0-1,1 1 1,0-1 0,0 1-1,-1 0 1,0 0 0,1 1-1,-1-1 1,0 1-1,0 0 1,0 0 0,0 1-1,-1-1 1,1 1 0,0 1-1,7 15 1,-2 0 1,0 1 0,-1 0 0,-2 0 0,0 1-1,-1 0 1,-1 0 0,-1 0 0,0 9-2,14 508-10,-17-536-31,-1 0 0,1 0 0,0 0 0,0 0-1,0 1 1,0-1 0,0 0 0,1 0 0,0 0 0,-1 0-1,1 0 1,0 0 0,1 0 0,-1 0 0,0 0 0,1-1-1,0 1 1,-1 0 0,1-1 0,0 1 0,0-1 0,1 0-1,-1 0 1,3 2 41,19 0-1867</inkml:trace>
  <inkml:trace contextRef="#ctx0" brushRef="#br0" timeOffset="37774.336">18325 12535 29790,'0'0'1501,"28"15"-1083,95 49-416,-109-56 8,0 0 0,-1 1 1,0 0-1,0 1 0,-1 0 0,0 1 1,-1 0-1,0 1 0,-1 0 1,0 1-1,-1 0 0,0 1 0,-1 0 1,-1 0-1,0 0 0,-1 1 0,-1 0 1,0 1-1,-1-1 0,-1 1 1,0-1-1,-1 1 0,-1 0 0,0 0 1,-1 0-1,-1 0 0,-1 8-10,-2 23 4,-2-1-1,-2 1 1,-1-1 0,-3 0-1,-2-1 1,-2-1 0,-2 0-1,-1-2 1,-3 0-1,-1-1 1,-2-1 0,-1-1-1,-3-1 1,-7 5-4,34-39 3,-1 0-1,1-1 1,-1 0 0,1 0 0,-1 0 0,0 0-1,0 0 1,0 0 0,0-1 0,-1 1 0,1-1-1,-1 0 1,1 0 0,-1-1 0,0 1-1,0-1 1,0 1 0,0-1 0,0 0 0,0-1-1,0 1 1,-2-1-3,6-37 59,8 27-63,0 1 1,0 0-1,0 0 0,1 1 1,0 0-1,1 1 0,0 0 1,0 0-1,1 1 0,-1 1 1,1-1-1,0 2 0,1-1 1,-1 2-1,1 0 0,0 0 1,0 1-1,0 0 1,2 1 3,-8-1-2,0 1 1,0 0 0,1 0-1,-1 0 1,1 1 0,-1 0 0,0 1-1,1-1 1,-1 1 0,1 0-1,-1 1 1,0-1 0,0 1 0,0 0-1,0 1 1,0 0 0,0 0-1,-1 0 1,0 0 0,1 1 0,-1 0-1,0 0 1,-1 1 0,1-1-1,-1 1 1,0 0 0,2 3 1,1 9-1,-1 0 1,-2 0 0,1 1-1,-2-1 1,0 1 0,-1 0-1,-1 0 1,-1 0 0,-1 0-1,0 0 1,-1 0-1,-1 0 1,0-1 0,-2 1-1,0-1 1,-1 0 0,0 0-1,-7 10 1,-7 15-4,-2-1 0,-2-1 0,-1-2 0,-2 0-1,-2-2 1,-1 0 0,-2-3 0,-1 0 0,-25 17 4,58-49-4,0-1 0,-1 1 0,1 0 0,-1 0 0,1 0 0,-1-1 0,1 1 0,-1 0 0,1 0 0,-1-1 0,0 1-1,1 0 1,-1-1 0,0 1 0,1-1 0,-1 1 0,0-1 0,0 1 0,0-1 0,0 0 0,1 1 0,-1-1 0,0 0 0,0 0 0,0 0 0,0 1 0,0-1 0,0 0 0,0 0 0,0 0 0,1-1 0,-1 1 0,0 0 0,0 0 0,0 0 0,0-1 0,0 1 0,0 0 0,1-1 0,-1 1 0,0-1 0,0 1 0,0-1 0,1 1 0,-1-1 0,0 1-1,1-1 1,-1 0 0,0 1 0,1-1 0,-1 0 0,1 0 0,-1 0 0,1 1 0,0-1 0,-1 0 0,1 0 0,0 0 0,0 0 0,-1 0 0,1 1 0,0-1 0,0 0 0,0-1 4,12-71-1459,19-6-2469</inkml:trace>
  <inkml:trace contextRef="#ctx0" brushRef="#br0" timeOffset="38200.806">20002 13401 30479,'0'0'674,"-4"-17"-432,-6-23-290,-1-1-1,-3 2 1,-1 0 0,-2 0 0,-2 2 0,-1 0-1,-7-7 49,24 39-19,-1 0 0,1 0 0,-1 1 0,0-1 0,-1 1 0,1 0 0,-1 0 0,0 1 0,0-1 0,0 1 0,0 0 0,0 0 0,-1 1 0,1-1 0,-1 1 0,0 1 0,0-1 0,0 1 0,1 0 0,-1 0 0,0 1-1,-1-1 1,1 1 0,0 1 0,0-1 0,0 1 0,1 0 0,-1 1 0,0-1 0,0 1 0,0 0 0,1 0 0,-1 1 0,1 0 0,0 0 0,0 0 0,0 1 0,0-1 0,1 1 0,-4 3 19,-15 18 88,2 1-1,0 1 1,2 1 0,0 1 0,2 0-1,2 1 1,1 1 0,1 0 0,1 1-1,-7 33-87,14-50 49,1 0-1,0 0 1,1 1-1,0 0 0,2-1 1,0 1-1,0 0 1,2 0-1,0 0 0,1 4-48,0-16 6,0 0-1,1-1 1,-1 1-1,1 0 1,-1-1-1,1 0 1,1 1-1,-1-1 1,0 0-1,1-1 1,-1 1-1,1-1 1,0 1-1,0-1 1,0 0-1,0-1 1,0 1-1,0-1 1,0 1-1,1-1 1,-1-1-1,1 1 1,-1-1-1,0 1 0,1-1 1,-1 0-1,1-1-5,17 2-34,-1 0 0,1-2 0,-1-1 0,1 0 0,-1-2-1,0 0 1,0-2 0,0 0 0,-1-1 0,0-1-1,0-1 35,135-75-3480,-35-2-7313</inkml:trace>
  <inkml:trace contextRef="#ctx0" brushRef="#br0" timeOffset="38201.806">20903 12336 31279,'0'0'720,"-110"118"-528,27 7-136,2 48-32,35 13 56,46-9 144,39-43-80,62-31-96,15-28-48,14-32 0,14-15 0,-10-32 0,-20-34-280,-9-50-440,-32 5-1313,-27 0-8761</inkml:trace>
  <inkml:trace contextRef="#ctx0" brushRef="#br0" timeOffset="38503.116">21409 12626 30302,'-70'146'1857,"-4"55"-1553,1 63-200,30 28-48,23 4 88,20 8-144,24-36 0,15-74 0,12-94-464,-16-66-328,-18-42-2249</inkml:trace>
  <inkml:trace contextRef="#ctx0" brushRef="#br0" timeOffset="39386.979">13838 8554 11370,'0'0'15062,"0"0"-11585,0 0-3136,0 0 48,-23 8-68,-92 44-74,-12 69-91,58-38-86,4 3 0,3 2 0,5 3 0,3 2 0,5 3 0,4 2 0,4 2 0,-7 34-70,37-100 7,1 0 1,1 0 0,2 1-1,1 0 1,2 0 0,2 1-1,1-1 1,2 0-1,1 1 1,1-1 0,3 0-1,0 0 1,3-1 0,0 0-1,3 0 1,0-1 0,2 0-1,17 26-7,9-12-2,2-1 0,2-3 0,2-2 0,2-1 0,1-3 0,2-2 0,1-3 0,2-1 0,1-3 1,1-2-1,25 5 2,112 63-25,-178-87 14,-1 1 0,0 1 1,0 0-1,-1 1 0,0 0 1,-1 1-1,0 0 1,-1 1-1,0 1 0,-1 0 1,0 0-1,-1 1 1,-1 0-1,0 0 0,-1 1 1,0 0-1,-1 0 1,-1 1-1,-1 0 0,0 0 11,12 52-99,-3 1 0,-3 0 0,-3 1-1,-3-1 1,-3 1 0,-3 0-1,-3 0 1,-4-1 0,-11 48 99,0-17-78,-9 14 144,6 1 0,4 2 1,6 0-1,4 0 0,6 1 1,5-1-1,5 1 0,16 72-66,22-32 299,6-3 1,8-2-1,6-3 1,67 109-300,-111-218-157,44 81 363,-17-49-3096,-46-70-717</inkml:trace>
  <inkml:trace contextRef="#ctx0" brushRef="#br0" timeOffset="39740.86">6721 11170 28654,'0'0'994,"20"22"-301,-9-10-616,9 11-3,0-1 1,2-1-1,1-1 0,0-1 0,2-1 0,0-1 0,12 6-74,7-4 52,0-2 0,1-2 0,0-1 0,1-3 0,1-2 0,0-2 0,40 1-52,239 7 299,79-29 74,738-129 327,-834 97-630,166-21-56,286-38-30,-4-33-1,12-39 17,-504 103-528,-236 69-1952,-55 6-838</inkml:trace>
  <inkml:trace contextRef="#ctx0" brushRef="#br0" timeOffset="40202.939">6241 9673 26166,'0'0'2856,"5"152"-2408,-5 23 144,0 60-135,0 23-17,-5-1-32,5-30-80,2-24-136,23-24-104,5-25-80,1-41-8,2-34-184,17-22-240,-8-28-649,-7-19-1583</inkml:trace>
  <inkml:trace contextRef="#ctx0" brushRef="#br0" timeOffset="40583.722">6147 9760 29742,'-59'211'608,"-24"61"-439,-14-16-153,5-25-16,15-45-72,27-60-73,13-35-199,17-40-592,5-31-3825</inkml:trace>
  <inkml:trace contextRef="#ctx0" brushRef="#br0" timeOffset="40584.722">5573 9545 29478,'0'0'672,"125"2"-199,2 78-305,55 64-104,28 40-64,-41-26-441,-33-32-1599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3:57:52.189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05" units="cm"/>
      <inkml:brushProperty name="height" value="0.05" units="cm"/>
    </inkml:brush>
  </inkml:definitions>
  <inkml:trace contextRef="#ctx0" brushRef="#br0">2006 6023 29846,'0'0'673,"0"0"-191,1-31-180,14-125-106,48-32 58,313-604 373,-307 656-596,-46 89-21,44-88 17,5 3 0,86-116-27,-148 232 1,0 1 0,1 1 1,1 0-1,1 1 0,0 0 0,0 0 0,1 2 1,1 0-1,0 0 0,7-2-1,-15 10 0,0 1 0,1 1 0,-1-1 0,1 1 0,-1 1 0,1-1 0,-1 1 0,1 1 0,-1-1 0,1 1 0,-1 1 0,1-1 0,-1 1 1,0 0-1,1 1 0,-1 0 0,-1 0 0,1 0 0,0 1 0,-1 0 0,0 1 0,0-1 0,0 1 0,0 0 0,-1 1 0,0-1 0,0 1 0,0 0 0,-1 0 0,0 0 0,0 1 0,0 0 0,1 5 0,36 63 8,-4 1 1,-2 3-1,-5 0 0,-2 2 0,-5 1 0,-3 1 1,7 70-9,2-16 8,-20-95-2,5 29 38,4 0 1,2-1-1,4-1 1,11 20-45,-34-85 0,0 0 1,0 0 0,0 0-1,0 0 1,1 0-1,0 0 1,0 0 0,0-1-1,0 1 1,1-1 0,-1 1-1,1-1 1,0 0-1,0 0 1,0 0 0,0 0-1,0-1 1,1 1 0,-1-1-1,1 0 1,0 0-1,0 0 1,-1-1 0,1 1-1,0-1 1,1 0 0,-1 0-1,0 0 1,0-1-1,0 1 1,0-1 0,1 0-1,-1 0 1,0-1 0,0 1-1,0-1 1,0 0-1,1 0 1,-1 0 0,0-1-1,-1 0 1,1 1 0,0-1-1,0 0 1,-1-1-1,1 1 1,-1-1-1,87-92 0,-10-23 0,-5-3 0,-6-3 0,-5-3 0,20-67 0,132-411 0,-139 371 0,-70 214-34,-5 8 7,1 0 0,0 0 0,1 0 0,0 0 0,1 0 0,0 1 0,1 0 0,0 0 0,1 0 0,0 1 0,1 0 0,0 1 0,0-1 0,1 2 0,0-1 0,1 1 0,0 0 0,0 1 1,1 1-1,2-2 27,25-6-1523</inkml:trace>
  <inkml:trace contextRef="#ctx0" brushRef="#br0" timeOffset="675.029">16541 3218 25445,'0'0'4929,"-186"217"-4240,-3 6-161,-37 47-192,-15 18-72,15 4-8,36-21-48,23-9-112,38-27-80,48-66-16,46-60-16,35-60-160,15-43-224,51-30 0,50-92-264,42-101-817,-16 6-1287,-26-6-12460</inkml:trace>
  <inkml:trace contextRef="#ctx0" brushRef="#br0" timeOffset="1045.113">16045 3498 6305,'223'-400'19274,"-121"284"-15673,-98 113-3551,0 1 1,0-1-1,0 1 1,1 0-1,-1 1 1,1-1-1,-1 1 1,1 0 0,0 0-1,-1 0 1,1 1-1,0-1 1,-1 1-1,1 1 1,0-1-1,0 0 1,-1 1-1,1 0 1,0 0 0,-1 1-1,1-1 1,-1 1-1,1 0 1,-1 0-1,0 0 1,0 1-1,0 0 1,0-1-1,0 1 1,0 1-51,105 116 567,28 93-107,-47-39-312,-8 5 0,-8 2 0,-8 4 1,-9 3-1,-7 2 0,-9 1 0,-1 52-148,51 428-69,-90-631-228,-10-30-308,-56-30-892,15-5-2599,-30-20-12178</inkml:trace>
  <inkml:trace contextRef="#ctx0" brushRef="#br0" timeOffset="1046.113">15217 4786 31487,'199'-13'576,"78"-33"-376,56-19-112,-2-8-64,-53 6 0,-30 14-8,-31 9 8,-40 17-24,-45 1-328,-49 6-744,-48 1-3305</inkml:trace>
  <inkml:trace contextRef="#ctx0" brushRef="#br0" timeOffset="1382.228">13446 3344 30030,'212'89'633,"104"49"-353,107 48-104,59 21-8,7-4 72,4 18 176,-10 18-40,-30 7-224,-36 9-80,-36-19-16,-30-36-56,-31-47-32,-33-58 0,-31-49-152,-47-46-320,-71-12-792,-57-38-3321</inkml:trace>
  <inkml:trace contextRef="#ctx0" brushRef="#br0" timeOffset="1603.398">19016 2488 31047,'-388'263'824,"-145"115"-456,-87 86-200,-128 102-168,-94 91-48,-56 81-184,203-154-376,125-87-1969</inkml:trace>
  <inkml:trace contextRef="#ctx0" brushRef="#br0" timeOffset="32366.766">991 6554 11482,'0'0'18973,"0"0"-18589,112 41-384,31-17-64,87 2 64,61-5 152,34-3 16,12 0-80,-17-2-48,0 3-24,0 7-16,-2-6 0,-7-8-16,-10-10-272,-27-2 176,-81-10-1057,-51 0-423</inkml:trace>
  <inkml:trace contextRef="#ctx0" brushRef="#br0" timeOffset="32578.066">649 9091 15411,'-63'187'14555,"-5"48"-14018,20 11-265,8 9-128,12-18 24,12-10 32,16-22-80,5-34-112,17-40-8,2-47-216,17-50-448,-3-30-1057,-5-12-8569</inkml:trace>
  <inkml:trace contextRef="#ctx0" brushRef="#br0" timeOffset="32881.32">1406 9671 29014,'-7'160'1897,"-19"27"-1721,-1-19-112,3-22-64,7-34 0,6-31 0,4-28-224,-23-11-481,-1-11-1031,-6-11-13667</inkml:trace>
  <inkml:trace contextRef="#ctx0" brushRef="#br0" timeOffset="33327.39">167 10334 25701,'0'0'3736,"20"3"-2792,222 11-689,-60-39-196,-2-8 0,-1-8 0,66-29-59,-134 38-113,80-20 115,306-88-3652,-203 48-8172,137-68 11822,-260 68 9841,-164 87-9614,-1 0 1,1-1 0,-2 1-1,1-2 1,-1 1-1,1 0 1,-2-1-1,1 0 1,-1 0-1,0-1 1,0 1-1,-1-1 1,0 1-1,-1-1 1,0 0-1,0 0 1,0 0-1,-1-1 1,0 1 0,-1 0-1,0-6-227,-4 3 62,0 0 0,0 1 0,-1 0 0,-1 0 1,1 0-1,-2 1 0,1 0 0,-1 0 0,-1 0 0,0 1 0,0 0 0,0 0 0,-1 1 0,0 1 1,-1-1-1,1 1 0,-1 1 0,0 0 0,-1 0 0,1 1 0,-1 0 0,0 1 0,-9-1-62,-12-8 49,0 2-1,-1 1 1,0 2 0,0 1-1,-1 2 1,0 1-1,1 1 1,-1 2-1,0 2 1,-12 2-49,36-3 9,-1 0-1,1 0 1,0 1 0,0 1-1,0 0 1,0 0 0,0 1 0,1 0-1,-1 0 1,1 1 0,0 0-1,1 1 1,-1 0 0,1 1 0,0-1-1,1 2 1,0-1 0,0 1-1,0 0 1,1 0 0,0 1 0,1 0-1,0 0 1,0 0 0,1 0-1,0 1 1,0 0 0,2 0 0,-1 0-1,1 0 1,0 0 0,1 0-1,0 1 1,1-1 0,0 1 0,1-1-1,0 0 1,0 1 0,1-1-1,1 0 1,2 9-9,8-1 5,1-1 0,1 0 0,0-1 1,1 0-1,0-2 0,2 0 0,-1 0 0,2-2 0,0 0 0,0-1 0,19 7-5,-37-18 0,95 50 19,-55-31-16,-2 2 1,0 1-1,-1 2 1,-1 2-1,15 15-3,-46-35 1,0 0-1,0 0 1,-1 1-1,0 0 0,0 0 1,0 0-1,-1 0 1,0 1-1,-1 0 1,1 0-1,-2 0 0,1 0 1,-1 0-1,0 1 1,-1-1-1,0 1 1,0-1-1,-1 1 0,0-1 1,0 1-1,-1 0 1,0-1-1,-1 1 1,0-1-1,0 0 0,-1 0 1,0 0-1,0 0 1,-1 0-1,0 0 1,-1 0-1,-12 14 2,-2-1 0,0-2 0,-1 0 0,0 0 1,-2-2-1,0-1 0,-1-1 0,-1 0 1,0-2-1,-1-1 0,0-1 0,-12 3-2,-32 17 2,-2-3 1,0-4-1,-2-2 0,-1-4 0,0-3 1,-39 2-3,110-16 4,1 0 0,-1 0 0,0 0 0,1 0 1,-1-1-1,1 1 0,-1-1 0,0 0 0,0 1 1,1-1-1,-1-1 0,0 1 0,1 0 0,-1-1 1,0 1-1,1-1 0,-1 0 0,1 0 0,-1 0 1,1 0-1,-1 0 0,1-1 0,0 1 1,-1-1-1,1 1 0,0-1 0,0 0 0,0 0 1,0 0-1,1 0 0,-1 0 0,0 0 0,1-1 1,0 1-1,-1-1 0,1 1 0,0-1 0,0 1 1,1-1-1,-1 1 0,0-1 0,1 0 0,-1 1 1,1-1-1,0 0 0,0 1 0,0-1 0,1 0 1,-1 0-1,0 1 0,1-1 0,0 0 1,0 1-1,0-1 0,0 1 0,0-1 0,0 1 1,2-2-5,10-19 0,0 1 1,2 1 0,1 1 0,0 0 0,2 1 0,0 1 0,1 0 0,9-5-1,-11 7-1,237-197-940,9 10-1,105-51 942,-265 186-2571</inkml:trace>
  <inkml:trace contextRef="#ctx0" brushRef="#br0" timeOffset="33738.365">3841 10162 22853,'0'0'6147,"0"0"-5077,7-22-1106,50-143 80,-44 132-71,-2 0 0,-1-1 0,-2 0 0,-1-1 0,-1 1 0,-2-2 0,-2 1 0,-1-9 27,-2 35 21,0-1-1,-1 1 1,0 0-1,0-1 1,-1 1-1,0 0 1,-1 0-1,0 1 1,0-1-1,-1 1 1,0 0-1,0 0 1,-1 0-1,0 1 1,0 0-1,-1 0 1,0 1-1,0 0 1,-1 0-1,1 0 1,-1 1-1,-1 0 1,1 1 0,-1 0-1,1 0 1,-1 1-1,0 0 1,-1 0-1,1 1 1,0 0-1,-1 1 1,-3 0-21,0 2 46,1 1 1,-1 1-1,0 0 1,1 0 0,0 1-1,0 1 1,0 0-1,0 1 1,1 0 0,0 1-1,0 0 1,1 0 0,-1 2-1,2-1 1,-1 1-1,1 0 1,1 1 0,0 0-1,0 0 1,1 1-1,0 0 1,-4 10-47,-15 15 69,2 2 0,1 0 0,2 2 0,2 0 1,2 1-1,1 1 0,3 0 0,1 1 0,2 0 0,2 1 0,-2 36-69,9-75 7,1 0 0,0 0 0,0 0-1,0 0 1,0-1 0,1 1 0,0 0 0,0 0-1,0-1 1,1 1 0,-1-1 0,1 1 0,0-1 0,1 1-1,-1-1 1,1 0 0,-1 0 0,1 0 0,1-1-1,-1 1 1,0-1 0,1 1 0,0-1 0,-1 0-1,1-1 1,0 1 0,1-1 0,-1 1 0,2-1-7,14 5-23,1-1 1,0 0 0,0-2 0,0 0 0,0-2 0,1 0 0,-1-2 0,1 0 0,-1-1 0,1-1-1,-1-1 1,0-1 0,0-1 0,0-1 0,-1-1 0,0 0 0,0-2 0,-1 0 0,16-11 22,94-39-1137,-9 0-1594</inkml:trace>
  <inkml:trace contextRef="#ctx0" brushRef="#br0" timeOffset="34471.383">4970 10048 30975,'0'0'553,"0"0"-270,0 0-114,0 0 69,-20-26-109,-62-87-132,-18-123-781,99 235 783,0-1-1,0 1 0,0 0 1,1 0-1,-1 0 1,0 0-1,-1 0 1,1 0-1,0 0 0,0 0 1,0 0-1,-1 0 1,1 0-1,0 1 1,-1-1-1,1 1 0,0-1 1,-1 1-1,1-1 1,-1 1-1,1 0 1,-1 0-1,1 0 0,-1-1 1,1 2-1,-1-1 1,1 0-1,-1 0 1,1 0-1,-1 1 1,1-1-1,-1 1 0,1-1 1,0 1-1,-1-1 1,1 1-1,0 0 1,0 0-1,-1 0 0,0 0 2,-8 14 29,0 0 0,2 0 0,-1 1 0,2 0 0,0 1 0,1 0 0,0 0 0,2 0 0,-3 13-29,7-29 1,-14 62 126,2 0 0,3 1 0,3 0-1,2 0 1,4 1 0,4 27-127,-4-81 10,1 0 0,0 0 0,1 0 0,0 0 0,1 0-1,0-1 1,1 1 0,0-1 0,1 0 0,0 0 0,1-1 0,-1 1 0,2-1-1,-1 0 1,1-1 0,1 0 0,0 0 0,0 0 0,0-1 0,1 0 0,0-1-1,0 0 1,1 0 0,-1-1 0,10 3-10,-7-2-5,0 0 0,1-1 0,0 0-1,0-1 1,0-1 0,0 0 0,1 0 0,-1-2 0,1 1-1,-1-2 1,1 0 0,0 0 0,-1-2 0,1 1 0,-1-2 0,1 0-1,-1 0 1,0-2 0,0 1 0,-1-1 0,1-1 0,8-6 5,-1-6-285,1-1 1,-2-1 0,-1-1 0,-1-1-1,0 0 1,9-18 284,15-41-2206</inkml:trace>
  <inkml:trace contextRef="#ctx0" brushRef="#br0" timeOffset="34831.508">411 11399 26694,'0'0'3184,"0"0"-2583,0 0-297,256 94 112,-6-40 40,72-9-48,59-19-120,32-20-96,-6-6-8,10-22-144,-5-21-40,-15-17 0,-31-5 0,-40 4 0,-43-2-272,-62-2-320,-76 14-160,-60 3-1641</inkml:trace>
  <inkml:trace contextRef="#ctx0" brushRef="#br0" timeOffset="34832.508">9 9178 28942,'-8'155'1809,"8"70"-1545,0 67-112,4 26 56,16-24 16,13-2-24,10-26-16,6-27-128,-3-38-40,-7-59 0,-6-45-16,-7-44-104,7-47-216,0-6-424,-9-14-1305</inkml:trace>
  <inkml:trace contextRef="#ctx0" brushRef="#br0" timeOffset="35136.717">1 8588 19500,'0'0'7626,"0"0"-5921,36 23-1540,156 83 245,86-31 297,84-28-36,15-30-306,0-17 1,243-34-366,-602 32 3,1360-80 67,-981 75-597,-1 17 1,262 45 526,-260 18-2869,-287-47-1384</inkml:trace>
  <inkml:trace contextRef="#ctx0" brushRef="#br0" timeOffset="35564.208">5393 9085 31431,'-27'183'1112,"-5"62"-984,-6 57-64,14 19-32,13-9-32,11 13 0,16-7 0,3-24 0,-1-85-1160,-9-65-4641</inkml:trace>
  <inkml:trace contextRef="#ctx0" brushRef="#br1" timeOffset="58437.341">17543 16346 29630,'0'0'544,"0"0"-191,0 0-185,0 0-76,0 0 98,44-4 150,429-69 231,-258 31-393,2 9 1,1 9-1,18 10-178,234 34-464,-245-3-313,-75-14-2771,-73-3-4426</inkml:trace>
  <inkml:trace contextRef="#ctx0" brushRef="#br1" timeOffset="56111.232">17909 14060 28686,'0'0'664,"0"0"-336,-51 156-16,-32 11 209,-14 31-105,5 7-56,24-12-104,38-29-96,23-12-72,7-32-64,7-31-24,12-36-104,10-27-216,39-26-208,-5-22-849,3-23-2440</inkml:trace>
  <inkml:trace contextRef="#ctx0" brushRef="#br1" timeOffset="56441.426">18538 14135 29462,'0'0'840,"0"0"-431,-38 150-145,25-34-24,9-3-24,4-13-56,37-17-88,44-24-32,51-7-8,45-17-32,23-33-24,-10-20-296,-58-19-240,-47-9-1905</inkml:trace>
  <inkml:trace contextRef="#ctx0" brushRef="#br1" timeOffset="56442.426">19173 14350 30110,'-131'148'801,"-7"29"-289,37-5-328,22 0 24,33-1-40,35-3-168,13-10 0,25-42-400,1-37-1337</inkml:trace>
  <inkml:trace contextRef="#ctx0" brushRef="#br1" timeOffset="44223.3">8867 7485 20564,'1'-98'5659,"2"29"-4369,-4 1 0,-3-1 0,-9-45-1290,14 111 40,-1 0 0,1 0 0,-1-1-1,0 1 1,-1 0 0,1-1 0,-1 1 0,1 0-1,-1 0 1,0 0 0,0-1 0,0 1 0,-1 0-1,1 0 1,-1 0 0,1 1 0,-1-1 0,0 0-1,0 1 1,0-1 0,-1 1 0,1-1 0,-1 1 0,1 0-1,-1 0 1,0 0 0,1 1 0,-1-1 0,0 1-1,0-1 1,0 1 0,-1 0 0,1 0 0,0 0-1,0 1 1,0-1 0,-1 1 0,1 0 0,0 0-1,-2 0-39,-6 3 30,0 1-1,1 0 0,-1 0 0,1 2 0,0-1 0,0 1 1,0 0-1,1 1 0,0 0 0,0 1 0,-5 6-29,-1-1 33,-105 95 51,5 5 0,4 4 1,6 6-1,6 4 0,5 4 0,-22 48-84,88-134 2,2 0 0,1 2 1,3 1-1,2 1 0,2 0 0,2 1 0,3 1 0,1 1 0,3-1 0,2 2 0,3-1 0,1 1 1,3-1-1,3 3-2,3-32-14,2 1 0,1-1 0,0 0 0,2-1 1,0 0-1,2 0 0,0-2 0,2 0 0,0 0 1,1-1-1,8 6 14,38 53-94,-50-62 85,0-1 0,-2 2-1,0 0 1,-1 0 0,0 1-1,-2-1 1,0 2 0,-1-1-1,-1 1 1,0 0 0,-2 0-1,0 1 1,-1-1 0,-1 1-1,-1-1 1,-1 11 9,-3-1-2,-2 0 1,-1-1 0,-1 1-1,-1-2 1,-2 1 0,0-1-1,-2-1 1,-1 0-1,-1-1 1,-1 0 0,-1-2-1,-2 0 1,0-1 0,-11 10 1,-49 44 1,-4-4 0,-3-3 0,-26 12-1,28-19 5,56-41-12,11-12-7,0 2 0,1-1 0,0 2 0,1 0 0,1 1 0,0 1 0,1 0 0,0 0 0,1 1 0,1 1 0,0 0-1,1 1 1,1 0 0,0 0 0,2 1 0,0 0 0,1 1 0,-1 5 14,6-13-64,1 0 0,0 0 0,1 0 0,0 0-1,0 1 1,2-2 0,-1 1 0,1 0 0,1 0 0,0-1-1,0 0 1,1 0 0,0 0 0,1 0 0,0-1 0,1 0-1,0 0 1,0-1 0,1 1 0,0-2 0,0 1 0,1-1 0,0-1-1,0 1 1,1-1 0,-1-1 0,1 0 0,2 0 64,185 63-1625,-143-54 1465,-40-10 170,-1 1-1,-1 1 1,1-1-1,-1 2 1,0 0-1,0 0 1,-1 1-1,0 1 1,0-1-1,-1 2 1,0 0-1,0 0 0,-2 1 1,1 0-1,-1 0 1,0 2-10,94 210 758,-62-94-450,-5 1 0,-5 2 0,-7 1 0,-5 1-1,-4 25-307,2 232 671,-19 60-671,-72 949 546,37-831-400,-46 855 18,81-1344-232,-2-24-122,2-1 1,3 1 0,2-1-1,2 1 1,3-1 0,2-1-1,3 1 1,13 35 189,0-44-2474</inkml:trace>
  <inkml:trace contextRef="#ctx0" brushRef="#br1" timeOffset="49691.228">10982 9308 28630,'0'0'971,"-6"24"-460,-67 356 416,56-275-763,-13 82 139,-9-1 0,-17 35-303,46-188 10,-2 0 0,0-1 0,-3-1 0,0 0 0,-2-1 0,-1-1 0,-2 0 0,-1-1 0,-1-2 0,-1 0 0,-1-1 0,-1-1 0,-1-2 0,-1 0 0,-1-2 0,-1-1 0,-1-2 0,0 0 0,-2-2 0,1-2 0,-2-1 0,0-1 0,0-1 0,-1-3 0,-26 4-10,52-9-9,0-1 1,0 0 0,-1 0-1,1-1 1,0 0 0,0 0-1,0-1 1,0 0 0,0 0-1,0-1 1,0 0 0,0 0-1,0-1 1,1 0-1,-1-1 1,1 1 0,0-1-1,0-1 1,0 1 0,1-1-1,0-1 1,0 1 0,0-1-1,0 0 1,1 0 0,0 0-1,0-1 1,1 0-1,0 0 1,-1-1 8,-2-17-88,0-1 0,2 1 0,1-1-1,1 1 1,1-1 0,1 0 0,2 0 0,0 0 0,3-10 88,52-283-2612,-26 196 335</inkml:trace>
  <inkml:trace contextRef="#ctx0" brushRef="#br1" timeOffset="50040.54">10281 9379 24349,'0'0'2681,"0"0"-1321,179-67-440,-89 67-344,20 6-128,32 33-223,40 22-121,20 10-104,2 6-120,-16 2-577,-63-24-919,-28-9-2929</inkml:trace>
  <inkml:trace contextRef="#ctx0" brushRef="#br1" timeOffset="50264.959">12188 10095 29086,'0'0'906,"0"0"-374,-7-18-185,-90-251 526,95 262-872,1 1-1,-1-1 1,-1 1 0,1 0-1,-1 0 1,0 0 0,-1 0-1,1 0 1,-1 1 0,-1-1-1,1 1 1,-1 0-1,1 0 1,-1 1 0,-1-1-1,1 1 1,0 1 0,-1-1-1,0 1 1,0-1 0,0 2-1,-1-1 1,1 1 0,0 0-1,-1 0 1,1 1 0,-1 0-1,0 0 1,0 0-1,1 1 1,-8 0-1,1 6-1,-1 0-1,1 0 0,-1 2 1,2 0-1,-1 0 1,1 1-1,1 0 1,0 1-1,0 1 1,1-1-1,0 2 1,1-1-1,0 1 0,1 1 1,0 0-1,1 0 1,0 0-1,1 1 1,-1 7 1,-7 8 4,1 0 0,2 2 0,1-1 0,2 1 0,0 1 0,3 0 0,0 0 0,2 0 0,2 0 0,1 28-4,1-54 1,-1-1 0,1 0 0,1 1 0,-1-1 0,1 0 0,0 0 1,0 0-1,0 0 0,0-1 0,1 1 0,0 0 0,0-1 0,0 0 0,1 0 0,-1 0 1,1 0-1,0 0 0,0-1 0,1 0 0,-1 0 0,1 0 0,-1 0 0,1-1 0,0 0 1,0 1-1,0-2 0,0 1 0,0-1 0,0 0 0,1 0 0,-1 0 0,0-1 0,1 1 1,-1-1-1,0-1 0,5 0-1,27 2-11,-1-2 1,1-1-1,-1-2 1,0-1-1,0-3 0,-1 0 1,0-2-1,0-2 1,-1-1-1,21-12 11,55-32-156,-2-4 0,46-38 156,284-216-2951,-342 237 1295</inkml:trace>
  <inkml:trace contextRef="#ctx0" brushRef="#br1" timeOffset="50579.332">13772 9053 26334,'0'0'1376,"0"0"-612,0 0-101,-25 35 202,-358 513 434,317-448-1187,4 3-1,5 2 1,5 3-1,4 2 1,-4 28-112,50-131 3,-4 8 4,1 1-1,1 0 1,0 0-1,1 1 1,1-1 0,0 0-1,1 1 1,1 0 0,1-1-1,2 12-6,0-23 1,0 1 0,1-1 0,0 0 0,0 0 0,0-1 0,1 1-1,-1-1 1,1 0 0,0 0 0,0 0 0,1-1 0,-1 1 0,1-2 0,0 1 0,0 0 0,0-1 0,0 0-1,0-1 1,0 1 0,0-1 0,1 0 0,-1-1 0,0 1 0,1-1 0,-1-1 0,0 1 0,1-1-1,-1 0 1,0 0 0,0-1 0,6-2-1,17-5-7,-1-1 0,1-1 0,-2-2 0,0-1 0,-1-1 0,0-1 0,-1-1 0,-1-1 0,-1-2 0,-1 0 0,3-5 7,-16 18-3,0-2 0,0 1 0,-1-1-1,-1 0 1,0-1 0,0 0 0,0 0 0,-1 0 0,-1-1 0,0 0 0,-1 0 0,0 0 0,3-11 3,-7 20 0,0-1 0,0 1 0,0 0 0,0-1 0,0 1 0,0 0 0,-1-1 0,1 1 0,-1 0 0,1 0 0,-1-1 0,0 1 0,0 0 0,0 0 0,0 0 0,-1 0 0,1 0 0,0 0 0,-1 0 0,1 1 0,-1-1 0,0 0 0,0 1 0,1-1 0,-1 1 0,0 0 0,0-1 0,0 1 0,0 0 0,-1 0 0,1 1 0,0-1 0,0 0 0,-1 1 0,1-1 0,0 1 0,-2 0 0,-97-5-3,87 6 2,-14 0-2,0 2-1,0 1 1,1 1 0,-1 2-1,1 0 1,0 2 0,1 1 0,0 1-1,1 1 1,0 1 0,-21 15 3,40-24-13,0-1 0,1 1 0,-1 0 0,1 1-1,0-1 1,0 1 0,0 0 0,1 0 0,0 1 0,0-1 0,0 1 0,1 0 0,0 0 0,0 0 0,0 2 13,16 26-328,9-26-65,0-1 0,0-1 1,1-1-1,0-1 0,0 0 1,0-2-1,4-1 393,83 1-5385</inkml:trace>
  <inkml:trace contextRef="#ctx0" brushRef="#br1" timeOffset="50783.698">14965 10168 24869,'0'0'3646,"-1"-21"-2424,1 3-1118,-23-123 251,20 130-339,0-1 0,-1 1 1,-1 0-1,0 1 0,0-1 1,-1 1-1,0 0 0,-1 0 1,0 1-1,-1 0 0,0 0 1,0 1-1,-1 0 0,0 0 1,0 1-1,-1 0 1,0 1-1,0 0 0,-1 1 1,0 0-1,1 0 0,-2 1 1,1 1-1,0 0 0,-1 0 1,1 1-1,-1 1 0,0 0 1,0 0-1,1 1 0,-1 1 1,-2 0-17,0 2-1,0 1 1,1 0 0,-1 1 0,1 0 0,0 1 0,0 1 0,1 0 0,0 1 0,0 0 0,0 1-1,1 0 1,1 1 0,0 0 0,0 1 0,1 0 0,0 0 0,1 1 0,0 0 0,1 1-1,-1 1 1,-3 10 17,0 0 0,1 1-1,2 0 1,0 0 0,2 1-1,0 0 1,2 0-1,1 0 1,2 1 0,0 12-17,0-32 9,0 0 0,1 1 0,0-1 0,0 1 0,1-1 0,0 1 0,0-1 1,0 0-1,1 0 0,0 0 0,1 1 0,0-2 0,0 1 0,0 0 0,1-1 0,0 1 1,0-1-1,1 0 0,-1-1 0,1 1 0,0-1 0,1 0 0,0 0 0,-1 0 0,2-1 1,-1 0-1,0 0 0,1-1 0,-1 1 0,1-2 0,0 1 0,0-1 0,1 0 0,-1 0 1,0-1-1,2 1-9,42 2-6,0-2 1,1-2-1,-1-3 1,0-2-1,0-2 1,0-2-1,-1-2 1,0-3-1,-1-1 1,-1-3-1,0-2 1,-2-2-1,0-2 1,-2-2-1,-1-2 1,22-19 5,2-8-1121,-23 9-1899</inkml:trace>
  <inkml:trace contextRef="#ctx0" brushRef="#br1" timeOffset="51390.96">10640 11772 25597,'0'0'1378,"0"0"-511,-3 19-107,-62 338 2189,-83 246-2949,139-570 41,-1-1 0,-1 0 0,-2-1 1,-2 0-1,-1-1 0,-1-1 0,-2 1-41,12-19 1,-2 0-1,1-1 0,-1 0 1,-1 0-1,0-1 0,0 0 1,-1-1-1,0 0 0,0-1 1,-1 0-1,0-1 0,0 0 1,0-1-1,-1 0 0,0-1 1,0 0-1,0-1 0,-6 0 0,14-1-48,-1-1-1,0 0 1,1 0-1,-1 0 0,0-1 1,1 0-1,-1 0 1,0 0-1,1-1 0,-1 0 1,0 0-1,1 0 1,-1-1-1,1 0 0,-1 0 1,1 0-1,0 0 1,0-1-1,0 0 0,0 0 1,1-1-1,-1 1 1,1-1-1,0 0 0,0 0 1,0 0-1,0-2 49,-26-47-2154,11-6-3164</inkml:trace>
  <inkml:trace contextRef="#ctx0" brushRef="#br1" timeOffset="51834.877">10384 11910 29198,'0'0'672,"142"-16"-192,-15 0-111,38-2-73,6 3-128,-5 7-144,-19 8-24,-50 0-624,-25 0-1697</inkml:trace>
  <inkml:trace contextRef="#ctx0" brushRef="#br1" timeOffset="52193.623">12188 12687 28094,'0'0'433,"0"0"84,-4-23-48,-24-152 459,25 150-853,-2-1-1,0 2 0,-2-1 1,-1 0-1,-1 1 1,-1 1-1,-1 0 0,-1 0 1,-1 1-1,-13-17-74,23 35 1,0 0 0,-1 0-1,1 1 1,-1-1 0,0 1-1,0 0 1,0 0 0,0 0-1,0 1 1,-1-1 0,1 1-1,-1 0 1,1 1-1,-1-1 1,0 1 0,0 0-1,1 0 1,-1 0 0,0 1-1,0-1 1,0 1 0,0 1-1,0-1 1,0 1 0,0-1-1,0 1 1,0 1 0,1-1-1,-1 1 1,0 0 0,1 0-1,-1 0 1,1 0 0,-3 3-1,-8 6-2,0 0 0,0 2 0,2-1 0,-1 2 1,2 0-1,0 0 0,0 1 0,-7 14 2,-9 12 1,2 2 0,2 0 0,2 1 0,1 1 1,3 1-1,2 1 0,2 1 0,1 0 0,-4 47-1,18-88 4,1 0 0,0 0 0,0 0 0,0 0 0,1-1 0,0 1 0,1-1 0,0 0 0,0 0 0,0 0 0,0-1 0,1 1 0,0-1 0,0 0 0,0 0 0,1-1 0,0 1 0,0-1 0,0-1 0,0 1 0,0-1 0,1 0 0,0 0 0,-1-1 0,1 0 0,0 0 0,0-1 0,0 0 0,1 0 0,-1 0 0,0-1 0,0 0 0,0-1 0,0 1 0,1-2-4,50 0 5,-1-3 0,0-2 0,-1-2 1,0-4-1,0-1 0,-2-3 0,0-2 0,-1-3 1,0-2-1,44-28-5,53-28-1463,-4-6 0,30-30 1463,-71 41-5120</inkml:trace>
  <inkml:trace contextRef="#ctx0" brushRef="#br1" timeOffset="52546.847">13816 12046 25725,'0'0'2986,"0"0"-1960,0 0-677,5-21-105,18-152 166,-24 170-409,0 1 0,1-1 0,-1 1 1,0 0-1,-1-1 0,1 1 0,0 0 0,-1 0 0,1 0 0,-1 0 1,1 0-1,-1 0 0,0 1 0,0-1 0,0 1 0,0-1 1,0 1-1,0-1 0,0 1 0,-1 0 0,1 0 0,0 0 0,-1 0 1,1 1-1,0-1 0,-1 1 0,1-1 0,-1 1 0,1 0 1,-1 0-1,1 0 0,-1 0-1,-89 10 3,70-1 21,0 1 1,2 1-1,-1 1 1,1 1-1,1 1 0,0 0 1,1 2-1,1 0 1,1 1-1,0 0 0,1 2 1,0-1-1,2 2 1,0 0-1,2 1 0,0 0 1,1 0-1,1 1 1,2 0-1,0 1 1,1 0-1,1 0 0,1 1-24,-4 16 13,2 1 0,2 1-1,1-1 1,3 1-1,1-1 1,2 0 0,1 1-1,3-1 1,9 30-13,-6-44 1,-2-1 0,-1 1 0,-1 0 0,-1 1 0,-1 0 0,-2 0 0,0 0 0,-3 22-1,-2-43 2,0-1 1,-1 1-1,0 0 1,0-1-1,0 0 1,-1 0-1,0 0 0,0-1 1,0 1-1,-1-1 1,0-1-1,0 1 1,0-1-1,0 0 1,-1 0-1,0-1 1,1 1-1,-1-2 1,-1 1-1,1-1 1,0 0-1,0 0 0,-1-1 1,1 0-1,-1-1 1,1 1-1,-1-1 1,1-1-1,-1 1 1,1-1-1,-1-1 1,1 1-1,-1-1 1,1-1-1,0 1 1,0-1-1,0-1 0,1 1 1,-1-1-1,-4-3-2,3-3 1,-1 0 0,2-1 0,-1 0 0,1 0 0,1-1 0,0 1 0,1-1 0,0-1-1,1 1 1,0-1 0,1 1 0,0-1 0,1 0 0,1 0 0,0-1 0,0 1 0,2 0-1,-1 0 1,2 0 0,0 0 0,0 0 0,1 0 0,1 0 0,0 1 0,1 0 0,0 0-1,1 0 1,0 0 0,1 1 0,0 0 0,1 0 0,0 1 0,1 0-1,26-30-57,1 2 1,2 2 0,2 1 0,1 3-1,1 0 1,2 3 0,1 2 0,1 2-1,1 2 1,1 1 0,42-11 56,-48 20-510,1 1 0,0 2 0,0 2 1,1 3-1,0 0 0,1 3 0,22 3 510,8-1-4070</inkml:trace>
  <inkml:trace contextRef="#ctx0" brushRef="#br1" timeOffset="52881.057">14588 12306 11715,'0'0'8557,"28"8"-4214,93 24-2066,-106-28-1983,0 0-1,1-1 0,-1 0 0,1-1 0,-1-1 0,1 0 0,0-1 0,0-1 1,-1-1-1,2 0-293,-9-2 27,-1 0 1,1 0 0,-1 0-1,0-1 1,0 0 0,-1-1-1,1 1 1,-1-1 0,0-1-1,-1 1 1,1-1-1,-2 0 1,1 0 0,-1 0-1,0-1 1,0 1 0,-1-1-1,0 0 1,0 0 0,-1 0-1,0-1 1,0 1 0,-1-1-1,0 1 1,-1-1 0,0 1-1,0-1 1,0 1 0,-1-1-1,-2-3-27,3 5 1,-1 1 0,0-1 0,0 1 0,-1 0-1,1 0 1,-1-1 0,-1 1 0,1 0 0,-1 0 0,0 1-1,-1-1 1,1 1 0,-1-1 0,0 1 0,0 1 0,-1-1-1,0 0 1,1 1 0,-2 0 0,1 0 0,0 0 0,-1 1-1,1 0 1,-1 0 0,0 0 0,0 1 0,0 0 0,-1 0-1,1 0 1,-3 1-1,-6-2 0,-1 0-1,1 1 0,0 1 1,-1 1-1,1 0 1,0 1-1,-1 1 0,1 0 1,0 1-1,0 1 1,0 0-1,1 1 1,-2 1 0,-12 9-1,1 2 1,0 0 0,2 2-1,0 1 1,1 1 0,1 2-1,1 0 1,1 1 0,1 1-1,1 1 1,1 0 0,1 2 0,-9 22 0,10-22 5,2 1 1,1 1 0,2 0 0,1 0 0,1 1 0,1 1 0,0 15-6,6-41 3,2 0 0,-1 0 0,1 0 0,-1 0 1,1 0-1,1 0 0,0 0 0,-1 0 0,2 0 0,-1-1 0,1 1 0,0 0 1,0-1-1,0 1 0,1-1 0,0 1 0,0-1 0,0 0 0,1 0 0,0-1 1,0 1-1,0-1 0,0 1 0,1-2 0,-1 1 0,1 0 0,0-1 0,0 0 1,5 2-4,11 8-82,2-1 0,0-1 0,0-1 0,1-1 0,0-2 0,0 0 0,1-1 0,0-2 0,0 0 0,0-2 0,0 0 0,0-2 0,1-1 0,-1-1 1,0-1-1,20-5 82,17-11-2890</inkml:trace>
  <inkml:trace contextRef="#ctx0" brushRef="#br1" timeOffset="53465.93">10116 15218 28094,'0'0'640,"0"0"-228,2 22-72,20 368 909,-22-381-1230,-17 214 300,14-212-307,1 0 0,-2 0 0,1 0 1,-2-1-1,1 1 0,-1-1 0,-1-1 0,0 1 0,0-1 0,-1 1 0,0-2 0,-1 1 0,1-1 0,-2 0 0,1-1 1,-1 0-1,0 0 0,-8 3-12,-7 0-11,0 0 1,-1-2-1,0-1 1,0-1 0,-1-1-1,0-1 1,0-2-1,0 0 1,0-2 0,-8-1 10,23 2-32,0 0 0,0-1 1,0 0-1,0-1 1,0 0-1,0-1 0,1 0 1,-1-1-1,0 0 1,1-1-1,0 0 0,0 0 1,0-1-1,0 0 1,1-1-1,0 0 0,0-1 1,0 0-1,1 0 1,-3-4 31,1-4-193,1-1 1,0 0 0,1 0 0,1-1 0,1 1-1,0-2 1,1 1 0,1 0 0,0-8 192,-6-71-1987</inkml:trace>
  <inkml:trace contextRef="#ctx0" brushRef="#br1" timeOffset="53836.592">10502 14879 27422,'0'0'888,"127"15"-656,-46 13-232,44 27 0,-24-4-672,-13-5-4689</inkml:trace>
  <inkml:trace contextRef="#ctx0" brushRef="#br1" timeOffset="53837.592">11936 15628 28742,'0'0'750,"0"0"-393,0 0-68,3-22 93,13-150 303,-16 158-682,0 1-1,-1 0 1,0 0-1,-1 0 1,-1 0-1,0 0 1,0 0-1,-1 1 0,-1 0 1,0-1-1,-1 2 1,0-1-1,-1 1 1,0 0-1,-1 0 1,0 1-1,-1 0 1,0 0-1,0 1 1,-1 0-1,0 1 1,-1 0-1,0 0 0,0 1 1,0 1-1,-1 0 1,0 1-1,-1 0 1,1 0-1,-1 2 1,1-1-1,-1 2 1,0 0-1,0 0 1,-1 1-1,1 1 0,0 0 1,0 1-1,-12 2-2,8 2-1,-1 1-1,1 1 0,0 1 0,1 0 0,0 1 0,0 1 1,1 1-1,0 0 0,1 0 0,0 2 0,1 0 0,1 0 1,0 1-1,0 1 0,2 0 0,-6 10 2,7-11 0,0 1 0,2 1 0,-1-1-1,2 1 1,0 0 0,1 1 0,1-1 0,0 1 0,1 0 0,1 4 0,1-14 0,1 0 1,1 0-1,-1-1 1,1 1-1,0 0 1,0-1 0,1 1-1,0-1 1,0 0-1,1 1 1,0-1-1,0 0 1,0 0-1,0-1 1,1 1 0,0-1-1,1 0 1,-1 0-1,1 0 1,0 0-1,0-1 1,0 0-1,0 0 1,1 0 0,0-1-1,0 0 1,0 0-1,0 0 1,0-1-1,1 0 1,5 2-1,20 4-27,0-1 0,0-1-1,0-2 1,1-1 0,24-2 27,90-3-772,-17-12-1370</inkml:trace>
  <inkml:trace contextRef="#ctx0" brushRef="#br1" timeOffset="54239.18">13384 14871 28670,'0'0'876,"2"-20"-344,1-3-462,1-9 132,-1 1-1,-1-1 1,-2 0-1,-1 0 1,-5-28-202,5 56 1,0 0 1,-1 1-1,1-1 0,-1 0 1,0 1-1,1-1 0,-2 1 0,1-1 1,0 1-1,-1 0 0,1 0 1,-1 0-1,0 0 0,0 0 1,0 1-1,0-1 0,-1 1 0,1 0 1,-1 0-1,1 0 0,-1 1 1,0-1-1,0 1 0,0 0 1,0 0-1,1 0 0,-1 0 1,0 1-1,-1-1 0,1 1 0,0 0 1,0 1-1,0-1 0,0 1 1,0 0-1,0-1 0,1 2 1,-1-1-1,0 0 0,0 1 0,1 0 1,-1 0-1,1 0 0,-1 0 1,1 0-1,-2 2-1,-5 4-1,1 1-1,0 0 1,0 0-1,0 1 1,1 0-1,1 1 1,0 0-1,0 0 1,1 0-1,1 1 1,0 0-1,0 0 1,1 0 0,1 1-1,0 0 1,0-1-1,2 1 1,-1 0-1,2 0 1,0 0-1,0 3 2,3-10-13,0 0 0,0 0 1,0 0-1,1-1 0,0 1 0,0-1 0,0 0 0,1 0 0,0 0 0,-1 0 0,2-1 0,-1 0 0,1 0 0,-1 0 1,1-1-1,0 0 0,0 0 0,0 0 0,1-1 0,-1 0 0,1 0 0,-1-1 0,1 1 0,0-2 0,-1 1 0,1-1 1,0 0-1,0 0 0,-1-1 0,1 1 0,0-2 0,-1 1 13,14 2-69,-18-1 66,0 0 0,0-1 1,0 2-1,0-1 0,0 0 1,0 0-1,0 1 0,0-1 1,0 1-1,0-1 1,0 1-1,-1 0 0,1 0 1,0 0-1,0 0 0,-1 0 1,1 0-1,0 0 0,-1 1 1,0-1-1,1 1 0,-1-1 1,0 1-1,1-1 1,-1 1-1,0 0 0,0-1 1,0 1-1,-1 0 0,1 0 1,0 0-1,-1 0 0,1 0 1,-1 0-1,0 0 0,1 0 1,-1 0-1,0 0 1,0 0-1,0 0 0,-1 0 1,1 0-1,0 0 3,-36 90 118,-345 538 442,328-545-456,20-36-49,2 2 1,3 1 0,2 1-1,-14 41-55,36-85-200,1 1-1,1-1 0,-1 1 1,1 0-1,1 0 0,0 0 1,0 0-1,1 0 1,1 0-1,-1 0 0,2 0 1,-1 0-1,4 10 201,12 1-4508</inkml:trace>
  <inkml:trace contextRef="#ctx0" brushRef="#br1" timeOffset="54585.436">14204 15790 29038,'0'0'602,"0"0"-346,0 0-16,16-21 235,50-74-82,-62 89-371,-1-1-1,0 0 1,0-1 0,0 1 0,-1 0-1,0-1 1,0 1 0,-1-1 0,0 1-1,0-1 1,-1 0 0,0-7-22,0-5 16,0 20-15,-10-160 51,9 154-53,-1 1 0,0-1 0,1 1 0,-2 0 0,1 0 0,-1 0 0,1 0-1,-1 1 1,-1-1 0,1 1 0,-1-1 0,1 1 0,-1 0 0,-1 1 0,1-1-1,0 1 1,-1 0 0,0 0 0,1 0 0,-1 0 0,0 1 0,-1 0 0,1 0-1,0 0 1,-1 1 0,1 0 0,-3 0 1,1 0-1,-1 0 0,0 1 0,0 0 0,1 1 0,-1-1 0,1 2-1,-1-1 1,0 1 0,1 0 0,0 0 0,0 1 0,0 0 0,0 1 0,0-1 0,0 1 0,1 1 0,0-1 0,0 1-1,0 0 1,0 0 0,1 1 0,-5 5 1,-3 5 1,1 1-1,0 1 1,2-1-1,0 2 1,0-1-1,2 1 1,-6 20-1,9-22 4,0 0-1,1 0 1,1 1-1,0-1 1,1 1 0,1-1-1,1 1 1,1 0-1,0-1 1,1 1 0,1-1-1,1 4-3,-1-12 0,0 0-1,0 0 1,0 0-1,1-1 1,1 1-1,-1-1 1,1-1-1,1 1 1,-1 0-1,1-1 1,1 0-1,-1-1 1,1 1-1,0-1 1,1-1-1,-1 1 1,1-1-1,0-1 1,1 1-1,-1-1 1,1-1 0,0 0-1,5 2 1,-1-2-69,1 0 0,-1 0 1,1-1-1,-1-1 0,1 0 0,0-1 1,0-1-1,0 0 0,-1 0 0,1-2 0,-1 1 1,1-2-1,-1 0 0,2-2 69,36-18-1635</inkml:trace>
  <inkml:trace contextRef="#ctx0" brushRef="#br1" timeOffset="54923.787">8181 14370 28902,'0'0'675,"28"2"-160,101 25-202,-120-22-292,0 1 0,0 0 0,-1 1 0,0 0 0,-1 0 0,1 1 0,-2-1 0,1 2 0,-1-1 0,0 1 0,0 0 1,-1 0-1,3 9-21,72 189 294,-37-24-114,-9 2-1,-8 0 0,-8 2 1,-6 182-180,-9-279 56,4 221 113,22 345 95,-28-644-269,-1-9-7,-1 1 1,1 0 0,0 0 0,0 0-1,1-1 1,-1 1 0,1 0 0,0 0-1,0-1 1,0 1 0,0-1 0,1 1 0,-1-1-1,1 1 1,0-1 0,0 0 0,0 0-1,0 0 1,1 0 0,-1 0 0,1 0-1,0-1 1,3 3 11,20-18-259,75-157-1090,-54 57-865</inkml:trace>
  <inkml:trace contextRef="#ctx0" brushRef="#br1" timeOffset="55360.028">8957 14032 28102,'34'-14'1602,"137"-52"-1054,44 21-407,964-111 126,-1004 135-138,1144-107 518,1105 42-647,-1801 113-404,292 62 404,-832-80 1,0 3 0,-1 5-1,-1 3 1,-1 3 0,4 6-1,-68-16-285,-43-12 166,14-1 150,7 1-26,0 0 0,0 0 0,0 0 1,1 1-1,-1-1 0,0 1 0,1 1 1,-1-1-1,1 1 0,0 0 1,0 0-1,0 1 0,0-1 0,0 1 1,1 0-1,-1 0 0,1 1 0,0-1 1,1 1-1,-1 0 0,1 0 1,0 0-1,0 1 0,1-1 0,-1 1 1,1-1-6,-43 168 255,43-162-242,-39 294 719,3 225-732,26-266 84,-13-2 0,-48 212-84,73-472 0,-2 19-6,-1-1 0,-1 0 0,-1 0 0,-1 0 0,-1 0-1,0-1 1,-1 0 0,-1 0 0,-1-1 0,-1 0 0,0-1 0,-1 0 0,-1-1 0,-1 0 0,0-1 0,-8 5 6,17-18-10,0 1 0,0-1 0,0 0 0,-1-1 0,1 1 0,-1-1 0,1 0 0,-1 0 0,0-1 0,1 0 0,-1 0 0,0 0 0,1 0 0,-1-1 0,0 0 0,-5-2 10,-164-67-2538,82 23-2118</inkml:trace>
  <inkml:trace contextRef="#ctx0" brushRef="#br1" timeOffset="55759.012">8788 17557 31359,'171'6'352,"88"-6"-352,96-23-88,63-38-200,14-28 208,46-16 80,28 3 88,23 9 24,3 22 0,1 22-32,-9 11-80,-11 5-216,-128 7-865,-73-2-1143</inkml:trace>
  <inkml:trace contextRef="#ctx0" brushRef="#br1" timeOffset="62088.548">5846 15985 29526,'0'0'1087,"0"0"-569,0 0-340,0 0-26,36 21 118,72 43-64,3-6 0,3-4 1,67 19-207,-140-60 27,-1-3 0,2-1 0,-1-2 0,1-2-1,0-2 1,0-1 0,0-3 0,1-1 0,-1-2 0,-1-2 0,1-1 0,-1-3 0,8-4-27,77-34 14,-2-6-1,-3-5 0,-2-6 1,-3-5-1,84-68-13,1027-720 0,-1014 720-212,-54 27-848</inkml:trace>
  <inkml:trace contextRef="#ctx0" brushRef="#br1" timeOffset="67987.389">19559 13328 26862,'-22'-17'1828,"10"7"-1670,-19-14-55,-1 1 0,-1 2 1,-1 1-1,0 1 0,-10-1-103,-6 3 36,0 3 1,-1 2 0,-1 2 0,0 3 0,0 2-1,0 2 1,-1 2 0,1 3 0,0 2 0,-4 3-37,-48 11 94,2 4 1,0 5-1,1 4 1,2 5-1,2 4 1,1 4-1,3 4 1,1 5 0,-59 46-95,40-22 53,4 4 0,3 5 1,5 5-1,3 4 0,4 3 1,5 5-1,5 4 0,4 3 1,5 3-1,5 3 0,6 3 1,4 3-1,6 2 0,-12 55-53,40-99 36,3 1-1,4 0 1,4 1-1,3 1 1,4 0-1,4 0 1,3 1-1,4-1 1,3 0-1,9 26-35,-6-66 7,2 0 0,2-1 0,2-1 0,2 0-1,1-1 1,2-1 0,2-2 0,1 0 0,2-1 0,1-2-1,2-1 1,1-1 0,2-1 0,1-2 0,1-2 0,2-1 0,0-2-1,2-1 1,0-2 0,1-2 0,2-1 0,21 5-7,-1-6 1,0-2-1,1-3 1,0-3 0,1-3 0,0-2 0,0-3-1,0-3 1,-1-3 0,1-2 0,57-15-1,-9-5 4,-1-5 0,-2-5 1,-2-5-1,-1-4 0,63-40-4,-41 17 3,-4-6-1,-3-5 1,-3-5 0,-5-6-1,-3-4 1,-5-5 0,-4-4-1,3-14-2,-71 80-2,-2-2 0,-2-1 0,-1-1 0,-3-2 0,-1 0 0,-3-2 0,-1 0 0,-2-2 0,-3 0 0,-1 0 0,-3-1 0,4-44 2,-13 67 0,-2-1 0,-1 1-1,-1 0 1,-1 0-1,-1 0 1,-2 0-1,0 0 1,-2 1-1,-1 0 1,-1 1-1,-1 0 1,-1 0-1,0 2 1,-2-1-1,-1 2 1,-1-1 0,-1 2-1,0 1 1,-2 0-1,-2-1 1,-44-35-45,-3 2-1,-2 4 1,-2 3 0,-2 3-1,-2 3 1,-2 3 0,-41-11 45,-173-89-1338,242 108-1482,30 11-6321</inkml:trace>
  <inkml:trace contextRef="#ctx0" brushRef="#br1" timeOffset="69173.324">16999 16313 29510,'0'0'224,"0"0"-114,26 33 168,224 333 667,-69-20-395,-86-157-123,85 121-427,-29-124 184,-141-177-167,1 0 0,0-1 0,1-1 0,-1 0 0,2-1 0,-1 0 0,1 0 0,-1-2 0,1 1 0,1-2 0,-1 1 0,0-2 0,1 0 0,0-1 0,-1 0 0,1-1 0,0 0 0,-1-1 0,1-1 0,-1 0 0,3-2-17,20-4 12,-1-2 0,-1-2 0,0-1 0,0-2 0,-1-1 1,-1-1-1,2-4-12,19-10-179,-2-1 1,-2-4-1,-1-1 0,-2-2 1,-1-2-1,-2-3 1,-3-1-1,-1-1 0,-2-3 1,9-18 178,-11-7-2614</inkml:trace>
  <inkml:trace contextRef="#ctx0" brushRef="#br1" timeOffset="57589.341">22884 13975 25870,'0'0'2669,"0"0"-1962,0 0-611,-21-9 38,-65-28 306,86 38-421,0-1 0,1 1 0,-1 0 0,0 0 1,0-1-1,0 1 0,0 0 0,0-1 0,0 1 1,0 0-1,0 0 0,0-1 0,0 1 0,0 0 0,-1 0 1,1-1-1,0 1 0,0 0 0,-1-1 0,1 1 0,0 0 1,-1-1-1,1 1 0,-1-1 0,1 1 0,-1-1 1,1 1-1,-1-1 0,1 1 0,-1-1 0,1 1 0,-1-1 1,0 1-1,1-1 0,-1 0 0,0 0 0,1 1 1,-1-1-1,0 0 0,0 0 0,1 0 0,-1 0 0,0 0 1,0 0-1,1 0 0,-1 0 0,0 0 0,1 0 1,-1 0-1,0 0 0,0 0 0,1 0 0,-1-1 0,0 1 1,0 0-20,3 2 50,108 145 560,-65-93-510,-26-35-89,0 1 1,-1 2-1,-2 0 0,0 0 1,-1 1-1,-1 1 0,-2 1 0,0 0 1,-2 0-1,0 1 0,-2 1 1,3 16-12,-9-29 2,-1 0 0,0 1 0,-1-1 0,-1 0 0,0 0 0,-1 1 0,0-1 0,-1 0 1,-1-1-1,0 1 0,-1 0 0,0-1 0,-1 0 0,-1-1 0,0 1 0,-6 7-2,-18 19 0,-1-1 1,-2-2-1,-2-1 0,-1-2 1,-1-2-1,-2-1 0,-1-2 1,-1-2-1,-1-1 0,-2-3 1,0-1-1,-27 6 0,15-11-65,57-16 60,0-1 0,1 1 0,-1-1 0,0 1 0,1-1 1,-1 0-1,0 1 0,0-1 0,0 1 0,0-1 0,1 0 0,-1 1 0,0-1 1,0 0-1,0 1 0,0-1 0,-1 0 0,1 1 0,0-1 0,0 0 0,0 1 0,0-1 1,-1 0-1,1 1 0,0-1 0,-1 1 0,1-1 0,0 1 0,-1-1 0,1 1 1,-1-1-1,1 1 0,-1-1 0,1 1 0,-1-1 0,1 1 0,-1 0 0,1-1 1,-1 1-1,1 0 0,-1-1 5,240-117-604,-175 91 443,0 2 1,2 3-1,0 2 1,1 4-1,1 3 1,50-3 160,-114 15 0,1-1 0,-1 2-1,0-1 1,1 1 0,-1-1 0,1 1 0,-1 0 0,1 1 0,-1-1 0,0 1 0,1 0 0,-1 0-1,0 0 1,1 1 0,-1-1 0,0 1 0,0 0 0,0 0 0,0 1 0,-1-1 0,1 1-1,-1 0 1,1 0 0,-1 0 0,0 0 0,0 1 0,-1-1 0,1 1 0,-1-1 0,1 1 0,-1 0-1,0 0 1,0 0 0,-1 0 0,1 1 0,-1-1 0,0 0 0,0 1 0,0 2 0,-4 4 21,1 0 0,-1-1 0,-1 1 0,1-1 0,-2 0 0,0 0 0,0-1 0,0 1 0,-2-1 0,1 0 1,-1-1-1,0 1 0,0-1 0,-1-1 0,-1 1 0,1-1 0,-1-1 0,0 0 0,0 0 0,-2 0-21,1 2 18,-38 27 42,-2-2 1,-1-2 0,-1-2-1,-20 6-60,5-12-22,29-35-470,31-15-4035,6-21-14748</inkml:trace>
  <inkml:trace contextRef="#ctx0" brushRef="#br1" timeOffset="57933.463">23960 14082 30206,'0'0'585,"0"0"-369,0 0-152,-8 25-3,-68 160 160,-142 145-106,216-327-115,-1-1 0,1 1 0,-1 0 0,1-1 0,0 1-1,0 0 1,0 0 0,0 1 0,1-1 0,-1 0 0,1 1 0,0-1 0,0 1 0,0-1-1,0 1 1,1-1 0,0 1 0,-1 0 0,1-1 0,0 1 0,1-1 0,-1 1 0,1 0-1,0-1 1,-1 1 0,2-1 0,-1 1 0,0-1 0,1 0 0,-1 1 0,1-1 0,0 0 0,0 0-1,0 0 1,0-1 0,1 1 0,0 1 0,236 64 136,-106-2 87,-130-64-222,0 1 0,-1-1 0,1 1 0,0-1 1,-1 1-1,1 0 0,-1 0 0,0 0 0,0 0 0,0 0 1,0 0-1,0 1 0,-1-1 0,0 1 0,0-1 0,0 1 0,0-1 1,0 1-1,-1 0 0,1-1 0,-1 1 0,0 0 0,0 0 1,0-1-1,-1 1 0,1 0 0,-1-1 0,0 1 0,0 0 1,-1-1-1,1 1 0,0-1 0,-1 0 0,0 1 0,0-1 1,0 0-1,0 0 0,-2 1-1,-117 92-184,-112 25-1161,121-72-475</inkml:trace>
  <inkml:trace contextRef="#ctx0" brushRef="#br1" timeOffset="58813.399">22834 15745 29974,'0'0'817,"127"0"-561,61-6-112,58-22 40,32-11 0,-4-5-72,-33 7-64,-15 1-48,-66 11-416,-39 1-1241</inkml:trace>
  <inkml:trace contextRef="#ctx0" brushRef="#br1" timeOffset="68624.124">23233 13598 27022,'-181'127'535,"6"8"1,6 7 0,-100 113-536,173-153 362,5 4 0,5 4 1,5 3-1,-59 110-362,108-164 126,1 2-1,4 1 1,2 0-1,3 2 1,3 1-1,2 1 1,4 0-1,2 1 1,3 0-1,2 68-125,6-107 17,1-1 0,1 0 0,1 1 0,2-1 0,1-1 0,1 1 0,1-1-1,1 0 1,1-1 0,2 0 0,0 0 0,2-2 0,1 1 0,0-2 0,2 0 0,0-1 0,2-1-1,0 0 1,1-2 0,1 0 0,0-1 0,2-1 0,0-1 0,17 7-17,18 3 10,1-4 0,1-1-1,1-4 1,0-2 0,1-3 0,1-2 0,0-3 0,0-3 0,0-3 0,0-2 0,0-4-1,49-10-9,9-5 5,-2-5 0,0-5-1,-3-6 1,0-4-1,-3-6 1,-2-4-1,28-22-4,-61 28-2,-2-2 0,-2-4 0,-2-4-1,-3-2 1,-3-3 0,-2-3 0,32-43 2,-60 62-8,-2-2 1,-2-2-1,-2 0 1,-2-2-1,-2-2 1,-3 0-1,-2-1 1,-2-1-1,-2-1 1,-3 0 0,-3-2-1,2-22 8,-7 27-3,-1 0 0,-3 0 0,-2 0 1,-2 0-1,-3 1 0,-2-1 0,-2 1 0,-2 0 0,-2 1 0,-3 1 0,-2 0 1,-2 1-1,-2 1 0,-2 1 0,-2 1 0,-2 1 0,-2 1 0,-1 2 0,-3 1 1,-1 2-1,-2 1 0,-1 2 0,-2 2 0,-1 1 0,-2 2 3,-17-1 0,-2 2 1,0 4-1,-2 2 0,0 3 1,-1 3-1,-1 2 0,-1 4 1,0 2-1,0 3 0,-1 4 1,1 2-1,-6 3 0,-42 3-59,0 5 1,1 5-1,0 4 0,2 6 1,-35 16 58,-203 80-536,74-6-714,54-10-1701</inkml:trace>
  <inkml:trace contextRef="#ctx0" brushRef="#br1" timeOffset="70874.066">15103 16007 27054,'0'0'2352,"0"0"-989,0 0-725,0 0-166,0 0-56,-5-19-105,4 15-304,0 0 0,0 0 1,0 0-1,0 0 0,0 0 1,1 0-1,0 0 1,0-1-1,0 1 0,0 0 1,1 0-1,0 0 0,0 0 1,0 0-1,0 0 1,0 0-1,1 1 0,0-1 1,2-3-8,6 0 2,1 1 0,0 0-1,0 1 1,0 0 0,1 1 0,0 0 0,-1 1 0,2 0 0,-1 1 0,0 0 0,7 1-2,242-44 0,81-8 0,-266 42 0,740-106 0,97 29 0,-87 58 0,245-16 0,241-95 0,-1159 115-27,-73 5-182,-78 21 166,-1-1 1,0 1-1,0-1 1,1 1-1,-1-1 1,0 0-1,0 1 1,0-1-1,0 0 1,0 0-1,0 0 1,0 0-1,0 0 1,0 0-1,-1 0 1,1 0-1,0 0 1,-1-1-1,1 1 1,-1 0-1,1 0 1,-1 0-1,1-1 1,-1 1-1,0 0 1,0-1-1,0 1 0,0 0 1,0-1-1,0 1 1,0 0-1,0-1 1,0 1-1,-1 0 1,1-1-1,0 1 1,-1 0-1,1 0 1,-1-1-1,1 1 1,-1 0-1,0 0 43,-30-24-2131</inkml:trace>
  <inkml:trace contextRef="#ctx0" brushRef="#br1" timeOffset="71291.027">19395 14727 30455,'29'18'390,"437"259"-154,-283-187-213,3-8 1,4-8-1,55 8-23,-243-82 1,-1-1 0,1 1 0,0 0 0,0 0 0,0 0 0,0 0 0,-1 0 0,1 1 0,0-1 0,0 0 0,-1 1 0,1 0 0,0-1 0,0 1 0,-1 0 0,1 0 0,-1 0 0,1 0 0,-1 0 0,1 0 0,-1 0 0,1 0 0,-1 1 0,0-1 0,0 0 0,0 1-1,0-1 1,0 1 0,0 0 0,0-1 0,0 1 0,-1 0 0,1-1 0,-1 1 0,1 0 0,-1 0 0,0-1 0,1 1 0,-1 0 0,0 0 0,0 0 0,0 0 0,-1-1 0,1 1 0,0 0 0,-1 0 0,1-1 0,-1 1 0,1 0 0,-1 0 0,0-1 0,0 1 0,0-1 0,0 1 0,0-1 0,0 1 0,0-1 0,0 1 0,-1-1 0,1 0 0,-1 0 0,1 0 0,-1 1-1,-220 86 122,-181 53-351,229-84-2567,33-18-7174</inkml:trace>
  <inkml:trace contextRef="#ctx0" brushRef="#br1" timeOffset="73231.964">9349 9195 21341,'0'0'5889,"0"0"-4135,0 0-997,0 0-245,-1 25-182,1 102 106,49 256 273,31 773 254,-72-955-910,-5-128-42,-1 13-7,4 0 0,4 0 0,7 17-4,-17-98-21,1 1 1,-1 0-1,1-1 0,0 1 1,1-1-1,-1 1 0,1-1 0,0 0 1,0 0-1,1 0 0,0 0 1,0 0-1,0 0 0,0-1 1,1 1-1,-1-1 0,1 0 1,0 0-1,1-1 0,-1 1 0,1-1 1,-1 0-1,1 0 0,0 0 1,0-1-1,0 1 0,1-1 1,-1-1-1,0 1 0,1-1 1,-1 0-1,1 0 0,0 0 21,-2-2-36,1 1-1,0-1 0,-1 0 1,1-1-1,-1 1 1,1-1-1,-1 0 0,0 0 1,1 0-1,-1 0 1,0-1-1,-1 0 0,1 0 1,0 0-1,-1 0 1,0 0-1,1-1 0,-1 1 1,-1-1-1,1 0 1,0 0-1,-1 0 0,0 0 1,0-1-1,0 1 1,0-4 36,7-8-188,39-79-2107,-13-6-3694</inkml:trace>
  <inkml:trace contextRef="#ctx0" brushRef="#br1" timeOffset="73597.247">9733 8611 28430,'0'0'720,"129"-39"-232,9 33-128,77 6-16,59 0 33,44 0-49,39 0-144,27 0-104,41 0-48,31 0-32,11 4-16,-20 26 16,-33 15-208,-39 6-272,-112-11-769,-66-11-999</inkml:trace>
  <inkml:trace contextRef="#ctx0" brushRef="#br1" timeOffset="73992.933">15574 8856 27654,'0'0'1168,"0"0"-248,0 0-296,0 160-7,0-67-169,0 31-168,0 30-112,0 3-96,-4-3-40,-22-20-32,-7-35-24,0-18-312,-13-2-48,15-28-1753,-6-5-1248</inkml:trace>
  <inkml:trace contextRef="#ctx0" brushRef="#br1" timeOffset="74332.236">9752 10779 29742,'0'0'280,"0"0"-136,150 36-88,86-32 112,91-4 49,65-18 39,33-17 32,-10 5-56,8 6-64,-7 12 40,-12 7-104,-14 3-104,-24 0-40,-18-8-240,-41-8-248,-92 2-865,-57-6-2319</inkml:trace>
  <inkml:trace contextRef="#ctx0" brushRef="#br1" timeOffset="75089.157">14594 10594 27846,'0'0'725,"0"0"28,0 0-111,0 0-97,0 0-61,19 16-79,-5-4-337,-1-2-21,1 2-1,-2 0 0,1 0 1,-2 1-1,0 1 0,0 0 1,-1 0-1,-1 1 0,1 2-46,3 11 45,-1 0-1,-1 0 0,-2 2 0,0-1 0,-2 1 0,-2 0 0,2 24-44,-6-40 5,0 1 1,-1-1-1,-1 1 0,0-1 1,-1 0-1,-1 0 0,0 1 1,-1-1-1,0-1 0,-1 1 0,-1-1 1,0 0-1,0 0 0,-2 0 1,0-1-1,0 0 0,-5 4-5,-6 4-19,-2-1 0,0 0 1,-1-2-1,-1 0 0,-1-1 0,0-2 0,-1-1 0,0 0 0,-1-2 0,0-1 0,-1-1 0,0-1 0,-1-2 1,1 0-1,-1-2 0,0-1 0,-24-1 19,49-2-23,1 1 1,-1-1-1,0 0 1,1 0-1,-1 0 1,0 0 0,1 0-1,-1-1 1,1 1-1,-1-1 1,0 0-1,1 0 1,0 0-1,-1 0 1,1 0-1,-1 0 1,1-1-1,0 1 1,0-1 0,0 1-1,0-1 1,0 0-1,0 0 1,0 0-1,1 0 1,-1 0-1,1 0 1,-1-1-1,1 1 1,0 0-1,0-1 1,0 1-1,0-1 1,0 1 0,1-1-1,-1 0 1,1 1-1,0-1 1,-1-1 22,1-18-400,0 1 0,2-1 1,0 1-1,1 0 1,1 0-1,1 0 1,1 0-1,5-10 400,28-75-3485</inkml:trace>
  <inkml:trace contextRef="#ctx0" brushRef="#br1" timeOffset="75318.994">14960 10332 26494,'0'0'816,"202"0"-816,-108 0-1088</inkml:trace>
  <inkml:trace contextRef="#ctx0" brushRef="#br1" timeOffset="75592.982">16074 10961 20708,'0'0'8055,"0"0"-6050,0 0-1629,0 0-151,-22-20-53,-69-66-24,21-14-37,65 90-114,0 1 0,-1 0 0,1 0 0,-2 1 0,1 0 0,-1 0 0,0 0 0,-1 1 0,0 0 0,0 1 0,-6-5 3,5 7-2,1 0 0,-1 0 0,0 1 1,0 0-1,0 0 0,0 1 0,-1 1 0,1-1 1,-1 1-1,1 1 0,0 0 0,-1 0 1,1 1-1,-1 0 0,1 1 0,-1 0 0,1 0 1,0 1-1,0 0 0,0 0 0,1 1 0,-1 1 1,1-1-1,0 1 0,0 1 0,1-1 0,-1 2 1,1-1-1,0 1 0,1-1 0,0 2 1,0-1-1,0 1 0,1 0 0,0 0 0,1 0 1,0 1-1,0 0 0,1 0 0,0 0 0,0 3 2,0-4 6,0-1-1,1 1 0,0 0 0,0-1 0,1 1 0,0 0 0,1 0 0,0 0 1,0 0-1,0 0 0,1-1 0,0 1 0,1 0 0,0 0 0,0-1 0,0 1 1,1-1-1,1 0 0,-1 1 0,1-1 0,0-1 0,0 1 0,1-1 1,0 0-1,0 0 0,4 3-5,10 2-20,1-1 0,1-1 1,0-1-1,0-1 0,1 0 1,0-2-1,0-1 0,0 0 1,0-2-1,1 0 0,-1-2 1,1 0-1,-1-1 0,0-2 1,1 0-1,7-3 20,115-25-720,-23-13-850</inkml:trace>
  <inkml:trace contextRef="#ctx0" brushRef="#br1" timeOffset="75870.985">16440 10119 29974,'0'0'802,"0"0"-227,0 0-242,0 0-189,20-3-51,117-8 6,1 6-1,0 6 0,20 7-98,-133-6-16,0 0 0,-1 2 0,1 0 0,-1 2 0,0 0 0,0 2 0,11 6 16,-29-12 0,-1 0 0,-1 1 0,1-1 0,0 1 1,-1 0-1,1 0 0,-1 1 0,0-1 0,0 1 1,0 0-1,-1 0 0,1 0 0,-1 1 0,0-1 1,0 1-1,-1 0 0,1-1 0,-1 1 0,0 1 1,0-1-1,-1 0 0,0 0 0,0 1 0,0-1 1,0 0-1,-1 1 0,0-1 0,0 1 0,0-1 1,-1 0-1,0 1 0,0-1 0,0 0 0,-1 1 1,1-1-1,-1 0 0,-1 0 0,-94 133 22,75-112-19,-212 250-28,223-262-194,2 0 0,0 1 1,1 0-1,0 0 0,1 1 1,1 0-1,0 0 0,2 1 0,-1 0 1,2 0-1,0 0 0,1 9 219,1 8-4489</inkml:trace>
  <inkml:trace contextRef="#ctx0" brushRef="#br1" timeOffset="76237.154">18091 10752 28342,'0'0'1882,"0"-21"-1265,-3-139-315,3 152-298,0 1 0,0-1 0,-1 1 1,0-1-1,-1 1 0,1 0 0,-2-1 1,1 1-1,-1 0 0,0 1 0,0-1 0,-1 0 1,0 1-1,0 0 0,0 0 0,-1 0 1,0 0-1,0 1 0,-1 0 0,1 0 1,-1 0-1,0 1 0,0-1 0,-1 2 1,1-1-1,-1 1 0,0 0 0,0 0 0,0 1 1,0-1-1,-1 2 0,1-1 0,0 1 1,-1 0-1,1 1 0,-1 0 0,1 0 1,-1 0-1,1 1 0,-2 1-4,-7 5 12,1 1-1,0 1 1,0 0 0,1 1-1,0 0 1,1 2 0,0-1-1,0 1 1,2 1 0,-1 1-1,2-1 1,0 1 0,0 1-1,2 0 1,0 1 0,-5 12-12,-3 4 68,2 1 1,1 0-1,1 1 1,2 0-1,2 1 0,1 0 1,2 0-1,1 1 1,1 20-69,2-51 4,0 0 0,1-1 0,0 1-1,0 0 1,0 0 0,1-1 0,0 1 0,0-1 0,0 1 0,0 0 0,0-1 0,1 0-1,0 1 1,0-1 0,0 0 0,1 0 0,-1 0 0,1 0 0,0 0 0,0-1 0,0 1-1,1-1 1,-1 0 0,1 0 0,0 0 0,0-1 0,0 1 0,0-1 0,0 0 0,0 0-1,1 0 1,-1-1 0,1 1 0,-1-1 0,1 0 0,0 0-4,12 2-73,0-1 1,0 0-1,1-1 0,-1-1 1,0-1-1,1 0 1,-1-1-1,0-1 0,0-1 1,0 0-1,-1-1 1,1-1-1,-1 0 0,0-2 1,-1 1-1,0-2 0,0 0 1,-1-1-1,0 0 1,8-9 72,53-47-2117</inkml:trace>
  <inkml:trace contextRef="#ctx0" brushRef="#br1" timeOffset="76770.76">17652 8463 30142,'170'28'404,"-1"7"-1,-1 7 0,32 19-403,-182-57 22,0 2 0,0 0 1,-1 0-1,0 2 0,0 0 0,-1 1 0,0 1 1,0 1-1,-1 0 0,0 0 0,-1 2 0,-1 0 0,0 0 1,0 1-1,-2 1 0,0 0 0,0 1 0,-1 0 1,-1 0-1,-1 1 0,-1 0 0,6 17-22,-10-7 14,-1-1 0,0 1 0,-2-1 0,-2 1 0,0-1 1,-1 1-1,-2-1 0,-1 0 0,-1-1 0,-1 1 0,-4 7-14,7-22 11,0 0 0,0 1 1,1-1-1,1 1 0,0 0 0,0 0 1,1 0-1,1 0 0,0 0 1,1 1-1,0-1 0,1 0 0,0 0 1,1 0-1,0 0 0,1 0 1,1 0-1,0 0 0,0-1 0,1 0 1,0 0-1,4 5-11,11-2 4,1-1 1,1-1 0,-1-1-1,2 0 1,0-2-1,0-1 1,0 0 0,1-2-1,0-1 1,0-1-1,1-1 1,-1-1-1,1-1 1,0-1 0,-1-1-1,14-3-4,-23 5-23,-1 0-1,1-1 0,0-1 1,0 0-1,0-1 1,-1-1-1,1 0 1,-1-1-1,0 0 0,0-1 1,0-1-1,-1 0 1,0-1-1,0 0 0,0-1 1,-1-1 23,-11 8-2,0 0 1,0 0-1,-1-1 1,1 1-1,0 0 1,-1 0-1,1 0 1,-1-1-1,0 1 1,1 0-1,-1 0 1,0-1-1,0 1 1,0 0-1,0-1 0,0 1 1,0 0-1,0-1 1,0 1-1,0 0 1,-1 0-1,1-1 1,0 1-1,-1 0 1,1 0-1,-1-1 1,0 1-1,1 0 1,-1 0-1,0 0 1,0 0-1,0 0 1,1 0-1,-1 0 1,0 0-1,0 0 1,-1 1-1,1-1 0,0 0 1,0 1-1,0-1 1,0 1-1,-1-1 1,1 1-1,0-1 1,0 1-1,-1 0 1,1 0-1,0-1 1,-1 1-1,1 0 1,0 0-1,0 0 1,-1 1-1,1-1 1,0 0-1,-1 0 1,1 1-1,0-1 1,0 1-1,-1-1 0,1 1 1,0-1-1,0 1 2,-29-2 44,-1 1 0,1 1 0,0 1 0,0 2-1,1 1 1,-1 1 0,1 2 0,0 1-1,1 1 1,0 1 0,0 2 0,2 1-1,-1 1 1,2 1 0,0 1 0,-18 17-44,36-28 7,1 1 0,0 0 0,1 0 1,0 0-1,0 0 0,0 1 0,1 0 1,0 0-1,1 0 0,0 1 1,0-1-1,0 1 0,1-1 0,1 1 1,0 0-1,0 0 0,0 0 0,1 0 1,0 0-1,1 0 0,0 0 1,1-1-1,0 1 0,1 4-7,8 20 9,1 0 1,2 0-1,1-1 1,2-1-1,11 16-9,-21-35 1,37 62 1,-6-14-2,-2 1 0,-3 2 1,-3 1-1,-3 2 0,-2 0 0,3 24 0,-25-79 0,0 1 0,-1 0 0,0-1 0,-1 1 0,0 0 0,-1 0 0,0 0 0,-1 0 0,0 0 0,-1-1 0,0 1 0,-1 0 0,0-1 0,-1 0 0,0 1 0,-1-2 0,0 1 0,-1 0 0,0-1 0,-1 0 0,-6 7 0,-23 15-1,-1-2 1,-2-2-1,-1-1 0,-1-1 0,-1-3 1,-1-2-1,-1-1 0,-1-2 0,-1-3 1,0-1-1,-43 6 1,-180 32-278,83-38-2933,97-13-4310</inkml:trace>
  <inkml:trace contextRef="#ctx0" brushRef="#br1" timeOffset="77387.513">14439 11203 29094,'0'0'672,"0"0"-176,195-11-127,44 11 55,81 0 0,66-2-104,34-2 0,-3-2-168,-1 6-88,-19 0-32,-37 22 8,-47 19-40,-43 8-56,-56 3-328,-71-15-776,-55-13-3449</inkml:trace>
  <inkml:trace contextRef="#ctx0" brushRef="#br1" timeOffset="77740.789">8593 12373 28342,'0'0'503,"0"0"-52,0 0-55,0 0 26,28-5-8,127-3 73,110 67-67,87 17-134,75-18-51,166-30 78,1-27 0,327-49-313,-309 13 129,1825-20-100,-2300 59-210,-78 12-278,-48 3-534,-15 0-1068</inkml:trace>
  <inkml:trace contextRef="#ctx0" brushRef="#br1" timeOffset="79579.353">21359 9260 10562,'0'0'14259,"0"-20"-10510,0-62-2977,1 56-221,0 59-412,-1 302 617,-2-327-753,1 1 0,0-1 1,0 1-1,1-1 0,0 1 0,1 0 1,0-1-1,0 1 0,1-1 0,0 1 1,0-1-1,1 0 0,0 0 0,1 0 1,-1 0-1,2-1 0,-1 1 0,1-1 1,0 0-1,0-1 0,1 1 0,0-1 1,0 0-1,1 0 0,-1-1 0,1 0 1,0 0-1,1 0 0,-1-1 0,7 2-3,-1-3-26,1-1-1,0 0 1,-1-1-1,1 0 1,0-2 0,0 1-1,0-2 1,0 1-1,-1-2 1,1 0-1,-1-1 1,0 0-1,0-1 1,0 0-1,6-4 27,176-116-1321,-195 125 1318,104-82-2043</inkml:trace>
  <inkml:trace contextRef="#ctx0" brushRef="#br1" timeOffset="79969.048">22016 9061 26622,'-85'122'872,"-9"30"-216,-1 16-304,32-34-112,36-45-24,23-30-96,26 10-120,17-12-720,5-13-3729</inkml:trace>
  <inkml:trace contextRef="#ctx0" brushRef="#br1" timeOffset="79970.048">22601 9369 26846,'0'0'2068,"-9"-17"-1469,-95-126-335,103 142-279,0 0 1,0 0-1,0 0 1,0 0-1,0 0 1,0 0-1,0 1 1,0-1-1,0 0 0,0 0 1,-1 1-1,1-1 1,0 1-1,0-1 1,-1 1-1,1-1 1,0 1-1,-1 0 0,1 0 1,-1 0-1,1 0 1,0 0-1,-1 0 1,1 0-1,0 0 1,-1 0-1,1 0 1,-1 1-1,1-1 0,0 1 1,0-1-1,-1 1 1,1 0-1,0-1 1,0 1-1,0 0 1,0 0-1,-1 0 0,1-1 1,0 1-1,1 0 1,-1 1-1,0-1 1,0 0-1,0 0 1,1 0-1,-1 0 0,0 1 1,1 0 14,-19 75-1167,17-65 1159,-9 206-419,10-212 435,0 1 0,0 0 0,1 0 1,0 0-1,1 0 0,-1-1 0,1 1 0,0 0 0,1-1 1,0 1-1,0-1 0,0 1 0,1-1 0,0 0 0,0 0 1,1 0-1,-1 0 0,1-1 0,0 1 0,1-1 0,0 0 1,-1 0-1,1-1 0,1 1 0,-1-1 0,1 0 0,0-1 1,0 1-1,0-1 0,0 0 0,0-1 0,6 2-8,6-3-1,1-1 0,-1-1 0,0 0 0,0-2 0,0 0 0,0-1 0,0-1 0,0 0 0,-1-1 0,0-1 0,0-1 0,-1 0 0,0-1 0,-1-1 0,2-2 1,-14 10-6,112-69-1209,-12-3-3339</inkml:trace>
  <inkml:trace contextRef="#ctx0" brushRef="#br1" timeOffset="80304.127">23353 9227 27662,'0'0'896,"0"0"-328,0 0-336,0 0-64,0 0-64,0 0-104,119 79-384,-69-95-2152</inkml:trace>
  <inkml:trace contextRef="#ctx0" brushRef="#br1" timeOffset="81408.096">14627 11411 28366,'0'0'951,"0"0"-280,0 0-346,43-4 55,175-17 12,61-27-86,540-99 682,668-26-988,-768 159-508,-666 17-2413,-47 0-2576</inkml:trace>
  <inkml:trace contextRef="#ctx0" brushRef="#br0" timeOffset="90705.18">2173 12809 28486,'0'0'2817,"0"0"-2353,0 0-296,123-35 48,-60 35 48,9 0-88,7 4-96,2 8-72,5 3-8,10 15-400,-21-4-832,-29-3-3561</inkml:trace>
  <inkml:trace contextRef="#ctx0" brushRef="#br0" timeOffset="91003.18">121 14512 30879,'0'0'720,"0"0"-456,239-56-232,96-72 232,95-47-16,46-23-80,-20 13-56,-66 43-32,-37 31-80,-53 38 0,-54 36-32,-69 23-432,-67 14-912,-58 0-2161</inkml:trace>
  <inkml:trace contextRef="#ctx0" brushRef="#br0" timeOffset="91617.952">2416 14593 30278,'-15'21'594,"-49"68"-282,58-81-280,1 0 1,0 0-1,0 0 1,0 1-1,1-1 1,1 1-1,0 0 0,0 0 1,0 0-1,1 1 1,1-1-1,0 1 0,-1 7-32,2-16 1,0-1-1,1 1 1,-1-1-1,0 0 0,0 1 1,0-1-1,0 1 0,0-1 1,1 1-1,-1-1 1,0 0-1,0 1 0,1-1 1,-1 1-1,0-1 0,1 0 1,-1 1-1,0-1 1,1 0-1,-1 0 0,0 1 1,1-1-1,-1 0 0,1 0 1,-1 0-1,1 1 1,-1-1-1,0 0 0,1 0 1,-1 0-1,1 0 0,-1 0 1,1 0-1,-1 0 1,1 0-1,-1 0 0,1 0 1,-1 0-1,1 0 0,-1 0 1,0 0-1,1-1 1,-1 1-1,1 0 0,-1 0 1,1 0-1,-1-1 1,0 1-1,1 0 0,-1 0 1,0-1-1,1 1 0,-1 0 1,0-1-1,1 1 1,-1-1-1,0 1 0,0 0 1,1-1-1,-1 1 0,154-148-24,-115 106-14,1 3 1,2 1-1,2 2 0,1 2 1,1 2-1,2 2 0,1 2 1,10-2 37,-51 27 0,-1 0 1,1 0 0,-1 1 0,1 0 0,0 0-1,0 1 1,0 0 0,0 0 0,0 1-1,0 0 1,0 1 0,4 0-1,-9 0 2,-1 1 1,0 0-1,0-1 0,0 1 0,0 0 0,0 0 1,-1 0-1,1 0 0,-1 1 0,1-1 1,-1 0-1,0 0 0,0 1 0,0-1 1,0 1-1,0-1 0,0 1 0,-1 0 1,1-1-1,-1 1 0,0 0 0,0-1 1,0 1-1,0 0 0,0-1 0,0 1 1,-1 0-1,0-1 0,1 1 0,-2 2-2,1 6 10,-4 27 6,-2-1-1,-1 0 1,-2-1-1,-1 0 0,-2 0 1,-2-1-1,-1-1 1,-2-1-1,-13 19-15,25-40 22,-1 0-1,0-1 1,-1 0-1,-1 0 1,0 0-1,0-1 1,-1 0 0,0-1-1,-1 0 1,0-1-1,0 0 1,0-1-1,-1 0 1,-1-1-1,1 0 1,-1-1 0,0 0-1,-6 0-21,16-4 8,-1-1-1,0 0 1,1 0-1,-1 0 1,0-1-1,1 1 0,-1-1 1,1 0-1,-1 0 1,1 0-1,0-1 1,-1 1-1,1-1 1,0 0-1,0 0 1,0 0-1,0 0 1,0 0-1,0-1 1,1 1-1,-1-1 1,1 0-1,0 1 1,0-1-1,0 0 1,0-1-1,0 1 0,1 0 1,-1 0-1,1-1 1,0 1-1,0-1 1,-1-2-8,-6-25 4,1 0 0,2-1 1,0 0-1,3 0 0,0 0 0,2-1 1,3-23-5,-2 42-3,5-87-101,4 1 1,5 0 0,4 1-1,4 1 1,5 1 0,4 2 0,27-53 103,-51 125-20,2 1 0,0 0 1,2 1-1,0 0 1,1 0-1,1 2 0,7-8 20,-19 25 7,-1-1-1,1 1 0,0-1 0,-1 1 0,1 0 0,0 0 0,0 0 1,0 0-1,1 0 0,-1 0 0,0 0 0,1 1 0,-1-1 0,1 1 1,0 0-1,-1 0 0,1 0 0,0 0 0,0 0 0,0 0 0,0 1 1,-1 0-1,1-1 0,0 1 0,0 0 0,0 0 0,0 1 1,0-1-1,0 1 0,0-1 0,0 1 0,-1 0 0,1 0 0,0 0 1,-1 0-1,1 1 0,0-1 0,-1 1 0,0-1 0,1 1 0,0 1-6,9 85 192,-17 2-72,-4-1-1,-4-1 1,-4 0-1,-3-1 1,-28 72-120,-3 23 81,39-136-58,-4 6 4,3 1 0,2 0 0,3 1 0,2 0 0,1 39-27,6-91-4,1 1 1,-1-1-1,1-1 1,0 1 0,0 0-1,-1 0 1,1-1 0,0 1-1,0-1 1,1 1-1,-1-1 1,0 0 0,0 0-1,1 0 1,-1 0 0,1 0-1,-1-1 1,0 1-1,1-1 1,-1 1 0,1-1-1,-1 0 1,1 0-1,0 0 1,-1 0 0,1-1-1,-1 1 1,1-1 0,-1 1-1,0-1 1,1 0-1,-1 0 1,0 0 0,1 0-1,-1-1 1,0 1-1,0-1 1,0 1 0,0-1-1,0 1 1,0-2 3,127-96-469,-128 98 466,-1 0 1,1 0 0,0 0 0,0 0 0,0 1 0,0-1 0,0 0 0,-1 1 0,1-1 0,1 1 0,-1-1 0,0 1 0,0-1 0,0 1 0,0 0 0,0-1 0,0 1 0,0 0 0,0 0 0,1 0 0,-1 0 0,0 0 0,0 0 0,0 0 0,0 0 0,0 1 0,0-1 0,1 0-1,-1 1 1,0-1 0,0 0 0,0 1 0,0 0 0,0-1 0,0 1 0,0 0 0,-1-1 0,1 1 0,0 0 0,0 0 0,0 0 0,-1-1 0,1 1 0,0 0 0,-1 0 0,1 0 0,-1 0 0,1 0 0,-1 1 0,0-1 0,1 0 0,-1 0 0,0 0 0,0 0 0,0 0 0,0 0 0,0 1 1,1 27-1,-1 0 0,-1-1-1,-2 1 1,-1 0-1,-1-1 1,-9 27 2,9-35 2,-132 527 280,118-405-9,19-141-267,0 0-1,1 0 0,-1-1 1,0 1-1,1 0 1,-1 0-1,1-1 1,-1 1-1,1-1 0,-1 1 1,1 0-1,-1-1 1,1 1-1,0-1 0,-1 1 1,1-1-1,0 0 1,0 1-1,-1-1 0,1 0 1,0 1-1,0-1 1,-1 0-1,1 0 1,0 1-1,0-1 0,0 0 1,-1 0-1,1 0 1,0 0-1,0 0 0,0-1 1,0 1-1,-1 0 1,1 0-1,0 0 0,0-1 1,-1 1-1,1 0 1,0-1-1,0 1 0,-1-1 1,1 1-1,0-1 1,-1 1-1,1-1 1,-1 1-1,1-1 0,-1 0 1,1 1-1,-1-1 1,1 0-1,-1 0-5,22-15 8,0-2 1,-2 0-1,0-1 0,-1-1 1,-1-1-1,10-16-8,-14 19 2,133-184-440,-10-7 0,-9-6 0,86-199 438,-176 338-2599</inkml:trace>
  <inkml:trace contextRef="#ctx0" brushRef="#br0" timeOffset="91927.716">4619 13062 29622,'0'0'768,"0"0"-271,0 0-65,0 0 168,0 0-88,112 39-184,-82 14-320,-1 7-8,15 17 0,-9-16-168,-2-24-1384</inkml:trace>
  <inkml:trace contextRef="#ctx0" brushRef="#br0" timeOffset="115731.554">7894 8830 27582,'0'0'920,"0"0"-242,-6-17-141,-18-52-54,13 49 197,10 38-456,1-10-224,-12 222 308,-6 20-115,-11 85-39,-240 2109 451,61-700-450,158-1221-135,21-55-16,19-59-4,11-67-9,18-77-57,-16-222-9,3 1-1,1-1 0,3-1 0,1 0 1,13 32 75,-24-72-17,0 0 0,0 0 0,0-1 0,0 1 0,0 0 0,1 0 0,-1-1 1,1 1-1,-1 0 0,1-1 0,-1 1 0,1 0 0,0-1 0,0 1 1,0-1-1,0 1 0,0-1 0,0 1 0,0-1 0,1 0 0,-1 0 1,0 0-1,1 0 0,-1 0 0,1 0 0,-1 0 0,1 0 0,-1 0 0,1 0 1,0-1-1,-1 1 0,1-1 0,0 0 0,-1 1 0,1-1 0,0 0 1,0 0-1,0 0 0,-1 0 0,1 0 0,0 0 0,0-1 0,-1 1 0,1 0 1,0-1-1,-1 0 0,1 1 0,0-1 17,39-157-3718,-37 47-5320</inkml:trace>
  <inkml:trace contextRef="#ctx0" brushRef="#br0" timeOffset="116057.984">6679 13204 28774,'149'1699'2398,"-64"-1106"-1695,144 506-703,-155-848 289,-74-249-284,0-1 0,0 1-1,0 0 1,1-1 0,-1 1-1,1 0 1,-1-1 0,1 1-1,0 0 1,-1-1 0,1 1-1,0-1 1,0 0 0,0 1-1,0-1 1,0 0 0,1 1-1,-1-1 1,0 0 0,0 0-1,1 0 1,-1 0 0,1 0-1,-1 0 1,1-1 0,-1 1-1,1 0 1,0-1 0,-1 1-1,1-1 1,0 0 0,-1 1-1,1-1 1,0 0 0,-1 0-1,1 0 1,0 0 0,0-1-1,-1 1 1,1 0 0,0-1-1,-1 1 1,1-1 0,0 1-1,-1-1 1,1 0 0,-1 0-1,1 0 1,-1 0 0,1 0-5,56-77 56,29-99 70,26-111-28,252-870-157,-102 270-1420,-226 710-375</inkml:trace>
  <inkml:trace contextRef="#ctx0" brushRef="#br0" timeOffset="119419.733">25214 1 21165,'-19'17'6237,"-125"135"-3947,129-128-2120,2 2 1,1-1 0,2 1-1,0 1 1,1 0 0,2 0 0,1 1-1,1-1 1,0 22-171,-5 7 152,-2 0 0,-3 0 0,-2-2 0,-4 4-152,-83 195 255,-183 325 235,-105 123-490,112-207 39,119-208-79,95-172-302,78-128 86,153-191-1688,-65 62-392</inkml:trace>
  <inkml:trace contextRef="#ctx0" brushRef="#br0" timeOffset="119771.836">25311 498 24453,'-9'141'5345,"-26"52"-4704,-18 44-57,-4 17-216,7-13 0,8-3-48,9-1-152,14-18-112,3-22-56,7-43-224,-4-49-400,5-44-1097,-8-47-783</inkml:trace>
  <inkml:trace contextRef="#ctx0" brushRef="#br0" timeOffset="119772.836">24099 2173 9002,'0'-2'20844,"217"-38"-20276,11-7-127,41-10-217,16 17-136,-17-25-88,-38 0-120,-62 13-761,-43 1-1831</inkml:trace>
  <inkml:trace contextRef="#ctx0" brushRef="#br0" timeOffset="120085.58">26304 1158 30302,'0'-1'913,"-132"169"-601,40-8-136,-2 31-88,19 0 8,29-11-80,37-34-16,9-24-312,5-35-784,12-40-1777</inkml:trace>
  <inkml:trace contextRef="#ctx0" brushRef="#br0" timeOffset="120391.306">27518 1702 30038,'0'0'759,"0"0"-276,0 0-99,-2-20 56,-23-122 3,23 132-453,-1 1 1,0 0-1,0 0 1,-1 0-1,0 0 1,0 1-1,-1-1 1,0 1-1,-1 0 1,1 1-1,-2-1 1,1 1-1,-1 1 1,0-1-1,0 1 1,-1 0-1,0 0 1,0 1-1,0 0 1,-1 1-1,1 0 1,-1 0-1,0 1 1,0 0-1,-1 1 1,1-1-1,0 2 1,-1-1-1,0 2 1,-8-1 9,7 3-13,-1 1 0,1 0 1,0 0-1,0 1 0,1 0 1,-1 1-1,1 0 1,0 1-1,0 0 0,1 1 1,0 0-1,0 0 0,0 1 1,1 0-1,0 1 0,1-1 1,-5 8 12,-96 172-22,95-157 19,2 0 0,1 1 0,1 0 0,1 0 0,-2 32 3,9-61-1,0 0 1,0 1 0,0-1 0,1 1 0,-1-1 0,1 1 0,0 0 0,0-1 0,0 1 0,0-1 0,1 1 0,0-1 0,-1 1 0,1-1-1,0 1 1,1-1 0,-1 0 0,1 1 0,-1-1 0,1 0 0,0 0 0,0 0 0,0 0 0,1-1 0,-1 1 0,1 0 0,-1-1 0,1 0 0,0 0-1,0 0 1,0 0 0,0 0 0,0 0 0,0-1 0,1 1 0,-1-1 0,0 0 0,1 0 0,2 0 0,16 0 0,-1 0 0,1-2 0,0-1 0,-1 0 0,0-2 0,0 0 0,0-1 1,0-1-1,0-2 0,-1 0 0,-1 0 0,1-2 0,-2-1 0,1 0 0,-1-1 0,9-9 0,90-57-451,-12-1-916</inkml:trace>
  <inkml:trace contextRef="#ctx0" brushRef="#br0" timeOffset="120603.387">28574 1654 29526,'3'-16'1613,"19"-348"-991,-22 358-636,0 1 0,-1 0 0,1-1 0,-1 1 0,0 0-1,-1-1 1,0 1 0,1 0 0,-1 0 0,-1 0-1,1 1 1,-1-1 0,0 0 0,0 1 0,0 0 0,-1 0-1,0 0 1,1 0 0,-1 0 0,-1 1 0,1 0-1,0 0 1,-1 0 0,0 0 0,1 1 0,-1-1 0,0 1-1,0 1 1,-1-1 0,1 1 0,0-1 0,0 2-1,-1-1 1,1 0 0,0 1 0,-1 0 0,1 1 0,-1-1-1,1 1 1,0 0 0,-3 1 14,-14 4-10,1 1 1,0 2-1,0 0 1,1 1-1,0 1 0,1 0 1,0 2-1,1 0 1,1 1-1,0 1 1,0 1-1,2 0 0,0 1 1,1 1-1,1 0 1,-4 8 9,-15 14 70,1 1 0,3 2 0,1 1 0,2 1 1,2 1-1,2 1 0,2 1 0,-12 50-70,29-93 25,0 1-1,0-1 1,1 1-1,0 0 0,0-1 1,0 1-1,1 0 1,-1 0-1,1-1 1,1 1-1,-1 0 1,1 0-1,0-1 1,1 1-1,-1-1 1,1 1-1,0-1 1,0 1-1,1-1 1,-1 0-1,1 0 1,1 0-1,-1 0 1,0-1-1,1 1 1,0-1-1,0 0 1,1 0-1,-1-1 0,1 1 1,3 1-25,9 1 26,0-1 0,0 0 0,0-2 0,1 0 0,0-1-1,-1 0 1,1-2 0,0 0 0,-1-1 0,1-1 0,0 0 0,-1-2 0,0 0 0,1-1 0,-2 0 0,4-3-26,37-16-107,-1-3 1,-2-2-1,0-2 1,-2-3 0,-2-2-1,-1-3 1,-2-1 0,-2-2-1,16-23 107,18-12-2030</inkml:trace>
  <inkml:trace contextRef="#ctx0" brushRef="#br0" timeOffset="121064.551">24780 3751 30230,'-33'115'697,"-8"43"-385,-10 39 64,1 22 0,4-4 56,4 6-184,7-2-152,7-16-96,6-31 0,13-46-8,9-49-304,26-75-336,16-14-1201,-3-43-18139</inkml:trace>
  <inkml:trace contextRef="#ctx0" brushRef="#br0" timeOffset="121335.008">25552 4249 30679,'-40'191'648,"-21"38"-464,-9-24-120,-7-10-40,14-27 8,19-52-32,9-41-424,15-41-1105,-2-30-2744</inkml:trace>
  <inkml:trace contextRef="#ctx0" brushRef="#br0" timeOffset="121336.008">24587 4984 29806,'0'0'889,"0"0"-809,152 10-24,19-28-56,81-31-184,-24 0-777,-20-3-3976</inkml:trace>
  <inkml:trace contextRef="#ctx0" brushRef="#br0" timeOffset="121741.929">27119 4229 27934,'0'0'1131,"0"-24"-402,1 7-596,0 8-69,0-1 0,-1 0 0,0 1 0,0-1 0,-1 1 0,0-1 0,-1 1 0,0-1 0,-1 1 0,0 0 0,0 0 0,-1 0 0,0 0 0,0 1 0,-1-1 0,-4-4-64,-3 0 38,0 0 1,-1 1-1,0 1 1,-1 0-1,0 1 0,-1 0 1,0 1-1,0 1 1,-1 0-1,0 1 1,0 1-1,-1 0 1,0 2-1,0 0 1,0 0-1,0 2 1,-1 0-1,1 1 1,0 1-1,-1 0 1,1 2-1,-1 0 1,1 0-1,0 2 1,0 0-1,0 1 1,1 1-1,-1 1 1,1 0-1,1 1 0,0 0 1,0 1-1,0 1 1,-6 6-39,9-3 6,0 0 0,1 1 1,1 0-1,0 1 0,1 0 0,0 1 0,1 0 1,1 0-1,0 0 0,2 1 0,0 0 0,0 1 1,2-1-1,0 1 0,1-1 0,1 1 1,0 0-1,2 8-6,1 2 6,1 0 1,1 0-1,1-1 1,2 1 0,0-1-1,2-1 1,1 1-1,1-1 1,2-1-1,0 0 1,6 6-7,112 132 27,-110-144-24,-1 2 0,-1 0 0,-1 1 0,-1 0 0,-1 2 0,-1 0 0,-1 0-1,-1 2 1,-1-1 0,-1 2 0,-2-1 0,-1 2 0,-1-1 0,0 6-3,-6-23 0,-1 1 0,-1-1 0,0 0 0,-1 1 0,0-1 0,0 0 0,-1 0 0,0 0 0,-1-1 0,0 1 0,0-1 0,-1 1 0,0-1 0,-1-1 0,0 1 0,-1-1 0,1 0 0,-2-1 0,1 1 0,-2-1 0,-13 12 0,0-2 0,-2 0 0,0-2 0,0 0 0,-2-2 0,-25 10 0,8-6 2,-1-1 1,-1-2-1,0-2 0,-1-2 1,-1-2-1,1-2 0,-1-3 1,-34-1-3,75-1 1,0-1 1,0 1-1,0-2 1,0 1-1,0 0 1,0-1-1,0 0 1,0-1 0,0 1-1,0-1 1,0 0-1,1-1 1,-1 0-1,1 1 1,0-1-1,0-1 1,0 1 0,0-1-1,0 0 1,1 0-1,0 0 1,0-1-1,0 0 1,0 0-1,1 0 1,0 0-1,0 0 1,0 0 0,0-1-1,1 0 1,0 1-1,0-1 1,1 0-1,0 0 1,0 0-1,0 0 1,0-3-2,2-18-1,0 1 0,2 0-1,1 0 1,1 0 0,2 1 0,0 0 0,1 0-1,2 0 1,0 1 0,2 1 0,1-1 0,0 2 0,2 0-1,0 1 1,2 0 0,0 2 0,1 0 0,6-4 1,63-67-371,4 3 0,4 5 0,3 4 1,4 4-1,3 5 0,3 4 0,69-28 371,-61 36-3660</inkml:trace>
  <inkml:trace contextRef="#ctx0" brushRef="#br0" timeOffset="122570.441">28064 4933 30334,'0'0'677,"0"0"-303,0 0 161,-10-23-29,-55-205-165,16-121-341,49 343-5,0 0 1,0 0-1,-1-1 1,0 1-1,0 0 1,-1 0-1,0 0 1,0 1-1,0-1 1,-1 0-1,0 1 1,0-1-1,0 1 1,0 0-1,-1 0 1,0 0-1,0 1 1,0 0-1,-1-1 1,0 1-1,1 1 1,-1-1-1,-1 1 1,1-1-1,0 2 1,-1-1-1,0 1 1,1-1-1,-1 1 1,0 1-1,0-1 1,0 1-1,0 0 1,-4 1 4,0 2-9,0 1 0,0 0 0,0 1 0,0 0 0,1 1 0,-1 0 0,1 0 0,1 1 0,-1 0 0,1 0 0,0 1 0,0 1 0,1-1 0,0 1 0,1 0 0,-1 0 0,1 1 0,1 0 0,-2 4 9,-29 40 11,3 2 1,2 1-1,3 1 1,2 1-1,3 2 1,2 0-1,3 1 1,3 1-1,2 1 1,-2 51-12,13-110 4,0 1 1,1 0-1,0 0 1,0-1 0,0 1-1,0 0 1,1 0-1,0 0 1,0 0-1,0 0 1,0 0 0,1 0-1,0-1 1,0 1-1,0 0 1,1 0-1,-1-1 1,1 1 0,0-1-1,1 1 1,-1-1-1,1 0 1,0 0-1,0 0 1,0 0 0,0-1-1,1 1 1,-1-1-1,1 0 1,0 0 0,0 0-1,0 0 1,1-1-1,-1 0 1,0 0-1,1 0 1,3 1-5,35 2-31,0-2 0,0-2 0,0-2 0,1-2 0,-1-1 1,-1-3-1,1-1 0,-1-2 0,-1-2 0,0-2 0,9-6 31,184-92-2950,-175 71-2122</inkml:trace>
  <inkml:trace contextRef="#ctx0" brushRef="#br0" timeOffset="122906.264">24267 7211 29518,'-35'180'808,"-11"45"-167,2-4-249,-2 4-48,9-6-16,9-14-136,12-26-112,12-47-80,4-47-88,39-61-280,12-24-392,6-28-1473</inkml:trace>
  <inkml:trace contextRef="#ctx0" brushRef="#br0" timeOffset="123208.111">25247 7290 30623,'-33'162'760,"-15"33"-208,-2-9-304,1-5-48,8-11-56,10-20-144,14-42-40,1-37-432,7-35-568,-2-32-1497</inkml:trace>
  <inkml:trace contextRef="#ctx0" brushRef="#br0" timeOffset="123209.111">23912 8099 30294,'0'0'641,"136"-12"-537,53-35-104,61-22-24,34-22-304,-56 16-513,-54 14-2119</inkml:trace>
  <inkml:trace contextRef="#ctx0" brushRef="#br0" timeOffset="123531.761">26685 7211 26126,'0'0'2143,"11"-21"-1360,35-75-137,-44 91-590,0 0 0,0 0 0,-1 0 0,1-1 0,-1 1 0,0-1-1,-1 1 1,1-1 0,-1 1 0,0 0 0,0-1 0,-1 1 0,0-1-1,0 1 1,0-1 0,0 1 0,-1 0 0,0 0 0,0 0 0,-1 0 0,1 0-1,-1 0 1,0 1 0,0-1 0,0 1 0,-1 0 0,0 0 0,0 0-1,0 0 1,0 1 0,0-1 0,-3 0-56,-7-4 49,0 0 1,0 1-1,-1 1 0,0 0 0,-1 1 1,1 1-1,-1 0 0,0 1 0,-14-1-49,-7 2 18,-1 1 0,1 1 0,0 2-1,0 2 1,0 1 0,0 2 0,1 2-1,0 1 1,0 2 0,1 1 0,1 2-1,0 1 1,2 1 0,-1 3 0,2 0-1,1 2 1,1 1 0,0 1-1,2 2 1,-8 11-18,29-32 3,1 1 1,0 0-1,0 0 0,1 1 0,0 0 0,0 0 1,0 0-1,1 0 0,0 0 0,0 1 1,1-1-1,0 1 0,0 0 0,1-1 0,0 1 1,0 0-1,1 0 0,0 0 0,0 0 0,1 0 1,0 0-1,1-1 0,-1 1 0,2 0 1,-1-1-1,1 1 0,0-1-3,14 18 0,1 0-1,2-2 1,0 0-1,1-2 1,2 0 0,0-1-1,14 8 1,-35-26 0,479 349-1,-319-213 1,-156-131 0,0 1 1,0 0-1,-1 1 0,0 0 1,-1-1-1,1 1 0,-2 1 0,1-1 1,-1 1-1,-1-1 0,0 1 1,0 0-1,-1 0 0,0 0 1,-1 0-1,0-1 0,0 1 1,-1 0-1,-1 0 0,0 0 1,0 0-1,0-1 0,-2 1 1,1-1-1,-1 1 0,-7 4 2,0-1 1,-1-1-1,-1 0 0,1 0 1,-2-1-1,0-1 0,0 0 1,-1-1-1,0-1 1,0 0-1,-1-1 0,0 0 1,-6 0-3,-47 17 48,-1-2 0,0-4 0,-2-3 0,0-3 0,0-3 0,-63 0-48,130-9 3,-162-10 60,161 9-62,-1-1-1,1 0 0,0 0 1,0 0-1,0-1 0,0 0 0,0 0 1,0-1-1,1 1 0,-1-1 1,1 0-1,0-1 0,1 1 0,-1-1 1,1 0-1,-1 0 0,2-1 1,-1 1-1,0-1 0,1 0 0,0 0 1,1 0-1,-1-2 0,-1-9 0,1-1 0,1 0 0,0 0 0,1-1 0,2 1 0,-1 0 0,2 0 0,1 0 0,0 0 0,1 1 0,1-1 0,7-16 0,3-5 0,3 1 0,1 0 0,2 2 0,1 0 0,2 1 0,1 2 0,2 0 0,1 2 0,19-15 0,28-23 0,4 3 0,2 4 0,41-22 0,34-11-651,4 7-1,153-60 652,-163 85-1874</inkml:trace>
  <inkml:trace contextRef="#ctx0" brushRef="#br0" timeOffset="123861.986">27671 7620 29990,'0'0'1233,"0"0"-860,0 0-105,0 0 288,-1-23-254,-2-36-263,-24-217-33,26 268-10,-1-1 1,1 1-1,-1 0 0,-1-1 1,1 1-1,-1 0 0,-1 1 1,1-1-1,-2 0 0,1 1 1,-1 0-1,0 0 0,0 1 1,-1-1-1,1 1 1,-2 0-1,1 0 0,-1 1 1,1 0-1,-1 0 0,-1 1 1,1 0-1,-1 0 0,0 1 1,0-1-1,0 2 0,-3-2 4,5 4-12,0 1 1,0-1-1,0 1 0,0 0 0,1 0 0,-1 1 1,0 0-1,1 0 0,-1 0 0,1 1 0,-1 0 0,1 0 1,0 0-1,0 0 0,1 1 0,-1 0 0,1 0 0,0 0 1,0 0-1,0 1 0,0 0 0,1 0 0,-3 4 12,-17 26-5,2 0-1,1 1 1,2 1-1,2 1 1,1 0-1,2 1 1,1 1-1,3 0 1,1 0-1,2 1 0,1-1 1,3 2-1,1-1 1,4 24 5,-5-54-6,1-1 0,0 1 0,1 0 0,1-1 0,-1 1 0,2 0 0,-1-1 0,2 1 0,-1-1 0,1 0 0,1 0 1,0 0-1,0 0 0,1 0 0,1-1 0,-1 0 0,1 0 0,1-1 0,-1 1 0,2-1 0,-1-1 0,1 0 0,0 0 0,0 0 0,1-1 0,0 0 6,86 7-269,-31-17-88,0-2 0,0-3 1,-1-3-1,0-3 357,106-32-2070</inkml:trace>
  <inkml:trace contextRef="#ctx0" brushRef="#br0" timeOffset="124355.299">29285 7484 24901,'0'0'5742,"0"0"-4271,-16-21-1310,-105-130 74,119 149-225,-149-144 12,144 140-49,-2 0 0,1 1 0,0 0 0,-1 1 0,0 0 0,0 0 0,-1 1 0,1 0 0,-1 0 0,1 1 0,-1 0 0,0 1 0,1 0 0,-1 1 0,0 0 0,0 1 0,0 0 0,0 0 0,1 1 0,-6 1 27,-1 4-5,1 1 0,0 0 0,0 1 0,0 1 0,2 0 0,-1 0 0,1 2 0,1 0 0,0 0 0,0 1 0,1 0 0,1 1 0,-1 4 5,-12 12 40,2 2 0,2 1 0,1 1-1,1 0 1,2 1 0,2 1 0,1 0-1,1 1 1,3 0 0,1 0-1,1 1 1,2 0 0,2 0 0,2 17-40,2-48 8,0 0 0,0 0 0,1 0 0,0-1 0,0 1 0,1-1 0,0 1 0,0-1 0,1 0 0,-1-1 0,1 1 0,0-1 0,1 0 0,-1 0 0,1-1 0,0 0 0,0 0 0,1 0 0,-1 0 0,1-1 0,-1 0 1,1-1-1,0 1 0,0-1 0,1-1 0,-1 1 0,0-1 0,0-1 0,1 1 0,-1-1 0,0-1 0,1 1 0,-1-1 0,6-2-8,8 3 0,0-2 0,0-1 0,0-1 0,-1 0 0,1-2 0,-1 0 0,-1-1 0,1-1 0,-1-1 0,-1-1 0,1 0 0,-2-2 0,1 0 0,-2-1 0,12-11 0,16-16 0,-3-2 0,-2-2 0,-1-2 0,30-49 0,-49 69-212,-2-1-1,-1 0 1,-2-1-1,0-1 1,-2-1-1,-1 0 1,-1 0-1,-2-1 1,-1 0 0,2-24 212,-5-25-4325</inkml:trace>
  <inkml:trace contextRef="#ctx0" brushRef="#br0" timeOffset="125056.94">22619 1023 24453,'0'0'3778,"-26"17"-2411,-249 187-166,127-68-860,6 6 0,6 6 1,-6 22-342,96-112 74,4 2 1,2 2-1,3 1 1,2 2-1,1 8-74,23-51 10,2 1-1,1 1 1,1-1-1,0 1 1,2 0-1,1 1 1,1-1-1,1 1 0,1 0 1,2 0-1,0-1 1,1 1-1,2-1 1,0 1-1,2-1 1,7 21-10,1-20 2,1 0 0,1 0 0,1-2 0,1 0-1,1-1 1,1-1 0,1 0 0,1-2 0,0-1 0,2 0 0,1-1-2,18 17 6,-27-21-5,14 7 1,0 1 1,-2 2-1,-1 0 1,0 2-1,-2 2 1,-1 0-1,-1 1 1,-2 1-1,-1 1 0,-1 1 1,-1 1-1,-2 1 1,10 28-3,-21-41 1,0 0 1,-1 0 0,-1 1-1,-1 0 1,0-1-1,-2 1 1,0 0-1,-2 0 1,0-1 0,-1 1-1,-2-1 1,0 1-1,-1-2 1,0 1-1,-2 0 1,0-1 0,-5 6-2,-43 69 10,-5-3 0,-3-2 1,-75 80-11,-3 3 19,135-163-22,0 0-1,0 0 1,1 0-1,0 1 1,0 0-1,1 0 1,1 1-1,0-1 1,0 1-1,1 0 1,0 0-1,1 0 1,-1 10 3,4-16-9,-1 0 0,0 0 0,1 0 0,0 0 0,0 0-1,1 0 1,0 0 0,-1 0 0,1 0 0,1-1 0,-1 1 0,1-1 0,0 0 0,0 0 0,0 0 0,0 0 0,1 0-1,0-1 1,-1 1 0,1-1 0,0 0 0,1 0 0,-1-1 0,1 1 0,-1-1 0,5 2 9,70 49-47,3-1 34,-3 4 0,-2 4-1,-3 3 1,2 8 13,-29-19 6,-3 3 0,-2 1 0,-3 2 0,-2 1 0,-3 3 1,-3 0-1,-3 2 0,-2 1 0,11 47-6,17 88 72,-8 1 0,10 137-72,-6 115 152,-20 2 1,-20 1 0,-21 54-153,-66 617-168,90-1174-1455,0-16-332</inkml:trace>
  <inkml:trace contextRef="#ctx0" brushRef="#br0" timeOffset="141141.216">23215 3426 28502,'0'0'1136,"0"0"-816,200-22-176,47-35 0,87-24 153,69-23 7,51-7-104,8 5 16,29-1-88,15 10-72,-8 13-24,-16 18-32,-43 25-48,-73 19-424,-116 14-1041,-99 4-20643</inkml:trace>
  <inkml:trace contextRef="#ctx0" brushRef="#br0" timeOffset="141470.545">22702 6910 29462,'301'-75'656,"89"-24"-496,33-17-160,26-20 0,11-8 40,-4 5-40,-15 15 0,-119 41-168,-72 20-880</inkml:trace>
  <inkml:trace contextRef="#ctx0" brushRef="#br0" timeOffset="141731.925">23722 9385 27270,'157'-15'3505,"76"-27"-3265,76-13-216,57-20-24,20-16 16,28-7-16,13 3 48,-6 20 24,-15 20-72,-32 11-200,-102 17-577,-66-1-631</inkml:trace>
  <inkml:trace contextRef="#ctx0" brushRef="#br0" timeOffset="143524.976">26271 10741 25037,'0'0'1259,"0"0"-567,0 0-87,0 0 1274,-22 11-836,-69 32-509,89-42-518,1 0-1,-1-1 0,1 1 1,-1-1-1,0 1 0,0-1 1,1 0-1,-1 0 0,0 1 1,1-1-1,-1 0 0,0-1 1,0 1-1,1 0 0,-1 0 1,0-1-1,1 1 0,-1-1 1,0 1-1,1-1 0,-1 0 1,1 0-1,-1 0 0,1 0 1,0 0-1,-1 0 0,1 0 1,0 0-1,-1 0 0,1-1 1,0 1-1,0 0 1,0-1-1,0 1 0,1-1 1,-1 1-1,0-1 0,0 1 1,1-1-1,-1 0 0,1 1 1,0-1-1,-1 0 0,1 0 1,0 1-1,0-1 0,0 0 1,0 1-1,0-1 0,1 0 1,-1 0-1,0 1 0,1-1 1,0-1-16,-1-3 57,2-11-33,1 0 0,0 0 1,1 0-1,1 1 0,1-1 1,0 1-1,1 1 0,1-1 0,1 1 1,0 1-1,0-1 0,2 2 1,0-1-1,0 1 0,3-1-24,32-45 8,18-64-180,-64 121 162,1 1-1,0-1 1,-1 0 0,1 0 0,-1 0-1,1 0 1,-1 0 0,0 0 0,0 0 0,0 0-1,0 0 1,0 1 0,-1-1 0,1 0-1,0 0 1,-1 0 0,1 0 0,-1 0-1,0 0 1,0 1 0,0-1 0,0 0-1,0 1 1,0-1 0,0 1 0,0-1 0,-1 1-1,1-1 1,-1 1 0,1 0 0,-1 0-1,1-1 1,-1 1 0,0 0 0,1 1-1,-1-1 1,0 0 0,0 0 0,0 1 0,1-1-1,-1 1 1,0 0 0,0-1 10,-17-1-33,1 0 1,-1 1 0,1 1-1,-1 1 1,1 1 0,-1 0-1,1 1 1,0 1 0,0 1-1,1 0 1,-1 1 0,1 1-1,0 1 1,1 1 0,0 0-1,0 1 1,1 0-1,-9 9 33,-5 5-3,0 1-1,2 2 1,1 0-1,1 2 1,1 1-1,2 1 1,1 0-1,-13 28 4,20-30-1,0 0-1,2 1 1,1 0 0,1 1 0,2 0-1,1 1 1,1 0 0,2 0 0,2 0-1,0 0 1,2 0 0,2 1 0,1-1-1,1 0 1,2 0 0,1-1 0,2 3 1,55 128 3,-44-119 1,-2 1-1,-2 1 1,-2 1-1,-2 0 1,1 14-4,-7-22 0,-2 0 1,-2 0-1,-1 0 1,-2 0-1,-2 1 0,-1-2 1,-5 15-1,1-34 8,0-1 1,-1 0-1,-1-1 1,0 0 0,-2 0-1,1-1 1,-2 0-1,0-1 1,-1-1 0,0 0-1,-1-1 1,0-1-1,-1 0 1,-1-1 0,1 0-1,-1-2 1,-1 0-1,-13 4-8,16-6 35,-1-1 0,0 0 0,0-1 0,0-1 0,0-1 0,0 0 0,-1-1 0,1-1 0,-5 0-35,15-1 9,0 1 0,0-1-1,0 0 1,0-1 0,0 1-1,0-1 1,0-1 0,1 1-1,-1-1 1,1 0 0,-1 0 0,1 0-1,0-1 1,0 0 0,0 0-1,1 0 1,0 0 0,0-1 0,0 0-1,0 0 1,0 0 0,1 0-1,0 0 1,0-1 0,1 1 0,-1-1-1,1 0 1,1 0 0,-1 0-1,1 0 1,0 0 0,0 0 0,0-3-9,-1-15 4,1-1 1,1 0 0,1 0 0,1 1 0,1-1 0,1 1 0,1-1 0,3-5-5,19-42 0,4 1-1,2 1 1,4 2 0,2 2 0,3 1 0,3 3 0,3 1-1,41-40 1,-29 32-104,2 3-1,4 2 0,2 3 1,2 3-1,4 4 0,1 2 1,3 4-1,1 4 0,3 3 1,13-2 104,-13 14-1997</inkml:trace>
  <inkml:trace contextRef="#ctx0" brushRef="#br0" timeOffset="143986.417">26902 11275 30190,'0'0'831,"-4"-26"-303,-18-196-85,28-113-428,-6 327-32,1 6 11,0 0 0,-1 1 0,0-1 0,1 0 0,-1 0 0,0 1 0,0-1 0,0 0 0,0 0 0,0 1 0,0-1 0,0 0 0,-1 0 0,1 1 0,0-1 0,-1 0 0,0 1 0,1-1 0,-1 0 0,0 1 0,0-1 0,0 1 0,0-1 0,0 1 0,0 0 0,0 0 0,-1-1 0,1 1 0,0 0 0,-1 0 0,1 0 0,-1 0 0,1 0 0,-1 0 0,0 1 0,1-1 0,-1 1 0,0-1 0,1 1 0,-2-1 5,-7 4-20,1-1 0,1 2 0,-1-1-1,0 1 1,1 0 0,0 1-1,0 0 1,0 1 0,1-1-1,-1 1 1,1 1 0,1-1-1,-1 1 1,1 0 0,0 1-1,1 0 1,0 0 0,0 0 21,-4 3-19,-52 70 17,3 2-1,4 2 1,3 3 0,5 2 0,3 1 0,5 3 0,4 1-1,-17 76 3,43-141 54,1 1 0,2 0 0,0 1 0,2-1 0,2 1 0,1-1 0,1 4-54,1-32 9,-1 0 1,1-1 0,-1 0-1,1 1 1,0-1-1,0 0 1,0 0 0,0 0-1,0 0 1,0 0-1,0 0 1,1-1 0,-1 1-1,1-1 1,0 0-1,-1 0 1,1 0-1,0 0 1,-1 0 0,1 0-1,0-1 1,0 1-1,0-1 1,0 0 0,-1 0-1,1 0 1,0 0-1,0 0 1,0-1 0,0 1-1,0-1 1,-1 0-1,1 0 1,0 0 0,-1 0-1,2-1-9,12-4 32,1 0 0,-2-1 0,1-1 0,-1 0 0,0-1 0,-1-1 0,0 0 0,0-1 0,-2 0 0,6-6-32,136-124-563,-6-8-1,60-82 564,-151 159-2127</inkml:trace>
  <inkml:trace contextRef="#ctx0" brushRef="#br0" timeOffset="144418.954">28252 10602 22325,'0'0'6583,"0"0"-4784,-10-22-1346,-35-71-109,43 89-330,0 1 0,0-1 1,0 1-1,-1 0 0,1 0 0,-1 0 0,0 0 0,0 0 0,0 1 1,0-1-1,0 1 0,0 0 0,-1 0 0,1 0 0,-1 0 0,0 1 1,1-1-1,-1 1 0,0 0 0,0 0 0,0 0 0,0 1 1,0-1-1,0 1 0,0 0 0,-1 0-14,-4 0 9,-14 1-13,-1 2-1,1 0 0,0 1 1,0 2-1,0 0 0,1 2 0,0 0 1,0 2-1,1 0 0,1 1 1,-1 1-1,2 1 0,0 1 1,0 0-1,-12 15 5,-5-1 1,1 2 1,1 1-1,2 2 0,2 1 1,0 1-1,3 2 1,1 1-1,2 1 1,1 1-1,2 1 0,3 0 1,0 2-1,3 0 1,2 1-1,1 0 0,3 1 1,-4 45-2,12-81 5,-2 3 5,1 0 1,0 0-1,1 0 1,0 0-1,1 1 0,0-1 1,1 0-1,0 1 1,1-1-1,1 0 1,0 0-1,0 0 1,1-1-1,1 1 0,0-1 1,0 0-1,1 0 1,0-1-1,1 1 1,1-1-1,-1-1 1,2 1-11,3-3 4,0 1 1,0-2 0,1 0 0,0 0 0,0-1 0,1-1 0,-1 0 0,1-1 0,0-1 0,0 0 0,0 0-1,0-2 1,1 0 0,-1 0 0,0-1 0,0-1 0,0 0 0,0-1 0,-1-1 0,1 0 0,-1-1 0,8-4-5,129-88-925,-101 51-618</inkml:trace>
  <inkml:trace contextRef="#ctx0" brushRef="#br0" timeOffset="144691.338">27542 11234 28798,'0'0'564,"23"-4"-278,323-82 875,-176 48-709,-167 37-441,1 0 0,-1 1 0,0-1 0,0 1-1,0 0 1,0 0 0,1 0 0,-1 1 0,0-1 0,0 1-1,0 0 1,0 0 0,0 0 0,0 0 0,0 0-1,0 1 1,0-1 0,-1 1 0,1 0 0,0-1-1,-1 1 1,0 1 0,1-1 0,-1 0 0,0 1 0,0-1-1,0 1 1,0-1 0,-1 1 0,1 0-11,13 95 305,-18-45-190,-2-1 1,-3 1 0,-1-1-1,-3-1 1,-6 12-116,1 2 66,-41 206 50,57-270-132,1 1 1,-1-1-1,1 1 0,0-1 1,-1 1-1,1-1 1,0 1-1,0-1 0,0 1 1,0-1-1,0 1 0,1-1 1,-1 1-1,0-1 0,1 1 1,-1-1-1,1 1 1,0-1-1,-1 0 0,1 1 1,0-1-1,0 0 0,0 0 1,0 1-1,0-1 0,0 0 1,0 0-1,0 0 1,0 0-1,1 0 0,-1 0 1,0-1-1,1 1 0,-1 0 1,0-1-1,1 1 0,-1-1 1,1 1-1,-1-1 1,1 0-1,-1 0 0,1 1 1,-1-1-1,1 0 0,-1 0 1,1-1-1,0 1 16,73-29-1269,-19-9-876</inkml:trace>
  <inkml:trace contextRef="#ctx0" brushRef="#br0" timeOffset="144956.783">28726 10176 30094,'0'0'670,"0"0"-295,20 0-161,31 1-64,1 1 0,-1 3 0,0 3 0,22 6-150,-49-8 9,-1 1 0,-1 1 0,1 2 0,-1 0 0,-1 1 0,0 1 0,2 2-9,-17-10-1,0 1 1,0-1 0,0 1-1,-1 0 1,0 0 0,0 0 0,0 1-1,-1 0 1,0 0 0,0 0-1,0 0 1,-1 1 0,0-1 0,0 1-1,-1 0 1,0 0 0,0 0-1,-1 0 1,1 0 0,-2 1 0,1-1-1,-1 0 1,0 0 0,0 1-1,-1-1 1,0 2 0,-10 20-31,0 0 0,-2-1-1,-2 0 1,0-1 0,-2-1 0,-1 0-1,0-1 1,-2-1 0,-1-1-1,-1-1 1,-1-1 0,-13 10 31,20-17-32,-191 179-558,165-127 130,42-65 443,0 0 1,0 1 0,0-1 0,1 0 0,-1 1 0,0-1 0,1 0 0,-1 0 0,1 1 0,-1-1 0,1 0 0,-1 0 0,1 0 0,0 0 0,0 0 0,0 0-1,0 0 1,-1 0 0,1 0 0,0 0 0,1 0 0,-1 0 0,0-1 0,0 1 0,0 0 0,0-1 0,1 1 0,-1-1 0,0 1 0,0-1 0,1 0 0,-1 0-1,0 1 1,1-1 0,-1 0 0,0 0 0,1 0 16,5 2-35,251 62-396,-253-63 435,-1 0 1,0 0-1,0 1 0,0 0 0,-1 0 0,1 0 0,0 0 0,-1 1 0,1-1 1,-1 1-1,0 0 0,0 0 0,0 0 0,0 0 0,-1 0 0,1 1 0,-1 0 1,0-1-1,0 1 0,0 0 0,0 0 0,-1 0 0,1 0 0,-1 0 1,0 0-1,-1 0 0,1 0 0,-1 1 0,1-1 0,-1 0 0,-1 0 0,1 1 1,0-1-1,-1 0 0,0 0 0,0 0 0,0 1 0,-1-1 0,1 0 0,-1-1 1,0 1-1,-2 3-4,-11 12 52,-2 1 0,0-2 0,-1 0 1,0-2-1,-2 0 0,0-1 0,-1 0 1,0-2-1,-2 0-52,13-7 7,-13 11-22,-1-1 0,-1-1-1,-1-1 1,0-2 0,0-1-1,-1 0 1,-1-2 0,1-1 0,-1-2-1,-1 0 1,1-2 0,-1-1-1,-14-1 16,39-3-41,1 0 0,-1 0-1,0 0 1,1 0-1,-1 0 1,1-1-1,0 0 1,-1 0 0,1 0-1,0 0 1,0 0-1,0 0 1,0-1-1,1 0 1,-1 1 0,1-1-1,-1 0 1,1 0-1,0 0 1,0-1-1,0 1 1,1 0 0,-1-1-1,1 1 1,0-1-1,0 0 1,0 1-1,0-1 1,1-1 41,-1 2-54,-15-67-4046,12-3-10845</inkml:trace>
  <inkml:trace contextRef="#ctx0" brushRef="#br0" timeOffset="145280.344">28752 10344 28230,'0'0'1584,"0"0"-1168,-72 160 137,2 2-113,-3 33-136,10 12-128,14-6-112,14-13-64,9-9-80,11-41-408,2-35-1321</inkml:trace>
  <inkml:trace contextRef="#ctx0" brushRef="#br0" timeOffset="145667.105">25089 12745 30447,'163'-6'584,"78"-34"-408,87-23-24,43-22 96,4-5 120,10 1-16,-10 6-64,-20 12-136,-37 12-152,-42 16 0,-32 15 0,-40 12-112,-62 8-560,-41 0-1289</inkml:trace>
  <inkml:trace contextRef="#ctx0" brushRef="#br0" timeOffset="149785.353">17205 7876 29038,'0'0'628,"0"0"-96,30-10-213,22-5-240,0 2 0,0 2-1,1 3 1,0 2 0,4 2-79,5 1 69,0 3 0,1 3 0,-1 3 0,0 2 0,-1 3 1,0 2-1,57 22-69,-78-22 7,-1 1 0,-1 3 1,0 1-1,-1 2 1,-1 2-1,-1 1 0,-1 1 1,-1 2-1,-1 1 0,-1 2 1,-2 1-1,-1 2 0,-1 0 1,-2 2-1,-2 0 1,-1 2-1,-1 1 0,-2 0 1,-2 1-1,-1 1 0,-1 7-7,-3 14 16,-3 1-1,-2 0 0,-4 0 0,-2 1 0,-2-1 0,-3 0 0,-3 0 0,-9 31-15,-23 86 48,-9-2-1,-21 40-47,-206 534 101,108-313-16,-57 265-85,198-596 10,4 1-1,5 0 1,4 1-1,4 49-8,6-133-1,1 1 1,1 0 0,1-1 0,1 1 0,1 0 0,1-1 0,2 1 0,0-1-1,2 0 1,0 0 0,2-1 0,0 0 0,2-1 0,0 0 0,2 0 0,0-2 0,2 1-1,0-2 1,1 0 0,1-1 0,13 12-1,2-13 4,0-1 0,1-2-1,1-1 1,0-2 0,1-1-1,0-2 1,1-1 0,0-1 0,0-3-1,0-1 1,0-1 0,0-2-1,0-2 1,11-2-4,0 0 2,0-1-1,-1-2 1,0-3-1,-1-1 1,0-2-1,-1-2 1,0-2-1,-2-2 1,0-2 0,-2-2-1,0-1 1,-2-2-1,30-28-1,-58 49-25,-1 0 0,-1-1 0,0-1 0,0 1 0,0-1-1,-1 0 1,0-1 0,0 0 0,-1 0 0,0 0 0,-1-1 0,0 0 0,-1 0 0,0 0-1,0-1 1,-1 1 0,-1-1 0,2-10 25,-6 15-11,0 0 0,-1 0 0,0 0 0,0 0 1,0 1-1,-1-1 0,1 1 0,-1 0 0,-1 0 0,1 0 0,-1 0 0,0 1 0,0 0 0,0 0 0,0 0 1,-1 1-1,0-1 0,0 1 0,0 1 0,0-1 0,0 1 0,0 0 0,0 1 0,-1-1 0,1 1 0,-1 0 0,1 1 1,-1 0-1,0 0 0,1 0 0,-1 1 0,1 0 0,-4 1 11,-29 1 12,1 3-1,-1 1 1,2 2 0,-1 1 0,1 2-1,1 1 1,0 3 0,2 0 0,-1 3-1,2 0 1,0 2 0,2 2-1,0 1 1,2 1 0,0 1 0,2 2-1,1 1 1,2 1 0,-6 10-12,-3 6 41,3 2 1,1 1-1,3 2 1,2 0 0,2 2-1,3 0 1,2 1-1,2 1 1,-7 54-42,1 45 202,6 0-1,6 155-201,64 772 381,-3-207-268,-51-846-113,7 79 1,-5 0 0,-5 0-1,-4 0 1,-5 0-1,-4-1 1,-5-1-1,-5 0 1,-26 67-1,-20-57 0,67-112-5,1 1 1,-1-1 0,1 0 0,-1-1 0,0 1 0,0-1-1,0 0 1,-1 0 0,1 0 0,0 0 0,-1-1-1,1 1 1,-1-1 0,1-1 0,-1 1 0,0 0 0,1-1-1,-1 0 1,0 0 0,1-1 0,-1 1 0,0-1-1,1 0 1,-1 0 0,1-1 0,-1 1 0,0-1 4,-8-6-48,0 0 0,0-1 0,1-1 0,0 0 0,1 0 0,0-1 0,0-1 0,1 0-1,1 0 1,0-1 0,0 0 0,2 0 0,-5-10 48,0 2-97,-66-122-907,8-12-974</inkml:trace>
  <inkml:trace contextRef="#ctx0" brushRef="#br0" timeOffset="150499.36">19064 11630 28734,'22'5'455,"278"66"66,-129-5-145,-165-62-371,-1-1-1,0 1 1,0 0 0,0 0 0,0 1 0,-1-1-1,1 1 1,-1 0 0,0 0 0,-1 1 0,1-1 0,-1 1-1,0 0 1,0 0 0,-1 0 0,0 0 0,0 0-1,0 0 1,-1 1 0,0-1 0,0 0 0,-1 1 0,0-1-1,0 1 1,0-1 0,-1 1 0,0 1-5,-7 15 5,-1 0-1,-1-1 1,0 0 0,-2 0-1,-1-2 1,0 1 0,-2-1 0,0-1-1,-1-1 1,-1 0 0,-1-1-1,0-1 1,-8 4-5,5 0 5,-145 127 15,165-147-20,0 1 0,-1-1-1,1 1 1,0-1-1,0 1 1,0 0 0,0-1-1,0 1 1,1 0-1,-1 0 1,0-1-1,0 1 1,0 0 0,1 0-1,-1 0 1,0 0-1,1 0 1,-1 0 0,1 0-1,-1 1 1,1-1-1,0 0 1,-1 0-1,1 0 1,0 0 0,0 0-1,0 1 1,0-1-1,0 0 1,0 0 0,0 0-1,0 1 1,1-1-1,-1 0 1,0 0 0,1 0-1,-1 0 1,0 0-1,1 0 1,0 0-1,-1 0 1,1 0 0,0 0-1,-1 0 1,1 0-1,0 0 1,0 0 0,0 0-1,108 30-3,-99-31 4,0 0 0,0 1 1,-1 0-1,1 0 1,-1 1-1,1 1 0,-1 0 1,0 0-1,0 0 0,0 1 1,0 1-1,-1-1 1,1 1-1,-1 1 0,0 0 1,-1 0-1,0 0 1,0 1-1,0 0 0,-1 0 1,0 1-1,0 0 0,-1 0 1,0 0-1,0 1 1,-1 0-1,0-1 0,0 2 1,-1-1-1,0 1 0,-3 2 9,0 1 0,-1 0 0,0 0 0,-1 0 0,0-1 0,-1 1-1,-1-1 1,0 0 0,0 0 0,-1 0 0,-1 0 0,0-1 0,0 0 0,-1 0 0,-5 5-9,-133 148 206,129-147-186,-89 85 56,87-87-114,25-25-130,30-30-553,14-14-983</inkml:trace>
  <inkml:trace contextRef="#ctx0" brushRef="#br0" timeOffset="150818.888">19993 12037 23461,'0'0'4709,"0"0"-3510,21-5-1028,67-10-61,-86 14-99,1 1-1,-1-1 0,0 1 1,1 0-1,-1 0 1,0 0-1,1 1 0,-1-1 1,0 0-1,0 1 0,1-1 1,-1 1-1,0 0 0,0 0 1,0 0-1,0 0 1,0 0-1,0 1 0,0-1 1,0 0-1,0 1 0,0-1 1,-1 1-1,1 0 1,-1 0-1,1 0 0,-1-1 1,0 1-1,0 1 0,1-1 1,-2 0-1,1 0 0,0 0 1,0 0-1,-1 1 1,1-1-1,0 2-10,-3 82 117,2-84-116,-68 199 141,22-84-39,17 14 32,29-128-131,0-1 0,1 0 0,-1 0 0,1 1-1,0-1 1,0 0 0,0 0 0,0 0 0,0 0 0,0 0 0,0 0 0,1 0 0,-1-1 0,1 1 0,-1 0 0,1-1 0,0 1-1,0-1 1,-1 0 0,1 1 0,0-1 0,0 0 0,0 0 0,1 0 0,-1-1 0,0 1 0,0 0 0,0-1 0,0 1 0,1-1-1,-1 0 1,0 0 0,1 0 0,-1 0 0,0 0 0,0 0 0,1-1 0,-1 1 0,0-1 0,0 1 0,0-1 0,0 0-1,1 0 1,-1 0 0,0 0 0,-1 0 0,1-1 0,0 1 0,0-1 0,1-1-4,154-105 47,7-36-1716,-5-8 1,71-95 1668,-167 169-3329</inkml:trace>
  <inkml:trace contextRef="#ctx0" brushRef="#br0" timeOffset="151230.81">21026 11539 21293,'0'0'5241,"0"0"-3124,-26 6-1240,12-3-776,-3 0-7,0 0 0,1 2 1,0-1-1,0 2 0,0 1 0,1 0 0,0 0 1,0 2-1,1 0 0,0 0 0,-8 8-94,-6 10 56,0 1 0,2 1-1,2 1 1,0 2 0,2 0-1,1 1 1,2 1-1,2 1 1,1 1 0,1 0-1,2 1 1,2 1 0,1 0-1,2 0 1,-1 28-56,7-59 1,2 0-1,-1 0 1,1 0 0,0 0-1,0 0 1,1 0 0,0 0-1,0 0 1,1 0 0,0 0-1,0 0 1,0-1-1,1 1 1,0-1 0,1 1-1,-1-1 1,1 0 0,0-1-1,1 1 1,-1-1 0,1 1-1,0-1 1,0-1 0,1 1-1,0-1 1,0 0-1,0 0 1,0-1 0,0 1-1,1-1 1,1 0-1,2 1-26,0 0 0,0-1 0,0 0 0,0-1 0,1 0 0,-1-1 0,0 0 1,1 0-1,-1-1 0,1 0 0,-1-1 0,1-1 0,-1 1 0,0-2 0,0 1 0,1-2 26,88-61-3070,-72 29-2112</inkml:trace>
  <inkml:trace contextRef="#ctx0" brushRef="#br0" timeOffset="151231.81">20681 12125 26934,'0'0'1340,"0"0"-256,0 0-309,0 0-333,0 0-177,26-4-98,173-19-43,-176 22-115,-19 0-9,0-1 1,0 1-1,0 0 1,0 0-1,0 1 1,0-1-1,1 1 1,-1 0-1,0 0 1,0 0 0,0 0-1,0 1 1,1 0-1,-1-1 1,0 2-1,0-1 1,0 0-1,-1 1 1,1 0-1,0 0 1,0 0-1,-1 0 1,1 1-1,-1-1 1,0 1-1,0 0 1,0 0-1,0 0 1,-1 0-1,1 0 1,-1 1-1,1-1 1,-1 1-1,0 0 1,-1 0-1,1-1 1,-1 1-1,1 0 1,-1 4-1,-1 5 11,-1 1 0,-1 0-1,0-1 1,-1 1 0,-1-1 0,0 0-1,0 0 1,-1-1 0,-1 1 0,0-1 0,-1 0-1,0-1 1,-6 7-11,-42 93-35,54-110 1,1 1 0,-1-1-1,1 1 1,-1-1 0,1 1-1,-1 0 1,1-1-1,0 1 1,0-1 0,0 1-1,0-1 1,0 1 0,0 0-1,0-1 1,0 1 0,1-1-1,-1 1 1,1-1-1,-1 1 1,1-1 0,-1 1-1,1-1 1,0 1 0,0-1-1,0 0 1,0 1 0,0-1-1,0 0 1,0 0-1,0 0 1,0 0 0,1 0-1,-1 0 1,0 0 0,1 0-1,-1 0 1,1-1 0,-1 1-1,1-1 1,-1 1-1,1-1 1,-1 1 0,1-1 34,41 3-2830</inkml:trace>
  <inkml:trace contextRef="#ctx0" brushRef="#br0" timeOffset="151903.762">21896 11672 27094,'0'0'568,"-8"-17"-255,-48-108 354,56 122-639,-1 1-1,0 0 1,0-1 0,0 1-1,0 0 1,0 0-1,0 0 1,0 0-1,-1 0 1,1 0 0,-1 0-1,0 0 1,1 0-1,-1 1 1,0-1 0,0 1-1,0-1 1,0 1-1,0 0 1,0 0 0,0 0-1,-1 0 1,1 0-1,0 0 1,-1 1 0,1-1-1,0 1 1,-1 0-1,1-1 1,-1 1 0,1 0-1,-1 0 1,1 1-1,0-1 1,-1 0 0,1 1-1,-1 0 1,1-1-1,0 1 1,0 0 0,-1 0-1,1 0 1,0 1-1,0-1 1,0 0-1,0 1 1,0-1 0,1 1-1,-1 0 1,0 0-1,1 0 1,-2 1-28,-16 26 87,1 0-1,1 1 1,1 1-1,2 1 1,1 0-1,2 0 1,1 2-1,-3 20-86,12-50 7,-14 46 57,2 1 0,3 0 0,2 1 0,2-1 0,2 2 0,3-1 0,1 0 0,4 2-64,-1-45-7,0-1 0,0 0-1,1 0 1,0 0 0,1 0 0,0-1-1,0 1 1,1-1 0,0-1 0,0 1-1,0-1 1,1 0 0,0 0 0,0-1 0,0 0-1,1 0 1,0-1 0,0 0 0,0 0-1,0-1 1,1 0 0,-1 0 0,1-1-1,0 0 1,-1-1 0,1 0 0,0 0-1,0-1 1,0 0 0,0-1 0,0 0 0,0 0-1,1-1 8,77-4-747,-14-19-869</inkml:trace>
  <inkml:trace contextRef="#ctx0" brushRef="#br0" timeOffset="152176.952">21670 11973 28334,'0'0'688,"0"0"-592,0 0-8,160 20 184,-81-18 168,0 2-152,-11 10-144,-16 14-80,-21 11 9,-22 14 39,-9 10-32,-9 8-48,-11 6-32,12 18-280,8-20-449,0-22-1655</inkml:trace>
  <inkml:trace contextRef="#ctx0" brushRef="#br0" timeOffset="152988.999">21183 11324 27430,'0'0'1397,"26"-8"-383,188-56 81,-146 54-893,2 2 0,-1 4 1,43 3-203,-96 1 11,0 1 0,1 1 0,-1 0 0,0 1 0,0 1 0,0 1 0,0 0 0,-1 1 0,10 5-11,-19-8 1,-1 1 1,1-1-1,-1 1 0,0 0 1,0 1-1,0-1 0,0 1 1,-1 0-1,1 0 0,-1 1 0,-1-1 1,1 1-1,-1-1 0,0 1 1,0 1-1,-1-1 0,0 0 1,0 0-1,0 1 0,-1-1 1,0 1-1,0 0 0,0-1 0,-1 1 1,0 3-2,-3 10 2,-1 0 1,-1 0-1,0 0 1,-2-1 0,0 0-1,-1 0 1,-1-1-1,-1 0 1,0-1-1,-1 0 1,-1 0 0,-1-1-1,-9 9-2,-85 98 13,-4-3-1,-67 49-12,27-25 2,134-128-4,-67 91-19,83-107 18,1 1 0,-1-1 0,1 1-1,0 0 1,-1-1 0,1 1 0,0 0 0,-1 0-1,1-1 1,0 1 0,0 0 0,0 0 0,0 0-1,0-1 1,0 1 0,0 0 0,0 0 0,0 0-1,0-1 1,0 1 0,0 0 0,0 0 0,1-1-1,-1 1 1,0 0 0,0 0 0,1-1 0,-1 1 0,1 0-1,-1-1 1,1 1 0,-1-1 0,1 1 0,-1 0-1,1-1 1,-1 1 0,1-1 0,0 1 0,-1-1-1,1 0 1,0 1 0,0-1 0,-1 0 0,1 1-1,0-1 1,0 0 0,-1 0 0,1 0 0,0 0-1,0 0 1,0 0 0,-1 0 0,1 0 0,0 0-1,0 0 1,-1 0 0,1 0 0,0 0 0,0-1 0,-1 1-1,1 0 1,0 0 0,0-1 0,-1 1 0,1-1-1,0 0 4,260-48-268,-136 18 196,-45 14 56,0 3-1,0 3 0,1 5 1,16 2 16,-94 3 0,-1 1 1,0-1-1,1 1 1,-1 0 0,1-1-1,-1 1 1,1 0 0,-1 1-1,1-1 1,-1 0-1,1 1 1,-1-1 0,1 1-1,-1 0 1,0 0-1,1 0 1,-1 0 0,0 0-1,0 0 1,0 1 0,0-1-1,0 1 1,0 0-1,0-1 1,0 1 0,0 0-1,-1 0 1,1 0-1,-1 0 1,0 0 0,0 0-1,1 1 1,-1-1-1,0 0 1,-1 1 0,1-1-1,0 1 1,-1-1 0,0 1-1,1-1 1,-1 1-1,0-1 1,0 1 0,0-1-1,-1 1 1,1-1-1,0 0 1,-1 1 0,0-1-1,0 1 0,-2 11 20,-1 0-1,-1 0 0,0 0 1,-1-1-1,0 1 0,-1-1 1,-1-1-1,0 0 0,-1 0 1,0 0-1,0-1 0,-2 0 1,1-1-1,-1 0 0,-1-1 1,-7 5-20,13-9 8,-22 21 14,0-1 0,-1-2 0,-2-1-1,0-1 1,-1-2 0,-1-1 0,-1-1 0,-1-2 0,0-2 0,0-1 0,-9 0-22,38-11-7,5 0 0,-1 0 1,0-1-1,1 1 0,-1-1 0,0 1 0,0-1 1,0 0-1,1 0 0,-1 0 0,0 0 1,0 0-1,1 0 0,-1 0 0,0-1 0,0 1 1,1 0-1,-1-1 0,0 0 0,0 1 0,1-1 1,-1 0-1,1 0 0,-1 0 0,1 0 0,-1 0 1,1 0-1,0 0 0,-1-1 0,1 1 0,0 0 1,0-1 6,8-119-2223,11 49-1071</inkml:trace>
  <inkml:trace contextRef="#ctx0" brushRef="#br0" timeOffset="153409.068">21674 11336 26798,'0'0'1352,"-37"142"-920,-7 8 112,-6 34 80,-1 17-56,8 12-239,16-8-305,12 8-24,6-10-545,9-57-1095,-6-37-15476</inkml:trace>
  <inkml:trace contextRef="#ctx0" brushRef="#br0" timeOffset="153738.815">25604 12621 27406,'139'-14'872,"25"-22"-712,18-9-160,-51 7-240,-45 7-592</inkml:trace>
  <inkml:trace contextRef="#ctx0" brushRef="#br0" timeOffset="154102.158">26216 12903 30286,'0'0'0,"0"0"-3552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2T04:01:07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2736 27014,'0'0'2183,"0"0"-1362,0 0-537,1 28-142,9 119 106,171 1405 1084,-83 25-803,-60-723-422,37-2 0,83 273-107,-105-888-32,-41-200-171,-6-47-225,-5-182-1996,-3 59-2219</inkml:trace>
  <inkml:trace contextRef="#ctx0" brushRef="#br0" timeOffset="472.729">305 2004 18212,'32'15'9715,"124"64"-7502,37 36-2077,47 18 111,5-11 1,5-11-1,4-11 0,6-11-247,946 274 947,884 133-947,-134-86-1283,-1756-371-952</inkml:trace>
  <inkml:trace contextRef="#ctx0" brushRef="#br0" timeOffset="731.066">7289 4097 30719,'38'1001'654,"-24"-740"-591,26 410 518,16 292 169,-51 489-750,-147 21 0,135-1415 0,-50 380 0,-6-60 0,-7-63 0,47-232-67,-3 0-1,-4-2 1,-4-1 0,-15 22 67,-23 15-830,5-48-840</inkml:trace>
  <inkml:trace contextRef="#ctx0" brushRef="#br0" timeOffset="1024.984">540 10877 29878,'263'40'1329,"99"17"-1097,105 14-16,43 16 0,-23 8 56,-7 19 16,-20 22-96,-26 10-80,-24 2-80,-33-8-32,-39-16 0,-53-13-72,-57-24-216,-68-18-376,-64-26-1073,-57-23-8889</inkml:trace>
  <inkml:trace contextRef="#ctx0" brushRef="#br0" timeOffset="1328.297">3411 0 28750,'-201'77'2281,"-1"47"-2017,-37 46-160,-55 39-72,-39 22-8,-20 25 0,18 9-24,39-23-72,53-33-192,65-53-537,73-63-1127,50-46-15724</inkml:trace>
  <inkml:trace contextRef="#ctx0" brushRef="#br0" timeOffset="1646.266">4709 134 29118,'370'-2'2113,"102"2"-1865,14 34-168,36 7-32,19 11-16,12 11 64,10 2 8,7-2-56,2-4-24,-9-6 0,-19 1-24,-29-1 8,-42 0-8,-52 2-56,-59-7-208,-114-15-616,-82-15-2145</inkml:trace>
  <inkml:trace contextRef="#ctx0" brushRef="#br0" timeOffset="1647.266">11190 689 29782,'-245'130'2209,"-55"65"-1977,-29 63-232,-61 40-224,-51 38-216,-21 37 128,10 13 224,40 5 88,50-14 0,51-26-160,98-103-697,62-62-2111</inkml:trace>
  <inkml:trace contextRef="#ctx0" brushRef="#br0" timeOffset="1999.158">9691 1460 29214,'9'34'1335,"33"143"-1007,80 442 227,-27 5 0,10 572-555,-59 1272 786,-46-2393-797,-60 1883-327,-49-820-2961,92-1002-749</inkml:trace>
  <inkml:trace contextRef="#ctx0" brushRef="#br0" timeOffset="2319.865">7793 11449 28486,'0'0'1993,"0"0"-1833,228-222-40,39-78 272,84-85 24,55-51-104,19 4-184,-18 59-128,-10 38-16,-46 49-216,-108 98-576,-76 68-3969</inkml:trace>
  <inkml:trace contextRef="#ctx0" brushRef="#br0" timeOffset="3321.697">3061 4863 22429,'-174'195'7297,"-36"75"-6841,-3 40-280,-12 53-95,-1 31 95,2 15 64,5 5-112,13-27-64,26-46-32,42-65-16,55-98-16,52-86-144,69-92-553,27-51-991,23-36-10282</inkml:trace>
  <inkml:trace contextRef="#ctx0" brushRef="#br0" timeOffset="3632.685">4851 5904 29718,'-254'456'592,"-61"90"-415,-19-21-105,-23-4 8,-22-12-16,15-28 24,53-65 24,76-78-48,108-111-64,127-133-176,42-70-561,59-60-1263</inkml:trace>
  <inkml:trace contextRef="#ctx0" brushRef="#br0" timeOffset="3633.685">6055 7090 31783,'-241'349'560,"-62"115"-400,-10 39-160,-51 41-264,-24 1 8,13-25 72,44-52 8,105-135-224,80-112-1129</inkml:trace>
  <inkml:trace contextRef="#ctx0" brushRef="#br0" timeOffset="4163.079">9606 3724 29790,'-136'166'841,"-40"57"-353,-34 61-232,2 14-112,26-8-48,13 18-32,27-6-64,28-7-8,46-36-208,50-70-312,18-74-297,15-70-1199</inkml:trace>
  <inkml:trace contextRef="#ctx0" brushRef="#br0" timeOffset="4619.481">9582 5869 30246,'-160'282'529,"-22"57"-385,19-1-96,-3-1-48,10-4-40,29-37-216,46-81-25,50-79-31,27-73-352,4-63-1560</inkml:trace>
  <inkml:trace contextRef="#ctx0" brushRef="#br0" timeOffset="4620.481">9737 7281 29918,'-164'265'913,"-36"72"-265,18 12-192,25 0-272,43-17-184,39-50-296,38-87-544,24-83-1817</inkml:trace>
  <inkml:trace contextRef="#ctx0" brushRef="#br0" timeOffset="5815.069">3815 113 28894,'-476'338'1926,"-396"371"-1926,363-250 379,-132 181-379,512-494 4,76-69-56,53-76 48,0-1 0,1 1 0,-1 0 1,0 0-1,0 0 0,1 0 1,-1-1-1,0 1 0,1 0 0,-1 0 1,1-1-1,-1 1 0,1 0 1,0-1-1,-1 1 0,1 0 0,0-1 1,-1 1-1,1-1 0,0 1 0,0-1 1,-1 1-1,1-1 0,0 0 1,0 1-1,0-1 0,0 0 0,-1 0 1,1 0-1,0 0 0,0 1 0,0-1 1,0 0-1,0 0 0,0-1 1,-1 1-1,1 0 0,0 0 0,0 0 1,0-1-1,0 1 0,-1 0 1,1-1-1,0 1 0,0 0 0,0-1 1,-1 1-1,1-1 0,0 0 0,-1 1 1,1-1-1,0 1 0,-1-1 1,1 0-1,-1 0 0,1 1 0,-1-1 1,1-1 3,154-65-351,91-71 9,73-60-256,352-253-1460,635-389 318,-934 639 2508,-49 37 20,-67 45-99,20 14 422,-275 105-1098,0-1-1,1 0 0,-1 1 1,0-1-1,0 1 1,1 0-1,-1-1 1,0 1-1,1 0 0,-1 0 1,0-1-1,1 1 1,-1 1-1,0-1 0,1 0 1,-1 0-1,0 0 1,1 1-1,-1-1 0,0 0 1,1 1-1,-1-1 1,0 1-1,0 0 0,0-1 1,0 1-1,1 0 1,-1 0-1,0 0 0,0 0 1,-1 0-1,1 0 1,0 0-1,0 0 1,0 0-1,-1 0 0,1 1-12,-15 57 193,-83 89 11,-99 96 34,-84 79-31,-232 214 219,-23-22 1,-249 164-427,503-448 195,98-80 3,107-77-18,82-66-114,38-25-25,165-102-25,120-83-92,101-71-312,138-98-407,159-103-1082,286-114 1877,-689 431 4,-94 63 216,-93 52 86,-78 43-36,-59 0-261,1 1 0,0 0 0,-1 0 0,1 0 0,-1 0 0,1 0-1,-1 0 1,0 0 0,0 0 0,0 0 0,0 0 0,0 0 0,0 0 0,-1 0-1,1 0 1,-1 0 0,1 0 0,-1 0 0,0 0 0,0 0 0,1 0-1,-1-1 1,-1 1 0,1 0 0,0-1 0,0 1 0,-1-1 0,1 1 0,-1-1-1,0 1-8,-121 145 324,-121 106 169,-101 83-52,-1746 1504 550,1792-1585-931,178-148-31,116-95-2,47-30-3,194-116-12,150-95-72,123-71-269,1179-611-1082,-1165 676 1407,-46 46 300,-69 57 178,-96 63-66,-287 64-369,1 2 0,0 1 0,0 1 0,1 1 0,-1 1 0,16 3-39,-38-3 3,0-1 0,0 1 1,0 0-1,0 0 0,0 0 0,0 1 0,0-1 1,-1 1-1,1 0 0,0 0 0,-1 1 1,0-1-1,1 1 0,-1-1 0,0 1 0,-1 0 1,1 0-1,0 0 0,-1 1 0,1-1 1,-1 1-1,0-1 0,0 1 0,-1 0 0,1-1 1,-1 1-1,0 0 0,0 0 0,0 0 1,0 3-4,-1 4 0,0 1 1,-1-1 0,-1 0-1,0 1 1,0-1 0,-1 0 0,0 0-1,-1-1 1,-1 1 0,-4 8-1,-127 187 1,-88 55 7,-66 27 10,-269 223 125,-21-26 0,-46-7-143,431-343 60,122-93-16,166-118-40,208-148-14,154-120-68,118-87-300,46-31-96,-34 31 27,-38 48 157,-57 64 222,-79 81 122,-99 88 237,-112 83 26,-195 65-305,-1 1 0,1-1 0,0 1 0,-1 0 0,1 1 0,0-1 0,0 1 0,0 0 0,-1 0 0,1 0 0,0 1 0,0-1 0,0 1-1,-1 1 1,1-1 0,0 1 0,-1-1 0,5 3-12,-8 0 5,0 0 0,0-1-1,0 1 1,0 0 0,-1 0-1,1 0 1,-1 0 0,0 0-1,0 0 1,-1-1-1,1 1 1,-1 0 0,0 0-1,0 0 1,0-1 0,0 1-1,-1 0 1,1-1 0,-1 1-1,0-1 1,0 0 0,0 0-1,-1 0 1,1 0 0,-1 0-1,-1 1-4,-160 207 30,-110 83 18,-94 65 56,-683 538 447,509-447-363,348-272-150,153-106-21,41-71-23,1 0 0,-1 1 0,0-1 0,1 1 0,-1-1 0,1 0 0,-1 1 0,1-1 0,0 0 0,0 0 0,-1 1 0,1-1 0,0 0 0,0 0 0,0 0 0,0 0 0,0 0 0,1 0 0,-1 0 0,0-1 0,0 1 0,1 0 0,-1-1 0,0 1 0,1 0 0,-1-1 0,0 0 0,1 1 0,-1-1 0,1 0 0,-1 0 0,1 0 0,-1 0 0,0 0 0,1 0 1,-1 0-1,1 0 0,-1-1 0,1 1 0,-1 0 0,0-1 0,2 0 6,109-18-983</inkml:trace>
  <inkml:trace contextRef="#ctx0" brushRef="#br0" timeOffset="10870.802">943 6895 27638,'0'0'1942,"0"0"-1440,37-17-431,152-64 12,67-5 101,75-4 80,8 15 141,4 15-1,238-6-404,-115 34 144,-150 18-120,-2-15-1,-1-13 0,-2-13 1,7-17-24,-289 64-92,-3 2-163,0-2 0,-1 0-1,0-2 1,0-1 0,-1 0 0,-1-2 0,2-2 255,0-7-2831</inkml:trace>
  <inkml:trace contextRef="#ctx0" brushRef="#br0" timeOffset="11306.812">3267 5849 29822,'19'-12'658,"90"-44"-539,3 5 1,3 4-1,1 6 0,2 4 1,1 6-1,23 1-119,5 3 5,2 6 1,0 7-1,132 4-5,-279 9-4,1 1 1,-1-1-1,1 1 1,-1-1-1,1 1 0,0 0 1,-1-1-1,1 1 1,-1 1-1,1-1 0,-1 0 1,1 1-1,-1-1 1,1 1-1,-1 0 0,1 0 1,-1 0-1,0 0 1,1 0-1,-1 0 0,0 1 1,0-1-1,0 1 1,0-1-1,0 1 0,0 0 1,-1 0-1,1 0 1,0 0-1,-1 0 0,0 0 1,1 0-1,-1 1 1,0-1-1,0 0 0,0 1 1,-1-1-1,1 1 1,0-1-1,-1 1 1,0-1-1,1 1 0,-1 0 4,-1 4-4,1 1 0,-1 0 0,-1-1 0,1 1 0,-1-1 0,-1 0 0,1 1 0,-1-1 0,0 0 0,-1 0 0,0-1 0,0 1 0,0-1 0,-1 0 0,0 0 0,0 0 0,-1-1 0,-4 4 4,-283 254-2,27-45 39,-225 135-37,344-274-47,142-83-79,24-19-329,15-12-1123</inkml:trace>
  <inkml:trace contextRef="#ctx0" brushRef="#br0" timeOffset="13995.573">2570 6273 8626,'0'0'15111,"0"0"-11301,0 0-3059,-7-19-247,-19-59-113,19 49 95,16 27-85,-4 3-367,11 3 17,-1 1 1,0 1-1,0 1 0,0 0 0,-1 0 0,0 2 0,-1 0 0,0 0 0,11 11-51,10 5 37,207 156-20,-236-176-30,-1-1 0,1 1 0,-1 0 0,1 0-1,-1 0 1,-1 1 0,1-1 0,-1 1 0,0 0 0,0 0 0,-1 0 0,0 0 0,0 1 0,0-1 0,-1 1 0,0-1 0,0 1-1,0-1 1,-1 1 0,0 0 0,0-1 0,-1 1 0,0-1 0,0 1 0,-1-1 0,0 1 0,0-1 0,0 0 0,-1 0 0,1 0-1,-3 3 14,-13 11-10,-1-1 0,-1-1 0,-1 0 0,0-2 0,-1 0 0,0-2 0,-1 0 0,-1-2 0,0 0 0,-1-2 0,0-1 0,-6 1 10,-3 2 8,0-1 0,-2-1-1,1-2 1,-1-2-1,0-1 1,-32 0-8,67-5-4,-1-1 0,1 1 0,0-1 0,-1 1 0,1-1 0,-1 1 0,1-1 0,0 0 0,0 0 0,-1 1 0,1-1 0,0 0 0,0 0 0,0 0 0,0 0 0,0-1 0,0 1 0,0 0 0,0 0 0,1-1 0,-1 1 0,0 0 0,1-1 0,-1 1 0,1 0 0,-1-1 0,1 1 0,0-1 0,0 1 0,0-1 0,-1 1 0,1-1 0,1 1 0,-1-1 0,0 1 0,0-1 0,0 1 0,1-1 0,-1 1 0,1 0 0,-1-1 0,1 1 0,0 0 0,-1-1 0,1 1 0,0 0 0,0 0 0,0 0 0,0-1 0,0 1 0,0 0 0,0 0 0,0 1 0,1-1 0,-1 0 0,0 0 0,1 0 0,-1 1 0,0-1 0,1 1 0,0-1 4,25-25-103,2 1 0,1 2-1,0 0 1,2 2 0,23-10 103,-39 21-12,-7 4 7,20-13-2,1 1 1,0 1 0,1 2-1,1 1 1,0 1 0,1 2-1,28-6 7,-60 17 0,0-1 0,0 1 1,0 0-1,0-1 0,0 1 0,0 0 0,0 0 0,0-1 0,0 1 0,0 0 0,0 0 1,0 0-1,0 0 0,0 0 0,0 0 0,0 1 0,0-1 0,0 0 0,0 0 0,0 1 1,0-1-1,0 1 0,0-1 0,0 1 0,0-1 0,-1 1 0,1-1 0,0 1 0,0 0 1,0-1-1,-1 1 0,1 0 0,-1 0 0,1 0 0,0-1 0,-1 1 0,1 0 0,-1 0 1,0 0-1,1 0 0,-1 0 0,0 0 0,1 0 0,-1 0 0,0 0 0,0 0 0,0 0 1,0 0-1,0 0 0,0 0 0,0 0 0,-1 0 0,1 0 0,0 0 0,0 0 0,-1 0 0,1 0 1,-1 0-1,-30 55 16,-123 112 39,84-104-4403,44-43-12458</inkml:trace>
  <inkml:trace contextRef="#ctx0" brushRef="#br0" timeOffset="14393.788">2868 6975 26558,'0'0'0,"0"0"-7130</inkml:trace>
  <inkml:trace contextRef="#ctx0" brushRef="#br0" timeOffset="14394.788">2151 7628 27094,'-158'140'584,"-2"16"-520,46-27-64,20-27-1040,30-33-897,21-29-367</inkml:trace>
  <inkml:trace contextRef="#ctx0" brushRef="#br0" timeOffset="14764.882">2017 7536 27942,'-168'114'600,"-14"20"-208,35-11-192,26-27-144,33-25-24,25-21-32,15-9 8,-1 2-8,6 1 0,5-3-120,19-13-344,16-10-192,8-18-408,19 0-1161,0-22-12114</inkml:trace>
  <inkml:trace contextRef="#ctx0" brushRef="#br0" timeOffset="15141.142">4665 10270 24845,'0'-105'0,"0"-5"-4993</inkml:trace>
  <inkml:trace contextRef="#ctx0" brushRef="#br0" timeOffset="15523.962">6302 5632 22613,'0'0'5360,"-21"-3"-4049,7 2-1277,6-1-26,-1 0-1,0 1 1,0 0 0,1 1 0,-1 0 0,0 1-1,0-1 1,0 2 0,1-1 0,-1 1 0,1 0-1,-1 1 1,1 0 0,0 1 0,0-1 0,0 1-1,0 1 1,-6 5-8,-25 27 60,1 2 1,3 2-1,1 1 0,2 1 0,2 2 0,2 1 0,2 2 0,-14 36-60,37-77 9,-34 59 64,3 2 1,2 2 0,4 1-1,3 1 1,3 1 0,3 1-1,4 0 1,3 2 0,2 15-74,8-86 3,1-1 1,1 1 0,-1-1 0,1 1 0,0 0 0,0-1 0,0 1 0,0 0 0,1-1 0,0 1-1,0 0 1,0-1 0,1 0 0,-1 1 0,1-1 0,0 0 0,0 0 0,1 1 0,-1-2-1,1 1 1,0 0 0,0-1 0,0 1 0,0-1 0,1 0 0,0 0 0,-1 0 0,1 0 0,0-1-1,0 0 1,0 0 0,1 0 0,-1 0 0,0 0 0,1-1 0,-1 0 0,1 0 0,0 0-4,33 2 3,0-1 0,0-2 0,0-2 1,0-1-1,0-2 0,-1-2 0,0-1 1,0-2-1,-1-1 0,0-2 0,-1-2 1,0-1-1,-1-2 0,-1-1 0,-1-1 1,21-19-4,-31 21-10,-1-2 1,-1 0-1,-1-1 1,0-1-1,-2-1 1,-1-1-1,-1 0 0,0-1 1,-2-1-1,-1 0 1,-1 0-1,-2-1 1,0-1-1,-2 1 1,3-27 9,21-201-12,-30 248 14,0 1 0,-1 0 0,0-1 0,0 1-1,-1 0 1,1-1 0,-1 1 0,-1 0 0,1 0 0,-1 0 0,0 0 0,0 0 0,-1 0 0,0 0-1,0 1 1,0-1 0,-1 1 0,0 0 0,0 0 0,0 0 0,0 1 0,-1-1 0,0 1 0,0 0-1,0 0 1,0 1 0,0 0 0,-4-2-2,-2-1 5,0 1 0,0 0 0,0 1-1,0 0 1,-1 1 0,0 0 0,0 0-1,0 2 1,0-1 0,0 2 0,0-1 0,0 2-1,0-1 1,0 2 0,0 0 0,0 0-1,0 1 1,1 0 0,-7 4-5,-13 12-142,2 2-1,0 1 1,1 1 0,2 2 0,0 0-1,-13 19 143,-45 59-1756</inkml:trace>
  <inkml:trace contextRef="#ctx0" brushRef="#br0" timeOffset="16134.172">6410 7236 26886,'0'0'2408,"0"0"-1670,0 0-470,0 0-72,-6 24 159,-19 103 97,-16 476 291,41-589-744,-9 62-13,3 0 0,4 0 0,3 0 0,3 1 0,4-2 0,3 1-1,3-1 1,3-1 0,4-1 0,16 36 14,-35-104-130,1 1 0,0-1 0,0 0 0,0 0 1,0 0-1,1 0 0,0-1 0,0 1 0,0-1 0,1 0 0,-1 0 0,1 0 0,0-1 0,0 0 0,0 0 0,0 0 0,1-1 1,-1 1-1,4 0 130,18-1-1710</inkml:trace>
  <inkml:trace contextRef="#ctx0" brushRef="#br0" timeOffset="16553.489">6178 7344 29462,'0'0'704,"-176"154"-431,58 6-137,4 16-80,37-9-24,46-42-8,31-52-24,49-10-337,8-28-623,6-21-2584</inkml:trace>
  <inkml:trace contextRef="#ctx0" brushRef="#br0" timeOffset="16554.486">6936 7581 29830,'0'0'625,"0"0"-457,68 114-96,-48-56-72,-7 5 0,-13 24-120,0-16-529,-18-10-2479</inkml:trace>
  <inkml:trace contextRef="#ctx0" brushRef="#br0" timeOffset="16555.486">5763 9449 30110,'-76'160'601,"19"-10"-537,50-46-64,7-35-753,11-37-1063</inkml:trace>
  <inkml:trace contextRef="#ctx0" brushRef="#br0" timeOffset="16838.395">6855 9025 30935,'0'0'744,"107"158"-520,-8-4-152,24 17-72,-3-9-248,-37-53-808,-21-52-2177</inkml:trace>
  <inkml:trace contextRef="#ctx0" brushRef="#br0" timeOffset="22521.2">14478 5808 10802,'0'0'15522,"0"0"-11641,-18 23-3271,-56 103-297,53 62-24,18 1738 956,3-1889-1251,16 97-131,-14-132 104,0 0-1,0 0 1,-1 0 0,1 0-1,1 0 1,-1-1 0,0 1-1,0-1 1,1 0 0,-1 1 0,0-1-1,1 0 1,-1 0 0,1-1-1,0 1 1,-1 0 0,1-1-1,0 0 1,-1 0 0,1 1-1,0-2 1,-1 1 0,1 0-1,0 0 1,-1-1 0,1 0 0,-1 1-1,1-1 1,0 0 0,-1 0-1,0 0 1,1-1 0,-1 1-1,0 0 1,0-1 0,1 0-1,-1 1 1,0-1 0,-1 0-1,1 0 1,0 0 0,-1-1 0,1 1-1,-1 0 1,1 0 0,0-3 33,51-58-1502,-4-23-1353</inkml:trace>
  <inkml:trace contextRef="#ctx0" brushRef="#br0" timeOffset="22942.303">14568 5585 30118,'31'-10'517,"125"-34"-197,61 15-138,1158-26-16,-1126 51-165,829-17-104,-1009 18 2,-1-3-1,1-3 0,-1-3 1,36-12 101,-100 23-4,1 1 1,-1-1 0,1 0 0,-1-1 0,1 1 0,-1-1 0,0 0-1,0 0 1,0 0 0,0-1 0,0 0 0,-1 1 0,1-1 0,-1 0-1,1-1 1,-1 1 0,0 0 0,-1-1 0,1 0 0,-1 0-1,1 0 1,-1 0 0,0 0 0,0 0 0,-1-1 3,-1 4 4,0 1 1,0-1 0,0 0-1,-1 0 1,1 0-1,0 0 1,-1 1-1,1-1 1,-1 0-1,1 0 1,-1 1 0,1-1-1,-1 0 1,1 1-1,-1-1 1,0 0-1,1 1 1,-1-1-1,0 1 1,0-1 0,1 1-1,-1-1 1,0 1-1,0 0 1,0-1-1,0 1 1,1 0-1,-1 0 1,0 0 0,0 0-1,0 0 1,0-1-1,0 2 1,0-1-1,1 0 1,-1 0-1,0 0 1,0 0 0,0 0-1,0 1 1,0-1-1,1 0 1,-1 1-1,0-1 1,0 1-1,0-1 1,1 1 0,-1-1-1,0 1 1,1-1-1,-1 1 1,1 0-1,-1-1 1,0 1-1,1 0 1,-1 0 0,1-1-1,0 1 1,-1 0-1,1 0-4,-13 15 35,1 0 0,1 0 0,0 1 0,1 1-1,1 0 1,1 0 0,1 1 0,0 0 0,1 0-1,1 3-34,-55 195 243,-16 173 631,-15 277-874,67-462 70,-26 227-606,20 2 0,19 119 536,14-476-1586,-1-37-1098</inkml:trace>
  <inkml:trace contextRef="#ctx0" brushRef="#br0" timeOffset="23223.993">14717 8538 31855,'0'0'608,"158"69"-432,33-49-112,45-20-32,28-16-8,-4-41-16,-8-14-8,7-18 0,-7-14-152,-9-23-336,-65 25-568,-44 3-881</inkml:trace>
  <inkml:trace contextRef="#ctx0" brushRef="#br0" timeOffset="23640.487">17212 3636 29590,'0'0'905,"-204"108"-449,9 56-216,-40 49-120,-8 45-72,15 9-8,39-27-16,23-15-24,30-33-40,39-54-336,34-32-561,30-43-679,22-37-1497</inkml:trace>
  <inkml:trace contextRef="#ctx0" brushRef="#br0" timeOffset="23973.844">17131 3715 26806,'0'0'4169,"221"-8"-3761,-15 31-272,55 5-56,28 4-64,14-11 8,-1-11-24,16-2-16,4-8-168,-6-8-464,-84-12-1393,-48-5-17467</inkml:trace>
  <inkml:trace contextRef="#ctx0" brushRef="#br0" timeOffset="23974.844">20717 3594 30070,'-165'77'1385,"-61"42"-1225,-26 31-160,-39 25-16,-29 30-56,-7 28 72,-2 14 32,14 3 0,28-9-32,39-28-80,55-34-272,70-58-761,44-48-1383</inkml:trace>
  <inkml:trace contextRef="#ctx0" brushRef="#br0" timeOffset="23975.844">19952 3776 31263,'10'120'592,"-5"48"-528,-5 47-64,0 25-8,0-15 8,0 6 176,0 0-56,11-10-120,0-6-72,-5-53-408,-6-32-1225</inkml:trace>
  <inkml:trace contextRef="#ctx0" brushRef="#br0" timeOffset="24179.389">18176 8244 31687,'0'0'512,"-6"-229"-344,117-6-168,62-55-16,73-19 8,41 19 8,7 39 32,15 14-32,-18 22-416,-82 58-920,-60 36-15004</inkml:trace>
  <inkml:trace contextRef="#ctx0" brushRef="#br0" timeOffset="33368.581">18803 5429 29974,'0'0'599,"0"0"-281,0 0-108,0 0 133,0 0 5,7-9-108,-3 2-220,1 1 0,0 0 0,0 0 0,0 1 0,1 0 0,0 0 0,0 0 0,1 1 0,-1-1 0,1 2 0,0-1 0,0 1 0,6-3-20,672-211 462,-316 90-459,-5-17 0,-8-15 1,-6-16-1,117-90-3,-337 186 0,-4-4 0,-3-7 0,-5-4 0,-3-6 0,-6-4 0,-3-5 0,-6-5 0,-5-4 0,-5-4 0,35-68 0,-84 123 0,-4-2 0,-2-2 0,-4 0 0,-2-2 0,-4-2 0,-3 0 0,-4-1 0,-3-1 0,-3-1 0,1-65 0,-13 85 0,0 57-6,0 1 1,0-1-1,0 0 0,0 1 0,0-1 1,0 1-1,-1-1 0,1 1 0,0-1 1,0 1-1,0-1 0,-1 1 0,1-1 1,0 1-1,0 0 0,-1-1 0,1 1 1,0-1-1,-1 1 0,1 0 0,-1-1 1,1 1-1,0 0 0,-1-1 1,1 1-1,-1 0 0,1 0 0,-1-1 1,1 1-1,-1 0 0,1 0 0,-1 0 1,1 0-1,-1-1 0,1 1 0,-1 0 1,1 0-1,-1 0 0,1 0 0,-1 1 1,0-1-1,1 0 0,-1 0 0,1 0 1,-1 0-1,1 0 0,-1 1 0,1-1 1,-1 0-1,1 0 0,0 1 1,-1-1-1,1 0 0,-1 1 0,1-1 1,0 0-1,-1 1 0,1-1 0,0 1 1,-1-1-1,1 1 0,0-1 0,-1 1 6,-32 27-647,31-26 581,-45 49-4612,-3 4-12934</inkml:trace>
  <inkml:trace contextRef="#ctx0" brushRef="#br0" timeOffset="33770.101">18354 5798 22557,'0'0'6607,"0"0"-4890,15-20-1410,-5 5-265,2 1 0,-1 0 0,2 0 0,0 2 0,1-1 0,0 2 0,0 0 0,1 1 0,1 0-1,0 1 1,16-7-42,185-66 202,4 8-1,3 11 1,2 9-1,62 1-201,169-15 91,2 21-1,395 12-90,-766 31 1,-1 5-1,1 3 0,-1 4 0,0 4 1,-1 3-1,-1 5 0,0 3 1,-2 4-1,13 8 0,191 156 16,-259-176-210,-15-13-3269,-12-2-6547</inkml:trace>
  <inkml:trace contextRef="#ctx0" brushRef="#br0" timeOffset="34317.875">18141 5932 30022,'0'0'770,"0"0"-467,38-8-191,393-67 330,-178 42-258,2 12 1,0 10-1,111 16-184,-211 12-14,-1 7 0,-2 7 0,-1 7 0,-2 6 0,-2 6 0,-2 7 0,-3 6 0,-3 6 0,26 23 14,-29-10-2224,-107-64-1182</inkml:trace>
  <inkml:trace contextRef="#ctx0" brushRef="#br0" timeOffset="35573.769">18115 4330 22373,'-36'7'5392,"-139"42"-3975,-22 74-1138,86-36-131,5 5 0,3 4 1,5 5-1,4 4 0,5 4 0,5 4 0,5 3 1,-29 62-149,80-130 93,2 1 1,2 1 0,3 1 0,2 1 0,2 1-1,2 1 1,3 0 0,2 0 0,-2 50-94,11-99 7,0 0-1,1 0 1,0 0 0,0 0 0,0 1 0,1-1-1,0 0 1,0 0 0,0 0 0,0 0-1,1 0 1,0 0 0,0 0 0,0-1 0,1 1-1,-1-1 1,1 1 0,0-1 0,0 0 0,1 0-1,-1 0 1,1-1 0,0 1 0,0-1 0,0 0-1,0 0 1,1 0 0,-1-1 0,1 0 0,0 1-1,4 0-6,12 1 9,-1 0 0,1-2 0,0 0 0,0-1 0,0-2 0,-1 0-1,1-1 1,0-1 0,-1 0 0,1-2 0,-1-1 0,0 0-1,-1-2 1,0 0 0,0-1 0,0-1 0,-1 0 0,-1-2-1,1 0-8,90-56 13,-3-5-1,-3-4 1,-4-5-1,-3-4 1,-4-3-1,71-94-12,-127 146-6,-1-1 0,-3-2 0,-1-2 0,-2 0 0,-2-2 1,-2 0-1,-1-2 0,-3-1 0,-2-1 0,-2 0 0,-2-2 6,-11 41-8,-1 0 1,0-1 0,-1 1-1,0-1 1,0 1 0,-1-1-1,0 1 1,-1-1 0,0 1-1,-1 0 1,0-1 0,0 1-1,-1 0 1,0 0 0,0 0-1,-1 0 1,0 1 0,-1 0-1,0 0 1,0 0 0,-1 0-1,0 1 1,0 0 0,-8-7 7,-4 4-3,-1 1 1,0 0-1,0 2 1,-1 0-1,0 1 1,0 1-1,0 0 1,-1 2-1,0 1 1,0 0 0,0 1-1,0 2 1,1 0-1,-9 2 3,-31 1 15,-1 2 0,1 3 0,1 2 1,0 4-1,0 1 0,-36 18-15,-68 30 66,3 8 0,3 6 0,4 7 0,-12 17-66,151-93 10,5-4 2,0 1 1,0-1-1,1 2 1,-1-1-1,1 1 0,1 0 1,-1 1-1,1 0 0,0 0 1,1 0-1,0 1 1,-4 8-13,10-15 0,0 0 1,-1 0-1,1 0 1,0 0 0,0 0-1,1 1 1,-1-1 0,0 0-1,1 0 1,-1 0 0,1 0-1,0 0 1,0 0-1,-1 0 1,1-1 0,0 1-1,1 0 1,-1 0 0,0-1-1,0 1 1,1 0 0,-1-1-1,1 0 1,0 1-1,-1-1 1,1 0 0,0 0-1,0 0 1,-1 0 0,1 0-1,0 0 1,0 0 0,0-1-1,0 1 1,0-1-1,0 1 1,1-1 0,-1 0-1,0 0 1,0 0 0,0 0-1,0 0 1,0 0 0,1-1-1,131 9-27,82-27-29,-62-14-213,-2-7 1,-1-6 0,-3-7-1,84-45 269,-34 4-1147,-48 9-689</inkml:trace>
  <inkml:trace contextRef="#ctx0" brushRef="#br0" timeOffset="39456.99">11524 11386 24221,'0'0'5089,"-26"-8"-3695,11 2-1358,0 1 1,0 0-1,-1 2 1,0-1-1,0 2 0,0 0 1,0 1-1,0 1 1,0 0-1,0 1 1,0 1-1,0 1 0,0 0 1,1 1-1,-1 0 1,0 2-37,-76 39 165,2 4 0,2 4 0,3 4 0,2 4 0,-73 69-165,35-30 86,5 5-1,4 5 0,5 5 1,-61 90-86,61-24 52,102-171-56,1 1-1,0 0 1,1-1-1,0 1 1,1 0-1,0 1 1,1-1-1,0 0 1,1 0-1,0 1 1,0-1-1,1 0 1,1 0-1,0 0 1,1 0-1,0 0 1,1 2 4,12 12-47,0-1 1,2-1 0,1-1 0,1 0 0,0-1-1,2-2 1,0 0 0,1-1 0,1-1 0,1-1-1,0-2 1,1 0 0,0-2 0,1-1-1,1-1 1,0-1 0,10 1 46,-34-9-4,-1 0-1,1 0 1,-1 0 0,0 0-1,1 0 1,-1 1 0,0-1-1,0 1 1,0 0 0,0 0-1,0 0 1,0 0 0,0 1-1,-1-1 1,1 1 0,-1-1-1,0 1 1,0 0 0,0 0-1,0 0 1,0 0 0,-1 1-1,1-1 1,-1 0 0,0 1-1,0-1 1,0 1 0,0-1-1,-1 1 1,1-1 0,-1 1-1,0-1 1,0 1 0,-1-1-1,1 1 1,-1 3 4,-35 131 5,26-91-4,1 1-1,3 0 0,2 0 1,2 42-1,2-41 1,2 0 0,3 0 0,2-1 0,2 1-1,1-2 1,4 1 0,5 12-1,90 214 43,52 164 42,-110-191-28,-11 2 0,-11 2 0,-11 0-1,-11 1 1,-11 9-57,15 313 154,7-359-110,-8-187-46,3-35-19,14-57-67,65-251-1277,-51 135-1064</inkml:trace>
  <inkml:trace contextRef="#ctx0" brushRef="#br0" timeOffset="39864.025">12199 12081 30583,'-18'26'114,"-36"47"100,4 3 0,3 2 0,3 1 0,4 3 0,3 1 0,4 2 0,-19 79-214,45-127 55,2 2-1,1-1 1,1 0 0,3 1-1,1 6-54,-2-41-3,1 0 0,-1 0 0,1 0 0,0 0 0,-1 0 0,2 0 0,-1 0 0,0 0 0,1 0-1,0 0 1,0 0 0,0 0 0,0 0 0,1-1 0,-1 1 0,1-1 0,0 1 0,0-1 0,1 1 0,-1-1 0,1 0 0,-1 0-1,1 0 1,0 0 0,0-1 0,0 1 0,0-1 0,1 0 0,-1 0 0,1 0 0,-1 0 0,1-1 0,0 1 0,0-1-1,-1 0 1,1 0 0,0 0 0,0-1 0,0 1 0,0-1 0,0 0 0,0 0 3,14-4-28,-1-1 0,1 0 0,-1-1-1,-1-1 1,1-1 0,-1 0 0,0-1 0,-1-1 0,0 0 0,-1-1 0,0-1-1,4-5 30,89-83-115,-4-6 1,-5-3 0,-5-5 0,-5-4 0,55-99 113,-108 165-32,7-16 22,3 2 0,3 2 1,3 2-1,2 2 0,3 2 0,2 3 1,2 3-1,3 2 0,54-31 10,-102 72 23,1 1-1,0 1 1,0 0-1,1 1 1,0 1-1,0 0 1,0 1-1,1 1 1,1 1-23,-16 1 6,0 1 1,0 0 0,1 0-1,-1 0 1,0 1 0,0-1-1,1 1 1,-1 0 0,0-1-1,0 2 1,0-1 0,0 0-1,0 0 1,0 1 0,0 0-1,-1 0 1,1-1 0,0 1-1,-1 1 1,0-1 0,1 0-1,-1 1 1,0-1 0,0 1-1,0 0 1,-1-1 0,1 1-1,-1 0 1,1 0 0,-1 0-1,0 0 1,0 0 0,-1 0-1,1 2-6,7 25 50,-2 0-1,-1 0 0,-1 1 0,-2-1 0,-1 1 0,-1 0 0,-4 17-49,3-18 43,-45 398 429,24-279-391,6 2 1,6 34-82,8-154 0,2 0 0,1 0 0,1 0 0,2-1 0,1 1 0,1-1 0,2 0 0,1-1 0,1 0 0,2 0 0,0-1 0,4 2 0,-11-22 0,0-1 0,1 0 0,0 0 0,0 0 0,1 0 0,0-1 0,0-1 0,0 1 0,1-1 0,-1 0 0,1-1 0,1 1 0,-1-2 0,0 1 0,1-1 0,0-1 0,0 1 0,0-1 0,0-1 0,0 0 0,0 0 0,0-1 0,0 0 0,1 0 0,-1-1 0,0-1 0,0 1 0,9-4 0,-13 1-59,0 0 0,0 0 1,-1-1-1,1 1 0,-1-1 0,0 0 1,0-1-1,-1 1 0,1-1 0,-1 1 1,0-1-1,-1 0 0,1 0 0,-1 0 0,-1-1 1,1 1-1,-1 0 0,0-1 0,0 1 1,-1-1-1,0 1 0,0-1 0,0 1 1,-1-1-1,0 1 0,-1 0 0,-1-5 59,3 2-239,-5-62-2208</inkml:trace>
  <inkml:trace contextRef="#ctx0" brushRef="#br0" timeOffset="40228.199">12271 12458 29390,'0'0'1985,"11"136"-1825,26-59-80,14-22-64,12 0 0,12-4 16,8-17-32,7-24-312,39-36-464,-21-23-713,-18-12-2352</inkml:trace>
  <inkml:trace contextRef="#ctx0" brushRef="#br0" timeOffset="40229.199">12582 12377 28958,'-153'138'1096,"-12"22"-359,38-18-425,35-10-208,48-12-8,44-23-96,31-30-144,22-36-1241</inkml:trace>
  <inkml:trace contextRef="#ctx0" brushRef="#br0" timeOffset="40491.876">14294 11592 31183,'0'0'560,"0"0"-480,18 126-80,-9-57-160,19 37-56,-4-13-584,2-12-2249</inkml:trace>
  <inkml:trace contextRef="#ctx0" brushRef="#br0" timeOffset="40492.876">14281 13026 30999,'0'0'664,"0"0"-240,0 0-168,92-190-144,48 36 32,31-27-144,11-10-48,-6 5-464,-27 9-216,-40 42-1001,-21 17-3088</inkml:trace>
  <inkml:trace contextRef="#ctx0" brushRef="#br0" timeOffset="40746.217">15500 11402 30479,'-132'103'688,"7"1"-280,40-25-280,6 12-24,15 11-24,12-1-80,25-4-160,25-40-488,7-45-1649</inkml:trace>
  <inkml:trace contextRef="#ctx0" brushRef="#br0" timeOffset="40747.217">15980 11552 7746,'0'0'21428,"0"0"-20388,166-12-351,-111 12-353,-22 4-176,-18 20-160,-23 33-40,-25-4-696,-9-1-1657</inkml:trace>
  <inkml:trace contextRef="#ctx0" brushRef="#br0" timeOffset="41217.768">15519 12055 29878,'0'0'714,"0"0"-305,0 0-161,0 0-52,26 19-57,143 99-102,-166-116-59,0-1 0,-1 1 0,1 0 0,0 0 0,-1 0-1,1 1 1,-1-1 0,0 0 0,0 1 0,0 0-1,0-1 1,0 1 0,0 0 0,-1 0 0,1 0-1,-1 0 1,0 0 0,0 0 0,0 1 0,-1-1 0,1 0-1,-1 0 1,1 1 0,-1-1 0,0 0 0,0 1-1,-1-1 1,1 0 0,-1 0 0,1 1 0,-1-1 0,0 0-1,0 0 1,-1 0 0,1 0 0,-1 0 0,1 0-1,-2 1 23,-82 101-651,80-100 622,-54 50 125,-1-2 0,-3-4 0,-58 35-96,87-56 590,39-23-479,402-26 89,-405 22-203,0-1 0,0 1 0,0 0 0,0 0 0,0 0 0,0 0 0,0 1 0,0-1 0,-1 1 1,1-1-1,0 1 0,-1-1 0,0 1 0,1 0 0,-1 0 0,0-1 0,0 1 0,0 0 0,0 0 0,0 0 1,0 0-1,0 1 0,-1-1 0,1 0 0,-1 0 0,0 0 0,1 1 0,-1-1 0,0 0 0,0 0 0,-1 0 1,1 1-1,0-1 0,-1 0 0,1 0 0,-1 0 0,0 0 0,0 0 0,0 0 0,0 0 0,0 0 0,0 0 1,0 0-1,-1 0 0,1-1 0,-1 1 0,1 0 0,-1-1 0,1 1 0,-1-1 0,0 0 0,0 0 0,0 0 1,0 1-1,0-1 3,-197 204 426,195-201-397,1 0-1,0 1 0,0 0 0,1-1 1,-1 1-1,1 0 0,0 0 0,0 0 1,1 1-1,-1-1 0,1 0 1,1 1-1,-1-1 0,1 0 0,-1 1 1,2-1-1,-1 1 0,1-1 0,-1 0 1,1 1-1,1-1 0,-1 0 0,1 0 1,0 1-1,0-2 0,0 1 0,1 0 1,0 0-1,0-1 0,0 1 0,1-1 1,-1 0-1,1 0 0,0 0 0,0-1 1,0 1-1,5 2-28,26 14-34,2-1-1,0-2 1,0-1-1,2-2 1,7 0 34,109 45-2746,-97-28-2218</inkml:trace>
  <inkml:trace contextRef="#ctx0" brushRef="#br0" timeOffset="41625.983">13422 15069 29110,'0'0'1000,"0"0"-479,72 136-57,-17 22-40,2 34-72,-13 13-48,-16-4-96,-17-27-104,-6-11-104,-5-36-16,0-41-392,0-32-136,-16-21-504,-6-7-569,-8-12-1015</inkml:trace>
  <inkml:trace contextRef="#ctx0" brushRef="#br0" timeOffset="42077.474">12891 16500 23037,'-93'-22'1222,"-30"-3"67,2-7-1,1-4 1,-79-38-1289,194 74 76,0-2 0,-1 1 0,1-1 1,0 1-1,1-1 0,-1-1 0,0 1 1,1-1-1,-1 1 0,1-1 0,0-1 1,0 1-1,0-1 0,0 1 0,0-1 1,1 0-1,0 0 0,0-1 0,0 1 1,0-1-1,1 1 0,0-1 0,0 0 1,0 0-1,0 0 0,1 0 0,0 0 1,0-1-1,0 1 0,1 0 0,-1 0 1,1-1-1,1 1 0,-1 0 0,1-3-76,6 0 44,1 1 0,0-1 0,0 1 0,1 1-1,0 0 1,0 0 0,0 1 0,1 0 0,-1 0 0,1 1-1,0 0 1,1 1 0,-1 0 0,1 1 0,4 0-44,53-14 140,0 4 0,1 2 1,1 4-1,50 2-140,-114 3 4,-1 0 0,0 0-1,0 0 1,0 1 0,1 0-1,-1 0 1,0 1 0,0-1-1,0 1 1,0 0 0,1 0-1,-1 1 1,-1 0 0,1 0-1,0 0 1,0 0 0,-1 1-1,1 0 1,-1-1 0,0 2-1,0-1 1,0 0 0,0 1-1,0 0 1,-1 0 0,0 0-1,0 0 1,0 1 0,0-1 0,-1 1-1,1-1 1,-1 1 0,0 3-4,1 7-4,0 0 0,-1 0 0,-1 1 0,-1-1 1,0 0-1,-1 1 0,-1-1 0,0 0 1,-1 0-1,-1 0 0,0 0 0,-1 0 1,-1-1-1,0 0 0,-4 8 4,-129 193-114,-89 28 67,209-221 56,24-17-33,53-31-102,85-62-93,346-229-1374,94-59-3508,-193 135 5646,-313 193 2663,-107 68-559,-35 26-2345,55-39-290,0 1-1,0 0 1,1 1-1,1 0 1,-1 1-1,2 0 1,-1 0-1,1 1 1,1 0-1,0 0 1,0 0-1,1 1 1,1-1-1,-1 5-13,5-14-13,0 1 0,1-1 0,-1 0 0,1 1 0,-1-1 0,1 0 0,0 1 0,0-1 0,0 0 0,0 0 0,0 0 0,1 0 0,-1 0 0,1 0 0,-1 0 0,1 0 0,0-1 0,-1 1 0,1-1 0,0 1 0,0-1 0,0 1 0,0-1 0,1 0 0,-1 0 0,0 0 0,0-1 0,1 1 0,-1 0 0,0-1 0,1 1 0,-1-1 0,1 0 0,-1 0 0,0 0 0,1 0 0,-1 0 0,1-1 0,-1 1 0,0-1 0,2 0 13,9 2-89,76 3-1062,3-4-1699</inkml:trace>
  <inkml:trace contextRef="#ctx0" brushRef="#br0" timeOffset="42428.564">14706 15274 30831,'0'0'618,"0"0"-391,0 0-172,16 22-38,-3-6-18,-2-5-3,-2 1 0,0 0 0,0 0 0,-1 1 0,-1 0 0,0 1 0,-1 0 0,0 0 0,-1 0 0,-1 1 0,3 14 4,-4 11-147,-2 1 0,-2-1 0,-1 1 0,-2-1 1,-2 0-1,-2 0 0,-1 0 0,-3-1 0,-1-1 0,-16 34 147,18-42-26,1 1-1,1 0 0,1 0 0,2 0 0,2 1 0,0 0 0,2 28 27,2 4-410,3-28 531,-3 1 0,-1-1-1,-1 1 1,-2-1-1,-2 0 1,-1 0 0,-2 0-1,-6 12-120,-108 209 1886,122-255-1878,0-1 0,0 1 1,0-1-1,1 1 0,-1-1 0,0 1 1,1-1-1,0 1 0,-1 0 1,1-1-1,0 1 0,0-1 0,0 1 1,0 0-1,0-1 0,0 1 0,0 0 1,0-1-1,1 1 0,-1 0 0,1-1 1,-1 1-1,1-1 0,0 1 0,-1-1 1,1 1-1,0-1 0,0 0 0,0 1 1,1 0-9,56-19 31,-28-5-31,-2-2 0,-1-1 0,0-1 1,-2-2-1,8-12 0,130-163-1033,-9-8 0,-10-6 0,99-200 1033,-168 269-3622</inkml:trace>
  <inkml:trace contextRef="#ctx0" brushRef="#br0" timeOffset="42746.709">16052 14669 29614,'0'0'1001,"0"0"-673,0 0-232,-92 104-64,20-15-32,-25 39 0,-25 44-584,14-24-1161,18-24-12234</inkml:trace>
  <inkml:trace contextRef="#ctx0" brushRef="#br0" timeOffset="42747.708">16140 14915 29238,'0'0'1649,"0"0"-929,144-51-328,-102 49-200,-16 2-152,-15 24-40,-8 21-96,-3 44-272,-11-8-872,-7-6-1513</inkml:trace>
  <inkml:trace contextRef="#ctx0" brushRef="#br0" timeOffset="42999.611">15791 15738 29726,'0'0'1433,"0"0"-1013,-8 19-440,-26 61-15,34-78 33,-1-1-1,0 1 1,1-1-1,-1 1 0,1 0 1,0-1-1,0 1 1,-1 0-1,1-1 1,0 1-1,1 0 1,-1 0-1,0-1 1,0 1-1,1 0 1,-1-1-1,1 1 1,-1-1-1,1 1 1,0-1-1,-1 1 1,1-1-1,0 1 1,0-1-1,0 1 1,0-1-1,0 0 0,1 0 1,-1 0-1,0 1 1,1-1-1,-1 0 1,0-1-1,1 1 1,-1 0-1,1 0 1,0-1-1,-1 1 1,2 0 2,4 2-43,202 66-1403,-207-68 1413,1 1-1,-1-1 1,1 1 0,-1 0-1,1 0 1,-1 0 0,0 0-1,0 1 1,0-1 0,-1 0 0,1 1-1,0 0 1,-1-1 0,0 1-1,1 0 1,-1 0 0,0-1-1,0 1 1,-1 0 0,1 0-1,-1 0 1,1 0 0,-1 0-1,0 0 1,0 0 0,0 0-1,-1 0 1,1 0 0,-1 0-1,0 0 1,0 3 33,-37 84-2689,1-28-3955,2-6 260</inkml:trace>
  <inkml:trace contextRef="#ctx0" brushRef="#br0" timeOffset="43260.235">15754 16383 25349,'0'0'3025,"0"0"-1415,-24 17-889,-76 55-277,93-67-407,4-4-22,1 0 0,-1 0 0,1 0 1,0 0-1,-1 0 0,1 0 0,0 1 0,0-1 1,0 1-1,0 0 0,0-1 0,1 1 0,-1 0 1,0 0-1,1 0 0,-1 0 0,1 1 0,0-1 1,0 0-1,0 1 0,0-1 0,0 0 0,0 1 1,1-1-1,-1 1 0,1-1 0,-1 2-15,36 11-105,-4-10 56,-14-5 71,0 1 0,0 1 0,0 1 0,-1 0 1,1 2-1,-1-1 0,0 2 0,0 0 1,0 1-1,-1 1 0,0 0 0,-1 1 1,0 0-1,0 2 0,-1-1 0,0 2 1,-1-1-1,0 2 0,2 3-22,-6-1 36,0 1 0,-1 0 0,0 0 0,-2 1 0,0 0 0,-1 0 0,0 0-1,-2 1 1,0-1 0,0 0 0,-2 1 0,0 0 0,-2-1 0,-2 15-36,1-18-637,0-34-1076,-1-14-1554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A81C4-7BC2-478C-94FF-43A34F8A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D1614E-27E7-4888-9F16-78EA4E646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AD7AC0-DDFF-4264-8710-02B01B353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EDB64C-F9D3-45E0-B8F5-00FFF790D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078EE5-6EA2-4C94-B28F-9FC826CD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93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EEBED-D405-4EDB-8608-91C2A315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9D0A6-195E-42AE-BDAA-C9F8BDF7F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5214C-BEB6-43B3-B526-A9D38E50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1C3BB6-B3C7-41B4-9CCB-BE6FB4CA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EA0826-EE1F-477D-91FA-2D704FA13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56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E8CC1-558C-4EC7-9A05-07EBC917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1EC50E-220B-4B56-B66F-10C8D4D86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4C7EF2-D250-4A51-8598-C02B5FF5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55850E-25A2-4A24-84BF-379EB420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34349D-AFB3-44A1-B9E6-3775F8A9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948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63D58-A6B9-46D5-92F5-3A2864A6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EB6203-74D5-426D-AFC8-57B015BD2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9B3E1D-22D3-4803-85E7-87F032B9F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F80C57-9545-406D-BEC0-4091EF80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4EDF4E-E90D-473B-84D6-E882DA50A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C82007-3D9F-41A6-923C-6A1A3242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33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B84F6-8E4D-43F5-AC71-AD059D5CF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E9F96F-9BF4-4D3B-8C1C-9B786C481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E4DF3F-7099-468A-9EFE-F48EF4BFF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57741C-E945-4A29-AAFD-6199426EC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8472A2-A7B6-40B7-8B10-CD2B8A19D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AA2AE5-CDD1-43A6-B723-323F9334B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D20DF4-EE98-438B-AF6A-F584A0D5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ED3183-DB2F-48CB-82B4-B1E95DD1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9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AB3A6-74A2-4F65-9E3B-34E5ED43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601926-609F-4B77-8279-0113D976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51856-6FC5-431B-9005-85B356DA8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9E1992-0F5E-402D-93E6-BD46A521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59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ECB83C-68CE-4E0F-993C-7E1FFFEB0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72D7432-060C-4956-B54E-FF60298A1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BC2B0-EBA2-4A70-AB5C-BF873CCC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07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03F32-4542-4F1E-8926-808E8D364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3C6F5F-4093-4F27-BE11-DC2476024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6962A6-B815-481C-82CE-41E2E5B5D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3F127B-9C33-49A7-90A1-97CB42BF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8D9224-379D-41FF-92F3-D73A5B67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F379B7-6BA0-4CA5-B84F-4CEBB0F1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44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95FDF-1036-44C3-B19A-11AA2FE5E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80B51D-7509-4DB7-9080-F7EFF2E56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E73C4E-AD3B-491B-A698-BD7F2DC1D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CE6F4E-679B-4AB2-90A8-E6632DC6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812713-3644-4D85-AC2E-DE25DF25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145622-5B01-4D65-A9C4-E84B7D2B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30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799BC-9A25-4169-9D60-E77F4D84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5CD718-BCCB-4A52-988D-C5D422678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2C39AD-787F-4CA1-8E72-603232F9C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401F95-B15C-458C-9F04-C5E172EB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350BE5-267E-4E66-95E6-6CE92FC2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062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1F8A63-70FC-4192-9342-F986F40FE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830170-A43E-49F1-B811-71B8EFDFA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E2B3D-EE8C-45CE-B621-D181DDE44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9C160E-607A-45BA-89C3-6671AB28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8C0789-E3B1-4AB4-BE55-17CC6929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722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46AEA8-8F8C-4FE6-BB31-B26B9815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F7A705-6473-47FF-880B-DE3E060C2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8D4359-0E77-4F7E-8516-B3843C1A0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79A51-2F0F-4AFD-88FF-35E055C66548}" type="datetimeFigureOut">
              <a:rPr lang="zh-CN" altLang="en-US" smtClean="0"/>
              <a:t>2025/6/12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F17A7-AC1F-4225-919B-8833BE54B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2FDD69-2F6F-4FD1-B704-B7E8F10D5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F90A9-BFB8-4E50-B083-30F401AE7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94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7.png"/><Relationship Id="rId18" Type="http://schemas.openxmlformats.org/officeDocument/2006/relationships/customXml" Target="../ink/ink10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7.xml"/><Relationship Id="rId17" Type="http://schemas.openxmlformats.org/officeDocument/2006/relationships/image" Target="../media/image9.png"/><Relationship Id="rId2" Type="http://schemas.openxmlformats.org/officeDocument/2006/relationships/customXml" Target="../ink/ink2.xml"/><Relationship Id="rId16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6.xml"/><Relationship Id="rId19" Type="http://schemas.openxmlformats.org/officeDocument/2006/relationships/image" Target="../media/image10.png"/><Relationship Id="rId4" Type="http://schemas.openxmlformats.org/officeDocument/2006/relationships/customXml" Target="../ink/ink3.xml"/><Relationship Id="rId9" Type="http://schemas.openxmlformats.org/officeDocument/2006/relationships/image" Target="../media/image5.png"/><Relationship Id="rId14" Type="http://schemas.openxmlformats.org/officeDocument/2006/relationships/customXml" Target="../ink/ink8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19.xml"/><Relationship Id="rId26" Type="http://schemas.openxmlformats.org/officeDocument/2006/relationships/customXml" Target="../ink/ink23.xml"/><Relationship Id="rId21" Type="http://schemas.openxmlformats.org/officeDocument/2006/relationships/image" Target="../media/image20.png"/><Relationship Id="rId34" Type="http://schemas.openxmlformats.org/officeDocument/2006/relationships/customXml" Target="../ink/ink27.xml"/><Relationship Id="rId7" Type="http://schemas.openxmlformats.org/officeDocument/2006/relationships/image" Target="../media/image13.png"/><Relationship Id="rId12" Type="http://schemas.openxmlformats.org/officeDocument/2006/relationships/customXml" Target="../ink/ink16.xml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33" Type="http://schemas.openxmlformats.org/officeDocument/2006/relationships/image" Target="../media/image26.png"/><Relationship Id="rId2" Type="http://schemas.openxmlformats.org/officeDocument/2006/relationships/customXml" Target="../ink/ink11.xml"/><Relationship Id="rId16" Type="http://schemas.openxmlformats.org/officeDocument/2006/relationships/customXml" Target="../ink/ink18.xml"/><Relationship Id="rId20" Type="http://schemas.openxmlformats.org/officeDocument/2006/relationships/customXml" Target="../ink/ink20.xml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15.png"/><Relationship Id="rId24" Type="http://schemas.openxmlformats.org/officeDocument/2006/relationships/customXml" Target="../ink/ink22.xml"/><Relationship Id="rId32" Type="http://schemas.openxmlformats.org/officeDocument/2006/relationships/customXml" Target="../ink/ink26.xml"/><Relationship Id="rId37" Type="http://schemas.openxmlformats.org/officeDocument/2006/relationships/image" Target="../media/image28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23" Type="http://schemas.openxmlformats.org/officeDocument/2006/relationships/image" Target="../media/image21.png"/><Relationship Id="rId28" Type="http://schemas.openxmlformats.org/officeDocument/2006/relationships/customXml" Target="../ink/ink24.xml"/><Relationship Id="rId36" Type="http://schemas.openxmlformats.org/officeDocument/2006/relationships/customXml" Target="../ink/ink28.xml"/><Relationship Id="rId10" Type="http://schemas.openxmlformats.org/officeDocument/2006/relationships/customXml" Target="../ink/ink15.xml"/><Relationship Id="rId19" Type="http://schemas.openxmlformats.org/officeDocument/2006/relationships/image" Target="../media/image19.png"/><Relationship Id="rId31" Type="http://schemas.openxmlformats.org/officeDocument/2006/relationships/image" Target="../media/image25.png"/><Relationship Id="rId4" Type="http://schemas.openxmlformats.org/officeDocument/2006/relationships/customXml" Target="../ink/ink12.xml"/><Relationship Id="rId9" Type="http://schemas.openxmlformats.org/officeDocument/2006/relationships/image" Target="../media/image14.png"/><Relationship Id="rId14" Type="http://schemas.openxmlformats.org/officeDocument/2006/relationships/customXml" Target="../ink/ink17.xml"/><Relationship Id="rId22" Type="http://schemas.openxmlformats.org/officeDocument/2006/relationships/customXml" Target="../ink/ink21.xml"/><Relationship Id="rId27" Type="http://schemas.openxmlformats.org/officeDocument/2006/relationships/image" Target="../media/image23.png"/><Relationship Id="rId30" Type="http://schemas.openxmlformats.org/officeDocument/2006/relationships/customXml" Target="../ink/ink25.xml"/><Relationship Id="rId35" Type="http://schemas.openxmlformats.org/officeDocument/2006/relationships/image" Target="../media/image27.png"/><Relationship Id="rId8" Type="http://schemas.openxmlformats.org/officeDocument/2006/relationships/customXml" Target="../ink/ink14.xml"/><Relationship Id="rId3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34.png"/><Relationship Id="rId18" Type="http://schemas.openxmlformats.org/officeDocument/2006/relationships/customXml" Target="../ink/ink37.xml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12" Type="http://schemas.openxmlformats.org/officeDocument/2006/relationships/customXml" Target="../ink/ink34.xml"/><Relationship Id="rId17" Type="http://schemas.openxmlformats.org/officeDocument/2006/relationships/image" Target="../media/image36.png"/><Relationship Id="rId2" Type="http://schemas.openxmlformats.org/officeDocument/2006/relationships/customXml" Target="../ink/ink29.xml"/><Relationship Id="rId16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5" Type="http://schemas.openxmlformats.org/officeDocument/2006/relationships/image" Target="../media/image35.png"/><Relationship Id="rId10" Type="http://schemas.openxmlformats.org/officeDocument/2006/relationships/customXml" Target="../ink/ink33.xml"/><Relationship Id="rId19" Type="http://schemas.openxmlformats.org/officeDocument/2006/relationships/image" Target="../media/image37.png"/><Relationship Id="rId4" Type="http://schemas.openxmlformats.org/officeDocument/2006/relationships/customXml" Target="../ink/ink30.xml"/><Relationship Id="rId9" Type="http://schemas.openxmlformats.org/officeDocument/2006/relationships/image" Target="../media/image32.png"/><Relationship Id="rId14" Type="http://schemas.openxmlformats.org/officeDocument/2006/relationships/customXml" Target="../ink/ink3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customXml" Target="../ink/ink46.xml"/><Relationship Id="rId26" Type="http://schemas.openxmlformats.org/officeDocument/2006/relationships/customXml" Target="../ink/ink50.xml"/><Relationship Id="rId3" Type="http://schemas.openxmlformats.org/officeDocument/2006/relationships/image" Target="../media/image38.png"/><Relationship Id="rId21" Type="http://schemas.openxmlformats.org/officeDocument/2006/relationships/image" Target="../media/image47.png"/><Relationship Id="rId34" Type="http://schemas.openxmlformats.org/officeDocument/2006/relationships/customXml" Target="../ink/ink54.xml"/><Relationship Id="rId7" Type="http://schemas.openxmlformats.org/officeDocument/2006/relationships/image" Target="../media/image40.png"/><Relationship Id="rId12" Type="http://schemas.openxmlformats.org/officeDocument/2006/relationships/customXml" Target="../ink/ink43.xml"/><Relationship Id="rId17" Type="http://schemas.openxmlformats.org/officeDocument/2006/relationships/image" Target="../media/image45.png"/><Relationship Id="rId25" Type="http://schemas.openxmlformats.org/officeDocument/2006/relationships/image" Target="../media/image49.png"/><Relationship Id="rId33" Type="http://schemas.openxmlformats.org/officeDocument/2006/relationships/image" Target="../media/image53.png"/><Relationship Id="rId2" Type="http://schemas.openxmlformats.org/officeDocument/2006/relationships/customXml" Target="../ink/ink38.xml"/><Relationship Id="rId16" Type="http://schemas.openxmlformats.org/officeDocument/2006/relationships/customXml" Target="../ink/ink45.xml"/><Relationship Id="rId20" Type="http://schemas.openxmlformats.org/officeDocument/2006/relationships/customXml" Target="../ink/ink47.xml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.xml"/><Relationship Id="rId11" Type="http://schemas.openxmlformats.org/officeDocument/2006/relationships/image" Target="../media/image42.png"/><Relationship Id="rId24" Type="http://schemas.openxmlformats.org/officeDocument/2006/relationships/customXml" Target="../ink/ink49.xml"/><Relationship Id="rId32" Type="http://schemas.openxmlformats.org/officeDocument/2006/relationships/customXml" Target="../ink/ink53.xml"/><Relationship Id="rId5" Type="http://schemas.openxmlformats.org/officeDocument/2006/relationships/image" Target="../media/image39.png"/><Relationship Id="rId15" Type="http://schemas.openxmlformats.org/officeDocument/2006/relationships/image" Target="../media/image44.png"/><Relationship Id="rId23" Type="http://schemas.openxmlformats.org/officeDocument/2006/relationships/image" Target="../media/image48.png"/><Relationship Id="rId28" Type="http://schemas.openxmlformats.org/officeDocument/2006/relationships/customXml" Target="../ink/ink51.xml"/><Relationship Id="rId10" Type="http://schemas.openxmlformats.org/officeDocument/2006/relationships/customXml" Target="../ink/ink42.xml"/><Relationship Id="rId19" Type="http://schemas.openxmlformats.org/officeDocument/2006/relationships/image" Target="../media/image46.png"/><Relationship Id="rId31" Type="http://schemas.openxmlformats.org/officeDocument/2006/relationships/image" Target="../media/image52.png"/><Relationship Id="rId4" Type="http://schemas.openxmlformats.org/officeDocument/2006/relationships/customXml" Target="../ink/ink39.xml"/><Relationship Id="rId9" Type="http://schemas.openxmlformats.org/officeDocument/2006/relationships/image" Target="../media/image41.png"/><Relationship Id="rId14" Type="http://schemas.openxmlformats.org/officeDocument/2006/relationships/customXml" Target="../ink/ink44.xml"/><Relationship Id="rId22" Type="http://schemas.openxmlformats.org/officeDocument/2006/relationships/customXml" Target="../ink/ink48.xml"/><Relationship Id="rId27" Type="http://schemas.openxmlformats.org/officeDocument/2006/relationships/image" Target="../media/image50.png"/><Relationship Id="rId30" Type="http://schemas.openxmlformats.org/officeDocument/2006/relationships/customXml" Target="../ink/ink52.xml"/><Relationship Id="rId35" Type="http://schemas.openxmlformats.org/officeDocument/2006/relationships/image" Target="../media/image54.png"/><Relationship Id="rId8" Type="http://schemas.openxmlformats.org/officeDocument/2006/relationships/customXml" Target="../ink/ink41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7.xml"/><Relationship Id="rId21" Type="http://schemas.openxmlformats.org/officeDocument/2006/relationships/image" Target="../media/image64.png"/><Relationship Id="rId42" Type="http://schemas.openxmlformats.org/officeDocument/2006/relationships/customXml" Target="../ink/ink75.xml"/><Relationship Id="rId47" Type="http://schemas.openxmlformats.org/officeDocument/2006/relationships/image" Target="../media/image77.png"/><Relationship Id="rId63" Type="http://schemas.openxmlformats.org/officeDocument/2006/relationships/customXml" Target="../ink/ink86.xml"/><Relationship Id="rId68" Type="http://schemas.openxmlformats.org/officeDocument/2006/relationships/image" Target="../media/image87.png"/><Relationship Id="rId84" Type="http://schemas.openxmlformats.org/officeDocument/2006/relationships/image" Target="../media/image95.png"/><Relationship Id="rId16" Type="http://schemas.openxmlformats.org/officeDocument/2006/relationships/customXml" Target="../ink/ink62.xml"/><Relationship Id="rId11" Type="http://schemas.openxmlformats.org/officeDocument/2006/relationships/image" Target="../media/image59.png"/><Relationship Id="rId32" Type="http://schemas.openxmlformats.org/officeDocument/2006/relationships/customXml" Target="../ink/ink70.xml"/><Relationship Id="rId37" Type="http://schemas.openxmlformats.org/officeDocument/2006/relationships/image" Target="../media/image72.png"/><Relationship Id="rId53" Type="http://schemas.openxmlformats.org/officeDocument/2006/relationships/image" Target="../media/image80.png"/><Relationship Id="rId58" Type="http://schemas.openxmlformats.org/officeDocument/2006/relationships/customXml" Target="../ink/ink83.xml"/><Relationship Id="rId74" Type="http://schemas.openxmlformats.org/officeDocument/2006/relationships/image" Target="../media/image90.png"/><Relationship Id="rId79" Type="http://schemas.openxmlformats.org/officeDocument/2006/relationships/customXml" Target="../ink/ink94.xml"/><Relationship Id="rId5" Type="http://schemas.openxmlformats.org/officeDocument/2006/relationships/image" Target="../media/image56.png"/><Relationship Id="rId19" Type="http://schemas.openxmlformats.org/officeDocument/2006/relationships/image" Target="../media/image63.png"/><Relationship Id="rId14" Type="http://schemas.openxmlformats.org/officeDocument/2006/relationships/customXml" Target="../ink/ink61.xml"/><Relationship Id="rId22" Type="http://schemas.openxmlformats.org/officeDocument/2006/relationships/customXml" Target="../ink/ink65.xml"/><Relationship Id="rId27" Type="http://schemas.openxmlformats.org/officeDocument/2006/relationships/image" Target="../media/image67.png"/><Relationship Id="rId30" Type="http://schemas.openxmlformats.org/officeDocument/2006/relationships/customXml" Target="../ink/ink69.xml"/><Relationship Id="rId35" Type="http://schemas.openxmlformats.org/officeDocument/2006/relationships/image" Target="../media/image71.png"/><Relationship Id="rId43" Type="http://schemas.openxmlformats.org/officeDocument/2006/relationships/image" Target="../media/image75.png"/><Relationship Id="rId48" Type="http://schemas.openxmlformats.org/officeDocument/2006/relationships/customXml" Target="../ink/ink78.xml"/><Relationship Id="rId56" Type="http://schemas.openxmlformats.org/officeDocument/2006/relationships/customXml" Target="../ink/ink82.xml"/><Relationship Id="rId64" Type="http://schemas.openxmlformats.org/officeDocument/2006/relationships/image" Target="../media/image85.png"/><Relationship Id="rId69" Type="http://schemas.openxmlformats.org/officeDocument/2006/relationships/customXml" Target="../ink/ink89.xml"/><Relationship Id="rId77" Type="http://schemas.openxmlformats.org/officeDocument/2006/relationships/customXml" Target="../ink/ink93.xml"/><Relationship Id="rId8" Type="http://schemas.openxmlformats.org/officeDocument/2006/relationships/customXml" Target="../ink/ink58.xml"/><Relationship Id="rId51" Type="http://schemas.openxmlformats.org/officeDocument/2006/relationships/image" Target="../media/image79.png"/><Relationship Id="rId72" Type="http://schemas.openxmlformats.org/officeDocument/2006/relationships/image" Target="../media/image89.png"/><Relationship Id="rId80" Type="http://schemas.openxmlformats.org/officeDocument/2006/relationships/image" Target="../media/image93.png"/><Relationship Id="rId85" Type="http://schemas.openxmlformats.org/officeDocument/2006/relationships/customXml" Target="../ink/ink97.xml"/><Relationship Id="rId3" Type="http://schemas.openxmlformats.org/officeDocument/2006/relationships/image" Target="../media/image55.png"/><Relationship Id="rId12" Type="http://schemas.openxmlformats.org/officeDocument/2006/relationships/customXml" Target="../ink/ink60.xml"/><Relationship Id="rId17" Type="http://schemas.openxmlformats.org/officeDocument/2006/relationships/image" Target="../media/image62.png"/><Relationship Id="rId25" Type="http://schemas.openxmlformats.org/officeDocument/2006/relationships/image" Target="../media/image66.png"/><Relationship Id="rId33" Type="http://schemas.openxmlformats.org/officeDocument/2006/relationships/image" Target="../media/image70.png"/><Relationship Id="rId38" Type="http://schemas.openxmlformats.org/officeDocument/2006/relationships/customXml" Target="../ink/ink73.xml"/><Relationship Id="rId46" Type="http://schemas.openxmlformats.org/officeDocument/2006/relationships/customXml" Target="../ink/ink77.xml"/><Relationship Id="rId59" Type="http://schemas.openxmlformats.org/officeDocument/2006/relationships/image" Target="../media/image83.png"/><Relationship Id="rId67" Type="http://schemas.openxmlformats.org/officeDocument/2006/relationships/customXml" Target="../ink/ink88.xml"/><Relationship Id="rId20" Type="http://schemas.openxmlformats.org/officeDocument/2006/relationships/customXml" Target="../ink/ink64.xml"/><Relationship Id="rId41" Type="http://schemas.openxmlformats.org/officeDocument/2006/relationships/image" Target="../media/image74.png"/><Relationship Id="rId54" Type="http://schemas.openxmlformats.org/officeDocument/2006/relationships/customXml" Target="../ink/ink81.xml"/><Relationship Id="rId62" Type="http://schemas.openxmlformats.org/officeDocument/2006/relationships/customXml" Target="../ink/ink85.xml"/><Relationship Id="rId70" Type="http://schemas.openxmlformats.org/officeDocument/2006/relationships/image" Target="../media/image88.png"/><Relationship Id="rId75" Type="http://schemas.openxmlformats.org/officeDocument/2006/relationships/customXml" Target="../ink/ink92.xml"/><Relationship Id="rId83" Type="http://schemas.openxmlformats.org/officeDocument/2006/relationships/customXml" Target="../ink/ink96.xml"/><Relationship Id="rId88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7.xml"/><Relationship Id="rId15" Type="http://schemas.openxmlformats.org/officeDocument/2006/relationships/image" Target="../media/image61.png"/><Relationship Id="rId23" Type="http://schemas.openxmlformats.org/officeDocument/2006/relationships/image" Target="../media/image65.png"/><Relationship Id="rId28" Type="http://schemas.openxmlformats.org/officeDocument/2006/relationships/customXml" Target="../ink/ink68.xml"/><Relationship Id="rId36" Type="http://schemas.openxmlformats.org/officeDocument/2006/relationships/customXml" Target="../ink/ink72.xml"/><Relationship Id="rId49" Type="http://schemas.openxmlformats.org/officeDocument/2006/relationships/image" Target="../media/image78.png"/><Relationship Id="rId57" Type="http://schemas.openxmlformats.org/officeDocument/2006/relationships/image" Target="../media/image82.png"/><Relationship Id="rId10" Type="http://schemas.openxmlformats.org/officeDocument/2006/relationships/customXml" Target="../ink/ink59.xml"/><Relationship Id="rId31" Type="http://schemas.openxmlformats.org/officeDocument/2006/relationships/image" Target="../media/image69.png"/><Relationship Id="rId44" Type="http://schemas.openxmlformats.org/officeDocument/2006/relationships/customXml" Target="../ink/ink76.xml"/><Relationship Id="rId52" Type="http://schemas.openxmlformats.org/officeDocument/2006/relationships/customXml" Target="../ink/ink80.xml"/><Relationship Id="rId60" Type="http://schemas.openxmlformats.org/officeDocument/2006/relationships/customXml" Target="../ink/ink84.xml"/><Relationship Id="rId65" Type="http://schemas.openxmlformats.org/officeDocument/2006/relationships/customXml" Target="../ink/ink87.xml"/><Relationship Id="rId73" Type="http://schemas.openxmlformats.org/officeDocument/2006/relationships/customXml" Target="../ink/ink91.xml"/><Relationship Id="rId78" Type="http://schemas.openxmlformats.org/officeDocument/2006/relationships/image" Target="../media/image92.png"/><Relationship Id="rId81" Type="http://schemas.openxmlformats.org/officeDocument/2006/relationships/customXml" Target="../ink/ink95.xml"/><Relationship Id="rId86" Type="http://schemas.openxmlformats.org/officeDocument/2006/relationships/image" Target="../media/image96.png"/><Relationship Id="rId4" Type="http://schemas.openxmlformats.org/officeDocument/2006/relationships/customXml" Target="../ink/ink56.xml"/><Relationship Id="rId9" Type="http://schemas.openxmlformats.org/officeDocument/2006/relationships/image" Target="../media/image58.png"/><Relationship Id="rId13" Type="http://schemas.openxmlformats.org/officeDocument/2006/relationships/image" Target="../media/image60.png"/><Relationship Id="rId18" Type="http://schemas.openxmlformats.org/officeDocument/2006/relationships/customXml" Target="../ink/ink63.xml"/><Relationship Id="rId39" Type="http://schemas.openxmlformats.org/officeDocument/2006/relationships/image" Target="../media/image73.png"/><Relationship Id="rId34" Type="http://schemas.openxmlformats.org/officeDocument/2006/relationships/customXml" Target="../ink/ink71.xml"/><Relationship Id="rId50" Type="http://schemas.openxmlformats.org/officeDocument/2006/relationships/customXml" Target="../ink/ink79.xml"/><Relationship Id="rId55" Type="http://schemas.openxmlformats.org/officeDocument/2006/relationships/image" Target="../media/image81.png"/><Relationship Id="rId76" Type="http://schemas.openxmlformats.org/officeDocument/2006/relationships/image" Target="../media/image91.png"/><Relationship Id="rId7" Type="http://schemas.openxmlformats.org/officeDocument/2006/relationships/image" Target="../media/image57.png"/><Relationship Id="rId71" Type="http://schemas.openxmlformats.org/officeDocument/2006/relationships/customXml" Target="../ink/ink90.xml"/><Relationship Id="rId2" Type="http://schemas.openxmlformats.org/officeDocument/2006/relationships/customXml" Target="../ink/ink55.xml"/><Relationship Id="rId29" Type="http://schemas.openxmlformats.org/officeDocument/2006/relationships/image" Target="../media/image68.png"/><Relationship Id="rId24" Type="http://schemas.openxmlformats.org/officeDocument/2006/relationships/customXml" Target="../ink/ink66.xml"/><Relationship Id="rId40" Type="http://schemas.openxmlformats.org/officeDocument/2006/relationships/customXml" Target="../ink/ink74.xml"/><Relationship Id="rId45" Type="http://schemas.openxmlformats.org/officeDocument/2006/relationships/image" Target="../media/image76.png"/><Relationship Id="rId66" Type="http://schemas.openxmlformats.org/officeDocument/2006/relationships/image" Target="../media/image86.png"/><Relationship Id="rId87" Type="http://schemas.openxmlformats.org/officeDocument/2006/relationships/customXml" Target="../ink/ink98.xml"/><Relationship Id="rId61" Type="http://schemas.openxmlformats.org/officeDocument/2006/relationships/image" Target="../media/image84.png"/><Relationship Id="rId82" Type="http://schemas.openxmlformats.org/officeDocument/2006/relationships/image" Target="../media/image94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5.png"/><Relationship Id="rId21" Type="http://schemas.openxmlformats.org/officeDocument/2006/relationships/image" Target="../media/image107.png"/><Relationship Id="rId42" Type="http://schemas.openxmlformats.org/officeDocument/2006/relationships/customXml" Target="../ink/ink119.xml"/><Relationship Id="rId63" Type="http://schemas.openxmlformats.org/officeDocument/2006/relationships/image" Target="../media/image128.png"/><Relationship Id="rId84" Type="http://schemas.openxmlformats.org/officeDocument/2006/relationships/customXml" Target="../ink/ink140.xml"/><Relationship Id="rId138" Type="http://schemas.openxmlformats.org/officeDocument/2006/relationships/customXml" Target="../ink/ink167.xml"/><Relationship Id="rId159" Type="http://schemas.openxmlformats.org/officeDocument/2006/relationships/image" Target="../media/image176.png"/><Relationship Id="rId170" Type="http://schemas.openxmlformats.org/officeDocument/2006/relationships/customXml" Target="../ink/ink183.xml"/><Relationship Id="rId191" Type="http://schemas.openxmlformats.org/officeDocument/2006/relationships/image" Target="../media/image192.png"/><Relationship Id="rId205" Type="http://schemas.openxmlformats.org/officeDocument/2006/relationships/image" Target="../media/image199.png"/><Relationship Id="rId107" Type="http://schemas.openxmlformats.org/officeDocument/2006/relationships/image" Target="../media/image150.png"/><Relationship Id="rId11" Type="http://schemas.openxmlformats.org/officeDocument/2006/relationships/image" Target="../media/image102.png"/><Relationship Id="rId32" Type="http://schemas.openxmlformats.org/officeDocument/2006/relationships/customXml" Target="../ink/ink114.xml"/><Relationship Id="rId53" Type="http://schemas.openxmlformats.org/officeDocument/2006/relationships/image" Target="../media/image123.png"/><Relationship Id="rId74" Type="http://schemas.openxmlformats.org/officeDocument/2006/relationships/customXml" Target="../ink/ink135.xml"/><Relationship Id="rId128" Type="http://schemas.openxmlformats.org/officeDocument/2006/relationships/customXml" Target="../ink/ink162.xml"/><Relationship Id="rId149" Type="http://schemas.openxmlformats.org/officeDocument/2006/relationships/image" Target="../media/image171.png"/><Relationship Id="rId5" Type="http://schemas.openxmlformats.org/officeDocument/2006/relationships/image" Target="../media/image99.png"/><Relationship Id="rId95" Type="http://schemas.openxmlformats.org/officeDocument/2006/relationships/image" Target="../media/image144.png"/><Relationship Id="rId160" Type="http://schemas.openxmlformats.org/officeDocument/2006/relationships/customXml" Target="../ink/ink178.xml"/><Relationship Id="rId181" Type="http://schemas.openxmlformats.org/officeDocument/2006/relationships/image" Target="../media/image187.png"/><Relationship Id="rId216" Type="http://schemas.openxmlformats.org/officeDocument/2006/relationships/customXml" Target="../ink/ink206.xml"/><Relationship Id="rId22" Type="http://schemas.openxmlformats.org/officeDocument/2006/relationships/customXml" Target="../ink/ink109.xml"/><Relationship Id="rId43" Type="http://schemas.openxmlformats.org/officeDocument/2006/relationships/image" Target="../media/image118.png"/><Relationship Id="rId64" Type="http://schemas.openxmlformats.org/officeDocument/2006/relationships/customXml" Target="../ink/ink130.xml"/><Relationship Id="rId118" Type="http://schemas.openxmlformats.org/officeDocument/2006/relationships/customXml" Target="../ink/ink157.xml"/><Relationship Id="rId139" Type="http://schemas.openxmlformats.org/officeDocument/2006/relationships/image" Target="../media/image166.png"/><Relationship Id="rId85" Type="http://schemas.openxmlformats.org/officeDocument/2006/relationships/image" Target="../media/image139.png"/><Relationship Id="rId150" Type="http://schemas.openxmlformats.org/officeDocument/2006/relationships/customXml" Target="../ink/ink173.xml"/><Relationship Id="rId171" Type="http://schemas.openxmlformats.org/officeDocument/2006/relationships/image" Target="../media/image182.png"/><Relationship Id="rId192" Type="http://schemas.openxmlformats.org/officeDocument/2006/relationships/customXml" Target="../ink/ink194.xml"/><Relationship Id="rId206" Type="http://schemas.openxmlformats.org/officeDocument/2006/relationships/customXml" Target="../ink/ink201.xml"/><Relationship Id="rId12" Type="http://schemas.openxmlformats.org/officeDocument/2006/relationships/customXml" Target="../ink/ink104.xml"/><Relationship Id="rId33" Type="http://schemas.openxmlformats.org/officeDocument/2006/relationships/image" Target="../media/image113.png"/><Relationship Id="rId108" Type="http://schemas.openxmlformats.org/officeDocument/2006/relationships/customXml" Target="../ink/ink152.xml"/><Relationship Id="rId129" Type="http://schemas.openxmlformats.org/officeDocument/2006/relationships/image" Target="../media/image161.png"/><Relationship Id="rId54" Type="http://schemas.openxmlformats.org/officeDocument/2006/relationships/customXml" Target="../ink/ink125.xml"/><Relationship Id="rId75" Type="http://schemas.openxmlformats.org/officeDocument/2006/relationships/image" Target="../media/image134.png"/><Relationship Id="rId96" Type="http://schemas.openxmlformats.org/officeDocument/2006/relationships/customXml" Target="../ink/ink146.xml"/><Relationship Id="rId140" Type="http://schemas.openxmlformats.org/officeDocument/2006/relationships/customXml" Target="../ink/ink168.xml"/><Relationship Id="rId161" Type="http://schemas.openxmlformats.org/officeDocument/2006/relationships/image" Target="../media/image177.png"/><Relationship Id="rId182" Type="http://schemas.openxmlformats.org/officeDocument/2006/relationships/customXml" Target="../ink/ink189.xml"/><Relationship Id="rId217" Type="http://schemas.openxmlformats.org/officeDocument/2006/relationships/image" Target="../media/image205.png"/><Relationship Id="rId6" Type="http://schemas.openxmlformats.org/officeDocument/2006/relationships/customXml" Target="../ink/ink101.xml"/><Relationship Id="rId23" Type="http://schemas.openxmlformats.org/officeDocument/2006/relationships/image" Target="../media/image108.png"/><Relationship Id="rId119" Type="http://schemas.openxmlformats.org/officeDocument/2006/relationships/image" Target="../media/image156.png"/><Relationship Id="rId44" Type="http://schemas.openxmlformats.org/officeDocument/2006/relationships/customXml" Target="../ink/ink120.xml"/><Relationship Id="rId65" Type="http://schemas.openxmlformats.org/officeDocument/2006/relationships/image" Target="../media/image129.png"/><Relationship Id="rId86" Type="http://schemas.openxmlformats.org/officeDocument/2006/relationships/customXml" Target="../ink/ink141.xml"/><Relationship Id="rId130" Type="http://schemas.openxmlformats.org/officeDocument/2006/relationships/customXml" Target="../ink/ink163.xml"/><Relationship Id="rId151" Type="http://schemas.openxmlformats.org/officeDocument/2006/relationships/image" Target="../media/image172.png"/><Relationship Id="rId172" Type="http://schemas.openxmlformats.org/officeDocument/2006/relationships/customXml" Target="../ink/ink184.xml"/><Relationship Id="rId193" Type="http://schemas.openxmlformats.org/officeDocument/2006/relationships/image" Target="../media/image193.png"/><Relationship Id="rId207" Type="http://schemas.openxmlformats.org/officeDocument/2006/relationships/image" Target="../media/image200.png"/><Relationship Id="rId13" Type="http://schemas.openxmlformats.org/officeDocument/2006/relationships/image" Target="../media/image103.png"/><Relationship Id="rId109" Type="http://schemas.openxmlformats.org/officeDocument/2006/relationships/image" Target="../media/image151.png"/><Relationship Id="rId34" Type="http://schemas.openxmlformats.org/officeDocument/2006/relationships/customXml" Target="../ink/ink115.xml"/><Relationship Id="rId55" Type="http://schemas.openxmlformats.org/officeDocument/2006/relationships/image" Target="../media/image124.png"/><Relationship Id="rId76" Type="http://schemas.openxmlformats.org/officeDocument/2006/relationships/customXml" Target="../ink/ink136.xml"/><Relationship Id="rId97" Type="http://schemas.openxmlformats.org/officeDocument/2006/relationships/image" Target="../media/image145.png"/><Relationship Id="rId120" Type="http://schemas.openxmlformats.org/officeDocument/2006/relationships/customXml" Target="../ink/ink158.xml"/><Relationship Id="rId141" Type="http://schemas.openxmlformats.org/officeDocument/2006/relationships/image" Target="../media/image167.png"/><Relationship Id="rId7" Type="http://schemas.openxmlformats.org/officeDocument/2006/relationships/image" Target="../media/image100.png"/><Relationship Id="rId162" Type="http://schemas.openxmlformats.org/officeDocument/2006/relationships/customXml" Target="../ink/ink179.xml"/><Relationship Id="rId183" Type="http://schemas.openxmlformats.org/officeDocument/2006/relationships/image" Target="../media/image188.png"/><Relationship Id="rId218" Type="http://schemas.openxmlformats.org/officeDocument/2006/relationships/customXml" Target="../ink/ink207.xml"/><Relationship Id="rId24" Type="http://schemas.openxmlformats.org/officeDocument/2006/relationships/customXml" Target="../ink/ink110.xml"/><Relationship Id="rId45" Type="http://schemas.openxmlformats.org/officeDocument/2006/relationships/image" Target="../media/image119.png"/><Relationship Id="rId66" Type="http://schemas.openxmlformats.org/officeDocument/2006/relationships/customXml" Target="../ink/ink131.xml"/><Relationship Id="rId87" Type="http://schemas.openxmlformats.org/officeDocument/2006/relationships/image" Target="../media/image140.png"/><Relationship Id="rId110" Type="http://schemas.openxmlformats.org/officeDocument/2006/relationships/customXml" Target="../ink/ink153.xml"/><Relationship Id="rId131" Type="http://schemas.openxmlformats.org/officeDocument/2006/relationships/image" Target="../media/image162.png"/><Relationship Id="rId152" Type="http://schemas.openxmlformats.org/officeDocument/2006/relationships/customXml" Target="../ink/ink174.xml"/><Relationship Id="rId173" Type="http://schemas.openxmlformats.org/officeDocument/2006/relationships/image" Target="../media/image183.png"/><Relationship Id="rId194" Type="http://schemas.openxmlformats.org/officeDocument/2006/relationships/customXml" Target="../ink/ink195.xml"/><Relationship Id="rId208" Type="http://schemas.openxmlformats.org/officeDocument/2006/relationships/customXml" Target="../ink/ink202.xml"/><Relationship Id="rId14" Type="http://schemas.openxmlformats.org/officeDocument/2006/relationships/customXml" Target="../ink/ink105.xml"/><Relationship Id="rId35" Type="http://schemas.openxmlformats.org/officeDocument/2006/relationships/image" Target="../media/image114.png"/><Relationship Id="rId56" Type="http://schemas.openxmlformats.org/officeDocument/2006/relationships/customXml" Target="../ink/ink126.xml"/><Relationship Id="rId77" Type="http://schemas.openxmlformats.org/officeDocument/2006/relationships/image" Target="../media/image135.png"/><Relationship Id="rId100" Type="http://schemas.openxmlformats.org/officeDocument/2006/relationships/customXml" Target="../ink/ink148.xml"/><Relationship Id="rId8" Type="http://schemas.openxmlformats.org/officeDocument/2006/relationships/customXml" Target="../ink/ink102.xml"/><Relationship Id="rId51" Type="http://schemas.openxmlformats.org/officeDocument/2006/relationships/image" Target="../media/image122.png"/><Relationship Id="rId72" Type="http://schemas.openxmlformats.org/officeDocument/2006/relationships/customXml" Target="../ink/ink134.xml"/><Relationship Id="rId93" Type="http://schemas.openxmlformats.org/officeDocument/2006/relationships/image" Target="../media/image143.png"/><Relationship Id="rId98" Type="http://schemas.openxmlformats.org/officeDocument/2006/relationships/customXml" Target="../ink/ink147.xml"/><Relationship Id="rId121" Type="http://schemas.openxmlformats.org/officeDocument/2006/relationships/image" Target="../media/image157.png"/><Relationship Id="rId142" Type="http://schemas.openxmlformats.org/officeDocument/2006/relationships/customXml" Target="../ink/ink169.xml"/><Relationship Id="rId163" Type="http://schemas.openxmlformats.org/officeDocument/2006/relationships/image" Target="../media/image178.png"/><Relationship Id="rId184" Type="http://schemas.openxmlformats.org/officeDocument/2006/relationships/customXml" Target="../ink/ink190.xml"/><Relationship Id="rId189" Type="http://schemas.openxmlformats.org/officeDocument/2006/relationships/image" Target="../media/image191.png"/><Relationship Id="rId219" Type="http://schemas.openxmlformats.org/officeDocument/2006/relationships/image" Target="../media/image206.png"/><Relationship Id="rId3" Type="http://schemas.openxmlformats.org/officeDocument/2006/relationships/image" Target="../media/image98.png"/><Relationship Id="rId214" Type="http://schemas.openxmlformats.org/officeDocument/2006/relationships/customXml" Target="../ink/ink205.xml"/><Relationship Id="rId25" Type="http://schemas.openxmlformats.org/officeDocument/2006/relationships/image" Target="../media/image109.png"/><Relationship Id="rId46" Type="http://schemas.openxmlformats.org/officeDocument/2006/relationships/customXml" Target="../ink/ink121.xml"/><Relationship Id="rId67" Type="http://schemas.openxmlformats.org/officeDocument/2006/relationships/image" Target="../media/image130.png"/><Relationship Id="rId116" Type="http://schemas.openxmlformats.org/officeDocument/2006/relationships/customXml" Target="../ink/ink156.xml"/><Relationship Id="rId137" Type="http://schemas.openxmlformats.org/officeDocument/2006/relationships/image" Target="../media/image165.png"/><Relationship Id="rId158" Type="http://schemas.openxmlformats.org/officeDocument/2006/relationships/customXml" Target="../ink/ink177.xml"/><Relationship Id="rId20" Type="http://schemas.openxmlformats.org/officeDocument/2006/relationships/customXml" Target="../ink/ink108.xml"/><Relationship Id="rId41" Type="http://schemas.openxmlformats.org/officeDocument/2006/relationships/image" Target="../media/image117.png"/><Relationship Id="rId62" Type="http://schemas.openxmlformats.org/officeDocument/2006/relationships/customXml" Target="../ink/ink129.xml"/><Relationship Id="rId83" Type="http://schemas.openxmlformats.org/officeDocument/2006/relationships/image" Target="../media/image138.png"/><Relationship Id="rId88" Type="http://schemas.openxmlformats.org/officeDocument/2006/relationships/customXml" Target="../ink/ink142.xml"/><Relationship Id="rId111" Type="http://schemas.openxmlformats.org/officeDocument/2006/relationships/image" Target="../media/image152.png"/><Relationship Id="rId132" Type="http://schemas.openxmlformats.org/officeDocument/2006/relationships/customXml" Target="../ink/ink164.xml"/><Relationship Id="rId153" Type="http://schemas.openxmlformats.org/officeDocument/2006/relationships/image" Target="../media/image173.png"/><Relationship Id="rId174" Type="http://schemas.openxmlformats.org/officeDocument/2006/relationships/customXml" Target="../ink/ink185.xml"/><Relationship Id="rId179" Type="http://schemas.openxmlformats.org/officeDocument/2006/relationships/image" Target="../media/image186.png"/><Relationship Id="rId195" Type="http://schemas.openxmlformats.org/officeDocument/2006/relationships/image" Target="../media/image194.png"/><Relationship Id="rId209" Type="http://schemas.openxmlformats.org/officeDocument/2006/relationships/image" Target="../media/image201.png"/><Relationship Id="rId190" Type="http://schemas.openxmlformats.org/officeDocument/2006/relationships/customXml" Target="../ink/ink193.xml"/><Relationship Id="rId204" Type="http://schemas.openxmlformats.org/officeDocument/2006/relationships/customXml" Target="../ink/ink200.xml"/><Relationship Id="rId220" Type="http://schemas.openxmlformats.org/officeDocument/2006/relationships/customXml" Target="../ink/ink208.xml"/><Relationship Id="rId15" Type="http://schemas.openxmlformats.org/officeDocument/2006/relationships/image" Target="../media/image104.png"/><Relationship Id="rId36" Type="http://schemas.openxmlformats.org/officeDocument/2006/relationships/customXml" Target="../ink/ink116.xml"/><Relationship Id="rId57" Type="http://schemas.openxmlformats.org/officeDocument/2006/relationships/image" Target="../media/image125.png"/><Relationship Id="rId106" Type="http://schemas.openxmlformats.org/officeDocument/2006/relationships/customXml" Target="../ink/ink151.xml"/><Relationship Id="rId127" Type="http://schemas.openxmlformats.org/officeDocument/2006/relationships/image" Target="../media/image160.png"/><Relationship Id="rId10" Type="http://schemas.openxmlformats.org/officeDocument/2006/relationships/customXml" Target="../ink/ink103.xml"/><Relationship Id="rId31" Type="http://schemas.openxmlformats.org/officeDocument/2006/relationships/image" Target="../media/image112.png"/><Relationship Id="rId52" Type="http://schemas.openxmlformats.org/officeDocument/2006/relationships/customXml" Target="../ink/ink124.xml"/><Relationship Id="rId73" Type="http://schemas.openxmlformats.org/officeDocument/2006/relationships/image" Target="../media/image133.png"/><Relationship Id="rId78" Type="http://schemas.openxmlformats.org/officeDocument/2006/relationships/customXml" Target="../ink/ink137.xml"/><Relationship Id="rId94" Type="http://schemas.openxmlformats.org/officeDocument/2006/relationships/customXml" Target="../ink/ink145.xml"/><Relationship Id="rId99" Type="http://schemas.openxmlformats.org/officeDocument/2006/relationships/image" Target="../media/image146.png"/><Relationship Id="rId101" Type="http://schemas.openxmlformats.org/officeDocument/2006/relationships/image" Target="../media/image147.png"/><Relationship Id="rId122" Type="http://schemas.openxmlformats.org/officeDocument/2006/relationships/customXml" Target="../ink/ink159.xml"/><Relationship Id="rId143" Type="http://schemas.openxmlformats.org/officeDocument/2006/relationships/image" Target="../media/image168.png"/><Relationship Id="rId148" Type="http://schemas.openxmlformats.org/officeDocument/2006/relationships/customXml" Target="../ink/ink172.xml"/><Relationship Id="rId164" Type="http://schemas.openxmlformats.org/officeDocument/2006/relationships/customXml" Target="../ink/ink180.xml"/><Relationship Id="rId169" Type="http://schemas.openxmlformats.org/officeDocument/2006/relationships/image" Target="../media/image181.png"/><Relationship Id="rId185" Type="http://schemas.openxmlformats.org/officeDocument/2006/relationships/image" Target="../media/image189.png"/><Relationship Id="rId4" Type="http://schemas.openxmlformats.org/officeDocument/2006/relationships/customXml" Target="../ink/ink100.xml"/><Relationship Id="rId9" Type="http://schemas.openxmlformats.org/officeDocument/2006/relationships/image" Target="../media/image101.png"/><Relationship Id="rId180" Type="http://schemas.openxmlformats.org/officeDocument/2006/relationships/customXml" Target="../ink/ink188.xml"/><Relationship Id="rId210" Type="http://schemas.openxmlformats.org/officeDocument/2006/relationships/customXml" Target="../ink/ink203.xml"/><Relationship Id="rId215" Type="http://schemas.openxmlformats.org/officeDocument/2006/relationships/image" Target="../media/image204.png"/><Relationship Id="rId26" Type="http://schemas.openxmlformats.org/officeDocument/2006/relationships/customXml" Target="../ink/ink111.xml"/><Relationship Id="rId47" Type="http://schemas.openxmlformats.org/officeDocument/2006/relationships/image" Target="../media/image120.png"/><Relationship Id="rId68" Type="http://schemas.openxmlformats.org/officeDocument/2006/relationships/customXml" Target="../ink/ink132.xml"/><Relationship Id="rId89" Type="http://schemas.openxmlformats.org/officeDocument/2006/relationships/image" Target="../media/image141.png"/><Relationship Id="rId112" Type="http://schemas.openxmlformats.org/officeDocument/2006/relationships/customXml" Target="../ink/ink154.xml"/><Relationship Id="rId133" Type="http://schemas.openxmlformats.org/officeDocument/2006/relationships/image" Target="../media/image163.png"/><Relationship Id="rId154" Type="http://schemas.openxmlformats.org/officeDocument/2006/relationships/customXml" Target="../ink/ink175.xml"/><Relationship Id="rId175" Type="http://schemas.openxmlformats.org/officeDocument/2006/relationships/image" Target="../media/image184.png"/><Relationship Id="rId196" Type="http://schemas.openxmlformats.org/officeDocument/2006/relationships/customXml" Target="../ink/ink196.xml"/><Relationship Id="rId200" Type="http://schemas.openxmlformats.org/officeDocument/2006/relationships/customXml" Target="../ink/ink198.xml"/><Relationship Id="rId16" Type="http://schemas.openxmlformats.org/officeDocument/2006/relationships/customXml" Target="../ink/ink106.xml"/><Relationship Id="rId221" Type="http://schemas.openxmlformats.org/officeDocument/2006/relationships/image" Target="../media/image207.png"/><Relationship Id="rId37" Type="http://schemas.openxmlformats.org/officeDocument/2006/relationships/image" Target="../media/image115.png"/><Relationship Id="rId58" Type="http://schemas.openxmlformats.org/officeDocument/2006/relationships/customXml" Target="../ink/ink127.xml"/><Relationship Id="rId79" Type="http://schemas.openxmlformats.org/officeDocument/2006/relationships/image" Target="../media/image136.png"/><Relationship Id="rId102" Type="http://schemas.openxmlformats.org/officeDocument/2006/relationships/customXml" Target="../ink/ink149.xml"/><Relationship Id="rId123" Type="http://schemas.openxmlformats.org/officeDocument/2006/relationships/image" Target="../media/image158.png"/><Relationship Id="rId144" Type="http://schemas.openxmlformats.org/officeDocument/2006/relationships/customXml" Target="../ink/ink170.xml"/><Relationship Id="rId90" Type="http://schemas.openxmlformats.org/officeDocument/2006/relationships/customXml" Target="../ink/ink143.xml"/><Relationship Id="rId165" Type="http://schemas.openxmlformats.org/officeDocument/2006/relationships/image" Target="../media/image179.png"/><Relationship Id="rId186" Type="http://schemas.openxmlformats.org/officeDocument/2006/relationships/customXml" Target="../ink/ink191.xml"/><Relationship Id="rId211" Type="http://schemas.openxmlformats.org/officeDocument/2006/relationships/image" Target="../media/image202.png"/><Relationship Id="rId27" Type="http://schemas.openxmlformats.org/officeDocument/2006/relationships/image" Target="../media/image110.png"/><Relationship Id="rId48" Type="http://schemas.openxmlformats.org/officeDocument/2006/relationships/customXml" Target="../ink/ink122.xml"/><Relationship Id="rId69" Type="http://schemas.openxmlformats.org/officeDocument/2006/relationships/image" Target="../media/image131.png"/><Relationship Id="rId113" Type="http://schemas.openxmlformats.org/officeDocument/2006/relationships/image" Target="../media/image153.png"/><Relationship Id="rId134" Type="http://schemas.openxmlformats.org/officeDocument/2006/relationships/customXml" Target="../ink/ink165.xml"/><Relationship Id="rId80" Type="http://schemas.openxmlformats.org/officeDocument/2006/relationships/customXml" Target="../ink/ink138.xml"/><Relationship Id="rId155" Type="http://schemas.openxmlformats.org/officeDocument/2006/relationships/image" Target="../media/image174.png"/><Relationship Id="rId176" Type="http://schemas.openxmlformats.org/officeDocument/2006/relationships/customXml" Target="../ink/ink186.xml"/><Relationship Id="rId197" Type="http://schemas.openxmlformats.org/officeDocument/2006/relationships/image" Target="../media/image195.png"/><Relationship Id="rId201" Type="http://schemas.openxmlformats.org/officeDocument/2006/relationships/image" Target="../media/image197.png"/><Relationship Id="rId222" Type="http://schemas.openxmlformats.org/officeDocument/2006/relationships/customXml" Target="../ink/ink209.xml"/><Relationship Id="rId17" Type="http://schemas.openxmlformats.org/officeDocument/2006/relationships/image" Target="../media/image105.png"/><Relationship Id="rId38" Type="http://schemas.openxmlformats.org/officeDocument/2006/relationships/customXml" Target="../ink/ink117.xml"/><Relationship Id="rId59" Type="http://schemas.openxmlformats.org/officeDocument/2006/relationships/image" Target="../media/image126.png"/><Relationship Id="rId103" Type="http://schemas.openxmlformats.org/officeDocument/2006/relationships/image" Target="../media/image148.png"/><Relationship Id="rId124" Type="http://schemas.openxmlformats.org/officeDocument/2006/relationships/customXml" Target="../ink/ink160.xml"/><Relationship Id="rId70" Type="http://schemas.openxmlformats.org/officeDocument/2006/relationships/customXml" Target="../ink/ink133.xml"/><Relationship Id="rId91" Type="http://schemas.openxmlformats.org/officeDocument/2006/relationships/image" Target="../media/image142.png"/><Relationship Id="rId145" Type="http://schemas.openxmlformats.org/officeDocument/2006/relationships/image" Target="../media/image169.png"/><Relationship Id="rId166" Type="http://schemas.openxmlformats.org/officeDocument/2006/relationships/customXml" Target="../ink/ink181.xml"/><Relationship Id="rId187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04.xml"/><Relationship Id="rId28" Type="http://schemas.openxmlformats.org/officeDocument/2006/relationships/customXml" Target="../ink/ink112.xml"/><Relationship Id="rId49" Type="http://schemas.openxmlformats.org/officeDocument/2006/relationships/image" Target="../media/image121.png"/><Relationship Id="rId114" Type="http://schemas.openxmlformats.org/officeDocument/2006/relationships/customXml" Target="../ink/ink155.xml"/><Relationship Id="rId60" Type="http://schemas.openxmlformats.org/officeDocument/2006/relationships/customXml" Target="../ink/ink128.xml"/><Relationship Id="rId81" Type="http://schemas.openxmlformats.org/officeDocument/2006/relationships/image" Target="../media/image137.png"/><Relationship Id="rId135" Type="http://schemas.openxmlformats.org/officeDocument/2006/relationships/image" Target="../media/image164.png"/><Relationship Id="rId156" Type="http://schemas.openxmlformats.org/officeDocument/2006/relationships/customXml" Target="../ink/ink176.xml"/><Relationship Id="rId177" Type="http://schemas.openxmlformats.org/officeDocument/2006/relationships/image" Target="../media/image185.png"/><Relationship Id="rId198" Type="http://schemas.openxmlformats.org/officeDocument/2006/relationships/customXml" Target="../ink/ink197.xml"/><Relationship Id="rId202" Type="http://schemas.openxmlformats.org/officeDocument/2006/relationships/customXml" Target="../ink/ink199.xml"/><Relationship Id="rId223" Type="http://schemas.openxmlformats.org/officeDocument/2006/relationships/image" Target="../media/image208.png"/><Relationship Id="rId18" Type="http://schemas.openxmlformats.org/officeDocument/2006/relationships/customXml" Target="../ink/ink107.xml"/><Relationship Id="rId39" Type="http://schemas.openxmlformats.org/officeDocument/2006/relationships/image" Target="../media/image116.png"/><Relationship Id="rId50" Type="http://schemas.openxmlformats.org/officeDocument/2006/relationships/customXml" Target="../ink/ink123.xml"/><Relationship Id="rId104" Type="http://schemas.openxmlformats.org/officeDocument/2006/relationships/customXml" Target="../ink/ink150.xml"/><Relationship Id="rId125" Type="http://schemas.openxmlformats.org/officeDocument/2006/relationships/image" Target="../media/image159.png"/><Relationship Id="rId146" Type="http://schemas.openxmlformats.org/officeDocument/2006/relationships/customXml" Target="../ink/ink171.xml"/><Relationship Id="rId167" Type="http://schemas.openxmlformats.org/officeDocument/2006/relationships/image" Target="../media/image180.png"/><Relationship Id="rId188" Type="http://schemas.openxmlformats.org/officeDocument/2006/relationships/customXml" Target="../ink/ink192.xml"/><Relationship Id="rId71" Type="http://schemas.openxmlformats.org/officeDocument/2006/relationships/image" Target="../media/image132.png"/><Relationship Id="rId92" Type="http://schemas.openxmlformats.org/officeDocument/2006/relationships/customXml" Target="../ink/ink144.xml"/><Relationship Id="rId213" Type="http://schemas.openxmlformats.org/officeDocument/2006/relationships/image" Target="../media/image203.png"/><Relationship Id="rId2" Type="http://schemas.openxmlformats.org/officeDocument/2006/relationships/customXml" Target="../ink/ink99.xml"/><Relationship Id="rId29" Type="http://schemas.openxmlformats.org/officeDocument/2006/relationships/image" Target="../media/image111.png"/><Relationship Id="rId40" Type="http://schemas.openxmlformats.org/officeDocument/2006/relationships/customXml" Target="../ink/ink118.xml"/><Relationship Id="rId115" Type="http://schemas.openxmlformats.org/officeDocument/2006/relationships/image" Target="../media/image154.png"/><Relationship Id="rId136" Type="http://schemas.openxmlformats.org/officeDocument/2006/relationships/customXml" Target="../ink/ink166.xml"/><Relationship Id="rId157" Type="http://schemas.openxmlformats.org/officeDocument/2006/relationships/image" Target="../media/image175.png"/><Relationship Id="rId178" Type="http://schemas.openxmlformats.org/officeDocument/2006/relationships/customXml" Target="../ink/ink187.xml"/><Relationship Id="rId61" Type="http://schemas.openxmlformats.org/officeDocument/2006/relationships/image" Target="../media/image127.png"/><Relationship Id="rId82" Type="http://schemas.openxmlformats.org/officeDocument/2006/relationships/customXml" Target="../ink/ink139.xml"/><Relationship Id="rId199" Type="http://schemas.openxmlformats.org/officeDocument/2006/relationships/image" Target="../media/image196.png"/><Relationship Id="rId203" Type="http://schemas.openxmlformats.org/officeDocument/2006/relationships/image" Target="../media/image198.png"/><Relationship Id="rId19" Type="http://schemas.openxmlformats.org/officeDocument/2006/relationships/image" Target="../media/image106.png"/><Relationship Id="rId30" Type="http://schemas.openxmlformats.org/officeDocument/2006/relationships/customXml" Target="../ink/ink113.xml"/><Relationship Id="rId105" Type="http://schemas.openxmlformats.org/officeDocument/2006/relationships/image" Target="../media/image149.png"/><Relationship Id="rId126" Type="http://schemas.openxmlformats.org/officeDocument/2006/relationships/customXml" Target="../ink/ink161.xml"/><Relationship Id="rId147" Type="http://schemas.openxmlformats.org/officeDocument/2006/relationships/image" Target="../media/image170.png"/><Relationship Id="rId168" Type="http://schemas.openxmlformats.org/officeDocument/2006/relationships/customXml" Target="../ink/ink18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5.png"/><Relationship Id="rId21" Type="http://schemas.openxmlformats.org/officeDocument/2006/relationships/image" Target="../media/image218.png"/><Relationship Id="rId42" Type="http://schemas.openxmlformats.org/officeDocument/2006/relationships/customXml" Target="../ink/ink230.xml"/><Relationship Id="rId63" Type="http://schemas.openxmlformats.org/officeDocument/2006/relationships/image" Target="../media/image239.png"/><Relationship Id="rId84" Type="http://schemas.openxmlformats.org/officeDocument/2006/relationships/customXml" Target="../ink/ink251.xml"/><Relationship Id="rId138" Type="http://schemas.openxmlformats.org/officeDocument/2006/relationships/customXml" Target="../ink/ink278.xml"/><Relationship Id="rId159" Type="http://schemas.openxmlformats.org/officeDocument/2006/relationships/image" Target="../media/image60.png"/><Relationship Id="rId170" Type="http://schemas.openxmlformats.org/officeDocument/2006/relationships/customXml" Target="../ink/ink294.xml"/><Relationship Id="rId191" Type="http://schemas.openxmlformats.org/officeDocument/2006/relationships/image" Target="../media/image301.png"/><Relationship Id="rId205" Type="http://schemas.openxmlformats.org/officeDocument/2006/relationships/image" Target="../media/image308.png"/><Relationship Id="rId226" Type="http://schemas.openxmlformats.org/officeDocument/2006/relationships/customXml" Target="../ink/ink322.xml"/><Relationship Id="rId247" Type="http://schemas.openxmlformats.org/officeDocument/2006/relationships/image" Target="../media/image329.png"/><Relationship Id="rId107" Type="http://schemas.openxmlformats.org/officeDocument/2006/relationships/image" Target="../media/image261.png"/><Relationship Id="rId11" Type="http://schemas.openxmlformats.org/officeDocument/2006/relationships/image" Target="../media/image213.png"/><Relationship Id="rId32" Type="http://schemas.openxmlformats.org/officeDocument/2006/relationships/customXml" Target="../ink/ink225.xml"/><Relationship Id="rId53" Type="http://schemas.openxmlformats.org/officeDocument/2006/relationships/image" Target="../media/image234.png"/><Relationship Id="rId74" Type="http://schemas.openxmlformats.org/officeDocument/2006/relationships/customXml" Target="../ink/ink246.xml"/><Relationship Id="rId128" Type="http://schemas.openxmlformats.org/officeDocument/2006/relationships/customXml" Target="../ink/ink273.xml"/><Relationship Id="rId149" Type="http://schemas.openxmlformats.org/officeDocument/2006/relationships/image" Target="../media/image281.png"/><Relationship Id="rId5" Type="http://schemas.openxmlformats.org/officeDocument/2006/relationships/image" Target="../media/image210.png"/><Relationship Id="rId95" Type="http://schemas.openxmlformats.org/officeDocument/2006/relationships/image" Target="../media/image255.png"/><Relationship Id="rId160" Type="http://schemas.openxmlformats.org/officeDocument/2006/relationships/customXml" Target="../ink/ink289.xml"/><Relationship Id="rId181" Type="http://schemas.openxmlformats.org/officeDocument/2006/relationships/image" Target="../media/image296.png"/><Relationship Id="rId216" Type="http://schemas.openxmlformats.org/officeDocument/2006/relationships/customXml" Target="../ink/ink317.xml"/><Relationship Id="rId237" Type="http://schemas.openxmlformats.org/officeDocument/2006/relationships/image" Target="../media/image324.png"/><Relationship Id="rId22" Type="http://schemas.openxmlformats.org/officeDocument/2006/relationships/customXml" Target="../ink/ink220.xml"/><Relationship Id="rId43" Type="http://schemas.openxmlformats.org/officeDocument/2006/relationships/image" Target="../media/image229.png"/><Relationship Id="rId64" Type="http://schemas.openxmlformats.org/officeDocument/2006/relationships/customXml" Target="../ink/ink241.xml"/><Relationship Id="rId118" Type="http://schemas.openxmlformats.org/officeDocument/2006/relationships/customXml" Target="../ink/ink268.xml"/><Relationship Id="rId139" Type="http://schemas.openxmlformats.org/officeDocument/2006/relationships/image" Target="../media/image276.png"/><Relationship Id="rId85" Type="http://schemas.openxmlformats.org/officeDocument/2006/relationships/image" Target="../media/image250.png"/><Relationship Id="rId150" Type="http://schemas.openxmlformats.org/officeDocument/2006/relationships/customXml" Target="../ink/ink284.xml"/><Relationship Id="rId171" Type="http://schemas.openxmlformats.org/officeDocument/2006/relationships/image" Target="../media/image291.png"/><Relationship Id="rId192" Type="http://schemas.openxmlformats.org/officeDocument/2006/relationships/customXml" Target="../ink/ink305.xml"/><Relationship Id="rId206" Type="http://schemas.openxmlformats.org/officeDocument/2006/relationships/customXml" Target="../ink/ink312.xml"/><Relationship Id="rId227" Type="http://schemas.openxmlformats.org/officeDocument/2006/relationships/image" Target="../media/image319.png"/><Relationship Id="rId248" Type="http://schemas.openxmlformats.org/officeDocument/2006/relationships/customXml" Target="../ink/ink333.xml"/><Relationship Id="rId12" Type="http://schemas.openxmlformats.org/officeDocument/2006/relationships/customXml" Target="../ink/ink215.xml"/><Relationship Id="rId33" Type="http://schemas.openxmlformats.org/officeDocument/2006/relationships/image" Target="../media/image224.png"/><Relationship Id="rId108" Type="http://schemas.openxmlformats.org/officeDocument/2006/relationships/customXml" Target="../ink/ink263.xml"/><Relationship Id="rId129" Type="http://schemas.openxmlformats.org/officeDocument/2006/relationships/image" Target="../media/image271.png"/><Relationship Id="rId54" Type="http://schemas.openxmlformats.org/officeDocument/2006/relationships/customXml" Target="../ink/ink236.xml"/><Relationship Id="rId75" Type="http://schemas.openxmlformats.org/officeDocument/2006/relationships/image" Target="../media/image245.png"/><Relationship Id="rId96" Type="http://schemas.openxmlformats.org/officeDocument/2006/relationships/customXml" Target="../ink/ink257.xml"/><Relationship Id="rId140" Type="http://schemas.openxmlformats.org/officeDocument/2006/relationships/customXml" Target="../ink/ink279.xml"/><Relationship Id="rId161" Type="http://schemas.openxmlformats.org/officeDocument/2006/relationships/image" Target="../media/image286.png"/><Relationship Id="rId182" Type="http://schemas.openxmlformats.org/officeDocument/2006/relationships/customXml" Target="../ink/ink300.xml"/><Relationship Id="rId217" Type="http://schemas.openxmlformats.org/officeDocument/2006/relationships/image" Target="../media/image314.png"/><Relationship Id="rId6" Type="http://schemas.openxmlformats.org/officeDocument/2006/relationships/customXml" Target="../ink/ink212.xml"/><Relationship Id="rId238" Type="http://schemas.openxmlformats.org/officeDocument/2006/relationships/customXml" Target="../ink/ink328.xml"/><Relationship Id="rId23" Type="http://schemas.openxmlformats.org/officeDocument/2006/relationships/image" Target="../media/image219.png"/><Relationship Id="rId119" Type="http://schemas.openxmlformats.org/officeDocument/2006/relationships/image" Target="../media/image266.png"/><Relationship Id="rId44" Type="http://schemas.openxmlformats.org/officeDocument/2006/relationships/customXml" Target="../ink/ink231.xml"/><Relationship Id="rId65" Type="http://schemas.openxmlformats.org/officeDocument/2006/relationships/image" Target="../media/image240.png"/><Relationship Id="rId86" Type="http://schemas.openxmlformats.org/officeDocument/2006/relationships/customXml" Target="../ink/ink252.xml"/><Relationship Id="rId130" Type="http://schemas.openxmlformats.org/officeDocument/2006/relationships/customXml" Target="../ink/ink274.xml"/><Relationship Id="rId151" Type="http://schemas.openxmlformats.org/officeDocument/2006/relationships/image" Target="../media/image282.png"/><Relationship Id="rId172" Type="http://schemas.openxmlformats.org/officeDocument/2006/relationships/customXml" Target="../ink/ink295.xml"/><Relationship Id="rId193" Type="http://schemas.openxmlformats.org/officeDocument/2006/relationships/image" Target="../media/image302.png"/><Relationship Id="rId207" Type="http://schemas.openxmlformats.org/officeDocument/2006/relationships/image" Target="../media/image309.png"/><Relationship Id="rId228" Type="http://schemas.openxmlformats.org/officeDocument/2006/relationships/customXml" Target="../ink/ink323.xml"/><Relationship Id="rId249" Type="http://schemas.openxmlformats.org/officeDocument/2006/relationships/image" Target="../media/image330.png"/><Relationship Id="rId13" Type="http://schemas.openxmlformats.org/officeDocument/2006/relationships/image" Target="../media/image214.png"/><Relationship Id="rId109" Type="http://schemas.openxmlformats.org/officeDocument/2006/relationships/image" Target="../media/image262.png"/><Relationship Id="rId34" Type="http://schemas.openxmlformats.org/officeDocument/2006/relationships/customXml" Target="../ink/ink226.xml"/><Relationship Id="rId55" Type="http://schemas.openxmlformats.org/officeDocument/2006/relationships/image" Target="../media/image235.png"/><Relationship Id="rId76" Type="http://schemas.openxmlformats.org/officeDocument/2006/relationships/customXml" Target="../ink/ink247.xml"/><Relationship Id="rId97" Type="http://schemas.openxmlformats.org/officeDocument/2006/relationships/image" Target="../media/image256.png"/><Relationship Id="rId120" Type="http://schemas.openxmlformats.org/officeDocument/2006/relationships/customXml" Target="../ink/ink269.xml"/><Relationship Id="rId141" Type="http://schemas.openxmlformats.org/officeDocument/2006/relationships/image" Target="../media/image277.png"/><Relationship Id="rId7" Type="http://schemas.openxmlformats.org/officeDocument/2006/relationships/image" Target="../media/image211.png"/><Relationship Id="rId162" Type="http://schemas.openxmlformats.org/officeDocument/2006/relationships/customXml" Target="../ink/ink290.xml"/><Relationship Id="rId183" Type="http://schemas.openxmlformats.org/officeDocument/2006/relationships/image" Target="../media/image297.png"/><Relationship Id="rId218" Type="http://schemas.openxmlformats.org/officeDocument/2006/relationships/customXml" Target="../ink/ink318.xml"/><Relationship Id="rId239" Type="http://schemas.openxmlformats.org/officeDocument/2006/relationships/image" Target="../media/image325.png"/><Relationship Id="rId250" Type="http://schemas.openxmlformats.org/officeDocument/2006/relationships/customXml" Target="../ink/ink334.xml"/><Relationship Id="rId24" Type="http://schemas.openxmlformats.org/officeDocument/2006/relationships/customXml" Target="../ink/ink221.xml"/><Relationship Id="rId45" Type="http://schemas.openxmlformats.org/officeDocument/2006/relationships/image" Target="../media/image230.png"/><Relationship Id="rId66" Type="http://schemas.openxmlformats.org/officeDocument/2006/relationships/customXml" Target="../ink/ink242.xml"/><Relationship Id="rId87" Type="http://schemas.openxmlformats.org/officeDocument/2006/relationships/image" Target="../media/image251.png"/><Relationship Id="rId110" Type="http://schemas.openxmlformats.org/officeDocument/2006/relationships/customXml" Target="../ink/ink264.xml"/><Relationship Id="rId131" Type="http://schemas.openxmlformats.org/officeDocument/2006/relationships/image" Target="../media/image272.png"/><Relationship Id="rId152" Type="http://schemas.openxmlformats.org/officeDocument/2006/relationships/customXml" Target="../ink/ink285.xml"/><Relationship Id="rId173" Type="http://schemas.openxmlformats.org/officeDocument/2006/relationships/image" Target="../media/image292.png"/><Relationship Id="rId194" Type="http://schemas.openxmlformats.org/officeDocument/2006/relationships/customXml" Target="../ink/ink306.xml"/><Relationship Id="rId208" Type="http://schemas.openxmlformats.org/officeDocument/2006/relationships/customXml" Target="../ink/ink313.xml"/><Relationship Id="rId229" Type="http://schemas.openxmlformats.org/officeDocument/2006/relationships/image" Target="../media/image320.png"/><Relationship Id="rId240" Type="http://schemas.openxmlformats.org/officeDocument/2006/relationships/customXml" Target="../ink/ink329.xml"/><Relationship Id="rId14" Type="http://schemas.openxmlformats.org/officeDocument/2006/relationships/customXml" Target="../ink/ink216.xml"/><Relationship Id="rId35" Type="http://schemas.openxmlformats.org/officeDocument/2006/relationships/image" Target="../media/image225.png"/><Relationship Id="rId56" Type="http://schemas.openxmlformats.org/officeDocument/2006/relationships/customXml" Target="../ink/ink237.xml"/><Relationship Id="rId77" Type="http://schemas.openxmlformats.org/officeDocument/2006/relationships/image" Target="../media/image246.png"/><Relationship Id="rId100" Type="http://schemas.openxmlformats.org/officeDocument/2006/relationships/customXml" Target="../ink/ink259.xml"/><Relationship Id="rId8" Type="http://schemas.openxmlformats.org/officeDocument/2006/relationships/customXml" Target="../ink/ink213.xml"/><Relationship Id="rId98" Type="http://schemas.openxmlformats.org/officeDocument/2006/relationships/customXml" Target="../ink/ink258.xml"/><Relationship Id="rId121" Type="http://schemas.openxmlformats.org/officeDocument/2006/relationships/image" Target="../media/image267.png"/><Relationship Id="rId142" Type="http://schemas.openxmlformats.org/officeDocument/2006/relationships/customXml" Target="../ink/ink280.xml"/><Relationship Id="rId163" Type="http://schemas.openxmlformats.org/officeDocument/2006/relationships/image" Target="../media/image287.png"/><Relationship Id="rId184" Type="http://schemas.openxmlformats.org/officeDocument/2006/relationships/customXml" Target="../ink/ink301.xml"/><Relationship Id="rId219" Type="http://schemas.openxmlformats.org/officeDocument/2006/relationships/image" Target="../media/image315.png"/><Relationship Id="rId230" Type="http://schemas.openxmlformats.org/officeDocument/2006/relationships/customXml" Target="../ink/ink324.xml"/><Relationship Id="rId251" Type="http://schemas.openxmlformats.org/officeDocument/2006/relationships/image" Target="../media/image331.png"/><Relationship Id="rId25" Type="http://schemas.openxmlformats.org/officeDocument/2006/relationships/image" Target="../media/image220.png"/><Relationship Id="rId46" Type="http://schemas.openxmlformats.org/officeDocument/2006/relationships/customXml" Target="../ink/ink232.xml"/><Relationship Id="rId67" Type="http://schemas.openxmlformats.org/officeDocument/2006/relationships/image" Target="../media/image241.png"/><Relationship Id="rId88" Type="http://schemas.openxmlformats.org/officeDocument/2006/relationships/customXml" Target="../ink/ink253.xml"/><Relationship Id="rId111" Type="http://schemas.openxmlformats.org/officeDocument/2006/relationships/image" Target="../media/image263.png"/><Relationship Id="rId132" Type="http://schemas.openxmlformats.org/officeDocument/2006/relationships/customXml" Target="../ink/ink275.xml"/><Relationship Id="rId153" Type="http://schemas.openxmlformats.org/officeDocument/2006/relationships/image" Target="../media/image283.png"/><Relationship Id="rId174" Type="http://schemas.openxmlformats.org/officeDocument/2006/relationships/customXml" Target="../ink/ink296.xml"/><Relationship Id="rId195" Type="http://schemas.openxmlformats.org/officeDocument/2006/relationships/image" Target="../media/image303.png"/><Relationship Id="rId209" Type="http://schemas.openxmlformats.org/officeDocument/2006/relationships/image" Target="../media/image310.png"/><Relationship Id="rId220" Type="http://schemas.openxmlformats.org/officeDocument/2006/relationships/customXml" Target="../ink/ink319.xml"/><Relationship Id="rId241" Type="http://schemas.openxmlformats.org/officeDocument/2006/relationships/image" Target="../media/image326.png"/><Relationship Id="rId15" Type="http://schemas.openxmlformats.org/officeDocument/2006/relationships/image" Target="../media/image215.png"/><Relationship Id="rId36" Type="http://schemas.openxmlformats.org/officeDocument/2006/relationships/customXml" Target="../ink/ink227.xml"/><Relationship Id="rId57" Type="http://schemas.openxmlformats.org/officeDocument/2006/relationships/image" Target="../media/image236.png"/><Relationship Id="rId78" Type="http://schemas.openxmlformats.org/officeDocument/2006/relationships/customXml" Target="../ink/ink248.xml"/><Relationship Id="rId99" Type="http://schemas.openxmlformats.org/officeDocument/2006/relationships/image" Target="../media/image257.png"/><Relationship Id="rId101" Type="http://schemas.openxmlformats.org/officeDocument/2006/relationships/image" Target="../media/image258.png"/><Relationship Id="rId122" Type="http://schemas.openxmlformats.org/officeDocument/2006/relationships/customXml" Target="../ink/ink270.xml"/><Relationship Id="rId143" Type="http://schemas.openxmlformats.org/officeDocument/2006/relationships/image" Target="../media/image278.png"/><Relationship Id="rId164" Type="http://schemas.openxmlformats.org/officeDocument/2006/relationships/customXml" Target="../ink/ink291.xml"/><Relationship Id="rId185" Type="http://schemas.openxmlformats.org/officeDocument/2006/relationships/image" Target="../media/image298.png"/><Relationship Id="rId9" Type="http://schemas.openxmlformats.org/officeDocument/2006/relationships/image" Target="../media/image212.png"/><Relationship Id="rId210" Type="http://schemas.openxmlformats.org/officeDocument/2006/relationships/customXml" Target="../ink/ink314.xml"/><Relationship Id="rId26" Type="http://schemas.openxmlformats.org/officeDocument/2006/relationships/customXml" Target="../ink/ink222.xml"/><Relationship Id="rId231" Type="http://schemas.openxmlformats.org/officeDocument/2006/relationships/image" Target="../media/image321.png"/><Relationship Id="rId252" Type="http://schemas.openxmlformats.org/officeDocument/2006/relationships/customXml" Target="../ink/ink335.xml"/><Relationship Id="rId47" Type="http://schemas.openxmlformats.org/officeDocument/2006/relationships/image" Target="../media/image231.png"/><Relationship Id="rId68" Type="http://schemas.openxmlformats.org/officeDocument/2006/relationships/customXml" Target="../ink/ink243.xml"/><Relationship Id="rId89" Type="http://schemas.openxmlformats.org/officeDocument/2006/relationships/image" Target="../media/image252.png"/><Relationship Id="rId112" Type="http://schemas.openxmlformats.org/officeDocument/2006/relationships/customXml" Target="../ink/ink265.xml"/><Relationship Id="rId133" Type="http://schemas.openxmlformats.org/officeDocument/2006/relationships/image" Target="../media/image273.png"/><Relationship Id="rId154" Type="http://schemas.openxmlformats.org/officeDocument/2006/relationships/customXml" Target="../ink/ink286.xml"/><Relationship Id="rId175" Type="http://schemas.openxmlformats.org/officeDocument/2006/relationships/image" Target="../media/image293.png"/><Relationship Id="rId196" Type="http://schemas.openxmlformats.org/officeDocument/2006/relationships/customXml" Target="../ink/ink307.xml"/><Relationship Id="rId200" Type="http://schemas.openxmlformats.org/officeDocument/2006/relationships/customXml" Target="../ink/ink309.xml"/><Relationship Id="rId16" Type="http://schemas.openxmlformats.org/officeDocument/2006/relationships/customXml" Target="../ink/ink217.xml"/><Relationship Id="rId221" Type="http://schemas.openxmlformats.org/officeDocument/2006/relationships/image" Target="../media/image316.png"/><Relationship Id="rId242" Type="http://schemas.openxmlformats.org/officeDocument/2006/relationships/customXml" Target="../ink/ink330.xml"/><Relationship Id="rId37" Type="http://schemas.openxmlformats.org/officeDocument/2006/relationships/image" Target="../media/image226.png"/><Relationship Id="rId58" Type="http://schemas.openxmlformats.org/officeDocument/2006/relationships/customXml" Target="../ink/ink238.xml"/><Relationship Id="rId79" Type="http://schemas.openxmlformats.org/officeDocument/2006/relationships/image" Target="../media/image247.png"/><Relationship Id="rId102" Type="http://schemas.openxmlformats.org/officeDocument/2006/relationships/customXml" Target="../ink/ink260.xml"/><Relationship Id="rId123" Type="http://schemas.openxmlformats.org/officeDocument/2006/relationships/image" Target="../media/image268.png"/><Relationship Id="rId144" Type="http://schemas.openxmlformats.org/officeDocument/2006/relationships/customXml" Target="../ink/ink281.xml"/><Relationship Id="rId90" Type="http://schemas.openxmlformats.org/officeDocument/2006/relationships/customXml" Target="../ink/ink254.xml"/><Relationship Id="rId165" Type="http://schemas.openxmlformats.org/officeDocument/2006/relationships/image" Target="../media/image288.png"/><Relationship Id="rId186" Type="http://schemas.openxmlformats.org/officeDocument/2006/relationships/customXml" Target="../ink/ink302.xml"/><Relationship Id="rId211" Type="http://schemas.openxmlformats.org/officeDocument/2006/relationships/image" Target="../media/image311.png"/><Relationship Id="rId232" Type="http://schemas.openxmlformats.org/officeDocument/2006/relationships/customXml" Target="../ink/ink325.xml"/><Relationship Id="rId253" Type="http://schemas.openxmlformats.org/officeDocument/2006/relationships/image" Target="../media/image332.png"/><Relationship Id="rId27" Type="http://schemas.openxmlformats.org/officeDocument/2006/relationships/image" Target="../media/image221.png"/><Relationship Id="rId48" Type="http://schemas.openxmlformats.org/officeDocument/2006/relationships/customXml" Target="../ink/ink233.xml"/><Relationship Id="rId69" Type="http://schemas.openxmlformats.org/officeDocument/2006/relationships/image" Target="../media/image242.png"/><Relationship Id="rId113" Type="http://schemas.openxmlformats.org/officeDocument/2006/relationships/image" Target="../media/image56.png"/><Relationship Id="rId134" Type="http://schemas.openxmlformats.org/officeDocument/2006/relationships/customXml" Target="../ink/ink276.xml"/><Relationship Id="rId80" Type="http://schemas.openxmlformats.org/officeDocument/2006/relationships/customXml" Target="../ink/ink249.xml"/><Relationship Id="rId155" Type="http://schemas.openxmlformats.org/officeDocument/2006/relationships/image" Target="../media/image284.png"/><Relationship Id="rId176" Type="http://schemas.openxmlformats.org/officeDocument/2006/relationships/customXml" Target="../ink/ink297.xml"/><Relationship Id="rId197" Type="http://schemas.openxmlformats.org/officeDocument/2006/relationships/image" Target="../media/image304.png"/><Relationship Id="rId201" Type="http://schemas.openxmlformats.org/officeDocument/2006/relationships/image" Target="../media/image306.png"/><Relationship Id="rId222" Type="http://schemas.openxmlformats.org/officeDocument/2006/relationships/customXml" Target="../ink/ink320.xml"/><Relationship Id="rId243" Type="http://schemas.openxmlformats.org/officeDocument/2006/relationships/image" Target="../media/image327.png"/><Relationship Id="rId17" Type="http://schemas.openxmlformats.org/officeDocument/2006/relationships/image" Target="../media/image216.png"/><Relationship Id="rId38" Type="http://schemas.openxmlformats.org/officeDocument/2006/relationships/customXml" Target="../ink/ink228.xml"/><Relationship Id="rId59" Type="http://schemas.openxmlformats.org/officeDocument/2006/relationships/image" Target="../media/image237.png"/><Relationship Id="rId103" Type="http://schemas.openxmlformats.org/officeDocument/2006/relationships/image" Target="../media/image259.png"/><Relationship Id="rId124" Type="http://schemas.openxmlformats.org/officeDocument/2006/relationships/customXml" Target="../ink/ink271.xml"/><Relationship Id="rId70" Type="http://schemas.openxmlformats.org/officeDocument/2006/relationships/customXml" Target="../ink/ink244.xml"/><Relationship Id="rId91" Type="http://schemas.openxmlformats.org/officeDocument/2006/relationships/image" Target="../media/image253.png"/><Relationship Id="rId145" Type="http://schemas.openxmlformats.org/officeDocument/2006/relationships/image" Target="../media/image279.png"/><Relationship Id="rId166" Type="http://schemas.openxmlformats.org/officeDocument/2006/relationships/customXml" Target="../ink/ink292.xml"/><Relationship Id="rId187" Type="http://schemas.openxmlformats.org/officeDocument/2006/relationships/image" Target="../media/image299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15.xml"/><Relationship Id="rId233" Type="http://schemas.openxmlformats.org/officeDocument/2006/relationships/image" Target="../media/image322.png"/><Relationship Id="rId254" Type="http://schemas.openxmlformats.org/officeDocument/2006/relationships/customXml" Target="../ink/ink336.xml"/><Relationship Id="rId28" Type="http://schemas.openxmlformats.org/officeDocument/2006/relationships/customXml" Target="../ink/ink223.xml"/><Relationship Id="rId49" Type="http://schemas.openxmlformats.org/officeDocument/2006/relationships/image" Target="../media/image232.png"/><Relationship Id="rId114" Type="http://schemas.openxmlformats.org/officeDocument/2006/relationships/customXml" Target="../ink/ink266.xml"/><Relationship Id="rId60" Type="http://schemas.openxmlformats.org/officeDocument/2006/relationships/customXml" Target="../ink/ink239.xml"/><Relationship Id="rId81" Type="http://schemas.openxmlformats.org/officeDocument/2006/relationships/image" Target="../media/image248.png"/><Relationship Id="rId135" Type="http://schemas.openxmlformats.org/officeDocument/2006/relationships/image" Target="../media/image274.png"/><Relationship Id="rId156" Type="http://schemas.openxmlformats.org/officeDocument/2006/relationships/customXml" Target="../ink/ink287.xml"/><Relationship Id="rId177" Type="http://schemas.openxmlformats.org/officeDocument/2006/relationships/image" Target="../media/image294.png"/><Relationship Id="rId198" Type="http://schemas.openxmlformats.org/officeDocument/2006/relationships/customXml" Target="../ink/ink308.xml"/><Relationship Id="rId202" Type="http://schemas.openxmlformats.org/officeDocument/2006/relationships/customXml" Target="../ink/ink310.xml"/><Relationship Id="rId223" Type="http://schemas.openxmlformats.org/officeDocument/2006/relationships/image" Target="../media/image317.png"/><Relationship Id="rId244" Type="http://schemas.openxmlformats.org/officeDocument/2006/relationships/customXml" Target="../ink/ink331.xml"/><Relationship Id="rId18" Type="http://schemas.openxmlformats.org/officeDocument/2006/relationships/customXml" Target="../ink/ink218.xml"/><Relationship Id="rId39" Type="http://schemas.openxmlformats.org/officeDocument/2006/relationships/image" Target="../media/image227.png"/><Relationship Id="rId50" Type="http://schemas.openxmlformats.org/officeDocument/2006/relationships/customXml" Target="../ink/ink234.xml"/><Relationship Id="rId104" Type="http://schemas.openxmlformats.org/officeDocument/2006/relationships/customXml" Target="../ink/ink261.xml"/><Relationship Id="rId125" Type="http://schemas.openxmlformats.org/officeDocument/2006/relationships/image" Target="../media/image269.png"/><Relationship Id="rId146" Type="http://schemas.openxmlformats.org/officeDocument/2006/relationships/customXml" Target="../ink/ink282.xml"/><Relationship Id="rId167" Type="http://schemas.openxmlformats.org/officeDocument/2006/relationships/image" Target="../media/image289.png"/><Relationship Id="rId188" Type="http://schemas.openxmlformats.org/officeDocument/2006/relationships/customXml" Target="../ink/ink303.xml"/><Relationship Id="rId71" Type="http://schemas.openxmlformats.org/officeDocument/2006/relationships/image" Target="../media/image243.png"/><Relationship Id="rId92" Type="http://schemas.openxmlformats.org/officeDocument/2006/relationships/customXml" Target="../ink/ink255.xml"/><Relationship Id="rId213" Type="http://schemas.openxmlformats.org/officeDocument/2006/relationships/image" Target="../media/image312.png"/><Relationship Id="rId234" Type="http://schemas.openxmlformats.org/officeDocument/2006/relationships/customXml" Target="../ink/ink326.xml"/><Relationship Id="rId2" Type="http://schemas.openxmlformats.org/officeDocument/2006/relationships/customXml" Target="../ink/ink210.xml"/><Relationship Id="rId29" Type="http://schemas.openxmlformats.org/officeDocument/2006/relationships/image" Target="../media/image222.png"/><Relationship Id="rId255" Type="http://schemas.openxmlformats.org/officeDocument/2006/relationships/image" Target="../media/image333.png"/><Relationship Id="rId40" Type="http://schemas.openxmlformats.org/officeDocument/2006/relationships/customXml" Target="../ink/ink229.xml"/><Relationship Id="rId115" Type="http://schemas.openxmlformats.org/officeDocument/2006/relationships/image" Target="../media/image264.png"/><Relationship Id="rId136" Type="http://schemas.openxmlformats.org/officeDocument/2006/relationships/customXml" Target="../ink/ink277.xml"/><Relationship Id="rId157" Type="http://schemas.openxmlformats.org/officeDocument/2006/relationships/image" Target="../media/image285.png"/><Relationship Id="rId178" Type="http://schemas.openxmlformats.org/officeDocument/2006/relationships/customXml" Target="../ink/ink298.xml"/><Relationship Id="rId61" Type="http://schemas.openxmlformats.org/officeDocument/2006/relationships/image" Target="../media/image238.png"/><Relationship Id="rId82" Type="http://schemas.openxmlformats.org/officeDocument/2006/relationships/customXml" Target="../ink/ink250.xml"/><Relationship Id="rId199" Type="http://schemas.openxmlformats.org/officeDocument/2006/relationships/image" Target="../media/image305.png"/><Relationship Id="rId203" Type="http://schemas.openxmlformats.org/officeDocument/2006/relationships/image" Target="../media/image307.png"/><Relationship Id="rId19" Type="http://schemas.openxmlformats.org/officeDocument/2006/relationships/image" Target="../media/image217.png"/><Relationship Id="rId224" Type="http://schemas.openxmlformats.org/officeDocument/2006/relationships/customXml" Target="../ink/ink321.xml"/><Relationship Id="rId245" Type="http://schemas.openxmlformats.org/officeDocument/2006/relationships/image" Target="../media/image328.png"/><Relationship Id="rId30" Type="http://schemas.openxmlformats.org/officeDocument/2006/relationships/customXml" Target="../ink/ink224.xml"/><Relationship Id="rId105" Type="http://schemas.openxmlformats.org/officeDocument/2006/relationships/image" Target="../media/image260.png"/><Relationship Id="rId126" Type="http://schemas.openxmlformats.org/officeDocument/2006/relationships/customXml" Target="../ink/ink272.xml"/><Relationship Id="rId147" Type="http://schemas.openxmlformats.org/officeDocument/2006/relationships/image" Target="../media/image280.png"/><Relationship Id="rId168" Type="http://schemas.openxmlformats.org/officeDocument/2006/relationships/customXml" Target="../ink/ink293.xml"/><Relationship Id="rId51" Type="http://schemas.openxmlformats.org/officeDocument/2006/relationships/image" Target="../media/image233.png"/><Relationship Id="rId72" Type="http://schemas.openxmlformats.org/officeDocument/2006/relationships/customXml" Target="../ink/ink245.xml"/><Relationship Id="rId93" Type="http://schemas.openxmlformats.org/officeDocument/2006/relationships/image" Target="../media/image254.png"/><Relationship Id="rId189" Type="http://schemas.openxmlformats.org/officeDocument/2006/relationships/image" Target="../media/image300.png"/><Relationship Id="rId3" Type="http://schemas.openxmlformats.org/officeDocument/2006/relationships/image" Target="../media/image209.png"/><Relationship Id="rId214" Type="http://schemas.openxmlformats.org/officeDocument/2006/relationships/customXml" Target="../ink/ink316.xml"/><Relationship Id="rId235" Type="http://schemas.openxmlformats.org/officeDocument/2006/relationships/image" Target="../media/image323.png"/><Relationship Id="rId256" Type="http://schemas.openxmlformats.org/officeDocument/2006/relationships/customXml" Target="../ink/ink337.xml"/><Relationship Id="rId116" Type="http://schemas.openxmlformats.org/officeDocument/2006/relationships/customXml" Target="../ink/ink267.xml"/><Relationship Id="rId137" Type="http://schemas.openxmlformats.org/officeDocument/2006/relationships/image" Target="../media/image275.png"/><Relationship Id="rId158" Type="http://schemas.openxmlformats.org/officeDocument/2006/relationships/customXml" Target="../ink/ink288.xml"/><Relationship Id="rId20" Type="http://schemas.openxmlformats.org/officeDocument/2006/relationships/customXml" Target="../ink/ink219.xml"/><Relationship Id="rId41" Type="http://schemas.openxmlformats.org/officeDocument/2006/relationships/image" Target="../media/image228.png"/><Relationship Id="rId62" Type="http://schemas.openxmlformats.org/officeDocument/2006/relationships/customXml" Target="../ink/ink240.xml"/><Relationship Id="rId83" Type="http://schemas.openxmlformats.org/officeDocument/2006/relationships/image" Target="../media/image249.png"/><Relationship Id="rId179" Type="http://schemas.openxmlformats.org/officeDocument/2006/relationships/image" Target="../media/image295.png"/><Relationship Id="rId190" Type="http://schemas.openxmlformats.org/officeDocument/2006/relationships/customXml" Target="../ink/ink304.xml"/><Relationship Id="rId204" Type="http://schemas.openxmlformats.org/officeDocument/2006/relationships/customXml" Target="../ink/ink311.xml"/><Relationship Id="rId225" Type="http://schemas.openxmlformats.org/officeDocument/2006/relationships/image" Target="../media/image318.png"/><Relationship Id="rId246" Type="http://schemas.openxmlformats.org/officeDocument/2006/relationships/customXml" Target="../ink/ink332.xml"/><Relationship Id="rId106" Type="http://schemas.openxmlformats.org/officeDocument/2006/relationships/customXml" Target="../ink/ink262.xml"/><Relationship Id="rId127" Type="http://schemas.openxmlformats.org/officeDocument/2006/relationships/image" Target="../media/image270.png"/><Relationship Id="rId10" Type="http://schemas.openxmlformats.org/officeDocument/2006/relationships/customXml" Target="../ink/ink214.xml"/><Relationship Id="rId31" Type="http://schemas.openxmlformats.org/officeDocument/2006/relationships/image" Target="../media/image223.png"/><Relationship Id="rId52" Type="http://schemas.openxmlformats.org/officeDocument/2006/relationships/customXml" Target="../ink/ink235.xml"/><Relationship Id="rId73" Type="http://schemas.openxmlformats.org/officeDocument/2006/relationships/image" Target="../media/image244.png"/><Relationship Id="rId94" Type="http://schemas.openxmlformats.org/officeDocument/2006/relationships/customXml" Target="../ink/ink256.xml"/><Relationship Id="rId148" Type="http://schemas.openxmlformats.org/officeDocument/2006/relationships/customXml" Target="../ink/ink283.xml"/><Relationship Id="rId169" Type="http://schemas.openxmlformats.org/officeDocument/2006/relationships/image" Target="../media/image290.png"/><Relationship Id="rId4" Type="http://schemas.openxmlformats.org/officeDocument/2006/relationships/customXml" Target="../ink/ink211.xml"/><Relationship Id="rId180" Type="http://schemas.openxmlformats.org/officeDocument/2006/relationships/customXml" Target="../ink/ink299.xml"/><Relationship Id="rId215" Type="http://schemas.openxmlformats.org/officeDocument/2006/relationships/image" Target="../media/image313.png"/><Relationship Id="rId236" Type="http://schemas.openxmlformats.org/officeDocument/2006/relationships/customXml" Target="../ink/ink327.xml"/><Relationship Id="rId257" Type="http://schemas.openxmlformats.org/officeDocument/2006/relationships/image" Target="../media/image334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2.png"/><Relationship Id="rId21" Type="http://schemas.openxmlformats.org/officeDocument/2006/relationships/image" Target="../media/image344.png"/><Relationship Id="rId42" Type="http://schemas.openxmlformats.org/officeDocument/2006/relationships/customXml" Target="../ink/ink358.xml"/><Relationship Id="rId63" Type="http://schemas.openxmlformats.org/officeDocument/2006/relationships/image" Target="../media/image365.png"/><Relationship Id="rId84" Type="http://schemas.openxmlformats.org/officeDocument/2006/relationships/customXml" Target="../ink/ink379.xml"/><Relationship Id="rId138" Type="http://schemas.openxmlformats.org/officeDocument/2006/relationships/customXml" Target="../ink/ink406.xml"/><Relationship Id="rId159" Type="http://schemas.openxmlformats.org/officeDocument/2006/relationships/image" Target="../media/image413.png"/><Relationship Id="rId170" Type="http://schemas.openxmlformats.org/officeDocument/2006/relationships/customXml" Target="../ink/ink422.xml"/><Relationship Id="rId107" Type="http://schemas.openxmlformats.org/officeDocument/2006/relationships/image" Target="../media/image387.png"/><Relationship Id="rId11" Type="http://schemas.openxmlformats.org/officeDocument/2006/relationships/image" Target="../media/image339.png"/><Relationship Id="rId32" Type="http://schemas.openxmlformats.org/officeDocument/2006/relationships/customXml" Target="../ink/ink353.xml"/><Relationship Id="rId53" Type="http://schemas.openxmlformats.org/officeDocument/2006/relationships/image" Target="../media/image360.png"/><Relationship Id="rId74" Type="http://schemas.openxmlformats.org/officeDocument/2006/relationships/customXml" Target="../ink/ink374.xml"/><Relationship Id="rId128" Type="http://schemas.openxmlformats.org/officeDocument/2006/relationships/customXml" Target="../ink/ink401.xml"/><Relationship Id="rId149" Type="http://schemas.openxmlformats.org/officeDocument/2006/relationships/image" Target="../media/image408.png"/><Relationship Id="rId5" Type="http://schemas.openxmlformats.org/officeDocument/2006/relationships/image" Target="../media/image336.png"/><Relationship Id="rId95" Type="http://schemas.openxmlformats.org/officeDocument/2006/relationships/image" Target="../media/image381.png"/><Relationship Id="rId160" Type="http://schemas.openxmlformats.org/officeDocument/2006/relationships/customXml" Target="../ink/ink417.xml"/><Relationship Id="rId22" Type="http://schemas.openxmlformats.org/officeDocument/2006/relationships/customXml" Target="../ink/ink348.xml"/><Relationship Id="rId43" Type="http://schemas.openxmlformats.org/officeDocument/2006/relationships/image" Target="../media/image355.png"/><Relationship Id="rId64" Type="http://schemas.openxmlformats.org/officeDocument/2006/relationships/customXml" Target="../ink/ink369.xml"/><Relationship Id="rId118" Type="http://schemas.openxmlformats.org/officeDocument/2006/relationships/customXml" Target="../ink/ink396.xml"/><Relationship Id="rId139" Type="http://schemas.openxmlformats.org/officeDocument/2006/relationships/image" Target="../media/image403.png"/><Relationship Id="rId85" Type="http://schemas.openxmlformats.org/officeDocument/2006/relationships/image" Target="../media/image376.png"/><Relationship Id="rId150" Type="http://schemas.openxmlformats.org/officeDocument/2006/relationships/customXml" Target="../ink/ink412.xml"/><Relationship Id="rId171" Type="http://schemas.openxmlformats.org/officeDocument/2006/relationships/image" Target="../media/image419.png"/><Relationship Id="rId12" Type="http://schemas.openxmlformats.org/officeDocument/2006/relationships/customXml" Target="../ink/ink343.xml"/><Relationship Id="rId33" Type="http://schemas.openxmlformats.org/officeDocument/2006/relationships/image" Target="../media/image350.png"/><Relationship Id="rId108" Type="http://schemas.openxmlformats.org/officeDocument/2006/relationships/customXml" Target="../ink/ink391.xml"/><Relationship Id="rId129" Type="http://schemas.openxmlformats.org/officeDocument/2006/relationships/image" Target="../media/image398.png"/><Relationship Id="rId54" Type="http://schemas.openxmlformats.org/officeDocument/2006/relationships/customXml" Target="../ink/ink364.xml"/><Relationship Id="rId75" Type="http://schemas.openxmlformats.org/officeDocument/2006/relationships/image" Target="../media/image371.png"/><Relationship Id="rId96" Type="http://schemas.openxmlformats.org/officeDocument/2006/relationships/customXml" Target="../ink/ink385.xml"/><Relationship Id="rId140" Type="http://schemas.openxmlformats.org/officeDocument/2006/relationships/customXml" Target="../ink/ink407.xml"/><Relationship Id="rId161" Type="http://schemas.openxmlformats.org/officeDocument/2006/relationships/image" Target="../media/image4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0.xml"/><Relationship Id="rId23" Type="http://schemas.openxmlformats.org/officeDocument/2006/relationships/image" Target="../media/image345.png"/><Relationship Id="rId28" Type="http://schemas.openxmlformats.org/officeDocument/2006/relationships/customXml" Target="../ink/ink351.xml"/><Relationship Id="rId49" Type="http://schemas.openxmlformats.org/officeDocument/2006/relationships/image" Target="../media/image358.png"/><Relationship Id="rId114" Type="http://schemas.openxmlformats.org/officeDocument/2006/relationships/customXml" Target="../ink/ink394.xml"/><Relationship Id="rId119" Type="http://schemas.openxmlformats.org/officeDocument/2006/relationships/image" Target="../media/image393.png"/><Relationship Id="rId44" Type="http://schemas.openxmlformats.org/officeDocument/2006/relationships/customXml" Target="../ink/ink359.xml"/><Relationship Id="rId60" Type="http://schemas.openxmlformats.org/officeDocument/2006/relationships/customXml" Target="../ink/ink367.xml"/><Relationship Id="rId65" Type="http://schemas.openxmlformats.org/officeDocument/2006/relationships/image" Target="../media/image366.png"/><Relationship Id="rId81" Type="http://schemas.openxmlformats.org/officeDocument/2006/relationships/image" Target="../media/image374.png"/><Relationship Id="rId86" Type="http://schemas.openxmlformats.org/officeDocument/2006/relationships/customXml" Target="../ink/ink380.xml"/><Relationship Id="rId130" Type="http://schemas.openxmlformats.org/officeDocument/2006/relationships/customXml" Target="../ink/ink402.xml"/><Relationship Id="rId135" Type="http://schemas.openxmlformats.org/officeDocument/2006/relationships/image" Target="../media/image401.png"/><Relationship Id="rId151" Type="http://schemas.openxmlformats.org/officeDocument/2006/relationships/image" Target="../media/image409.png"/><Relationship Id="rId156" Type="http://schemas.openxmlformats.org/officeDocument/2006/relationships/customXml" Target="../ink/ink415.xml"/><Relationship Id="rId172" Type="http://schemas.openxmlformats.org/officeDocument/2006/relationships/customXml" Target="../ink/ink423.xml"/><Relationship Id="rId13" Type="http://schemas.openxmlformats.org/officeDocument/2006/relationships/image" Target="../media/image340.png"/><Relationship Id="rId18" Type="http://schemas.openxmlformats.org/officeDocument/2006/relationships/customXml" Target="../ink/ink346.xml"/><Relationship Id="rId39" Type="http://schemas.openxmlformats.org/officeDocument/2006/relationships/image" Target="../media/image353.png"/><Relationship Id="rId109" Type="http://schemas.openxmlformats.org/officeDocument/2006/relationships/image" Target="../media/image388.png"/><Relationship Id="rId34" Type="http://schemas.openxmlformats.org/officeDocument/2006/relationships/customXml" Target="../ink/ink354.xml"/><Relationship Id="rId50" Type="http://schemas.openxmlformats.org/officeDocument/2006/relationships/customXml" Target="../ink/ink362.xml"/><Relationship Id="rId55" Type="http://schemas.openxmlformats.org/officeDocument/2006/relationships/image" Target="../media/image361.png"/><Relationship Id="rId76" Type="http://schemas.openxmlformats.org/officeDocument/2006/relationships/customXml" Target="../ink/ink375.xml"/><Relationship Id="rId97" Type="http://schemas.openxmlformats.org/officeDocument/2006/relationships/image" Target="../media/image382.png"/><Relationship Id="rId104" Type="http://schemas.openxmlformats.org/officeDocument/2006/relationships/customXml" Target="../ink/ink389.xml"/><Relationship Id="rId120" Type="http://schemas.openxmlformats.org/officeDocument/2006/relationships/customXml" Target="../ink/ink397.xml"/><Relationship Id="rId125" Type="http://schemas.openxmlformats.org/officeDocument/2006/relationships/image" Target="../media/image396.png"/><Relationship Id="rId141" Type="http://schemas.openxmlformats.org/officeDocument/2006/relationships/image" Target="../media/image404.png"/><Relationship Id="rId146" Type="http://schemas.openxmlformats.org/officeDocument/2006/relationships/customXml" Target="../ink/ink410.xml"/><Relationship Id="rId167" Type="http://schemas.openxmlformats.org/officeDocument/2006/relationships/image" Target="../media/image417.png"/><Relationship Id="rId7" Type="http://schemas.openxmlformats.org/officeDocument/2006/relationships/image" Target="../media/image337.png"/><Relationship Id="rId71" Type="http://schemas.openxmlformats.org/officeDocument/2006/relationships/image" Target="../media/image369.png"/><Relationship Id="rId92" Type="http://schemas.openxmlformats.org/officeDocument/2006/relationships/customXml" Target="../ink/ink383.xml"/><Relationship Id="rId162" Type="http://schemas.openxmlformats.org/officeDocument/2006/relationships/customXml" Target="../ink/ink418.xml"/><Relationship Id="rId2" Type="http://schemas.openxmlformats.org/officeDocument/2006/relationships/customXml" Target="../ink/ink338.xml"/><Relationship Id="rId29" Type="http://schemas.openxmlformats.org/officeDocument/2006/relationships/image" Target="../media/image348.png"/><Relationship Id="rId24" Type="http://schemas.openxmlformats.org/officeDocument/2006/relationships/customXml" Target="../ink/ink349.xml"/><Relationship Id="rId40" Type="http://schemas.openxmlformats.org/officeDocument/2006/relationships/customXml" Target="../ink/ink357.xml"/><Relationship Id="rId45" Type="http://schemas.openxmlformats.org/officeDocument/2006/relationships/image" Target="../media/image356.png"/><Relationship Id="rId66" Type="http://schemas.openxmlformats.org/officeDocument/2006/relationships/customXml" Target="../ink/ink370.xml"/><Relationship Id="rId87" Type="http://schemas.openxmlformats.org/officeDocument/2006/relationships/image" Target="../media/image377.png"/><Relationship Id="rId110" Type="http://schemas.openxmlformats.org/officeDocument/2006/relationships/customXml" Target="../ink/ink392.xml"/><Relationship Id="rId115" Type="http://schemas.openxmlformats.org/officeDocument/2006/relationships/image" Target="../media/image391.png"/><Relationship Id="rId131" Type="http://schemas.openxmlformats.org/officeDocument/2006/relationships/image" Target="../media/image399.png"/><Relationship Id="rId136" Type="http://schemas.openxmlformats.org/officeDocument/2006/relationships/customXml" Target="../ink/ink405.xml"/><Relationship Id="rId157" Type="http://schemas.openxmlformats.org/officeDocument/2006/relationships/image" Target="../media/image412.png"/><Relationship Id="rId61" Type="http://schemas.openxmlformats.org/officeDocument/2006/relationships/image" Target="../media/image364.png"/><Relationship Id="rId82" Type="http://schemas.openxmlformats.org/officeDocument/2006/relationships/customXml" Target="../ink/ink378.xml"/><Relationship Id="rId152" Type="http://schemas.openxmlformats.org/officeDocument/2006/relationships/customXml" Target="../ink/ink413.xml"/><Relationship Id="rId173" Type="http://schemas.openxmlformats.org/officeDocument/2006/relationships/image" Target="../media/image420.png"/><Relationship Id="rId19" Type="http://schemas.openxmlformats.org/officeDocument/2006/relationships/image" Target="../media/image343.png"/><Relationship Id="rId14" Type="http://schemas.openxmlformats.org/officeDocument/2006/relationships/customXml" Target="../ink/ink344.xml"/><Relationship Id="rId30" Type="http://schemas.openxmlformats.org/officeDocument/2006/relationships/customXml" Target="../ink/ink352.xml"/><Relationship Id="rId35" Type="http://schemas.openxmlformats.org/officeDocument/2006/relationships/image" Target="../media/image351.png"/><Relationship Id="rId56" Type="http://schemas.openxmlformats.org/officeDocument/2006/relationships/customXml" Target="../ink/ink365.xml"/><Relationship Id="rId77" Type="http://schemas.openxmlformats.org/officeDocument/2006/relationships/image" Target="../media/image372.png"/><Relationship Id="rId100" Type="http://schemas.openxmlformats.org/officeDocument/2006/relationships/customXml" Target="../ink/ink387.xml"/><Relationship Id="rId105" Type="http://schemas.openxmlformats.org/officeDocument/2006/relationships/image" Target="../media/image386.png"/><Relationship Id="rId126" Type="http://schemas.openxmlformats.org/officeDocument/2006/relationships/customXml" Target="../ink/ink400.xml"/><Relationship Id="rId147" Type="http://schemas.openxmlformats.org/officeDocument/2006/relationships/image" Target="../media/image407.png"/><Relationship Id="rId168" Type="http://schemas.openxmlformats.org/officeDocument/2006/relationships/customXml" Target="../ink/ink421.xml"/><Relationship Id="rId8" Type="http://schemas.openxmlformats.org/officeDocument/2006/relationships/customXml" Target="../ink/ink341.xml"/><Relationship Id="rId51" Type="http://schemas.openxmlformats.org/officeDocument/2006/relationships/image" Target="../media/image359.png"/><Relationship Id="rId72" Type="http://schemas.openxmlformats.org/officeDocument/2006/relationships/customXml" Target="../ink/ink373.xml"/><Relationship Id="rId93" Type="http://schemas.openxmlformats.org/officeDocument/2006/relationships/image" Target="../media/image380.png"/><Relationship Id="rId98" Type="http://schemas.openxmlformats.org/officeDocument/2006/relationships/customXml" Target="../ink/ink386.xml"/><Relationship Id="rId121" Type="http://schemas.openxmlformats.org/officeDocument/2006/relationships/image" Target="../media/image394.png"/><Relationship Id="rId142" Type="http://schemas.openxmlformats.org/officeDocument/2006/relationships/customXml" Target="../ink/ink408.xml"/><Relationship Id="rId163" Type="http://schemas.openxmlformats.org/officeDocument/2006/relationships/image" Target="../media/image415.png"/><Relationship Id="rId3" Type="http://schemas.openxmlformats.org/officeDocument/2006/relationships/image" Target="../media/image335.png"/><Relationship Id="rId25" Type="http://schemas.openxmlformats.org/officeDocument/2006/relationships/image" Target="../media/image346.png"/><Relationship Id="rId46" Type="http://schemas.openxmlformats.org/officeDocument/2006/relationships/customXml" Target="../ink/ink360.xml"/><Relationship Id="rId67" Type="http://schemas.openxmlformats.org/officeDocument/2006/relationships/image" Target="../media/image367.png"/><Relationship Id="rId116" Type="http://schemas.openxmlformats.org/officeDocument/2006/relationships/customXml" Target="../ink/ink395.xml"/><Relationship Id="rId137" Type="http://schemas.openxmlformats.org/officeDocument/2006/relationships/image" Target="../media/image402.png"/><Relationship Id="rId158" Type="http://schemas.openxmlformats.org/officeDocument/2006/relationships/customXml" Target="../ink/ink416.xml"/><Relationship Id="rId20" Type="http://schemas.openxmlformats.org/officeDocument/2006/relationships/customXml" Target="../ink/ink347.xml"/><Relationship Id="rId41" Type="http://schemas.openxmlformats.org/officeDocument/2006/relationships/image" Target="../media/image354.png"/><Relationship Id="rId62" Type="http://schemas.openxmlformats.org/officeDocument/2006/relationships/customXml" Target="../ink/ink368.xml"/><Relationship Id="rId83" Type="http://schemas.openxmlformats.org/officeDocument/2006/relationships/image" Target="../media/image375.png"/><Relationship Id="rId88" Type="http://schemas.openxmlformats.org/officeDocument/2006/relationships/customXml" Target="../ink/ink381.xml"/><Relationship Id="rId111" Type="http://schemas.openxmlformats.org/officeDocument/2006/relationships/image" Target="../media/image389.png"/><Relationship Id="rId132" Type="http://schemas.openxmlformats.org/officeDocument/2006/relationships/customXml" Target="../ink/ink403.xml"/><Relationship Id="rId153" Type="http://schemas.openxmlformats.org/officeDocument/2006/relationships/image" Target="../media/image410.png"/><Relationship Id="rId15" Type="http://schemas.openxmlformats.org/officeDocument/2006/relationships/image" Target="../media/image341.png"/><Relationship Id="rId36" Type="http://schemas.openxmlformats.org/officeDocument/2006/relationships/customXml" Target="../ink/ink355.xml"/><Relationship Id="rId57" Type="http://schemas.openxmlformats.org/officeDocument/2006/relationships/image" Target="../media/image362.png"/><Relationship Id="rId106" Type="http://schemas.openxmlformats.org/officeDocument/2006/relationships/customXml" Target="../ink/ink390.xml"/><Relationship Id="rId127" Type="http://schemas.openxmlformats.org/officeDocument/2006/relationships/image" Target="../media/image397.png"/><Relationship Id="rId10" Type="http://schemas.openxmlformats.org/officeDocument/2006/relationships/customXml" Target="../ink/ink342.xml"/><Relationship Id="rId31" Type="http://schemas.openxmlformats.org/officeDocument/2006/relationships/image" Target="../media/image349.png"/><Relationship Id="rId52" Type="http://schemas.openxmlformats.org/officeDocument/2006/relationships/customXml" Target="../ink/ink363.xml"/><Relationship Id="rId73" Type="http://schemas.openxmlformats.org/officeDocument/2006/relationships/image" Target="../media/image370.png"/><Relationship Id="rId78" Type="http://schemas.openxmlformats.org/officeDocument/2006/relationships/customXml" Target="../ink/ink376.xml"/><Relationship Id="rId94" Type="http://schemas.openxmlformats.org/officeDocument/2006/relationships/customXml" Target="../ink/ink384.xml"/><Relationship Id="rId99" Type="http://schemas.openxmlformats.org/officeDocument/2006/relationships/image" Target="../media/image383.png"/><Relationship Id="rId101" Type="http://schemas.openxmlformats.org/officeDocument/2006/relationships/image" Target="../media/image384.png"/><Relationship Id="rId122" Type="http://schemas.openxmlformats.org/officeDocument/2006/relationships/customXml" Target="../ink/ink398.xml"/><Relationship Id="rId143" Type="http://schemas.openxmlformats.org/officeDocument/2006/relationships/image" Target="../media/image405.png"/><Relationship Id="rId148" Type="http://schemas.openxmlformats.org/officeDocument/2006/relationships/customXml" Target="../ink/ink411.xml"/><Relationship Id="rId164" Type="http://schemas.openxmlformats.org/officeDocument/2006/relationships/customXml" Target="../ink/ink419.xml"/><Relationship Id="rId169" Type="http://schemas.openxmlformats.org/officeDocument/2006/relationships/image" Target="../media/image418.png"/><Relationship Id="rId4" Type="http://schemas.openxmlformats.org/officeDocument/2006/relationships/customXml" Target="../ink/ink339.xml"/><Relationship Id="rId9" Type="http://schemas.openxmlformats.org/officeDocument/2006/relationships/image" Target="../media/image338.png"/><Relationship Id="rId26" Type="http://schemas.openxmlformats.org/officeDocument/2006/relationships/customXml" Target="../ink/ink350.xml"/><Relationship Id="rId47" Type="http://schemas.openxmlformats.org/officeDocument/2006/relationships/image" Target="../media/image357.png"/><Relationship Id="rId68" Type="http://schemas.openxmlformats.org/officeDocument/2006/relationships/customXml" Target="../ink/ink371.xml"/><Relationship Id="rId89" Type="http://schemas.openxmlformats.org/officeDocument/2006/relationships/image" Target="../media/image378.png"/><Relationship Id="rId112" Type="http://schemas.openxmlformats.org/officeDocument/2006/relationships/customXml" Target="../ink/ink393.xml"/><Relationship Id="rId133" Type="http://schemas.openxmlformats.org/officeDocument/2006/relationships/image" Target="../media/image400.png"/><Relationship Id="rId154" Type="http://schemas.openxmlformats.org/officeDocument/2006/relationships/customXml" Target="../ink/ink414.xml"/><Relationship Id="rId16" Type="http://schemas.openxmlformats.org/officeDocument/2006/relationships/customXml" Target="../ink/ink345.xml"/><Relationship Id="rId37" Type="http://schemas.openxmlformats.org/officeDocument/2006/relationships/image" Target="../media/image352.png"/><Relationship Id="rId58" Type="http://schemas.openxmlformats.org/officeDocument/2006/relationships/customXml" Target="../ink/ink366.xml"/><Relationship Id="rId79" Type="http://schemas.openxmlformats.org/officeDocument/2006/relationships/image" Target="../media/image373.png"/><Relationship Id="rId102" Type="http://schemas.openxmlformats.org/officeDocument/2006/relationships/customXml" Target="../ink/ink388.xml"/><Relationship Id="rId123" Type="http://schemas.openxmlformats.org/officeDocument/2006/relationships/image" Target="../media/image395.png"/><Relationship Id="rId144" Type="http://schemas.openxmlformats.org/officeDocument/2006/relationships/customXml" Target="../ink/ink409.xml"/><Relationship Id="rId90" Type="http://schemas.openxmlformats.org/officeDocument/2006/relationships/customXml" Target="../ink/ink382.xml"/><Relationship Id="rId165" Type="http://schemas.openxmlformats.org/officeDocument/2006/relationships/image" Target="../media/image416.png"/><Relationship Id="rId27" Type="http://schemas.openxmlformats.org/officeDocument/2006/relationships/image" Target="../media/image347.png"/><Relationship Id="rId48" Type="http://schemas.openxmlformats.org/officeDocument/2006/relationships/customXml" Target="../ink/ink361.xml"/><Relationship Id="rId69" Type="http://schemas.openxmlformats.org/officeDocument/2006/relationships/image" Target="../media/image368.png"/><Relationship Id="rId113" Type="http://schemas.openxmlformats.org/officeDocument/2006/relationships/image" Target="../media/image390.png"/><Relationship Id="rId134" Type="http://schemas.openxmlformats.org/officeDocument/2006/relationships/customXml" Target="../ink/ink404.xml"/><Relationship Id="rId80" Type="http://schemas.openxmlformats.org/officeDocument/2006/relationships/customXml" Target="../ink/ink377.xml"/><Relationship Id="rId155" Type="http://schemas.openxmlformats.org/officeDocument/2006/relationships/image" Target="../media/image411.png"/><Relationship Id="rId17" Type="http://schemas.openxmlformats.org/officeDocument/2006/relationships/image" Target="../media/image342.png"/><Relationship Id="rId38" Type="http://schemas.openxmlformats.org/officeDocument/2006/relationships/customXml" Target="../ink/ink356.xml"/><Relationship Id="rId59" Type="http://schemas.openxmlformats.org/officeDocument/2006/relationships/image" Target="../media/image363.png"/><Relationship Id="rId103" Type="http://schemas.openxmlformats.org/officeDocument/2006/relationships/image" Target="../media/image385.png"/><Relationship Id="rId124" Type="http://schemas.openxmlformats.org/officeDocument/2006/relationships/customXml" Target="../ink/ink399.xml"/><Relationship Id="rId70" Type="http://schemas.openxmlformats.org/officeDocument/2006/relationships/customXml" Target="../ink/ink372.xml"/><Relationship Id="rId91" Type="http://schemas.openxmlformats.org/officeDocument/2006/relationships/image" Target="../media/image379.png"/><Relationship Id="rId145" Type="http://schemas.openxmlformats.org/officeDocument/2006/relationships/image" Target="../media/image406.png"/><Relationship Id="rId166" Type="http://schemas.openxmlformats.org/officeDocument/2006/relationships/customXml" Target="../ink/ink4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27.xml"/><Relationship Id="rId13" Type="http://schemas.openxmlformats.org/officeDocument/2006/relationships/image" Target="../media/image425.png"/><Relationship Id="rId18" Type="http://schemas.openxmlformats.org/officeDocument/2006/relationships/customXml" Target="../ink/ink432.xml"/><Relationship Id="rId26" Type="http://schemas.openxmlformats.org/officeDocument/2006/relationships/customXml" Target="../ink/ink436.xml"/><Relationship Id="rId3" Type="http://schemas.openxmlformats.org/officeDocument/2006/relationships/image" Target="../media/image421.png"/><Relationship Id="rId21" Type="http://schemas.openxmlformats.org/officeDocument/2006/relationships/image" Target="../media/image429.png"/><Relationship Id="rId7" Type="http://schemas.openxmlformats.org/officeDocument/2006/relationships/image" Target="../media/image423.png"/><Relationship Id="rId12" Type="http://schemas.openxmlformats.org/officeDocument/2006/relationships/customXml" Target="../ink/ink429.xml"/><Relationship Id="rId17" Type="http://schemas.openxmlformats.org/officeDocument/2006/relationships/image" Target="../media/image427.png"/><Relationship Id="rId25" Type="http://schemas.openxmlformats.org/officeDocument/2006/relationships/image" Target="../media/image431.png"/><Relationship Id="rId2" Type="http://schemas.openxmlformats.org/officeDocument/2006/relationships/customXml" Target="../ink/ink424.xml"/><Relationship Id="rId16" Type="http://schemas.openxmlformats.org/officeDocument/2006/relationships/customXml" Target="../ink/ink431.xml"/><Relationship Id="rId20" Type="http://schemas.openxmlformats.org/officeDocument/2006/relationships/customXml" Target="../ink/ink4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6.xml"/><Relationship Id="rId11" Type="http://schemas.openxmlformats.org/officeDocument/2006/relationships/image" Target="../media/image56.png"/><Relationship Id="rId24" Type="http://schemas.openxmlformats.org/officeDocument/2006/relationships/customXml" Target="../ink/ink435.xml"/><Relationship Id="rId5" Type="http://schemas.openxmlformats.org/officeDocument/2006/relationships/image" Target="../media/image422.png"/><Relationship Id="rId15" Type="http://schemas.openxmlformats.org/officeDocument/2006/relationships/image" Target="../media/image426.png"/><Relationship Id="rId23" Type="http://schemas.openxmlformats.org/officeDocument/2006/relationships/image" Target="../media/image430.png"/><Relationship Id="rId10" Type="http://schemas.openxmlformats.org/officeDocument/2006/relationships/customXml" Target="../ink/ink428.xml"/><Relationship Id="rId19" Type="http://schemas.openxmlformats.org/officeDocument/2006/relationships/image" Target="../media/image428.png"/><Relationship Id="rId4" Type="http://schemas.openxmlformats.org/officeDocument/2006/relationships/customXml" Target="../ink/ink425.xml"/><Relationship Id="rId9" Type="http://schemas.openxmlformats.org/officeDocument/2006/relationships/image" Target="../media/image424.png"/><Relationship Id="rId14" Type="http://schemas.openxmlformats.org/officeDocument/2006/relationships/customXml" Target="../ink/ink430.xml"/><Relationship Id="rId22" Type="http://schemas.openxmlformats.org/officeDocument/2006/relationships/customXml" Target="../ink/ink434.xml"/><Relationship Id="rId27" Type="http://schemas.openxmlformats.org/officeDocument/2006/relationships/image" Target="../media/image432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49.xml"/><Relationship Id="rId21" Type="http://schemas.openxmlformats.org/officeDocument/2006/relationships/image" Target="../media/image442.png"/><Relationship Id="rId42" Type="http://schemas.openxmlformats.org/officeDocument/2006/relationships/customXml" Target="../ink/ink457.xml"/><Relationship Id="rId47" Type="http://schemas.openxmlformats.org/officeDocument/2006/relationships/image" Target="../media/image454.png"/><Relationship Id="rId63" Type="http://schemas.openxmlformats.org/officeDocument/2006/relationships/image" Target="../media/image462.png"/><Relationship Id="rId68" Type="http://schemas.openxmlformats.org/officeDocument/2006/relationships/customXml" Target="../ink/ink470.xml"/><Relationship Id="rId84" Type="http://schemas.openxmlformats.org/officeDocument/2006/relationships/customXml" Target="../ink/ink478.xml"/><Relationship Id="rId89" Type="http://schemas.openxmlformats.org/officeDocument/2006/relationships/image" Target="../media/image475.png"/><Relationship Id="rId16" Type="http://schemas.openxmlformats.org/officeDocument/2006/relationships/customXml" Target="../ink/ink444.xml"/><Relationship Id="rId107" Type="http://schemas.openxmlformats.org/officeDocument/2006/relationships/image" Target="../media/image484.png"/><Relationship Id="rId11" Type="http://schemas.openxmlformats.org/officeDocument/2006/relationships/image" Target="../media/image437.png"/><Relationship Id="rId32" Type="http://schemas.openxmlformats.org/officeDocument/2006/relationships/customXml" Target="../ink/ink452.xml"/><Relationship Id="rId37" Type="http://schemas.openxmlformats.org/officeDocument/2006/relationships/image" Target="../media/image450.png"/><Relationship Id="rId53" Type="http://schemas.openxmlformats.org/officeDocument/2006/relationships/image" Target="../media/image457.png"/><Relationship Id="rId58" Type="http://schemas.openxmlformats.org/officeDocument/2006/relationships/customXml" Target="../ink/ink465.xml"/><Relationship Id="rId74" Type="http://schemas.openxmlformats.org/officeDocument/2006/relationships/customXml" Target="../ink/ink473.xml"/><Relationship Id="rId79" Type="http://schemas.openxmlformats.org/officeDocument/2006/relationships/image" Target="../media/image470.png"/><Relationship Id="rId102" Type="http://schemas.openxmlformats.org/officeDocument/2006/relationships/customXml" Target="../ink/ink487.xml"/><Relationship Id="rId5" Type="http://schemas.openxmlformats.org/officeDocument/2006/relationships/image" Target="../media/image434.png"/><Relationship Id="rId90" Type="http://schemas.openxmlformats.org/officeDocument/2006/relationships/customXml" Target="../ink/ink481.xml"/><Relationship Id="rId95" Type="http://schemas.openxmlformats.org/officeDocument/2006/relationships/image" Target="../media/image478.png"/><Relationship Id="rId22" Type="http://schemas.openxmlformats.org/officeDocument/2006/relationships/customXml" Target="../ink/ink447.xml"/><Relationship Id="rId27" Type="http://schemas.openxmlformats.org/officeDocument/2006/relationships/image" Target="../media/image445.png"/><Relationship Id="rId43" Type="http://schemas.openxmlformats.org/officeDocument/2006/relationships/image" Target="../media/image452.png"/><Relationship Id="rId48" Type="http://schemas.openxmlformats.org/officeDocument/2006/relationships/customXml" Target="../ink/ink460.xml"/><Relationship Id="rId64" Type="http://schemas.openxmlformats.org/officeDocument/2006/relationships/customXml" Target="../ink/ink468.xml"/><Relationship Id="rId69" Type="http://schemas.openxmlformats.org/officeDocument/2006/relationships/image" Target="../media/image465.png"/><Relationship Id="rId80" Type="http://schemas.openxmlformats.org/officeDocument/2006/relationships/customXml" Target="../ink/ink476.xml"/><Relationship Id="rId85" Type="http://schemas.openxmlformats.org/officeDocument/2006/relationships/image" Target="../media/image473.png"/><Relationship Id="rId12" Type="http://schemas.openxmlformats.org/officeDocument/2006/relationships/customXml" Target="../ink/ink442.xml"/><Relationship Id="rId17" Type="http://schemas.openxmlformats.org/officeDocument/2006/relationships/image" Target="../media/image440.png"/><Relationship Id="rId33" Type="http://schemas.openxmlformats.org/officeDocument/2006/relationships/image" Target="../media/image448.png"/><Relationship Id="rId38" Type="http://schemas.openxmlformats.org/officeDocument/2006/relationships/customXml" Target="../ink/ink455.xml"/><Relationship Id="rId59" Type="http://schemas.openxmlformats.org/officeDocument/2006/relationships/image" Target="../media/image460.png"/><Relationship Id="rId103" Type="http://schemas.openxmlformats.org/officeDocument/2006/relationships/image" Target="../media/image482.png"/><Relationship Id="rId108" Type="http://schemas.openxmlformats.org/officeDocument/2006/relationships/customXml" Target="../ink/ink490.xml"/><Relationship Id="rId54" Type="http://schemas.openxmlformats.org/officeDocument/2006/relationships/customXml" Target="../ink/ink463.xml"/><Relationship Id="rId70" Type="http://schemas.openxmlformats.org/officeDocument/2006/relationships/customXml" Target="../ink/ink471.xml"/><Relationship Id="rId75" Type="http://schemas.openxmlformats.org/officeDocument/2006/relationships/image" Target="../media/image468.png"/><Relationship Id="rId91" Type="http://schemas.openxmlformats.org/officeDocument/2006/relationships/image" Target="../media/image476.png"/><Relationship Id="rId96" Type="http://schemas.openxmlformats.org/officeDocument/2006/relationships/customXml" Target="../ink/ink48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9.xml"/><Relationship Id="rId15" Type="http://schemas.openxmlformats.org/officeDocument/2006/relationships/image" Target="../media/image439.png"/><Relationship Id="rId23" Type="http://schemas.openxmlformats.org/officeDocument/2006/relationships/image" Target="../media/image443.png"/><Relationship Id="rId28" Type="http://schemas.openxmlformats.org/officeDocument/2006/relationships/customXml" Target="../ink/ink450.xml"/><Relationship Id="rId36" Type="http://schemas.openxmlformats.org/officeDocument/2006/relationships/customXml" Target="../ink/ink454.xml"/><Relationship Id="rId49" Type="http://schemas.openxmlformats.org/officeDocument/2006/relationships/image" Target="../media/image455.png"/><Relationship Id="rId57" Type="http://schemas.openxmlformats.org/officeDocument/2006/relationships/image" Target="../media/image459.png"/><Relationship Id="rId106" Type="http://schemas.openxmlformats.org/officeDocument/2006/relationships/customXml" Target="../ink/ink489.xml"/><Relationship Id="rId10" Type="http://schemas.openxmlformats.org/officeDocument/2006/relationships/customXml" Target="../ink/ink441.xml"/><Relationship Id="rId31" Type="http://schemas.openxmlformats.org/officeDocument/2006/relationships/image" Target="../media/image447.png"/><Relationship Id="rId44" Type="http://schemas.openxmlformats.org/officeDocument/2006/relationships/customXml" Target="../ink/ink458.xml"/><Relationship Id="rId52" Type="http://schemas.openxmlformats.org/officeDocument/2006/relationships/customXml" Target="../ink/ink462.xml"/><Relationship Id="rId60" Type="http://schemas.openxmlformats.org/officeDocument/2006/relationships/customXml" Target="../ink/ink466.xml"/><Relationship Id="rId65" Type="http://schemas.openxmlformats.org/officeDocument/2006/relationships/image" Target="../media/image463.png"/><Relationship Id="rId73" Type="http://schemas.openxmlformats.org/officeDocument/2006/relationships/image" Target="../media/image467.png"/><Relationship Id="rId78" Type="http://schemas.openxmlformats.org/officeDocument/2006/relationships/customXml" Target="../ink/ink475.xml"/><Relationship Id="rId81" Type="http://schemas.openxmlformats.org/officeDocument/2006/relationships/image" Target="../media/image471.png"/><Relationship Id="rId86" Type="http://schemas.openxmlformats.org/officeDocument/2006/relationships/customXml" Target="../ink/ink479.xml"/><Relationship Id="rId94" Type="http://schemas.openxmlformats.org/officeDocument/2006/relationships/customXml" Target="../ink/ink483.xml"/><Relationship Id="rId99" Type="http://schemas.openxmlformats.org/officeDocument/2006/relationships/image" Target="../media/image480.png"/><Relationship Id="rId101" Type="http://schemas.openxmlformats.org/officeDocument/2006/relationships/image" Target="../media/image481.png"/><Relationship Id="rId4" Type="http://schemas.openxmlformats.org/officeDocument/2006/relationships/customXml" Target="../ink/ink438.xml"/><Relationship Id="rId9" Type="http://schemas.openxmlformats.org/officeDocument/2006/relationships/image" Target="../media/image436.png"/><Relationship Id="rId13" Type="http://schemas.openxmlformats.org/officeDocument/2006/relationships/image" Target="../media/image438.png"/><Relationship Id="rId18" Type="http://schemas.openxmlformats.org/officeDocument/2006/relationships/customXml" Target="../ink/ink445.xml"/><Relationship Id="rId39" Type="http://schemas.openxmlformats.org/officeDocument/2006/relationships/image" Target="../media/image451.png"/><Relationship Id="rId109" Type="http://schemas.openxmlformats.org/officeDocument/2006/relationships/image" Target="../media/image485.png"/><Relationship Id="rId34" Type="http://schemas.openxmlformats.org/officeDocument/2006/relationships/customXml" Target="../ink/ink453.xml"/><Relationship Id="rId50" Type="http://schemas.openxmlformats.org/officeDocument/2006/relationships/customXml" Target="../ink/ink461.xml"/><Relationship Id="rId55" Type="http://schemas.openxmlformats.org/officeDocument/2006/relationships/image" Target="../media/image458.png"/><Relationship Id="rId76" Type="http://schemas.openxmlformats.org/officeDocument/2006/relationships/customXml" Target="../ink/ink474.xml"/><Relationship Id="rId97" Type="http://schemas.openxmlformats.org/officeDocument/2006/relationships/image" Target="../media/image479.png"/><Relationship Id="rId104" Type="http://schemas.openxmlformats.org/officeDocument/2006/relationships/customXml" Target="../ink/ink488.xml"/><Relationship Id="rId7" Type="http://schemas.openxmlformats.org/officeDocument/2006/relationships/image" Target="../media/image435.png"/><Relationship Id="rId71" Type="http://schemas.openxmlformats.org/officeDocument/2006/relationships/image" Target="../media/image466.png"/><Relationship Id="rId92" Type="http://schemas.openxmlformats.org/officeDocument/2006/relationships/customXml" Target="../ink/ink482.xml"/><Relationship Id="rId2" Type="http://schemas.openxmlformats.org/officeDocument/2006/relationships/customXml" Target="../ink/ink437.xml"/><Relationship Id="rId29" Type="http://schemas.openxmlformats.org/officeDocument/2006/relationships/image" Target="../media/image446.png"/><Relationship Id="rId24" Type="http://schemas.openxmlformats.org/officeDocument/2006/relationships/customXml" Target="../ink/ink448.xml"/><Relationship Id="rId40" Type="http://schemas.openxmlformats.org/officeDocument/2006/relationships/customXml" Target="../ink/ink456.xml"/><Relationship Id="rId45" Type="http://schemas.openxmlformats.org/officeDocument/2006/relationships/image" Target="../media/image453.png"/><Relationship Id="rId66" Type="http://schemas.openxmlformats.org/officeDocument/2006/relationships/customXml" Target="../ink/ink469.xml"/><Relationship Id="rId87" Type="http://schemas.openxmlformats.org/officeDocument/2006/relationships/image" Target="../media/image474.png"/><Relationship Id="rId61" Type="http://schemas.openxmlformats.org/officeDocument/2006/relationships/image" Target="../media/image461.png"/><Relationship Id="rId82" Type="http://schemas.openxmlformats.org/officeDocument/2006/relationships/customXml" Target="../ink/ink477.xml"/><Relationship Id="rId19" Type="http://schemas.openxmlformats.org/officeDocument/2006/relationships/image" Target="../media/image441.png"/><Relationship Id="rId14" Type="http://schemas.openxmlformats.org/officeDocument/2006/relationships/customXml" Target="../ink/ink443.xml"/><Relationship Id="rId30" Type="http://schemas.openxmlformats.org/officeDocument/2006/relationships/customXml" Target="../ink/ink451.xml"/><Relationship Id="rId35" Type="http://schemas.openxmlformats.org/officeDocument/2006/relationships/image" Target="../media/image449.png"/><Relationship Id="rId56" Type="http://schemas.openxmlformats.org/officeDocument/2006/relationships/customXml" Target="../ink/ink464.xml"/><Relationship Id="rId77" Type="http://schemas.openxmlformats.org/officeDocument/2006/relationships/image" Target="../media/image469.png"/><Relationship Id="rId100" Type="http://schemas.openxmlformats.org/officeDocument/2006/relationships/customXml" Target="../ink/ink486.xml"/><Relationship Id="rId105" Type="http://schemas.openxmlformats.org/officeDocument/2006/relationships/image" Target="../media/image483.png"/><Relationship Id="rId8" Type="http://schemas.openxmlformats.org/officeDocument/2006/relationships/customXml" Target="../ink/ink440.xml"/><Relationship Id="rId51" Type="http://schemas.openxmlformats.org/officeDocument/2006/relationships/image" Target="../media/image456.png"/><Relationship Id="rId72" Type="http://schemas.openxmlformats.org/officeDocument/2006/relationships/customXml" Target="../ink/ink472.xml"/><Relationship Id="rId93" Type="http://schemas.openxmlformats.org/officeDocument/2006/relationships/image" Target="../media/image477.png"/><Relationship Id="rId98" Type="http://schemas.openxmlformats.org/officeDocument/2006/relationships/customXml" Target="../ink/ink485.xml"/><Relationship Id="rId3" Type="http://schemas.openxmlformats.org/officeDocument/2006/relationships/image" Target="../media/image433.png"/><Relationship Id="rId25" Type="http://schemas.openxmlformats.org/officeDocument/2006/relationships/image" Target="../media/image444.png"/><Relationship Id="rId46" Type="http://schemas.openxmlformats.org/officeDocument/2006/relationships/customXml" Target="../ink/ink459.xml"/><Relationship Id="rId67" Type="http://schemas.openxmlformats.org/officeDocument/2006/relationships/image" Target="../media/image464.png"/><Relationship Id="rId20" Type="http://schemas.openxmlformats.org/officeDocument/2006/relationships/customXml" Target="../ink/ink446.xml"/><Relationship Id="rId41" Type="http://schemas.openxmlformats.org/officeDocument/2006/relationships/image" Target="../media/image56.png"/><Relationship Id="rId62" Type="http://schemas.openxmlformats.org/officeDocument/2006/relationships/customXml" Target="../ink/ink467.xml"/><Relationship Id="rId83" Type="http://schemas.openxmlformats.org/officeDocument/2006/relationships/image" Target="../media/image472.png"/><Relationship Id="rId88" Type="http://schemas.openxmlformats.org/officeDocument/2006/relationships/customXml" Target="../ink/ink48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6.png"/><Relationship Id="rId2" Type="http://schemas.openxmlformats.org/officeDocument/2006/relationships/customXml" Target="../ink/ink49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7.png"/><Relationship Id="rId2" Type="http://schemas.openxmlformats.org/officeDocument/2006/relationships/customXml" Target="../ink/ink49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8.png"/><Relationship Id="rId2" Type="http://schemas.openxmlformats.org/officeDocument/2006/relationships/customXml" Target="../ink/ink49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9.png"/><Relationship Id="rId4" Type="http://schemas.openxmlformats.org/officeDocument/2006/relationships/customXml" Target="../ink/ink49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customXml" Target="../ink/ink49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1.png"/><Relationship Id="rId4" Type="http://schemas.openxmlformats.org/officeDocument/2006/relationships/customXml" Target="../ink/ink49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2.png"/><Relationship Id="rId2" Type="http://schemas.openxmlformats.org/officeDocument/2006/relationships/customXml" Target="../ink/ink49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1.xml"/><Relationship Id="rId13" Type="http://schemas.openxmlformats.org/officeDocument/2006/relationships/image" Target="../media/image498.png"/><Relationship Id="rId18" Type="http://schemas.openxmlformats.org/officeDocument/2006/relationships/customXml" Target="../ink/ink506.xml"/><Relationship Id="rId26" Type="http://schemas.openxmlformats.org/officeDocument/2006/relationships/customXml" Target="../ink/ink510.xml"/><Relationship Id="rId3" Type="http://schemas.openxmlformats.org/officeDocument/2006/relationships/image" Target="../media/image493.png"/><Relationship Id="rId21" Type="http://schemas.openxmlformats.org/officeDocument/2006/relationships/image" Target="../media/image502.png"/><Relationship Id="rId7" Type="http://schemas.openxmlformats.org/officeDocument/2006/relationships/image" Target="../media/image495.png"/><Relationship Id="rId12" Type="http://schemas.openxmlformats.org/officeDocument/2006/relationships/customXml" Target="../ink/ink503.xml"/><Relationship Id="rId17" Type="http://schemas.openxmlformats.org/officeDocument/2006/relationships/image" Target="../media/image500.png"/><Relationship Id="rId25" Type="http://schemas.openxmlformats.org/officeDocument/2006/relationships/image" Target="../media/image504.png"/><Relationship Id="rId2" Type="http://schemas.openxmlformats.org/officeDocument/2006/relationships/customXml" Target="../ink/ink498.xml"/><Relationship Id="rId16" Type="http://schemas.openxmlformats.org/officeDocument/2006/relationships/customXml" Target="../ink/ink505.xml"/><Relationship Id="rId20" Type="http://schemas.openxmlformats.org/officeDocument/2006/relationships/customXml" Target="../ink/ink50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00.xml"/><Relationship Id="rId11" Type="http://schemas.openxmlformats.org/officeDocument/2006/relationships/image" Target="../media/image497.png"/><Relationship Id="rId24" Type="http://schemas.openxmlformats.org/officeDocument/2006/relationships/customXml" Target="../ink/ink509.xml"/><Relationship Id="rId5" Type="http://schemas.openxmlformats.org/officeDocument/2006/relationships/image" Target="../media/image494.png"/><Relationship Id="rId15" Type="http://schemas.openxmlformats.org/officeDocument/2006/relationships/image" Target="../media/image499.png"/><Relationship Id="rId23" Type="http://schemas.openxmlformats.org/officeDocument/2006/relationships/image" Target="../media/image503.png"/><Relationship Id="rId10" Type="http://schemas.openxmlformats.org/officeDocument/2006/relationships/customXml" Target="../ink/ink502.xml"/><Relationship Id="rId19" Type="http://schemas.openxmlformats.org/officeDocument/2006/relationships/image" Target="../media/image501.png"/><Relationship Id="rId4" Type="http://schemas.openxmlformats.org/officeDocument/2006/relationships/customXml" Target="../ink/ink499.xml"/><Relationship Id="rId9" Type="http://schemas.openxmlformats.org/officeDocument/2006/relationships/image" Target="../media/image496.png"/><Relationship Id="rId14" Type="http://schemas.openxmlformats.org/officeDocument/2006/relationships/customXml" Target="../ink/ink504.xml"/><Relationship Id="rId22" Type="http://schemas.openxmlformats.org/officeDocument/2006/relationships/customXml" Target="../ink/ink508.xml"/><Relationship Id="rId27" Type="http://schemas.openxmlformats.org/officeDocument/2006/relationships/image" Target="../media/image50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6.png"/><Relationship Id="rId2" Type="http://schemas.openxmlformats.org/officeDocument/2006/relationships/customXml" Target="../ink/ink5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7.png"/><Relationship Id="rId4" Type="http://schemas.openxmlformats.org/officeDocument/2006/relationships/customXml" Target="../ink/ink5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6.xml"/><Relationship Id="rId13" Type="http://schemas.openxmlformats.org/officeDocument/2006/relationships/image" Target="../media/image513.png"/><Relationship Id="rId3" Type="http://schemas.openxmlformats.org/officeDocument/2006/relationships/image" Target="../media/image508.png"/><Relationship Id="rId7" Type="http://schemas.openxmlformats.org/officeDocument/2006/relationships/image" Target="../media/image510.png"/><Relationship Id="rId12" Type="http://schemas.openxmlformats.org/officeDocument/2006/relationships/customXml" Target="../ink/ink518.xml"/><Relationship Id="rId17" Type="http://schemas.openxmlformats.org/officeDocument/2006/relationships/image" Target="../media/image515.png"/><Relationship Id="rId2" Type="http://schemas.openxmlformats.org/officeDocument/2006/relationships/customXml" Target="../ink/ink513.xml"/><Relationship Id="rId16" Type="http://schemas.openxmlformats.org/officeDocument/2006/relationships/customXml" Target="../ink/ink5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5.xml"/><Relationship Id="rId11" Type="http://schemas.openxmlformats.org/officeDocument/2006/relationships/image" Target="../media/image512.png"/><Relationship Id="rId5" Type="http://schemas.openxmlformats.org/officeDocument/2006/relationships/image" Target="../media/image509.png"/><Relationship Id="rId15" Type="http://schemas.openxmlformats.org/officeDocument/2006/relationships/image" Target="../media/image514.png"/><Relationship Id="rId10" Type="http://schemas.openxmlformats.org/officeDocument/2006/relationships/customXml" Target="../ink/ink517.xml"/><Relationship Id="rId4" Type="http://schemas.openxmlformats.org/officeDocument/2006/relationships/customXml" Target="../ink/ink514.xml"/><Relationship Id="rId9" Type="http://schemas.openxmlformats.org/officeDocument/2006/relationships/image" Target="../media/image511.png"/><Relationship Id="rId14" Type="http://schemas.openxmlformats.org/officeDocument/2006/relationships/customXml" Target="../ink/ink5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6.png"/><Relationship Id="rId2" Type="http://schemas.openxmlformats.org/officeDocument/2006/relationships/customXml" Target="../ink/ink52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7.png"/><Relationship Id="rId2" Type="http://schemas.openxmlformats.org/officeDocument/2006/relationships/customXml" Target="../ink/ink52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8.png"/><Relationship Id="rId2" Type="http://schemas.openxmlformats.org/officeDocument/2006/relationships/customXml" Target="../ink/ink52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9.png"/><Relationship Id="rId2" Type="http://schemas.openxmlformats.org/officeDocument/2006/relationships/customXml" Target="../ink/ink52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2" Type="http://schemas.openxmlformats.org/officeDocument/2006/relationships/customXml" Target="../ink/ink52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1.png"/><Relationship Id="rId2" Type="http://schemas.openxmlformats.org/officeDocument/2006/relationships/customXml" Target="../ink/ink52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2.png"/><Relationship Id="rId2" Type="http://schemas.openxmlformats.org/officeDocument/2006/relationships/customXml" Target="../ink/ink52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1.xml"/><Relationship Id="rId3" Type="http://schemas.openxmlformats.org/officeDocument/2006/relationships/image" Target="../media/image523.png"/><Relationship Id="rId7" Type="http://schemas.openxmlformats.org/officeDocument/2006/relationships/image" Target="../media/image525.png"/><Relationship Id="rId2" Type="http://schemas.openxmlformats.org/officeDocument/2006/relationships/customXml" Target="../ink/ink5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30.xml"/><Relationship Id="rId5" Type="http://schemas.openxmlformats.org/officeDocument/2006/relationships/image" Target="../media/image524.png"/><Relationship Id="rId4" Type="http://schemas.openxmlformats.org/officeDocument/2006/relationships/customXml" Target="../ink/ink529.xml"/><Relationship Id="rId9" Type="http://schemas.openxmlformats.org/officeDocument/2006/relationships/image" Target="../media/image5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7.png"/><Relationship Id="rId2" Type="http://schemas.openxmlformats.org/officeDocument/2006/relationships/customXml" Target="../ink/ink53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8.png"/><Relationship Id="rId2" Type="http://schemas.openxmlformats.org/officeDocument/2006/relationships/customXml" Target="../ink/ink53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9.png"/><Relationship Id="rId2" Type="http://schemas.openxmlformats.org/officeDocument/2006/relationships/customXml" Target="../ink/ink5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7" name="墨迹 166">
                <a:extLst>
                  <a:ext uri="{FF2B5EF4-FFF2-40B4-BE49-F238E27FC236}">
                    <a16:creationId xmlns:a16="http://schemas.microsoft.com/office/drawing/2014/main" id="{9C7B00A9-04FA-41A0-A3AE-90E19E67C927}"/>
                  </a:ext>
                </a:extLst>
              </p14:cNvPr>
              <p14:cNvContentPartPr/>
              <p14:nvPr/>
            </p14:nvContentPartPr>
            <p14:xfrm>
              <a:off x="76233" y="363513"/>
              <a:ext cx="12605400" cy="6122880"/>
            </p14:xfrm>
          </p:contentPart>
        </mc:Choice>
        <mc:Fallback>
          <p:pic>
            <p:nvPicPr>
              <p:cNvPr id="167" name="墨迹 166">
                <a:extLst>
                  <a:ext uri="{FF2B5EF4-FFF2-40B4-BE49-F238E27FC236}">
                    <a16:creationId xmlns:a16="http://schemas.microsoft.com/office/drawing/2014/main" id="{9C7B00A9-04FA-41A0-A3AE-90E19E67C9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233" y="345872"/>
                <a:ext cx="12632040" cy="61495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3622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BB6C71D4-DC16-4660-AE0C-458C2C75E13C}"/>
                  </a:ext>
                </a:extLst>
              </p14:cNvPr>
              <p14:cNvContentPartPr/>
              <p14:nvPr/>
            </p14:nvContentPartPr>
            <p14:xfrm>
              <a:off x="5879433" y="965793"/>
              <a:ext cx="2297520" cy="94752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BB6C71D4-DC16-4660-AE0C-458C2C75E1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1793" y="948160"/>
                <a:ext cx="2333160" cy="9831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B03E65FB-52CF-4E4D-AF4B-CC5B1BC02AA2}"/>
                  </a:ext>
                </a:extLst>
              </p14:cNvPr>
              <p14:cNvContentPartPr/>
              <p14:nvPr/>
            </p14:nvContentPartPr>
            <p14:xfrm>
              <a:off x="2933913" y="942393"/>
              <a:ext cx="2568240" cy="154764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B03E65FB-52CF-4E4D-AF4B-CC5B1BC02A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16271" y="924753"/>
                <a:ext cx="2603885" cy="15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476AF9CC-C9CB-46CE-B3C8-6C4781CBD336}"/>
                  </a:ext>
                </a:extLst>
              </p14:cNvPr>
              <p14:cNvContentPartPr/>
              <p14:nvPr/>
            </p14:nvContentPartPr>
            <p14:xfrm>
              <a:off x="5473353" y="3194193"/>
              <a:ext cx="3635640" cy="99828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476AF9CC-C9CB-46CE-B3C8-6C4781CBD3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55355" y="3176553"/>
                <a:ext cx="3671276" cy="10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886FD390-4E1A-4C33-A77E-4B061338D936}"/>
                  </a:ext>
                </a:extLst>
              </p14:cNvPr>
              <p14:cNvContentPartPr/>
              <p14:nvPr/>
            </p14:nvContentPartPr>
            <p14:xfrm>
              <a:off x="3144513" y="3293193"/>
              <a:ext cx="1119240" cy="99252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886FD390-4E1A-4C33-A77E-4B061338D9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26873" y="3275193"/>
                <a:ext cx="1154880" cy="10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9CE9CC08-EEBD-4B98-A83E-5A7B7D2ABCD1}"/>
                  </a:ext>
                </a:extLst>
              </p14:cNvPr>
              <p14:cNvContentPartPr/>
              <p14:nvPr/>
            </p14:nvContentPartPr>
            <p14:xfrm>
              <a:off x="684273" y="984873"/>
              <a:ext cx="1527120" cy="459036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9CE9CC08-EEBD-4B98-A83E-5A7B7D2ABC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6633" y="967232"/>
                <a:ext cx="1562760" cy="4626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B5432527-677C-474D-BABF-A19A7B4D6041}"/>
                  </a:ext>
                </a:extLst>
              </p14:cNvPr>
              <p14:cNvContentPartPr/>
              <p14:nvPr/>
            </p14:nvContentPartPr>
            <p14:xfrm>
              <a:off x="7045113" y="5220993"/>
              <a:ext cx="480240" cy="39636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B5432527-677C-474D-BABF-A19A7B4D604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27113" y="5203353"/>
                <a:ext cx="5158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F02C2D0B-AB64-4D3F-93E0-36B1F1F02E35}"/>
                  </a:ext>
                </a:extLst>
              </p14:cNvPr>
              <p14:cNvContentPartPr/>
              <p14:nvPr/>
            </p14:nvContentPartPr>
            <p14:xfrm>
              <a:off x="7695993" y="4930113"/>
              <a:ext cx="1438200" cy="82116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F02C2D0B-AB64-4D3F-93E0-36B1F1F02E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78353" y="4912113"/>
                <a:ext cx="1473840" cy="85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8555752B-E2A8-4CAA-B676-9148E0B06299}"/>
                  </a:ext>
                </a:extLst>
              </p14:cNvPr>
              <p14:cNvContentPartPr/>
              <p14:nvPr/>
            </p14:nvContentPartPr>
            <p14:xfrm>
              <a:off x="5537793" y="4900953"/>
              <a:ext cx="1091520" cy="112428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8555752B-E2A8-4CAA-B676-9148E0B062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20153" y="4882959"/>
                <a:ext cx="1127160" cy="11599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7830AADD-01C2-4D03-B049-7E6BB73584BE}"/>
                  </a:ext>
                </a:extLst>
              </p14:cNvPr>
              <p14:cNvContentPartPr/>
              <p14:nvPr/>
            </p14:nvContentPartPr>
            <p14:xfrm>
              <a:off x="3088713" y="5097513"/>
              <a:ext cx="1774080" cy="114012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7830AADD-01C2-4D03-B049-7E6BB73584B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70713" y="5079513"/>
                <a:ext cx="1809720" cy="117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009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C0A4B38-825F-4AFC-B4DC-D5FA967AE76E}"/>
                  </a:ext>
                </a:extLst>
              </p14:cNvPr>
              <p14:cNvContentPartPr/>
              <p14:nvPr/>
            </p14:nvContentPartPr>
            <p14:xfrm>
              <a:off x="2168553" y="1068753"/>
              <a:ext cx="357120" cy="3207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C0A4B38-825F-4AFC-B4DC-D5FA967AE7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9553" y="1060113"/>
                <a:ext cx="37476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BD90A337-3B8E-43FE-BA4A-72C9FFC2C397}"/>
                  </a:ext>
                </a:extLst>
              </p14:cNvPr>
              <p14:cNvContentPartPr/>
              <p14:nvPr/>
            </p14:nvContentPartPr>
            <p14:xfrm>
              <a:off x="4128393" y="1366473"/>
              <a:ext cx="78480" cy="507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BD90A337-3B8E-43FE-BA4A-72C9FFC2C3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19753" y="1357473"/>
                <a:ext cx="9612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6116F30A-41B5-4BF3-BFBC-6D977A863794}"/>
                  </a:ext>
                </a:extLst>
              </p14:cNvPr>
              <p14:cNvContentPartPr/>
              <p14:nvPr/>
            </p14:nvContentPartPr>
            <p14:xfrm>
              <a:off x="6076713" y="1006473"/>
              <a:ext cx="307080" cy="33624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6116F30A-41B5-4BF3-BFBC-6D977A8637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67713" y="997833"/>
                <a:ext cx="32472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4EC7240D-9C8F-4ED5-9331-2C5E61AB55CA}"/>
                  </a:ext>
                </a:extLst>
              </p14:cNvPr>
              <p14:cNvContentPartPr/>
              <p14:nvPr/>
            </p14:nvContentPartPr>
            <p14:xfrm>
              <a:off x="7432473" y="543873"/>
              <a:ext cx="2126880" cy="98064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4EC7240D-9C8F-4ED5-9331-2C5E61AB55C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23833" y="535230"/>
                <a:ext cx="2144520" cy="9982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5145E9ED-7F77-4523-8FAE-B07CE67EFE5B}"/>
                  </a:ext>
                </a:extLst>
              </p14:cNvPr>
              <p14:cNvContentPartPr/>
              <p14:nvPr/>
            </p14:nvContentPartPr>
            <p14:xfrm>
              <a:off x="4863153" y="913233"/>
              <a:ext cx="993240" cy="47484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5145E9ED-7F77-4523-8FAE-B07CE67EFE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54510" y="904593"/>
                <a:ext cx="1010886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2B3A3C4E-0CFD-42F7-AF52-690521D5F657}"/>
                  </a:ext>
                </a:extLst>
              </p14:cNvPr>
              <p14:cNvContentPartPr/>
              <p14:nvPr/>
            </p14:nvContentPartPr>
            <p14:xfrm>
              <a:off x="2899713" y="1030233"/>
              <a:ext cx="288720" cy="44784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2B3A3C4E-0CFD-42F7-AF52-690521D5F65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91073" y="1021593"/>
                <a:ext cx="30636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4C14C5A5-79BD-4F2F-8055-25C101CE62BF}"/>
                  </a:ext>
                </a:extLst>
              </p14:cNvPr>
              <p14:cNvContentPartPr/>
              <p14:nvPr/>
            </p14:nvContentPartPr>
            <p14:xfrm>
              <a:off x="1276833" y="956793"/>
              <a:ext cx="668880" cy="60840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4C14C5A5-79BD-4F2F-8055-25C101CE62B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67833" y="947798"/>
                <a:ext cx="686520" cy="6260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1F834161-B364-4391-9560-F4608DBF727B}"/>
                  </a:ext>
                </a:extLst>
              </p14:cNvPr>
              <p14:cNvContentPartPr/>
              <p14:nvPr/>
            </p14:nvContentPartPr>
            <p14:xfrm>
              <a:off x="7580073" y="1704153"/>
              <a:ext cx="1431720" cy="5832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1F834161-B364-4391-9560-F4608DBF727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71073" y="1695153"/>
                <a:ext cx="14493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E114231B-56AF-43C1-A611-30CD8DC34345}"/>
                  </a:ext>
                </a:extLst>
              </p14:cNvPr>
              <p14:cNvContentPartPr/>
              <p14:nvPr/>
            </p14:nvContentPartPr>
            <p14:xfrm>
              <a:off x="8123673" y="2157393"/>
              <a:ext cx="129600" cy="11700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E114231B-56AF-43C1-A611-30CD8DC3434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15033" y="2148753"/>
                <a:ext cx="1472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00A42EA8-74DB-4561-9053-626B126AA5FB}"/>
                  </a:ext>
                </a:extLst>
              </p14:cNvPr>
              <p14:cNvContentPartPr/>
              <p14:nvPr/>
            </p14:nvContentPartPr>
            <p14:xfrm>
              <a:off x="7734873" y="2420193"/>
              <a:ext cx="1162800" cy="94032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00A42EA8-74DB-4561-9053-626B126AA5F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25873" y="2411553"/>
                <a:ext cx="1180440" cy="9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36AF7AA9-F668-4E4A-B137-E999CB8C6C65}"/>
                  </a:ext>
                </a:extLst>
              </p14:cNvPr>
              <p14:cNvContentPartPr/>
              <p14:nvPr/>
            </p14:nvContentPartPr>
            <p14:xfrm>
              <a:off x="1679313" y="1726473"/>
              <a:ext cx="5446080" cy="116928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36AF7AA9-F668-4E4A-B137-E999CB8C6C6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70313" y="1717473"/>
                <a:ext cx="5463720" cy="11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58354A83-3636-40A8-9545-A85F998B6E19}"/>
                  </a:ext>
                </a:extLst>
              </p14:cNvPr>
              <p14:cNvContentPartPr/>
              <p14:nvPr/>
            </p14:nvContentPartPr>
            <p14:xfrm>
              <a:off x="1031313" y="3886113"/>
              <a:ext cx="8655480" cy="304475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58354A83-3636-40A8-9545-A85F998B6E1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22673" y="3877113"/>
                <a:ext cx="8673121" cy="3062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A9AD2263-AB3D-40E7-BEB9-00096948A50F}"/>
                  </a:ext>
                </a:extLst>
              </p14:cNvPr>
              <p14:cNvContentPartPr/>
              <p14:nvPr/>
            </p14:nvContentPartPr>
            <p14:xfrm>
              <a:off x="-474927" y="5301143"/>
              <a:ext cx="393120" cy="70056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A9AD2263-AB3D-40E7-BEB9-00096948A50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-483927" y="5292503"/>
                <a:ext cx="410760" cy="71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51541D16-62F9-456B-A7BB-FCA40E821133}"/>
                  </a:ext>
                </a:extLst>
              </p14:cNvPr>
              <p14:cNvContentPartPr/>
              <p14:nvPr/>
            </p14:nvContentPartPr>
            <p14:xfrm>
              <a:off x="-326607" y="5674103"/>
              <a:ext cx="559080" cy="34128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51541D16-62F9-456B-A7BB-FCA40E82113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-335607" y="5665463"/>
                <a:ext cx="57672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2B95B742-571D-44B9-811B-769A8F7211C5}"/>
                  </a:ext>
                </a:extLst>
              </p14:cNvPr>
              <p14:cNvContentPartPr/>
              <p14:nvPr/>
            </p14:nvContentPartPr>
            <p14:xfrm>
              <a:off x="3873" y="5419223"/>
              <a:ext cx="218880" cy="369720"/>
            </p14:xfrm>
          </p:contentPart>
        </mc:Choice>
        <mc:Fallback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2B95B742-571D-44B9-811B-769A8F7211C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-4767" y="5410583"/>
                <a:ext cx="23652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4F0F12B3-DFD3-4553-BA66-1BE1A639C4DC}"/>
                  </a:ext>
                </a:extLst>
              </p14:cNvPr>
              <p14:cNvContentPartPr/>
              <p14:nvPr/>
            </p14:nvContentPartPr>
            <p14:xfrm>
              <a:off x="327513" y="5352623"/>
              <a:ext cx="32040" cy="7848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4F0F12B3-DFD3-4553-BA66-1BE1A639C4D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8873" y="5343623"/>
                <a:ext cx="496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5FDC2BC0-E004-4F02-89BC-38540D4649BA}"/>
                  </a:ext>
                </a:extLst>
              </p14:cNvPr>
              <p14:cNvContentPartPr/>
              <p14:nvPr/>
            </p14:nvContentPartPr>
            <p14:xfrm>
              <a:off x="261273" y="5441903"/>
              <a:ext cx="210960" cy="423720"/>
            </p14:xfrm>
          </p:contentPart>
        </mc:Choice>
        <mc:Fallback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5FDC2BC0-E004-4F02-89BC-38540D4649B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2273" y="5433263"/>
                <a:ext cx="22860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4BA02E87-30E9-4F69-BFBF-15A29687B644}"/>
                  </a:ext>
                </a:extLst>
              </p14:cNvPr>
              <p14:cNvContentPartPr/>
              <p14:nvPr/>
            </p14:nvContentPartPr>
            <p14:xfrm>
              <a:off x="520833" y="5264063"/>
              <a:ext cx="349920" cy="50184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4BA02E87-30E9-4F69-BFBF-15A29687B64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12193" y="5255063"/>
                <a:ext cx="367560" cy="51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751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A4E01F5B-C8E6-4E56-AE65-75E375CFDE21}"/>
                  </a:ext>
                </a:extLst>
              </p14:cNvPr>
              <p14:cNvContentPartPr/>
              <p14:nvPr/>
            </p14:nvContentPartPr>
            <p14:xfrm>
              <a:off x="8041593" y="6098313"/>
              <a:ext cx="244800" cy="12312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A4E01F5B-C8E6-4E56-AE65-75E375CFDE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23953" y="6080313"/>
                <a:ext cx="2804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0B66DB68-4E38-4506-A899-5323C2DADCF1}"/>
                  </a:ext>
                </a:extLst>
              </p14:cNvPr>
              <p14:cNvContentPartPr/>
              <p14:nvPr/>
            </p14:nvContentPartPr>
            <p14:xfrm>
              <a:off x="8661873" y="5912913"/>
              <a:ext cx="57240" cy="39744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0B66DB68-4E38-4506-A899-5323C2DADC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44233" y="5894913"/>
                <a:ext cx="928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CE85B5AC-412C-49A2-88AA-73DD0A435C48}"/>
                  </a:ext>
                </a:extLst>
              </p14:cNvPr>
              <p14:cNvContentPartPr/>
              <p14:nvPr/>
            </p14:nvContentPartPr>
            <p14:xfrm>
              <a:off x="8979033" y="6150153"/>
              <a:ext cx="204120" cy="6156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CE85B5AC-412C-49A2-88AA-73DD0A435C4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61393" y="6132153"/>
                <a:ext cx="23976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842233EE-5B6B-4824-80BC-857BCA6BA03A}"/>
                  </a:ext>
                </a:extLst>
              </p14:cNvPr>
              <p14:cNvContentPartPr/>
              <p14:nvPr/>
            </p14:nvContentPartPr>
            <p14:xfrm>
              <a:off x="10151553" y="6076713"/>
              <a:ext cx="24120" cy="35316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842233EE-5B6B-4824-80BC-857BCA6BA0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33913" y="6059073"/>
                <a:ext cx="5976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2E7F9055-20CD-409D-96E0-DE1F47F92E60}"/>
                  </a:ext>
                </a:extLst>
              </p14:cNvPr>
              <p14:cNvContentPartPr/>
              <p14:nvPr/>
            </p14:nvContentPartPr>
            <p14:xfrm>
              <a:off x="10839873" y="6080313"/>
              <a:ext cx="64440" cy="35244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2E7F9055-20CD-409D-96E0-DE1F47F92E6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821873" y="6062673"/>
                <a:ext cx="10008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D5CE5E51-4D30-425B-9B52-A6AAD9FFE3E7}"/>
                  </a:ext>
                </a:extLst>
              </p14:cNvPr>
              <p14:cNvContentPartPr/>
              <p14:nvPr/>
            </p14:nvContentPartPr>
            <p14:xfrm>
              <a:off x="10354593" y="6108753"/>
              <a:ext cx="203040" cy="241200"/>
            </p14:xfrm>
          </p:contentPart>
        </mc:Choice>
        <mc:Fallback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D5CE5E51-4D30-425B-9B52-A6AAD9FFE3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336593" y="6091113"/>
                <a:ext cx="23868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1874D9F1-03A1-427E-956F-EF910E00E197}"/>
                  </a:ext>
                </a:extLst>
              </p14:cNvPr>
              <p14:cNvContentPartPr/>
              <p14:nvPr/>
            </p14:nvContentPartPr>
            <p14:xfrm>
              <a:off x="9459633" y="5987433"/>
              <a:ext cx="466920" cy="716040"/>
            </p14:xfrm>
          </p:contentPart>
        </mc:Choice>
        <mc:Fallback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1874D9F1-03A1-427E-956F-EF910E00E1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441979" y="5969433"/>
                <a:ext cx="502588" cy="7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CCD80E2F-D1B1-452A-ACA0-6B1565F22A1C}"/>
                  </a:ext>
                </a:extLst>
              </p14:cNvPr>
              <p14:cNvContentPartPr/>
              <p14:nvPr/>
            </p14:nvContentPartPr>
            <p14:xfrm>
              <a:off x="7069593" y="5854593"/>
              <a:ext cx="777600" cy="634320"/>
            </p14:xfrm>
          </p:contentPart>
        </mc:Choice>
        <mc:Fallback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CCD80E2F-D1B1-452A-ACA0-6B1565F22A1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51593" y="5836953"/>
                <a:ext cx="813240" cy="6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789B262D-1F80-4BE2-BC49-E08066B4C785}"/>
                  </a:ext>
                </a:extLst>
              </p14:cNvPr>
              <p14:cNvContentPartPr/>
              <p14:nvPr/>
            </p14:nvContentPartPr>
            <p14:xfrm>
              <a:off x="2315073" y="474393"/>
              <a:ext cx="10077840" cy="503676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789B262D-1F80-4BE2-BC49-E08066B4C78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97433" y="456753"/>
                <a:ext cx="10113480" cy="507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565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6F509A05-7435-4EA2-A70E-8692488840E7}"/>
                  </a:ext>
                </a:extLst>
              </p14:cNvPr>
              <p14:cNvContentPartPr/>
              <p14:nvPr/>
            </p14:nvContentPartPr>
            <p14:xfrm>
              <a:off x="-205287" y="938793"/>
              <a:ext cx="2986200" cy="190332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6F509A05-7435-4EA2-A70E-8692488840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22927" y="921150"/>
                <a:ext cx="3021840" cy="1938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FB6CDA24-988B-4780-974E-96A9EDD23427}"/>
                  </a:ext>
                </a:extLst>
              </p14:cNvPr>
              <p14:cNvContentPartPr/>
              <p14:nvPr/>
            </p14:nvContentPartPr>
            <p14:xfrm>
              <a:off x="4345473" y="1114473"/>
              <a:ext cx="582480" cy="90828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FB6CDA24-988B-4780-974E-96A9EDD234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27833" y="1096473"/>
                <a:ext cx="618120" cy="9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B5D7F55E-0846-4358-8D99-D626DFFE2F80}"/>
                  </a:ext>
                </a:extLst>
              </p14:cNvPr>
              <p14:cNvContentPartPr/>
              <p14:nvPr/>
            </p14:nvContentPartPr>
            <p14:xfrm>
              <a:off x="5225313" y="1165953"/>
              <a:ext cx="324720" cy="39528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B5D7F55E-0846-4358-8D99-D626DFFE2F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07673" y="1148313"/>
                <a:ext cx="36036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1177F4B4-B582-4EFA-91C9-B87A88A08304}"/>
                  </a:ext>
                </a:extLst>
              </p14:cNvPr>
              <p14:cNvContentPartPr/>
              <p14:nvPr/>
            </p14:nvContentPartPr>
            <p14:xfrm>
              <a:off x="5758113" y="1208433"/>
              <a:ext cx="262800" cy="28908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1177F4B4-B582-4EFA-91C9-B87A88A083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40473" y="1190433"/>
                <a:ext cx="29844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00EBA0F5-F494-4E2F-9E2E-2F2241A7FD30}"/>
                  </a:ext>
                </a:extLst>
              </p14:cNvPr>
              <p14:cNvContentPartPr/>
              <p14:nvPr/>
            </p14:nvContentPartPr>
            <p14:xfrm>
              <a:off x="7815153" y="968673"/>
              <a:ext cx="904680" cy="77976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00EBA0F5-F494-4E2F-9E2E-2F2241A7FD3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97513" y="951033"/>
                <a:ext cx="940320" cy="81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FED080E7-965D-46C4-8D07-8121B33946DC}"/>
                  </a:ext>
                </a:extLst>
              </p14:cNvPr>
              <p14:cNvContentPartPr/>
              <p14:nvPr/>
            </p14:nvContentPartPr>
            <p14:xfrm>
              <a:off x="960393" y="3892593"/>
              <a:ext cx="1215720" cy="9072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FED080E7-965D-46C4-8D07-8121B33946D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2393" y="3874593"/>
                <a:ext cx="125136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210892C6-2D1E-4301-8F6A-A7E71C921C9B}"/>
                  </a:ext>
                </a:extLst>
              </p14:cNvPr>
              <p14:cNvContentPartPr/>
              <p14:nvPr/>
            </p14:nvContentPartPr>
            <p14:xfrm>
              <a:off x="496353" y="3122913"/>
              <a:ext cx="1764720" cy="64908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210892C6-2D1E-4301-8F6A-A7E71C921C9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8713" y="3105273"/>
                <a:ext cx="1800360" cy="68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E578E553-3D5D-4C60-944B-B6D5E2B20E2E}"/>
                  </a:ext>
                </a:extLst>
              </p14:cNvPr>
              <p14:cNvContentPartPr/>
              <p14:nvPr/>
            </p14:nvContentPartPr>
            <p14:xfrm>
              <a:off x="696153" y="4128753"/>
              <a:ext cx="2203920" cy="101016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E578E553-3D5D-4C60-944B-B6D5E2B20E2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8153" y="4111113"/>
                <a:ext cx="2239560" cy="10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B61D7310-8552-45BC-B6BC-E474F434E3F9}"/>
                  </a:ext>
                </a:extLst>
              </p14:cNvPr>
              <p14:cNvContentPartPr/>
              <p14:nvPr/>
            </p14:nvContentPartPr>
            <p14:xfrm>
              <a:off x="7916313" y="3074313"/>
              <a:ext cx="641160" cy="62100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B61D7310-8552-45BC-B6BC-E474F434E3F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98313" y="3056673"/>
                <a:ext cx="676800" cy="65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DF154BA5-9AAB-4F4D-BD63-EAEEFC83A650}"/>
                  </a:ext>
                </a:extLst>
              </p14:cNvPr>
              <p14:cNvContentPartPr/>
              <p14:nvPr/>
            </p14:nvContentPartPr>
            <p14:xfrm>
              <a:off x="6307113" y="3332073"/>
              <a:ext cx="1032840" cy="37872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DF154BA5-9AAB-4F4D-BD63-EAEEFC83A65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89473" y="3314433"/>
                <a:ext cx="106848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9CA75620-16EC-4522-B7F2-95EF21AEB5EB}"/>
                  </a:ext>
                </a:extLst>
              </p14:cNvPr>
              <p14:cNvContentPartPr/>
              <p14:nvPr/>
            </p14:nvContentPartPr>
            <p14:xfrm>
              <a:off x="4021473" y="2979993"/>
              <a:ext cx="1717200" cy="105408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9CA75620-16EC-4522-B7F2-95EF21AEB5E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03473" y="2962353"/>
                <a:ext cx="1752840" cy="10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8793F60F-8A80-494D-A9F3-8D9299BBF685}"/>
                  </a:ext>
                </a:extLst>
              </p14:cNvPr>
              <p14:cNvContentPartPr/>
              <p14:nvPr/>
            </p14:nvContentPartPr>
            <p14:xfrm>
              <a:off x="6794193" y="4371033"/>
              <a:ext cx="1172160" cy="100080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8793F60F-8A80-494D-A9F3-8D9299BBF68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776193" y="4353393"/>
                <a:ext cx="1207800" cy="10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58C2E229-FB58-48C2-A0F7-6842D52B214B}"/>
                  </a:ext>
                </a:extLst>
              </p14:cNvPr>
              <p14:cNvContentPartPr/>
              <p14:nvPr/>
            </p14:nvContentPartPr>
            <p14:xfrm>
              <a:off x="8519313" y="4852713"/>
              <a:ext cx="382680" cy="5472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58C2E229-FB58-48C2-A0F7-6842D52B214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501673" y="4835073"/>
                <a:ext cx="4183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898D331F-C52E-4D74-A7AE-1694F0576A0F}"/>
                  </a:ext>
                </a:extLst>
              </p14:cNvPr>
              <p14:cNvContentPartPr/>
              <p14:nvPr/>
            </p14:nvContentPartPr>
            <p14:xfrm>
              <a:off x="9638193" y="4521513"/>
              <a:ext cx="163440" cy="76212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898D331F-C52E-4D74-A7AE-1694F0576A0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620193" y="4503513"/>
                <a:ext cx="199080" cy="79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2AE7CF3B-AA6F-412E-9C2C-0457507B26B1}"/>
                  </a:ext>
                </a:extLst>
              </p14:cNvPr>
              <p14:cNvContentPartPr/>
              <p14:nvPr/>
            </p14:nvContentPartPr>
            <p14:xfrm>
              <a:off x="10228233" y="4817073"/>
              <a:ext cx="167760" cy="2736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2AE7CF3B-AA6F-412E-9C2C-0457507B26B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10233" y="4799073"/>
                <a:ext cx="2034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C311054B-247F-4511-AC6A-EB9745F8BC27}"/>
                  </a:ext>
                </a:extLst>
              </p14:cNvPr>
              <p14:cNvContentPartPr/>
              <p14:nvPr/>
            </p14:nvContentPartPr>
            <p14:xfrm>
              <a:off x="10186473" y="4949193"/>
              <a:ext cx="345240" cy="2592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C311054B-247F-4511-AC6A-EB9745F8BC2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168473" y="4931193"/>
                <a:ext cx="38088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71DD531E-521D-4110-9905-8803BECB85B3}"/>
                  </a:ext>
                </a:extLst>
              </p14:cNvPr>
              <p14:cNvContentPartPr/>
              <p14:nvPr/>
            </p14:nvContentPartPr>
            <p14:xfrm>
              <a:off x="10714953" y="4616193"/>
              <a:ext cx="964080" cy="68760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71DD531E-521D-4110-9905-8803BECB85B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697306" y="4598202"/>
                <a:ext cx="999733" cy="7232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9360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24DAA5D1-08CB-4CD8-A23F-3AF82D3BF773}"/>
                  </a:ext>
                </a:extLst>
              </p14:cNvPr>
              <p14:cNvContentPartPr/>
              <p14:nvPr/>
            </p14:nvContentPartPr>
            <p14:xfrm>
              <a:off x="214113" y="2216433"/>
              <a:ext cx="491760" cy="61560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24DAA5D1-08CB-4CD8-A23F-3AF82D3BF7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113" y="2207433"/>
                <a:ext cx="509400" cy="63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4C1BF0DD-ED94-4B07-899E-C5C80F0EB449}"/>
                  </a:ext>
                </a:extLst>
              </p14:cNvPr>
              <p14:cNvContentPartPr/>
              <p14:nvPr/>
            </p14:nvContentPartPr>
            <p14:xfrm>
              <a:off x="1006833" y="2820873"/>
              <a:ext cx="360" cy="36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4C1BF0DD-ED94-4B07-899E-C5C80F0EB4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8193" y="28118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4B119254-39DD-4D39-8F79-EC5D6591CDB5}"/>
                  </a:ext>
                </a:extLst>
              </p14:cNvPr>
              <p14:cNvContentPartPr/>
              <p14:nvPr/>
            </p14:nvContentPartPr>
            <p14:xfrm>
              <a:off x="5038473" y="229953"/>
              <a:ext cx="2601360" cy="132264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4B119254-39DD-4D39-8F79-EC5D6591CD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20473" y="211953"/>
                <a:ext cx="2628000" cy="13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9" name="墨迹 38">
                <a:extLst>
                  <a:ext uri="{FF2B5EF4-FFF2-40B4-BE49-F238E27FC236}">
                    <a16:creationId xmlns:a16="http://schemas.microsoft.com/office/drawing/2014/main" id="{DC6961BA-095B-4565-9945-5378BDCD4FED}"/>
                  </a:ext>
                </a:extLst>
              </p14:cNvPr>
              <p14:cNvContentPartPr/>
              <p14:nvPr/>
            </p14:nvContentPartPr>
            <p14:xfrm>
              <a:off x="897033" y="119073"/>
              <a:ext cx="3351240" cy="1484280"/>
            </p14:xfrm>
          </p:contentPart>
        </mc:Choice>
        <mc:Fallback>
          <p:pic>
            <p:nvPicPr>
              <p:cNvPr id="39" name="墨迹 38">
                <a:extLst>
                  <a:ext uri="{FF2B5EF4-FFF2-40B4-BE49-F238E27FC236}">
                    <a16:creationId xmlns:a16="http://schemas.microsoft.com/office/drawing/2014/main" id="{DC6961BA-095B-4565-9945-5378BDCD4F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9391" y="101433"/>
                <a:ext cx="3377883" cy="151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0795582C-3F3F-4FBB-9A68-17DBA21F26D8}"/>
                  </a:ext>
                </a:extLst>
              </p14:cNvPr>
              <p14:cNvContentPartPr/>
              <p14:nvPr/>
            </p14:nvContentPartPr>
            <p14:xfrm>
              <a:off x="4516473" y="2449353"/>
              <a:ext cx="90720" cy="47520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0795582C-3F3F-4FBB-9A68-17DBA21F26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07473" y="2440713"/>
                <a:ext cx="10836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20F2E755-599C-43AB-B998-FC84AEB04EA5}"/>
                  </a:ext>
                </a:extLst>
              </p14:cNvPr>
              <p14:cNvContentPartPr/>
              <p14:nvPr/>
            </p14:nvContentPartPr>
            <p14:xfrm>
              <a:off x="4795473" y="2758953"/>
              <a:ext cx="42120" cy="7992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20F2E755-599C-43AB-B998-FC84AEB04EA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86473" y="2750313"/>
                <a:ext cx="59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307EB377-6E58-40A5-8EFE-AD3B26565A27}"/>
                  </a:ext>
                </a:extLst>
              </p14:cNvPr>
              <p14:cNvContentPartPr/>
              <p14:nvPr/>
            </p14:nvContentPartPr>
            <p14:xfrm>
              <a:off x="5227113" y="2497593"/>
              <a:ext cx="46800" cy="38268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307EB377-6E58-40A5-8EFE-AD3B26565A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18113" y="2488953"/>
                <a:ext cx="6444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466E615E-D71E-402C-B176-3F8317DCD3B7}"/>
                  </a:ext>
                </a:extLst>
              </p14:cNvPr>
              <p14:cNvContentPartPr/>
              <p14:nvPr/>
            </p14:nvContentPartPr>
            <p14:xfrm>
              <a:off x="5486673" y="2540433"/>
              <a:ext cx="207720" cy="24444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466E615E-D71E-402C-B176-3F8317DCD3B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78033" y="2531793"/>
                <a:ext cx="22536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4BBB3C56-8A67-4816-A4A3-05B6C25A2BBA}"/>
                  </a:ext>
                </a:extLst>
              </p14:cNvPr>
              <p14:cNvContentPartPr/>
              <p14:nvPr/>
            </p14:nvContentPartPr>
            <p14:xfrm>
              <a:off x="5985993" y="2489313"/>
              <a:ext cx="28080" cy="34812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4BBB3C56-8A67-4816-A4A3-05B6C25A2BB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977353" y="2480313"/>
                <a:ext cx="4572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A0CB76CB-3619-4B13-AAEA-5A4D199EF6AE}"/>
                  </a:ext>
                </a:extLst>
              </p14:cNvPr>
              <p14:cNvContentPartPr/>
              <p14:nvPr/>
            </p14:nvContentPartPr>
            <p14:xfrm>
              <a:off x="6340233" y="2465553"/>
              <a:ext cx="24840" cy="41796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A0CB76CB-3619-4B13-AAEA-5A4D199EF6A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31593" y="2456913"/>
                <a:ext cx="4248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92D33BBD-5351-4102-AE8C-0CEAED776FA7}"/>
                  </a:ext>
                </a:extLst>
              </p14:cNvPr>
              <p14:cNvContentPartPr/>
              <p14:nvPr/>
            </p14:nvContentPartPr>
            <p14:xfrm>
              <a:off x="6817953" y="2481393"/>
              <a:ext cx="34920" cy="39168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92D33BBD-5351-4102-AE8C-0CEAED776FA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09313" y="2472393"/>
                <a:ext cx="5256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9417D0CE-B8F5-4F39-87C3-DB376428CACF}"/>
                  </a:ext>
                </a:extLst>
              </p14:cNvPr>
              <p14:cNvContentPartPr/>
              <p14:nvPr/>
            </p14:nvContentPartPr>
            <p14:xfrm>
              <a:off x="7153473" y="2501913"/>
              <a:ext cx="219960" cy="32112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9417D0CE-B8F5-4F39-87C3-DB376428CAC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44833" y="2493273"/>
                <a:ext cx="2376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DA15EFF1-C4F4-49D7-A621-88F138932DFE}"/>
                  </a:ext>
                </a:extLst>
              </p14:cNvPr>
              <p14:cNvContentPartPr/>
              <p14:nvPr/>
            </p14:nvContentPartPr>
            <p14:xfrm>
              <a:off x="4709793" y="3913113"/>
              <a:ext cx="266040" cy="34488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DA15EFF1-C4F4-49D7-A621-88F138932D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00793" y="3904473"/>
                <a:ext cx="28368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EBCEEF47-F289-4944-AA4D-EFF370743E36}"/>
                  </a:ext>
                </a:extLst>
              </p14:cNvPr>
              <p14:cNvContentPartPr/>
              <p14:nvPr/>
            </p14:nvContentPartPr>
            <p14:xfrm>
              <a:off x="5155113" y="4145313"/>
              <a:ext cx="38880" cy="4788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EBCEEF47-F289-4944-AA4D-EFF370743E3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146473" y="4136313"/>
                <a:ext cx="565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AD257327-AC73-444C-8B0A-9461D154523B}"/>
                  </a:ext>
                </a:extLst>
              </p14:cNvPr>
              <p14:cNvContentPartPr/>
              <p14:nvPr/>
            </p14:nvContentPartPr>
            <p14:xfrm>
              <a:off x="5443833" y="3826353"/>
              <a:ext cx="216000" cy="27720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AD257327-AC73-444C-8B0A-9461D154523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34833" y="3817353"/>
                <a:ext cx="2336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743D1CD5-5400-423F-9FA5-18E5C0B5E0FE}"/>
                  </a:ext>
                </a:extLst>
              </p14:cNvPr>
              <p14:cNvContentPartPr/>
              <p14:nvPr/>
            </p14:nvContentPartPr>
            <p14:xfrm>
              <a:off x="5899233" y="3834273"/>
              <a:ext cx="22320" cy="353160"/>
            </p14:xfrm>
          </p:contentPart>
        </mc:Choice>
        <mc:Fallback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743D1CD5-5400-423F-9FA5-18E5C0B5E0F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90593" y="3825273"/>
                <a:ext cx="3996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CFF48400-6FFE-4BA0-8756-F152A7FF1573}"/>
                  </a:ext>
                </a:extLst>
              </p14:cNvPr>
              <p14:cNvContentPartPr/>
              <p14:nvPr/>
            </p14:nvContentPartPr>
            <p14:xfrm>
              <a:off x="6136113" y="3871353"/>
              <a:ext cx="200880" cy="27936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CFF48400-6FFE-4BA0-8756-F152A7FF157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27113" y="3862713"/>
                <a:ext cx="2185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4" name="墨迹 103">
                <a:extLst>
                  <a:ext uri="{FF2B5EF4-FFF2-40B4-BE49-F238E27FC236}">
                    <a16:creationId xmlns:a16="http://schemas.microsoft.com/office/drawing/2014/main" id="{84B15F76-8108-4710-A866-3FE593E7187C}"/>
                  </a:ext>
                </a:extLst>
              </p14:cNvPr>
              <p14:cNvContentPartPr/>
              <p14:nvPr/>
            </p14:nvContentPartPr>
            <p14:xfrm>
              <a:off x="6645873" y="3857313"/>
              <a:ext cx="207000" cy="285840"/>
            </p14:xfrm>
          </p:contentPart>
        </mc:Choice>
        <mc:Fallback>
          <p:pic>
            <p:nvPicPr>
              <p:cNvPr id="104" name="墨迹 103">
                <a:extLst>
                  <a:ext uri="{FF2B5EF4-FFF2-40B4-BE49-F238E27FC236}">
                    <a16:creationId xmlns:a16="http://schemas.microsoft.com/office/drawing/2014/main" id="{84B15F76-8108-4710-A866-3FE593E7187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636873" y="3848313"/>
                <a:ext cx="22464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6C27583D-85EA-419C-9921-BF92BCFE9A9B}"/>
                  </a:ext>
                </a:extLst>
              </p14:cNvPr>
              <p14:cNvContentPartPr/>
              <p14:nvPr/>
            </p14:nvContentPartPr>
            <p14:xfrm>
              <a:off x="7052313" y="3816273"/>
              <a:ext cx="28080" cy="32292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6C27583D-85EA-419C-9921-BF92BCFE9A9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043313" y="3807633"/>
                <a:ext cx="4572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5DBA7285-3157-49B6-9315-8BC0D91AAFBF}"/>
                  </a:ext>
                </a:extLst>
              </p14:cNvPr>
              <p14:cNvContentPartPr/>
              <p14:nvPr/>
            </p14:nvContentPartPr>
            <p14:xfrm>
              <a:off x="7250673" y="3820593"/>
              <a:ext cx="240840" cy="32796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5DBA7285-3157-49B6-9315-8BC0D91AAFB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241673" y="3811593"/>
                <a:ext cx="25848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E80C11D6-7332-4483-8CD9-84F6F057ABB6}"/>
                  </a:ext>
                </a:extLst>
              </p14:cNvPr>
              <p14:cNvContentPartPr/>
              <p14:nvPr/>
            </p14:nvContentPartPr>
            <p14:xfrm>
              <a:off x="4007073" y="2439993"/>
              <a:ext cx="315000" cy="52488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E80C11D6-7332-4483-8CD9-84F6F057ABB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98083" y="2431353"/>
                <a:ext cx="332620" cy="54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E7007F9E-7C62-4440-A665-CC9C95568352}"/>
                  </a:ext>
                </a:extLst>
              </p14:cNvPr>
              <p14:cNvContentPartPr/>
              <p14:nvPr/>
            </p14:nvContentPartPr>
            <p14:xfrm>
              <a:off x="4044153" y="3945513"/>
              <a:ext cx="455040" cy="34632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E7007F9E-7C62-4440-A665-CC9C9556835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35153" y="3936513"/>
                <a:ext cx="47268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4F811106-9490-407D-ADB2-563972625C28}"/>
                  </a:ext>
                </a:extLst>
              </p14:cNvPr>
              <p14:cNvContentPartPr/>
              <p14:nvPr/>
            </p14:nvContentPartPr>
            <p14:xfrm>
              <a:off x="7696713" y="2330193"/>
              <a:ext cx="12960" cy="126000"/>
            </p14:xfrm>
          </p:contentPart>
        </mc:Choice>
        <mc:Fallback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4F811106-9490-407D-ADB2-563972625C2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688073" y="2321193"/>
                <a:ext cx="306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940B9643-DDB9-49D7-BA56-60C2C999B44E}"/>
                  </a:ext>
                </a:extLst>
              </p14:cNvPr>
              <p14:cNvContentPartPr/>
              <p14:nvPr/>
            </p14:nvContentPartPr>
            <p14:xfrm>
              <a:off x="7706433" y="2693793"/>
              <a:ext cx="15480" cy="13464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940B9643-DDB9-49D7-BA56-60C2C999B44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697433" y="2684793"/>
                <a:ext cx="331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A2CD552B-804F-4333-8FDA-F6058AA99D28}"/>
                  </a:ext>
                </a:extLst>
              </p14:cNvPr>
              <p14:cNvContentPartPr/>
              <p14:nvPr/>
            </p14:nvContentPartPr>
            <p14:xfrm>
              <a:off x="7625073" y="3060993"/>
              <a:ext cx="79920" cy="58608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A2CD552B-804F-4333-8FDA-F6058AA99D2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16073" y="3051993"/>
                <a:ext cx="9756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14" name="墨迹 113">
                <a:extLst>
                  <a:ext uri="{FF2B5EF4-FFF2-40B4-BE49-F238E27FC236}">
                    <a16:creationId xmlns:a16="http://schemas.microsoft.com/office/drawing/2014/main" id="{31DEEC05-DFD4-4B1A-8835-7A0FA9E2C3BA}"/>
                  </a:ext>
                </a:extLst>
              </p14:cNvPr>
              <p14:cNvContentPartPr/>
              <p14:nvPr/>
            </p14:nvContentPartPr>
            <p14:xfrm>
              <a:off x="7670793" y="3867753"/>
              <a:ext cx="24120" cy="222480"/>
            </p14:xfrm>
          </p:contentPart>
        </mc:Choice>
        <mc:Fallback>
          <p:pic>
            <p:nvPicPr>
              <p:cNvPr id="114" name="墨迹 113">
                <a:extLst>
                  <a:ext uri="{FF2B5EF4-FFF2-40B4-BE49-F238E27FC236}">
                    <a16:creationId xmlns:a16="http://schemas.microsoft.com/office/drawing/2014/main" id="{31DEEC05-DFD4-4B1A-8835-7A0FA9E2C3B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661793" y="3858753"/>
                <a:ext cx="4176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70" name="墨迹 169">
                <a:extLst>
                  <a:ext uri="{FF2B5EF4-FFF2-40B4-BE49-F238E27FC236}">
                    <a16:creationId xmlns:a16="http://schemas.microsoft.com/office/drawing/2014/main" id="{72D5C7C1-9C78-4565-AE10-E93C8174B242}"/>
                  </a:ext>
                </a:extLst>
              </p14:cNvPr>
              <p14:cNvContentPartPr/>
              <p14:nvPr/>
            </p14:nvContentPartPr>
            <p14:xfrm>
              <a:off x="10739793" y="3880713"/>
              <a:ext cx="185040" cy="321480"/>
            </p14:xfrm>
          </p:contentPart>
        </mc:Choice>
        <mc:Fallback>
          <p:pic>
            <p:nvPicPr>
              <p:cNvPr id="170" name="墨迹 169">
                <a:extLst>
                  <a:ext uri="{FF2B5EF4-FFF2-40B4-BE49-F238E27FC236}">
                    <a16:creationId xmlns:a16="http://schemas.microsoft.com/office/drawing/2014/main" id="{72D5C7C1-9C78-4565-AE10-E93C8174B24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721793" y="3862713"/>
                <a:ext cx="22068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4689A4E3-21FE-4E39-A4BE-4B619D69B8FE}"/>
                  </a:ext>
                </a:extLst>
              </p14:cNvPr>
              <p14:cNvContentPartPr/>
              <p14:nvPr/>
            </p14:nvContentPartPr>
            <p14:xfrm>
              <a:off x="10190433" y="3869553"/>
              <a:ext cx="63360" cy="331920"/>
            </p14:xfrm>
          </p:contentPart>
        </mc:Choice>
        <mc:Fallback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4689A4E3-21FE-4E39-A4BE-4B619D69B8F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172433" y="3851913"/>
                <a:ext cx="9900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9DED5509-6631-4DC8-8FFC-FCA4B0B874F4}"/>
                  </a:ext>
                </a:extLst>
              </p14:cNvPr>
              <p14:cNvContentPartPr/>
              <p14:nvPr/>
            </p14:nvContentPartPr>
            <p14:xfrm>
              <a:off x="10016913" y="4366713"/>
              <a:ext cx="842400" cy="57960"/>
            </p14:xfrm>
          </p:contentPart>
        </mc:Choice>
        <mc:Fallback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9DED5509-6631-4DC8-8FFC-FCA4B0B874F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998913" y="4349073"/>
                <a:ext cx="8780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B33EED77-A0C5-458F-BB8F-4CA3CD0A6B66}"/>
                  </a:ext>
                </a:extLst>
              </p14:cNvPr>
              <p14:cNvContentPartPr/>
              <p14:nvPr/>
            </p14:nvContentPartPr>
            <p14:xfrm>
              <a:off x="11660313" y="4075113"/>
              <a:ext cx="681480" cy="365760"/>
            </p14:xfrm>
          </p:contentPart>
        </mc:Choice>
        <mc:Fallback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B33EED77-A0C5-458F-BB8F-4CA3CD0A6B6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642673" y="4057131"/>
                <a:ext cx="717120" cy="401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83" name="墨迹 182">
                <a:extLst>
                  <a:ext uri="{FF2B5EF4-FFF2-40B4-BE49-F238E27FC236}">
                    <a16:creationId xmlns:a16="http://schemas.microsoft.com/office/drawing/2014/main" id="{0D9E9FD4-C85B-40EA-B815-B82D9DAEFB5E}"/>
                  </a:ext>
                </a:extLst>
              </p14:cNvPr>
              <p14:cNvContentPartPr/>
              <p14:nvPr/>
            </p14:nvContentPartPr>
            <p14:xfrm>
              <a:off x="11399313" y="5469753"/>
              <a:ext cx="360" cy="360"/>
            </p14:xfrm>
          </p:contentPart>
        </mc:Choice>
        <mc:Fallback>
          <p:pic>
            <p:nvPicPr>
              <p:cNvPr id="183" name="墨迹 182">
                <a:extLst>
                  <a:ext uri="{FF2B5EF4-FFF2-40B4-BE49-F238E27FC236}">
                    <a16:creationId xmlns:a16="http://schemas.microsoft.com/office/drawing/2014/main" id="{0D9E9FD4-C85B-40EA-B815-B82D9DAEFB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90313" y="546075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84" name="墨迹 183">
                <a:extLst>
                  <a:ext uri="{FF2B5EF4-FFF2-40B4-BE49-F238E27FC236}">
                    <a16:creationId xmlns:a16="http://schemas.microsoft.com/office/drawing/2014/main" id="{BC05A1D2-E3F3-41A4-8144-6E87B06189C5}"/>
                  </a:ext>
                </a:extLst>
              </p14:cNvPr>
              <p14:cNvContentPartPr/>
              <p14:nvPr/>
            </p14:nvContentPartPr>
            <p14:xfrm>
              <a:off x="11765433" y="5398833"/>
              <a:ext cx="118080" cy="24480"/>
            </p14:xfrm>
          </p:contentPart>
        </mc:Choice>
        <mc:Fallback>
          <p:pic>
            <p:nvPicPr>
              <p:cNvPr id="184" name="墨迹 183">
                <a:extLst>
                  <a:ext uri="{FF2B5EF4-FFF2-40B4-BE49-F238E27FC236}">
                    <a16:creationId xmlns:a16="http://schemas.microsoft.com/office/drawing/2014/main" id="{BC05A1D2-E3F3-41A4-8144-6E87B06189C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1756433" y="5389833"/>
                <a:ext cx="1357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86" name="墨迹 185">
                <a:extLst>
                  <a:ext uri="{FF2B5EF4-FFF2-40B4-BE49-F238E27FC236}">
                    <a16:creationId xmlns:a16="http://schemas.microsoft.com/office/drawing/2014/main" id="{EA6232DA-42A3-4FBB-BFAB-19298FE14206}"/>
                  </a:ext>
                </a:extLst>
              </p14:cNvPr>
              <p14:cNvContentPartPr/>
              <p14:nvPr/>
            </p14:nvContentPartPr>
            <p14:xfrm>
              <a:off x="11047593" y="6118113"/>
              <a:ext cx="237600" cy="295920"/>
            </p14:xfrm>
          </p:contentPart>
        </mc:Choice>
        <mc:Fallback>
          <p:pic>
            <p:nvPicPr>
              <p:cNvPr id="186" name="墨迹 185">
                <a:extLst>
                  <a:ext uri="{FF2B5EF4-FFF2-40B4-BE49-F238E27FC236}">
                    <a16:creationId xmlns:a16="http://schemas.microsoft.com/office/drawing/2014/main" id="{EA6232DA-42A3-4FBB-BFAB-19298FE1420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1038593" y="6109473"/>
                <a:ext cx="2552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9CF0038E-DD88-4FB2-80C3-C8595871FBB0}"/>
                  </a:ext>
                </a:extLst>
              </p14:cNvPr>
              <p14:cNvContentPartPr/>
              <p14:nvPr/>
            </p14:nvContentPartPr>
            <p14:xfrm>
              <a:off x="8283873" y="179913"/>
              <a:ext cx="4277520" cy="3379320"/>
            </p14:xfrm>
          </p:contentPart>
        </mc:Choice>
        <mc:Fallback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9CF0038E-DD88-4FB2-80C3-C8595871FBB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275233" y="171273"/>
                <a:ext cx="4295160" cy="339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98" name="墨迹 197">
                <a:extLst>
                  <a:ext uri="{FF2B5EF4-FFF2-40B4-BE49-F238E27FC236}">
                    <a16:creationId xmlns:a16="http://schemas.microsoft.com/office/drawing/2014/main" id="{2D94C252-5B09-47D5-9848-A2800B6458CF}"/>
                  </a:ext>
                </a:extLst>
              </p14:cNvPr>
              <p14:cNvContentPartPr/>
              <p14:nvPr/>
            </p14:nvContentPartPr>
            <p14:xfrm>
              <a:off x="9873993" y="4903113"/>
              <a:ext cx="1225800" cy="1001160"/>
            </p14:xfrm>
          </p:contentPart>
        </mc:Choice>
        <mc:Fallback>
          <p:pic>
            <p:nvPicPr>
              <p:cNvPr id="198" name="墨迹 197">
                <a:extLst>
                  <a:ext uri="{FF2B5EF4-FFF2-40B4-BE49-F238E27FC236}">
                    <a16:creationId xmlns:a16="http://schemas.microsoft.com/office/drawing/2014/main" id="{2D94C252-5B09-47D5-9848-A2800B6458C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856353" y="4885113"/>
                <a:ext cx="1252440" cy="10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204" name="墨迹 203">
                <a:extLst>
                  <a:ext uri="{FF2B5EF4-FFF2-40B4-BE49-F238E27FC236}">
                    <a16:creationId xmlns:a16="http://schemas.microsoft.com/office/drawing/2014/main" id="{A075ED8F-D98E-4745-956E-E7B0516A17D3}"/>
                  </a:ext>
                </a:extLst>
              </p14:cNvPr>
              <p14:cNvContentPartPr/>
              <p14:nvPr/>
            </p14:nvContentPartPr>
            <p14:xfrm>
              <a:off x="6690153" y="5060793"/>
              <a:ext cx="185400" cy="246240"/>
            </p14:xfrm>
          </p:contentPart>
        </mc:Choice>
        <mc:Fallback>
          <p:pic>
            <p:nvPicPr>
              <p:cNvPr id="204" name="墨迹 203">
                <a:extLst>
                  <a:ext uri="{FF2B5EF4-FFF2-40B4-BE49-F238E27FC236}">
                    <a16:creationId xmlns:a16="http://schemas.microsoft.com/office/drawing/2014/main" id="{A075ED8F-D98E-4745-956E-E7B0516A17D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681513" y="5051793"/>
                <a:ext cx="20304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207" name="墨迹 206">
                <a:extLst>
                  <a:ext uri="{FF2B5EF4-FFF2-40B4-BE49-F238E27FC236}">
                    <a16:creationId xmlns:a16="http://schemas.microsoft.com/office/drawing/2014/main" id="{6F0F5436-D01B-4190-A13D-841BB74F0F9A}"/>
                  </a:ext>
                </a:extLst>
              </p14:cNvPr>
              <p14:cNvContentPartPr/>
              <p14:nvPr/>
            </p14:nvContentPartPr>
            <p14:xfrm>
              <a:off x="7365513" y="5184273"/>
              <a:ext cx="137520" cy="210240"/>
            </p14:xfrm>
          </p:contentPart>
        </mc:Choice>
        <mc:Fallback>
          <p:pic>
            <p:nvPicPr>
              <p:cNvPr id="207" name="墨迹 206">
                <a:extLst>
                  <a:ext uri="{FF2B5EF4-FFF2-40B4-BE49-F238E27FC236}">
                    <a16:creationId xmlns:a16="http://schemas.microsoft.com/office/drawing/2014/main" id="{6F0F5436-D01B-4190-A13D-841BB74F0F9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7356873" y="5175273"/>
                <a:ext cx="15516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208" name="墨迹 207">
                <a:extLst>
                  <a:ext uri="{FF2B5EF4-FFF2-40B4-BE49-F238E27FC236}">
                    <a16:creationId xmlns:a16="http://schemas.microsoft.com/office/drawing/2014/main" id="{B522799E-6289-449A-A5C6-DE8208F0FFB3}"/>
                  </a:ext>
                </a:extLst>
              </p14:cNvPr>
              <p14:cNvContentPartPr/>
              <p14:nvPr/>
            </p14:nvContentPartPr>
            <p14:xfrm>
              <a:off x="6273273" y="5854593"/>
              <a:ext cx="1194480" cy="680400"/>
            </p14:xfrm>
          </p:contentPart>
        </mc:Choice>
        <mc:Fallback>
          <p:pic>
            <p:nvPicPr>
              <p:cNvPr id="208" name="墨迹 207">
                <a:extLst>
                  <a:ext uri="{FF2B5EF4-FFF2-40B4-BE49-F238E27FC236}">
                    <a16:creationId xmlns:a16="http://schemas.microsoft.com/office/drawing/2014/main" id="{B522799E-6289-449A-A5C6-DE8208F0FFB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264630" y="5845958"/>
                <a:ext cx="1212125" cy="6980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219" name="墨迹 218">
                <a:extLst>
                  <a:ext uri="{FF2B5EF4-FFF2-40B4-BE49-F238E27FC236}">
                    <a16:creationId xmlns:a16="http://schemas.microsoft.com/office/drawing/2014/main" id="{FF6D8223-0F64-4A81-B63A-3361F6D4F441}"/>
                  </a:ext>
                </a:extLst>
              </p14:cNvPr>
              <p14:cNvContentPartPr/>
              <p14:nvPr/>
            </p14:nvContentPartPr>
            <p14:xfrm>
              <a:off x="8280633" y="4909953"/>
              <a:ext cx="219600" cy="28080"/>
            </p14:xfrm>
          </p:contentPart>
        </mc:Choice>
        <mc:Fallback>
          <p:pic>
            <p:nvPicPr>
              <p:cNvPr id="219" name="墨迹 218">
                <a:extLst>
                  <a:ext uri="{FF2B5EF4-FFF2-40B4-BE49-F238E27FC236}">
                    <a16:creationId xmlns:a16="http://schemas.microsoft.com/office/drawing/2014/main" id="{FF6D8223-0F64-4A81-B63A-3361F6D4F44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271993" y="4901313"/>
                <a:ext cx="2372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222" name="墨迹 221">
                <a:extLst>
                  <a:ext uri="{FF2B5EF4-FFF2-40B4-BE49-F238E27FC236}">
                    <a16:creationId xmlns:a16="http://schemas.microsoft.com/office/drawing/2014/main" id="{AF597985-FA96-42B0-B542-15699420B659}"/>
                  </a:ext>
                </a:extLst>
              </p14:cNvPr>
              <p14:cNvContentPartPr/>
              <p14:nvPr/>
            </p14:nvContentPartPr>
            <p14:xfrm>
              <a:off x="8648553" y="4817073"/>
              <a:ext cx="233280" cy="287280"/>
            </p14:xfrm>
          </p:contentPart>
        </mc:Choice>
        <mc:Fallback>
          <p:pic>
            <p:nvPicPr>
              <p:cNvPr id="222" name="墨迹 221">
                <a:extLst>
                  <a:ext uri="{FF2B5EF4-FFF2-40B4-BE49-F238E27FC236}">
                    <a16:creationId xmlns:a16="http://schemas.microsoft.com/office/drawing/2014/main" id="{AF597985-FA96-42B0-B542-15699420B65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639553" y="4808073"/>
                <a:ext cx="25092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223" name="墨迹 222">
                <a:extLst>
                  <a:ext uri="{FF2B5EF4-FFF2-40B4-BE49-F238E27FC236}">
                    <a16:creationId xmlns:a16="http://schemas.microsoft.com/office/drawing/2014/main" id="{B9BB072F-525D-4606-8F5A-43AA9E792226}"/>
                  </a:ext>
                </a:extLst>
              </p14:cNvPr>
              <p14:cNvContentPartPr/>
              <p14:nvPr/>
            </p14:nvContentPartPr>
            <p14:xfrm>
              <a:off x="7639833" y="5593233"/>
              <a:ext cx="1499760" cy="843480"/>
            </p14:xfrm>
          </p:contentPart>
        </mc:Choice>
        <mc:Fallback>
          <p:pic>
            <p:nvPicPr>
              <p:cNvPr id="223" name="墨迹 222">
                <a:extLst>
                  <a:ext uri="{FF2B5EF4-FFF2-40B4-BE49-F238E27FC236}">
                    <a16:creationId xmlns:a16="http://schemas.microsoft.com/office/drawing/2014/main" id="{B9BB072F-525D-4606-8F5A-43AA9E79222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631191" y="5584597"/>
                <a:ext cx="1517404" cy="8611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295" name="墨迹 294">
                <a:extLst>
                  <a:ext uri="{FF2B5EF4-FFF2-40B4-BE49-F238E27FC236}">
                    <a16:creationId xmlns:a16="http://schemas.microsoft.com/office/drawing/2014/main" id="{4D37FF41-1DC4-425C-86D6-8580B3A7CA2E}"/>
                  </a:ext>
                </a:extLst>
              </p14:cNvPr>
              <p14:cNvContentPartPr/>
              <p14:nvPr/>
            </p14:nvContentPartPr>
            <p14:xfrm>
              <a:off x="1107273" y="4880073"/>
              <a:ext cx="4518720" cy="1999080"/>
            </p14:xfrm>
          </p:contentPart>
        </mc:Choice>
        <mc:Fallback>
          <p:pic>
            <p:nvPicPr>
              <p:cNvPr id="295" name="墨迹 294">
                <a:extLst>
                  <a:ext uri="{FF2B5EF4-FFF2-40B4-BE49-F238E27FC236}">
                    <a16:creationId xmlns:a16="http://schemas.microsoft.com/office/drawing/2014/main" id="{4D37FF41-1DC4-425C-86D6-8580B3A7CA2E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89273" y="4871073"/>
                <a:ext cx="4545360" cy="20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298" name="墨迹 297">
                <a:extLst>
                  <a:ext uri="{FF2B5EF4-FFF2-40B4-BE49-F238E27FC236}">
                    <a16:creationId xmlns:a16="http://schemas.microsoft.com/office/drawing/2014/main" id="{7D4D4461-26FA-4308-B540-9AFFA9BD7893}"/>
                  </a:ext>
                </a:extLst>
              </p14:cNvPr>
              <p14:cNvContentPartPr/>
              <p14:nvPr/>
            </p14:nvContentPartPr>
            <p14:xfrm>
              <a:off x="1778673" y="3679473"/>
              <a:ext cx="2063880" cy="976550"/>
            </p14:xfrm>
          </p:contentPart>
        </mc:Choice>
        <mc:Fallback>
          <p:pic>
            <p:nvPicPr>
              <p:cNvPr id="298" name="墨迹 297">
                <a:extLst>
                  <a:ext uri="{FF2B5EF4-FFF2-40B4-BE49-F238E27FC236}">
                    <a16:creationId xmlns:a16="http://schemas.microsoft.com/office/drawing/2014/main" id="{7D4D4461-26FA-4308-B540-9AFFA9BD789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769673" y="3670478"/>
                <a:ext cx="2081520" cy="994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299" name="墨迹 298">
                <a:extLst>
                  <a:ext uri="{FF2B5EF4-FFF2-40B4-BE49-F238E27FC236}">
                    <a16:creationId xmlns:a16="http://schemas.microsoft.com/office/drawing/2014/main" id="{BE9B20D3-5B9C-43B8-8D3A-70FA0FC0BC90}"/>
                  </a:ext>
                </a:extLst>
              </p14:cNvPr>
              <p14:cNvContentPartPr/>
              <p14:nvPr/>
            </p14:nvContentPartPr>
            <p14:xfrm>
              <a:off x="1887393" y="2276193"/>
              <a:ext cx="1919880" cy="1001030"/>
            </p14:xfrm>
          </p:contentPart>
        </mc:Choice>
        <mc:Fallback>
          <p:pic>
            <p:nvPicPr>
              <p:cNvPr id="299" name="墨迹 298">
                <a:extLst>
                  <a:ext uri="{FF2B5EF4-FFF2-40B4-BE49-F238E27FC236}">
                    <a16:creationId xmlns:a16="http://schemas.microsoft.com/office/drawing/2014/main" id="{BE9B20D3-5B9C-43B8-8D3A-70FA0FC0BC9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878751" y="2267194"/>
                <a:ext cx="1937523" cy="10186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987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2478ABA8-51B3-46A1-B9F1-81BCE30B1BA6}"/>
                  </a:ext>
                </a:extLst>
              </p14:cNvPr>
              <p14:cNvContentPartPr/>
              <p14:nvPr/>
            </p14:nvContentPartPr>
            <p14:xfrm>
              <a:off x="3048393" y="222393"/>
              <a:ext cx="378720" cy="6231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2478ABA8-51B3-46A1-B9F1-81BCE30B1B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9402" y="213393"/>
                <a:ext cx="396343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8C8F8A20-AB6A-49D9-9375-7787EF4E61FB}"/>
                  </a:ext>
                </a:extLst>
              </p14:cNvPr>
              <p14:cNvContentPartPr/>
              <p14:nvPr/>
            </p14:nvContentPartPr>
            <p14:xfrm>
              <a:off x="2594433" y="276753"/>
              <a:ext cx="324720" cy="5403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8C8F8A20-AB6A-49D9-9375-7787EF4E61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5783" y="268113"/>
                <a:ext cx="342380" cy="55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920DAC0C-8FB4-44C6-AC5D-038F6FA82394}"/>
                  </a:ext>
                </a:extLst>
              </p14:cNvPr>
              <p14:cNvContentPartPr/>
              <p14:nvPr/>
            </p14:nvContentPartPr>
            <p14:xfrm>
              <a:off x="1900713" y="180273"/>
              <a:ext cx="479520" cy="6897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920DAC0C-8FB4-44C6-AC5D-038F6FA823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1713" y="171633"/>
                <a:ext cx="497160" cy="70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90565A19-17EA-4E22-8827-EF180795BE35}"/>
                  </a:ext>
                </a:extLst>
              </p14:cNvPr>
              <p14:cNvContentPartPr/>
              <p14:nvPr/>
            </p14:nvContentPartPr>
            <p14:xfrm>
              <a:off x="6299193" y="361713"/>
              <a:ext cx="522720" cy="44244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90565A19-17EA-4E22-8827-EF180795BE3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90553" y="352713"/>
                <a:ext cx="54036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621041DA-A774-40CA-9421-3ABF8CD087BB}"/>
                  </a:ext>
                </a:extLst>
              </p14:cNvPr>
              <p14:cNvContentPartPr/>
              <p14:nvPr/>
            </p14:nvContentPartPr>
            <p14:xfrm>
              <a:off x="7009833" y="357753"/>
              <a:ext cx="250200" cy="40968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621041DA-A774-40CA-9421-3ABF8CD087B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01193" y="348753"/>
                <a:ext cx="26784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0544E24F-328F-41B0-902D-C1FD7ED4073D}"/>
                  </a:ext>
                </a:extLst>
              </p14:cNvPr>
              <p14:cNvContentPartPr/>
              <p14:nvPr/>
            </p14:nvContentPartPr>
            <p14:xfrm>
              <a:off x="9202233" y="250113"/>
              <a:ext cx="1279800" cy="86832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0544E24F-328F-41B0-902D-C1FD7ED4073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93591" y="241113"/>
                <a:ext cx="1297445" cy="88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AB5FB28A-B36A-4F40-BCA3-3F565D31CC85}"/>
                  </a:ext>
                </a:extLst>
              </p14:cNvPr>
              <p14:cNvContentPartPr/>
              <p14:nvPr/>
            </p14:nvContentPartPr>
            <p14:xfrm>
              <a:off x="1639713" y="1828713"/>
              <a:ext cx="26280" cy="7560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AB5FB28A-B36A-4F40-BCA3-3F565D31CC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31073" y="1819713"/>
                <a:ext cx="439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B15BFF6C-4ABD-49F6-9330-92F5F48462C0}"/>
                  </a:ext>
                </a:extLst>
              </p14:cNvPr>
              <p14:cNvContentPartPr/>
              <p14:nvPr/>
            </p14:nvContentPartPr>
            <p14:xfrm>
              <a:off x="2038233" y="1502913"/>
              <a:ext cx="250200" cy="36216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B15BFF6C-4ABD-49F6-9330-92F5F48462C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29593" y="1493913"/>
                <a:ext cx="26784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3" name="墨迹 32">
                <a:extLst>
                  <a:ext uri="{FF2B5EF4-FFF2-40B4-BE49-F238E27FC236}">
                    <a16:creationId xmlns:a16="http://schemas.microsoft.com/office/drawing/2014/main" id="{9F0EC409-689C-4902-94BE-96056F0C10C4}"/>
                  </a:ext>
                </a:extLst>
              </p14:cNvPr>
              <p14:cNvContentPartPr/>
              <p14:nvPr/>
            </p14:nvContentPartPr>
            <p14:xfrm>
              <a:off x="2466993" y="1460433"/>
              <a:ext cx="1822680" cy="428760"/>
            </p14:xfrm>
          </p:contentPart>
        </mc:Choice>
        <mc:Fallback>
          <p:pic>
            <p:nvPicPr>
              <p:cNvPr id="33" name="墨迹 32">
                <a:extLst>
                  <a:ext uri="{FF2B5EF4-FFF2-40B4-BE49-F238E27FC236}">
                    <a16:creationId xmlns:a16="http://schemas.microsoft.com/office/drawing/2014/main" id="{9F0EC409-689C-4902-94BE-96056F0C10C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58353" y="1451433"/>
                <a:ext cx="184032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8392C549-348A-4F1E-B6F1-DF8D7B0F4F49}"/>
                  </a:ext>
                </a:extLst>
              </p14:cNvPr>
              <p14:cNvContentPartPr/>
              <p14:nvPr/>
            </p14:nvContentPartPr>
            <p14:xfrm>
              <a:off x="707673" y="1488873"/>
              <a:ext cx="735840" cy="39960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8392C549-348A-4F1E-B6F1-DF8D7B0F4F4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9033" y="1480233"/>
                <a:ext cx="75348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1A4527E7-C140-4B9C-82F4-C1CACD9912B1}"/>
                  </a:ext>
                </a:extLst>
              </p14:cNvPr>
              <p14:cNvContentPartPr/>
              <p14:nvPr/>
            </p14:nvContentPartPr>
            <p14:xfrm>
              <a:off x="5709513" y="1474473"/>
              <a:ext cx="250200" cy="46692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1A4527E7-C140-4B9C-82F4-C1CACD9912B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00513" y="1465473"/>
                <a:ext cx="26784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6" name="墨迹 35">
                <a:extLst>
                  <a:ext uri="{FF2B5EF4-FFF2-40B4-BE49-F238E27FC236}">
                    <a16:creationId xmlns:a16="http://schemas.microsoft.com/office/drawing/2014/main" id="{660D4866-798A-4D74-9B6D-B69AED24C7F8}"/>
                  </a:ext>
                </a:extLst>
              </p14:cNvPr>
              <p14:cNvContentPartPr/>
              <p14:nvPr/>
            </p14:nvContentPartPr>
            <p14:xfrm>
              <a:off x="6096153" y="1563393"/>
              <a:ext cx="261000" cy="325440"/>
            </p14:xfrm>
          </p:contentPart>
        </mc:Choice>
        <mc:Fallback>
          <p:pic>
            <p:nvPicPr>
              <p:cNvPr id="36" name="墨迹 35">
                <a:extLst>
                  <a:ext uri="{FF2B5EF4-FFF2-40B4-BE49-F238E27FC236}">
                    <a16:creationId xmlns:a16="http://schemas.microsoft.com/office/drawing/2014/main" id="{660D4866-798A-4D74-9B6D-B69AED24C7F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087513" y="1554393"/>
                <a:ext cx="27864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3CE9EF90-693C-4D6B-9D81-179DC6F170CF}"/>
                  </a:ext>
                </a:extLst>
              </p14:cNvPr>
              <p14:cNvContentPartPr/>
              <p14:nvPr/>
            </p14:nvContentPartPr>
            <p14:xfrm>
              <a:off x="6494313" y="1536753"/>
              <a:ext cx="1546920" cy="44784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3CE9EF90-693C-4D6B-9D81-179DC6F170C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5313" y="1528113"/>
                <a:ext cx="156456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54CAB03B-D5A1-4C7D-914C-B113DECD253E}"/>
                  </a:ext>
                </a:extLst>
              </p14:cNvPr>
              <p14:cNvContentPartPr/>
              <p14:nvPr/>
            </p14:nvContentPartPr>
            <p14:xfrm>
              <a:off x="9668793" y="1610553"/>
              <a:ext cx="263520" cy="29844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54CAB03B-D5A1-4C7D-914C-B113DECD253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659793" y="1601913"/>
                <a:ext cx="2811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255F1467-91C2-4A4A-A91E-302632AA0D02}"/>
                  </a:ext>
                </a:extLst>
              </p14:cNvPr>
              <p14:cNvContentPartPr/>
              <p14:nvPr/>
            </p14:nvContentPartPr>
            <p14:xfrm>
              <a:off x="9618393" y="2105553"/>
              <a:ext cx="444600" cy="468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255F1467-91C2-4A4A-A91E-302632AA0D0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609393" y="2096913"/>
                <a:ext cx="46224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010A1A4E-5320-4BD7-9610-D200E4738FE4}"/>
                  </a:ext>
                </a:extLst>
              </p14:cNvPr>
              <p14:cNvContentPartPr/>
              <p14:nvPr/>
            </p14:nvContentPartPr>
            <p14:xfrm>
              <a:off x="7800033" y="2113473"/>
              <a:ext cx="376920" cy="1260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010A1A4E-5320-4BD7-9610-D200E4738F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791393" y="2104833"/>
                <a:ext cx="3945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54BEF318-F921-4C07-B72D-BB7B4953AFD9}"/>
                  </a:ext>
                </a:extLst>
              </p14:cNvPr>
              <p14:cNvContentPartPr/>
              <p14:nvPr/>
            </p14:nvContentPartPr>
            <p14:xfrm>
              <a:off x="-642327" y="2288073"/>
              <a:ext cx="230040" cy="7416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54BEF318-F921-4C07-B72D-BB7B4953AFD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-650967" y="2279433"/>
                <a:ext cx="2476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F4074080-B2FB-4869-B8D5-BE886320CE57}"/>
                  </a:ext>
                </a:extLst>
              </p14:cNvPr>
              <p14:cNvContentPartPr/>
              <p14:nvPr/>
            </p14:nvContentPartPr>
            <p14:xfrm>
              <a:off x="-618927" y="2357913"/>
              <a:ext cx="167040" cy="42876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F4074080-B2FB-4869-B8D5-BE886320CE5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-627567" y="2348913"/>
                <a:ext cx="18468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84D26DED-B3E6-4513-AB12-4A19A4A98C5E}"/>
                  </a:ext>
                </a:extLst>
              </p14:cNvPr>
              <p14:cNvContentPartPr/>
              <p14:nvPr/>
            </p14:nvContentPartPr>
            <p14:xfrm>
              <a:off x="-515247" y="2553033"/>
              <a:ext cx="110160" cy="1584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84D26DED-B3E6-4513-AB12-4A19A4A98C5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-523887" y="2544393"/>
                <a:ext cx="1278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F4AB8CBF-77AD-4F1A-AABA-872DED3668C5}"/>
                  </a:ext>
                </a:extLst>
              </p14:cNvPr>
              <p14:cNvContentPartPr/>
              <p14:nvPr/>
            </p14:nvContentPartPr>
            <p14:xfrm>
              <a:off x="-846807" y="2620353"/>
              <a:ext cx="102960" cy="3456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F4AB8CBF-77AD-4F1A-AABA-872DED3668C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-855447" y="2611713"/>
                <a:ext cx="1206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699B5B82-9AA5-406D-84DF-1D19A2E64508}"/>
                  </a:ext>
                </a:extLst>
              </p14:cNvPr>
              <p14:cNvContentPartPr/>
              <p14:nvPr/>
            </p14:nvContentPartPr>
            <p14:xfrm>
              <a:off x="-802527" y="2530353"/>
              <a:ext cx="32760" cy="23112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699B5B82-9AA5-406D-84DF-1D19A2E6450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-811167" y="2521353"/>
                <a:ext cx="504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24F03DC5-C477-4CA4-BE8F-4FFF5BABC4CD}"/>
                  </a:ext>
                </a:extLst>
              </p14:cNvPr>
              <p14:cNvContentPartPr/>
              <p14:nvPr/>
            </p14:nvContentPartPr>
            <p14:xfrm>
              <a:off x="-312567" y="2241993"/>
              <a:ext cx="640440" cy="65592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24F03DC5-C477-4CA4-BE8F-4FFF5BABC4C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-321207" y="2233353"/>
                <a:ext cx="658080" cy="6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17ED2BD9-E491-48A5-9C0E-2CD88042576A}"/>
                  </a:ext>
                </a:extLst>
              </p14:cNvPr>
              <p14:cNvContentPartPr/>
              <p14:nvPr/>
            </p14:nvContentPartPr>
            <p14:xfrm>
              <a:off x="805233" y="2427033"/>
              <a:ext cx="246240" cy="34272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17ED2BD9-E491-48A5-9C0E-2CD88042576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96233" y="2418393"/>
                <a:ext cx="26388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5D251DF4-509B-46A1-B461-AFF217E70895}"/>
                  </a:ext>
                </a:extLst>
              </p14:cNvPr>
              <p14:cNvContentPartPr/>
              <p14:nvPr/>
            </p14:nvContentPartPr>
            <p14:xfrm>
              <a:off x="1188633" y="2461953"/>
              <a:ext cx="255240" cy="30348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5D251DF4-509B-46A1-B461-AFF217E7089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79633" y="2453313"/>
                <a:ext cx="2728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4DDE63BF-693D-405F-9BBE-1BB107C3E305}"/>
                  </a:ext>
                </a:extLst>
              </p14:cNvPr>
              <p14:cNvContentPartPr/>
              <p14:nvPr/>
            </p14:nvContentPartPr>
            <p14:xfrm>
              <a:off x="1614513" y="2697393"/>
              <a:ext cx="34920" cy="5220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4DDE63BF-693D-405F-9BBE-1BB107C3E30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05873" y="2688393"/>
                <a:ext cx="525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989F8EE3-3434-49C0-A47C-145343A70050}"/>
                  </a:ext>
                </a:extLst>
              </p14:cNvPr>
              <p14:cNvContentPartPr/>
              <p14:nvPr/>
            </p14:nvContentPartPr>
            <p14:xfrm>
              <a:off x="2134353" y="2465553"/>
              <a:ext cx="209520" cy="28440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989F8EE3-3434-49C0-A47C-145343A7005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125353" y="2456553"/>
                <a:ext cx="2271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DCDBE420-5A13-479B-AED4-8C646DB26830}"/>
                  </a:ext>
                </a:extLst>
              </p14:cNvPr>
              <p14:cNvContentPartPr/>
              <p14:nvPr/>
            </p14:nvContentPartPr>
            <p14:xfrm>
              <a:off x="2564553" y="2405433"/>
              <a:ext cx="38880" cy="32004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DCDBE420-5A13-479B-AED4-8C646DB2683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555913" y="2396433"/>
                <a:ext cx="5652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130593FE-837E-4708-BB5D-5A00A51F8005}"/>
                  </a:ext>
                </a:extLst>
              </p14:cNvPr>
              <p14:cNvContentPartPr/>
              <p14:nvPr/>
            </p14:nvContentPartPr>
            <p14:xfrm>
              <a:off x="2849313" y="2437473"/>
              <a:ext cx="221400" cy="29232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130593FE-837E-4708-BB5D-5A00A51F800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840673" y="2428473"/>
                <a:ext cx="23904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06985F70-D1E3-4BBE-9ADC-7DD68F9E80F4}"/>
                  </a:ext>
                </a:extLst>
              </p14:cNvPr>
              <p14:cNvContentPartPr/>
              <p14:nvPr/>
            </p14:nvContentPartPr>
            <p14:xfrm>
              <a:off x="3408393" y="2447553"/>
              <a:ext cx="304920" cy="23652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06985F70-D1E3-4BBE-9ADC-7DD68F9E80F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99393" y="2438553"/>
                <a:ext cx="3225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E0C6A3B2-0818-4225-894B-C93B61BD08A3}"/>
                  </a:ext>
                </a:extLst>
              </p14:cNvPr>
              <p14:cNvContentPartPr/>
              <p14:nvPr/>
            </p14:nvContentPartPr>
            <p14:xfrm>
              <a:off x="3856233" y="2452233"/>
              <a:ext cx="40680" cy="23256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E0C6A3B2-0818-4225-894B-C93B61BD08A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847593" y="2443233"/>
                <a:ext cx="583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9270AD2B-D085-40D1-8032-13123D30AF42}"/>
                  </a:ext>
                </a:extLst>
              </p14:cNvPr>
              <p14:cNvContentPartPr/>
              <p14:nvPr/>
            </p14:nvContentPartPr>
            <p14:xfrm>
              <a:off x="4117233" y="2422353"/>
              <a:ext cx="197640" cy="27216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9270AD2B-D085-40D1-8032-13123D30AF4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08233" y="2413713"/>
                <a:ext cx="21528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BB7B8A92-9CAC-4C4A-8E3A-63B074A74545}"/>
                  </a:ext>
                </a:extLst>
              </p14:cNvPr>
              <p14:cNvContentPartPr/>
              <p14:nvPr/>
            </p14:nvContentPartPr>
            <p14:xfrm>
              <a:off x="313473" y="3045873"/>
              <a:ext cx="4299480" cy="6012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BB7B8A92-9CAC-4C4A-8E3A-63B074A7454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04473" y="3037233"/>
                <a:ext cx="43171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FF12D13A-4884-4AFC-8C48-8C62B760CCAE}"/>
                  </a:ext>
                </a:extLst>
              </p14:cNvPr>
              <p14:cNvContentPartPr/>
              <p14:nvPr/>
            </p14:nvContentPartPr>
            <p14:xfrm>
              <a:off x="3411273" y="3506313"/>
              <a:ext cx="234000" cy="30312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FF12D13A-4884-4AFC-8C48-8C62B760CCA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402273" y="3497313"/>
                <a:ext cx="25164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00E29B6E-58C0-4F63-972F-B131EE71AF7D}"/>
                  </a:ext>
                </a:extLst>
              </p14:cNvPr>
              <p14:cNvContentPartPr/>
              <p14:nvPr/>
            </p14:nvContentPartPr>
            <p14:xfrm>
              <a:off x="3924273" y="3514593"/>
              <a:ext cx="22320" cy="29520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00E29B6E-58C0-4F63-972F-B131EE71AF7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915273" y="3505953"/>
                <a:ext cx="3996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D62ED941-B777-4D8E-AC12-435B81D08666}"/>
                  </a:ext>
                </a:extLst>
              </p14:cNvPr>
              <p14:cNvContentPartPr/>
              <p14:nvPr/>
            </p14:nvContentPartPr>
            <p14:xfrm>
              <a:off x="4169073" y="3554553"/>
              <a:ext cx="158400" cy="24444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D62ED941-B777-4D8E-AC12-435B81D0866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160073" y="3545553"/>
                <a:ext cx="1760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0352F8AD-5C64-463C-B514-F2F25657E1BC}"/>
                  </a:ext>
                </a:extLst>
              </p14:cNvPr>
              <p14:cNvContentPartPr/>
              <p14:nvPr/>
            </p14:nvContentPartPr>
            <p14:xfrm>
              <a:off x="2272953" y="3508833"/>
              <a:ext cx="214560" cy="26604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0352F8AD-5C64-463C-B514-F2F25657E1B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263953" y="3500193"/>
                <a:ext cx="2322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A1239827-3EA4-4092-8787-0206F44ACBB7}"/>
                  </a:ext>
                </a:extLst>
              </p14:cNvPr>
              <p14:cNvContentPartPr/>
              <p14:nvPr/>
            </p14:nvContentPartPr>
            <p14:xfrm>
              <a:off x="2641233" y="3547353"/>
              <a:ext cx="46080" cy="245520"/>
            </p14:xfrm>
          </p:contentPart>
        </mc:Choice>
        <mc:Fallback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A1239827-3EA4-4092-8787-0206F44ACBB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632233" y="3538353"/>
                <a:ext cx="637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9B2BF043-2EA7-4AE2-9CC0-A7776ED1D9C0}"/>
                  </a:ext>
                </a:extLst>
              </p14:cNvPr>
              <p14:cNvContentPartPr/>
              <p14:nvPr/>
            </p14:nvContentPartPr>
            <p14:xfrm>
              <a:off x="2863713" y="3522873"/>
              <a:ext cx="156600" cy="28044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9B2BF043-2EA7-4AE2-9CC0-A7776ED1D9C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54713" y="3514233"/>
                <a:ext cx="1742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50E98603-5521-4C09-8F0D-6074CAD36242}"/>
                  </a:ext>
                </a:extLst>
              </p14:cNvPr>
              <p14:cNvContentPartPr/>
              <p14:nvPr/>
            </p14:nvContentPartPr>
            <p14:xfrm>
              <a:off x="754113" y="3489393"/>
              <a:ext cx="227520" cy="27648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50E98603-5521-4C09-8F0D-6074CAD3624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45473" y="3480393"/>
                <a:ext cx="24516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EA9AAA3F-16F0-46D2-A93C-9DD9A5303B4C}"/>
                  </a:ext>
                </a:extLst>
              </p14:cNvPr>
              <p14:cNvContentPartPr/>
              <p14:nvPr/>
            </p14:nvContentPartPr>
            <p14:xfrm>
              <a:off x="1237593" y="3500193"/>
              <a:ext cx="220320" cy="19044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EA9AAA3F-16F0-46D2-A93C-9DD9A5303B4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28593" y="3491193"/>
                <a:ext cx="2379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53993A62-22BE-4F69-9B2A-6053311EC6AF}"/>
                  </a:ext>
                </a:extLst>
              </p14:cNvPr>
              <p14:cNvContentPartPr/>
              <p14:nvPr/>
            </p14:nvContentPartPr>
            <p14:xfrm>
              <a:off x="1772193" y="3694593"/>
              <a:ext cx="54360" cy="5940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53993A62-22BE-4F69-9B2A-6053311EC6A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763553" y="3685953"/>
                <a:ext cx="720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C385E29D-010A-4258-AD3C-1AFAAFBE960E}"/>
                  </a:ext>
                </a:extLst>
              </p14:cNvPr>
              <p14:cNvContentPartPr/>
              <p14:nvPr/>
            </p14:nvContentPartPr>
            <p14:xfrm>
              <a:off x="-952287" y="3525393"/>
              <a:ext cx="310680" cy="18396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C385E29D-010A-4258-AD3C-1AFAAFBE960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-961287" y="3516393"/>
                <a:ext cx="32832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C0B8FD03-A6FF-446B-AA56-C1248105A00B}"/>
                  </a:ext>
                </a:extLst>
              </p14:cNvPr>
              <p14:cNvContentPartPr/>
              <p14:nvPr/>
            </p14:nvContentPartPr>
            <p14:xfrm>
              <a:off x="-612556" y="3457713"/>
              <a:ext cx="161280" cy="27864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C0B8FD03-A6FF-446B-AA56-C1248105A00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-621556" y="3449073"/>
                <a:ext cx="1789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DDBFE439-2821-4D83-981F-89C5CB24D89C}"/>
                  </a:ext>
                </a:extLst>
              </p14:cNvPr>
              <p14:cNvContentPartPr/>
              <p14:nvPr/>
            </p14:nvContentPartPr>
            <p14:xfrm>
              <a:off x="-116836" y="3415953"/>
              <a:ext cx="10440" cy="38088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DDBFE439-2821-4D83-981F-89C5CB24D89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-125836" y="3406953"/>
                <a:ext cx="2808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563A93FC-133E-4C49-9DA5-C11A2340538C}"/>
                  </a:ext>
                </a:extLst>
              </p14:cNvPr>
              <p14:cNvContentPartPr/>
              <p14:nvPr/>
            </p14:nvContentPartPr>
            <p14:xfrm>
              <a:off x="864524" y="4426473"/>
              <a:ext cx="276480" cy="29520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563A93FC-133E-4C49-9DA5-C11A2340538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55884" y="4417833"/>
                <a:ext cx="29412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6D8D6230-4083-476F-9B8A-4B7C23727E97}"/>
                  </a:ext>
                </a:extLst>
              </p14:cNvPr>
              <p14:cNvContentPartPr/>
              <p14:nvPr/>
            </p14:nvContentPartPr>
            <p14:xfrm>
              <a:off x="1358804" y="4415673"/>
              <a:ext cx="207720" cy="27072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6D8D6230-4083-476F-9B8A-4B7C23727E9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350164" y="4407033"/>
                <a:ext cx="22536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60F84117-D4BB-4243-9C81-1AD09A1ECB5F}"/>
                  </a:ext>
                </a:extLst>
              </p14:cNvPr>
              <p14:cNvContentPartPr/>
              <p14:nvPr/>
            </p14:nvContentPartPr>
            <p14:xfrm>
              <a:off x="1725644" y="4615473"/>
              <a:ext cx="19440" cy="8424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60F84117-D4BB-4243-9C81-1AD09A1ECB5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716644" y="4606473"/>
                <a:ext cx="370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E2211749-D449-4BBC-BCDC-C57541464988}"/>
                  </a:ext>
                </a:extLst>
              </p14:cNvPr>
              <p14:cNvContentPartPr/>
              <p14:nvPr/>
            </p14:nvContentPartPr>
            <p14:xfrm>
              <a:off x="2253764" y="4464993"/>
              <a:ext cx="182160" cy="242640"/>
            </p14:xfrm>
          </p:contentPart>
        </mc:Choice>
        <mc:Fallback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E2211749-D449-4BBC-BCDC-C5754146498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245124" y="4455993"/>
                <a:ext cx="1998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AEC24B42-99CE-4943-BA91-524684D36D6D}"/>
                  </a:ext>
                </a:extLst>
              </p14:cNvPr>
              <p14:cNvContentPartPr/>
              <p14:nvPr/>
            </p14:nvContentPartPr>
            <p14:xfrm>
              <a:off x="2690444" y="4376793"/>
              <a:ext cx="189360" cy="301680"/>
            </p14:xfrm>
          </p:contentPart>
        </mc:Choice>
        <mc:Fallback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AEC24B42-99CE-4943-BA91-524684D36D6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681444" y="4368153"/>
                <a:ext cx="20700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CB21DD0F-1788-4DEF-AA5E-DF5D394562C0}"/>
                  </a:ext>
                </a:extLst>
              </p14:cNvPr>
              <p14:cNvContentPartPr/>
              <p14:nvPr/>
            </p14:nvContentPartPr>
            <p14:xfrm>
              <a:off x="3033884" y="4432953"/>
              <a:ext cx="29520" cy="25596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CB21DD0F-1788-4DEF-AA5E-DF5D394562C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025244" y="4423953"/>
                <a:ext cx="4716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529C935E-1985-41CD-960B-CA6F0C60F158}"/>
                  </a:ext>
                </a:extLst>
              </p14:cNvPr>
              <p14:cNvContentPartPr/>
              <p14:nvPr/>
            </p14:nvContentPartPr>
            <p14:xfrm>
              <a:off x="3384164" y="4422153"/>
              <a:ext cx="161280" cy="16740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529C935E-1985-41CD-960B-CA6F0C60F15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375524" y="4413513"/>
                <a:ext cx="1789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96DBFD1A-6D4F-43DD-BF38-97031D9C2E48}"/>
                  </a:ext>
                </a:extLst>
              </p14:cNvPr>
              <p14:cNvContentPartPr/>
              <p14:nvPr/>
            </p14:nvContentPartPr>
            <p14:xfrm>
              <a:off x="3836684" y="4441953"/>
              <a:ext cx="363600" cy="177840"/>
            </p14:xfrm>
          </p:contentPart>
        </mc:Choice>
        <mc:Fallback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96DBFD1A-6D4F-43DD-BF38-97031D9C2E4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828044" y="4433313"/>
                <a:ext cx="3812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222BC461-06F5-4266-BEB7-B416DB03E118}"/>
                  </a:ext>
                </a:extLst>
              </p14:cNvPr>
              <p14:cNvContentPartPr/>
              <p14:nvPr/>
            </p14:nvContentPartPr>
            <p14:xfrm>
              <a:off x="5399804" y="4324953"/>
              <a:ext cx="235800" cy="25812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222BC461-06F5-4266-BEB7-B416DB03E11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390804" y="4315953"/>
                <a:ext cx="2534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E1EEA48F-F9FA-458C-864E-451A38E3F5C9}"/>
                  </a:ext>
                </a:extLst>
              </p14:cNvPr>
              <p14:cNvContentPartPr/>
              <p14:nvPr/>
            </p14:nvContentPartPr>
            <p14:xfrm>
              <a:off x="5959964" y="4241073"/>
              <a:ext cx="8280" cy="54360"/>
            </p14:xfrm>
          </p:contentPart>
        </mc:Choice>
        <mc:Fallback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E1EEA48F-F9FA-458C-864E-451A38E3F5C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950964" y="4232433"/>
                <a:ext cx="259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2292CEE5-3E46-4E35-A701-41BA889E0AB0}"/>
                  </a:ext>
                </a:extLst>
              </p14:cNvPr>
              <p14:cNvContentPartPr/>
              <p14:nvPr/>
            </p14:nvContentPartPr>
            <p14:xfrm>
              <a:off x="5776724" y="4491633"/>
              <a:ext cx="228240" cy="18360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2292CEE5-3E46-4E35-A701-41BA889E0AB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768084" y="4482993"/>
                <a:ext cx="2458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3B6B623F-F107-4F6A-BFDC-4E0B2512FBFA}"/>
                  </a:ext>
                </a:extLst>
              </p14:cNvPr>
              <p14:cNvContentPartPr/>
              <p14:nvPr/>
            </p14:nvContentPartPr>
            <p14:xfrm>
              <a:off x="6364604" y="4298673"/>
              <a:ext cx="131400" cy="35748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3B6B623F-F107-4F6A-BFDC-4E0B2512FBF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355964" y="4289673"/>
                <a:ext cx="14904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64301CAD-2A22-473E-9E6B-69FD0FC6B220}"/>
                  </a:ext>
                </a:extLst>
              </p14:cNvPr>
              <p14:cNvContentPartPr/>
              <p14:nvPr/>
            </p14:nvContentPartPr>
            <p14:xfrm>
              <a:off x="7995764" y="4421073"/>
              <a:ext cx="200880" cy="22788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64301CAD-2A22-473E-9E6B-69FD0FC6B22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986764" y="4412073"/>
                <a:ext cx="2185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7C725B00-36CB-45FD-A348-378DC06F0E47}"/>
                  </a:ext>
                </a:extLst>
              </p14:cNvPr>
              <p14:cNvContentPartPr/>
              <p14:nvPr/>
            </p14:nvContentPartPr>
            <p14:xfrm>
              <a:off x="9830684" y="4329273"/>
              <a:ext cx="96120" cy="27612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7C725B00-36CB-45FD-A348-378DC06F0E4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822044" y="4320273"/>
                <a:ext cx="1137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07" name="墨迹 106">
                <a:extLst>
                  <a:ext uri="{FF2B5EF4-FFF2-40B4-BE49-F238E27FC236}">
                    <a16:creationId xmlns:a16="http://schemas.microsoft.com/office/drawing/2014/main" id="{0F53D147-189A-4017-AB5C-6F5B10F13676}"/>
                  </a:ext>
                </a:extLst>
              </p14:cNvPr>
              <p14:cNvContentPartPr/>
              <p14:nvPr/>
            </p14:nvContentPartPr>
            <p14:xfrm>
              <a:off x="7926284" y="4730313"/>
              <a:ext cx="292680" cy="31680"/>
            </p14:xfrm>
          </p:contentPart>
        </mc:Choice>
        <mc:Fallback>
          <p:pic>
            <p:nvPicPr>
              <p:cNvPr id="107" name="墨迹 106">
                <a:extLst>
                  <a:ext uri="{FF2B5EF4-FFF2-40B4-BE49-F238E27FC236}">
                    <a16:creationId xmlns:a16="http://schemas.microsoft.com/office/drawing/2014/main" id="{0F53D147-189A-4017-AB5C-6F5B10F1367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917284" y="4721673"/>
                <a:ext cx="3103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B44D23C8-D0EB-432F-9BA5-3E59E0E6A544}"/>
                  </a:ext>
                </a:extLst>
              </p14:cNvPr>
              <p14:cNvContentPartPr/>
              <p14:nvPr/>
            </p14:nvContentPartPr>
            <p14:xfrm>
              <a:off x="9604604" y="4741113"/>
              <a:ext cx="368640" cy="6804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B44D23C8-D0EB-432F-9BA5-3E59E0E6A54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595964" y="4732113"/>
                <a:ext cx="38628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963C7914-3210-437B-88DA-425EC9804F29}"/>
                  </a:ext>
                </a:extLst>
              </p14:cNvPr>
              <p14:cNvContentPartPr/>
              <p14:nvPr/>
            </p14:nvContentPartPr>
            <p14:xfrm>
              <a:off x="7346684" y="4386153"/>
              <a:ext cx="505080" cy="258840"/>
            </p14:xfrm>
          </p:contentPart>
        </mc:Choice>
        <mc:Fallback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963C7914-3210-437B-88DA-425EC9804F2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338038" y="4377153"/>
                <a:ext cx="522733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3EE7476F-F181-443D-877B-5417157FB51F}"/>
                  </a:ext>
                </a:extLst>
              </p14:cNvPr>
              <p14:cNvContentPartPr/>
              <p14:nvPr/>
            </p14:nvContentPartPr>
            <p14:xfrm>
              <a:off x="6642524" y="4378233"/>
              <a:ext cx="538200" cy="28152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3EE7476F-F181-443D-877B-5417157FB51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633890" y="4369233"/>
                <a:ext cx="555828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63CE0823-C21C-4F09-B9EE-B047E3C57383}"/>
                  </a:ext>
                </a:extLst>
              </p14:cNvPr>
              <p14:cNvContentPartPr/>
              <p14:nvPr/>
            </p14:nvContentPartPr>
            <p14:xfrm>
              <a:off x="-859156" y="5245833"/>
              <a:ext cx="225720" cy="49680"/>
            </p14:xfrm>
          </p:contentPart>
        </mc:Choice>
        <mc:Fallback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63CE0823-C21C-4F09-B9EE-B047E3C5738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-868156" y="5237193"/>
                <a:ext cx="2433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FFB19D85-3BDF-43EC-8922-13363DF80027}"/>
                  </a:ext>
                </a:extLst>
              </p14:cNvPr>
              <p14:cNvContentPartPr/>
              <p14:nvPr/>
            </p14:nvContentPartPr>
            <p14:xfrm>
              <a:off x="-723076" y="5100393"/>
              <a:ext cx="28080" cy="28368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FFB19D85-3BDF-43EC-8922-13363DF8002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-731716" y="5091753"/>
                <a:ext cx="457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AF270B96-BD6F-4AE1-B31C-984B86672EDC}"/>
                  </a:ext>
                </a:extLst>
              </p14:cNvPr>
              <p14:cNvContentPartPr/>
              <p14:nvPr/>
            </p14:nvContentPartPr>
            <p14:xfrm>
              <a:off x="-551716" y="4954233"/>
              <a:ext cx="1037520" cy="48240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AF270B96-BD6F-4AE1-B31C-984B86672ED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-560719" y="4945233"/>
                <a:ext cx="1055166" cy="5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64AD8652-FE7D-41B3-B4AE-476D0463782E}"/>
                  </a:ext>
                </a:extLst>
              </p14:cNvPr>
              <p14:cNvContentPartPr/>
              <p14:nvPr/>
            </p14:nvContentPartPr>
            <p14:xfrm>
              <a:off x="936524" y="5124513"/>
              <a:ext cx="109080" cy="277920"/>
            </p14:xfrm>
          </p:contentPart>
        </mc:Choice>
        <mc:Fallback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64AD8652-FE7D-41B3-B4AE-476D0463782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27524" y="5115873"/>
                <a:ext cx="12672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B818E30E-EEE7-430E-A57F-D91A0AF9AEAD}"/>
                  </a:ext>
                </a:extLst>
              </p14:cNvPr>
              <p14:cNvContentPartPr/>
              <p14:nvPr/>
            </p14:nvContentPartPr>
            <p14:xfrm>
              <a:off x="1254404" y="5096073"/>
              <a:ext cx="53280" cy="302040"/>
            </p14:xfrm>
          </p:contentPart>
        </mc:Choice>
        <mc:Fallback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B818E30E-EEE7-430E-A57F-D91A0AF9AEA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245764" y="5087433"/>
                <a:ext cx="7092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9C5BBD98-0A50-4FD2-BFEA-5ED0C4D9B81C}"/>
                  </a:ext>
                </a:extLst>
              </p14:cNvPr>
              <p14:cNvContentPartPr/>
              <p14:nvPr/>
            </p14:nvContentPartPr>
            <p14:xfrm>
              <a:off x="1739684" y="5374713"/>
              <a:ext cx="36720" cy="57240"/>
            </p14:xfrm>
          </p:contentPart>
        </mc:Choice>
        <mc:Fallback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9C5BBD98-0A50-4FD2-BFEA-5ED0C4D9B81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731044" y="5365713"/>
                <a:ext cx="543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57390E28-48BE-4F8D-809F-04C742F70915}"/>
                  </a:ext>
                </a:extLst>
              </p14:cNvPr>
              <p14:cNvContentPartPr/>
              <p14:nvPr/>
            </p14:nvContentPartPr>
            <p14:xfrm>
              <a:off x="2259884" y="5020113"/>
              <a:ext cx="111600" cy="298080"/>
            </p14:xfrm>
          </p:contentPart>
        </mc:Choice>
        <mc:Fallback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57390E28-48BE-4F8D-809F-04C742F7091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250884" y="5011473"/>
                <a:ext cx="12924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03260B87-B82A-4EA3-9C28-A892DECEFDDF}"/>
                  </a:ext>
                </a:extLst>
              </p14:cNvPr>
              <p14:cNvContentPartPr/>
              <p14:nvPr/>
            </p14:nvContentPartPr>
            <p14:xfrm>
              <a:off x="2652284" y="5087793"/>
              <a:ext cx="219600" cy="175680"/>
            </p14:xfrm>
          </p:contentPart>
        </mc:Choice>
        <mc:Fallback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03260B87-B82A-4EA3-9C28-A892DECEFDD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643284" y="5078793"/>
                <a:ext cx="2372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34" name="墨迹 133">
                <a:extLst>
                  <a:ext uri="{FF2B5EF4-FFF2-40B4-BE49-F238E27FC236}">
                    <a16:creationId xmlns:a16="http://schemas.microsoft.com/office/drawing/2014/main" id="{44139725-9B94-465E-87CA-3D6EFF23C7FE}"/>
                  </a:ext>
                </a:extLst>
              </p14:cNvPr>
              <p14:cNvContentPartPr/>
              <p14:nvPr/>
            </p14:nvContentPartPr>
            <p14:xfrm>
              <a:off x="3029204" y="5090313"/>
              <a:ext cx="98280" cy="236880"/>
            </p14:xfrm>
          </p:contentPart>
        </mc:Choice>
        <mc:Fallback>
          <p:pic>
            <p:nvPicPr>
              <p:cNvPr id="134" name="墨迹 133">
                <a:extLst>
                  <a:ext uri="{FF2B5EF4-FFF2-40B4-BE49-F238E27FC236}">
                    <a16:creationId xmlns:a16="http://schemas.microsoft.com/office/drawing/2014/main" id="{44139725-9B94-465E-87CA-3D6EFF23C7F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020204" y="5081673"/>
                <a:ext cx="11592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EEE54C56-5706-43D0-8EF2-C775E144ED7E}"/>
                  </a:ext>
                </a:extLst>
              </p14:cNvPr>
              <p14:cNvContentPartPr/>
              <p14:nvPr/>
            </p14:nvContentPartPr>
            <p14:xfrm>
              <a:off x="3393884" y="5017953"/>
              <a:ext cx="136800" cy="29592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EEE54C56-5706-43D0-8EF2-C775E144ED7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384884" y="5009313"/>
                <a:ext cx="1544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9BC71B87-D810-407F-B815-544F0DA610ED}"/>
                  </a:ext>
                </a:extLst>
              </p14:cNvPr>
              <p14:cNvContentPartPr/>
              <p14:nvPr/>
            </p14:nvContentPartPr>
            <p14:xfrm>
              <a:off x="3797804" y="5055753"/>
              <a:ext cx="150120" cy="261720"/>
            </p14:xfrm>
          </p:contentPart>
        </mc:Choice>
        <mc:Fallback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9BC71B87-D810-407F-B815-544F0DA610E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788804" y="5046753"/>
                <a:ext cx="1677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37" name="墨迹 136">
                <a:extLst>
                  <a:ext uri="{FF2B5EF4-FFF2-40B4-BE49-F238E27FC236}">
                    <a16:creationId xmlns:a16="http://schemas.microsoft.com/office/drawing/2014/main" id="{108F53D4-6CD7-43AF-81E6-BE993CB70021}"/>
                  </a:ext>
                </a:extLst>
              </p14:cNvPr>
              <p14:cNvContentPartPr/>
              <p14:nvPr/>
            </p14:nvContentPartPr>
            <p14:xfrm>
              <a:off x="4100924" y="5141433"/>
              <a:ext cx="239040" cy="243720"/>
            </p14:xfrm>
          </p:contentPart>
        </mc:Choice>
        <mc:Fallback>
          <p:pic>
            <p:nvPicPr>
              <p:cNvPr id="137" name="墨迹 136">
                <a:extLst>
                  <a:ext uri="{FF2B5EF4-FFF2-40B4-BE49-F238E27FC236}">
                    <a16:creationId xmlns:a16="http://schemas.microsoft.com/office/drawing/2014/main" id="{108F53D4-6CD7-43AF-81E6-BE993CB7002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092284" y="5132793"/>
                <a:ext cx="25668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68D127B1-9AB7-4767-A549-28FB14E860C3}"/>
                  </a:ext>
                </a:extLst>
              </p14:cNvPr>
              <p14:cNvContentPartPr/>
              <p14:nvPr/>
            </p14:nvContentPartPr>
            <p14:xfrm>
              <a:off x="665084" y="5547873"/>
              <a:ext cx="3952800" cy="89640"/>
            </p14:xfrm>
          </p:contentPart>
        </mc:Choice>
        <mc:Fallback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68D127B1-9AB7-4767-A549-28FB14E860C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56084" y="5538873"/>
                <a:ext cx="39704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D098E7D7-7F3F-41DC-9B1F-F9B4FFB29B69}"/>
                  </a:ext>
                </a:extLst>
              </p14:cNvPr>
              <p14:cNvContentPartPr/>
              <p14:nvPr/>
            </p14:nvContentPartPr>
            <p14:xfrm>
              <a:off x="3432404" y="5926233"/>
              <a:ext cx="70560" cy="234000"/>
            </p14:xfrm>
          </p:contentPart>
        </mc:Choice>
        <mc:Fallback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D098E7D7-7F3F-41DC-9B1F-F9B4FFB29B6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423404" y="5917593"/>
                <a:ext cx="8820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8CAE05DC-7E43-4927-99FF-64E307A6AF23}"/>
                  </a:ext>
                </a:extLst>
              </p14:cNvPr>
              <p14:cNvContentPartPr/>
              <p14:nvPr/>
            </p14:nvContentPartPr>
            <p14:xfrm>
              <a:off x="3803204" y="5960433"/>
              <a:ext cx="29520" cy="187200"/>
            </p14:xfrm>
          </p:contentPart>
        </mc:Choice>
        <mc:Fallback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8CAE05DC-7E43-4927-99FF-64E307A6AF2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794564" y="5951433"/>
                <a:ext cx="471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C42D0097-D887-4901-8677-0B99D66C3203}"/>
                  </a:ext>
                </a:extLst>
              </p14:cNvPr>
              <p14:cNvContentPartPr/>
              <p14:nvPr/>
            </p14:nvContentPartPr>
            <p14:xfrm>
              <a:off x="4107764" y="5921913"/>
              <a:ext cx="101520" cy="297360"/>
            </p14:xfrm>
          </p:contentPart>
        </mc:Choice>
        <mc:Fallback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C42D0097-D887-4901-8677-0B99D66C3203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099124" y="5913273"/>
                <a:ext cx="1191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BEB8BE24-1353-4F46-BB45-C3A17DBD9B55}"/>
                  </a:ext>
                </a:extLst>
              </p14:cNvPr>
              <p14:cNvContentPartPr/>
              <p14:nvPr/>
            </p14:nvContentPartPr>
            <p14:xfrm>
              <a:off x="2543924" y="5917953"/>
              <a:ext cx="95040" cy="279360"/>
            </p14:xfrm>
          </p:contentPart>
        </mc:Choice>
        <mc:Fallback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BEB8BE24-1353-4F46-BB45-C3A17DBD9B5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534924" y="5908953"/>
                <a:ext cx="11268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43" name="墨迹 142">
                <a:extLst>
                  <a:ext uri="{FF2B5EF4-FFF2-40B4-BE49-F238E27FC236}">
                    <a16:creationId xmlns:a16="http://schemas.microsoft.com/office/drawing/2014/main" id="{1EB3C932-5534-4666-8284-A44639FC96AD}"/>
                  </a:ext>
                </a:extLst>
              </p14:cNvPr>
              <p14:cNvContentPartPr/>
              <p14:nvPr/>
            </p14:nvContentPartPr>
            <p14:xfrm>
              <a:off x="2929484" y="5979873"/>
              <a:ext cx="174240" cy="195120"/>
            </p14:xfrm>
          </p:contentPart>
        </mc:Choice>
        <mc:Fallback>
          <p:pic>
            <p:nvPicPr>
              <p:cNvPr id="143" name="墨迹 142">
                <a:extLst>
                  <a:ext uri="{FF2B5EF4-FFF2-40B4-BE49-F238E27FC236}">
                    <a16:creationId xmlns:a16="http://schemas.microsoft.com/office/drawing/2014/main" id="{1EB3C932-5534-4666-8284-A44639FC96A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920484" y="5970873"/>
                <a:ext cx="1918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3181133D-344C-4FD3-B213-D42D6C91D395}"/>
                  </a:ext>
                </a:extLst>
              </p14:cNvPr>
              <p14:cNvContentPartPr/>
              <p14:nvPr/>
            </p14:nvContentPartPr>
            <p14:xfrm>
              <a:off x="2138924" y="5835513"/>
              <a:ext cx="147240" cy="291600"/>
            </p14:xfrm>
          </p:contentPart>
        </mc:Choice>
        <mc:Fallback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3181133D-344C-4FD3-B213-D42D6C91D39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130284" y="5826513"/>
                <a:ext cx="16488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0180D9C0-8BB5-41FE-8984-3FD4445EEC41}"/>
                  </a:ext>
                </a:extLst>
              </p14:cNvPr>
              <p14:cNvContentPartPr/>
              <p14:nvPr/>
            </p14:nvContentPartPr>
            <p14:xfrm>
              <a:off x="925364" y="5847393"/>
              <a:ext cx="132120" cy="317160"/>
            </p14:xfrm>
          </p:contentPart>
        </mc:Choice>
        <mc:Fallback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0180D9C0-8BB5-41FE-8984-3FD4445EEC4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16724" y="5838753"/>
                <a:ext cx="14976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0006950C-024E-4458-AC66-E37C4CEFFC83}"/>
                  </a:ext>
                </a:extLst>
              </p14:cNvPr>
              <p14:cNvContentPartPr/>
              <p14:nvPr/>
            </p14:nvContentPartPr>
            <p14:xfrm>
              <a:off x="1206524" y="5861073"/>
              <a:ext cx="104400" cy="299160"/>
            </p14:xfrm>
          </p:contentPart>
        </mc:Choice>
        <mc:Fallback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0006950C-024E-4458-AC66-E37C4CEFFC8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197524" y="5852073"/>
                <a:ext cx="12204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E13E292B-C599-4948-96E1-5CA99BA1D116}"/>
                  </a:ext>
                </a:extLst>
              </p14:cNvPr>
              <p14:cNvContentPartPr/>
              <p14:nvPr/>
            </p14:nvContentPartPr>
            <p14:xfrm>
              <a:off x="1611884" y="6081753"/>
              <a:ext cx="40680" cy="77040"/>
            </p14:xfrm>
          </p:contentPart>
        </mc:Choice>
        <mc:Fallback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E13E292B-C599-4948-96E1-5CA99BA1D11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603244" y="6073113"/>
                <a:ext cx="583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F7084BA7-2258-4166-867B-000A42CEBE04}"/>
                  </a:ext>
                </a:extLst>
              </p14:cNvPr>
              <p14:cNvContentPartPr/>
              <p14:nvPr/>
            </p14:nvContentPartPr>
            <p14:xfrm>
              <a:off x="5392604" y="5814273"/>
              <a:ext cx="242280" cy="302760"/>
            </p14:xfrm>
          </p:contentPart>
        </mc:Choice>
        <mc:Fallback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F7084BA7-2258-4166-867B-000A42CEBE0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383604" y="5805633"/>
                <a:ext cx="2599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49" name="墨迹 148">
                <a:extLst>
                  <a:ext uri="{FF2B5EF4-FFF2-40B4-BE49-F238E27FC236}">
                    <a16:creationId xmlns:a16="http://schemas.microsoft.com/office/drawing/2014/main" id="{9D100E99-46EE-4734-A341-B4861297EA72}"/>
                  </a:ext>
                </a:extLst>
              </p14:cNvPr>
              <p14:cNvContentPartPr/>
              <p14:nvPr/>
            </p14:nvContentPartPr>
            <p14:xfrm>
              <a:off x="-871396" y="5883753"/>
              <a:ext cx="236880" cy="199800"/>
            </p14:xfrm>
          </p:contentPart>
        </mc:Choice>
        <mc:Fallback>
          <p:pic>
            <p:nvPicPr>
              <p:cNvPr id="149" name="墨迹 148">
                <a:extLst>
                  <a:ext uri="{FF2B5EF4-FFF2-40B4-BE49-F238E27FC236}">
                    <a16:creationId xmlns:a16="http://schemas.microsoft.com/office/drawing/2014/main" id="{9D100E99-46EE-4734-A341-B4861297EA72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-880036" y="5874753"/>
                <a:ext cx="2545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0EE8ADB8-156A-47BB-9A38-E467F1474006}"/>
                  </a:ext>
                </a:extLst>
              </p14:cNvPr>
              <p14:cNvContentPartPr/>
              <p14:nvPr/>
            </p14:nvContentPartPr>
            <p14:xfrm>
              <a:off x="-597436" y="5789433"/>
              <a:ext cx="194400" cy="245880"/>
            </p14:xfrm>
          </p:contentPart>
        </mc:Choice>
        <mc:Fallback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0EE8ADB8-156A-47BB-9A38-E467F147400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-606436" y="5780793"/>
                <a:ext cx="21204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EB2409DF-8215-4F5F-80D8-B9AA589CCB58}"/>
                  </a:ext>
                </a:extLst>
              </p14:cNvPr>
              <p14:cNvContentPartPr/>
              <p14:nvPr/>
            </p14:nvContentPartPr>
            <p14:xfrm>
              <a:off x="60644" y="5815713"/>
              <a:ext cx="122040" cy="262440"/>
            </p14:xfrm>
          </p:contentPart>
        </mc:Choice>
        <mc:Fallback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EB2409DF-8215-4F5F-80D8-B9AA589CCB5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1644" y="5806713"/>
                <a:ext cx="1396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8AD0413E-D4EA-4DC5-9966-97C4354FB4A5}"/>
                  </a:ext>
                </a:extLst>
              </p14:cNvPr>
              <p14:cNvContentPartPr/>
              <p14:nvPr/>
            </p14:nvContentPartPr>
            <p14:xfrm>
              <a:off x="815924" y="6588993"/>
              <a:ext cx="91800" cy="262440"/>
            </p14:xfrm>
          </p:contentPart>
        </mc:Choice>
        <mc:Fallback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8AD0413E-D4EA-4DC5-9966-97C4354FB4A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06924" y="6579993"/>
                <a:ext cx="1094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8D65D6BA-1393-4363-A77B-5D97BEDF2A98}"/>
                  </a:ext>
                </a:extLst>
              </p14:cNvPr>
              <p14:cNvContentPartPr/>
              <p14:nvPr/>
            </p14:nvContentPartPr>
            <p14:xfrm>
              <a:off x="1146404" y="6564153"/>
              <a:ext cx="131400" cy="324360"/>
            </p14:xfrm>
          </p:contentPart>
        </mc:Choice>
        <mc:Fallback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8D65D6BA-1393-4363-A77B-5D97BEDF2A9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137404" y="6555153"/>
                <a:ext cx="14904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81C751ED-5EC5-4D8A-9319-3C9D19B5779E}"/>
                  </a:ext>
                </a:extLst>
              </p14:cNvPr>
              <p14:cNvContentPartPr/>
              <p14:nvPr/>
            </p14:nvContentPartPr>
            <p14:xfrm>
              <a:off x="1641044" y="6688223"/>
              <a:ext cx="55440" cy="59400"/>
            </p14:xfrm>
          </p:contentPart>
        </mc:Choice>
        <mc:Fallback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81C751ED-5EC5-4D8A-9319-3C9D19B5779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632404" y="6679583"/>
                <a:ext cx="730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706AAB18-FD23-406A-A11D-E393D8264D2E}"/>
                  </a:ext>
                </a:extLst>
              </p14:cNvPr>
              <p14:cNvContentPartPr/>
              <p14:nvPr/>
            </p14:nvContentPartPr>
            <p14:xfrm>
              <a:off x="2056124" y="6495983"/>
              <a:ext cx="83160" cy="221760"/>
            </p14:xfrm>
          </p:contentPart>
        </mc:Choice>
        <mc:Fallback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706AAB18-FD23-406A-A11D-E393D8264D2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047484" y="6486983"/>
                <a:ext cx="1008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F812DC5D-0C7D-4DA1-848A-59AD5F70F4ED}"/>
                  </a:ext>
                </a:extLst>
              </p14:cNvPr>
              <p14:cNvContentPartPr/>
              <p14:nvPr/>
            </p14:nvContentPartPr>
            <p14:xfrm>
              <a:off x="2528444" y="6509303"/>
              <a:ext cx="120600" cy="258120"/>
            </p14:xfrm>
          </p:contentPart>
        </mc:Choice>
        <mc:Fallback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F812DC5D-0C7D-4DA1-848A-59AD5F70F4E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519804" y="6500663"/>
                <a:ext cx="13824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57" name="墨迹 156">
                <a:extLst>
                  <a:ext uri="{FF2B5EF4-FFF2-40B4-BE49-F238E27FC236}">
                    <a16:creationId xmlns:a16="http://schemas.microsoft.com/office/drawing/2014/main" id="{CD73FD1E-1591-49B4-8A14-0B50BBACDD6F}"/>
                  </a:ext>
                </a:extLst>
              </p14:cNvPr>
              <p14:cNvContentPartPr/>
              <p14:nvPr/>
            </p14:nvContentPartPr>
            <p14:xfrm>
              <a:off x="2921204" y="6536303"/>
              <a:ext cx="173160" cy="203400"/>
            </p14:xfrm>
          </p:contentPart>
        </mc:Choice>
        <mc:Fallback>
          <p:pic>
            <p:nvPicPr>
              <p:cNvPr id="157" name="墨迹 156">
                <a:extLst>
                  <a:ext uri="{FF2B5EF4-FFF2-40B4-BE49-F238E27FC236}">
                    <a16:creationId xmlns:a16="http://schemas.microsoft.com/office/drawing/2014/main" id="{CD73FD1E-1591-49B4-8A14-0B50BBACDD6F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912204" y="6527663"/>
                <a:ext cx="1908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5D116D0C-49C1-40B3-917D-E32FE967724B}"/>
                  </a:ext>
                </a:extLst>
              </p14:cNvPr>
              <p14:cNvContentPartPr/>
              <p14:nvPr/>
            </p14:nvContentPartPr>
            <p14:xfrm>
              <a:off x="3342764" y="6496343"/>
              <a:ext cx="209160" cy="213120"/>
            </p14:xfrm>
          </p:contentPart>
        </mc:Choice>
        <mc:Fallback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5D116D0C-49C1-40B3-917D-E32FE967724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333764" y="6487343"/>
                <a:ext cx="22680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AF84FA2D-27DC-4457-9509-9ACDF0465384}"/>
                  </a:ext>
                </a:extLst>
              </p14:cNvPr>
              <p14:cNvContentPartPr/>
              <p14:nvPr/>
            </p14:nvContentPartPr>
            <p14:xfrm>
              <a:off x="3819764" y="6512903"/>
              <a:ext cx="115560" cy="236160"/>
            </p14:xfrm>
          </p:contentPart>
        </mc:Choice>
        <mc:Fallback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AF84FA2D-27DC-4457-9509-9ACDF046538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811124" y="6504263"/>
                <a:ext cx="13320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60" name="墨迹 159">
                <a:extLst>
                  <a:ext uri="{FF2B5EF4-FFF2-40B4-BE49-F238E27FC236}">
                    <a16:creationId xmlns:a16="http://schemas.microsoft.com/office/drawing/2014/main" id="{ED3A210A-66DB-476E-9D17-9369872977FD}"/>
                  </a:ext>
                </a:extLst>
              </p14:cNvPr>
              <p14:cNvContentPartPr/>
              <p14:nvPr/>
            </p14:nvContentPartPr>
            <p14:xfrm>
              <a:off x="4163204" y="6566903"/>
              <a:ext cx="103680" cy="195120"/>
            </p14:xfrm>
          </p:contentPart>
        </mc:Choice>
        <mc:Fallback>
          <p:pic>
            <p:nvPicPr>
              <p:cNvPr id="160" name="墨迹 159">
                <a:extLst>
                  <a:ext uri="{FF2B5EF4-FFF2-40B4-BE49-F238E27FC236}">
                    <a16:creationId xmlns:a16="http://schemas.microsoft.com/office/drawing/2014/main" id="{ED3A210A-66DB-476E-9D17-9369872977FD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4154204" y="6557903"/>
                <a:ext cx="1213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61" name="墨迹 160">
                <a:extLst>
                  <a:ext uri="{FF2B5EF4-FFF2-40B4-BE49-F238E27FC236}">
                    <a16:creationId xmlns:a16="http://schemas.microsoft.com/office/drawing/2014/main" id="{E9F71E32-C8F7-41A9-BB23-041A92DA7C6E}"/>
                  </a:ext>
                </a:extLst>
              </p14:cNvPr>
              <p14:cNvContentPartPr/>
              <p14:nvPr/>
            </p14:nvContentPartPr>
            <p14:xfrm>
              <a:off x="5352284" y="6521543"/>
              <a:ext cx="110160" cy="165960"/>
            </p14:xfrm>
          </p:contentPart>
        </mc:Choice>
        <mc:Fallback>
          <p:pic>
            <p:nvPicPr>
              <p:cNvPr id="161" name="墨迹 160">
                <a:extLst>
                  <a:ext uri="{FF2B5EF4-FFF2-40B4-BE49-F238E27FC236}">
                    <a16:creationId xmlns:a16="http://schemas.microsoft.com/office/drawing/2014/main" id="{E9F71E32-C8F7-41A9-BB23-041A92DA7C6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343284" y="6512543"/>
                <a:ext cx="12780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62" name="墨迹 161">
                <a:extLst>
                  <a:ext uri="{FF2B5EF4-FFF2-40B4-BE49-F238E27FC236}">
                    <a16:creationId xmlns:a16="http://schemas.microsoft.com/office/drawing/2014/main" id="{38AC1D95-5ABF-4C8C-B4C6-C95F6F8C76B7}"/>
                  </a:ext>
                </a:extLst>
              </p14:cNvPr>
              <p14:cNvContentPartPr/>
              <p14:nvPr/>
            </p14:nvContentPartPr>
            <p14:xfrm>
              <a:off x="5885804" y="6503543"/>
              <a:ext cx="228240" cy="185400"/>
            </p14:xfrm>
          </p:contentPart>
        </mc:Choice>
        <mc:Fallback>
          <p:pic>
            <p:nvPicPr>
              <p:cNvPr id="162" name="墨迹 161">
                <a:extLst>
                  <a:ext uri="{FF2B5EF4-FFF2-40B4-BE49-F238E27FC236}">
                    <a16:creationId xmlns:a16="http://schemas.microsoft.com/office/drawing/2014/main" id="{38AC1D95-5ABF-4C8C-B4C6-C95F6F8C76B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877164" y="6494903"/>
                <a:ext cx="2458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63" name="墨迹 162">
                <a:extLst>
                  <a:ext uri="{FF2B5EF4-FFF2-40B4-BE49-F238E27FC236}">
                    <a16:creationId xmlns:a16="http://schemas.microsoft.com/office/drawing/2014/main" id="{C096E678-C023-4711-BE72-80AC26E46C64}"/>
                  </a:ext>
                </a:extLst>
              </p14:cNvPr>
              <p14:cNvContentPartPr/>
              <p14:nvPr/>
            </p14:nvContentPartPr>
            <p14:xfrm>
              <a:off x="6427604" y="6464663"/>
              <a:ext cx="10440" cy="26640"/>
            </p14:xfrm>
          </p:contentPart>
        </mc:Choice>
        <mc:Fallback>
          <p:pic>
            <p:nvPicPr>
              <p:cNvPr id="163" name="墨迹 162">
                <a:extLst>
                  <a:ext uri="{FF2B5EF4-FFF2-40B4-BE49-F238E27FC236}">
                    <a16:creationId xmlns:a16="http://schemas.microsoft.com/office/drawing/2014/main" id="{C096E678-C023-4711-BE72-80AC26E46C6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418964" y="6455663"/>
                <a:ext cx="280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50D2842C-952F-4175-9660-AF9A3C10AC9E}"/>
                  </a:ext>
                </a:extLst>
              </p14:cNvPr>
              <p14:cNvContentPartPr/>
              <p14:nvPr/>
            </p14:nvContentPartPr>
            <p14:xfrm>
              <a:off x="6348764" y="6726023"/>
              <a:ext cx="98280" cy="56520"/>
            </p14:xfrm>
          </p:contentPart>
        </mc:Choice>
        <mc:Fallback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50D2842C-952F-4175-9660-AF9A3C10AC9E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340124" y="6717023"/>
                <a:ext cx="1159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65" name="墨迹 164">
                <a:extLst>
                  <a:ext uri="{FF2B5EF4-FFF2-40B4-BE49-F238E27FC236}">
                    <a16:creationId xmlns:a16="http://schemas.microsoft.com/office/drawing/2014/main" id="{417E571F-16A2-4290-944F-032B7930D080}"/>
                  </a:ext>
                </a:extLst>
              </p14:cNvPr>
              <p14:cNvContentPartPr/>
              <p14:nvPr/>
            </p14:nvContentPartPr>
            <p14:xfrm>
              <a:off x="6805244" y="6463583"/>
              <a:ext cx="176760" cy="276840"/>
            </p14:xfrm>
          </p:contentPart>
        </mc:Choice>
        <mc:Fallback>
          <p:pic>
            <p:nvPicPr>
              <p:cNvPr id="165" name="墨迹 164">
                <a:extLst>
                  <a:ext uri="{FF2B5EF4-FFF2-40B4-BE49-F238E27FC236}">
                    <a16:creationId xmlns:a16="http://schemas.microsoft.com/office/drawing/2014/main" id="{417E571F-16A2-4290-944F-032B7930D08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796604" y="6454943"/>
                <a:ext cx="19440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66" name="墨迹 165">
                <a:extLst>
                  <a:ext uri="{FF2B5EF4-FFF2-40B4-BE49-F238E27FC236}">
                    <a16:creationId xmlns:a16="http://schemas.microsoft.com/office/drawing/2014/main" id="{07F8EE49-9A6E-4091-8118-20572D06837B}"/>
                  </a:ext>
                </a:extLst>
              </p14:cNvPr>
              <p14:cNvContentPartPr/>
              <p14:nvPr/>
            </p14:nvContentPartPr>
            <p14:xfrm>
              <a:off x="7129244" y="6493823"/>
              <a:ext cx="208080" cy="203040"/>
            </p14:xfrm>
          </p:contentPart>
        </mc:Choice>
        <mc:Fallback>
          <p:pic>
            <p:nvPicPr>
              <p:cNvPr id="166" name="墨迹 165">
                <a:extLst>
                  <a:ext uri="{FF2B5EF4-FFF2-40B4-BE49-F238E27FC236}">
                    <a16:creationId xmlns:a16="http://schemas.microsoft.com/office/drawing/2014/main" id="{07F8EE49-9A6E-4091-8118-20572D06837B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120244" y="6484823"/>
                <a:ext cx="22572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67" name="墨迹 166">
                <a:extLst>
                  <a:ext uri="{FF2B5EF4-FFF2-40B4-BE49-F238E27FC236}">
                    <a16:creationId xmlns:a16="http://schemas.microsoft.com/office/drawing/2014/main" id="{CCE315AB-90EB-41F7-8094-6C60E7CFAC92}"/>
                  </a:ext>
                </a:extLst>
              </p14:cNvPr>
              <p14:cNvContentPartPr/>
              <p14:nvPr/>
            </p14:nvContentPartPr>
            <p14:xfrm>
              <a:off x="7530284" y="6525143"/>
              <a:ext cx="128160" cy="214200"/>
            </p14:xfrm>
          </p:contentPart>
        </mc:Choice>
        <mc:Fallback>
          <p:pic>
            <p:nvPicPr>
              <p:cNvPr id="167" name="墨迹 166">
                <a:extLst>
                  <a:ext uri="{FF2B5EF4-FFF2-40B4-BE49-F238E27FC236}">
                    <a16:creationId xmlns:a16="http://schemas.microsoft.com/office/drawing/2014/main" id="{CCE315AB-90EB-41F7-8094-6C60E7CFAC9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521284" y="6516143"/>
                <a:ext cx="14580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68" name="墨迹 167">
                <a:extLst>
                  <a:ext uri="{FF2B5EF4-FFF2-40B4-BE49-F238E27FC236}">
                    <a16:creationId xmlns:a16="http://schemas.microsoft.com/office/drawing/2014/main" id="{FEB02E21-4400-4A9F-9220-677B350559A5}"/>
                  </a:ext>
                </a:extLst>
              </p14:cNvPr>
              <p14:cNvContentPartPr/>
              <p14:nvPr/>
            </p14:nvContentPartPr>
            <p14:xfrm>
              <a:off x="7785884" y="6515423"/>
              <a:ext cx="181080" cy="142560"/>
            </p14:xfrm>
          </p:contentPart>
        </mc:Choice>
        <mc:Fallback>
          <p:pic>
            <p:nvPicPr>
              <p:cNvPr id="168" name="墨迹 167">
                <a:extLst>
                  <a:ext uri="{FF2B5EF4-FFF2-40B4-BE49-F238E27FC236}">
                    <a16:creationId xmlns:a16="http://schemas.microsoft.com/office/drawing/2014/main" id="{FEB02E21-4400-4A9F-9220-677B350559A5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776884" y="6506783"/>
                <a:ext cx="1987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69" name="墨迹 168">
                <a:extLst>
                  <a:ext uri="{FF2B5EF4-FFF2-40B4-BE49-F238E27FC236}">
                    <a16:creationId xmlns:a16="http://schemas.microsoft.com/office/drawing/2014/main" id="{1130CC28-8DA9-4293-9011-B296F9EEA9D9}"/>
                  </a:ext>
                </a:extLst>
              </p14:cNvPr>
              <p14:cNvContentPartPr/>
              <p14:nvPr/>
            </p14:nvContentPartPr>
            <p14:xfrm>
              <a:off x="8079284" y="6475463"/>
              <a:ext cx="132120" cy="206280"/>
            </p14:xfrm>
          </p:contentPart>
        </mc:Choice>
        <mc:Fallback>
          <p:pic>
            <p:nvPicPr>
              <p:cNvPr id="169" name="墨迹 168">
                <a:extLst>
                  <a:ext uri="{FF2B5EF4-FFF2-40B4-BE49-F238E27FC236}">
                    <a16:creationId xmlns:a16="http://schemas.microsoft.com/office/drawing/2014/main" id="{1130CC28-8DA9-4293-9011-B296F9EEA9D9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070644" y="6466463"/>
                <a:ext cx="1497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70" name="墨迹 169">
                <a:extLst>
                  <a:ext uri="{FF2B5EF4-FFF2-40B4-BE49-F238E27FC236}">
                    <a16:creationId xmlns:a16="http://schemas.microsoft.com/office/drawing/2014/main" id="{1D15DCBB-CEEF-4D68-BCEB-F3C5EB987B10}"/>
                  </a:ext>
                </a:extLst>
              </p14:cNvPr>
              <p14:cNvContentPartPr/>
              <p14:nvPr/>
            </p14:nvContentPartPr>
            <p14:xfrm>
              <a:off x="9620444" y="6426503"/>
              <a:ext cx="319680" cy="224640"/>
            </p14:xfrm>
          </p:contentPart>
        </mc:Choice>
        <mc:Fallback>
          <p:pic>
            <p:nvPicPr>
              <p:cNvPr id="170" name="墨迹 169">
                <a:extLst>
                  <a:ext uri="{FF2B5EF4-FFF2-40B4-BE49-F238E27FC236}">
                    <a16:creationId xmlns:a16="http://schemas.microsoft.com/office/drawing/2014/main" id="{1D15DCBB-CEEF-4D68-BCEB-F3C5EB987B10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611444" y="6417503"/>
                <a:ext cx="3373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4BBCAC05-1443-4B5D-962A-4431B057E277}"/>
                  </a:ext>
                </a:extLst>
              </p14:cNvPr>
              <p14:cNvContentPartPr/>
              <p14:nvPr/>
            </p14:nvContentPartPr>
            <p14:xfrm>
              <a:off x="8028884" y="6767783"/>
              <a:ext cx="424800" cy="24480"/>
            </p14:xfrm>
          </p:contentPart>
        </mc:Choice>
        <mc:Fallback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4BBCAC05-1443-4B5D-962A-4431B057E277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019884" y="6759143"/>
                <a:ext cx="4424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F4A17FE1-3A63-4BE6-B15E-55DEEB05EEB9}"/>
                  </a:ext>
                </a:extLst>
              </p14:cNvPr>
              <p14:cNvContentPartPr/>
              <p14:nvPr/>
            </p14:nvContentPartPr>
            <p14:xfrm>
              <a:off x="9637004" y="6793343"/>
              <a:ext cx="325440" cy="45720"/>
            </p14:xfrm>
          </p:contentPart>
        </mc:Choice>
        <mc:Fallback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F4A17FE1-3A63-4BE6-B15E-55DEEB05EEB9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9628004" y="6784703"/>
                <a:ext cx="3430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73" name="墨迹 172">
                <a:extLst>
                  <a:ext uri="{FF2B5EF4-FFF2-40B4-BE49-F238E27FC236}">
                    <a16:creationId xmlns:a16="http://schemas.microsoft.com/office/drawing/2014/main" id="{1B9936EF-B3A3-434A-B864-A98F17777A01}"/>
                  </a:ext>
                </a:extLst>
              </p14:cNvPr>
              <p14:cNvContentPartPr/>
              <p14:nvPr/>
            </p14:nvContentPartPr>
            <p14:xfrm>
              <a:off x="-382876" y="3903623"/>
              <a:ext cx="426600" cy="275040"/>
            </p14:xfrm>
          </p:contentPart>
        </mc:Choice>
        <mc:Fallback>
          <p:pic>
            <p:nvPicPr>
              <p:cNvPr id="173" name="墨迹 172">
                <a:extLst>
                  <a:ext uri="{FF2B5EF4-FFF2-40B4-BE49-F238E27FC236}">
                    <a16:creationId xmlns:a16="http://schemas.microsoft.com/office/drawing/2014/main" id="{1B9936EF-B3A3-434A-B864-A98F17777A0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-400516" y="3885983"/>
                <a:ext cx="46224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02D4F98A-5E6F-438A-8762-33B2B10BC97A}"/>
                  </a:ext>
                </a:extLst>
              </p14:cNvPr>
              <p14:cNvContentPartPr/>
              <p14:nvPr/>
            </p14:nvContentPartPr>
            <p14:xfrm>
              <a:off x="-310876" y="6017183"/>
              <a:ext cx="347400" cy="214200"/>
            </p14:xfrm>
          </p:contentPart>
        </mc:Choice>
        <mc:Fallback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02D4F98A-5E6F-438A-8762-33B2B10BC97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-328876" y="5999543"/>
                <a:ext cx="383040" cy="24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154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6E2D725-59FA-46E5-87FA-77EE69F2C32C}"/>
                  </a:ext>
                </a:extLst>
              </p14:cNvPr>
              <p14:cNvContentPartPr/>
              <p14:nvPr/>
            </p14:nvContentPartPr>
            <p14:xfrm>
              <a:off x="1423713" y="205833"/>
              <a:ext cx="115560" cy="33552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6E2D725-59FA-46E5-87FA-77EE69F2C3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4713" y="197193"/>
                <a:ext cx="13320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136138C5-8609-4F20-906D-DFEF0782D620}"/>
                  </a:ext>
                </a:extLst>
              </p14:cNvPr>
              <p14:cNvContentPartPr/>
              <p14:nvPr/>
            </p14:nvContentPartPr>
            <p14:xfrm>
              <a:off x="1743033" y="207993"/>
              <a:ext cx="118800" cy="31068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136138C5-8609-4F20-906D-DFEF0782D6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4393" y="199353"/>
                <a:ext cx="1364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055AA14D-A93A-4742-8AE4-CA2DFD6CD0B2}"/>
                  </a:ext>
                </a:extLst>
              </p14:cNvPr>
              <p14:cNvContentPartPr/>
              <p14:nvPr/>
            </p14:nvContentPartPr>
            <p14:xfrm>
              <a:off x="1984593" y="492753"/>
              <a:ext cx="12240" cy="381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055AA14D-A93A-4742-8AE4-CA2DFD6CD0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75953" y="484113"/>
                <a:ext cx="298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F9144E1-807D-4651-AE1E-2F711ADF3AE3}"/>
                  </a:ext>
                </a:extLst>
              </p14:cNvPr>
              <p14:cNvContentPartPr/>
              <p14:nvPr/>
            </p14:nvContentPartPr>
            <p14:xfrm>
              <a:off x="2432793" y="218073"/>
              <a:ext cx="100440" cy="2559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F9144E1-807D-4651-AE1E-2F711ADF3AE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24153" y="209073"/>
                <a:ext cx="11808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2DCFC81-7104-42C2-BA43-A28F99419E4A}"/>
                  </a:ext>
                </a:extLst>
              </p14:cNvPr>
              <p14:cNvContentPartPr/>
              <p14:nvPr/>
            </p14:nvContentPartPr>
            <p14:xfrm>
              <a:off x="2755713" y="211593"/>
              <a:ext cx="127440" cy="3034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2DCFC81-7104-42C2-BA43-A28F99419E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6713" y="202953"/>
                <a:ext cx="1450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51C0621B-A683-4F0A-AF55-38F7C2B2595C}"/>
                  </a:ext>
                </a:extLst>
              </p14:cNvPr>
              <p14:cNvContentPartPr/>
              <p14:nvPr/>
            </p14:nvContentPartPr>
            <p14:xfrm>
              <a:off x="3133353" y="267033"/>
              <a:ext cx="124200" cy="21564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51C0621B-A683-4F0A-AF55-38F7C2B2595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24713" y="258393"/>
                <a:ext cx="1418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4EE6E9C4-973C-4ACF-BC1D-9F950D6E121D}"/>
                  </a:ext>
                </a:extLst>
              </p14:cNvPr>
              <p14:cNvContentPartPr/>
              <p14:nvPr/>
            </p14:nvContentPartPr>
            <p14:xfrm>
              <a:off x="3494793" y="232473"/>
              <a:ext cx="212400" cy="2444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4EE6E9C4-973C-4ACF-BC1D-9F950D6E121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85793" y="223473"/>
                <a:ext cx="2300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D7CD0065-E41B-4EF0-A558-32A2751AEB14}"/>
                  </a:ext>
                </a:extLst>
              </p14:cNvPr>
              <p14:cNvContentPartPr/>
              <p14:nvPr/>
            </p14:nvContentPartPr>
            <p14:xfrm>
              <a:off x="3969273" y="223113"/>
              <a:ext cx="115560" cy="23544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D7CD0065-E41B-4EF0-A558-32A2751AEB1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60273" y="214113"/>
                <a:ext cx="13320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9E3AE271-779B-47B7-B1F2-5433EE97ECE4}"/>
                  </a:ext>
                </a:extLst>
              </p14:cNvPr>
              <p14:cNvContentPartPr/>
              <p14:nvPr/>
            </p14:nvContentPartPr>
            <p14:xfrm>
              <a:off x="4281033" y="237153"/>
              <a:ext cx="136800" cy="18504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9E3AE271-779B-47B7-B1F2-5433EE97ECE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72033" y="228513"/>
                <a:ext cx="1544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EBDF862D-22A3-464C-A21B-7D84613F5AAE}"/>
                  </a:ext>
                </a:extLst>
              </p14:cNvPr>
              <p14:cNvContentPartPr/>
              <p14:nvPr/>
            </p14:nvContentPartPr>
            <p14:xfrm>
              <a:off x="5462913" y="153993"/>
              <a:ext cx="159120" cy="25308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EBDF862D-22A3-464C-A21B-7D84613F5AA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54273" y="145353"/>
                <a:ext cx="1767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163EB982-1327-40A5-92ED-0EC7C0BEDC94}"/>
                  </a:ext>
                </a:extLst>
              </p14:cNvPr>
              <p14:cNvContentPartPr/>
              <p14:nvPr/>
            </p14:nvContentPartPr>
            <p14:xfrm>
              <a:off x="5727513" y="167313"/>
              <a:ext cx="289080" cy="23292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163EB982-1327-40A5-92ED-0EC7C0BEDC9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18513" y="158313"/>
                <a:ext cx="30672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AFF6FF32-8C04-41F6-BC29-C46C6E3540E3}"/>
                  </a:ext>
                </a:extLst>
              </p14:cNvPr>
              <p14:cNvContentPartPr/>
              <p14:nvPr/>
            </p14:nvContentPartPr>
            <p14:xfrm>
              <a:off x="6352113" y="256953"/>
              <a:ext cx="13680" cy="6696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AFF6FF32-8C04-41F6-BC29-C46C6E3540E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343473" y="248313"/>
                <a:ext cx="313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139B61CC-62DF-427D-A606-5A5DCAF0357E}"/>
                  </a:ext>
                </a:extLst>
              </p14:cNvPr>
              <p14:cNvContentPartPr/>
              <p14:nvPr/>
            </p14:nvContentPartPr>
            <p14:xfrm>
              <a:off x="6063393" y="489513"/>
              <a:ext cx="259920" cy="16740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139B61CC-62DF-427D-A606-5A5DCAF0357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54753" y="480513"/>
                <a:ext cx="27756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68DF05B8-5B32-43F5-8054-0033847E1879}"/>
                  </a:ext>
                </a:extLst>
              </p14:cNvPr>
              <p14:cNvContentPartPr/>
              <p14:nvPr/>
            </p14:nvContentPartPr>
            <p14:xfrm>
              <a:off x="6702753" y="175593"/>
              <a:ext cx="251280" cy="34632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68DF05B8-5B32-43F5-8054-0033847E187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93753" y="166593"/>
                <a:ext cx="26892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E66203B8-0180-4646-8B30-438C650382EA}"/>
                  </a:ext>
                </a:extLst>
              </p14:cNvPr>
              <p14:cNvContentPartPr/>
              <p14:nvPr/>
            </p14:nvContentPartPr>
            <p14:xfrm>
              <a:off x="9969393" y="278193"/>
              <a:ext cx="309240" cy="31860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E66203B8-0180-4646-8B30-438C650382E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960393" y="269553"/>
                <a:ext cx="3268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57886115-0A52-4499-8066-E1E3716BCE99}"/>
                  </a:ext>
                </a:extLst>
              </p14:cNvPr>
              <p14:cNvContentPartPr/>
              <p14:nvPr/>
            </p14:nvContentPartPr>
            <p14:xfrm>
              <a:off x="9895953" y="703713"/>
              <a:ext cx="289080" cy="972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57886115-0A52-4499-8066-E1E3716BCE9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887313" y="695073"/>
                <a:ext cx="30672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8C4E9406-7312-4DE4-B1E0-5BE17BD27B15}"/>
                  </a:ext>
                </a:extLst>
              </p14:cNvPr>
              <p14:cNvContentPartPr/>
              <p14:nvPr/>
            </p14:nvContentPartPr>
            <p14:xfrm>
              <a:off x="7102353" y="187473"/>
              <a:ext cx="1319400" cy="57780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8C4E9406-7312-4DE4-B1E0-5BE17BD27B1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093353" y="178833"/>
                <a:ext cx="133704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93428CEE-1B85-4670-BB36-34DD38395F9D}"/>
                  </a:ext>
                </a:extLst>
              </p14:cNvPr>
              <p14:cNvContentPartPr/>
              <p14:nvPr/>
            </p14:nvContentPartPr>
            <p14:xfrm>
              <a:off x="437313" y="795873"/>
              <a:ext cx="653760" cy="677520"/>
            </p14:xfrm>
          </p:contentPart>
        </mc:Choice>
        <mc:Fallback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93428CEE-1B85-4670-BB36-34DD38395F9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28313" y="786873"/>
                <a:ext cx="671400" cy="69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69B7B926-D7FE-47EA-A8C4-ECC7EA193196}"/>
                  </a:ext>
                </a:extLst>
              </p14:cNvPr>
              <p14:cNvContentPartPr/>
              <p14:nvPr/>
            </p14:nvContentPartPr>
            <p14:xfrm>
              <a:off x="-386727" y="830073"/>
              <a:ext cx="678240" cy="47412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69B7B926-D7FE-47EA-A8C4-ECC7EA19319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-395367" y="821433"/>
                <a:ext cx="69588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C7B1D5DD-06C5-49AD-B2B8-83BA7D46E1C3}"/>
                  </a:ext>
                </a:extLst>
              </p14:cNvPr>
              <p14:cNvContentPartPr/>
              <p14:nvPr/>
            </p14:nvContentPartPr>
            <p14:xfrm>
              <a:off x="1227153" y="970833"/>
              <a:ext cx="3926880" cy="443520"/>
            </p14:xfrm>
          </p:contentPart>
        </mc:Choice>
        <mc:Fallback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C7B1D5DD-06C5-49AD-B2B8-83BA7D46E1C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18153" y="962186"/>
                <a:ext cx="3944520" cy="461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A4BD8256-54D3-40B5-83B9-98C9CA549596}"/>
                  </a:ext>
                </a:extLst>
              </p14:cNvPr>
              <p14:cNvContentPartPr/>
              <p14:nvPr/>
            </p14:nvContentPartPr>
            <p14:xfrm>
              <a:off x="4250433" y="1578153"/>
              <a:ext cx="94320" cy="471960"/>
            </p14:xfrm>
          </p:contentPart>
        </mc:Choice>
        <mc:Fallback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A4BD8256-54D3-40B5-83B9-98C9CA54959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41793" y="1569153"/>
                <a:ext cx="11196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B0791358-851B-4E13-B89E-6572A5A22135}"/>
                  </a:ext>
                </a:extLst>
              </p14:cNvPr>
              <p14:cNvContentPartPr/>
              <p14:nvPr/>
            </p14:nvContentPartPr>
            <p14:xfrm>
              <a:off x="3535833" y="1678953"/>
              <a:ext cx="86400" cy="308520"/>
            </p14:xfrm>
          </p:contentPart>
        </mc:Choice>
        <mc:Fallback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B0791358-851B-4E13-B89E-6572A5A2213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527193" y="1669953"/>
                <a:ext cx="10404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C311DAC4-6F08-4AC3-A21B-6926A0DF9241}"/>
                  </a:ext>
                </a:extLst>
              </p14:cNvPr>
              <p14:cNvContentPartPr/>
              <p14:nvPr/>
            </p14:nvContentPartPr>
            <p14:xfrm>
              <a:off x="3796833" y="1712433"/>
              <a:ext cx="193320" cy="173880"/>
            </p14:xfrm>
          </p:contentPart>
        </mc:Choice>
        <mc:Fallback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C311DAC4-6F08-4AC3-A21B-6926A0DF924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787833" y="1703793"/>
                <a:ext cx="2109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EC5D8498-6254-4D98-AC39-9C7372AF7C21}"/>
                  </a:ext>
                </a:extLst>
              </p14:cNvPr>
              <p14:cNvContentPartPr/>
              <p14:nvPr/>
            </p14:nvContentPartPr>
            <p14:xfrm>
              <a:off x="3045873" y="1727193"/>
              <a:ext cx="169920" cy="33048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EC5D8498-6254-4D98-AC39-9C7372AF7C2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037233" y="1718193"/>
                <a:ext cx="1875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314FCC98-174B-4DAB-B6EA-867939D7125D}"/>
                  </a:ext>
                </a:extLst>
              </p14:cNvPr>
              <p14:cNvContentPartPr/>
              <p14:nvPr/>
            </p14:nvContentPartPr>
            <p14:xfrm>
              <a:off x="2656353" y="1788393"/>
              <a:ext cx="169920" cy="20952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314FCC98-174B-4DAB-B6EA-867939D7125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647353" y="1779753"/>
                <a:ext cx="1875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BFA50DBC-8013-4813-8BC9-81DE6AA974CD}"/>
                  </a:ext>
                </a:extLst>
              </p14:cNvPr>
              <p14:cNvContentPartPr/>
              <p14:nvPr/>
            </p14:nvContentPartPr>
            <p14:xfrm>
              <a:off x="2108433" y="1992873"/>
              <a:ext cx="28080" cy="5364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BFA50DBC-8013-4813-8BC9-81DE6AA974C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099793" y="1983873"/>
                <a:ext cx="457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ABA46DC2-8BCD-4FBB-9042-27BBD4AF6527}"/>
                  </a:ext>
                </a:extLst>
              </p14:cNvPr>
              <p14:cNvContentPartPr/>
              <p14:nvPr/>
            </p14:nvContentPartPr>
            <p14:xfrm>
              <a:off x="1271433" y="1793073"/>
              <a:ext cx="642600" cy="24012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ABA46DC2-8BCD-4FBB-9042-27BBD4AF652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62788" y="1784073"/>
                <a:ext cx="66025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D2E29B93-1AD1-4342-90B6-5F227E641CAE}"/>
                  </a:ext>
                </a:extLst>
              </p14:cNvPr>
              <p14:cNvContentPartPr/>
              <p14:nvPr/>
            </p14:nvContentPartPr>
            <p14:xfrm>
              <a:off x="2285913" y="1783353"/>
              <a:ext cx="161640" cy="22500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D2E29B93-1AD1-4342-90B6-5F227E641CA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76913" y="1774353"/>
                <a:ext cx="1792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ACB913B7-8A90-40F5-8C18-220DF0E3A00B}"/>
                  </a:ext>
                </a:extLst>
              </p14:cNvPr>
              <p14:cNvContentPartPr/>
              <p14:nvPr/>
            </p14:nvContentPartPr>
            <p14:xfrm>
              <a:off x="5212713" y="1646193"/>
              <a:ext cx="145440" cy="31716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ACB913B7-8A90-40F5-8C18-220DF0E3A00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04073" y="1637193"/>
                <a:ext cx="16308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171288CC-3874-4D5E-9CE0-B89075884AEE}"/>
                  </a:ext>
                </a:extLst>
              </p14:cNvPr>
              <p14:cNvContentPartPr/>
              <p14:nvPr/>
            </p14:nvContentPartPr>
            <p14:xfrm>
              <a:off x="5532033" y="1780473"/>
              <a:ext cx="208440" cy="19728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171288CC-3874-4D5E-9CE0-B89075884AE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523033" y="1771473"/>
                <a:ext cx="2260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0C3540F6-C7B9-457B-AC92-5591DD00EDD9}"/>
                  </a:ext>
                </a:extLst>
              </p14:cNvPr>
              <p14:cNvContentPartPr/>
              <p14:nvPr/>
            </p14:nvContentPartPr>
            <p14:xfrm>
              <a:off x="409593" y="1865793"/>
              <a:ext cx="116280" cy="29736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0C3540F6-C7B9-457B-AC92-5591DD00EDD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00593" y="1856793"/>
                <a:ext cx="13392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52C540A0-EF64-4697-877A-68B96F0CA585}"/>
                  </a:ext>
                </a:extLst>
              </p14:cNvPr>
              <p14:cNvContentPartPr/>
              <p14:nvPr/>
            </p14:nvContentPartPr>
            <p14:xfrm>
              <a:off x="-203487" y="1847793"/>
              <a:ext cx="449280" cy="22824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52C540A0-EF64-4697-877A-68B96F0CA58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-212487" y="1839153"/>
                <a:ext cx="46692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7F42E787-DF3C-4248-9A8B-D50EBD13547C}"/>
                  </a:ext>
                </a:extLst>
              </p14:cNvPr>
              <p14:cNvContentPartPr/>
              <p14:nvPr/>
            </p14:nvContentPartPr>
            <p14:xfrm>
              <a:off x="1244433" y="2581113"/>
              <a:ext cx="313920" cy="20628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7F42E787-DF3C-4248-9A8B-D50EBD13547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235433" y="2572473"/>
                <a:ext cx="3315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99555D6D-8743-4637-9FD5-D47E5AD20DB6}"/>
                  </a:ext>
                </a:extLst>
              </p14:cNvPr>
              <p14:cNvContentPartPr/>
              <p14:nvPr/>
            </p14:nvContentPartPr>
            <p14:xfrm>
              <a:off x="1687953" y="2585073"/>
              <a:ext cx="202320" cy="15732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99555D6D-8743-4637-9FD5-D47E5AD20DB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679313" y="2576073"/>
                <a:ext cx="21996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43A1884D-6FAC-46E3-A61B-4A8A8AD43593}"/>
                  </a:ext>
                </a:extLst>
              </p14:cNvPr>
              <p14:cNvContentPartPr/>
              <p14:nvPr/>
            </p14:nvContentPartPr>
            <p14:xfrm>
              <a:off x="2088633" y="2769753"/>
              <a:ext cx="46800" cy="2088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43A1884D-6FAC-46E3-A61B-4A8A8AD4359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079993" y="2760753"/>
                <a:ext cx="644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533C8789-88E8-40BB-B79B-8B039782280B}"/>
                  </a:ext>
                </a:extLst>
              </p14:cNvPr>
              <p14:cNvContentPartPr/>
              <p14:nvPr/>
            </p14:nvContentPartPr>
            <p14:xfrm>
              <a:off x="2411193" y="2538273"/>
              <a:ext cx="255600" cy="26640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533C8789-88E8-40BB-B79B-8B039782280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02193" y="2529273"/>
                <a:ext cx="27324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70FAA0D0-6DF7-4040-9BF5-26BE87F965F3}"/>
                  </a:ext>
                </a:extLst>
              </p14:cNvPr>
              <p14:cNvContentPartPr/>
              <p14:nvPr/>
            </p14:nvContentPartPr>
            <p14:xfrm>
              <a:off x="2792793" y="2597673"/>
              <a:ext cx="149400" cy="15624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70FAA0D0-6DF7-4040-9BF5-26BE87F965F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783793" y="2588673"/>
                <a:ext cx="1670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CE30B096-52F1-4E3D-A839-DC11C672E2F3}"/>
                  </a:ext>
                </a:extLst>
              </p14:cNvPr>
              <p14:cNvContentPartPr/>
              <p14:nvPr/>
            </p14:nvContentPartPr>
            <p14:xfrm>
              <a:off x="3121113" y="2581473"/>
              <a:ext cx="248760" cy="17676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CE30B096-52F1-4E3D-A839-DC11C672E2F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112473" y="2572473"/>
                <a:ext cx="2664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50F075EF-6AE1-4976-9055-438A13D430AD}"/>
                  </a:ext>
                </a:extLst>
              </p14:cNvPr>
              <p14:cNvContentPartPr/>
              <p14:nvPr/>
            </p14:nvContentPartPr>
            <p14:xfrm>
              <a:off x="3543033" y="2560233"/>
              <a:ext cx="119520" cy="24264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50F075EF-6AE1-4976-9055-438A13D430A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534393" y="2551233"/>
                <a:ext cx="13716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DC303935-733C-4F9E-BA59-8C2EC1FFFB29}"/>
                  </a:ext>
                </a:extLst>
              </p14:cNvPr>
              <p14:cNvContentPartPr/>
              <p14:nvPr/>
            </p14:nvContentPartPr>
            <p14:xfrm>
              <a:off x="3891153" y="2587233"/>
              <a:ext cx="96480" cy="198360"/>
            </p14:xfrm>
          </p:contentPart>
        </mc:Choice>
        <mc:Fallback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DC303935-733C-4F9E-BA59-8C2EC1FFFB2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882153" y="2578233"/>
                <a:ext cx="114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071F6AF2-3400-4751-AE1B-91AA19AE87DC}"/>
                  </a:ext>
                </a:extLst>
              </p14:cNvPr>
              <p14:cNvContentPartPr/>
              <p14:nvPr/>
            </p14:nvContentPartPr>
            <p14:xfrm>
              <a:off x="4286793" y="2626473"/>
              <a:ext cx="172080" cy="18252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071F6AF2-3400-4751-AE1B-91AA19AE87D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277793" y="2617833"/>
                <a:ext cx="1897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9B21ACBA-F7C5-41B2-9B50-7C7E59F64B32}"/>
                  </a:ext>
                </a:extLst>
              </p14:cNvPr>
              <p14:cNvContentPartPr/>
              <p14:nvPr/>
            </p14:nvContentPartPr>
            <p14:xfrm>
              <a:off x="5357073" y="2550153"/>
              <a:ext cx="120240" cy="25236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9B21ACBA-F7C5-41B2-9B50-7C7E59F64B3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348433" y="2541513"/>
                <a:ext cx="1378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5067F7ED-0FE8-4C86-B81D-43F79D03F81B}"/>
                  </a:ext>
                </a:extLst>
              </p14:cNvPr>
              <p14:cNvContentPartPr/>
              <p14:nvPr/>
            </p14:nvContentPartPr>
            <p14:xfrm>
              <a:off x="5791233" y="2523153"/>
              <a:ext cx="119520" cy="25668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5067F7ED-0FE8-4C86-B81D-43F79D03F81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782233" y="2514513"/>
                <a:ext cx="13716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65C4EF0C-723C-4A90-8D9C-A3317CA8BB38}"/>
                  </a:ext>
                </a:extLst>
              </p14:cNvPr>
              <p14:cNvContentPartPr/>
              <p14:nvPr/>
            </p14:nvContentPartPr>
            <p14:xfrm>
              <a:off x="6114873" y="2570673"/>
              <a:ext cx="237960" cy="19548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65C4EF0C-723C-4A90-8D9C-A3317CA8BB3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105873" y="2562033"/>
                <a:ext cx="2556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E19A2C37-7D5B-4183-9414-32381A9C0310}"/>
                  </a:ext>
                </a:extLst>
              </p14:cNvPr>
              <p14:cNvContentPartPr/>
              <p14:nvPr/>
            </p14:nvContentPartPr>
            <p14:xfrm>
              <a:off x="6763953" y="2590833"/>
              <a:ext cx="9720" cy="5508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E19A2C37-7D5B-4183-9414-32381A9C031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755313" y="2581833"/>
                <a:ext cx="273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65749A4D-88D1-40E2-AD69-C0D3CB5C401F}"/>
                  </a:ext>
                </a:extLst>
              </p14:cNvPr>
              <p14:cNvContentPartPr/>
              <p14:nvPr/>
            </p14:nvContentPartPr>
            <p14:xfrm>
              <a:off x="6561993" y="2842113"/>
              <a:ext cx="135360" cy="9396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65749A4D-88D1-40E2-AD69-C0D3CB5C401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553353" y="2833113"/>
                <a:ext cx="15300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3285766E-EA27-4F0C-878D-A57EB2081612}"/>
                  </a:ext>
                </a:extLst>
              </p14:cNvPr>
              <p14:cNvContentPartPr/>
              <p14:nvPr/>
            </p14:nvContentPartPr>
            <p14:xfrm>
              <a:off x="7272273" y="2548713"/>
              <a:ext cx="147240" cy="26316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3285766E-EA27-4F0C-878D-A57EB208161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263633" y="2540073"/>
                <a:ext cx="16488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475C3BBD-09B0-45A6-AD46-BD54BA8FA42D}"/>
                  </a:ext>
                </a:extLst>
              </p14:cNvPr>
              <p14:cNvContentPartPr/>
              <p14:nvPr/>
            </p14:nvContentPartPr>
            <p14:xfrm>
              <a:off x="9846273" y="2524593"/>
              <a:ext cx="155160" cy="311400"/>
            </p14:xfrm>
          </p:contentPart>
        </mc:Choice>
        <mc:Fallback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475C3BBD-09B0-45A6-AD46-BD54BA8FA42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837633" y="2515953"/>
                <a:ext cx="17280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674E777F-DB56-4147-811C-5A6238CC1BE9}"/>
                  </a:ext>
                </a:extLst>
              </p14:cNvPr>
              <p14:cNvContentPartPr/>
              <p14:nvPr/>
            </p14:nvContentPartPr>
            <p14:xfrm>
              <a:off x="8324193" y="2929593"/>
              <a:ext cx="389520" cy="1440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674E777F-DB56-4147-811C-5A6238CC1BE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315193" y="2920593"/>
                <a:ext cx="40716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F7C89D48-3E2B-4B7D-87FE-8D9B665622B5}"/>
                  </a:ext>
                </a:extLst>
              </p14:cNvPr>
              <p14:cNvContentPartPr/>
              <p14:nvPr/>
            </p14:nvContentPartPr>
            <p14:xfrm>
              <a:off x="9617313" y="3001233"/>
              <a:ext cx="393480" cy="4068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F7C89D48-3E2B-4B7D-87FE-8D9B665622B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08673" y="2992233"/>
                <a:ext cx="4111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ED6F1B65-3BCE-4A38-822D-5E932AB5FD51}"/>
                  </a:ext>
                </a:extLst>
              </p14:cNvPr>
              <p14:cNvContentPartPr/>
              <p14:nvPr/>
            </p14:nvContentPartPr>
            <p14:xfrm>
              <a:off x="8056713" y="2543673"/>
              <a:ext cx="567000" cy="29988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ED6F1B65-3BCE-4A38-822D-5E932AB5FD5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047713" y="2535033"/>
                <a:ext cx="5846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8199FEA1-7AB1-400C-935D-1F22968257D8}"/>
                  </a:ext>
                </a:extLst>
              </p14:cNvPr>
              <p14:cNvContentPartPr/>
              <p14:nvPr/>
            </p14:nvContentPartPr>
            <p14:xfrm>
              <a:off x="7667553" y="2564553"/>
              <a:ext cx="239040" cy="25092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8199FEA1-7AB1-400C-935D-1F22968257D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658926" y="2555553"/>
                <a:ext cx="256653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75F3391B-DC17-4CFC-BE1A-CF5407CFC772}"/>
                  </a:ext>
                </a:extLst>
              </p14:cNvPr>
              <p14:cNvContentPartPr/>
              <p14:nvPr/>
            </p14:nvContentPartPr>
            <p14:xfrm>
              <a:off x="-273687" y="2989713"/>
              <a:ext cx="1402560" cy="627840"/>
            </p14:xfrm>
          </p:contentPart>
        </mc:Choice>
        <mc:Fallback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75F3391B-DC17-4CFC-BE1A-CF5407CFC77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-282687" y="2981073"/>
                <a:ext cx="1420200" cy="6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2AD45303-44F2-445A-B837-AA0DE22F05A1}"/>
                  </a:ext>
                </a:extLst>
              </p14:cNvPr>
              <p14:cNvContentPartPr/>
              <p14:nvPr/>
            </p14:nvContentPartPr>
            <p14:xfrm>
              <a:off x="1417233" y="3252513"/>
              <a:ext cx="106920" cy="23184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2AD45303-44F2-445A-B837-AA0DE22F05A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408593" y="3243873"/>
                <a:ext cx="12456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A670C2D2-B68F-48C4-B1C6-B2AAE94A7B4F}"/>
                  </a:ext>
                </a:extLst>
              </p14:cNvPr>
              <p14:cNvContentPartPr/>
              <p14:nvPr/>
            </p14:nvContentPartPr>
            <p14:xfrm>
              <a:off x="1716393" y="3218313"/>
              <a:ext cx="81720" cy="277920"/>
            </p14:xfrm>
          </p:contentPart>
        </mc:Choice>
        <mc:Fallback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A670C2D2-B68F-48C4-B1C6-B2AAE94A7B4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707393" y="3209673"/>
                <a:ext cx="9936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1FDDBDAA-3680-454D-B31E-2F1BCDA406B0}"/>
                  </a:ext>
                </a:extLst>
              </p14:cNvPr>
              <p14:cNvContentPartPr/>
              <p14:nvPr/>
            </p14:nvContentPartPr>
            <p14:xfrm>
              <a:off x="2007633" y="3479673"/>
              <a:ext cx="360" cy="36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1FDDBDAA-3680-454D-B31E-2F1BCDA406B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98633" y="34710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8BECE215-321C-45D9-B324-8E3445344ED2}"/>
                  </a:ext>
                </a:extLst>
              </p14:cNvPr>
              <p14:cNvContentPartPr/>
              <p14:nvPr/>
            </p14:nvContentPartPr>
            <p14:xfrm>
              <a:off x="2508393" y="3251793"/>
              <a:ext cx="116280" cy="25092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8BECE215-321C-45D9-B324-8E3445344ED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499753" y="3243153"/>
                <a:ext cx="13392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A10BD82B-B27A-4550-96E8-93FF4294D9C3}"/>
                  </a:ext>
                </a:extLst>
              </p14:cNvPr>
              <p14:cNvContentPartPr/>
              <p14:nvPr/>
            </p14:nvContentPartPr>
            <p14:xfrm>
              <a:off x="3502713" y="3235593"/>
              <a:ext cx="167760" cy="326880"/>
            </p14:xfrm>
          </p:contentPart>
        </mc:Choice>
        <mc:Fallback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A10BD82B-B27A-4550-96E8-93FF4294D9C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494073" y="3226593"/>
                <a:ext cx="1854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FF17C20D-E873-43A6-AAC4-BDBD1E290EB9}"/>
                  </a:ext>
                </a:extLst>
              </p14:cNvPr>
              <p14:cNvContentPartPr/>
              <p14:nvPr/>
            </p14:nvContentPartPr>
            <p14:xfrm>
              <a:off x="3851553" y="3273753"/>
              <a:ext cx="106920" cy="212760"/>
            </p14:xfrm>
          </p:contentPart>
        </mc:Choice>
        <mc:Fallback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FF17C20D-E873-43A6-AAC4-BDBD1E290EB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842913" y="3265113"/>
                <a:ext cx="1245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D2B2AD18-A771-44B7-B490-D6394367D462}"/>
                  </a:ext>
                </a:extLst>
              </p14:cNvPr>
              <p14:cNvContentPartPr/>
              <p14:nvPr/>
            </p14:nvContentPartPr>
            <p14:xfrm>
              <a:off x="4194633" y="3246393"/>
              <a:ext cx="228600" cy="257040"/>
            </p14:xfrm>
          </p:contentPart>
        </mc:Choice>
        <mc:Fallback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D2B2AD18-A771-44B7-B490-D6394367D46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185633" y="3237393"/>
                <a:ext cx="24624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E80CD145-1A3F-40F2-A337-08C04786AAB0}"/>
                  </a:ext>
                </a:extLst>
              </p14:cNvPr>
              <p14:cNvContentPartPr/>
              <p14:nvPr/>
            </p14:nvContentPartPr>
            <p14:xfrm>
              <a:off x="1158393" y="3812313"/>
              <a:ext cx="3591360" cy="145800"/>
            </p14:xfrm>
          </p:contentPart>
        </mc:Choice>
        <mc:Fallback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E80CD145-1A3F-40F2-A337-08C04786AAB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49753" y="3803313"/>
                <a:ext cx="360900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20" name="墨迹 119">
                <a:extLst>
                  <a:ext uri="{FF2B5EF4-FFF2-40B4-BE49-F238E27FC236}">
                    <a16:creationId xmlns:a16="http://schemas.microsoft.com/office/drawing/2014/main" id="{933584B0-FC8A-42A4-A589-82764CCF8083}"/>
                  </a:ext>
                </a:extLst>
              </p14:cNvPr>
              <p14:cNvContentPartPr/>
              <p14:nvPr/>
            </p14:nvContentPartPr>
            <p14:xfrm>
              <a:off x="2793153" y="3238473"/>
              <a:ext cx="388800" cy="302040"/>
            </p14:xfrm>
          </p:contentPart>
        </mc:Choice>
        <mc:Fallback>
          <p:pic>
            <p:nvPicPr>
              <p:cNvPr id="120" name="墨迹 119">
                <a:extLst>
                  <a:ext uri="{FF2B5EF4-FFF2-40B4-BE49-F238E27FC236}">
                    <a16:creationId xmlns:a16="http://schemas.microsoft.com/office/drawing/2014/main" id="{933584B0-FC8A-42A4-A589-82764CCF808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784161" y="3229473"/>
                <a:ext cx="406424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26FB0993-6D2F-4A0D-A72E-5BC97E143FBF}"/>
                  </a:ext>
                </a:extLst>
              </p14:cNvPr>
              <p14:cNvContentPartPr/>
              <p14:nvPr/>
            </p14:nvContentPartPr>
            <p14:xfrm>
              <a:off x="5313873" y="4363113"/>
              <a:ext cx="91080" cy="212760"/>
            </p14:xfrm>
          </p:contentPart>
        </mc:Choice>
        <mc:Fallback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26FB0993-6D2F-4A0D-A72E-5BC97E143FB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305233" y="4354473"/>
                <a:ext cx="1087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29E36FDA-113E-4D89-9327-03077395BA7A}"/>
                  </a:ext>
                </a:extLst>
              </p14:cNvPr>
              <p14:cNvContentPartPr/>
              <p14:nvPr/>
            </p14:nvContentPartPr>
            <p14:xfrm>
              <a:off x="5656233" y="4329273"/>
              <a:ext cx="111600" cy="237600"/>
            </p14:xfrm>
          </p:contentPart>
        </mc:Choice>
        <mc:Fallback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29E36FDA-113E-4D89-9327-03077395BA7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647593" y="4320273"/>
                <a:ext cx="1292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FC770B57-3D03-43FE-9618-385076818DCC}"/>
                  </a:ext>
                </a:extLst>
              </p14:cNvPr>
              <p14:cNvContentPartPr/>
              <p14:nvPr/>
            </p14:nvContentPartPr>
            <p14:xfrm>
              <a:off x="5983833" y="4356993"/>
              <a:ext cx="196560" cy="21276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FC770B57-3D03-43FE-9618-385076818DC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975193" y="4347993"/>
                <a:ext cx="2142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06EA47A3-4E2C-4F9B-8882-3D40D95E324B}"/>
                  </a:ext>
                </a:extLst>
              </p14:cNvPr>
              <p14:cNvContentPartPr/>
              <p14:nvPr/>
            </p14:nvContentPartPr>
            <p14:xfrm>
              <a:off x="4227753" y="4379313"/>
              <a:ext cx="222120" cy="264240"/>
            </p14:xfrm>
          </p:contentPart>
        </mc:Choice>
        <mc:Fallback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06EA47A3-4E2C-4F9B-8882-3D40D95E324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219113" y="4370313"/>
                <a:ext cx="2397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23D477D6-842F-4B13-8EDD-61EA435EF14D}"/>
                  </a:ext>
                </a:extLst>
              </p14:cNvPr>
              <p14:cNvContentPartPr/>
              <p14:nvPr/>
            </p14:nvContentPartPr>
            <p14:xfrm>
              <a:off x="3747153" y="4309473"/>
              <a:ext cx="205920" cy="288360"/>
            </p14:xfrm>
          </p:contentPart>
        </mc:Choice>
        <mc:Fallback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23D477D6-842F-4B13-8EDD-61EA435EF14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38153" y="4300833"/>
                <a:ext cx="223560" cy="3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1497E02E-D8AE-4E9A-B952-2B0B6D3388B3}"/>
                  </a:ext>
                </a:extLst>
              </p14:cNvPr>
              <p14:cNvContentPartPr/>
              <p14:nvPr/>
            </p14:nvContentPartPr>
            <p14:xfrm>
              <a:off x="3325233" y="4261593"/>
              <a:ext cx="147960" cy="313920"/>
            </p14:xfrm>
          </p:contentPart>
        </mc:Choice>
        <mc:Fallback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1497E02E-D8AE-4E9A-B952-2B0B6D3388B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316593" y="4252953"/>
                <a:ext cx="16560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27" name="墨迹 126">
                <a:extLst>
                  <a:ext uri="{FF2B5EF4-FFF2-40B4-BE49-F238E27FC236}">
                    <a16:creationId xmlns:a16="http://schemas.microsoft.com/office/drawing/2014/main" id="{33A8C253-98CA-42E2-9C72-77DB31037478}"/>
                  </a:ext>
                </a:extLst>
              </p14:cNvPr>
              <p14:cNvContentPartPr/>
              <p14:nvPr/>
            </p14:nvContentPartPr>
            <p14:xfrm>
              <a:off x="2965953" y="4328913"/>
              <a:ext cx="208440" cy="297720"/>
            </p14:xfrm>
          </p:contentPart>
        </mc:Choice>
        <mc:Fallback>
          <p:pic>
            <p:nvPicPr>
              <p:cNvPr id="127" name="墨迹 126">
                <a:extLst>
                  <a:ext uri="{FF2B5EF4-FFF2-40B4-BE49-F238E27FC236}">
                    <a16:creationId xmlns:a16="http://schemas.microsoft.com/office/drawing/2014/main" id="{33A8C253-98CA-42E2-9C72-77DB3103747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957313" y="4320273"/>
                <a:ext cx="2260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D087C294-CFF6-4265-9DE3-9B531B569ED4}"/>
                  </a:ext>
                </a:extLst>
              </p14:cNvPr>
              <p14:cNvContentPartPr/>
              <p14:nvPr/>
            </p14:nvContentPartPr>
            <p14:xfrm>
              <a:off x="2606313" y="4327833"/>
              <a:ext cx="189720" cy="34812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D087C294-CFF6-4265-9DE3-9B531B569ED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597673" y="4318833"/>
                <a:ext cx="20736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FBAFE260-27ED-4AC3-B39D-7FF51EA150EA}"/>
                  </a:ext>
                </a:extLst>
              </p14:cNvPr>
              <p14:cNvContentPartPr/>
              <p14:nvPr/>
            </p14:nvContentPartPr>
            <p14:xfrm>
              <a:off x="1222473" y="4341153"/>
              <a:ext cx="166680" cy="301320"/>
            </p14:xfrm>
          </p:contentPart>
        </mc:Choice>
        <mc:Fallback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FBAFE260-27ED-4AC3-B39D-7FF51EA150E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213473" y="4332513"/>
                <a:ext cx="18432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30" name="墨迹 129">
                <a:extLst>
                  <a:ext uri="{FF2B5EF4-FFF2-40B4-BE49-F238E27FC236}">
                    <a16:creationId xmlns:a16="http://schemas.microsoft.com/office/drawing/2014/main" id="{27E08444-D865-4680-8AEB-892C043C7371}"/>
                  </a:ext>
                </a:extLst>
              </p14:cNvPr>
              <p14:cNvContentPartPr/>
              <p14:nvPr/>
            </p14:nvContentPartPr>
            <p14:xfrm>
              <a:off x="1621713" y="4297233"/>
              <a:ext cx="155160" cy="290160"/>
            </p14:xfrm>
          </p:contentPart>
        </mc:Choice>
        <mc:Fallback>
          <p:pic>
            <p:nvPicPr>
              <p:cNvPr id="130" name="墨迹 129">
                <a:extLst>
                  <a:ext uri="{FF2B5EF4-FFF2-40B4-BE49-F238E27FC236}">
                    <a16:creationId xmlns:a16="http://schemas.microsoft.com/office/drawing/2014/main" id="{27E08444-D865-4680-8AEB-892C043C737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612713" y="4288233"/>
                <a:ext cx="17280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4D89A75D-6547-4CBD-A635-E699E6FFE214}"/>
                  </a:ext>
                </a:extLst>
              </p14:cNvPr>
              <p14:cNvContentPartPr/>
              <p14:nvPr/>
            </p14:nvContentPartPr>
            <p14:xfrm>
              <a:off x="2121753" y="4513953"/>
              <a:ext cx="42120" cy="152280"/>
            </p14:xfrm>
          </p:contentPart>
        </mc:Choice>
        <mc:Fallback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4D89A75D-6547-4CBD-A635-E699E6FFE21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113113" y="4504953"/>
                <a:ext cx="597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C9847E30-5AD5-4A51-B316-0C7138ABEA35}"/>
                  </a:ext>
                </a:extLst>
              </p14:cNvPr>
              <p14:cNvContentPartPr/>
              <p14:nvPr/>
            </p14:nvContentPartPr>
            <p14:xfrm>
              <a:off x="2349993" y="4352673"/>
              <a:ext cx="118080" cy="355320"/>
            </p14:xfrm>
          </p:contentPart>
        </mc:Choice>
        <mc:Fallback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C9847E30-5AD5-4A51-B316-0C7138ABEA3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340993" y="4343673"/>
                <a:ext cx="13572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D5335495-E327-445D-9B50-234F2AED7ABA}"/>
                  </a:ext>
                </a:extLst>
              </p14:cNvPr>
              <p14:cNvContentPartPr/>
              <p14:nvPr/>
            </p14:nvContentPartPr>
            <p14:xfrm>
              <a:off x="470433" y="4354833"/>
              <a:ext cx="68400" cy="33984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D5335495-E327-445D-9B50-234F2AED7AB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61433" y="4345833"/>
                <a:ext cx="8604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5E0C76AE-439A-4F6D-A975-17ACC2BFF5DB}"/>
                  </a:ext>
                </a:extLst>
              </p14:cNvPr>
              <p14:cNvContentPartPr/>
              <p14:nvPr/>
            </p14:nvContentPartPr>
            <p14:xfrm>
              <a:off x="-250287" y="4356993"/>
              <a:ext cx="406080" cy="273600"/>
            </p14:xfrm>
          </p:contentPart>
        </mc:Choice>
        <mc:Fallback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5E0C76AE-439A-4F6D-A975-17ACC2BFF5D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-258927" y="4347993"/>
                <a:ext cx="42372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37" name="墨迹 136">
                <a:extLst>
                  <a:ext uri="{FF2B5EF4-FFF2-40B4-BE49-F238E27FC236}">
                    <a16:creationId xmlns:a16="http://schemas.microsoft.com/office/drawing/2014/main" id="{93A9FFEF-737E-44C2-9357-EE3C4D6883FA}"/>
                  </a:ext>
                </a:extLst>
              </p14:cNvPr>
              <p14:cNvContentPartPr/>
              <p14:nvPr/>
            </p14:nvContentPartPr>
            <p14:xfrm>
              <a:off x="1170993" y="5218833"/>
              <a:ext cx="116280" cy="310680"/>
            </p14:xfrm>
          </p:contentPart>
        </mc:Choice>
        <mc:Fallback>
          <p:pic>
            <p:nvPicPr>
              <p:cNvPr id="137" name="墨迹 136">
                <a:extLst>
                  <a:ext uri="{FF2B5EF4-FFF2-40B4-BE49-F238E27FC236}">
                    <a16:creationId xmlns:a16="http://schemas.microsoft.com/office/drawing/2014/main" id="{93A9FFEF-737E-44C2-9357-EE3C4D6883F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62353" y="5210193"/>
                <a:ext cx="13392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65CDDCE2-392F-4E8B-A06F-E337E3097858}"/>
                  </a:ext>
                </a:extLst>
              </p14:cNvPr>
              <p14:cNvContentPartPr/>
              <p14:nvPr/>
            </p14:nvContentPartPr>
            <p14:xfrm>
              <a:off x="1500753" y="5163753"/>
              <a:ext cx="116280" cy="361080"/>
            </p14:xfrm>
          </p:contentPart>
        </mc:Choice>
        <mc:Fallback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65CDDCE2-392F-4E8B-A06F-E337E309785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492113" y="5154753"/>
                <a:ext cx="13392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61489F6C-3BA8-4FF8-8C4B-761E579A8802}"/>
                  </a:ext>
                </a:extLst>
              </p14:cNvPr>
              <p14:cNvContentPartPr/>
              <p14:nvPr/>
            </p14:nvContentPartPr>
            <p14:xfrm>
              <a:off x="1863993" y="5447793"/>
              <a:ext cx="41400" cy="85680"/>
            </p14:xfrm>
          </p:contentPart>
        </mc:Choice>
        <mc:Fallback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61489F6C-3BA8-4FF8-8C4B-761E579A880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854993" y="5438793"/>
                <a:ext cx="590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CCB0EC85-3276-4D51-95A5-D5A227DD3A38}"/>
                  </a:ext>
                </a:extLst>
              </p14:cNvPr>
              <p14:cNvContentPartPr/>
              <p14:nvPr/>
            </p14:nvContentPartPr>
            <p14:xfrm>
              <a:off x="2383473" y="5270313"/>
              <a:ext cx="135000" cy="299160"/>
            </p14:xfrm>
          </p:contentPart>
        </mc:Choice>
        <mc:Fallback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CCB0EC85-3276-4D51-95A5-D5A227DD3A38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374833" y="5261313"/>
                <a:ext cx="15264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4FD40AFC-D497-41BA-81E6-46A8ACE6C317}"/>
                  </a:ext>
                </a:extLst>
              </p14:cNvPr>
              <p14:cNvContentPartPr/>
              <p14:nvPr/>
            </p14:nvContentPartPr>
            <p14:xfrm>
              <a:off x="2741313" y="5300553"/>
              <a:ext cx="77760" cy="206280"/>
            </p14:xfrm>
          </p:contentPart>
        </mc:Choice>
        <mc:Fallback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4FD40AFC-D497-41BA-81E6-46A8ACE6C317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732673" y="5291913"/>
                <a:ext cx="954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5A4CADC7-B643-4FA8-A659-935FB074C3A6}"/>
                  </a:ext>
                </a:extLst>
              </p14:cNvPr>
              <p14:cNvContentPartPr/>
              <p14:nvPr/>
            </p14:nvContentPartPr>
            <p14:xfrm>
              <a:off x="3045873" y="5287953"/>
              <a:ext cx="101520" cy="258840"/>
            </p14:xfrm>
          </p:contentPart>
        </mc:Choice>
        <mc:Fallback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5A4CADC7-B643-4FA8-A659-935FB074C3A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037233" y="5278953"/>
                <a:ext cx="1191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D8898A55-B480-4861-8743-C2E4DA2262AB}"/>
                  </a:ext>
                </a:extLst>
              </p14:cNvPr>
              <p14:cNvContentPartPr/>
              <p14:nvPr/>
            </p14:nvContentPartPr>
            <p14:xfrm>
              <a:off x="3370593" y="5253393"/>
              <a:ext cx="269280" cy="286200"/>
            </p14:xfrm>
          </p:contentPart>
        </mc:Choice>
        <mc:Fallback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D8898A55-B480-4861-8743-C2E4DA2262A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361953" y="5244393"/>
                <a:ext cx="2869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F628954A-CE67-4873-83EE-A419D0A1D692}"/>
                  </a:ext>
                </a:extLst>
              </p14:cNvPr>
              <p14:cNvContentPartPr/>
              <p14:nvPr/>
            </p14:nvContentPartPr>
            <p14:xfrm>
              <a:off x="3944433" y="5244753"/>
              <a:ext cx="119160" cy="261000"/>
            </p14:xfrm>
          </p:contentPart>
        </mc:Choice>
        <mc:Fallback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F628954A-CE67-4873-83EE-A419D0A1D69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935793" y="5235753"/>
                <a:ext cx="13680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19631500-E8E6-4C34-BA37-9538840887A4}"/>
                  </a:ext>
                </a:extLst>
              </p14:cNvPr>
              <p14:cNvContentPartPr/>
              <p14:nvPr/>
            </p14:nvContentPartPr>
            <p14:xfrm>
              <a:off x="4318113" y="5274273"/>
              <a:ext cx="230400" cy="183600"/>
            </p14:xfrm>
          </p:contentPart>
        </mc:Choice>
        <mc:Fallback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19631500-E8E6-4C34-BA37-9538840887A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309473" y="5265633"/>
                <a:ext cx="2480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47" name="墨迹 146">
                <a:extLst>
                  <a:ext uri="{FF2B5EF4-FFF2-40B4-BE49-F238E27FC236}">
                    <a16:creationId xmlns:a16="http://schemas.microsoft.com/office/drawing/2014/main" id="{BFC1E6F4-6DCF-49F3-8D25-21FD862BF557}"/>
                  </a:ext>
                </a:extLst>
              </p14:cNvPr>
              <p14:cNvContentPartPr/>
              <p14:nvPr/>
            </p14:nvContentPartPr>
            <p14:xfrm>
              <a:off x="5322513" y="5221713"/>
              <a:ext cx="299520" cy="188640"/>
            </p14:xfrm>
          </p:contentPart>
        </mc:Choice>
        <mc:Fallback>
          <p:pic>
            <p:nvPicPr>
              <p:cNvPr id="147" name="墨迹 146">
                <a:extLst>
                  <a:ext uri="{FF2B5EF4-FFF2-40B4-BE49-F238E27FC236}">
                    <a16:creationId xmlns:a16="http://schemas.microsoft.com/office/drawing/2014/main" id="{BFC1E6F4-6DCF-49F3-8D25-21FD862BF55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313513" y="5213073"/>
                <a:ext cx="3171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48" name="墨迹 147">
                <a:extLst>
                  <a:ext uri="{FF2B5EF4-FFF2-40B4-BE49-F238E27FC236}">
                    <a16:creationId xmlns:a16="http://schemas.microsoft.com/office/drawing/2014/main" id="{964FCB99-EC93-4539-A7D2-111B46055D12}"/>
                  </a:ext>
                </a:extLst>
              </p14:cNvPr>
              <p14:cNvContentPartPr/>
              <p14:nvPr/>
            </p14:nvContentPartPr>
            <p14:xfrm>
              <a:off x="5889873" y="5214153"/>
              <a:ext cx="73800" cy="231840"/>
            </p14:xfrm>
          </p:contentPart>
        </mc:Choice>
        <mc:Fallback>
          <p:pic>
            <p:nvPicPr>
              <p:cNvPr id="148" name="墨迹 147">
                <a:extLst>
                  <a:ext uri="{FF2B5EF4-FFF2-40B4-BE49-F238E27FC236}">
                    <a16:creationId xmlns:a16="http://schemas.microsoft.com/office/drawing/2014/main" id="{964FCB99-EC93-4539-A7D2-111B46055D1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880873" y="5205153"/>
                <a:ext cx="914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49" name="墨迹 148">
                <a:extLst>
                  <a:ext uri="{FF2B5EF4-FFF2-40B4-BE49-F238E27FC236}">
                    <a16:creationId xmlns:a16="http://schemas.microsoft.com/office/drawing/2014/main" id="{1CCD009F-E47A-4CCB-A4EF-A8E743964F8F}"/>
                  </a:ext>
                </a:extLst>
              </p14:cNvPr>
              <p14:cNvContentPartPr/>
              <p14:nvPr/>
            </p14:nvContentPartPr>
            <p14:xfrm>
              <a:off x="6279753" y="5196873"/>
              <a:ext cx="115560" cy="248760"/>
            </p14:xfrm>
          </p:contentPart>
        </mc:Choice>
        <mc:Fallback>
          <p:pic>
            <p:nvPicPr>
              <p:cNvPr id="149" name="墨迹 148">
                <a:extLst>
                  <a:ext uri="{FF2B5EF4-FFF2-40B4-BE49-F238E27FC236}">
                    <a16:creationId xmlns:a16="http://schemas.microsoft.com/office/drawing/2014/main" id="{1CCD009F-E47A-4CCB-A4EF-A8E743964F8F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270753" y="5188233"/>
                <a:ext cx="1332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50" name="墨迹 149">
                <a:extLst>
                  <a:ext uri="{FF2B5EF4-FFF2-40B4-BE49-F238E27FC236}">
                    <a16:creationId xmlns:a16="http://schemas.microsoft.com/office/drawing/2014/main" id="{927BA4FE-7ADB-44AE-A1C0-F7B8CB4D2091}"/>
                  </a:ext>
                </a:extLst>
              </p14:cNvPr>
              <p14:cNvContentPartPr/>
              <p14:nvPr/>
            </p14:nvContentPartPr>
            <p14:xfrm>
              <a:off x="6602313" y="5172393"/>
              <a:ext cx="261000" cy="256680"/>
            </p14:xfrm>
          </p:contentPart>
        </mc:Choice>
        <mc:Fallback>
          <p:pic>
            <p:nvPicPr>
              <p:cNvPr id="150" name="墨迹 149">
                <a:extLst>
                  <a:ext uri="{FF2B5EF4-FFF2-40B4-BE49-F238E27FC236}">
                    <a16:creationId xmlns:a16="http://schemas.microsoft.com/office/drawing/2014/main" id="{927BA4FE-7ADB-44AE-A1C0-F7B8CB4D209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593313" y="5163393"/>
                <a:ext cx="2786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51" name="墨迹 150">
                <a:extLst>
                  <a:ext uri="{FF2B5EF4-FFF2-40B4-BE49-F238E27FC236}">
                    <a16:creationId xmlns:a16="http://schemas.microsoft.com/office/drawing/2014/main" id="{69AE93E8-6B08-4C1A-AF78-CD4A287F9CB6}"/>
                  </a:ext>
                </a:extLst>
              </p14:cNvPr>
              <p14:cNvContentPartPr/>
              <p14:nvPr/>
            </p14:nvContentPartPr>
            <p14:xfrm>
              <a:off x="7334553" y="5169153"/>
              <a:ext cx="41400" cy="125280"/>
            </p14:xfrm>
          </p:contentPart>
        </mc:Choice>
        <mc:Fallback>
          <p:pic>
            <p:nvPicPr>
              <p:cNvPr id="151" name="墨迹 150">
                <a:extLst>
                  <a:ext uri="{FF2B5EF4-FFF2-40B4-BE49-F238E27FC236}">
                    <a16:creationId xmlns:a16="http://schemas.microsoft.com/office/drawing/2014/main" id="{69AE93E8-6B08-4C1A-AF78-CD4A287F9CB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325913" y="5160513"/>
                <a:ext cx="5904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52" name="墨迹 151">
                <a:extLst>
                  <a:ext uri="{FF2B5EF4-FFF2-40B4-BE49-F238E27FC236}">
                    <a16:creationId xmlns:a16="http://schemas.microsoft.com/office/drawing/2014/main" id="{1A1C02AA-AE96-472C-8F08-617EF7220A5F}"/>
                  </a:ext>
                </a:extLst>
              </p14:cNvPr>
              <p14:cNvContentPartPr/>
              <p14:nvPr/>
            </p14:nvContentPartPr>
            <p14:xfrm>
              <a:off x="7186953" y="5404233"/>
              <a:ext cx="126000" cy="90000"/>
            </p14:xfrm>
          </p:contentPart>
        </mc:Choice>
        <mc:Fallback>
          <p:pic>
            <p:nvPicPr>
              <p:cNvPr id="152" name="墨迹 151">
                <a:extLst>
                  <a:ext uri="{FF2B5EF4-FFF2-40B4-BE49-F238E27FC236}">
                    <a16:creationId xmlns:a16="http://schemas.microsoft.com/office/drawing/2014/main" id="{1A1C02AA-AE96-472C-8F08-617EF7220A5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178313" y="5395593"/>
                <a:ext cx="1436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7FE97985-F5BB-4FF6-BA6E-A91C5CFA4C99}"/>
                  </a:ext>
                </a:extLst>
              </p14:cNvPr>
              <p14:cNvContentPartPr/>
              <p14:nvPr/>
            </p14:nvContentPartPr>
            <p14:xfrm>
              <a:off x="7811913" y="5006793"/>
              <a:ext cx="213480" cy="380880"/>
            </p14:xfrm>
          </p:contentPart>
        </mc:Choice>
        <mc:Fallback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7FE97985-F5BB-4FF6-BA6E-A91C5CFA4C99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803273" y="4997793"/>
                <a:ext cx="23112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B948FF44-5045-4F50-920E-191CB51F3DF0}"/>
                  </a:ext>
                </a:extLst>
              </p14:cNvPr>
              <p14:cNvContentPartPr/>
              <p14:nvPr/>
            </p14:nvContentPartPr>
            <p14:xfrm>
              <a:off x="8160033" y="5092833"/>
              <a:ext cx="201600" cy="151560"/>
            </p14:xfrm>
          </p:contentPart>
        </mc:Choice>
        <mc:Fallback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B948FF44-5045-4F50-920E-191CB51F3DF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151033" y="5084193"/>
                <a:ext cx="2192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F04D196C-9AB0-421E-9308-3AA2DB108449}"/>
                  </a:ext>
                </a:extLst>
              </p14:cNvPr>
              <p14:cNvContentPartPr/>
              <p14:nvPr/>
            </p14:nvContentPartPr>
            <p14:xfrm>
              <a:off x="9977313" y="5079153"/>
              <a:ext cx="307800" cy="227880"/>
            </p14:xfrm>
          </p:contentPart>
        </mc:Choice>
        <mc:Fallback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F04D196C-9AB0-421E-9308-3AA2DB10844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968313" y="5070153"/>
                <a:ext cx="32544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58" name="墨迹 157">
                <a:extLst>
                  <a:ext uri="{FF2B5EF4-FFF2-40B4-BE49-F238E27FC236}">
                    <a16:creationId xmlns:a16="http://schemas.microsoft.com/office/drawing/2014/main" id="{F9FB7BB5-4C42-467A-AD72-0FBD52AD1AB7}"/>
                  </a:ext>
                </a:extLst>
              </p14:cNvPr>
              <p14:cNvContentPartPr/>
              <p14:nvPr/>
            </p14:nvContentPartPr>
            <p14:xfrm>
              <a:off x="10038873" y="5435553"/>
              <a:ext cx="349200" cy="7560"/>
            </p14:xfrm>
          </p:contentPart>
        </mc:Choice>
        <mc:Fallback>
          <p:pic>
            <p:nvPicPr>
              <p:cNvPr id="158" name="墨迹 157">
                <a:extLst>
                  <a:ext uri="{FF2B5EF4-FFF2-40B4-BE49-F238E27FC236}">
                    <a16:creationId xmlns:a16="http://schemas.microsoft.com/office/drawing/2014/main" id="{F9FB7BB5-4C42-467A-AD72-0FBD52AD1AB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029873" y="5426913"/>
                <a:ext cx="3668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59" name="墨迹 158">
                <a:extLst>
                  <a:ext uri="{FF2B5EF4-FFF2-40B4-BE49-F238E27FC236}">
                    <a16:creationId xmlns:a16="http://schemas.microsoft.com/office/drawing/2014/main" id="{5F53B94F-1A0E-4881-BD15-293DA8281E66}"/>
                  </a:ext>
                </a:extLst>
              </p14:cNvPr>
              <p14:cNvContentPartPr/>
              <p14:nvPr/>
            </p14:nvContentPartPr>
            <p14:xfrm>
              <a:off x="8614713" y="5022993"/>
              <a:ext cx="614160" cy="422280"/>
            </p14:xfrm>
          </p:contentPart>
        </mc:Choice>
        <mc:Fallback>
          <p:pic>
            <p:nvPicPr>
              <p:cNvPr id="159" name="墨迹 158">
                <a:extLst>
                  <a:ext uri="{FF2B5EF4-FFF2-40B4-BE49-F238E27FC236}">
                    <a16:creationId xmlns:a16="http://schemas.microsoft.com/office/drawing/2014/main" id="{5F53B94F-1A0E-4881-BD15-293DA8281E66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605713" y="5014353"/>
                <a:ext cx="63180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79" name="墨迹 178">
                <a:extLst>
                  <a:ext uri="{FF2B5EF4-FFF2-40B4-BE49-F238E27FC236}">
                    <a16:creationId xmlns:a16="http://schemas.microsoft.com/office/drawing/2014/main" id="{5B1155DB-B3D4-4DCC-91C7-BF16B3AB5573}"/>
                  </a:ext>
                </a:extLst>
              </p14:cNvPr>
              <p14:cNvContentPartPr/>
              <p14:nvPr/>
            </p14:nvContentPartPr>
            <p14:xfrm>
              <a:off x="-231207" y="5898513"/>
              <a:ext cx="17640" cy="277200"/>
            </p14:xfrm>
          </p:contentPart>
        </mc:Choice>
        <mc:Fallback>
          <p:pic>
            <p:nvPicPr>
              <p:cNvPr id="179" name="墨迹 178">
                <a:extLst>
                  <a:ext uri="{FF2B5EF4-FFF2-40B4-BE49-F238E27FC236}">
                    <a16:creationId xmlns:a16="http://schemas.microsoft.com/office/drawing/2014/main" id="{5B1155DB-B3D4-4DCC-91C7-BF16B3AB5573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-239847" y="5889873"/>
                <a:ext cx="3528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89" name="墨迹 188">
                <a:extLst>
                  <a:ext uri="{FF2B5EF4-FFF2-40B4-BE49-F238E27FC236}">
                    <a16:creationId xmlns:a16="http://schemas.microsoft.com/office/drawing/2014/main" id="{B66DCDB5-D293-457F-8193-BE37EF570132}"/>
                  </a:ext>
                </a:extLst>
              </p14:cNvPr>
              <p14:cNvContentPartPr/>
              <p14:nvPr/>
            </p14:nvContentPartPr>
            <p14:xfrm>
              <a:off x="-362967" y="5673513"/>
              <a:ext cx="1279800" cy="586800"/>
            </p14:xfrm>
          </p:contentPart>
        </mc:Choice>
        <mc:Fallback>
          <p:pic>
            <p:nvPicPr>
              <p:cNvPr id="189" name="墨迹 188">
                <a:extLst>
                  <a:ext uri="{FF2B5EF4-FFF2-40B4-BE49-F238E27FC236}">
                    <a16:creationId xmlns:a16="http://schemas.microsoft.com/office/drawing/2014/main" id="{B66DCDB5-D293-457F-8193-BE37EF57013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-371609" y="5664873"/>
                <a:ext cx="1297445" cy="60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90" name="墨迹 189">
                <a:extLst>
                  <a:ext uri="{FF2B5EF4-FFF2-40B4-BE49-F238E27FC236}">
                    <a16:creationId xmlns:a16="http://schemas.microsoft.com/office/drawing/2014/main" id="{2797950A-1DEF-498F-AF2C-D9BA0691FE83}"/>
                  </a:ext>
                </a:extLst>
              </p14:cNvPr>
              <p14:cNvContentPartPr/>
              <p14:nvPr/>
            </p14:nvContentPartPr>
            <p14:xfrm>
              <a:off x="1182873" y="5938473"/>
              <a:ext cx="188640" cy="222480"/>
            </p14:xfrm>
          </p:contentPart>
        </mc:Choice>
        <mc:Fallback>
          <p:pic>
            <p:nvPicPr>
              <p:cNvPr id="190" name="墨迹 189">
                <a:extLst>
                  <a:ext uri="{FF2B5EF4-FFF2-40B4-BE49-F238E27FC236}">
                    <a16:creationId xmlns:a16="http://schemas.microsoft.com/office/drawing/2014/main" id="{2797950A-1DEF-498F-AF2C-D9BA0691FE8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74233" y="5929473"/>
                <a:ext cx="2062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91" name="墨迹 190">
                <a:extLst>
                  <a:ext uri="{FF2B5EF4-FFF2-40B4-BE49-F238E27FC236}">
                    <a16:creationId xmlns:a16="http://schemas.microsoft.com/office/drawing/2014/main" id="{4032B4B6-9681-464A-818E-A100D1ADEAAA}"/>
                  </a:ext>
                </a:extLst>
              </p14:cNvPr>
              <p14:cNvContentPartPr/>
              <p14:nvPr/>
            </p14:nvContentPartPr>
            <p14:xfrm>
              <a:off x="1480953" y="5903913"/>
              <a:ext cx="147240" cy="210960"/>
            </p14:xfrm>
          </p:contentPart>
        </mc:Choice>
        <mc:Fallback>
          <p:pic>
            <p:nvPicPr>
              <p:cNvPr id="191" name="墨迹 190">
                <a:extLst>
                  <a:ext uri="{FF2B5EF4-FFF2-40B4-BE49-F238E27FC236}">
                    <a16:creationId xmlns:a16="http://schemas.microsoft.com/office/drawing/2014/main" id="{4032B4B6-9681-464A-818E-A100D1ADEAAA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471953" y="5894913"/>
                <a:ext cx="1648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92" name="墨迹 191">
                <a:extLst>
                  <a:ext uri="{FF2B5EF4-FFF2-40B4-BE49-F238E27FC236}">
                    <a16:creationId xmlns:a16="http://schemas.microsoft.com/office/drawing/2014/main" id="{E47FED04-1279-4B67-B335-0867FE758C66}"/>
                  </a:ext>
                </a:extLst>
              </p14:cNvPr>
              <p14:cNvContentPartPr/>
              <p14:nvPr/>
            </p14:nvContentPartPr>
            <p14:xfrm>
              <a:off x="1956873" y="6032073"/>
              <a:ext cx="29520" cy="60840"/>
            </p14:xfrm>
          </p:contentPart>
        </mc:Choice>
        <mc:Fallback>
          <p:pic>
            <p:nvPicPr>
              <p:cNvPr id="192" name="墨迹 191">
                <a:extLst>
                  <a:ext uri="{FF2B5EF4-FFF2-40B4-BE49-F238E27FC236}">
                    <a16:creationId xmlns:a16="http://schemas.microsoft.com/office/drawing/2014/main" id="{E47FED04-1279-4B67-B335-0867FE758C6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948233" y="6023433"/>
                <a:ext cx="471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128F8038-065A-458F-A97E-EBF1892BF4C9}"/>
                  </a:ext>
                </a:extLst>
              </p14:cNvPr>
              <p14:cNvContentPartPr/>
              <p14:nvPr/>
            </p14:nvContentPartPr>
            <p14:xfrm>
              <a:off x="2351073" y="5889153"/>
              <a:ext cx="146520" cy="241920"/>
            </p14:xfrm>
          </p:contentPart>
        </mc:Choice>
        <mc:Fallback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128F8038-065A-458F-A97E-EBF1892BF4C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342433" y="5880153"/>
                <a:ext cx="16416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94" name="墨迹 193">
                <a:extLst>
                  <a:ext uri="{FF2B5EF4-FFF2-40B4-BE49-F238E27FC236}">
                    <a16:creationId xmlns:a16="http://schemas.microsoft.com/office/drawing/2014/main" id="{9DDA438B-0512-4243-87A2-ECE9B48C5AA4}"/>
                  </a:ext>
                </a:extLst>
              </p14:cNvPr>
              <p14:cNvContentPartPr/>
              <p14:nvPr/>
            </p14:nvContentPartPr>
            <p14:xfrm>
              <a:off x="2761833" y="5854593"/>
              <a:ext cx="3600" cy="189360"/>
            </p14:xfrm>
          </p:contentPart>
        </mc:Choice>
        <mc:Fallback>
          <p:pic>
            <p:nvPicPr>
              <p:cNvPr id="194" name="墨迹 193">
                <a:extLst>
                  <a:ext uri="{FF2B5EF4-FFF2-40B4-BE49-F238E27FC236}">
                    <a16:creationId xmlns:a16="http://schemas.microsoft.com/office/drawing/2014/main" id="{9DDA438B-0512-4243-87A2-ECE9B48C5AA4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2753193" y="5845953"/>
                <a:ext cx="2124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D5FC5641-38DF-4ECE-9B14-B79C5D1BE6E1}"/>
                  </a:ext>
                </a:extLst>
              </p14:cNvPr>
              <p14:cNvContentPartPr/>
              <p14:nvPr/>
            </p14:nvContentPartPr>
            <p14:xfrm>
              <a:off x="2937873" y="5878713"/>
              <a:ext cx="144000" cy="197640"/>
            </p14:xfrm>
          </p:contentPart>
        </mc:Choice>
        <mc:Fallback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D5FC5641-38DF-4ECE-9B14-B79C5D1BE6E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929233" y="5869713"/>
                <a:ext cx="16164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96" name="墨迹 195">
                <a:extLst>
                  <a:ext uri="{FF2B5EF4-FFF2-40B4-BE49-F238E27FC236}">
                    <a16:creationId xmlns:a16="http://schemas.microsoft.com/office/drawing/2014/main" id="{C1462945-BF40-4216-80D5-A6C19A5B344F}"/>
                  </a:ext>
                </a:extLst>
              </p14:cNvPr>
              <p14:cNvContentPartPr/>
              <p14:nvPr/>
            </p14:nvContentPartPr>
            <p14:xfrm>
              <a:off x="3441153" y="5853513"/>
              <a:ext cx="237960" cy="213480"/>
            </p14:xfrm>
          </p:contentPart>
        </mc:Choice>
        <mc:Fallback>
          <p:pic>
            <p:nvPicPr>
              <p:cNvPr id="196" name="墨迹 195">
                <a:extLst>
                  <a:ext uri="{FF2B5EF4-FFF2-40B4-BE49-F238E27FC236}">
                    <a16:creationId xmlns:a16="http://schemas.microsoft.com/office/drawing/2014/main" id="{C1462945-BF40-4216-80D5-A6C19A5B344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432153" y="5844513"/>
                <a:ext cx="2556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97" name="墨迹 196">
                <a:extLst>
                  <a:ext uri="{FF2B5EF4-FFF2-40B4-BE49-F238E27FC236}">
                    <a16:creationId xmlns:a16="http://schemas.microsoft.com/office/drawing/2014/main" id="{B4A5ECE0-025F-48BD-BC3F-DF0E6B332BF5}"/>
                  </a:ext>
                </a:extLst>
              </p14:cNvPr>
              <p14:cNvContentPartPr/>
              <p14:nvPr/>
            </p14:nvContentPartPr>
            <p14:xfrm>
              <a:off x="3927513" y="5856753"/>
              <a:ext cx="16920" cy="170640"/>
            </p14:xfrm>
          </p:contentPart>
        </mc:Choice>
        <mc:Fallback>
          <p:pic>
            <p:nvPicPr>
              <p:cNvPr id="197" name="墨迹 196">
                <a:extLst>
                  <a:ext uri="{FF2B5EF4-FFF2-40B4-BE49-F238E27FC236}">
                    <a16:creationId xmlns:a16="http://schemas.microsoft.com/office/drawing/2014/main" id="{B4A5ECE0-025F-48BD-BC3F-DF0E6B332BF5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918513" y="5847753"/>
                <a:ext cx="3456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98" name="墨迹 197">
                <a:extLst>
                  <a:ext uri="{FF2B5EF4-FFF2-40B4-BE49-F238E27FC236}">
                    <a16:creationId xmlns:a16="http://schemas.microsoft.com/office/drawing/2014/main" id="{AE131240-8835-4451-9A1C-8C96EF831B14}"/>
                  </a:ext>
                </a:extLst>
              </p14:cNvPr>
              <p14:cNvContentPartPr/>
              <p14:nvPr/>
            </p14:nvContentPartPr>
            <p14:xfrm>
              <a:off x="4311993" y="5826873"/>
              <a:ext cx="183240" cy="275040"/>
            </p14:xfrm>
          </p:contentPart>
        </mc:Choice>
        <mc:Fallback>
          <p:pic>
            <p:nvPicPr>
              <p:cNvPr id="198" name="墨迹 197">
                <a:extLst>
                  <a:ext uri="{FF2B5EF4-FFF2-40B4-BE49-F238E27FC236}">
                    <a16:creationId xmlns:a16="http://schemas.microsoft.com/office/drawing/2014/main" id="{AE131240-8835-4451-9A1C-8C96EF831B14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302993" y="5818233"/>
                <a:ext cx="2008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99" name="墨迹 198">
                <a:extLst>
                  <a:ext uri="{FF2B5EF4-FFF2-40B4-BE49-F238E27FC236}">
                    <a16:creationId xmlns:a16="http://schemas.microsoft.com/office/drawing/2014/main" id="{4E0DCF78-F099-456A-9F12-71BE49922FBF}"/>
                  </a:ext>
                </a:extLst>
              </p14:cNvPr>
              <p14:cNvContentPartPr/>
              <p14:nvPr/>
            </p14:nvContentPartPr>
            <p14:xfrm>
              <a:off x="1145073" y="6234753"/>
              <a:ext cx="3657960" cy="104400"/>
            </p14:xfrm>
          </p:contentPart>
        </mc:Choice>
        <mc:Fallback>
          <p:pic>
            <p:nvPicPr>
              <p:cNvPr id="199" name="墨迹 198">
                <a:extLst>
                  <a:ext uri="{FF2B5EF4-FFF2-40B4-BE49-F238E27FC236}">
                    <a16:creationId xmlns:a16="http://schemas.microsoft.com/office/drawing/2014/main" id="{4E0DCF78-F099-456A-9F12-71BE49922FBF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136073" y="6226113"/>
                <a:ext cx="36756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200" name="墨迹 199">
                <a:extLst>
                  <a:ext uri="{FF2B5EF4-FFF2-40B4-BE49-F238E27FC236}">
                    <a16:creationId xmlns:a16="http://schemas.microsoft.com/office/drawing/2014/main" id="{56744E60-948B-44ED-AC6D-FB2C6D82260F}"/>
                  </a:ext>
                </a:extLst>
              </p14:cNvPr>
              <p14:cNvContentPartPr/>
              <p14:nvPr/>
            </p14:nvContentPartPr>
            <p14:xfrm>
              <a:off x="3580113" y="6556953"/>
              <a:ext cx="26280" cy="318600"/>
            </p14:xfrm>
          </p:contentPart>
        </mc:Choice>
        <mc:Fallback>
          <p:pic>
            <p:nvPicPr>
              <p:cNvPr id="200" name="墨迹 199">
                <a:extLst>
                  <a:ext uri="{FF2B5EF4-FFF2-40B4-BE49-F238E27FC236}">
                    <a16:creationId xmlns:a16="http://schemas.microsoft.com/office/drawing/2014/main" id="{56744E60-948B-44ED-AC6D-FB2C6D82260F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571473" y="6548313"/>
                <a:ext cx="4392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01" name="墨迹 200">
                <a:extLst>
                  <a:ext uri="{FF2B5EF4-FFF2-40B4-BE49-F238E27FC236}">
                    <a16:creationId xmlns:a16="http://schemas.microsoft.com/office/drawing/2014/main" id="{F4C12262-EE00-4F4A-A76C-65588BB78937}"/>
                  </a:ext>
                </a:extLst>
              </p14:cNvPr>
              <p14:cNvContentPartPr/>
              <p14:nvPr/>
            </p14:nvContentPartPr>
            <p14:xfrm>
              <a:off x="3860193" y="6564146"/>
              <a:ext cx="156600" cy="250560"/>
            </p14:xfrm>
          </p:contentPart>
        </mc:Choice>
        <mc:Fallback>
          <p:pic>
            <p:nvPicPr>
              <p:cNvPr id="201" name="墨迹 200">
                <a:extLst>
                  <a:ext uri="{FF2B5EF4-FFF2-40B4-BE49-F238E27FC236}">
                    <a16:creationId xmlns:a16="http://schemas.microsoft.com/office/drawing/2014/main" id="{F4C12262-EE00-4F4A-A76C-65588BB7893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851193" y="6555146"/>
                <a:ext cx="1742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202" name="墨迹 201">
                <a:extLst>
                  <a:ext uri="{FF2B5EF4-FFF2-40B4-BE49-F238E27FC236}">
                    <a16:creationId xmlns:a16="http://schemas.microsoft.com/office/drawing/2014/main" id="{0DB3B32E-F883-4ACC-AB31-43A323D0F141}"/>
                  </a:ext>
                </a:extLst>
              </p14:cNvPr>
              <p14:cNvContentPartPr/>
              <p14:nvPr/>
            </p14:nvContentPartPr>
            <p14:xfrm>
              <a:off x="4176273" y="6633266"/>
              <a:ext cx="212040" cy="207720"/>
            </p14:xfrm>
          </p:contentPart>
        </mc:Choice>
        <mc:Fallback>
          <p:pic>
            <p:nvPicPr>
              <p:cNvPr id="202" name="墨迹 201">
                <a:extLst>
                  <a:ext uri="{FF2B5EF4-FFF2-40B4-BE49-F238E27FC236}">
                    <a16:creationId xmlns:a16="http://schemas.microsoft.com/office/drawing/2014/main" id="{0DB3B32E-F883-4ACC-AB31-43A323D0F141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167633" y="6624626"/>
                <a:ext cx="2296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03" name="墨迹 202">
                <a:extLst>
                  <a:ext uri="{FF2B5EF4-FFF2-40B4-BE49-F238E27FC236}">
                    <a16:creationId xmlns:a16="http://schemas.microsoft.com/office/drawing/2014/main" id="{F11CC192-2387-46CE-8846-FF927BA88F33}"/>
                  </a:ext>
                </a:extLst>
              </p14:cNvPr>
              <p14:cNvContentPartPr/>
              <p14:nvPr/>
            </p14:nvContentPartPr>
            <p14:xfrm>
              <a:off x="3129753" y="6591506"/>
              <a:ext cx="15480" cy="240480"/>
            </p14:xfrm>
          </p:contentPart>
        </mc:Choice>
        <mc:Fallback>
          <p:pic>
            <p:nvPicPr>
              <p:cNvPr id="203" name="墨迹 202">
                <a:extLst>
                  <a:ext uri="{FF2B5EF4-FFF2-40B4-BE49-F238E27FC236}">
                    <a16:creationId xmlns:a16="http://schemas.microsoft.com/office/drawing/2014/main" id="{F11CC192-2387-46CE-8846-FF927BA88F3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120753" y="6582506"/>
                <a:ext cx="3312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04" name="墨迹 203">
                <a:extLst>
                  <a:ext uri="{FF2B5EF4-FFF2-40B4-BE49-F238E27FC236}">
                    <a16:creationId xmlns:a16="http://schemas.microsoft.com/office/drawing/2014/main" id="{9051765A-C1E5-4F67-BD9A-7649F52855C2}"/>
                  </a:ext>
                </a:extLst>
              </p14:cNvPr>
              <p14:cNvContentPartPr/>
              <p14:nvPr/>
            </p14:nvContentPartPr>
            <p14:xfrm>
              <a:off x="2767233" y="6605186"/>
              <a:ext cx="146520" cy="260280"/>
            </p14:xfrm>
          </p:contentPart>
        </mc:Choice>
        <mc:Fallback>
          <p:pic>
            <p:nvPicPr>
              <p:cNvPr id="204" name="墨迹 203">
                <a:extLst>
                  <a:ext uri="{FF2B5EF4-FFF2-40B4-BE49-F238E27FC236}">
                    <a16:creationId xmlns:a16="http://schemas.microsoft.com/office/drawing/2014/main" id="{9051765A-C1E5-4F67-BD9A-7649F52855C2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2758233" y="6596546"/>
                <a:ext cx="1641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05" name="墨迹 204">
                <a:extLst>
                  <a:ext uri="{FF2B5EF4-FFF2-40B4-BE49-F238E27FC236}">
                    <a16:creationId xmlns:a16="http://schemas.microsoft.com/office/drawing/2014/main" id="{E23D3CAE-3D40-4CCB-87FF-60BBA925F8E5}"/>
                  </a:ext>
                </a:extLst>
              </p14:cNvPr>
              <p14:cNvContentPartPr/>
              <p14:nvPr/>
            </p14:nvContentPartPr>
            <p14:xfrm>
              <a:off x="1347033" y="6625346"/>
              <a:ext cx="187200" cy="214200"/>
            </p14:xfrm>
          </p:contentPart>
        </mc:Choice>
        <mc:Fallback>
          <p:pic>
            <p:nvPicPr>
              <p:cNvPr id="205" name="墨迹 204">
                <a:extLst>
                  <a:ext uri="{FF2B5EF4-FFF2-40B4-BE49-F238E27FC236}">
                    <a16:creationId xmlns:a16="http://schemas.microsoft.com/office/drawing/2014/main" id="{E23D3CAE-3D40-4CCB-87FF-60BBA925F8E5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338393" y="6616346"/>
                <a:ext cx="2048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06" name="墨迹 205">
                <a:extLst>
                  <a:ext uri="{FF2B5EF4-FFF2-40B4-BE49-F238E27FC236}">
                    <a16:creationId xmlns:a16="http://schemas.microsoft.com/office/drawing/2014/main" id="{62CBA366-643E-434D-A73F-EB2BF51D8C38}"/>
                  </a:ext>
                </a:extLst>
              </p14:cNvPr>
              <p14:cNvContentPartPr/>
              <p14:nvPr/>
            </p14:nvContentPartPr>
            <p14:xfrm>
              <a:off x="1658793" y="6613826"/>
              <a:ext cx="180000" cy="192600"/>
            </p14:xfrm>
          </p:contentPart>
        </mc:Choice>
        <mc:Fallback>
          <p:pic>
            <p:nvPicPr>
              <p:cNvPr id="206" name="墨迹 205">
                <a:extLst>
                  <a:ext uri="{FF2B5EF4-FFF2-40B4-BE49-F238E27FC236}">
                    <a16:creationId xmlns:a16="http://schemas.microsoft.com/office/drawing/2014/main" id="{62CBA366-643E-434D-A73F-EB2BF51D8C3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650153" y="6605186"/>
                <a:ext cx="19764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207" name="墨迹 206">
                <a:extLst>
                  <a:ext uri="{FF2B5EF4-FFF2-40B4-BE49-F238E27FC236}">
                    <a16:creationId xmlns:a16="http://schemas.microsoft.com/office/drawing/2014/main" id="{C18211CA-9A48-438C-9B90-768374FE594C}"/>
                  </a:ext>
                </a:extLst>
              </p14:cNvPr>
              <p14:cNvContentPartPr/>
              <p14:nvPr/>
            </p14:nvContentPartPr>
            <p14:xfrm>
              <a:off x="2129673" y="6770426"/>
              <a:ext cx="50760" cy="55800"/>
            </p14:xfrm>
          </p:contentPart>
        </mc:Choice>
        <mc:Fallback>
          <p:pic>
            <p:nvPicPr>
              <p:cNvPr id="207" name="墨迹 206">
                <a:extLst>
                  <a:ext uri="{FF2B5EF4-FFF2-40B4-BE49-F238E27FC236}">
                    <a16:creationId xmlns:a16="http://schemas.microsoft.com/office/drawing/2014/main" id="{C18211CA-9A48-438C-9B90-768374FE594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121033" y="6761426"/>
                <a:ext cx="6840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208" name="墨迹 207">
                <a:extLst>
                  <a:ext uri="{FF2B5EF4-FFF2-40B4-BE49-F238E27FC236}">
                    <a16:creationId xmlns:a16="http://schemas.microsoft.com/office/drawing/2014/main" id="{45B127DA-9282-4EF3-B008-5DFE18B71A02}"/>
                  </a:ext>
                </a:extLst>
              </p14:cNvPr>
              <p14:cNvContentPartPr/>
              <p14:nvPr/>
            </p14:nvContentPartPr>
            <p14:xfrm>
              <a:off x="2322273" y="6572426"/>
              <a:ext cx="184320" cy="199080"/>
            </p14:xfrm>
          </p:contentPart>
        </mc:Choice>
        <mc:Fallback>
          <p:pic>
            <p:nvPicPr>
              <p:cNvPr id="208" name="墨迹 207">
                <a:extLst>
                  <a:ext uri="{FF2B5EF4-FFF2-40B4-BE49-F238E27FC236}">
                    <a16:creationId xmlns:a16="http://schemas.microsoft.com/office/drawing/2014/main" id="{45B127DA-9282-4EF3-B008-5DFE18B71A02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2313273" y="6563786"/>
                <a:ext cx="2019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209" name="墨迹 208">
                <a:extLst>
                  <a:ext uri="{FF2B5EF4-FFF2-40B4-BE49-F238E27FC236}">
                    <a16:creationId xmlns:a16="http://schemas.microsoft.com/office/drawing/2014/main" id="{C427307A-453A-48AC-9FA9-618CBA541DE9}"/>
                  </a:ext>
                </a:extLst>
              </p14:cNvPr>
              <p14:cNvContentPartPr/>
              <p14:nvPr/>
            </p14:nvContentPartPr>
            <p14:xfrm>
              <a:off x="5420793" y="6679346"/>
              <a:ext cx="259560" cy="187200"/>
            </p14:xfrm>
          </p:contentPart>
        </mc:Choice>
        <mc:Fallback>
          <p:pic>
            <p:nvPicPr>
              <p:cNvPr id="209" name="墨迹 208">
                <a:extLst>
                  <a:ext uri="{FF2B5EF4-FFF2-40B4-BE49-F238E27FC236}">
                    <a16:creationId xmlns:a16="http://schemas.microsoft.com/office/drawing/2014/main" id="{C427307A-453A-48AC-9FA9-618CBA541DE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411793" y="6670706"/>
                <a:ext cx="2772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10" name="墨迹 209">
                <a:extLst>
                  <a:ext uri="{FF2B5EF4-FFF2-40B4-BE49-F238E27FC236}">
                    <a16:creationId xmlns:a16="http://schemas.microsoft.com/office/drawing/2014/main" id="{DC76DD5B-12CE-4398-A3B1-41C884583960}"/>
                  </a:ext>
                </a:extLst>
              </p14:cNvPr>
              <p14:cNvContentPartPr/>
              <p14:nvPr/>
            </p14:nvContentPartPr>
            <p14:xfrm>
              <a:off x="5954673" y="6662426"/>
              <a:ext cx="9000" cy="219960"/>
            </p14:xfrm>
          </p:contentPart>
        </mc:Choice>
        <mc:Fallback>
          <p:pic>
            <p:nvPicPr>
              <p:cNvPr id="210" name="墨迹 209">
                <a:extLst>
                  <a:ext uri="{FF2B5EF4-FFF2-40B4-BE49-F238E27FC236}">
                    <a16:creationId xmlns:a16="http://schemas.microsoft.com/office/drawing/2014/main" id="{DC76DD5B-12CE-4398-A3B1-41C884583960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945673" y="6653426"/>
                <a:ext cx="266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11" name="墨迹 210">
                <a:extLst>
                  <a:ext uri="{FF2B5EF4-FFF2-40B4-BE49-F238E27FC236}">
                    <a16:creationId xmlns:a16="http://schemas.microsoft.com/office/drawing/2014/main" id="{437906A5-D08C-49BC-B60E-82ED5F190AFF}"/>
                  </a:ext>
                </a:extLst>
              </p14:cNvPr>
              <p14:cNvContentPartPr/>
              <p14:nvPr/>
            </p14:nvContentPartPr>
            <p14:xfrm>
              <a:off x="6285873" y="6669143"/>
              <a:ext cx="12960" cy="190440"/>
            </p14:xfrm>
          </p:contentPart>
        </mc:Choice>
        <mc:Fallback>
          <p:pic>
            <p:nvPicPr>
              <p:cNvPr id="211" name="墨迹 210">
                <a:extLst>
                  <a:ext uri="{FF2B5EF4-FFF2-40B4-BE49-F238E27FC236}">
                    <a16:creationId xmlns:a16="http://schemas.microsoft.com/office/drawing/2014/main" id="{437906A5-D08C-49BC-B60E-82ED5F190AF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277233" y="6660503"/>
                <a:ext cx="306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212" name="墨迹 211">
                <a:extLst>
                  <a:ext uri="{FF2B5EF4-FFF2-40B4-BE49-F238E27FC236}">
                    <a16:creationId xmlns:a16="http://schemas.microsoft.com/office/drawing/2014/main" id="{4BE075A0-C938-461D-B575-B2A8AD202A53}"/>
                  </a:ext>
                </a:extLst>
              </p14:cNvPr>
              <p14:cNvContentPartPr/>
              <p14:nvPr/>
            </p14:nvContentPartPr>
            <p14:xfrm>
              <a:off x="6638673" y="6581303"/>
              <a:ext cx="188280" cy="237960"/>
            </p14:xfrm>
          </p:contentPart>
        </mc:Choice>
        <mc:Fallback>
          <p:pic>
            <p:nvPicPr>
              <p:cNvPr id="212" name="墨迹 211">
                <a:extLst>
                  <a:ext uri="{FF2B5EF4-FFF2-40B4-BE49-F238E27FC236}">
                    <a16:creationId xmlns:a16="http://schemas.microsoft.com/office/drawing/2014/main" id="{4BE075A0-C938-461D-B575-B2A8AD202A5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629673" y="6572303"/>
                <a:ext cx="2059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213" name="墨迹 212">
                <a:extLst>
                  <a:ext uri="{FF2B5EF4-FFF2-40B4-BE49-F238E27FC236}">
                    <a16:creationId xmlns:a16="http://schemas.microsoft.com/office/drawing/2014/main" id="{E18D9F1D-B332-488A-A403-65E2AD057AA7}"/>
                  </a:ext>
                </a:extLst>
              </p14:cNvPr>
              <p14:cNvContentPartPr/>
              <p14:nvPr/>
            </p14:nvContentPartPr>
            <p14:xfrm>
              <a:off x="7262913" y="6542063"/>
              <a:ext cx="36720" cy="118800"/>
            </p14:xfrm>
          </p:contentPart>
        </mc:Choice>
        <mc:Fallback>
          <p:pic>
            <p:nvPicPr>
              <p:cNvPr id="213" name="墨迹 212">
                <a:extLst>
                  <a:ext uri="{FF2B5EF4-FFF2-40B4-BE49-F238E27FC236}">
                    <a16:creationId xmlns:a16="http://schemas.microsoft.com/office/drawing/2014/main" id="{E18D9F1D-B332-488A-A403-65E2AD057AA7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7253913" y="6533063"/>
                <a:ext cx="543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63DAF03B-83A2-444F-98F6-91ED9D3584FE}"/>
                  </a:ext>
                </a:extLst>
              </p14:cNvPr>
              <p14:cNvContentPartPr/>
              <p14:nvPr/>
            </p14:nvContentPartPr>
            <p14:xfrm>
              <a:off x="7308633" y="6760943"/>
              <a:ext cx="128880" cy="122400"/>
            </p14:xfrm>
          </p:contentPart>
        </mc:Choice>
        <mc:Fallback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63DAF03B-83A2-444F-98F6-91ED9D3584FE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299633" y="6751943"/>
                <a:ext cx="1465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17" name="墨迹 216">
                <a:extLst>
                  <a:ext uri="{FF2B5EF4-FFF2-40B4-BE49-F238E27FC236}">
                    <a16:creationId xmlns:a16="http://schemas.microsoft.com/office/drawing/2014/main" id="{10D8BB7F-95F0-493D-BDC3-A8C15856DFC6}"/>
                  </a:ext>
                </a:extLst>
              </p14:cNvPr>
              <p14:cNvContentPartPr/>
              <p14:nvPr/>
            </p14:nvContentPartPr>
            <p14:xfrm>
              <a:off x="714873" y="6647903"/>
              <a:ext cx="20160" cy="154440"/>
            </p14:xfrm>
          </p:contentPart>
        </mc:Choice>
        <mc:Fallback>
          <p:pic>
            <p:nvPicPr>
              <p:cNvPr id="217" name="墨迹 216">
                <a:extLst>
                  <a:ext uri="{FF2B5EF4-FFF2-40B4-BE49-F238E27FC236}">
                    <a16:creationId xmlns:a16="http://schemas.microsoft.com/office/drawing/2014/main" id="{10D8BB7F-95F0-493D-BDC3-A8C15856DFC6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06233" y="6638903"/>
                <a:ext cx="378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218" name="墨迹 217">
                <a:extLst>
                  <a:ext uri="{FF2B5EF4-FFF2-40B4-BE49-F238E27FC236}">
                    <a16:creationId xmlns:a16="http://schemas.microsoft.com/office/drawing/2014/main" id="{49E7C03D-292F-412C-ADE8-466A15C0B1AB}"/>
                  </a:ext>
                </a:extLst>
              </p14:cNvPr>
              <p14:cNvContentPartPr/>
              <p14:nvPr/>
            </p14:nvContentPartPr>
            <p14:xfrm>
              <a:off x="-132567" y="6740063"/>
              <a:ext cx="461880" cy="216720"/>
            </p14:xfrm>
          </p:contentPart>
        </mc:Choice>
        <mc:Fallback>
          <p:pic>
            <p:nvPicPr>
              <p:cNvPr id="218" name="墨迹 217">
                <a:extLst>
                  <a:ext uri="{FF2B5EF4-FFF2-40B4-BE49-F238E27FC236}">
                    <a16:creationId xmlns:a16="http://schemas.microsoft.com/office/drawing/2014/main" id="{49E7C03D-292F-412C-ADE8-466A15C0B1AB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-141567" y="6731409"/>
                <a:ext cx="479520" cy="234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19" name="墨迹 218">
                <a:extLst>
                  <a:ext uri="{FF2B5EF4-FFF2-40B4-BE49-F238E27FC236}">
                    <a16:creationId xmlns:a16="http://schemas.microsoft.com/office/drawing/2014/main" id="{569504D6-E15C-4A69-B20A-8F52BE13E040}"/>
                  </a:ext>
                </a:extLst>
              </p14:cNvPr>
              <p14:cNvContentPartPr/>
              <p14:nvPr/>
            </p14:nvContentPartPr>
            <p14:xfrm>
              <a:off x="-292767" y="2331503"/>
              <a:ext cx="542520" cy="268920"/>
            </p14:xfrm>
          </p:contentPart>
        </mc:Choice>
        <mc:Fallback>
          <p:pic>
            <p:nvPicPr>
              <p:cNvPr id="219" name="墨迹 218">
                <a:extLst>
                  <a:ext uri="{FF2B5EF4-FFF2-40B4-BE49-F238E27FC236}">
                    <a16:creationId xmlns:a16="http://schemas.microsoft.com/office/drawing/2014/main" id="{569504D6-E15C-4A69-B20A-8F52BE13E040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-310407" y="2313503"/>
                <a:ext cx="57816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20" name="墨迹 219">
                <a:extLst>
                  <a:ext uri="{FF2B5EF4-FFF2-40B4-BE49-F238E27FC236}">
                    <a16:creationId xmlns:a16="http://schemas.microsoft.com/office/drawing/2014/main" id="{263283F3-55FA-49E8-9405-D0230EDA2E31}"/>
                  </a:ext>
                </a:extLst>
              </p14:cNvPr>
              <p14:cNvContentPartPr/>
              <p14:nvPr/>
            </p14:nvContentPartPr>
            <p14:xfrm>
              <a:off x="34113" y="4729823"/>
              <a:ext cx="567720" cy="330480"/>
            </p14:xfrm>
          </p:contentPart>
        </mc:Choice>
        <mc:Fallback>
          <p:pic>
            <p:nvPicPr>
              <p:cNvPr id="220" name="墨迹 219">
                <a:extLst>
                  <a:ext uri="{FF2B5EF4-FFF2-40B4-BE49-F238E27FC236}">
                    <a16:creationId xmlns:a16="http://schemas.microsoft.com/office/drawing/2014/main" id="{263283F3-55FA-49E8-9405-D0230EDA2E31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6113" y="4711823"/>
                <a:ext cx="60336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21" name="墨迹 220">
                <a:extLst>
                  <a:ext uri="{FF2B5EF4-FFF2-40B4-BE49-F238E27FC236}">
                    <a16:creationId xmlns:a16="http://schemas.microsoft.com/office/drawing/2014/main" id="{0C833CB5-C0F3-46AF-8C47-4CCFBEFAA98E}"/>
                  </a:ext>
                </a:extLst>
              </p14:cNvPr>
              <p14:cNvContentPartPr/>
              <p14:nvPr/>
            </p14:nvContentPartPr>
            <p14:xfrm>
              <a:off x="671673" y="6366743"/>
              <a:ext cx="216720" cy="351000"/>
            </p14:xfrm>
          </p:contentPart>
        </mc:Choice>
        <mc:Fallback>
          <p:pic>
            <p:nvPicPr>
              <p:cNvPr id="221" name="墨迹 220">
                <a:extLst>
                  <a:ext uri="{FF2B5EF4-FFF2-40B4-BE49-F238E27FC236}">
                    <a16:creationId xmlns:a16="http://schemas.microsoft.com/office/drawing/2014/main" id="{0C833CB5-C0F3-46AF-8C47-4CCFBEFAA98E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53673" y="6348743"/>
                <a:ext cx="252360" cy="3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8517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3574B6A-3A00-4E80-874A-4BEB3F27DE17}"/>
                  </a:ext>
                </a:extLst>
              </p14:cNvPr>
              <p14:cNvContentPartPr/>
              <p14:nvPr/>
            </p14:nvContentPartPr>
            <p14:xfrm>
              <a:off x="1514073" y="418593"/>
              <a:ext cx="225720" cy="3780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3574B6A-3A00-4E80-874A-4BEB3F27DE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5073" y="409593"/>
                <a:ext cx="24336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CAF611F-37AF-418D-ACEC-F9B64674B9F1}"/>
                  </a:ext>
                </a:extLst>
              </p14:cNvPr>
              <p14:cNvContentPartPr/>
              <p14:nvPr/>
            </p14:nvContentPartPr>
            <p14:xfrm>
              <a:off x="1983873" y="413913"/>
              <a:ext cx="230760" cy="3492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CAF611F-37AF-418D-ACEC-F9B64674B9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74873" y="404913"/>
                <a:ext cx="24840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49A6B888-4FD0-4740-A87D-2BC89FF2B056}"/>
                  </a:ext>
                </a:extLst>
              </p14:cNvPr>
              <p14:cNvContentPartPr/>
              <p14:nvPr/>
            </p14:nvContentPartPr>
            <p14:xfrm>
              <a:off x="2383113" y="709473"/>
              <a:ext cx="15480" cy="324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9A6B888-4FD0-4740-A87D-2BC89FF2B0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74113" y="700833"/>
                <a:ext cx="331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D13102BA-A01C-436F-97DF-B902097896B9}"/>
                  </a:ext>
                </a:extLst>
              </p14:cNvPr>
              <p14:cNvContentPartPr/>
              <p14:nvPr/>
            </p14:nvContentPartPr>
            <p14:xfrm>
              <a:off x="2626113" y="372153"/>
              <a:ext cx="256320" cy="3664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D13102BA-A01C-436F-97DF-B902097896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17473" y="363513"/>
                <a:ext cx="27396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A3B5D1AC-BDC4-4305-AF18-0D4688F155DC}"/>
                  </a:ext>
                </a:extLst>
              </p14:cNvPr>
              <p14:cNvContentPartPr/>
              <p14:nvPr/>
            </p14:nvContentPartPr>
            <p14:xfrm>
              <a:off x="4048833" y="386193"/>
              <a:ext cx="88560" cy="53028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A3B5D1AC-BDC4-4305-AF18-0D4688F155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40193" y="377553"/>
                <a:ext cx="10620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1FAF98A8-425B-4D31-8B90-C59B54AC049A}"/>
                  </a:ext>
                </a:extLst>
              </p14:cNvPr>
              <p14:cNvContentPartPr/>
              <p14:nvPr/>
            </p14:nvContentPartPr>
            <p14:xfrm>
              <a:off x="4505673" y="421113"/>
              <a:ext cx="119520" cy="38808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1FAF98A8-425B-4D31-8B90-C59B54AC049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97033" y="412473"/>
                <a:ext cx="13716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5AF6178A-8EEF-4266-A6ED-C7DAA05F2DE0}"/>
                  </a:ext>
                </a:extLst>
              </p14:cNvPr>
              <p14:cNvContentPartPr/>
              <p14:nvPr/>
            </p14:nvContentPartPr>
            <p14:xfrm>
              <a:off x="4970433" y="497073"/>
              <a:ext cx="257400" cy="2703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5AF6178A-8EEF-4266-A6ED-C7DAA05F2DE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61433" y="488073"/>
                <a:ext cx="2750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CA485C08-D0A5-42BA-BB42-FB57F7A47FD1}"/>
                  </a:ext>
                </a:extLst>
              </p14:cNvPr>
              <p14:cNvContentPartPr/>
              <p14:nvPr/>
            </p14:nvContentPartPr>
            <p14:xfrm>
              <a:off x="6306753" y="493473"/>
              <a:ext cx="318960" cy="35028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CA485C08-D0A5-42BA-BB42-FB57F7A47FD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98113" y="484833"/>
                <a:ext cx="33660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1F69C378-CCCC-4CF0-B359-72E81D408374}"/>
                  </a:ext>
                </a:extLst>
              </p14:cNvPr>
              <p14:cNvContentPartPr/>
              <p14:nvPr/>
            </p14:nvContentPartPr>
            <p14:xfrm>
              <a:off x="6913713" y="498513"/>
              <a:ext cx="297360" cy="26532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1F69C378-CCCC-4CF0-B359-72E81D4083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05073" y="489513"/>
                <a:ext cx="31500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037FB1DA-CDC4-4827-A0A1-A10A7C9BDDBE}"/>
                  </a:ext>
                </a:extLst>
              </p14:cNvPr>
              <p14:cNvContentPartPr/>
              <p14:nvPr/>
            </p14:nvContentPartPr>
            <p14:xfrm>
              <a:off x="7456233" y="532713"/>
              <a:ext cx="108360" cy="27936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037FB1DA-CDC4-4827-A0A1-A10A7C9BDDB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447233" y="523713"/>
                <a:ext cx="1260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32FE85BE-77F5-4BC6-9C5B-0FB3176F84EE}"/>
                  </a:ext>
                </a:extLst>
              </p14:cNvPr>
              <p14:cNvContentPartPr/>
              <p14:nvPr/>
            </p14:nvContentPartPr>
            <p14:xfrm>
              <a:off x="7767993" y="567993"/>
              <a:ext cx="95760" cy="19980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32FE85BE-77F5-4BC6-9C5B-0FB3176F84E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758993" y="559353"/>
                <a:ext cx="1134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3C33D99B-ADC4-45E3-B5E6-F48DC15C5FBB}"/>
                  </a:ext>
                </a:extLst>
              </p14:cNvPr>
              <p14:cNvContentPartPr/>
              <p14:nvPr/>
            </p14:nvContentPartPr>
            <p14:xfrm>
              <a:off x="9099993" y="453873"/>
              <a:ext cx="99720" cy="36108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3C33D99B-ADC4-45E3-B5E6-F48DC15C5FB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090993" y="444873"/>
                <a:ext cx="11736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DCF91A94-5DDE-46E6-B5AC-72367D0EB97E}"/>
                  </a:ext>
                </a:extLst>
              </p14:cNvPr>
              <p14:cNvContentPartPr/>
              <p14:nvPr/>
            </p14:nvContentPartPr>
            <p14:xfrm>
              <a:off x="9512913" y="444153"/>
              <a:ext cx="245160" cy="31752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DCF91A94-5DDE-46E6-B5AC-72367D0EB97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04273" y="435513"/>
                <a:ext cx="26280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2E82859E-BD62-4A70-9020-4D7851A334D7}"/>
                  </a:ext>
                </a:extLst>
              </p14:cNvPr>
              <p14:cNvContentPartPr/>
              <p14:nvPr/>
            </p14:nvContentPartPr>
            <p14:xfrm>
              <a:off x="10815393" y="399153"/>
              <a:ext cx="102240" cy="36324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2E82859E-BD62-4A70-9020-4D7851A334D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806393" y="390153"/>
                <a:ext cx="11988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AF75ED70-82A5-44F9-8B09-877C4B68155F}"/>
                  </a:ext>
                </a:extLst>
              </p14:cNvPr>
              <p14:cNvContentPartPr/>
              <p14:nvPr/>
            </p14:nvContentPartPr>
            <p14:xfrm>
              <a:off x="8015673" y="503913"/>
              <a:ext cx="574200" cy="58788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AF75ED70-82A5-44F9-8B09-877C4B68155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006667" y="494919"/>
                <a:ext cx="591851" cy="6055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1A3B01BA-192F-47B5-A9E4-92E69544552A}"/>
                  </a:ext>
                </a:extLst>
              </p14:cNvPr>
              <p14:cNvContentPartPr/>
              <p14:nvPr/>
            </p14:nvContentPartPr>
            <p14:xfrm>
              <a:off x="3214713" y="400593"/>
              <a:ext cx="619920" cy="36864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1A3B01BA-192F-47B5-A9E4-92E69544552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05713" y="391953"/>
                <a:ext cx="63756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8027FF0E-41AD-4459-B183-637243311059}"/>
                  </a:ext>
                </a:extLst>
              </p14:cNvPr>
              <p14:cNvContentPartPr/>
              <p14:nvPr/>
            </p14:nvContentPartPr>
            <p14:xfrm>
              <a:off x="9448473" y="911073"/>
              <a:ext cx="299520" cy="1044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8027FF0E-41AD-4459-B183-63724331105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39833" y="902433"/>
                <a:ext cx="3171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6A3D7997-7088-43A2-9A29-D20DDE569450}"/>
                  </a:ext>
                </a:extLst>
              </p14:cNvPr>
              <p14:cNvContentPartPr/>
              <p14:nvPr/>
            </p14:nvContentPartPr>
            <p14:xfrm>
              <a:off x="10692993" y="984873"/>
              <a:ext cx="290880" cy="3456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6A3D7997-7088-43A2-9A29-D20DDE56945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684353" y="976233"/>
                <a:ext cx="3085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066DCF88-CF4C-44FB-9908-6611EE0992D2}"/>
                  </a:ext>
                </a:extLst>
              </p14:cNvPr>
              <p14:cNvContentPartPr/>
              <p14:nvPr/>
            </p14:nvContentPartPr>
            <p14:xfrm>
              <a:off x="1784433" y="1127793"/>
              <a:ext cx="48240" cy="39960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066DCF88-CF4C-44FB-9908-6611EE0992D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75793" y="1118793"/>
                <a:ext cx="6588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813931ED-872F-463B-BC00-EBF547A93176}"/>
                  </a:ext>
                </a:extLst>
              </p14:cNvPr>
              <p14:cNvContentPartPr/>
              <p14:nvPr/>
            </p14:nvContentPartPr>
            <p14:xfrm>
              <a:off x="2199873" y="1120593"/>
              <a:ext cx="8280" cy="35316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813931ED-872F-463B-BC00-EBF547A9317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91233" y="1111953"/>
                <a:ext cx="2592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B2D3BF4F-9C26-4F77-BED2-A65A359D511E}"/>
                  </a:ext>
                </a:extLst>
              </p14:cNvPr>
              <p14:cNvContentPartPr/>
              <p14:nvPr/>
            </p14:nvContentPartPr>
            <p14:xfrm>
              <a:off x="2433513" y="1433073"/>
              <a:ext cx="17640" cy="6552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B2D3BF4F-9C26-4F77-BED2-A65A359D511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424873" y="1424433"/>
                <a:ext cx="352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CE90D883-04A8-4CB9-A3F0-39132BDFA0E4}"/>
                  </a:ext>
                </a:extLst>
              </p14:cNvPr>
              <p14:cNvContentPartPr/>
              <p14:nvPr/>
            </p14:nvContentPartPr>
            <p14:xfrm>
              <a:off x="2884233" y="1232193"/>
              <a:ext cx="44640" cy="35172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CE90D883-04A8-4CB9-A3F0-39132BDFA0E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875233" y="1223193"/>
                <a:ext cx="6228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4A8FBF15-6F7B-4E9A-908E-7C12CBF581F3}"/>
                  </a:ext>
                </a:extLst>
              </p14:cNvPr>
              <p14:cNvContentPartPr/>
              <p14:nvPr/>
            </p14:nvContentPartPr>
            <p14:xfrm>
              <a:off x="3195633" y="1253793"/>
              <a:ext cx="236520" cy="24948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4A8FBF15-6F7B-4E9A-908E-7C12CBF581F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186993" y="1244793"/>
                <a:ext cx="2541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56A4BE54-6CC4-4A7B-8A74-4C987A4C06C0}"/>
                  </a:ext>
                </a:extLst>
              </p14:cNvPr>
              <p14:cNvContentPartPr/>
              <p14:nvPr/>
            </p14:nvContentPartPr>
            <p14:xfrm>
              <a:off x="3717273" y="1280433"/>
              <a:ext cx="38880" cy="23760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56A4BE54-6CC4-4A7B-8A74-4C987A4C06C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708633" y="1271793"/>
                <a:ext cx="5652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8C959265-0F93-4717-803E-AB903FCDDC23}"/>
                  </a:ext>
                </a:extLst>
              </p14:cNvPr>
              <p14:cNvContentPartPr/>
              <p14:nvPr/>
            </p14:nvContentPartPr>
            <p14:xfrm>
              <a:off x="4192473" y="1304553"/>
              <a:ext cx="22320" cy="17064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8C959265-0F93-4717-803E-AB903FCDDC2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183833" y="1295913"/>
                <a:ext cx="3996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F984F6FB-B3F1-4C04-912F-D916778F5352}"/>
                  </a:ext>
                </a:extLst>
              </p14:cNvPr>
              <p14:cNvContentPartPr/>
              <p14:nvPr/>
            </p14:nvContentPartPr>
            <p14:xfrm>
              <a:off x="4513593" y="1253433"/>
              <a:ext cx="32760" cy="206280"/>
            </p14:xfrm>
          </p:contentPart>
        </mc:Choice>
        <mc:Fallback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F984F6FB-B3F1-4C04-912F-D916778F535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504953" y="1244793"/>
                <a:ext cx="504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E43B47CD-51A2-459B-999C-AFEBB91B6442}"/>
                  </a:ext>
                </a:extLst>
              </p14:cNvPr>
              <p14:cNvContentPartPr/>
              <p14:nvPr/>
            </p14:nvContentPartPr>
            <p14:xfrm>
              <a:off x="4921113" y="1346313"/>
              <a:ext cx="175320" cy="19512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E43B47CD-51A2-459B-999C-AFEBB91B644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12113" y="1337673"/>
                <a:ext cx="1929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4E34CD99-FCFC-4F3B-9D35-2597122B81BE}"/>
                  </a:ext>
                </a:extLst>
              </p14:cNvPr>
              <p14:cNvContentPartPr/>
              <p14:nvPr/>
            </p14:nvContentPartPr>
            <p14:xfrm>
              <a:off x="1650153" y="1658433"/>
              <a:ext cx="3795840" cy="10656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4E34CD99-FCFC-4F3B-9D35-2597122B81B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641513" y="1649433"/>
                <a:ext cx="38134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FECA8DF7-4E39-42AF-842F-201F982C83BB}"/>
                  </a:ext>
                </a:extLst>
              </p14:cNvPr>
              <p14:cNvContentPartPr/>
              <p14:nvPr/>
            </p14:nvContentPartPr>
            <p14:xfrm>
              <a:off x="5105073" y="2182953"/>
              <a:ext cx="250560" cy="31428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FECA8DF7-4E39-42AF-842F-201F982C83B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096433" y="2174313"/>
                <a:ext cx="2682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7D848C12-59E4-4BEC-B73D-3200F0F8893D}"/>
                  </a:ext>
                </a:extLst>
              </p14:cNvPr>
              <p14:cNvContentPartPr/>
              <p14:nvPr/>
            </p14:nvContentPartPr>
            <p14:xfrm>
              <a:off x="4576953" y="2187273"/>
              <a:ext cx="199800" cy="318960"/>
            </p14:xfrm>
          </p:contentPart>
        </mc:Choice>
        <mc:Fallback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7D848C12-59E4-4BEC-B73D-3200F0F8893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67953" y="2178633"/>
                <a:ext cx="21744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D7897261-1D28-4094-B810-A065570F1356}"/>
                  </a:ext>
                </a:extLst>
              </p14:cNvPr>
              <p14:cNvContentPartPr/>
              <p14:nvPr/>
            </p14:nvContentPartPr>
            <p14:xfrm>
              <a:off x="4189953" y="2160993"/>
              <a:ext cx="94320" cy="336240"/>
            </p14:xfrm>
          </p:contentPart>
        </mc:Choice>
        <mc:Fallback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D7897261-1D28-4094-B810-A065570F135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81313" y="2152353"/>
                <a:ext cx="11196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4" name="墨迹 53">
                <a:extLst>
                  <a:ext uri="{FF2B5EF4-FFF2-40B4-BE49-F238E27FC236}">
                    <a16:creationId xmlns:a16="http://schemas.microsoft.com/office/drawing/2014/main" id="{8BFF6480-F649-45E3-ADD5-EA512C700BA4}"/>
                  </a:ext>
                </a:extLst>
              </p14:cNvPr>
              <p14:cNvContentPartPr/>
              <p14:nvPr/>
            </p14:nvContentPartPr>
            <p14:xfrm>
              <a:off x="3698553" y="2166393"/>
              <a:ext cx="194400" cy="330120"/>
            </p14:xfrm>
          </p:contentPart>
        </mc:Choice>
        <mc:Fallback>
          <p:pic>
            <p:nvPicPr>
              <p:cNvPr id="54" name="墨迹 53">
                <a:extLst>
                  <a:ext uri="{FF2B5EF4-FFF2-40B4-BE49-F238E27FC236}">
                    <a16:creationId xmlns:a16="http://schemas.microsoft.com/office/drawing/2014/main" id="{8BFF6480-F649-45E3-ADD5-EA512C700BA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89553" y="2157393"/>
                <a:ext cx="21204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34F277B3-FCAB-4A2F-B6F7-6C5BC4F5EB30}"/>
                  </a:ext>
                </a:extLst>
              </p14:cNvPr>
              <p14:cNvContentPartPr/>
              <p14:nvPr/>
            </p14:nvContentPartPr>
            <p14:xfrm>
              <a:off x="3368793" y="2112753"/>
              <a:ext cx="67320" cy="388080"/>
            </p14:xfrm>
          </p:contentPart>
        </mc:Choice>
        <mc:Fallback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34F277B3-FCAB-4A2F-B6F7-6C5BC4F5EB3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359793" y="2104113"/>
                <a:ext cx="8496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D8FFAA41-6320-4492-88C0-D90BE5ABA63B}"/>
                  </a:ext>
                </a:extLst>
              </p14:cNvPr>
              <p14:cNvContentPartPr/>
              <p14:nvPr/>
            </p14:nvContentPartPr>
            <p14:xfrm>
              <a:off x="1919793" y="2224353"/>
              <a:ext cx="91080" cy="361080"/>
            </p14:xfrm>
          </p:contentPart>
        </mc:Choice>
        <mc:Fallback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D8FFAA41-6320-4492-88C0-D90BE5ABA63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911153" y="2215353"/>
                <a:ext cx="10872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7678381C-8668-4A79-BC23-D14DF357FA74}"/>
                  </a:ext>
                </a:extLst>
              </p14:cNvPr>
              <p14:cNvContentPartPr/>
              <p14:nvPr/>
            </p14:nvContentPartPr>
            <p14:xfrm>
              <a:off x="2264673" y="2265393"/>
              <a:ext cx="77040" cy="32436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7678381C-8668-4A79-BC23-D14DF357FA7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256033" y="2256753"/>
                <a:ext cx="9468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4D1675D6-BDC2-49A2-BFFE-060C0DCA8DDB}"/>
                  </a:ext>
                </a:extLst>
              </p14:cNvPr>
              <p14:cNvContentPartPr/>
              <p14:nvPr/>
            </p14:nvContentPartPr>
            <p14:xfrm>
              <a:off x="2614953" y="2471313"/>
              <a:ext cx="28800" cy="4644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4D1675D6-BDC2-49A2-BFFE-060C0DCA8DD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606313" y="2462673"/>
                <a:ext cx="464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43245750-4720-4675-8B95-A78F235E1892}"/>
                  </a:ext>
                </a:extLst>
              </p14:cNvPr>
              <p14:cNvContentPartPr/>
              <p14:nvPr/>
            </p14:nvContentPartPr>
            <p14:xfrm>
              <a:off x="2889633" y="2169633"/>
              <a:ext cx="47880" cy="356040"/>
            </p14:xfrm>
          </p:contentPart>
        </mc:Choice>
        <mc:Fallback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43245750-4720-4675-8B95-A78F235E189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80993" y="2160633"/>
                <a:ext cx="6552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C32C17F3-F5BA-40C3-86A5-23A55EF9E383}"/>
                  </a:ext>
                </a:extLst>
              </p14:cNvPr>
              <p14:cNvContentPartPr/>
              <p14:nvPr/>
            </p14:nvContentPartPr>
            <p14:xfrm>
              <a:off x="2031033" y="3114633"/>
              <a:ext cx="25560" cy="35244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C32C17F3-F5BA-40C3-86A5-23A55EF9E38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22393" y="3105993"/>
                <a:ext cx="4320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492D049D-150D-4E7D-AF75-FD6DCE0D64C0}"/>
                  </a:ext>
                </a:extLst>
              </p14:cNvPr>
              <p14:cNvContentPartPr/>
              <p14:nvPr/>
            </p14:nvContentPartPr>
            <p14:xfrm>
              <a:off x="2337393" y="3120393"/>
              <a:ext cx="68400" cy="35172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492D049D-150D-4E7D-AF75-FD6DCE0D64C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328393" y="3111753"/>
                <a:ext cx="8604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5BA62E3C-13B9-4BB1-AE88-C76CA74E9E54}"/>
                  </a:ext>
                </a:extLst>
              </p14:cNvPr>
              <p14:cNvContentPartPr/>
              <p14:nvPr/>
            </p14:nvContentPartPr>
            <p14:xfrm>
              <a:off x="2648073" y="3314433"/>
              <a:ext cx="24840" cy="9612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5BA62E3C-13B9-4BB1-AE88-C76CA74E9E5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639433" y="3305433"/>
                <a:ext cx="4248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CAEC32C1-8907-495F-A2B0-D452A4049370}"/>
                  </a:ext>
                </a:extLst>
              </p14:cNvPr>
              <p14:cNvContentPartPr/>
              <p14:nvPr/>
            </p14:nvContentPartPr>
            <p14:xfrm>
              <a:off x="2943993" y="3085833"/>
              <a:ext cx="69840" cy="28440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CAEC32C1-8907-495F-A2B0-D452A404937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935353" y="3076833"/>
                <a:ext cx="874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D7DB1242-7F64-474A-95AF-73875F7D1F50}"/>
                  </a:ext>
                </a:extLst>
              </p14:cNvPr>
              <p14:cNvContentPartPr/>
              <p14:nvPr/>
            </p14:nvContentPartPr>
            <p14:xfrm>
              <a:off x="3554193" y="3066393"/>
              <a:ext cx="69120" cy="31824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D7DB1242-7F64-474A-95AF-73875F7D1F5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545193" y="3057753"/>
                <a:ext cx="8676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2D3F931A-4E4A-4BCE-B4F9-7D8F92455581}"/>
                  </a:ext>
                </a:extLst>
              </p14:cNvPr>
              <p14:cNvContentPartPr/>
              <p14:nvPr/>
            </p14:nvContentPartPr>
            <p14:xfrm>
              <a:off x="3917073" y="3047313"/>
              <a:ext cx="20160" cy="27504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2D3F931A-4E4A-4BCE-B4F9-7D8F9245558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908433" y="3038673"/>
                <a:ext cx="3780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5644E428-CA01-4650-B28B-1F526989078B}"/>
                  </a:ext>
                </a:extLst>
              </p14:cNvPr>
              <p14:cNvContentPartPr/>
              <p14:nvPr/>
            </p14:nvContentPartPr>
            <p14:xfrm>
              <a:off x="4257993" y="3074673"/>
              <a:ext cx="165240" cy="22212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5644E428-CA01-4650-B28B-1F526989078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248993" y="3065673"/>
                <a:ext cx="1828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5B46983B-9A72-4B01-9EC8-6F39F0D607B0}"/>
                  </a:ext>
                </a:extLst>
              </p14:cNvPr>
              <p14:cNvContentPartPr/>
              <p14:nvPr/>
            </p14:nvContentPartPr>
            <p14:xfrm>
              <a:off x="4802313" y="3024633"/>
              <a:ext cx="64440" cy="29448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5B46983B-9A72-4B01-9EC8-6F39F0D607B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93673" y="3015633"/>
                <a:ext cx="820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1" name="墨迹 70">
                <a:extLst>
                  <a:ext uri="{FF2B5EF4-FFF2-40B4-BE49-F238E27FC236}">
                    <a16:creationId xmlns:a16="http://schemas.microsoft.com/office/drawing/2014/main" id="{B3F5A375-E02D-4569-82D0-303BE52C9765}"/>
                  </a:ext>
                </a:extLst>
              </p14:cNvPr>
              <p14:cNvContentPartPr/>
              <p14:nvPr/>
            </p14:nvContentPartPr>
            <p14:xfrm>
              <a:off x="5245473" y="3019233"/>
              <a:ext cx="191880" cy="261360"/>
            </p14:xfrm>
          </p:contentPart>
        </mc:Choice>
        <mc:Fallback>
          <p:pic>
            <p:nvPicPr>
              <p:cNvPr id="71" name="墨迹 70">
                <a:extLst>
                  <a:ext uri="{FF2B5EF4-FFF2-40B4-BE49-F238E27FC236}">
                    <a16:creationId xmlns:a16="http://schemas.microsoft.com/office/drawing/2014/main" id="{B3F5A375-E02D-4569-82D0-303BE52C976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236473" y="3010233"/>
                <a:ext cx="2095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F94BB094-A143-4FAC-AADF-F97C255494BC}"/>
                  </a:ext>
                </a:extLst>
              </p14:cNvPr>
              <p14:cNvContentPartPr/>
              <p14:nvPr/>
            </p14:nvContentPartPr>
            <p14:xfrm>
              <a:off x="6339513" y="2911953"/>
              <a:ext cx="207000" cy="34164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F94BB094-A143-4FAC-AADF-F97C255494B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330873" y="2903313"/>
                <a:ext cx="22464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BBC7E0CD-0913-4F98-B467-67B3233B8365}"/>
                  </a:ext>
                </a:extLst>
              </p14:cNvPr>
              <p14:cNvContentPartPr/>
              <p14:nvPr/>
            </p14:nvContentPartPr>
            <p14:xfrm>
              <a:off x="6959433" y="2864433"/>
              <a:ext cx="340560" cy="29808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BBC7E0CD-0913-4F98-B467-67B3233B836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950793" y="2855433"/>
                <a:ext cx="35820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592FD60E-EDA0-4A3B-B446-08AE887FF912}"/>
                  </a:ext>
                </a:extLst>
              </p14:cNvPr>
              <p14:cNvContentPartPr/>
              <p14:nvPr/>
            </p14:nvContentPartPr>
            <p14:xfrm>
              <a:off x="7483953" y="2934633"/>
              <a:ext cx="228960" cy="19332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592FD60E-EDA0-4A3B-B446-08AE887FF91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475313" y="2925993"/>
                <a:ext cx="24660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0E4C9AC4-4E79-4224-90C6-1AE7A84D4733}"/>
                  </a:ext>
                </a:extLst>
              </p14:cNvPr>
              <p14:cNvContentPartPr/>
              <p14:nvPr/>
            </p14:nvContentPartPr>
            <p14:xfrm>
              <a:off x="7957353" y="2820873"/>
              <a:ext cx="58680" cy="29376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0E4C9AC4-4E79-4224-90C6-1AE7A84D473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948353" y="2811873"/>
                <a:ext cx="763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5268A6D5-E0D6-4991-91F1-64C3548472A4}"/>
                  </a:ext>
                </a:extLst>
              </p14:cNvPr>
              <p14:cNvContentPartPr/>
              <p14:nvPr/>
            </p14:nvContentPartPr>
            <p14:xfrm>
              <a:off x="8265873" y="2828073"/>
              <a:ext cx="61200" cy="28296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5268A6D5-E0D6-4991-91F1-64C3548472A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256873" y="2819073"/>
                <a:ext cx="7884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3123CCB5-A845-4BE8-A599-1AC6EC2ADEF8}"/>
                  </a:ext>
                </a:extLst>
              </p14:cNvPr>
              <p14:cNvContentPartPr/>
              <p14:nvPr/>
            </p14:nvContentPartPr>
            <p14:xfrm>
              <a:off x="8557113" y="2834913"/>
              <a:ext cx="170640" cy="25236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3123CCB5-A845-4BE8-A599-1AC6EC2ADEF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548113" y="2825913"/>
                <a:ext cx="1882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23525219-D3B4-4088-B4A9-AFE15215E22E}"/>
                  </a:ext>
                </a:extLst>
              </p14:cNvPr>
              <p14:cNvContentPartPr/>
              <p14:nvPr/>
            </p14:nvContentPartPr>
            <p14:xfrm>
              <a:off x="9156513" y="2741313"/>
              <a:ext cx="23400" cy="13176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23525219-D3B4-4088-B4A9-AFE15215E22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147873" y="2732313"/>
                <a:ext cx="4104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AE90BEF6-9C08-4639-8244-C4FC57CB38A7}"/>
                  </a:ext>
                </a:extLst>
              </p14:cNvPr>
              <p14:cNvContentPartPr/>
              <p14:nvPr/>
            </p14:nvContentPartPr>
            <p14:xfrm>
              <a:off x="9061833" y="3038673"/>
              <a:ext cx="199080" cy="190080"/>
            </p14:xfrm>
          </p:contentPart>
        </mc:Choice>
        <mc:Fallback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AE90BEF6-9C08-4639-8244-C4FC57CB38A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053193" y="3030033"/>
                <a:ext cx="2167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11E14A92-473E-4538-BA25-2926AB663E3F}"/>
                  </a:ext>
                </a:extLst>
              </p14:cNvPr>
              <p14:cNvContentPartPr/>
              <p14:nvPr/>
            </p14:nvContentPartPr>
            <p14:xfrm>
              <a:off x="10880553" y="2772633"/>
              <a:ext cx="351720" cy="41400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11E14A92-473E-4538-BA25-2926AB663E3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871913" y="2763633"/>
                <a:ext cx="369360" cy="4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E989F928-C6F1-4302-A4E0-E151EAD1B4C3}"/>
                  </a:ext>
                </a:extLst>
              </p14:cNvPr>
              <p14:cNvContentPartPr/>
              <p14:nvPr/>
            </p14:nvContentPartPr>
            <p14:xfrm>
              <a:off x="10775793" y="3347913"/>
              <a:ext cx="310320" cy="4284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E989F928-C6F1-4302-A4E0-E151EAD1B4C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767153" y="3338913"/>
                <a:ext cx="3279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3EACF54F-9482-49F8-8C12-1C7F49B5DE2A}"/>
                  </a:ext>
                </a:extLst>
              </p14:cNvPr>
              <p14:cNvContentPartPr/>
              <p14:nvPr/>
            </p14:nvContentPartPr>
            <p14:xfrm>
              <a:off x="396273" y="3873153"/>
              <a:ext cx="304200" cy="44568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3EACF54F-9482-49F8-8C12-1C7F49B5DE2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87273" y="3864506"/>
                <a:ext cx="321840" cy="463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DC007DCD-71E5-4A78-AAEF-854D66CB2F6A}"/>
                  </a:ext>
                </a:extLst>
              </p14:cNvPr>
              <p14:cNvContentPartPr/>
              <p14:nvPr/>
            </p14:nvContentPartPr>
            <p14:xfrm>
              <a:off x="63993" y="4008873"/>
              <a:ext cx="263880" cy="25956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DC007DCD-71E5-4A78-AAEF-854D66CB2F6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993" y="4000233"/>
                <a:ext cx="28152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040D84FC-7AAA-4390-8A2A-13B41EB0D817}"/>
                  </a:ext>
                </a:extLst>
              </p14:cNvPr>
              <p14:cNvContentPartPr/>
              <p14:nvPr/>
            </p14:nvContentPartPr>
            <p14:xfrm>
              <a:off x="830073" y="3771633"/>
              <a:ext cx="779400" cy="83448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040D84FC-7AAA-4390-8A2A-13B41EB0D81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21429" y="3762993"/>
                <a:ext cx="797048" cy="85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32864FC8-BE41-408C-910C-587CBE83F137}"/>
                  </a:ext>
                </a:extLst>
              </p14:cNvPr>
              <p14:cNvContentPartPr/>
              <p14:nvPr/>
            </p14:nvContentPartPr>
            <p14:xfrm>
              <a:off x="1741593" y="3879993"/>
              <a:ext cx="4106880" cy="694080"/>
            </p14:xfrm>
          </p:contentPart>
        </mc:Choice>
        <mc:Fallback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32864FC8-BE41-408C-910C-587CBE83F13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732953" y="3871349"/>
                <a:ext cx="4124520" cy="711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A6781C0E-6693-41E8-A24E-2322637CC61D}"/>
                  </a:ext>
                </a:extLst>
              </p14:cNvPr>
              <p14:cNvContentPartPr/>
              <p14:nvPr/>
            </p14:nvContentPartPr>
            <p14:xfrm>
              <a:off x="4944873" y="4988433"/>
              <a:ext cx="594360" cy="261360"/>
            </p14:xfrm>
          </p:contentPart>
        </mc:Choice>
        <mc:Fallback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A6781C0E-6693-41E8-A24E-2322637CC61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936233" y="4979421"/>
                <a:ext cx="612000" cy="279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66212522-2EF8-49AA-BF1E-8BE00B6D7A74}"/>
                  </a:ext>
                </a:extLst>
              </p14:cNvPr>
              <p14:cNvContentPartPr/>
              <p14:nvPr/>
            </p14:nvContentPartPr>
            <p14:xfrm>
              <a:off x="4602873" y="4899513"/>
              <a:ext cx="55440" cy="447120"/>
            </p14:xfrm>
          </p:contentPart>
        </mc:Choice>
        <mc:Fallback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66212522-2EF8-49AA-BF1E-8BE00B6D7A7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593873" y="4890513"/>
                <a:ext cx="7308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89798295-C299-4247-8D12-915A7E5E3D8D}"/>
                  </a:ext>
                </a:extLst>
              </p14:cNvPr>
              <p14:cNvContentPartPr/>
              <p14:nvPr/>
            </p14:nvContentPartPr>
            <p14:xfrm>
              <a:off x="4021113" y="4915713"/>
              <a:ext cx="79200" cy="41976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89798295-C299-4247-8D12-915A7E5E3D8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012473" y="4907073"/>
                <a:ext cx="9684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90CDA4E0-C79E-44BE-BE58-FADB532FBEAF}"/>
                  </a:ext>
                </a:extLst>
              </p14:cNvPr>
              <p14:cNvContentPartPr/>
              <p14:nvPr/>
            </p14:nvContentPartPr>
            <p14:xfrm>
              <a:off x="3459153" y="4968993"/>
              <a:ext cx="174960" cy="318960"/>
            </p14:xfrm>
          </p:contentPart>
        </mc:Choice>
        <mc:Fallback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90CDA4E0-C79E-44BE-BE58-FADB532FBEA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450153" y="4960353"/>
                <a:ext cx="19260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69765D99-45C2-4EC2-BF86-1521B5669C00}"/>
                  </a:ext>
                </a:extLst>
              </p14:cNvPr>
              <p14:cNvContentPartPr/>
              <p14:nvPr/>
            </p14:nvContentPartPr>
            <p14:xfrm>
              <a:off x="2167113" y="5075193"/>
              <a:ext cx="263160" cy="238320"/>
            </p14:xfrm>
          </p:contentPart>
        </mc:Choice>
        <mc:Fallback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69765D99-45C2-4EC2-BF86-1521B5669C0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158113" y="5066553"/>
                <a:ext cx="2808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26" name="墨迹 125">
                <a:extLst>
                  <a:ext uri="{FF2B5EF4-FFF2-40B4-BE49-F238E27FC236}">
                    <a16:creationId xmlns:a16="http://schemas.microsoft.com/office/drawing/2014/main" id="{CB0592E5-D301-4A00-B83D-04B59D7EC7B1}"/>
                  </a:ext>
                </a:extLst>
              </p14:cNvPr>
              <p14:cNvContentPartPr/>
              <p14:nvPr/>
            </p14:nvContentPartPr>
            <p14:xfrm>
              <a:off x="2587593" y="5051073"/>
              <a:ext cx="231120" cy="217080"/>
            </p14:xfrm>
          </p:contentPart>
        </mc:Choice>
        <mc:Fallback>
          <p:pic>
            <p:nvPicPr>
              <p:cNvPr id="126" name="墨迹 125">
                <a:extLst>
                  <a:ext uri="{FF2B5EF4-FFF2-40B4-BE49-F238E27FC236}">
                    <a16:creationId xmlns:a16="http://schemas.microsoft.com/office/drawing/2014/main" id="{CB0592E5-D301-4A00-B83D-04B59D7EC7B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578953" y="5042433"/>
                <a:ext cx="24876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C72144A6-2843-40C7-A04D-6BE440ABC4C5}"/>
                  </a:ext>
                </a:extLst>
              </p14:cNvPr>
              <p14:cNvContentPartPr/>
              <p14:nvPr/>
            </p14:nvContentPartPr>
            <p14:xfrm>
              <a:off x="3002673" y="4970073"/>
              <a:ext cx="317880" cy="318600"/>
            </p14:xfrm>
          </p:contentPart>
        </mc:Choice>
        <mc:Fallback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C72144A6-2843-40C7-A04D-6BE440ABC4C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993673" y="4961433"/>
                <a:ext cx="33552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31" name="墨迹 130">
                <a:extLst>
                  <a:ext uri="{FF2B5EF4-FFF2-40B4-BE49-F238E27FC236}">
                    <a16:creationId xmlns:a16="http://schemas.microsoft.com/office/drawing/2014/main" id="{41E191F1-655E-4CDD-850B-1D681E63CF07}"/>
                  </a:ext>
                </a:extLst>
              </p14:cNvPr>
              <p14:cNvContentPartPr/>
              <p14:nvPr/>
            </p14:nvContentPartPr>
            <p14:xfrm>
              <a:off x="6588273" y="5015793"/>
              <a:ext cx="263160" cy="341640"/>
            </p14:xfrm>
          </p:contentPart>
        </mc:Choice>
        <mc:Fallback>
          <p:pic>
            <p:nvPicPr>
              <p:cNvPr id="131" name="墨迹 130">
                <a:extLst>
                  <a:ext uri="{FF2B5EF4-FFF2-40B4-BE49-F238E27FC236}">
                    <a16:creationId xmlns:a16="http://schemas.microsoft.com/office/drawing/2014/main" id="{41E191F1-655E-4CDD-850B-1D681E63CF0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579273" y="5006793"/>
                <a:ext cx="28080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83FF8B7D-893E-40C3-876F-5E0F75903639}"/>
                  </a:ext>
                </a:extLst>
              </p14:cNvPr>
              <p14:cNvContentPartPr/>
              <p14:nvPr/>
            </p14:nvContentPartPr>
            <p14:xfrm>
              <a:off x="7128993" y="4951353"/>
              <a:ext cx="264600" cy="326880"/>
            </p14:xfrm>
          </p:contentPart>
        </mc:Choice>
        <mc:Fallback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83FF8B7D-893E-40C3-876F-5E0F7590363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119993" y="4942713"/>
                <a:ext cx="2822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6F03302A-B1C5-4810-80B9-9D90961BFF57}"/>
                  </a:ext>
                </a:extLst>
              </p14:cNvPr>
              <p14:cNvContentPartPr/>
              <p14:nvPr/>
            </p14:nvContentPartPr>
            <p14:xfrm>
              <a:off x="7667193" y="5062233"/>
              <a:ext cx="361080" cy="220320"/>
            </p14:xfrm>
          </p:contentPart>
        </mc:Choice>
        <mc:Fallback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6F03302A-B1C5-4810-80B9-9D90961BFF5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658553" y="5053233"/>
                <a:ext cx="37872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34" name="墨迹 133">
                <a:extLst>
                  <a:ext uri="{FF2B5EF4-FFF2-40B4-BE49-F238E27FC236}">
                    <a16:creationId xmlns:a16="http://schemas.microsoft.com/office/drawing/2014/main" id="{83E2CE77-D896-4EC5-89B0-590A0A41E7A5}"/>
                  </a:ext>
                </a:extLst>
              </p14:cNvPr>
              <p14:cNvContentPartPr/>
              <p14:nvPr/>
            </p14:nvContentPartPr>
            <p14:xfrm>
              <a:off x="8242113" y="5022993"/>
              <a:ext cx="57240" cy="300600"/>
            </p14:xfrm>
          </p:contentPart>
        </mc:Choice>
        <mc:Fallback>
          <p:pic>
            <p:nvPicPr>
              <p:cNvPr id="134" name="墨迹 133">
                <a:extLst>
                  <a:ext uri="{FF2B5EF4-FFF2-40B4-BE49-F238E27FC236}">
                    <a16:creationId xmlns:a16="http://schemas.microsoft.com/office/drawing/2014/main" id="{83E2CE77-D896-4EC5-89B0-590A0A41E7A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233113" y="5014353"/>
                <a:ext cx="7488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35" name="墨迹 134">
                <a:extLst>
                  <a:ext uri="{FF2B5EF4-FFF2-40B4-BE49-F238E27FC236}">
                    <a16:creationId xmlns:a16="http://schemas.microsoft.com/office/drawing/2014/main" id="{BC5A01A7-C263-4411-B843-9AB6E4714691}"/>
                  </a:ext>
                </a:extLst>
              </p14:cNvPr>
              <p14:cNvContentPartPr/>
              <p14:nvPr/>
            </p14:nvContentPartPr>
            <p14:xfrm>
              <a:off x="8531553" y="4971873"/>
              <a:ext cx="50760" cy="317880"/>
            </p14:xfrm>
          </p:contentPart>
        </mc:Choice>
        <mc:Fallback>
          <p:pic>
            <p:nvPicPr>
              <p:cNvPr id="135" name="墨迹 134">
                <a:extLst>
                  <a:ext uri="{FF2B5EF4-FFF2-40B4-BE49-F238E27FC236}">
                    <a16:creationId xmlns:a16="http://schemas.microsoft.com/office/drawing/2014/main" id="{BC5A01A7-C263-4411-B843-9AB6E471469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522913" y="4963233"/>
                <a:ext cx="6840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36" name="墨迹 135">
                <a:extLst>
                  <a:ext uri="{FF2B5EF4-FFF2-40B4-BE49-F238E27FC236}">
                    <a16:creationId xmlns:a16="http://schemas.microsoft.com/office/drawing/2014/main" id="{0B45F7FC-F73C-4ECD-A236-E6B53BD29CF1}"/>
                  </a:ext>
                </a:extLst>
              </p14:cNvPr>
              <p14:cNvContentPartPr/>
              <p14:nvPr/>
            </p14:nvContentPartPr>
            <p14:xfrm>
              <a:off x="8834313" y="4964673"/>
              <a:ext cx="158400" cy="283680"/>
            </p14:xfrm>
          </p:contentPart>
        </mc:Choice>
        <mc:Fallback>
          <p:pic>
            <p:nvPicPr>
              <p:cNvPr id="136" name="墨迹 135">
                <a:extLst>
                  <a:ext uri="{FF2B5EF4-FFF2-40B4-BE49-F238E27FC236}">
                    <a16:creationId xmlns:a16="http://schemas.microsoft.com/office/drawing/2014/main" id="{0B45F7FC-F73C-4ECD-A236-E6B53BD29CF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8825673" y="4956033"/>
                <a:ext cx="17604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4A446009-D807-4927-A1A5-840DB1F89594}"/>
                  </a:ext>
                </a:extLst>
              </p14:cNvPr>
              <p14:cNvContentPartPr/>
              <p14:nvPr/>
            </p14:nvContentPartPr>
            <p14:xfrm>
              <a:off x="9557553" y="3660753"/>
              <a:ext cx="492120" cy="586080"/>
            </p14:xfrm>
          </p:contentPart>
        </mc:Choice>
        <mc:Fallback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4A446009-D807-4927-A1A5-840DB1F8959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548553" y="3652113"/>
                <a:ext cx="50976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39" name="墨迹 138">
                <a:extLst>
                  <a:ext uri="{FF2B5EF4-FFF2-40B4-BE49-F238E27FC236}">
                    <a16:creationId xmlns:a16="http://schemas.microsoft.com/office/drawing/2014/main" id="{509203BE-DEE4-4D9B-9F09-8F4115DFE62D}"/>
                  </a:ext>
                </a:extLst>
              </p14:cNvPr>
              <p14:cNvContentPartPr/>
              <p14:nvPr/>
            </p14:nvContentPartPr>
            <p14:xfrm>
              <a:off x="10210953" y="3916713"/>
              <a:ext cx="165960" cy="113760"/>
            </p14:xfrm>
          </p:contentPart>
        </mc:Choice>
        <mc:Fallback>
          <p:pic>
            <p:nvPicPr>
              <p:cNvPr id="139" name="墨迹 138">
                <a:extLst>
                  <a:ext uri="{FF2B5EF4-FFF2-40B4-BE49-F238E27FC236}">
                    <a16:creationId xmlns:a16="http://schemas.microsoft.com/office/drawing/2014/main" id="{509203BE-DEE4-4D9B-9F09-8F4115DFE62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201953" y="3907713"/>
                <a:ext cx="1836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B9712CC5-B879-4E41-889D-06F25EF5030E}"/>
                  </a:ext>
                </a:extLst>
              </p14:cNvPr>
              <p14:cNvContentPartPr/>
              <p14:nvPr/>
            </p14:nvContentPartPr>
            <p14:xfrm>
              <a:off x="10998273" y="3662553"/>
              <a:ext cx="431280" cy="658800"/>
            </p14:xfrm>
          </p:contentPart>
        </mc:Choice>
        <mc:Fallback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B9712CC5-B879-4E41-889D-06F25EF5030E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989633" y="3653913"/>
                <a:ext cx="448920" cy="6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41" name="墨迹 140">
                <a:extLst>
                  <a:ext uri="{FF2B5EF4-FFF2-40B4-BE49-F238E27FC236}">
                    <a16:creationId xmlns:a16="http://schemas.microsoft.com/office/drawing/2014/main" id="{DBB61863-6483-4674-8B77-32CE8A061397}"/>
                  </a:ext>
                </a:extLst>
              </p14:cNvPr>
              <p14:cNvContentPartPr/>
              <p14:nvPr/>
            </p14:nvContentPartPr>
            <p14:xfrm>
              <a:off x="11599833" y="3883233"/>
              <a:ext cx="39960" cy="271800"/>
            </p14:xfrm>
          </p:contentPart>
        </mc:Choice>
        <mc:Fallback>
          <p:pic>
            <p:nvPicPr>
              <p:cNvPr id="141" name="墨迹 140">
                <a:extLst>
                  <a:ext uri="{FF2B5EF4-FFF2-40B4-BE49-F238E27FC236}">
                    <a16:creationId xmlns:a16="http://schemas.microsoft.com/office/drawing/2014/main" id="{DBB61863-6483-4674-8B77-32CE8A06139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1590833" y="3874233"/>
                <a:ext cx="5760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42" name="墨迹 141">
                <a:extLst>
                  <a:ext uri="{FF2B5EF4-FFF2-40B4-BE49-F238E27FC236}">
                    <a16:creationId xmlns:a16="http://schemas.microsoft.com/office/drawing/2014/main" id="{47399621-DAF2-41F1-AAA5-97CF6A2718B5}"/>
                  </a:ext>
                </a:extLst>
              </p14:cNvPr>
              <p14:cNvContentPartPr/>
              <p14:nvPr/>
            </p14:nvContentPartPr>
            <p14:xfrm>
              <a:off x="9456753" y="2718993"/>
              <a:ext cx="796320" cy="864360"/>
            </p14:xfrm>
          </p:contentPart>
        </mc:Choice>
        <mc:Fallback>
          <p:pic>
            <p:nvPicPr>
              <p:cNvPr id="142" name="墨迹 141">
                <a:extLst>
                  <a:ext uri="{FF2B5EF4-FFF2-40B4-BE49-F238E27FC236}">
                    <a16:creationId xmlns:a16="http://schemas.microsoft.com/office/drawing/2014/main" id="{47399621-DAF2-41F1-AAA5-97CF6A2718B5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447753" y="2710353"/>
                <a:ext cx="813960" cy="8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44" name="墨迹 143">
                <a:extLst>
                  <a:ext uri="{FF2B5EF4-FFF2-40B4-BE49-F238E27FC236}">
                    <a16:creationId xmlns:a16="http://schemas.microsoft.com/office/drawing/2014/main" id="{0DFC0393-4739-4DDC-8E1F-48EA03EC2695}"/>
                  </a:ext>
                </a:extLst>
              </p14:cNvPr>
              <p14:cNvContentPartPr/>
              <p14:nvPr/>
            </p14:nvContentPartPr>
            <p14:xfrm>
              <a:off x="-79287" y="1078113"/>
              <a:ext cx="1569240" cy="2115000"/>
            </p14:xfrm>
          </p:contentPart>
        </mc:Choice>
        <mc:Fallback>
          <p:pic>
            <p:nvPicPr>
              <p:cNvPr id="144" name="墨迹 143">
                <a:extLst>
                  <a:ext uri="{FF2B5EF4-FFF2-40B4-BE49-F238E27FC236}">
                    <a16:creationId xmlns:a16="http://schemas.microsoft.com/office/drawing/2014/main" id="{0DFC0393-4739-4DDC-8E1F-48EA03EC2695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-97287" y="1069115"/>
                <a:ext cx="1604880" cy="21416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76" name="墨迹 175">
                <a:extLst>
                  <a:ext uri="{FF2B5EF4-FFF2-40B4-BE49-F238E27FC236}">
                    <a16:creationId xmlns:a16="http://schemas.microsoft.com/office/drawing/2014/main" id="{8ECF3476-4149-4E40-BF90-4B20B4ACEA7B}"/>
                  </a:ext>
                </a:extLst>
              </p14:cNvPr>
              <p14:cNvContentPartPr/>
              <p14:nvPr/>
            </p14:nvContentPartPr>
            <p14:xfrm>
              <a:off x="612993" y="6167793"/>
              <a:ext cx="738720" cy="684720"/>
            </p14:xfrm>
          </p:contentPart>
        </mc:Choice>
        <mc:Fallback>
          <p:pic>
            <p:nvPicPr>
              <p:cNvPr id="176" name="墨迹 175">
                <a:extLst>
                  <a:ext uri="{FF2B5EF4-FFF2-40B4-BE49-F238E27FC236}">
                    <a16:creationId xmlns:a16="http://schemas.microsoft.com/office/drawing/2014/main" id="{8ECF3476-4149-4E40-BF90-4B20B4ACEA7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04349" y="6158793"/>
                <a:ext cx="756369" cy="70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77" name="墨迹 176">
                <a:extLst>
                  <a:ext uri="{FF2B5EF4-FFF2-40B4-BE49-F238E27FC236}">
                    <a16:creationId xmlns:a16="http://schemas.microsoft.com/office/drawing/2014/main" id="{DC345C02-3E71-454B-8921-91B67149F7F5}"/>
                  </a:ext>
                </a:extLst>
              </p14:cNvPr>
              <p14:cNvContentPartPr/>
              <p14:nvPr/>
            </p14:nvContentPartPr>
            <p14:xfrm>
              <a:off x="1538913" y="6356073"/>
              <a:ext cx="163800" cy="201240"/>
            </p14:xfrm>
          </p:contentPart>
        </mc:Choice>
        <mc:Fallback>
          <p:pic>
            <p:nvPicPr>
              <p:cNvPr id="177" name="墨迹 176">
                <a:extLst>
                  <a:ext uri="{FF2B5EF4-FFF2-40B4-BE49-F238E27FC236}">
                    <a16:creationId xmlns:a16="http://schemas.microsoft.com/office/drawing/2014/main" id="{DC345C02-3E71-454B-8921-91B67149F7F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529913" y="6347073"/>
                <a:ext cx="1814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91" name="墨迹 190">
                <a:extLst>
                  <a:ext uri="{FF2B5EF4-FFF2-40B4-BE49-F238E27FC236}">
                    <a16:creationId xmlns:a16="http://schemas.microsoft.com/office/drawing/2014/main" id="{A586F3C5-7178-4934-A271-C955F5F1508C}"/>
                  </a:ext>
                </a:extLst>
              </p14:cNvPr>
              <p14:cNvContentPartPr/>
              <p14:nvPr/>
            </p14:nvContentPartPr>
            <p14:xfrm>
              <a:off x="10763193" y="5928983"/>
              <a:ext cx="387000" cy="700920"/>
            </p14:xfrm>
          </p:contentPart>
        </mc:Choice>
        <mc:Fallback>
          <p:pic>
            <p:nvPicPr>
              <p:cNvPr id="191" name="墨迹 190">
                <a:extLst>
                  <a:ext uri="{FF2B5EF4-FFF2-40B4-BE49-F238E27FC236}">
                    <a16:creationId xmlns:a16="http://schemas.microsoft.com/office/drawing/2014/main" id="{A586F3C5-7178-4934-A271-C955F5F1508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754553" y="5919983"/>
                <a:ext cx="404640" cy="7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94" name="墨迹 193">
                <a:extLst>
                  <a:ext uri="{FF2B5EF4-FFF2-40B4-BE49-F238E27FC236}">
                    <a16:creationId xmlns:a16="http://schemas.microsoft.com/office/drawing/2014/main" id="{57B5CA6D-3C35-4288-B348-DF2A43EE0D7A}"/>
                  </a:ext>
                </a:extLst>
              </p14:cNvPr>
              <p14:cNvContentPartPr/>
              <p14:nvPr/>
            </p14:nvContentPartPr>
            <p14:xfrm>
              <a:off x="10384473" y="6028703"/>
              <a:ext cx="241920" cy="222480"/>
            </p14:xfrm>
          </p:contentPart>
        </mc:Choice>
        <mc:Fallback>
          <p:pic>
            <p:nvPicPr>
              <p:cNvPr id="194" name="墨迹 193">
                <a:extLst>
                  <a:ext uri="{FF2B5EF4-FFF2-40B4-BE49-F238E27FC236}">
                    <a16:creationId xmlns:a16="http://schemas.microsoft.com/office/drawing/2014/main" id="{57B5CA6D-3C35-4288-B348-DF2A43EE0D7A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0375473" y="6019703"/>
                <a:ext cx="25956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42CFC30C-673D-4ECD-8B44-51885B5954E5}"/>
                  </a:ext>
                </a:extLst>
              </p14:cNvPr>
              <p14:cNvContentPartPr/>
              <p14:nvPr/>
            </p14:nvContentPartPr>
            <p14:xfrm>
              <a:off x="10023753" y="5955623"/>
              <a:ext cx="241200" cy="358200"/>
            </p14:xfrm>
          </p:contentPart>
        </mc:Choice>
        <mc:Fallback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42CFC30C-673D-4ECD-8B44-51885B5954E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015113" y="5946623"/>
                <a:ext cx="25884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215" name="墨迹 214">
                <a:extLst>
                  <a:ext uri="{FF2B5EF4-FFF2-40B4-BE49-F238E27FC236}">
                    <a16:creationId xmlns:a16="http://schemas.microsoft.com/office/drawing/2014/main" id="{557EA531-9514-4261-AEB4-82FA728C1772}"/>
                  </a:ext>
                </a:extLst>
              </p14:cNvPr>
              <p14:cNvContentPartPr/>
              <p14:nvPr/>
            </p14:nvContentPartPr>
            <p14:xfrm>
              <a:off x="1897833" y="5443473"/>
              <a:ext cx="7698600" cy="1480320"/>
            </p14:xfrm>
          </p:contentPart>
        </mc:Choice>
        <mc:Fallback>
          <p:pic>
            <p:nvPicPr>
              <p:cNvPr id="215" name="墨迹 214">
                <a:extLst>
                  <a:ext uri="{FF2B5EF4-FFF2-40B4-BE49-F238E27FC236}">
                    <a16:creationId xmlns:a16="http://schemas.microsoft.com/office/drawing/2014/main" id="{557EA531-9514-4261-AEB4-82FA728C177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1888833" y="5425833"/>
                <a:ext cx="7716241" cy="15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238" name="墨迹 237">
                <a:extLst>
                  <a:ext uri="{FF2B5EF4-FFF2-40B4-BE49-F238E27FC236}">
                    <a16:creationId xmlns:a16="http://schemas.microsoft.com/office/drawing/2014/main" id="{01B7CEB2-FB76-4F2C-B33F-98AFC84DBD70}"/>
                  </a:ext>
                </a:extLst>
              </p14:cNvPr>
              <p14:cNvContentPartPr/>
              <p14:nvPr/>
            </p14:nvContentPartPr>
            <p14:xfrm>
              <a:off x="11403273" y="5059943"/>
              <a:ext cx="1493280" cy="1755720"/>
            </p14:xfrm>
          </p:contentPart>
        </mc:Choice>
        <mc:Fallback>
          <p:pic>
            <p:nvPicPr>
              <p:cNvPr id="238" name="墨迹 237">
                <a:extLst>
                  <a:ext uri="{FF2B5EF4-FFF2-40B4-BE49-F238E27FC236}">
                    <a16:creationId xmlns:a16="http://schemas.microsoft.com/office/drawing/2014/main" id="{01B7CEB2-FB76-4F2C-B33F-98AFC84DBD7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1394275" y="5050941"/>
                <a:ext cx="1510916" cy="177336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352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CCC3E2F-EAC0-425D-B10C-C4D244FA71AD}"/>
                  </a:ext>
                </a:extLst>
              </p14:cNvPr>
              <p14:cNvContentPartPr/>
              <p14:nvPr/>
            </p14:nvContentPartPr>
            <p14:xfrm>
              <a:off x="977673" y="446673"/>
              <a:ext cx="294840" cy="136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CCC3E2F-EAC0-425D-B10C-C4D244FA71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9033" y="438033"/>
                <a:ext cx="3124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0565EE38-1421-4956-8C0C-9E81718C3E9A}"/>
                  </a:ext>
                </a:extLst>
              </p14:cNvPr>
              <p14:cNvContentPartPr/>
              <p14:nvPr/>
            </p14:nvContentPartPr>
            <p14:xfrm>
              <a:off x="1507233" y="2643393"/>
              <a:ext cx="816480" cy="55872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0565EE38-1421-4956-8C0C-9E81718C3E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8233" y="2634393"/>
                <a:ext cx="834120" cy="5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347BCE18-546D-4D35-989E-87F362007724}"/>
                  </a:ext>
                </a:extLst>
              </p14:cNvPr>
              <p14:cNvContentPartPr/>
              <p14:nvPr/>
            </p14:nvContentPartPr>
            <p14:xfrm>
              <a:off x="339393" y="576633"/>
              <a:ext cx="3099960" cy="177552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347BCE18-546D-4D35-989E-87F3620077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0393" y="567991"/>
                <a:ext cx="3117600" cy="1793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5" name="墨迹 104">
                <a:extLst>
                  <a:ext uri="{FF2B5EF4-FFF2-40B4-BE49-F238E27FC236}">
                    <a16:creationId xmlns:a16="http://schemas.microsoft.com/office/drawing/2014/main" id="{6B09811B-4A34-4D9D-B6C5-7ADCB91D80D2}"/>
                  </a:ext>
                </a:extLst>
              </p14:cNvPr>
              <p14:cNvContentPartPr/>
              <p14:nvPr/>
            </p14:nvContentPartPr>
            <p14:xfrm>
              <a:off x="4068633" y="675633"/>
              <a:ext cx="442080" cy="503640"/>
            </p14:xfrm>
          </p:contentPart>
        </mc:Choice>
        <mc:Fallback>
          <p:pic>
            <p:nvPicPr>
              <p:cNvPr id="105" name="墨迹 104">
                <a:extLst>
                  <a:ext uri="{FF2B5EF4-FFF2-40B4-BE49-F238E27FC236}">
                    <a16:creationId xmlns:a16="http://schemas.microsoft.com/office/drawing/2014/main" id="{6B09811B-4A34-4D9D-B6C5-7ADCB91D80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59993" y="666633"/>
                <a:ext cx="459720" cy="5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53C439B8-2951-45F5-BE82-26166EEBEBEC}"/>
                  </a:ext>
                </a:extLst>
              </p14:cNvPr>
              <p14:cNvContentPartPr/>
              <p14:nvPr/>
            </p14:nvContentPartPr>
            <p14:xfrm>
              <a:off x="4740753" y="1149753"/>
              <a:ext cx="360" cy="36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53C439B8-2951-45F5-BE82-26166EEBEBE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32113" y="11411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1" name="墨迹 240">
                <a:extLst>
                  <a:ext uri="{FF2B5EF4-FFF2-40B4-BE49-F238E27FC236}">
                    <a16:creationId xmlns:a16="http://schemas.microsoft.com/office/drawing/2014/main" id="{01E8027E-AA94-4752-9578-BE3823A85052}"/>
                  </a:ext>
                </a:extLst>
              </p14:cNvPr>
              <p14:cNvContentPartPr/>
              <p14:nvPr/>
            </p14:nvContentPartPr>
            <p14:xfrm>
              <a:off x="6697223" y="4167273"/>
              <a:ext cx="1292400" cy="471240"/>
            </p14:xfrm>
          </p:contentPart>
        </mc:Choice>
        <mc:Fallback>
          <p:pic>
            <p:nvPicPr>
              <p:cNvPr id="241" name="墨迹 240">
                <a:extLst>
                  <a:ext uri="{FF2B5EF4-FFF2-40B4-BE49-F238E27FC236}">
                    <a16:creationId xmlns:a16="http://schemas.microsoft.com/office/drawing/2014/main" id="{01E8027E-AA94-4752-9578-BE3823A8505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88223" y="4158273"/>
                <a:ext cx="131004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7" name="墨迹 246">
                <a:extLst>
                  <a:ext uri="{FF2B5EF4-FFF2-40B4-BE49-F238E27FC236}">
                    <a16:creationId xmlns:a16="http://schemas.microsoft.com/office/drawing/2014/main" id="{E3D7380D-9CBF-49D1-8BCE-5139B9C03F79}"/>
                  </a:ext>
                </a:extLst>
              </p14:cNvPr>
              <p14:cNvContentPartPr/>
              <p14:nvPr/>
            </p14:nvContentPartPr>
            <p14:xfrm>
              <a:off x="9922823" y="4218393"/>
              <a:ext cx="792360" cy="409320"/>
            </p14:xfrm>
          </p:contentPart>
        </mc:Choice>
        <mc:Fallback>
          <p:pic>
            <p:nvPicPr>
              <p:cNvPr id="247" name="墨迹 246">
                <a:extLst>
                  <a:ext uri="{FF2B5EF4-FFF2-40B4-BE49-F238E27FC236}">
                    <a16:creationId xmlns:a16="http://schemas.microsoft.com/office/drawing/2014/main" id="{E3D7380D-9CBF-49D1-8BCE-5139B9C03F7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14183" y="4209401"/>
                <a:ext cx="810000" cy="4269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7" name="墨迹 276">
                <a:extLst>
                  <a:ext uri="{FF2B5EF4-FFF2-40B4-BE49-F238E27FC236}">
                    <a16:creationId xmlns:a16="http://schemas.microsoft.com/office/drawing/2014/main" id="{B2E0414E-76BC-401B-865A-D64D9525D4FE}"/>
                  </a:ext>
                </a:extLst>
              </p14:cNvPr>
              <p14:cNvContentPartPr/>
              <p14:nvPr/>
            </p14:nvContentPartPr>
            <p14:xfrm>
              <a:off x="12434903" y="4209033"/>
              <a:ext cx="352080" cy="423360"/>
            </p14:xfrm>
          </p:contentPart>
        </mc:Choice>
        <mc:Fallback>
          <p:pic>
            <p:nvPicPr>
              <p:cNvPr id="277" name="墨迹 276">
                <a:extLst>
                  <a:ext uri="{FF2B5EF4-FFF2-40B4-BE49-F238E27FC236}">
                    <a16:creationId xmlns:a16="http://schemas.microsoft.com/office/drawing/2014/main" id="{B2E0414E-76BC-401B-865A-D64D9525D4F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425903" y="4200393"/>
                <a:ext cx="36972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8" name="墨迹 277">
                <a:extLst>
                  <a:ext uri="{FF2B5EF4-FFF2-40B4-BE49-F238E27FC236}">
                    <a16:creationId xmlns:a16="http://schemas.microsoft.com/office/drawing/2014/main" id="{5D8A03DF-48AB-45D9-A7A6-B1C869029CC5}"/>
                  </a:ext>
                </a:extLst>
              </p14:cNvPr>
              <p14:cNvContentPartPr/>
              <p14:nvPr/>
            </p14:nvContentPartPr>
            <p14:xfrm>
              <a:off x="12549383" y="5034873"/>
              <a:ext cx="223200" cy="250920"/>
            </p14:xfrm>
          </p:contentPart>
        </mc:Choice>
        <mc:Fallback>
          <p:pic>
            <p:nvPicPr>
              <p:cNvPr id="278" name="墨迹 277">
                <a:extLst>
                  <a:ext uri="{FF2B5EF4-FFF2-40B4-BE49-F238E27FC236}">
                    <a16:creationId xmlns:a16="http://schemas.microsoft.com/office/drawing/2014/main" id="{5D8A03DF-48AB-45D9-A7A6-B1C869029C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540383" y="5026233"/>
                <a:ext cx="2408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90" name="墨迹 289">
                <a:extLst>
                  <a:ext uri="{FF2B5EF4-FFF2-40B4-BE49-F238E27FC236}">
                    <a16:creationId xmlns:a16="http://schemas.microsoft.com/office/drawing/2014/main" id="{8696E5AC-D2F8-4CAE-8A3F-AFCB2E2890CA}"/>
                  </a:ext>
                </a:extLst>
              </p14:cNvPr>
              <p14:cNvContentPartPr/>
              <p14:nvPr/>
            </p14:nvContentPartPr>
            <p14:xfrm>
              <a:off x="5439153" y="398433"/>
              <a:ext cx="7675920" cy="3364920"/>
            </p14:xfrm>
          </p:contentPart>
        </mc:Choice>
        <mc:Fallback>
          <p:pic>
            <p:nvPicPr>
              <p:cNvPr id="290" name="墨迹 289">
                <a:extLst>
                  <a:ext uri="{FF2B5EF4-FFF2-40B4-BE49-F238E27FC236}">
                    <a16:creationId xmlns:a16="http://schemas.microsoft.com/office/drawing/2014/main" id="{8696E5AC-D2F8-4CAE-8A3F-AFCB2E2890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30513" y="389793"/>
                <a:ext cx="7693560" cy="338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09" name="墨迹 308">
                <a:extLst>
                  <a:ext uri="{FF2B5EF4-FFF2-40B4-BE49-F238E27FC236}">
                    <a16:creationId xmlns:a16="http://schemas.microsoft.com/office/drawing/2014/main" id="{51DEBC90-DCCA-4F49-A9F6-E864E895C0EA}"/>
                  </a:ext>
                </a:extLst>
              </p14:cNvPr>
              <p14:cNvContentPartPr/>
              <p14:nvPr/>
            </p14:nvContentPartPr>
            <p14:xfrm>
              <a:off x="11173463" y="4311273"/>
              <a:ext cx="758520" cy="351000"/>
            </p14:xfrm>
          </p:contentPart>
        </mc:Choice>
        <mc:Fallback>
          <p:pic>
            <p:nvPicPr>
              <p:cNvPr id="309" name="墨迹 308">
                <a:extLst>
                  <a:ext uri="{FF2B5EF4-FFF2-40B4-BE49-F238E27FC236}">
                    <a16:creationId xmlns:a16="http://schemas.microsoft.com/office/drawing/2014/main" id="{51DEBC90-DCCA-4F49-A9F6-E864E895C0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155823" y="4293633"/>
                <a:ext cx="79416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78" name="墨迹 377">
                <a:extLst>
                  <a:ext uri="{FF2B5EF4-FFF2-40B4-BE49-F238E27FC236}">
                    <a16:creationId xmlns:a16="http://schemas.microsoft.com/office/drawing/2014/main" id="{7486408B-F206-4796-896C-F84FC84EC7BE}"/>
                  </a:ext>
                </a:extLst>
              </p14:cNvPr>
              <p14:cNvContentPartPr/>
              <p14:nvPr/>
            </p14:nvContentPartPr>
            <p14:xfrm>
              <a:off x="5375303" y="4752273"/>
              <a:ext cx="6884280" cy="2276870"/>
            </p14:xfrm>
          </p:contentPart>
        </mc:Choice>
        <mc:Fallback>
          <p:pic>
            <p:nvPicPr>
              <p:cNvPr id="378" name="墨迹 377">
                <a:extLst>
                  <a:ext uri="{FF2B5EF4-FFF2-40B4-BE49-F238E27FC236}">
                    <a16:creationId xmlns:a16="http://schemas.microsoft.com/office/drawing/2014/main" id="{7486408B-F206-4796-896C-F84FC84EC7B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366663" y="4742552"/>
                <a:ext cx="6901920" cy="22955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81" name="墨迹 380">
                <a:extLst>
                  <a:ext uri="{FF2B5EF4-FFF2-40B4-BE49-F238E27FC236}">
                    <a16:creationId xmlns:a16="http://schemas.microsoft.com/office/drawing/2014/main" id="{776899FB-596A-4CFB-808A-2BE98B8D57DD}"/>
                  </a:ext>
                </a:extLst>
              </p14:cNvPr>
              <p14:cNvContentPartPr/>
              <p14:nvPr/>
            </p14:nvContentPartPr>
            <p14:xfrm>
              <a:off x="3882383" y="1646423"/>
              <a:ext cx="1045080" cy="5351760"/>
            </p14:xfrm>
          </p:contentPart>
        </mc:Choice>
        <mc:Fallback>
          <p:pic>
            <p:nvPicPr>
              <p:cNvPr id="381" name="墨迹 380">
                <a:extLst>
                  <a:ext uri="{FF2B5EF4-FFF2-40B4-BE49-F238E27FC236}">
                    <a16:creationId xmlns:a16="http://schemas.microsoft.com/office/drawing/2014/main" id="{776899FB-596A-4CFB-808A-2BE98B8D57D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73383" y="1637783"/>
                <a:ext cx="1062720" cy="536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4523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5226CB39-9DF5-421E-8CF2-24293353209B}"/>
                  </a:ext>
                </a:extLst>
              </p14:cNvPr>
              <p14:cNvContentPartPr/>
              <p14:nvPr/>
            </p14:nvContentPartPr>
            <p14:xfrm>
              <a:off x="953193" y="385833"/>
              <a:ext cx="96480" cy="1346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5226CB39-9DF5-421E-8CF2-2429335320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4553" y="376833"/>
                <a:ext cx="1141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872E1C88-CDC0-494D-AADE-200113987DF3}"/>
                  </a:ext>
                </a:extLst>
              </p14:cNvPr>
              <p14:cNvContentPartPr/>
              <p14:nvPr/>
            </p14:nvContentPartPr>
            <p14:xfrm>
              <a:off x="1136433" y="951753"/>
              <a:ext cx="24120" cy="1324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872E1C88-CDC0-494D-AADE-200113987D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7433" y="942753"/>
                <a:ext cx="417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CF8AD469-34E9-4971-A94B-5B639EA2A444}"/>
                  </a:ext>
                </a:extLst>
              </p14:cNvPr>
              <p14:cNvContentPartPr/>
              <p14:nvPr/>
            </p14:nvContentPartPr>
            <p14:xfrm>
              <a:off x="1992513" y="589593"/>
              <a:ext cx="403560" cy="63972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CF8AD469-34E9-4971-A94B-5B639EA2A4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83513" y="580598"/>
                <a:ext cx="421200" cy="657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9215793E-0F3A-41A0-9A2A-13741BD1046B}"/>
                  </a:ext>
                </a:extLst>
              </p14:cNvPr>
              <p14:cNvContentPartPr/>
              <p14:nvPr/>
            </p14:nvContentPartPr>
            <p14:xfrm>
              <a:off x="1319673" y="519753"/>
              <a:ext cx="556920" cy="90972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9215793E-0F3A-41A0-9A2A-13741BD104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0673" y="511113"/>
                <a:ext cx="574560" cy="9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4CADB1E8-B755-4092-AA6B-C6336EE557C3}"/>
                  </a:ext>
                </a:extLst>
              </p14:cNvPr>
              <p14:cNvContentPartPr/>
              <p14:nvPr/>
            </p14:nvContentPartPr>
            <p14:xfrm>
              <a:off x="449193" y="739713"/>
              <a:ext cx="550080" cy="66024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4CADB1E8-B755-4092-AA6B-C6336EE557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0193" y="730718"/>
                <a:ext cx="567720" cy="6778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896F3E24-DC3A-4BAC-992B-82143DC53BBE}"/>
                  </a:ext>
                </a:extLst>
              </p14:cNvPr>
              <p14:cNvContentPartPr/>
              <p14:nvPr/>
            </p14:nvContentPartPr>
            <p14:xfrm>
              <a:off x="4016433" y="706593"/>
              <a:ext cx="326160" cy="3672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896F3E24-DC3A-4BAC-992B-82143DC53BB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07793" y="697953"/>
                <a:ext cx="3438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D1B6FC8F-52BB-4D78-9F7A-7D13D331AE6B}"/>
                  </a:ext>
                </a:extLst>
              </p14:cNvPr>
              <p14:cNvContentPartPr/>
              <p14:nvPr/>
            </p14:nvContentPartPr>
            <p14:xfrm>
              <a:off x="4062513" y="851673"/>
              <a:ext cx="255600" cy="41364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D1B6FC8F-52BB-4D78-9F7A-7D13D331AE6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53873" y="842673"/>
                <a:ext cx="27324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F7972C1D-D4F6-4BCA-8B61-E60502B58647}"/>
                  </a:ext>
                </a:extLst>
              </p14:cNvPr>
              <p14:cNvContentPartPr/>
              <p14:nvPr/>
            </p14:nvContentPartPr>
            <p14:xfrm>
              <a:off x="5305953" y="803793"/>
              <a:ext cx="62640" cy="14112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F7972C1D-D4F6-4BCA-8B61-E60502B5864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96953" y="795153"/>
                <a:ext cx="802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E4981AB7-B4E7-46DB-A407-3AE41F553B7A}"/>
                  </a:ext>
                </a:extLst>
              </p14:cNvPr>
              <p14:cNvContentPartPr/>
              <p14:nvPr/>
            </p14:nvContentPartPr>
            <p14:xfrm>
              <a:off x="5597193" y="956073"/>
              <a:ext cx="183960" cy="45828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E4981AB7-B4E7-46DB-A407-3AE41F553B7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88211" y="947073"/>
                <a:ext cx="201566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B3EC073A-96D9-4D9B-9252-BCE9E01CA16F}"/>
                  </a:ext>
                </a:extLst>
              </p14:cNvPr>
              <p14:cNvContentPartPr/>
              <p14:nvPr/>
            </p14:nvContentPartPr>
            <p14:xfrm>
              <a:off x="5105433" y="1025913"/>
              <a:ext cx="374400" cy="32292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B3EC073A-96D9-4D9B-9252-BCE9E01CA16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096793" y="1016923"/>
                <a:ext cx="392040" cy="340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1E3096B2-7A81-4329-B8E7-D4B728ECAD9A}"/>
                  </a:ext>
                </a:extLst>
              </p14:cNvPr>
              <p14:cNvContentPartPr/>
              <p14:nvPr/>
            </p14:nvContentPartPr>
            <p14:xfrm>
              <a:off x="4454553" y="705153"/>
              <a:ext cx="537840" cy="50544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1E3096B2-7A81-4329-B8E7-D4B728ECAD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45553" y="696513"/>
                <a:ext cx="55548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0FA563AF-6CDA-4591-BB69-226244683118}"/>
                  </a:ext>
                </a:extLst>
              </p14:cNvPr>
              <p14:cNvContentPartPr/>
              <p14:nvPr/>
            </p14:nvContentPartPr>
            <p14:xfrm>
              <a:off x="4011753" y="1929513"/>
              <a:ext cx="1531800" cy="65160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0FA563AF-6CDA-4591-BB69-22624468311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03115" y="1920868"/>
                <a:ext cx="1549436" cy="669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AD9E3EC3-89FF-43C6-ACFE-176F9574F074}"/>
                  </a:ext>
                </a:extLst>
              </p14:cNvPr>
              <p14:cNvContentPartPr/>
              <p14:nvPr/>
            </p14:nvContentPartPr>
            <p14:xfrm>
              <a:off x="5894553" y="752673"/>
              <a:ext cx="236160" cy="161100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AD9E3EC3-89FF-43C6-ACFE-176F9574F07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85553" y="744033"/>
                <a:ext cx="253800" cy="16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53F902D4-6A66-4537-BDFA-643EFA6ACACD}"/>
                  </a:ext>
                </a:extLst>
              </p14:cNvPr>
              <p14:cNvContentPartPr/>
              <p14:nvPr/>
            </p14:nvContentPartPr>
            <p14:xfrm>
              <a:off x="7362273" y="1592193"/>
              <a:ext cx="360" cy="3240"/>
            </p14:xfrm>
          </p:contentPart>
        </mc:Choice>
        <mc:Fallback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53F902D4-6A66-4537-BDFA-643EFA6ACAC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53273" y="1583553"/>
                <a:ext cx="180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EDAED0F5-798D-4FA2-AC10-773B03B1A8E2}"/>
                  </a:ext>
                </a:extLst>
              </p14:cNvPr>
              <p14:cNvContentPartPr/>
              <p14:nvPr/>
            </p14:nvContentPartPr>
            <p14:xfrm>
              <a:off x="7676193" y="1203033"/>
              <a:ext cx="135360" cy="220680"/>
            </p14:xfrm>
          </p:contentPart>
        </mc:Choice>
        <mc:Fallback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EDAED0F5-798D-4FA2-AC10-773B03B1A8E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667553" y="1194393"/>
                <a:ext cx="15300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5BDE9801-A59B-436E-93DF-0FE1FDBA5452}"/>
                  </a:ext>
                </a:extLst>
              </p14:cNvPr>
              <p14:cNvContentPartPr/>
              <p14:nvPr/>
            </p14:nvContentPartPr>
            <p14:xfrm>
              <a:off x="7746393" y="1557993"/>
              <a:ext cx="29520" cy="3600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5BDE9801-A59B-436E-93DF-0FE1FDBA545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737753" y="1549353"/>
                <a:ext cx="471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4DC85A23-AA3A-4E56-869F-B0937487936C}"/>
                  </a:ext>
                </a:extLst>
              </p14:cNvPr>
              <p14:cNvContentPartPr/>
              <p14:nvPr/>
            </p14:nvContentPartPr>
            <p14:xfrm>
              <a:off x="8050953" y="1203753"/>
              <a:ext cx="112320" cy="391680"/>
            </p14:xfrm>
          </p:contentPart>
        </mc:Choice>
        <mc:Fallback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4DC85A23-AA3A-4E56-869F-B0937487936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042313" y="1195113"/>
                <a:ext cx="12996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3" name="墨迹 52">
                <a:extLst>
                  <a:ext uri="{FF2B5EF4-FFF2-40B4-BE49-F238E27FC236}">
                    <a16:creationId xmlns:a16="http://schemas.microsoft.com/office/drawing/2014/main" id="{03DD678F-BFB4-4BDE-A1A4-5889F29B466C}"/>
                  </a:ext>
                </a:extLst>
              </p14:cNvPr>
              <p14:cNvContentPartPr/>
              <p14:nvPr/>
            </p14:nvContentPartPr>
            <p14:xfrm>
              <a:off x="6564153" y="1255953"/>
              <a:ext cx="695880" cy="351720"/>
            </p14:xfrm>
          </p:contentPart>
        </mc:Choice>
        <mc:Fallback>
          <p:pic>
            <p:nvPicPr>
              <p:cNvPr id="53" name="墨迹 52">
                <a:extLst>
                  <a:ext uri="{FF2B5EF4-FFF2-40B4-BE49-F238E27FC236}">
                    <a16:creationId xmlns:a16="http://schemas.microsoft.com/office/drawing/2014/main" id="{03DD678F-BFB4-4BDE-A1A4-5889F29B466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55153" y="1247313"/>
                <a:ext cx="713520" cy="3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5" name="墨迹 54">
                <a:extLst>
                  <a:ext uri="{FF2B5EF4-FFF2-40B4-BE49-F238E27FC236}">
                    <a16:creationId xmlns:a16="http://schemas.microsoft.com/office/drawing/2014/main" id="{3950B057-6949-422D-9AB6-C4EB7A82CE44}"/>
                  </a:ext>
                </a:extLst>
              </p14:cNvPr>
              <p14:cNvContentPartPr/>
              <p14:nvPr/>
            </p14:nvContentPartPr>
            <p14:xfrm>
              <a:off x="9043113" y="795513"/>
              <a:ext cx="218160" cy="9000"/>
            </p14:xfrm>
          </p:contentPart>
        </mc:Choice>
        <mc:Fallback>
          <p:pic>
            <p:nvPicPr>
              <p:cNvPr id="55" name="墨迹 54">
                <a:extLst>
                  <a:ext uri="{FF2B5EF4-FFF2-40B4-BE49-F238E27FC236}">
                    <a16:creationId xmlns:a16="http://schemas.microsoft.com/office/drawing/2014/main" id="{3950B057-6949-422D-9AB6-C4EB7A82CE4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034113" y="786513"/>
                <a:ext cx="2358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28BAE047-E705-40E2-9FB2-20F5A5CF105F}"/>
                  </a:ext>
                </a:extLst>
              </p14:cNvPr>
              <p14:cNvContentPartPr/>
              <p14:nvPr/>
            </p14:nvContentPartPr>
            <p14:xfrm>
              <a:off x="11001513" y="1636113"/>
              <a:ext cx="360" cy="36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28BAE047-E705-40E2-9FB2-20F5A5CF105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992873" y="162747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6" name="墨迹 65">
                <a:extLst>
                  <a:ext uri="{FF2B5EF4-FFF2-40B4-BE49-F238E27FC236}">
                    <a16:creationId xmlns:a16="http://schemas.microsoft.com/office/drawing/2014/main" id="{E95A5C27-3F89-483C-A579-402463E34270}"/>
                  </a:ext>
                </a:extLst>
              </p14:cNvPr>
              <p14:cNvContentPartPr/>
              <p14:nvPr/>
            </p14:nvContentPartPr>
            <p14:xfrm>
              <a:off x="9965433" y="736473"/>
              <a:ext cx="901440" cy="878040"/>
            </p14:xfrm>
          </p:contentPart>
        </mc:Choice>
        <mc:Fallback>
          <p:pic>
            <p:nvPicPr>
              <p:cNvPr id="66" name="墨迹 65">
                <a:extLst>
                  <a:ext uri="{FF2B5EF4-FFF2-40B4-BE49-F238E27FC236}">
                    <a16:creationId xmlns:a16="http://schemas.microsoft.com/office/drawing/2014/main" id="{E95A5C27-3F89-483C-A579-402463E3427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956793" y="727833"/>
                <a:ext cx="919080" cy="89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1761331F-67BF-45D7-B09D-EA28066EDF6D}"/>
                  </a:ext>
                </a:extLst>
              </p14:cNvPr>
              <p14:cNvContentPartPr/>
              <p14:nvPr/>
            </p14:nvContentPartPr>
            <p14:xfrm>
              <a:off x="9066153" y="894873"/>
              <a:ext cx="783000" cy="76644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1761331F-67BF-45D7-B09D-EA28066EDF6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57513" y="885873"/>
                <a:ext cx="800640" cy="78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61C148CB-5C67-49FC-8BE7-E0B53B03F43F}"/>
                  </a:ext>
                </a:extLst>
              </p14:cNvPr>
              <p14:cNvContentPartPr/>
              <p14:nvPr/>
            </p14:nvContentPartPr>
            <p14:xfrm>
              <a:off x="9554313" y="2043993"/>
              <a:ext cx="248760" cy="39780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61C148CB-5C67-49FC-8BE7-E0B53B03F43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545313" y="2035353"/>
                <a:ext cx="26640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6B12CB3D-65C6-46E7-A1C5-B20953A4EDC0}"/>
                  </a:ext>
                </a:extLst>
              </p14:cNvPr>
              <p14:cNvContentPartPr/>
              <p14:nvPr/>
            </p14:nvContentPartPr>
            <p14:xfrm>
              <a:off x="9656193" y="2553033"/>
              <a:ext cx="53280" cy="8028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6B12CB3D-65C6-46E7-A1C5-B20953A4EDC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647553" y="2544393"/>
                <a:ext cx="70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E6ECB652-2016-4B36-8EEA-560AC7B005A1}"/>
                  </a:ext>
                </a:extLst>
              </p14:cNvPr>
              <p14:cNvContentPartPr/>
              <p14:nvPr/>
            </p14:nvContentPartPr>
            <p14:xfrm>
              <a:off x="9977673" y="2523153"/>
              <a:ext cx="37800" cy="2844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E6ECB652-2016-4B36-8EEA-560AC7B005A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968673" y="2514513"/>
                <a:ext cx="554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CD141BBD-1B76-4610-A44A-EC012D33459E}"/>
                  </a:ext>
                </a:extLst>
              </p14:cNvPr>
              <p14:cNvContentPartPr/>
              <p14:nvPr/>
            </p14:nvContentPartPr>
            <p14:xfrm>
              <a:off x="10606953" y="2364753"/>
              <a:ext cx="1066680" cy="27216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CD141BBD-1B76-4610-A44A-EC012D33459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598310" y="2356124"/>
                <a:ext cx="1084326" cy="289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6A506A37-8D3B-46D6-8B30-B6DD5DD11893}"/>
                  </a:ext>
                </a:extLst>
              </p14:cNvPr>
              <p14:cNvContentPartPr/>
              <p14:nvPr/>
            </p14:nvContentPartPr>
            <p14:xfrm>
              <a:off x="10259913" y="2303913"/>
              <a:ext cx="212400" cy="21888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6A506A37-8D3B-46D6-8B30-B6DD5DD1189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50928" y="2294928"/>
                <a:ext cx="230010" cy="2364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3" name="墨迹 92">
                <a:extLst>
                  <a:ext uri="{FF2B5EF4-FFF2-40B4-BE49-F238E27FC236}">
                    <a16:creationId xmlns:a16="http://schemas.microsoft.com/office/drawing/2014/main" id="{72FCFC31-41BB-4D97-928D-86F7DC033CD1}"/>
                  </a:ext>
                </a:extLst>
              </p14:cNvPr>
              <p14:cNvContentPartPr/>
              <p14:nvPr/>
            </p14:nvContentPartPr>
            <p14:xfrm>
              <a:off x="4399833" y="3854073"/>
              <a:ext cx="328680" cy="251640"/>
            </p14:xfrm>
          </p:contentPart>
        </mc:Choice>
        <mc:Fallback>
          <p:pic>
            <p:nvPicPr>
              <p:cNvPr id="93" name="墨迹 92">
                <a:extLst>
                  <a:ext uri="{FF2B5EF4-FFF2-40B4-BE49-F238E27FC236}">
                    <a16:creationId xmlns:a16="http://schemas.microsoft.com/office/drawing/2014/main" id="{72FCFC31-41BB-4D97-928D-86F7DC033CD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391193" y="3845433"/>
                <a:ext cx="34632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0E20FF15-39F7-4C3B-A695-EDF85033E0DF}"/>
                  </a:ext>
                </a:extLst>
              </p14:cNvPr>
              <p14:cNvContentPartPr/>
              <p14:nvPr/>
            </p14:nvContentPartPr>
            <p14:xfrm>
              <a:off x="6396393" y="3826713"/>
              <a:ext cx="254520" cy="232200"/>
            </p14:xfrm>
          </p:contentPart>
        </mc:Choice>
        <mc:Fallback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0E20FF15-39F7-4C3B-A695-EDF85033E0D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387393" y="3817713"/>
                <a:ext cx="2721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965FB112-BD75-4EFB-8775-827DD55902BA}"/>
                  </a:ext>
                </a:extLst>
              </p14:cNvPr>
              <p14:cNvContentPartPr/>
              <p14:nvPr/>
            </p14:nvContentPartPr>
            <p14:xfrm>
              <a:off x="4868913" y="3794673"/>
              <a:ext cx="1401480" cy="28152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965FB112-BD75-4EFB-8775-827DD55902B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860273" y="3785673"/>
                <a:ext cx="14191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00" name="墨迹 99">
                <a:extLst>
                  <a:ext uri="{FF2B5EF4-FFF2-40B4-BE49-F238E27FC236}">
                    <a16:creationId xmlns:a16="http://schemas.microsoft.com/office/drawing/2014/main" id="{12041194-19A6-4A24-A752-F50844FC2FAA}"/>
                  </a:ext>
                </a:extLst>
              </p14:cNvPr>
              <p14:cNvContentPartPr/>
              <p14:nvPr/>
            </p14:nvContentPartPr>
            <p14:xfrm>
              <a:off x="3362673" y="3829593"/>
              <a:ext cx="797040" cy="309960"/>
            </p14:xfrm>
          </p:contentPart>
        </mc:Choice>
        <mc:Fallback>
          <p:pic>
            <p:nvPicPr>
              <p:cNvPr id="100" name="墨迹 99">
                <a:extLst>
                  <a:ext uri="{FF2B5EF4-FFF2-40B4-BE49-F238E27FC236}">
                    <a16:creationId xmlns:a16="http://schemas.microsoft.com/office/drawing/2014/main" id="{12041194-19A6-4A24-A752-F50844FC2FA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353673" y="3820953"/>
                <a:ext cx="81468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E0BEECA1-C53F-47A9-8F33-DDC3D6D772E7}"/>
                  </a:ext>
                </a:extLst>
              </p14:cNvPr>
              <p14:cNvContentPartPr/>
              <p14:nvPr/>
            </p14:nvContentPartPr>
            <p14:xfrm>
              <a:off x="4805553" y="3033273"/>
              <a:ext cx="723960" cy="40572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E0BEECA1-C53F-47A9-8F33-DDC3D6D772E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796913" y="3024273"/>
                <a:ext cx="74160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F589D36A-E9A5-4BC9-937B-13FB58ACD43F}"/>
                  </a:ext>
                </a:extLst>
              </p14:cNvPr>
              <p14:cNvContentPartPr/>
              <p14:nvPr/>
            </p14:nvContentPartPr>
            <p14:xfrm>
              <a:off x="4261953" y="3107073"/>
              <a:ext cx="416160" cy="376920"/>
            </p14:xfrm>
          </p:contentPart>
        </mc:Choice>
        <mc:Fallback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F589D36A-E9A5-4BC9-937B-13FB58ACD43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252953" y="3098073"/>
                <a:ext cx="43380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57124D53-2874-4E03-8218-5F54A99030FD}"/>
                  </a:ext>
                </a:extLst>
              </p14:cNvPr>
              <p14:cNvContentPartPr/>
              <p14:nvPr/>
            </p14:nvContentPartPr>
            <p14:xfrm>
              <a:off x="7775913" y="3158193"/>
              <a:ext cx="660960" cy="30780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57124D53-2874-4E03-8218-5F54A99030F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766913" y="3149193"/>
                <a:ext cx="67860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06" name="墨迹 105">
                <a:extLst>
                  <a:ext uri="{FF2B5EF4-FFF2-40B4-BE49-F238E27FC236}">
                    <a16:creationId xmlns:a16="http://schemas.microsoft.com/office/drawing/2014/main" id="{7B77745C-5524-4157-A857-B96F62510C71}"/>
                  </a:ext>
                </a:extLst>
              </p14:cNvPr>
              <p14:cNvContentPartPr/>
              <p14:nvPr/>
            </p14:nvContentPartPr>
            <p14:xfrm>
              <a:off x="8648553" y="3053793"/>
              <a:ext cx="269280" cy="344160"/>
            </p14:xfrm>
          </p:contentPart>
        </mc:Choice>
        <mc:Fallback>
          <p:pic>
            <p:nvPicPr>
              <p:cNvPr id="106" name="墨迹 105">
                <a:extLst>
                  <a:ext uri="{FF2B5EF4-FFF2-40B4-BE49-F238E27FC236}">
                    <a16:creationId xmlns:a16="http://schemas.microsoft.com/office/drawing/2014/main" id="{7B77745C-5524-4157-A857-B96F62510C7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639913" y="3044793"/>
                <a:ext cx="28692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29" name="墨迹 128">
                <a:extLst>
                  <a:ext uri="{FF2B5EF4-FFF2-40B4-BE49-F238E27FC236}">
                    <a16:creationId xmlns:a16="http://schemas.microsoft.com/office/drawing/2014/main" id="{C740C76D-5B4B-4B61-8FE6-C5F9D811EB24}"/>
                  </a:ext>
                </a:extLst>
              </p14:cNvPr>
              <p14:cNvContentPartPr/>
              <p14:nvPr/>
            </p14:nvContentPartPr>
            <p14:xfrm>
              <a:off x="11786673" y="3263313"/>
              <a:ext cx="22320" cy="176400"/>
            </p14:xfrm>
          </p:contentPart>
        </mc:Choice>
        <mc:Fallback>
          <p:pic>
            <p:nvPicPr>
              <p:cNvPr id="129" name="墨迹 128">
                <a:extLst>
                  <a:ext uri="{FF2B5EF4-FFF2-40B4-BE49-F238E27FC236}">
                    <a16:creationId xmlns:a16="http://schemas.microsoft.com/office/drawing/2014/main" id="{C740C76D-5B4B-4B61-8FE6-C5F9D811EB2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778033" y="3254313"/>
                <a:ext cx="3996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2" name="墨迹 131">
                <a:extLst>
                  <a:ext uri="{FF2B5EF4-FFF2-40B4-BE49-F238E27FC236}">
                    <a16:creationId xmlns:a16="http://schemas.microsoft.com/office/drawing/2014/main" id="{CD00A826-B099-4A38-AAD9-522E69F27E16}"/>
                  </a:ext>
                </a:extLst>
              </p14:cNvPr>
              <p14:cNvContentPartPr/>
              <p14:nvPr/>
            </p14:nvContentPartPr>
            <p14:xfrm>
              <a:off x="10697673" y="2956233"/>
              <a:ext cx="930240" cy="571320"/>
            </p14:xfrm>
          </p:contentPart>
        </mc:Choice>
        <mc:Fallback>
          <p:pic>
            <p:nvPicPr>
              <p:cNvPr id="132" name="墨迹 131">
                <a:extLst>
                  <a:ext uri="{FF2B5EF4-FFF2-40B4-BE49-F238E27FC236}">
                    <a16:creationId xmlns:a16="http://schemas.microsoft.com/office/drawing/2014/main" id="{CD00A826-B099-4A38-AAD9-522E69F27E1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689030" y="2947233"/>
                <a:ext cx="947887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3" name="墨迹 132">
                <a:extLst>
                  <a:ext uri="{FF2B5EF4-FFF2-40B4-BE49-F238E27FC236}">
                    <a16:creationId xmlns:a16="http://schemas.microsoft.com/office/drawing/2014/main" id="{DDA2C016-B3FF-40DD-9436-A0AFB054607E}"/>
                  </a:ext>
                </a:extLst>
              </p14:cNvPr>
              <p14:cNvContentPartPr/>
              <p14:nvPr/>
            </p14:nvContentPartPr>
            <p14:xfrm>
              <a:off x="11233353" y="3932193"/>
              <a:ext cx="204840" cy="252000"/>
            </p14:xfrm>
          </p:contentPart>
        </mc:Choice>
        <mc:Fallback>
          <p:pic>
            <p:nvPicPr>
              <p:cNvPr id="133" name="墨迹 132">
                <a:extLst>
                  <a:ext uri="{FF2B5EF4-FFF2-40B4-BE49-F238E27FC236}">
                    <a16:creationId xmlns:a16="http://schemas.microsoft.com/office/drawing/2014/main" id="{DDA2C016-B3FF-40DD-9436-A0AFB054607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224353" y="3923553"/>
                <a:ext cx="2224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38" name="墨迹 137">
                <a:extLst>
                  <a:ext uri="{FF2B5EF4-FFF2-40B4-BE49-F238E27FC236}">
                    <a16:creationId xmlns:a16="http://schemas.microsoft.com/office/drawing/2014/main" id="{3AEC287D-F73D-4EA0-91DB-E66A39D397F5}"/>
                  </a:ext>
                </a:extLst>
              </p14:cNvPr>
              <p14:cNvContentPartPr/>
              <p14:nvPr/>
            </p14:nvContentPartPr>
            <p14:xfrm>
              <a:off x="8395833" y="4459233"/>
              <a:ext cx="830160" cy="339480"/>
            </p14:xfrm>
          </p:contentPart>
        </mc:Choice>
        <mc:Fallback>
          <p:pic>
            <p:nvPicPr>
              <p:cNvPr id="138" name="墨迹 137">
                <a:extLst>
                  <a:ext uri="{FF2B5EF4-FFF2-40B4-BE49-F238E27FC236}">
                    <a16:creationId xmlns:a16="http://schemas.microsoft.com/office/drawing/2014/main" id="{3AEC287D-F73D-4EA0-91DB-E66A39D397F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78185" y="4441233"/>
                <a:ext cx="865815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95F6E5F2-7742-4FC1-948D-57E1FBC62F50}"/>
                  </a:ext>
                </a:extLst>
              </p14:cNvPr>
              <p14:cNvContentPartPr/>
              <p14:nvPr/>
            </p14:nvContentPartPr>
            <p14:xfrm>
              <a:off x="7351833" y="3607113"/>
              <a:ext cx="2408400" cy="749160"/>
            </p14:xfrm>
          </p:contentPart>
        </mc:Choice>
        <mc:Fallback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95F6E5F2-7742-4FC1-948D-57E1FBC62F5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334190" y="3589122"/>
                <a:ext cx="2444045" cy="784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46" name="墨迹 145">
                <a:extLst>
                  <a:ext uri="{FF2B5EF4-FFF2-40B4-BE49-F238E27FC236}">
                    <a16:creationId xmlns:a16="http://schemas.microsoft.com/office/drawing/2014/main" id="{9ECABD86-9CBE-4C99-AFF9-CE8EA7874625}"/>
                  </a:ext>
                </a:extLst>
              </p14:cNvPr>
              <p14:cNvContentPartPr/>
              <p14:nvPr/>
            </p14:nvContentPartPr>
            <p14:xfrm>
              <a:off x="3440073" y="5268873"/>
              <a:ext cx="6535800" cy="171360"/>
            </p14:xfrm>
          </p:contentPart>
        </mc:Choice>
        <mc:Fallback>
          <p:pic>
            <p:nvPicPr>
              <p:cNvPr id="146" name="墨迹 145">
                <a:extLst>
                  <a:ext uri="{FF2B5EF4-FFF2-40B4-BE49-F238E27FC236}">
                    <a16:creationId xmlns:a16="http://schemas.microsoft.com/office/drawing/2014/main" id="{9ECABD86-9CBE-4C99-AFF9-CE8EA787462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431433" y="5259873"/>
                <a:ext cx="65534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53" name="墨迹 152">
                <a:extLst>
                  <a:ext uri="{FF2B5EF4-FFF2-40B4-BE49-F238E27FC236}">
                    <a16:creationId xmlns:a16="http://schemas.microsoft.com/office/drawing/2014/main" id="{479E4269-4EA4-44DB-8B71-7AF6404E8484}"/>
                  </a:ext>
                </a:extLst>
              </p14:cNvPr>
              <p14:cNvContentPartPr/>
              <p14:nvPr/>
            </p14:nvContentPartPr>
            <p14:xfrm>
              <a:off x="4520793" y="5872593"/>
              <a:ext cx="320040" cy="690120"/>
            </p14:xfrm>
          </p:contentPart>
        </mc:Choice>
        <mc:Fallback>
          <p:pic>
            <p:nvPicPr>
              <p:cNvPr id="153" name="墨迹 152">
                <a:extLst>
                  <a:ext uri="{FF2B5EF4-FFF2-40B4-BE49-F238E27FC236}">
                    <a16:creationId xmlns:a16="http://schemas.microsoft.com/office/drawing/2014/main" id="{479E4269-4EA4-44DB-8B71-7AF6404E848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511793" y="5863593"/>
                <a:ext cx="337680" cy="7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54" name="墨迹 153">
                <a:extLst>
                  <a:ext uri="{FF2B5EF4-FFF2-40B4-BE49-F238E27FC236}">
                    <a16:creationId xmlns:a16="http://schemas.microsoft.com/office/drawing/2014/main" id="{D2EF9C93-91ED-4EDA-BDF9-E90A59193B76}"/>
                  </a:ext>
                </a:extLst>
              </p14:cNvPr>
              <p14:cNvContentPartPr/>
              <p14:nvPr/>
            </p14:nvContentPartPr>
            <p14:xfrm>
              <a:off x="4181313" y="5904273"/>
              <a:ext cx="123480" cy="185760"/>
            </p14:xfrm>
          </p:contentPart>
        </mc:Choice>
        <mc:Fallback>
          <p:pic>
            <p:nvPicPr>
              <p:cNvPr id="154" name="墨迹 153">
                <a:extLst>
                  <a:ext uri="{FF2B5EF4-FFF2-40B4-BE49-F238E27FC236}">
                    <a16:creationId xmlns:a16="http://schemas.microsoft.com/office/drawing/2014/main" id="{D2EF9C93-91ED-4EDA-BDF9-E90A59193B7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172673" y="5895633"/>
                <a:ext cx="14112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55" name="墨迹 154">
                <a:extLst>
                  <a:ext uri="{FF2B5EF4-FFF2-40B4-BE49-F238E27FC236}">
                    <a16:creationId xmlns:a16="http://schemas.microsoft.com/office/drawing/2014/main" id="{D47E5C43-A54B-483D-A94B-80D0409C6D5B}"/>
                  </a:ext>
                </a:extLst>
              </p14:cNvPr>
              <p14:cNvContentPartPr/>
              <p14:nvPr/>
            </p14:nvContentPartPr>
            <p14:xfrm>
              <a:off x="3793233" y="5888073"/>
              <a:ext cx="205560" cy="279360"/>
            </p14:xfrm>
          </p:contentPart>
        </mc:Choice>
        <mc:Fallback>
          <p:pic>
            <p:nvPicPr>
              <p:cNvPr id="155" name="墨迹 154">
                <a:extLst>
                  <a:ext uri="{FF2B5EF4-FFF2-40B4-BE49-F238E27FC236}">
                    <a16:creationId xmlns:a16="http://schemas.microsoft.com/office/drawing/2014/main" id="{D47E5C43-A54B-483D-A94B-80D0409C6D5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784233" y="5879073"/>
                <a:ext cx="22320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BE22AD39-46B6-4252-8BF8-AFD3BA848978}"/>
                  </a:ext>
                </a:extLst>
              </p14:cNvPr>
              <p14:cNvContentPartPr/>
              <p14:nvPr/>
            </p14:nvContentPartPr>
            <p14:xfrm>
              <a:off x="3176913" y="5759553"/>
              <a:ext cx="408240" cy="614160"/>
            </p14:xfrm>
          </p:contentPart>
        </mc:Choice>
        <mc:Fallback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BE22AD39-46B6-4252-8BF8-AFD3BA84897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168273" y="5750553"/>
                <a:ext cx="425880" cy="6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64" name="墨迹 163">
                <a:extLst>
                  <a:ext uri="{FF2B5EF4-FFF2-40B4-BE49-F238E27FC236}">
                    <a16:creationId xmlns:a16="http://schemas.microsoft.com/office/drawing/2014/main" id="{A9DF2AF5-B681-45A0-804C-C8AA8FAC3E92}"/>
                  </a:ext>
                </a:extLst>
              </p14:cNvPr>
              <p14:cNvContentPartPr/>
              <p14:nvPr/>
            </p14:nvContentPartPr>
            <p14:xfrm>
              <a:off x="5079513" y="5740113"/>
              <a:ext cx="890280" cy="782280"/>
            </p14:xfrm>
          </p:contentPart>
        </mc:Choice>
        <mc:Fallback>
          <p:pic>
            <p:nvPicPr>
              <p:cNvPr id="164" name="墨迹 163">
                <a:extLst>
                  <a:ext uri="{FF2B5EF4-FFF2-40B4-BE49-F238E27FC236}">
                    <a16:creationId xmlns:a16="http://schemas.microsoft.com/office/drawing/2014/main" id="{A9DF2AF5-B681-45A0-804C-C8AA8FAC3E9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070513" y="5731469"/>
                <a:ext cx="907920" cy="7999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69" name="墨迹 168">
                <a:extLst>
                  <a:ext uri="{FF2B5EF4-FFF2-40B4-BE49-F238E27FC236}">
                    <a16:creationId xmlns:a16="http://schemas.microsoft.com/office/drawing/2014/main" id="{1E0A705A-EEEB-40EC-A867-58EE476BE3E5}"/>
                  </a:ext>
                </a:extLst>
              </p14:cNvPr>
              <p14:cNvContentPartPr/>
              <p14:nvPr/>
            </p14:nvContentPartPr>
            <p14:xfrm>
              <a:off x="8153553" y="5946393"/>
              <a:ext cx="252000" cy="607680"/>
            </p14:xfrm>
          </p:contentPart>
        </mc:Choice>
        <mc:Fallback>
          <p:pic>
            <p:nvPicPr>
              <p:cNvPr id="169" name="墨迹 168">
                <a:extLst>
                  <a:ext uri="{FF2B5EF4-FFF2-40B4-BE49-F238E27FC236}">
                    <a16:creationId xmlns:a16="http://schemas.microsoft.com/office/drawing/2014/main" id="{1E0A705A-EEEB-40EC-A867-58EE476BE3E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144913" y="5937393"/>
                <a:ext cx="269640" cy="6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70" name="墨迹 169">
                <a:extLst>
                  <a:ext uri="{FF2B5EF4-FFF2-40B4-BE49-F238E27FC236}">
                    <a16:creationId xmlns:a16="http://schemas.microsoft.com/office/drawing/2014/main" id="{698DB4DA-A5D6-4262-BD6D-2239CF565467}"/>
                  </a:ext>
                </a:extLst>
              </p14:cNvPr>
              <p14:cNvContentPartPr/>
              <p14:nvPr/>
            </p14:nvContentPartPr>
            <p14:xfrm>
              <a:off x="8637393" y="6076353"/>
              <a:ext cx="78480" cy="18720"/>
            </p14:xfrm>
          </p:contentPart>
        </mc:Choice>
        <mc:Fallback>
          <p:pic>
            <p:nvPicPr>
              <p:cNvPr id="170" name="墨迹 169">
                <a:extLst>
                  <a:ext uri="{FF2B5EF4-FFF2-40B4-BE49-F238E27FC236}">
                    <a16:creationId xmlns:a16="http://schemas.microsoft.com/office/drawing/2014/main" id="{698DB4DA-A5D6-4262-BD6D-2239CF56546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628753" y="6067353"/>
                <a:ext cx="961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71" name="墨迹 170">
                <a:extLst>
                  <a:ext uri="{FF2B5EF4-FFF2-40B4-BE49-F238E27FC236}">
                    <a16:creationId xmlns:a16="http://schemas.microsoft.com/office/drawing/2014/main" id="{6B5D2F61-CC71-4C6F-B16B-CF4F02681D1E}"/>
                  </a:ext>
                </a:extLst>
              </p14:cNvPr>
              <p14:cNvContentPartPr/>
              <p14:nvPr/>
            </p14:nvContentPartPr>
            <p14:xfrm>
              <a:off x="8635953" y="6214593"/>
              <a:ext cx="148680" cy="6840"/>
            </p14:xfrm>
          </p:contentPart>
        </mc:Choice>
        <mc:Fallback>
          <p:pic>
            <p:nvPicPr>
              <p:cNvPr id="171" name="墨迹 170">
                <a:extLst>
                  <a:ext uri="{FF2B5EF4-FFF2-40B4-BE49-F238E27FC236}">
                    <a16:creationId xmlns:a16="http://schemas.microsoft.com/office/drawing/2014/main" id="{6B5D2F61-CC71-4C6F-B16B-CF4F02681D1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626953" y="6205953"/>
                <a:ext cx="16632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72" name="墨迹 171">
                <a:extLst>
                  <a:ext uri="{FF2B5EF4-FFF2-40B4-BE49-F238E27FC236}">
                    <a16:creationId xmlns:a16="http://schemas.microsoft.com/office/drawing/2014/main" id="{362FA30E-E457-4513-AB5A-EE9CC47EFFBD}"/>
                  </a:ext>
                </a:extLst>
              </p14:cNvPr>
              <p14:cNvContentPartPr/>
              <p14:nvPr/>
            </p14:nvContentPartPr>
            <p14:xfrm>
              <a:off x="8925393" y="6409353"/>
              <a:ext cx="851760" cy="31680"/>
            </p14:xfrm>
          </p:contentPart>
        </mc:Choice>
        <mc:Fallback>
          <p:pic>
            <p:nvPicPr>
              <p:cNvPr id="172" name="墨迹 171">
                <a:extLst>
                  <a:ext uri="{FF2B5EF4-FFF2-40B4-BE49-F238E27FC236}">
                    <a16:creationId xmlns:a16="http://schemas.microsoft.com/office/drawing/2014/main" id="{362FA30E-E457-4513-AB5A-EE9CC47EFFB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916753" y="6400353"/>
                <a:ext cx="8694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73" name="墨迹 172">
                <a:extLst>
                  <a:ext uri="{FF2B5EF4-FFF2-40B4-BE49-F238E27FC236}">
                    <a16:creationId xmlns:a16="http://schemas.microsoft.com/office/drawing/2014/main" id="{A8A01346-8DA9-4630-9752-F336F35DA819}"/>
                  </a:ext>
                </a:extLst>
              </p14:cNvPr>
              <p14:cNvContentPartPr/>
              <p14:nvPr/>
            </p14:nvContentPartPr>
            <p14:xfrm>
              <a:off x="10206993" y="6435633"/>
              <a:ext cx="514800" cy="231120"/>
            </p14:xfrm>
          </p:contentPart>
        </mc:Choice>
        <mc:Fallback>
          <p:pic>
            <p:nvPicPr>
              <p:cNvPr id="173" name="墨迹 172">
                <a:extLst>
                  <a:ext uri="{FF2B5EF4-FFF2-40B4-BE49-F238E27FC236}">
                    <a16:creationId xmlns:a16="http://schemas.microsoft.com/office/drawing/2014/main" id="{A8A01346-8DA9-4630-9752-F336F35DA81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197993" y="6426633"/>
                <a:ext cx="5324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74" name="墨迹 173">
                <a:extLst>
                  <a:ext uri="{FF2B5EF4-FFF2-40B4-BE49-F238E27FC236}">
                    <a16:creationId xmlns:a16="http://schemas.microsoft.com/office/drawing/2014/main" id="{C5BD1255-114E-42A8-B3EC-EE1D174844FF}"/>
                  </a:ext>
                </a:extLst>
              </p14:cNvPr>
              <p14:cNvContentPartPr/>
              <p14:nvPr/>
            </p14:nvContentPartPr>
            <p14:xfrm>
              <a:off x="7831713" y="6045753"/>
              <a:ext cx="134640" cy="157680"/>
            </p14:xfrm>
          </p:contentPart>
        </mc:Choice>
        <mc:Fallback>
          <p:pic>
            <p:nvPicPr>
              <p:cNvPr id="174" name="墨迹 173">
                <a:extLst>
                  <a:ext uri="{FF2B5EF4-FFF2-40B4-BE49-F238E27FC236}">
                    <a16:creationId xmlns:a16="http://schemas.microsoft.com/office/drawing/2014/main" id="{C5BD1255-114E-42A8-B3EC-EE1D174844F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823073" y="6036774"/>
                <a:ext cx="152280" cy="1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75" name="墨迹 174">
                <a:extLst>
                  <a:ext uri="{FF2B5EF4-FFF2-40B4-BE49-F238E27FC236}">
                    <a16:creationId xmlns:a16="http://schemas.microsoft.com/office/drawing/2014/main" id="{3E5B0A4E-F56A-4822-8461-C3F5A3740727}"/>
                  </a:ext>
                </a:extLst>
              </p14:cNvPr>
              <p14:cNvContentPartPr/>
              <p14:nvPr/>
            </p14:nvContentPartPr>
            <p14:xfrm>
              <a:off x="7438953" y="5983833"/>
              <a:ext cx="242640" cy="303480"/>
            </p14:xfrm>
          </p:contentPart>
        </mc:Choice>
        <mc:Fallback>
          <p:pic>
            <p:nvPicPr>
              <p:cNvPr id="175" name="墨迹 174">
                <a:extLst>
                  <a:ext uri="{FF2B5EF4-FFF2-40B4-BE49-F238E27FC236}">
                    <a16:creationId xmlns:a16="http://schemas.microsoft.com/office/drawing/2014/main" id="{3E5B0A4E-F56A-4822-8461-C3F5A374072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429953" y="5975193"/>
                <a:ext cx="2602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78" name="墨迹 177">
                <a:extLst>
                  <a:ext uri="{FF2B5EF4-FFF2-40B4-BE49-F238E27FC236}">
                    <a16:creationId xmlns:a16="http://schemas.microsoft.com/office/drawing/2014/main" id="{057A1A26-A198-41E2-B9CD-5C4C32223DB3}"/>
                  </a:ext>
                </a:extLst>
              </p14:cNvPr>
              <p14:cNvContentPartPr/>
              <p14:nvPr/>
            </p14:nvContentPartPr>
            <p14:xfrm>
              <a:off x="1353513" y="1833753"/>
              <a:ext cx="593640" cy="4069800"/>
            </p14:xfrm>
          </p:contentPart>
        </mc:Choice>
        <mc:Fallback>
          <p:pic>
            <p:nvPicPr>
              <p:cNvPr id="178" name="墨迹 177">
                <a:extLst>
                  <a:ext uri="{FF2B5EF4-FFF2-40B4-BE49-F238E27FC236}">
                    <a16:creationId xmlns:a16="http://schemas.microsoft.com/office/drawing/2014/main" id="{057A1A26-A198-41E2-B9CD-5C4C32223DB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344513" y="1824753"/>
                <a:ext cx="611280" cy="408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2654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1" name="墨迹 240">
                <a:extLst>
                  <a:ext uri="{FF2B5EF4-FFF2-40B4-BE49-F238E27FC236}">
                    <a16:creationId xmlns:a16="http://schemas.microsoft.com/office/drawing/2014/main" id="{8C863EAD-B295-46B3-8530-F44B8C0DA872}"/>
                  </a:ext>
                </a:extLst>
              </p14:cNvPr>
              <p14:cNvContentPartPr/>
              <p14:nvPr/>
            </p14:nvContentPartPr>
            <p14:xfrm>
              <a:off x="149313" y="216633"/>
              <a:ext cx="13386760" cy="6568200"/>
            </p14:xfrm>
          </p:contentPart>
        </mc:Choice>
        <mc:Fallback>
          <p:pic>
            <p:nvPicPr>
              <p:cNvPr id="241" name="墨迹 240">
                <a:extLst>
                  <a:ext uri="{FF2B5EF4-FFF2-40B4-BE49-F238E27FC236}">
                    <a16:creationId xmlns:a16="http://schemas.microsoft.com/office/drawing/2014/main" id="{8C863EAD-B295-46B3-8530-F44B8C0DA8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313" y="207993"/>
                <a:ext cx="13422400" cy="65858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314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10" name="墨迹 309">
                <a:extLst>
                  <a:ext uri="{FF2B5EF4-FFF2-40B4-BE49-F238E27FC236}">
                    <a16:creationId xmlns:a16="http://schemas.microsoft.com/office/drawing/2014/main" id="{3E03ADC0-25AF-44A7-8EDB-A6D6A93335EF}"/>
                  </a:ext>
                </a:extLst>
              </p14:cNvPr>
              <p14:cNvContentPartPr/>
              <p14:nvPr/>
            </p14:nvContentPartPr>
            <p14:xfrm>
              <a:off x="7473" y="4103"/>
              <a:ext cx="12601080" cy="6943810"/>
            </p14:xfrm>
          </p:contentPart>
        </mc:Choice>
        <mc:Fallback>
          <p:pic>
            <p:nvPicPr>
              <p:cNvPr id="310" name="墨迹 309">
                <a:extLst>
                  <a:ext uri="{FF2B5EF4-FFF2-40B4-BE49-F238E27FC236}">
                    <a16:creationId xmlns:a16="http://schemas.microsoft.com/office/drawing/2014/main" id="{3E03ADC0-25AF-44A7-8EDB-A6D6A93335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0527" y="-4897"/>
                <a:ext cx="12636720" cy="69614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5869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4" name="墨迹 193">
                <a:extLst>
                  <a:ext uri="{FF2B5EF4-FFF2-40B4-BE49-F238E27FC236}">
                    <a16:creationId xmlns:a16="http://schemas.microsoft.com/office/drawing/2014/main" id="{01D76348-5A43-4C42-803E-328F343AE34C}"/>
                  </a:ext>
                </a:extLst>
              </p14:cNvPr>
              <p14:cNvContentPartPr/>
              <p14:nvPr/>
            </p14:nvContentPartPr>
            <p14:xfrm>
              <a:off x="87753" y="2913033"/>
              <a:ext cx="50040" cy="985320"/>
            </p14:xfrm>
          </p:contentPart>
        </mc:Choice>
        <mc:Fallback>
          <p:pic>
            <p:nvPicPr>
              <p:cNvPr id="194" name="墨迹 193">
                <a:extLst>
                  <a:ext uri="{FF2B5EF4-FFF2-40B4-BE49-F238E27FC236}">
                    <a16:creationId xmlns:a16="http://schemas.microsoft.com/office/drawing/2014/main" id="{01D76348-5A43-4C42-803E-328F343AE3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53" y="2895393"/>
                <a:ext cx="85680" cy="10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4" name="墨迹 203">
                <a:extLst>
                  <a:ext uri="{FF2B5EF4-FFF2-40B4-BE49-F238E27FC236}">
                    <a16:creationId xmlns:a16="http://schemas.microsoft.com/office/drawing/2014/main" id="{0464A40B-A9E4-49A6-B6A5-1578FF077A97}"/>
                  </a:ext>
                </a:extLst>
              </p14:cNvPr>
              <p14:cNvContentPartPr/>
              <p14:nvPr/>
            </p14:nvContentPartPr>
            <p14:xfrm>
              <a:off x="432633" y="358473"/>
              <a:ext cx="11855520" cy="6383880"/>
            </p14:xfrm>
          </p:contentPart>
        </mc:Choice>
        <mc:Fallback>
          <p:pic>
            <p:nvPicPr>
              <p:cNvPr id="204" name="墨迹 203">
                <a:extLst>
                  <a:ext uri="{FF2B5EF4-FFF2-40B4-BE49-F238E27FC236}">
                    <a16:creationId xmlns:a16="http://schemas.microsoft.com/office/drawing/2014/main" id="{0464A40B-A9E4-49A6-B6A5-1578FF077A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993" y="349473"/>
                <a:ext cx="11882160" cy="641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209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4CFCA8DF-0184-41E3-979B-E0D25F6E6036}"/>
                  </a:ext>
                </a:extLst>
              </p14:cNvPr>
              <p14:cNvContentPartPr/>
              <p14:nvPr/>
            </p14:nvContentPartPr>
            <p14:xfrm>
              <a:off x="371073" y="-321567"/>
              <a:ext cx="11882520" cy="503712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4CFCA8DF-0184-41E3-979B-E0D25F6E60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433" y="-339206"/>
                <a:ext cx="11918160" cy="50727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909E574F-FAF9-4E6C-AFC4-31FD4B083D23}"/>
                  </a:ext>
                </a:extLst>
              </p14:cNvPr>
              <p14:cNvContentPartPr/>
              <p14:nvPr/>
            </p14:nvContentPartPr>
            <p14:xfrm>
              <a:off x="2365113" y="5080240"/>
              <a:ext cx="6908400" cy="1478520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909E574F-FAF9-4E6C-AFC4-31FD4B083D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6113" y="5071240"/>
                <a:ext cx="6926039" cy="149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6799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7" name="墨迹 96">
                <a:extLst>
                  <a:ext uri="{FF2B5EF4-FFF2-40B4-BE49-F238E27FC236}">
                    <a16:creationId xmlns:a16="http://schemas.microsoft.com/office/drawing/2014/main" id="{81451E34-3F04-4AFC-A21E-368320451D3B}"/>
                  </a:ext>
                </a:extLst>
              </p14:cNvPr>
              <p14:cNvContentPartPr/>
              <p14:nvPr/>
            </p14:nvContentPartPr>
            <p14:xfrm>
              <a:off x="1537833" y="101433"/>
              <a:ext cx="11642400" cy="6469200"/>
            </p14:xfrm>
          </p:contentPart>
        </mc:Choice>
        <mc:Fallback>
          <p:pic>
            <p:nvPicPr>
              <p:cNvPr id="97" name="墨迹 96">
                <a:extLst>
                  <a:ext uri="{FF2B5EF4-FFF2-40B4-BE49-F238E27FC236}">
                    <a16:creationId xmlns:a16="http://schemas.microsoft.com/office/drawing/2014/main" id="{81451E34-3F04-4AFC-A21E-368320451D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8833" y="83792"/>
                <a:ext cx="11660040" cy="65048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6743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65B015EB-CCB4-4F7C-9AD0-C7F00990F902}"/>
                  </a:ext>
                </a:extLst>
              </p14:cNvPr>
              <p14:cNvContentPartPr/>
              <p14:nvPr/>
            </p14:nvContentPartPr>
            <p14:xfrm>
              <a:off x="3525753" y="1053993"/>
              <a:ext cx="3303720" cy="1324440"/>
            </p14:xfrm>
          </p:contentPart>
        </mc:Choice>
        <mc:Fallback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65B015EB-CCB4-4F7C-9AD0-C7F00990F9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7751" y="1035993"/>
                <a:ext cx="3339364" cy="13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6137DC1A-4C87-4A2E-B214-0AEA09D6A03C}"/>
                  </a:ext>
                </a:extLst>
              </p14:cNvPr>
              <p14:cNvContentPartPr/>
              <p14:nvPr/>
            </p14:nvContentPartPr>
            <p14:xfrm>
              <a:off x="1601913" y="1199433"/>
              <a:ext cx="1631160" cy="133488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6137DC1A-4C87-4A2E-B214-0AEA09D6A0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3913" y="1181793"/>
                <a:ext cx="1666800" cy="137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CD75B53B-ED57-4A0A-BE65-9362B0D4BE33}"/>
                  </a:ext>
                </a:extLst>
              </p14:cNvPr>
              <p14:cNvContentPartPr/>
              <p14:nvPr/>
            </p14:nvContentPartPr>
            <p14:xfrm>
              <a:off x="9027993" y="1598673"/>
              <a:ext cx="1727640" cy="108540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CD75B53B-ED57-4A0A-BE65-9362B0D4BE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10353" y="1580673"/>
                <a:ext cx="1763280" cy="11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4F290384-F18E-4029-82B1-6EF1E4490E7A}"/>
                  </a:ext>
                </a:extLst>
              </p14:cNvPr>
              <p14:cNvContentPartPr/>
              <p14:nvPr/>
            </p14:nvContentPartPr>
            <p14:xfrm>
              <a:off x="3457713" y="4854873"/>
              <a:ext cx="2189520" cy="143820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4F290384-F18E-4029-82B1-6EF1E4490E7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40070" y="4836873"/>
                <a:ext cx="2225166" cy="14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3D7F2CA2-F325-4606-BF7B-0488EDCF91EA}"/>
                  </a:ext>
                </a:extLst>
              </p14:cNvPr>
              <p14:cNvContentPartPr/>
              <p14:nvPr/>
            </p14:nvContentPartPr>
            <p14:xfrm>
              <a:off x="2006553" y="5209833"/>
              <a:ext cx="1002600" cy="40716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3D7F2CA2-F325-4606-BF7B-0488EDCF91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88913" y="5191833"/>
                <a:ext cx="103824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3" name="墨迹 82">
                <a:extLst>
                  <a:ext uri="{FF2B5EF4-FFF2-40B4-BE49-F238E27FC236}">
                    <a16:creationId xmlns:a16="http://schemas.microsoft.com/office/drawing/2014/main" id="{0E485081-8001-4C1C-85CF-B61C47460B9F}"/>
                  </a:ext>
                </a:extLst>
              </p14:cNvPr>
              <p14:cNvContentPartPr/>
              <p14:nvPr/>
            </p14:nvContentPartPr>
            <p14:xfrm>
              <a:off x="2951193" y="3564993"/>
              <a:ext cx="550440" cy="256680"/>
            </p14:xfrm>
          </p:contentPart>
        </mc:Choice>
        <mc:Fallback>
          <p:pic>
            <p:nvPicPr>
              <p:cNvPr id="83" name="墨迹 82">
                <a:extLst>
                  <a:ext uri="{FF2B5EF4-FFF2-40B4-BE49-F238E27FC236}">
                    <a16:creationId xmlns:a16="http://schemas.microsoft.com/office/drawing/2014/main" id="{0E485081-8001-4C1C-85CF-B61C47460B9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33553" y="3547353"/>
                <a:ext cx="5860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57BC5D67-C06B-4DE3-955B-CD0E5C58192D}"/>
                  </a:ext>
                </a:extLst>
              </p14:cNvPr>
              <p14:cNvContentPartPr/>
              <p14:nvPr/>
            </p14:nvContentPartPr>
            <p14:xfrm>
              <a:off x="146793" y="3291033"/>
              <a:ext cx="2498760" cy="112860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57BC5D67-C06B-4DE3-955B-CD0E5C5819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9150" y="3273039"/>
                <a:ext cx="2534405" cy="11642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7" name="墨迹 86">
                <a:extLst>
                  <a:ext uri="{FF2B5EF4-FFF2-40B4-BE49-F238E27FC236}">
                    <a16:creationId xmlns:a16="http://schemas.microsoft.com/office/drawing/2014/main" id="{2400AE7F-2AA0-4AC3-A321-0EB045F719E0}"/>
                  </a:ext>
                </a:extLst>
              </p14:cNvPr>
              <p14:cNvContentPartPr/>
              <p14:nvPr/>
            </p14:nvContentPartPr>
            <p14:xfrm>
              <a:off x="555393" y="4912473"/>
              <a:ext cx="1104480" cy="1452960"/>
            </p14:xfrm>
          </p:contentPart>
        </mc:Choice>
        <mc:Fallback>
          <p:pic>
            <p:nvPicPr>
              <p:cNvPr id="87" name="墨迹 86">
                <a:extLst>
                  <a:ext uri="{FF2B5EF4-FFF2-40B4-BE49-F238E27FC236}">
                    <a16:creationId xmlns:a16="http://schemas.microsoft.com/office/drawing/2014/main" id="{2400AE7F-2AA0-4AC3-A321-0EB045F719E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7753" y="4894473"/>
                <a:ext cx="1140120" cy="148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A14B0ABE-AB4E-4AAC-8B58-1C574436C4B4}"/>
                  </a:ext>
                </a:extLst>
              </p14:cNvPr>
              <p14:cNvContentPartPr/>
              <p14:nvPr/>
            </p14:nvContentPartPr>
            <p14:xfrm>
              <a:off x="7562793" y="5671353"/>
              <a:ext cx="417960" cy="3924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A14B0ABE-AB4E-4AAC-8B58-1C574436C4B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44793" y="5653713"/>
                <a:ext cx="4536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2A08DF71-33B3-4515-8535-9753BE89F16C}"/>
                  </a:ext>
                </a:extLst>
              </p14:cNvPr>
              <p14:cNvContentPartPr/>
              <p14:nvPr/>
            </p14:nvContentPartPr>
            <p14:xfrm>
              <a:off x="8181993" y="5358153"/>
              <a:ext cx="569880" cy="89856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2A08DF71-33B3-4515-8535-9753BE89F16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64353" y="5340513"/>
                <a:ext cx="605520" cy="9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94" name="墨迹 93">
                <a:extLst>
                  <a:ext uri="{FF2B5EF4-FFF2-40B4-BE49-F238E27FC236}">
                    <a16:creationId xmlns:a16="http://schemas.microsoft.com/office/drawing/2014/main" id="{BB7BF9E0-07FC-4576-AA71-0766FC22356A}"/>
                  </a:ext>
                </a:extLst>
              </p14:cNvPr>
              <p14:cNvContentPartPr/>
              <p14:nvPr/>
            </p14:nvContentPartPr>
            <p14:xfrm>
              <a:off x="8511033" y="4085553"/>
              <a:ext cx="68400" cy="326880"/>
            </p14:xfrm>
          </p:contentPart>
        </mc:Choice>
        <mc:Fallback>
          <p:pic>
            <p:nvPicPr>
              <p:cNvPr id="94" name="墨迹 93">
                <a:extLst>
                  <a:ext uri="{FF2B5EF4-FFF2-40B4-BE49-F238E27FC236}">
                    <a16:creationId xmlns:a16="http://schemas.microsoft.com/office/drawing/2014/main" id="{BB7BF9E0-07FC-4576-AA71-0766FC22356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93393" y="4067913"/>
                <a:ext cx="10404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5" name="墨迹 94">
                <a:extLst>
                  <a:ext uri="{FF2B5EF4-FFF2-40B4-BE49-F238E27FC236}">
                    <a16:creationId xmlns:a16="http://schemas.microsoft.com/office/drawing/2014/main" id="{82993AEE-7232-4B2D-B16D-0C5D2EDEAB05}"/>
                  </a:ext>
                </a:extLst>
              </p14:cNvPr>
              <p14:cNvContentPartPr/>
              <p14:nvPr/>
            </p14:nvContentPartPr>
            <p14:xfrm>
              <a:off x="8795073" y="4100673"/>
              <a:ext cx="54720" cy="404280"/>
            </p14:xfrm>
          </p:contentPart>
        </mc:Choice>
        <mc:Fallback>
          <p:pic>
            <p:nvPicPr>
              <p:cNvPr id="95" name="墨迹 94">
                <a:extLst>
                  <a:ext uri="{FF2B5EF4-FFF2-40B4-BE49-F238E27FC236}">
                    <a16:creationId xmlns:a16="http://schemas.microsoft.com/office/drawing/2014/main" id="{82993AEE-7232-4B2D-B16D-0C5D2EDEAB0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777433" y="4082673"/>
                <a:ext cx="9036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5B69720D-4901-4829-95AC-DE0D96768CBE}"/>
                  </a:ext>
                </a:extLst>
              </p14:cNvPr>
              <p14:cNvContentPartPr/>
              <p14:nvPr/>
            </p14:nvContentPartPr>
            <p14:xfrm>
              <a:off x="3720873" y="2667513"/>
              <a:ext cx="4545360" cy="1974600"/>
            </p14:xfrm>
          </p:contentPart>
        </mc:Choice>
        <mc:Fallback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5B69720D-4901-4829-95AC-DE0D96768CB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02873" y="2649873"/>
                <a:ext cx="4581000" cy="201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7599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00953D0D-B1D5-4A96-8FE8-38074944A1E3}"/>
                  </a:ext>
                </a:extLst>
              </p14:cNvPr>
              <p14:cNvContentPartPr/>
              <p14:nvPr/>
            </p14:nvContentPartPr>
            <p14:xfrm>
              <a:off x="11662833" y="1751313"/>
              <a:ext cx="120240" cy="637920"/>
            </p14:xfrm>
          </p:contentPart>
        </mc:Choice>
        <mc:Fallback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00953D0D-B1D5-4A96-8FE8-38074944A1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44833" y="1733313"/>
                <a:ext cx="155880" cy="6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5834AB77-024E-408B-955D-2C7BA97260C0}"/>
                  </a:ext>
                </a:extLst>
              </p14:cNvPr>
              <p14:cNvContentPartPr/>
              <p14:nvPr/>
            </p14:nvContentPartPr>
            <p14:xfrm>
              <a:off x="43473" y="96393"/>
              <a:ext cx="11294640" cy="645588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5834AB77-024E-408B-955D-2C7BA97260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473" y="78393"/>
                <a:ext cx="11330280" cy="649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6873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2" name="墨迹 71">
                <a:extLst>
                  <a:ext uri="{FF2B5EF4-FFF2-40B4-BE49-F238E27FC236}">
                    <a16:creationId xmlns:a16="http://schemas.microsoft.com/office/drawing/2014/main" id="{E21BDBCD-0401-4B90-B718-EE2491BB4E2C}"/>
                  </a:ext>
                </a:extLst>
              </p14:cNvPr>
              <p14:cNvContentPartPr/>
              <p14:nvPr/>
            </p14:nvContentPartPr>
            <p14:xfrm>
              <a:off x="8574393" y="1754913"/>
              <a:ext cx="195120" cy="478440"/>
            </p14:xfrm>
          </p:contentPart>
        </mc:Choice>
        <mc:Fallback>
          <p:pic>
            <p:nvPicPr>
              <p:cNvPr id="72" name="墨迹 71">
                <a:extLst>
                  <a:ext uri="{FF2B5EF4-FFF2-40B4-BE49-F238E27FC236}">
                    <a16:creationId xmlns:a16="http://schemas.microsoft.com/office/drawing/2014/main" id="{E21BDBCD-0401-4B90-B718-EE2491BB4E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56393" y="1736913"/>
                <a:ext cx="23076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3" name="墨迹 72">
                <a:extLst>
                  <a:ext uri="{FF2B5EF4-FFF2-40B4-BE49-F238E27FC236}">
                    <a16:creationId xmlns:a16="http://schemas.microsoft.com/office/drawing/2014/main" id="{395DC5A9-75CF-4389-85C9-6D917BC72AF6}"/>
                  </a:ext>
                </a:extLst>
              </p14:cNvPr>
              <p14:cNvContentPartPr/>
              <p14:nvPr/>
            </p14:nvContentPartPr>
            <p14:xfrm>
              <a:off x="8935833" y="1808913"/>
              <a:ext cx="173160" cy="350640"/>
            </p14:xfrm>
          </p:contentPart>
        </mc:Choice>
        <mc:Fallback>
          <p:pic>
            <p:nvPicPr>
              <p:cNvPr id="73" name="墨迹 72">
                <a:extLst>
                  <a:ext uri="{FF2B5EF4-FFF2-40B4-BE49-F238E27FC236}">
                    <a16:creationId xmlns:a16="http://schemas.microsoft.com/office/drawing/2014/main" id="{395DC5A9-75CF-4389-85C9-6D917BC72A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17833" y="1790913"/>
                <a:ext cx="20880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4" name="墨迹 73">
                <a:extLst>
                  <a:ext uri="{FF2B5EF4-FFF2-40B4-BE49-F238E27FC236}">
                    <a16:creationId xmlns:a16="http://schemas.microsoft.com/office/drawing/2014/main" id="{35141B41-9962-4C29-9019-627CB8A03397}"/>
                  </a:ext>
                </a:extLst>
              </p14:cNvPr>
              <p14:cNvContentPartPr/>
              <p14:nvPr/>
            </p14:nvContentPartPr>
            <p14:xfrm>
              <a:off x="9427953" y="1942473"/>
              <a:ext cx="136800" cy="357480"/>
            </p14:xfrm>
          </p:contentPart>
        </mc:Choice>
        <mc:Fallback>
          <p:pic>
            <p:nvPicPr>
              <p:cNvPr id="74" name="墨迹 73">
                <a:extLst>
                  <a:ext uri="{FF2B5EF4-FFF2-40B4-BE49-F238E27FC236}">
                    <a16:creationId xmlns:a16="http://schemas.microsoft.com/office/drawing/2014/main" id="{35141B41-9962-4C29-9019-627CB8A033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10313" y="1924473"/>
                <a:ext cx="17244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5" name="墨迹 74">
                <a:extLst>
                  <a:ext uri="{FF2B5EF4-FFF2-40B4-BE49-F238E27FC236}">
                    <a16:creationId xmlns:a16="http://schemas.microsoft.com/office/drawing/2014/main" id="{D0912623-2BBB-4850-B290-4E761CE8FA31}"/>
                  </a:ext>
                </a:extLst>
              </p14:cNvPr>
              <p14:cNvContentPartPr/>
              <p14:nvPr/>
            </p14:nvContentPartPr>
            <p14:xfrm>
              <a:off x="9812433" y="1955793"/>
              <a:ext cx="207720" cy="476280"/>
            </p14:xfrm>
          </p:contentPart>
        </mc:Choice>
        <mc:Fallback>
          <p:pic>
            <p:nvPicPr>
              <p:cNvPr id="75" name="墨迹 74">
                <a:extLst>
                  <a:ext uri="{FF2B5EF4-FFF2-40B4-BE49-F238E27FC236}">
                    <a16:creationId xmlns:a16="http://schemas.microsoft.com/office/drawing/2014/main" id="{D0912623-2BBB-4850-B290-4E761CE8FA3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94433" y="1938153"/>
                <a:ext cx="24336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8" name="墨迹 107">
                <a:extLst>
                  <a:ext uri="{FF2B5EF4-FFF2-40B4-BE49-F238E27FC236}">
                    <a16:creationId xmlns:a16="http://schemas.microsoft.com/office/drawing/2014/main" id="{5863F423-747A-4959-9896-33707FD6E168}"/>
                  </a:ext>
                </a:extLst>
              </p14:cNvPr>
              <p14:cNvContentPartPr/>
              <p14:nvPr/>
            </p14:nvContentPartPr>
            <p14:xfrm>
              <a:off x="-811167" y="-93687"/>
              <a:ext cx="6793920" cy="6603480"/>
            </p14:xfrm>
          </p:contentPart>
        </mc:Choice>
        <mc:Fallback>
          <p:pic>
            <p:nvPicPr>
              <p:cNvPr id="108" name="墨迹 107">
                <a:extLst>
                  <a:ext uri="{FF2B5EF4-FFF2-40B4-BE49-F238E27FC236}">
                    <a16:creationId xmlns:a16="http://schemas.microsoft.com/office/drawing/2014/main" id="{5863F423-747A-4959-9896-33707FD6E1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828808" y="-111687"/>
                <a:ext cx="6829562" cy="66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4E6F31E5-D78D-44CB-8E36-2B2230A0C7AD}"/>
                  </a:ext>
                </a:extLst>
              </p14:cNvPr>
              <p14:cNvContentPartPr/>
              <p14:nvPr/>
            </p14:nvContentPartPr>
            <p14:xfrm>
              <a:off x="6465873" y="3928600"/>
              <a:ext cx="3047760" cy="86580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4E6F31E5-D78D-44CB-8E36-2B2230A0C7A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47873" y="3910953"/>
                <a:ext cx="3083400" cy="901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18C794D6-2057-4329-93D2-97BE4287A1F7}"/>
                  </a:ext>
                </a:extLst>
              </p14:cNvPr>
              <p14:cNvContentPartPr/>
              <p14:nvPr/>
            </p14:nvContentPartPr>
            <p14:xfrm>
              <a:off x="7298193" y="3173680"/>
              <a:ext cx="299160" cy="38412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18C794D6-2057-4329-93D2-97BE4287A1F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80193" y="3156040"/>
                <a:ext cx="33480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237AC57E-47E0-4161-9EE5-4293239048F3}"/>
                  </a:ext>
                </a:extLst>
              </p14:cNvPr>
              <p14:cNvContentPartPr/>
              <p14:nvPr/>
            </p14:nvContentPartPr>
            <p14:xfrm>
              <a:off x="6286593" y="5226760"/>
              <a:ext cx="2457720" cy="146880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237AC57E-47E0-4161-9EE5-4293239048F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68953" y="5209116"/>
                <a:ext cx="2493360" cy="15044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8811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7" name="墨迹 36">
                <a:extLst>
                  <a:ext uri="{FF2B5EF4-FFF2-40B4-BE49-F238E27FC236}">
                    <a16:creationId xmlns:a16="http://schemas.microsoft.com/office/drawing/2014/main" id="{1A65B8B2-4AE4-470F-9474-84EDED77CECA}"/>
                  </a:ext>
                </a:extLst>
              </p14:cNvPr>
              <p14:cNvContentPartPr/>
              <p14:nvPr/>
            </p14:nvContentPartPr>
            <p14:xfrm>
              <a:off x="-269727" y="951033"/>
              <a:ext cx="11623320" cy="5147280"/>
            </p14:xfrm>
          </p:contentPart>
        </mc:Choice>
        <mc:Fallback>
          <p:pic>
            <p:nvPicPr>
              <p:cNvPr id="37" name="墨迹 36">
                <a:extLst>
                  <a:ext uri="{FF2B5EF4-FFF2-40B4-BE49-F238E27FC236}">
                    <a16:creationId xmlns:a16="http://schemas.microsoft.com/office/drawing/2014/main" id="{1A65B8B2-4AE4-470F-9474-84EDED77CE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87726" y="933393"/>
                <a:ext cx="11658959" cy="518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5020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3" name="墨迹 192">
                <a:extLst>
                  <a:ext uri="{FF2B5EF4-FFF2-40B4-BE49-F238E27FC236}">
                    <a16:creationId xmlns:a16="http://schemas.microsoft.com/office/drawing/2014/main" id="{0F6E3EDB-ABE4-4A98-AE23-D8A85541F92F}"/>
                  </a:ext>
                </a:extLst>
              </p14:cNvPr>
              <p14:cNvContentPartPr/>
              <p14:nvPr/>
            </p14:nvContentPartPr>
            <p14:xfrm>
              <a:off x="292593" y="-72080"/>
              <a:ext cx="12450240" cy="6805793"/>
            </p14:xfrm>
          </p:contentPart>
        </mc:Choice>
        <mc:Fallback>
          <p:pic>
            <p:nvPicPr>
              <p:cNvPr id="193" name="墨迹 192">
                <a:extLst>
                  <a:ext uri="{FF2B5EF4-FFF2-40B4-BE49-F238E27FC236}">
                    <a16:creationId xmlns:a16="http://schemas.microsoft.com/office/drawing/2014/main" id="{0F6E3EDB-ABE4-4A98-AE23-D8A85541F9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593" y="-80720"/>
                <a:ext cx="12476880" cy="682343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079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3" name="墨迹 122">
                <a:extLst>
                  <a:ext uri="{FF2B5EF4-FFF2-40B4-BE49-F238E27FC236}">
                    <a16:creationId xmlns:a16="http://schemas.microsoft.com/office/drawing/2014/main" id="{B2808249-CFDA-4B40-8970-85192D1000E0}"/>
                  </a:ext>
                </a:extLst>
              </p14:cNvPr>
              <p14:cNvContentPartPr/>
              <p14:nvPr/>
            </p14:nvContentPartPr>
            <p14:xfrm>
              <a:off x="642513" y="307713"/>
              <a:ext cx="10884240" cy="5961960"/>
            </p14:xfrm>
          </p:contentPart>
        </mc:Choice>
        <mc:Fallback>
          <p:pic>
            <p:nvPicPr>
              <p:cNvPr id="123" name="墨迹 122">
                <a:extLst>
                  <a:ext uri="{FF2B5EF4-FFF2-40B4-BE49-F238E27FC236}">
                    <a16:creationId xmlns:a16="http://schemas.microsoft.com/office/drawing/2014/main" id="{B2808249-CFDA-4B40-8970-85192D1000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4513" y="289713"/>
                <a:ext cx="10910880" cy="599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5798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98" name="墨迹 297">
                <a:extLst>
                  <a:ext uri="{FF2B5EF4-FFF2-40B4-BE49-F238E27FC236}">
                    <a16:creationId xmlns:a16="http://schemas.microsoft.com/office/drawing/2014/main" id="{D5B9939F-1CD5-4049-B45C-D5B0F032AA2E}"/>
                  </a:ext>
                </a:extLst>
              </p14:cNvPr>
              <p14:cNvContentPartPr/>
              <p14:nvPr/>
            </p14:nvContentPartPr>
            <p14:xfrm>
              <a:off x="-343167" y="83793"/>
              <a:ext cx="13010040" cy="6709320"/>
            </p14:xfrm>
          </p:contentPart>
        </mc:Choice>
        <mc:Fallback>
          <p:pic>
            <p:nvPicPr>
              <p:cNvPr id="298" name="墨迹 297">
                <a:extLst>
                  <a:ext uri="{FF2B5EF4-FFF2-40B4-BE49-F238E27FC236}">
                    <a16:creationId xmlns:a16="http://schemas.microsoft.com/office/drawing/2014/main" id="{D5B9939F-1CD5-4049-B45C-D5B0F032AA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61167" y="75153"/>
                <a:ext cx="13036680" cy="672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768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5" name="墨迹 84">
                <a:extLst>
                  <a:ext uri="{FF2B5EF4-FFF2-40B4-BE49-F238E27FC236}">
                    <a16:creationId xmlns:a16="http://schemas.microsoft.com/office/drawing/2014/main" id="{BE504606-047C-4E83-AFE2-CFFE12E0C6ED}"/>
                  </a:ext>
                </a:extLst>
              </p14:cNvPr>
              <p14:cNvContentPartPr/>
              <p14:nvPr/>
            </p14:nvContentPartPr>
            <p14:xfrm>
              <a:off x="460353" y="-87207"/>
              <a:ext cx="12147480" cy="5803927"/>
            </p14:xfrm>
          </p:contentPart>
        </mc:Choice>
        <mc:Fallback>
          <p:pic>
            <p:nvPicPr>
              <p:cNvPr id="85" name="墨迹 84">
                <a:extLst>
                  <a:ext uri="{FF2B5EF4-FFF2-40B4-BE49-F238E27FC236}">
                    <a16:creationId xmlns:a16="http://schemas.microsoft.com/office/drawing/2014/main" id="{BE504606-047C-4E83-AFE2-CFFE12E0C6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2353" y="-105206"/>
                <a:ext cx="12183120" cy="58395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576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4" name="墨迹 213">
                <a:extLst>
                  <a:ext uri="{FF2B5EF4-FFF2-40B4-BE49-F238E27FC236}">
                    <a16:creationId xmlns:a16="http://schemas.microsoft.com/office/drawing/2014/main" id="{D134F8DF-8E00-47E3-9588-86FF228614EB}"/>
                  </a:ext>
                </a:extLst>
              </p14:cNvPr>
              <p14:cNvContentPartPr/>
              <p14:nvPr/>
            </p14:nvContentPartPr>
            <p14:xfrm>
              <a:off x="-108087" y="-42683"/>
              <a:ext cx="12924720" cy="6870723"/>
            </p14:xfrm>
          </p:contentPart>
        </mc:Choice>
        <mc:Fallback>
          <p:pic>
            <p:nvPicPr>
              <p:cNvPr id="214" name="墨迹 213">
                <a:extLst>
                  <a:ext uri="{FF2B5EF4-FFF2-40B4-BE49-F238E27FC236}">
                    <a16:creationId xmlns:a16="http://schemas.microsoft.com/office/drawing/2014/main" id="{D134F8DF-8E00-47E3-9588-86FF228614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5727" y="-51323"/>
                <a:ext cx="12960360" cy="68973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0785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3" name="墨迹 212">
                <a:extLst>
                  <a:ext uri="{FF2B5EF4-FFF2-40B4-BE49-F238E27FC236}">
                    <a16:creationId xmlns:a16="http://schemas.microsoft.com/office/drawing/2014/main" id="{8498254B-7316-4FC3-ADE4-8EA32FCCB21E}"/>
                  </a:ext>
                </a:extLst>
              </p14:cNvPr>
              <p14:cNvContentPartPr/>
              <p14:nvPr/>
            </p14:nvContentPartPr>
            <p14:xfrm>
              <a:off x="129621" y="431913"/>
              <a:ext cx="12998412" cy="6582110"/>
            </p14:xfrm>
          </p:contentPart>
        </mc:Choice>
        <mc:Fallback>
          <p:pic>
            <p:nvPicPr>
              <p:cNvPr id="213" name="墨迹 212">
                <a:extLst>
                  <a:ext uri="{FF2B5EF4-FFF2-40B4-BE49-F238E27FC236}">
                    <a16:creationId xmlns:a16="http://schemas.microsoft.com/office/drawing/2014/main" id="{8498254B-7316-4FC3-ADE4-8EA32FCCB2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81" y="413913"/>
                <a:ext cx="13025053" cy="66177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0615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0B2EDED0-814B-43B3-BAAF-025F025DFF26}"/>
                  </a:ext>
                </a:extLst>
              </p14:cNvPr>
              <p14:cNvContentPartPr/>
              <p14:nvPr/>
            </p14:nvContentPartPr>
            <p14:xfrm>
              <a:off x="849873" y="719553"/>
              <a:ext cx="2850480" cy="137052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0B2EDED0-814B-43B3-BAAF-025F025DFF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2233" y="701553"/>
                <a:ext cx="2886120" cy="14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E6326F5C-49AA-4107-AC4C-C48B22B36DF5}"/>
                  </a:ext>
                </a:extLst>
              </p14:cNvPr>
              <p14:cNvContentPartPr/>
              <p14:nvPr/>
            </p14:nvContentPartPr>
            <p14:xfrm>
              <a:off x="4887993" y="399513"/>
              <a:ext cx="765720" cy="512784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E6326F5C-49AA-4107-AC4C-C48B22B36D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70345" y="381872"/>
                <a:ext cx="801377" cy="51634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756AFEC6-DBAB-42BE-94E1-C4E28A960690}"/>
                  </a:ext>
                </a:extLst>
              </p14:cNvPr>
              <p14:cNvContentPartPr/>
              <p14:nvPr/>
            </p14:nvContentPartPr>
            <p14:xfrm>
              <a:off x="6040353" y="470073"/>
              <a:ext cx="2741040" cy="256068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756AFEC6-DBAB-42BE-94E1-C4E28A9606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2711" y="452433"/>
                <a:ext cx="2776685" cy="259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1" name="墨迹 50">
                <a:extLst>
                  <a:ext uri="{FF2B5EF4-FFF2-40B4-BE49-F238E27FC236}">
                    <a16:creationId xmlns:a16="http://schemas.microsoft.com/office/drawing/2014/main" id="{63E93807-D103-47FE-B663-41855BC24852}"/>
                  </a:ext>
                </a:extLst>
              </p14:cNvPr>
              <p14:cNvContentPartPr/>
              <p14:nvPr/>
            </p14:nvContentPartPr>
            <p14:xfrm>
              <a:off x="5920473" y="3269793"/>
              <a:ext cx="1661400" cy="2660400"/>
            </p14:xfrm>
          </p:contentPart>
        </mc:Choice>
        <mc:Fallback>
          <p:pic>
            <p:nvPicPr>
              <p:cNvPr id="51" name="墨迹 50">
                <a:extLst>
                  <a:ext uri="{FF2B5EF4-FFF2-40B4-BE49-F238E27FC236}">
                    <a16:creationId xmlns:a16="http://schemas.microsoft.com/office/drawing/2014/main" id="{63E93807-D103-47FE-B663-41855BC248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02833" y="3251793"/>
                <a:ext cx="1697040" cy="269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6157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8" name="墨迹 57">
                <a:extLst>
                  <a:ext uri="{FF2B5EF4-FFF2-40B4-BE49-F238E27FC236}">
                    <a16:creationId xmlns:a16="http://schemas.microsoft.com/office/drawing/2014/main" id="{0F007998-080F-4E88-B9E7-7CEA3D1A0BAF}"/>
                  </a:ext>
                </a:extLst>
              </p14:cNvPr>
              <p14:cNvContentPartPr/>
              <p14:nvPr/>
            </p14:nvContentPartPr>
            <p14:xfrm>
              <a:off x="797673" y="754833"/>
              <a:ext cx="8426520" cy="5301000"/>
            </p14:xfrm>
          </p:contentPart>
        </mc:Choice>
        <mc:Fallback>
          <p:pic>
            <p:nvPicPr>
              <p:cNvPr id="58" name="墨迹 57">
                <a:extLst>
                  <a:ext uri="{FF2B5EF4-FFF2-40B4-BE49-F238E27FC236}">
                    <a16:creationId xmlns:a16="http://schemas.microsoft.com/office/drawing/2014/main" id="{0F007998-080F-4E88-B9E7-7CEA3D1A0B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0032" y="736834"/>
                <a:ext cx="8462162" cy="53366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6152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2" name="墨迹 121">
                <a:extLst>
                  <a:ext uri="{FF2B5EF4-FFF2-40B4-BE49-F238E27FC236}">
                    <a16:creationId xmlns:a16="http://schemas.microsoft.com/office/drawing/2014/main" id="{7F6A101D-6D81-4514-98B9-FA93D6449EC3}"/>
                  </a:ext>
                </a:extLst>
              </p14:cNvPr>
              <p14:cNvContentPartPr/>
              <p14:nvPr/>
            </p14:nvContentPartPr>
            <p14:xfrm>
              <a:off x="1836993" y="29793"/>
              <a:ext cx="10557360" cy="6416280"/>
            </p14:xfrm>
          </p:contentPart>
        </mc:Choice>
        <mc:Fallback>
          <p:pic>
            <p:nvPicPr>
              <p:cNvPr id="122" name="墨迹 121">
                <a:extLst>
                  <a:ext uri="{FF2B5EF4-FFF2-40B4-BE49-F238E27FC236}">
                    <a16:creationId xmlns:a16="http://schemas.microsoft.com/office/drawing/2014/main" id="{7F6A101D-6D81-4514-98B9-FA93D6449E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9354" y="12153"/>
                <a:ext cx="10592999" cy="644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0277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6" name="墨迹 55">
                <a:extLst>
                  <a:ext uri="{FF2B5EF4-FFF2-40B4-BE49-F238E27FC236}">
                    <a16:creationId xmlns:a16="http://schemas.microsoft.com/office/drawing/2014/main" id="{0645947C-41F5-4E03-90A5-FD5FA06C834B}"/>
                  </a:ext>
                </a:extLst>
              </p14:cNvPr>
              <p14:cNvContentPartPr/>
              <p14:nvPr/>
            </p14:nvContentPartPr>
            <p14:xfrm>
              <a:off x="2240193" y="617313"/>
              <a:ext cx="8281800" cy="6137640"/>
            </p14:xfrm>
          </p:contentPart>
        </mc:Choice>
        <mc:Fallback>
          <p:pic>
            <p:nvPicPr>
              <p:cNvPr id="56" name="墨迹 55">
                <a:extLst>
                  <a:ext uri="{FF2B5EF4-FFF2-40B4-BE49-F238E27FC236}">
                    <a16:creationId xmlns:a16="http://schemas.microsoft.com/office/drawing/2014/main" id="{0645947C-41F5-4E03-90A5-FD5FA06C8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2553" y="599313"/>
                <a:ext cx="8317440" cy="617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3295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0</Words>
  <Application>Microsoft Office PowerPoint</Application>
  <PresentationFormat>宽屏</PresentationFormat>
  <Paragraphs>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Arrows</dc:creator>
  <cp:lastModifiedBy>Arrows</cp:lastModifiedBy>
  <cp:revision>14</cp:revision>
  <dcterms:created xsi:type="dcterms:W3CDTF">2025-06-12T01:39:45Z</dcterms:created>
  <dcterms:modified xsi:type="dcterms:W3CDTF">2025-06-12T10:14:11Z</dcterms:modified>
</cp:coreProperties>
</file>